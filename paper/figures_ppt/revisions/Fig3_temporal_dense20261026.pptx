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24955500" cy="7915275"/>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RG-MTM (Reference-Guided Merge Tree Maps, 参考引导合并树图), four-feature model illustration. The conflict path H&gt;theta is shown. Colors identify branches, rather than quantitative scalar values. No feature letters are shown on the 2D field. The 2D grid, minima and merge tree are retained from the previous version.</a:t>
            </a:r>
          </a:p>
          <a:p/>
          <a:p>
            <a:r>
              <a:t>Original hierarchy T=((A,B)_8,(C,D)_1)_10; leaf values A1.2, B3.8, C-3, D-0.8. References q=(A0,C2,D4,B6), canvas[-1,7], equal widths0.8, eccentricity radius0, and minimum gap1.4. The larger illustrative gap makes packing error visible; these are model-example settings, not empirical paper defaults. Capacity is7.4 on a canvas of length8. All24 orders are evaluated using the paper's closed-form fixed-order positional cost. Free optimum tau_free0.3; original-tree optimum tau_star3.8 (ABCD or CDAB); initial BADC cost6.0. The depicted initial anchors are B0,A2.2,D4.4,C6.6, and the best ABCD anchors are A0,B2.2,C4.4,D6.6. Both sets satisfy exact widths, gaps and containment. The reference and layout rows share a coordinate scale. In every position comparison, solid axes and filled feature boxes denote true spatial reference coordinates q_i, while dashed axes and capped point markers denote selected layout coordinates u_i. The boxes are reference glyphs drawn at q_i for correspondence; they are not a claim that a feasible rendered interval can remain at q_i. The actual rendering still allocates area-scaled intervals at u_i. Tree drawings with mapping axes are embedded horizontally at those u_i coordinates, so each leaf projects vertically onto its dashed marker. Embedding a tree at a chosen layout does not mean that T intrinsically determines geographic coordinates. Free anchors A-0.3,C1.9,D4.1,B6.3 attain the positive free optimum. The free cost is not forced to zero by dropping hierarchy: widths, gaps and canvas remain. The displayed tau_free dimension uses A; tau_star and the initial-row dimension use B. No visible u_i=q_i assertion is used.</a:t>
            </a:r>
          </a:p>
          <a:p/>
          <a:p>
            <a:r>
              <a:t>H=3.5 exceeds theta0.5. The free panel is labelled Geometry only and the constrained panel Geometry + hierarchy, with q_i and u_i marked locally. The formula beneath the free panel defines tau_free alone; H=tau_star-tau_free appears immediately left of the actual downward decision arrow, and H&gt;theta appears to its right. Scalar eligibility kappa3 permits the AB gap2 and retains the CD gap9. Expand/Retain marks use one neutral charcoal color distinct from all branch colors. Both callout leaders approach their rings diagonally outside the tree edges. The operation label reads Flatten then prune. All straight lines are geometrically clipped at diamond boundaries, preventing tree edges and projection baselines from passing through diamond interiors regardless of shape ordering. The spatial direction d uses neutral charcoal rather than a feature color. Threshold-and-prune is a hierarchy policy, not a guarantee of an optimal position-topology frontier. The same relaxed Tprime is drawn in stages3 and4. It permits ACDB. The chosen illustrative final layout attains the relaxed certificate0.3 and is feasible under the position budget0.3+beta0.2=0.5. The method's general final construction is budget-constrained multi-objective optimization, not an assertion that every chosen layout attains the certificate. Both displayed centres and anchors use the same values in this model illustration. The Tprime leaf x-coordinates are embedded at u_i, with direct dashed vertical projections. The solid reference-box axis below uses q_i, and the actual B residual is dimensioned. The x difference between the tree embedding and reference boxes shows the nonzero residual. All tree chains have exposed short connecting segments; regular nodes provide scalar context rather than independent geographic anchors. The solid/dashed position grammar concerns coordinate-comparison axes; within the scalar-filling graph, its own legend distinguishes the dashed LCA-path algorithm from the solid corrected scalar function.</a:t>
            </a:r>
          </a:p>
          <a:p/>
          <a:p>
            <a:r>
              <a:t>Filling uses original T, not Tprime, as merge-level ground truth. With order ACDB, the gap bounds C_k are8,1,8 and the fixed-leaf term does not dominate. Optimal delta_star1 gives barriers9,2,9; initial adjacent LCA filling gives10,1,10. Scalar values at extrema remain unchanged. The horizontal positions of extrema are the same selected final anchors as the interval layout; barriers lie between adjacent intervals. The plot uses its real scalar scale. The profile connects consecutive extrema and barriers with monotone cubic interpolation with zero endpoint slopes. This smooth interpolation retains every horizontal critical position and every endpoint scalar value, hence every pairwise merge maximum and error. The previously abrupt rising segment represents scalar values increasing from the blue extremum to the first merge barrier, not an extra topology edge. Each curve is trimmed at the visible node boundaries. Burnt-orange dashed lines represent initial LCA filling, dark-blue solid lines represent correction. Diamonds identify extrema and barrier levels. Eight colored ordinary sample circles lie on the optimized curve, with the same horizontal positions, order and branch colors as the circles in the projection row. Each lies at the exact midpoint parameter of one monotone cubic segment; it is a regular sample rather than an additional critical point.</a:t>
            </a:r>
          </a:p>
          <a:p/>
          <a:p>
            <a:r>
              <a:t>Error annotation witness: the selected leaf pair is A,B, identified by blue and orange swatches beside T and matching colored endpoints of a full-span bracket below the profile. The range extends from u_A=-0.3 to u_B=6.3, not merely across one adjacent gap. m_T(A,B)=8. The maximum over that ENTIRE span is10 in the baseline and9 after correction. The orange delta_LCA dimension runs from the original-pair target8 to the baseline pairwise maximum10; the blue delta_star dimension runs from8 to9. These differences2 and1 equal the respective largest errors over all six original-tree leaf pairs. They are witnesses of global pairwise merge error, not differences between the two plotted curves. The corrected AC,AD,CB,DB merge levels also differ from10 by1, and CD differs from1 by1. The full pairwise definition is d_top=max_ij |max_[u_i,u_j] psi - m_T(i,j)|. Outer root endpoints are not part of this pairwise metric.</a:t>
            </a:r>
          </a:p>
          <a:p/>
          <a:p>
            <a:r>
              <a:t>The critical-diamond and regular-circle row preserves optimized profile coordinates, sample classes, order and branch colors. The first rendered strip uses the exact same intervals as the final layout. Four temporal examples retain the previous area widths and orders ACDB,ACDB,ADCB,CDAB, while repacking their intervals using the new common gap1.4. The first strip matches the filling output. Every final output column is exactly its source strip rotated counterclockwise90 degrees. Color transitions are appearance-only and columns meet without white seams. These time examples are illustrative, not measured outcomes.</a:t>
            </a:r>
          </a:p>
          <a:p/>
          <a:p>
            <a:r>
              <a:t>Scientific sources: local 01_项目代码与结果/CD-MTM/paper/pacificvis2027-content-draft/distortion_analysis.tex (free certificate and optimal filling), supplement_proofs.tex (fixed-order cost and labelled pairwise merge error), method.tex (budget-constrained layout and original-tree correction), pipeline_algorithm.tex, and domain_filling.tex. The method name in the diagram follows the user's requested RG-MTM rename; the local draft retains its earlier CD-MTM name.</a:t>
            </a:r>
          </a:p>
          <a:p>
            <a:r>
              <a:t>Temporal display revision 2026-10-26: 12 illustrative time steps, including four unchanged source schematic profiles and eight intermediate feature-position profiles. Every upper strip is rotated into its matching lower map column. This is a workflow illustration, not additional observations or newly optimized scientific results.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2495550" y="3238500"/>
            <a:ext cx="19964400" cy="1238250"/>
          </a:xfrm>
          <a:prstGeom prst="rect">
            <a:avLst/>
          </a:prstGeom>
          <a:noFill/>
          <a:ln>
            <a:noFill/>
            <a:prstDash val="solid"/>
          </a:ln>
        </p:spPr>
        <p:txBody>
          <a:bodyPr wrap="square" lIns="0" tIns="0" rIns="0" bIns="0" anchor="ctr">
            <a:normAutofit/>
          </a:bodyPr>
          <a:lstStyle>
            <a:defPPr algn="ctr">
              <a:defRPr sz="6000"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3743325" y="4714875"/>
            <a:ext cx="17468850" cy="952500"/>
          </a:xfrm>
          <a:prstGeom prst="rect">
            <a:avLst/>
          </a:prstGeom>
          <a:noFill/>
          <a:ln>
            <a:noFill/>
            <a:prstDash val="solid"/>
          </a:ln>
        </p:spPr>
        <p:txBody>
          <a:bodyPr wrap="square" lIns="0" tIns="0" rIns="0" bIns="0" anchor="ctr">
            <a:normAutofit/>
          </a:bodyPr>
          <a:lstStyle>
            <a:defPPr algn="ctr">
              <a:defRPr sz="2625" b="0">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2495550" y="3571875"/>
            <a:ext cx="19964400" cy="1428750"/>
          </a:xfrm>
          <a:prstGeom prst="rect">
            <a:avLst/>
          </a:prstGeom>
          <a:noFill/>
          <a:ln>
            <a:noFill/>
            <a:prstDash val="solid"/>
          </a:ln>
        </p:spPr>
        <p:txBody>
          <a:bodyPr wrap="square" lIns="0" tIns="0" rIns="0" bIns="0" anchor="ctr">
            <a:normAutofit/>
          </a:bodyPr>
          <a:lstStyle>
            <a:defPPr algn="ctr">
              <a:defRPr sz="5250"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1403747" y="666750"/>
            <a:ext cx="22148006" cy="1047750"/>
          </a:xfrm>
          <a:prstGeom prst="rect">
            <a:avLst/>
          </a:prstGeom>
          <a:noFill/>
          <a:ln>
            <a:noFill/>
            <a:prstDash val="solid"/>
          </a:ln>
        </p:spPr>
        <p:txBody>
          <a:bodyPr wrap="square" lIns="0" tIns="0" rIns="0" bIns="0" anchor="t">
            <a:normAutofit/>
          </a:bodyPr>
          <a:lstStyle>
            <a:defPPr algn="l">
              <a:defRPr sz="4125"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1403747" y="2381250"/>
            <a:ext cx="22148006" cy="5334000"/>
          </a:xfrm>
          <a:prstGeom prst="rect">
            <a:avLst/>
          </a:prstGeom>
          <a:noFill/>
          <a:ln>
            <a:noFill/>
            <a:prstDash val="solid"/>
          </a:ln>
        </p:spPr>
        <p:txBody>
          <a:bodyPr wrap="square" lIns="0" tIns="0" rIns="0" bIns="0" anchor="t">
            <a:normAutofit/>
          </a:bodyPr>
          <a:lstStyle>
            <a:defPPr algn="l">
              <a:defRPr sz="281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1403747" y="666750"/>
            <a:ext cx="22148006" cy="1047750"/>
          </a:xfrm>
          <a:prstGeom prst="rect">
            <a:avLst/>
          </a:prstGeom>
          <a:noFill/>
          <a:ln>
            <a:noFill/>
            <a:prstDash val="solid"/>
          </a:ln>
        </p:spPr>
        <p:txBody>
          <a:bodyPr wrap="square" lIns="0" tIns="0" rIns="0" bIns="0" anchor="t">
            <a:normAutofit/>
          </a:bodyPr>
          <a:lstStyle>
            <a:defPPr algn="l">
              <a:defRPr sz="4125"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1403747" y="2381250"/>
            <a:ext cx="10294144" cy="5334000"/>
          </a:xfrm>
          <a:prstGeom prst="rect">
            <a:avLst/>
          </a:prstGeom>
          <a:noFill/>
          <a:ln>
            <a:noFill/>
            <a:prstDash val="solid"/>
          </a:ln>
        </p:spPr>
        <p:txBody>
          <a:bodyPr wrap="square" lIns="0" tIns="0" rIns="0" bIns="0" anchor="t">
            <a:normAutofit/>
          </a:bodyPr>
          <a:lstStyle>
            <a:defPPr algn="l">
              <a:defRPr sz="262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
        <p:nvSpPr>
          <p:cNvPr id="3" name="Right column"/>
          <p:cNvSpPr>
            <a:spLocks noGrp="1"/>
          </p:cNvSpPr>
          <p:nvPr>
            <p:ph type="body" idx="2"/>
          </p:nvPr>
        </p:nvSpPr>
        <p:spPr>
          <a:xfrm>
            <a:off x="13257609" y="2381250"/>
            <a:ext cx="10294144" cy="5334000"/>
          </a:xfrm>
          <a:prstGeom prst="rect">
            <a:avLst/>
          </a:prstGeom>
          <a:noFill/>
          <a:ln>
            <a:noFill/>
            <a:prstDash val="solid"/>
          </a:ln>
        </p:spPr>
        <p:txBody>
          <a:bodyPr wrap="square" lIns="0" tIns="0" rIns="0" bIns="0" anchor="t">
            <a:normAutofit/>
          </a:bodyPr>
          <a:lstStyle>
            <a:defPPr algn="l">
              <a:defRPr sz="262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1403747" y="666750"/>
            <a:ext cx="22148006" cy="1047750"/>
          </a:xfrm>
          <a:prstGeom prst="rect">
            <a:avLst/>
          </a:prstGeom>
          <a:noFill/>
          <a:ln>
            <a:noFill/>
            <a:prstDash val="solid"/>
          </a:ln>
        </p:spPr>
        <p:txBody>
          <a:bodyPr wrap="square" lIns="0" tIns="0" rIns="0" bIns="0" anchor="t">
            <a:normAutofit/>
          </a:bodyPr>
          <a:lstStyle>
            <a:defPPr algn="l">
              <a:defRPr sz="4125"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1403747" y="2381250"/>
            <a:ext cx="10294144" cy="5334000"/>
          </a:xfrm>
          <a:prstGeom prst="rect">
            <a:avLst/>
          </a:prstGeom>
          <a:noFill/>
          <a:ln>
            <a:noFill/>
            <a:prstDash val="solid"/>
          </a:ln>
        </p:spPr>
        <p:txBody>
          <a:bodyPr wrap="square" lIns="0" tIns="0" rIns="0" bIns="0" anchor="t">
            <a:normAutofit/>
          </a:bodyPr>
          <a:lstStyle>
            <a:defPPr algn="l">
              <a:defRPr sz="281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Arial" panose="020B0604020202090204"/>
          <a:ea typeface="Arial" panose="020B0604020202090204"/>
          <a:cs typeface="Arial" panose="020B0604020202090204"/>
        </a:defRPr>
      </a:lvl1pPr>
    </p:titleStyle>
    <p:bodyStyle>
      <a:lvl1pPr marL="228600" indent="-228600" algn="l">
        <a:lnSpc>
          <a:spcPct val="90000"/>
        </a:lnSpc>
        <a:spcBef>
          <a:spcPts val="1000"/>
        </a:spcBef>
        <a:buChar char="•"/>
        <a:defRPr sz="2800">
          <a:solidFill>
            <a:schemeClr val="tx1"/>
          </a:solidFill>
          <a:latin typeface="Arial" panose="020B0604020202090204"/>
          <a:ea typeface="Arial" panose="020B0604020202090204"/>
          <a:cs typeface="Arial" panose="020B0604020202090204"/>
        </a:defRPr>
      </a:lvl1pPr>
      <a:lvl2pPr marL="685800" indent="-228600" algn="l">
        <a:lnSpc>
          <a:spcPct val="90000"/>
        </a:lnSpc>
        <a:spcBef>
          <a:spcPts val="500"/>
        </a:spcBef>
        <a:buChar char="•"/>
        <a:defRPr sz="2400">
          <a:solidFill>
            <a:schemeClr val="tx1"/>
          </a:solidFill>
          <a:latin typeface="Arial" panose="020B0604020202090204"/>
          <a:ea typeface="Arial" panose="020B0604020202090204"/>
          <a:cs typeface="Arial" panose="020B0604020202090204"/>
        </a:defRPr>
      </a:lvl2pPr>
      <a:lvl3pPr marL="1143000" indent="-228600" algn="l">
        <a:lnSpc>
          <a:spcPct val="90000"/>
        </a:lnSpc>
        <a:spcBef>
          <a:spcPts val="500"/>
        </a:spcBef>
        <a:buChar char="•"/>
        <a:defRPr sz="2000">
          <a:solidFill>
            <a:schemeClr val="tx1"/>
          </a:solidFill>
          <a:latin typeface="Arial" panose="020B0604020202090204"/>
          <a:ea typeface="Arial" panose="020B0604020202090204"/>
          <a:cs typeface="Arial" panose="020B0604020202090204"/>
        </a:defRPr>
      </a:lvl3pPr>
      <a:lvl4pPr marL="16002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4pPr>
      <a:lvl5pPr marL="20574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5pPr>
      <a:lvl6pPr marL="25146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6pPr>
      <a:lvl7pPr marL="29718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7pPr>
      <a:lvl8pPr marL="34290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8pPr>
      <a:lvl9pPr marL="38862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9pPr>
    </p:bodyStyle>
    <p:otherStyle>
      <a:lvl1pPr marL="0" algn="l">
        <a:buNone/>
        <a:defRPr sz="1800">
          <a:solidFill>
            <a:schemeClr val="tx1"/>
          </a:solidFill>
          <a:latin typeface="Arial" panose="020B0604020202090204"/>
          <a:ea typeface="Arial" panose="020B0604020202090204"/>
          <a:cs typeface="Arial" panose="020B0604020202090204"/>
        </a:defRPr>
      </a:lvl1pPr>
      <a:lvl2pPr marL="457200" algn="l">
        <a:buNone/>
        <a:defRPr sz="1800">
          <a:solidFill>
            <a:schemeClr val="tx1"/>
          </a:solidFill>
          <a:latin typeface="Arial" panose="020B0604020202090204"/>
          <a:ea typeface="Arial" panose="020B0604020202090204"/>
          <a:cs typeface="Arial" panose="020B0604020202090204"/>
        </a:defRPr>
      </a:lvl2pPr>
      <a:lvl3pPr marL="914400" algn="l">
        <a:buNone/>
        <a:defRPr sz="1800">
          <a:solidFill>
            <a:schemeClr val="tx1"/>
          </a:solidFill>
          <a:latin typeface="Arial" panose="020B0604020202090204"/>
          <a:ea typeface="Arial" panose="020B0604020202090204"/>
          <a:cs typeface="Arial" panose="020B0604020202090204"/>
        </a:defRPr>
      </a:lvl3pPr>
      <a:lvl4pPr marL="1371600" algn="l">
        <a:buNone/>
        <a:defRPr sz="1800">
          <a:solidFill>
            <a:schemeClr val="tx1"/>
          </a:solidFill>
          <a:latin typeface="Arial" panose="020B0604020202090204"/>
          <a:ea typeface="Arial" panose="020B0604020202090204"/>
          <a:cs typeface="Arial" panose="020B0604020202090204"/>
        </a:defRPr>
      </a:lvl4pPr>
      <a:lvl5pPr marL="1828800" algn="l">
        <a:buNone/>
        <a:defRPr sz="1800">
          <a:solidFill>
            <a:schemeClr val="tx1"/>
          </a:solidFill>
          <a:latin typeface="Arial" panose="020B0604020202090204"/>
          <a:ea typeface="Arial" panose="020B0604020202090204"/>
          <a:cs typeface="Arial" panose="020B0604020202090204"/>
        </a:defRPr>
      </a:lvl5pPr>
      <a:lvl6pPr marL="2286000" algn="l">
        <a:buNone/>
        <a:defRPr sz="1800">
          <a:solidFill>
            <a:schemeClr val="tx1"/>
          </a:solidFill>
          <a:latin typeface="Arial" panose="020B0604020202090204"/>
          <a:ea typeface="Arial" panose="020B0604020202090204"/>
          <a:cs typeface="Arial" panose="020B0604020202090204"/>
        </a:defRPr>
      </a:lvl6pPr>
      <a:lvl7pPr marL="2743200" algn="l">
        <a:buNone/>
        <a:defRPr sz="1800">
          <a:solidFill>
            <a:schemeClr val="tx1"/>
          </a:solidFill>
          <a:latin typeface="Arial" panose="020B0604020202090204"/>
          <a:ea typeface="Arial" panose="020B0604020202090204"/>
          <a:cs typeface="Arial" panose="020B0604020202090204"/>
        </a:defRPr>
      </a:lvl7pPr>
      <a:lvl8pPr marL="3200400" algn="l">
        <a:buNone/>
        <a:defRPr sz="1800">
          <a:solidFill>
            <a:schemeClr val="tx1"/>
          </a:solidFill>
          <a:latin typeface="Arial" panose="020B0604020202090204"/>
          <a:ea typeface="Arial" panose="020B0604020202090204"/>
          <a:cs typeface="Arial" panose="020B0604020202090204"/>
        </a:defRPr>
      </a:lvl8pPr>
      <a:lvl9pPr marL="3657600" algn="l">
        <a:buNone/>
        <a:defRPr sz="1800">
          <a:solidFill>
            <a:schemeClr val="tx1"/>
          </a:solidFill>
          <a:latin typeface="Arial" panose="020B0604020202090204"/>
          <a:ea typeface="Arial" panose="020B0604020202090204"/>
          <a:cs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 name="structure"/>
          <p:cNvGrpSpPr/>
          <p:nvPr/>
        </p:nvGrpSpPr>
        <p:grpSpPr>
          <a:xfrm>
            <a:off x="0" y="0"/>
            <a:ext cx="24955500" cy="8572500"/>
            <a:chOff x="0" y="0"/>
            <a:chExt cx="24955500" cy="8572500"/>
          </a:xfrm>
        </p:grpSpPr>
        <p:sp>
          <p:nvSpPr>
            <p:cNvPr id="3" name="four:structure:substep-frame:4"/>
            <p:cNvSpPr>
              <a:spLocks noGrp="1"/>
            </p:cNvSpPr>
            <p:nvPr/>
          </p:nvSpPr>
          <p:spPr>
            <a:xfrm>
              <a:off x="266700" y="209550"/>
              <a:ext cx="2571750" cy="7534275"/>
            </a:xfrm>
            <a:prstGeom prst="roundRect">
              <a:avLst>
                <a:gd name="adj" fmla="val 4444"/>
              </a:avLst>
            </a:prstGeom>
            <a:solidFill>
              <a:srgbClr val="F7F9FA"/>
            </a:solidFill>
            <a:ln w="12383">
              <a:solidFill>
                <a:srgbClr val="A9CDDF"/>
              </a:solidFill>
              <a:prstDash val="solid"/>
            </a:ln>
          </p:spPr>
        </p:sp>
        <p:sp>
          <p:nvSpPr>
            <p:cNvPr id="4" name="four:structure:substep-frame:5"/>
            <p:cNvSpPr>
              <a:spLocks noGrp="1"/>
            </p:cNvSpPr>
            <p:nvPr/>
          </p:nvSpPr>
          <p:spPr>
            <a:xfrm>
              <a:off x="266700" y="209550"/>
              <a:ext cx="2571750" cy="581025"/>
            </a:xfrm>
            <a:prstGeom prst="roundRect">
              <a:avLst>
                <a:gd name="adj" fmla="val 19672"/>
              </a:avLst>
            </a:prstGeom>
            <a:solidFill>
              <a:srgbClr val="E7EDF0"/>
            </a:solidFill>
            <a:ln w="0">
              <a:noFill/>
              <a:prstDash val="solid"/>
            </a:ln>
          </p:spPr>
        </p:sp>
        <p:sp>
          <p:nvSpPr>
            <p:cNvPr id="5" name="four:structure:rect:6"/>
            <p:cNvSpPr>
              <a:spLocks noGrp="1"/>
            </p:cNvSpPr>
            <p:nvPr/>
          </p:nvSpPr>
          <p:spPr>
            <a:xfrm>
              <a:off x="266700" y="533400"/>
              <a:ext cx="2571750" cy="257175"/>
            </a:xfrm>
            <a:prstGeom prst="rect">
              <a:avLst/>
            </a:prstGeom>
            <a:solidFill>
              <a:srgbClr val="E7EDF0"/>
            </a:solidFill>
            <a:ln w="0">
              <a:noFill/>
              <a:prstDash val="solid"/>
            </a:ln>
          </p:spPr>
        </p:sp>
        <p:sp>
          <p:nvSpPr>
            <p:cNvPr id="6" name="four:structure:regular-node:7"/>
            <p:cNvSpPr>
              <a:spLocks noGrp="1"/>
            </p:cNvSpPr>
            <p:nvPr/>
          </p:nvSpPr>
          <p:spPr>
            <a:xfrm>
              <a:off x="352425" y="323850"/>
              <a:ext cx="342900" cy="342900"/>
            </a:xfrm>
            <a:prstGeom prst="ellipse">
              <a:avLst/>
            </a:prstGeom>
            <a:solidFill>
              <a:srgbClr val="E7EDF0"/>
            </a:solidFill>
            <a:ln w="0">
              <a:noFill/>
              <a:prstDash val="solid"/>
            </a:ln>
          </p:spPr>
        </p:sp>
        <p:sp>
          <p:nvSpPr>
            <p:cNvPr id="7" name="four:structure:textbox:8"/>
            <p:cNvSpPr>
              <a:spLocks noGrp="1"/>
            </p:cNvSpPr>
            <p:nvPr/>
          </p:nvSpPr>
          <p:spPr>
            <a:xfrm>
              <a:off x="27622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(a)</a:t>
              </a:r>
              <a:endParaRPr sz="1500" b="1">
                <a:solidFill>
                  <a:srgbClr val="263238"/>
                </a:solidFill>
                <a:latin typeface="Arial" panose="020B0604020202090204"/>
                <a:ea typeface="Arial" panose="020B0604020202090204"/>
                <a:cs typeface="Arial" panose="020B0604020202090204"/>
              </a:endParaRPr>
            </a:p>
          </p:txBody>
        </p:sp>
        <p:sp>
          <p:nvSpPr>
            <p:cNvPr id="8" name="four:structure:textbox:9"/>
            <p:cNvSpPr>
              <a:spLocks noGrp="1"/>
            </p:cNvSpPr>
            <p:nvPr/>
          </p:nvSpPr>
          <p:spPr>
            <a:xfrm>
              <a:off x="781050" y="285750"/>
              <a:ext cx="210312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Scalar fields (2D / 3D)</a:t>
              </a:r>
              <a:endParaRPr sz="1500" b="1">
                <a:solidFill>
                  <a:srgbClr val="263238"/>
                </a:solidFill>
                <a:latin typeface="Arial" panose="020B0604020202090204"/>
                <a:ea typeface="Arial" panose="020B0604020202090204"/>
                <a:cs typeface="Arial" panose="020B0604020202090204"/>
              </a:endParaRPr>
            </a:p>
          </p:txBody>
        </p:sp>
        <p:sp>
          <p:nvSpPr>
            <p:cNvPr id="9" name="four:structure:substep-frame:10"/>
            <p:cNvSpPr>
              <a:spLocks noGrp="1"/>
            </p:cNvSpPr>
            <p:nvPr/>
          </p:nvSpPr>
          <p:spPr>
            <a:xfrm>
              <a:off x="3162300" y="209550"/>
              <a:ext cx="4762500" cy="7534275"/>
            </a:xfrm>
            <a:prstGeom prst="roundRect">
              <a:avLst>
                <a:gd name="adj" fmla="val 2400"/>
              </a:avLst>
            </a:prstGeom>
            <a:solidFill>
              <a:srgbClr val="F7F9FA"/>
            </a:solidFill>
            <a:ln w="12383">
              <a:solidFill>
                <a:srgbClr val="A9CDDF"/>
              </a:solidFill>
              <a:prstDash val="solid"/>
            </a:ln>
          </p:spPr>
        </p:sp>
        <p:sp>
          <p:nvSpPr>
            <p:cNvPr id="10" name="four:structure:substep-frame:11"/>
            <p:cNvSpPr>
              <a:spLocks noGrp="1"/>
            </p:cNvSpPr>
            <p:nvPr/>
          </p:nvSpPr>
          <p:spPr>
            <a:xfrm>
              <a:off x="3162300" y="209550"/>
              <a:ext cx="4762500" cy="581025"/>
            </a:xfrm>
            <a:prstGeom prst="roundRect">
              <a:avLst>
                <a:gd name="adj" fmla="val 19672"/>
              </a:avLst>
            </a:prstGeom>
            <a:solidFill>
              <a:srgbClr val="E7EDF0"/>
            </a:solidFill>
            <a:ln w="0">
              <a:noFill/>
              <a:prstDash val="solid"/>
            </a:ln>
          </p:spPr>
        </p:sp>
        <p:sp>
          <p:nvSpPr>
            <p:cNvPr id="11" name="four:structure:rect:12"/>
            <p:cNvSpPr>
              <a:spLocks noGrp="1"/>
            </p:cNvSpPr>
            <p:nvPr/>
          </p:nvSpPr>
          <p:spPr>
            <a:xfrm>
              <a:off x="3162300" y="533400"/>
              <a:ext cx="4762500" cy="257175"/>
            </a:xfrm>
            <a:prstGeom prst="rect">
              <a:avLst/>
            </a:prstGeom>
            <a:solidFill>
              <a:srgbClr val="E7EDF0"/>
            </a:solidFill>
            <a:ln w="0">
              <a:noFill/>
              <a:prstDash val="solid"/>
            </a:ln>
          </p:spPr>
        </p:sp>
        <p:sp>
          <p:nvSpPr>
            <p:cNvPr id="12" name="four:structure:regular-node:13"/>
            <p:cNvSpPr>
              <a:spLocks noGrp="1"/>
            </p:cNvSpPr>
            <p:nvPr/>
          </p:nvSpPr>
          <p:spPr>
            <a:xfrm>
              <a:off x="3248025" y="323850"/>
              <a:ext cx="342900" cy="342900"/>
            </a:xfrm>
            <a:prstGeom prst="ellipse">
              <a:avLst/>
            </a:prstGeom>
            <a:solidFill>
              <a:srgbClr val="E7EDF0"/>
            </a:solidFill>
            <a:ln w="0">
              <a:noFill/>
              <a:prstDash val="solid"/>
            </a:ln>
          </p:spPr>
        </p:sp>
        <p:sp>
          <p:nvSpPr>
            <p:cNvPr id="13" name="four:structure:textbox:14"/>
            <p:cNvSpPr>
              <a:spLocks noGrp="1"/>
            </p:cNvSpPr>
            <p:nvPr/>
          </p:nvSpPr>
          <p:spPr>
            <a:xfrm>
              <a:off x="317182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(b)</a:t>
              </a:r>
              <a:endParaRPr sz="1500" b="1">
                <a:solidFill>
                  <a:srgbClr val="263238"/>
                </a:solidFill>
                <a:latin typeface="Arial" panose="020B0604020202090204"/>
                <a:ea typeface="Arial" panose="020B0604020202090204"/>
                <a:cs typeface="Arial" panose="020B0604020202090204"/>
              </a:endParaRPr>
            </a:p>
          </p:txBody>
        </p:sp>
        <p:sp>
          <p:nvSpPr>
            <p:cNvPr id="14" name="four:structure:textbox:15"/>
            <p:cNvSpPr>
              <a:spLocks noGrp="1"/>
            </p:cNvSpPr>
            <p:nvPr/>
          </p:nvSpPr>
          <p:spPr>
            <a:xfrm>
              <a:off x="3676650" y="285750"/>
              <a:ext cx="417195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Topology analysis</a:t>
              </a:r>
              <a:endParaRPr sz="1875" b="1">
                <a:solidFill>
                  <a:srgbClr val="263238"/>
                </a:solidFill>
                <a:latin typeface="Arial" panose="020B0604020202090204"/>
                <a:ea typeface="Arial" panose="020B0604020202090204"/>
                <a:cs typeface="Arial" panose="020B0604020202090204"/>
              </a:endParaRPr>
            </a:p>
          </p:txBody>
        </p:sp>
        <p:sp>
          <p:nvSpPr>
            <p:cNvPr id="15" name="four:structure:substep-frame:16"/>
            <p:cNvSpPr>
              <a:spLocks noGrp="1"/>
            </p:cNvSpPr>
            <p:nvPr/>
          </p:nvSpPr>
          <p:spPr>
            <a:xfrm>
              <a:off x="8248650" y="209550"/>
              <a:ext cx="6858000" cy="7534275"/>
            </a:xfrm>
            <a:prstGeom prst="roundRect">
              <a:avLst>
                <a:gd name="adj" fmla="val 1667"/>
              </a:avLst>
            </a:prstGeom>
            <a:solidFill>
              <a:srgbClr val="F7F9FA"/>
            </a:solidFill>
            <a:ln w="12383">
              <a:solidFill>
                <a:srgbClr val="A9CDDF"/>
              </a:solidFill>
              <a:prstDash val="solid"/>
            </a:ln>
          </p:spPr>
        </p:sp>
        <p:sp>
          <p:nvSpPr>
            <p:cNvPr id="16" name="four:structure:substep-frame:17"/>
            <p:cNvSpPr>
              <a:spLocks noGrp="1"/>
            </p:cNvSpPr>
            <p:nvPr/>
          </p:nvSpPr>
          <p:spPr>
            <a:xfrm>
              <a:off x="8248650" y="209550"/>
              <a:ext cx="6858000" cy="581025"/>
            </a:xfrm>
            <a:prstGeom prst="roundRect">
              <a:avLst>
                <a:gd name="adj" fmla="val 19672"/>
              </a:avLst>
            </a:prstGeom>
            <a:solidFill>
              <a:srgbClr val="E7EDF0"/>
            </a:solidFill>
            <a:ln w="0">
              <a:noFill/>
              <a:prstDash val="solid"/>
            </a:ln>
          </p:spPr>
        </p:sp>
        <p:sp>
          <p:nvSpPr>
            <p:cNvPr id="17" name="four:structure:rect:18"/>
            <p:cNvSpPr>
              <a:spLocks noGrp="1"/>
            </p:cNvSpPr>
            <p:nvPr/>
          </p:nvSpPr>
          <p:spPr>
            <a:xfrm>
              <a:off x="8248650" y="533400"/>
              <a:ext cx="6858000" cy="257175"/>
            </a:xfrm>
            <a:prstGeom prst="rect">
              <a:avLst/>
            </a:prstGeom>
            <a:solidFill>
              <a:srgbClr val="E7EDF0"/>
            </a:solidFill>
            <a:ln w="0">
              <a:noFill/>
              <a:prstDash val="solid"/>
            </a:ln>
          </p:spPr>
        </p:sp>
        <p:sp>
          <p:nvSpPr>
            <p:cNvPr id="18" name="four:structure:regular-node:19"/>
            <p:cNvSpPr>
              <a:spLocks noGrp="1"/>
            </p:cNvSpPr>
            <p:nvPr/>
          </p:nvSpPr>
          <p:spPr>
            <a:xfrm>
              <a:off x="8334375" y="323850"/>
              <a:ext cx="342900" cy="342900"/>
            </a:xfrm>
            <a:prstGeom prst="ellipse">
              <a:avLst/>
            </a:prstGeom>
            <a:solidFill>
              <a:srgbClr val="E7EDF0"/>
            </a:solidFill>
            <a:ln w="0">
              <a:noFill/>
              <a:prstDash val="solid"/>
            </a:ln>
          </p:spPr>
        </p:sp>
        <p:sp>
          <p:nvSpPr>
            <p:cNvPr id="19" name="four:structure:textbox:20"/>
            <p:cNvSpPr>
              <a:spLocks noGrp="1"/>
            </p:cNvSpPr>
            <p:nvPr/>
          </p:nvSpPr>
          <p:spPr>
            <a:xfrm>
              <a:off x="825817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(c)</a:t>
              </a:r>
              <a:endParaRPr sz="1500" b="1">
                <a:solidFill>
                  <a:srgbClr val="263238"/>
                </a:solidFill>
                <a:latin typeface="Arial" panose="020B0604020202090204"/>
                <a:ea typeface="Arial" panose="020B0604020202090204"/>
                <a:cs typeface="Arial" panose="020B0604020202090204"/>
              </a:endParaRPr>
            </a:p>
          </p:txBody>
        </p:sp>
        <p:sp>
          <p:nvSpPr>
            <p:cNvPr id="20" name="four:structure:textbox:21"/>
            <p:cNvSpPr>
              <a:spLocks noGrp="1"/>
            </p:cNvSpPr>
            <p:nvPr/>
          </p:nvSpPr>
          <p:spPr>
            <a:xfrm>
              <a:off x="8763000" y="285750"/>
              <a:ext cx="626745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Certificate and relaxation</a:t>
              </a:r>
              <a:endParaRPr sz="1875" b="1">
                <a:solidFill>
                  <a:srgbClr val="263238"/>
                </a:solidFill>
                <a:latin typeface="Arial" panose="020B0604020202090204"/>
                <a:ea typeface="Arial" panose="020B0604020202090204"/>
                <a:cs typeface="Arial" panose="020B0604020202090204"/>
              </a:endParaRPr>
            </a:p>
          </p:txBody>
        </p:sp>
        <p:sp>
          <p:nvSpPr>
            <p:cNvPr id="21" name="four:structure:substep-frame:22"/>
            <p:cNvSpPr>
              <a:spLocks noGrp="1"/>
            </p:cNvSpPr>
            <p:nvPr/>
          </p:nvSpPr>
          <p:spPr>
            <a:xfrm>
              <a:off x="15430500" y="209550"/>
              <a:ext cx="4762500" cy="7534275"/>
            </a:xfrm>
            <a:prstGeom prst="roundRect">
              <a:avLst>
                <a:gd name="adj" fmla="val 2400"/>
              </a:avLst>
            </a:prstGeom>
            <a:solidFill>
              <a:srgbClr val="F7F9FA"/>
            </a:solidFill>
            <a:ln w="12383">
              <a:solidFill>
                <a:srgbClr val="A9CDDF"/>
              </a:solidFill>
              <a:prstDash val="solid"/>
            </a:ln>
          </p:spPr>
        </p:sp>
        <p:sp>
          <p:nvSpPr>
            <p:cNvPr id="22" name="four:structure:substep-frame:23"/>
            <p:cNvSpPr>
              <a:spLocks noGrp="1"/>
            </p:cNvSpPr>
            <p:nvPr/>
          </p:nvSpPr>
          <p:spPr>
            <a:xfrm>
              <a:off x="15430500" y="209550"/>
              <a:ext cx="4762500" cy="581025"/>
            </a:xfrm>
            <a:prstGeom prst="roundRect">
              <a:avLst>
                <a:gd name="adj" fmla="val 19672"/>
              </a:avLst>
            </a:prstGeom>
            <a:solidFill>
              <a:srgbClr val="E7EDF0"/>
            </a:solidFill>
            <a:ln w="0">
              <a:noFill/>
              <a:prstDash val="solid"/>
            </a:ln>
          </p:spPr>
        </p:sp>
        <p:sp>
          <p:nvSpPr>
            <p:cNvPr id="23" name="four:structure:rect:24"/>
            <p:cNvSpPr>
              <a:spLocks noGrp="1"/>
            </p:cNvSpPr>
            <p:nvPr/>
          </p:nvSpPr>
          <p:spPr>
            <a:xfrm>
              <a:off x="15430500" y="533400"/>
              <a:ext cx="4762500" cy="257175"/>
            </a:xfrm>
            <a:prstGeom prst="rect">
              <a:avLst/>
            </a:prstGeom>
            <a:solidFill>
              <a:srgbClr val="E7EDF0"/>
            </a:solidFill>
            <a:ln w="0">
              <a:noFill/>
              <a:prstDash val="solid"/>
            </a:ln>
          </p:spPr>
        </p:sp>
        <p:sp>
          <p:nvSpPr>
            <p:cNvPr id="24" name="four:structure:regular-node:25"/>
            <p:cNvSpPr>
              <a:spLocks noGrp="1"/>
            </p:cNvSpPr>
            <p:nvPr/>
          </p:nvSpPr>
          <p:spPr>
            <a:xfrm>
              <a:off x="15516225" y="323850"/>
              <a:ext cx="342900" cy="342900"/>
            </a:xfrm>
            <a:prstGeom prst="ellipse">
              <a:avLst/>
            </a:prstGeom>
            <a:solidFill>
              <a:srgbClr val="E7EDF0"/>
            </a:solidFill>
            <a:ln w="0">
              <a:noFill/>
              <a:prstDash val="solid"/>
            </a:ln>
          </p:spPr>
        </p:sp>
        <p:sp>
          <p:nvSpPr>
            <p:cNvPr id="25" name="four:structure:textbox:26"/>
            <p:cNvSpPr>
              <a:spLocks noGrp="1"/>
            </p:cNvSpPr>
            <p:nvPr/>
          </p:nvSpPr>
          <p:spPr>
            <a:xfrm>
              <a:off x="1544002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(d)</a:t>
              </a:r>
              <a:endParaRPr sz="1500" b="1">
                <a:solidFill>
                  <a:srgbClr val="263238"/>
                </a:solidFill>
                <a:latin typeface="Arial" panose="020B0604020202090204"/>
                <a:ea typeface="Arial" panose="020B0604020202090204"/>
                <a:cs typeface="Arial" panose="020B0604020202090204"/>
              </a:endParaRPr>
            </a:p>
          </p:txBody>
        </p:sp>
        <p:sp>
          <p:nvSpPr>
            <p:cNvPr id="26" name="four:structure:textbox:27"/>
            <p:cNvSpPr>
              <a:spLocks noGrp="1"/>
            </p:cNvSpPr>
            <p:nvPr/>
          </p:nvSpPr>
          <p:spPr>
            <a:xfrm>
              <a:off x="15944850" y="285750"/>
              <a:ext cx="417195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Layout and optimal filling</a:t>
              </a:r>
              <a:endParaRPr sz="1875" b="1">
                <a:solidFill>
                  <a:srgbClr val="263238"/>
                </a:solidFill>
                <a:latin typeface="Arial" panose="020B0604020202090204"/>
                <a:ea typeface="Arial" panose="020B0604020202090204"/>
                <a:cs typeface="Arial" panose="020B0604020202090204"/>
              </a:endParaRPr>
            </a:p>
          </p:txBody>
        </p:sp>
        <p:sp>
          <p:nvSpPr>
            <p:cNvPr id="27" name="four:structure:substep-frame:28"/>
            <p:cNvSpPr>
              <a:spLocks noGrp="1"/>
            </p:cNvSpPr>
            <p:nvPr/>
          </p:nvSpPr>
          <p:spPr>
            <a:xfrm>
              <a:off x="20516850" y="209550"/>
              <a:ext cx="4171950" cy="7534275"/>
            </a:xfrm>
            <a:prstGeom prst="roundRect">
              <a:avLst>
                <a:gd name="adj" fmla="val 2740"/>
              </a:avLst>
            </a:prstGeom>
            <a:solidFill>
              <a:srgbClr val="F7F9FA"/>
            </a:solidFill>
            <a:ln w="12383">
              <a:solidFill>
                <a:srgbClr val="A9CDDF"/>
              </a:solidFill>
              <a:prstDash val="solid"/>
            </a:ln>
          </p:spPr>
        </p:sp>
        <p:sp>
          <p:nvSpPr>
            <p:cNvPr id="28" name="four:structure:substep-frame:29"/>
            <p:cNvSpPr>
              <a:spLocks noGrp="1"/>
            </p:cNvSpPr>
            <p:nvPr/>
          </p:nvSpPr>
          <p:spPr>
            <a:xfrm>
              <a:off x="20516850" y="209550"/>
              <a:ext cx="4171950" cy="581025"/>
            </a:xfrm>
            <a:prstGeom prst="roundRect">
              <a:avLst>
                <a:gd name="adj" fmla="val 19672"/>
              </a:avLst>
            </a:prstGeom>
            <a:solidFill>
              <a:srgbClr val="E7EDF0"/>
            </a:solidFill>
            <a:ln w="0">
              <a:noFill/>
              <a:prstDash val="solid"/>
            </a:ln>
          </p:spPr>
        </p:sp>
        <p:sp>
          <p:nvSpPr>
            <p:cNvPr id="29" name="four:structure:rect:30"/>
            <p:cNvSpPr>
              <a:spLocks noGrp="1"/>
            </p:cNvSpPr>
            <p:nvPr/>
          </p:nvSpPr>
          <p:spPr>
            <a:xfrm>
              <a:off x="20516850" y="533400"/>
              <a:ext cx="4171950" cy="257175"/>
            </a:xfrm>
            <a:prstGeom prst="rect">
              <a:avLst/>
            </a:prstGeom>
            <a:solidFill>
              <a:srgbClr val="E7EDF0"/>
            </a:solidFill>
            <a:ln w="0">
              <a:noFill/>
              <a:prstDash val="solid"/>
            </a:ln>
          </p:spPr>
        </p:sp>
        <p:sp>
          <p:nvSpPr>
            <p:cNvPr id="30" name="four:structure:regular-node:31"/>
            <p:cNvSpPr>
              <a:spLocks noGrp="1"/>
            </p:cNvSpPr>
            <p:nvPr/>
          </p:nvSpPr>
          <p:spPr>
            <a:xfrm>
              <a:off x="20602575" y="323850"/>
              <a:ext cx="342900" cy="342900"/>
            </a:xfrm>
            <a:prstGeom prst="ellipse">
              <a:avLst/>
            </a:prstGeom>
            <a:solidFill>
              <a:srgbClr val="E7EDF0"/>
            </a:solidFill>
            <a:ln w="0">
              <a:noFill/>
              <a:prstDash val="solid"/>
            </a:ln>
          </p:spPr>
        </p:sp>
        <p:sp>
          <p:nvSpPr>
            <p:cNvPr id="31" name="four:structure:textbox:32"/>
            <p:cNvSpPr>
              <a:spLocks noGrp="1"/>
            </p:cNvSpPr>
            <p:nvPr/>
          </p:nvSpPr>
          <p:spPr>
            <a:xfrm>
              <a:off x="2052637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(e)</a:t>
              </a:r>
              <a:endParaRPr sz="1500" b="1">
                <a:solidFill>
                  <a:srgbClr val="263238"/>
                </a:solidFill>
                <a:latin typeface="Arial" panose="020B0604020202090204"/>
                <a:ea typeface="Arial" panose="020B0604020202090204"/>
                <a:cs typeface="Arial" panose="020B0604020202090204"/>
              </a:endParaRPr>
            </a:p>
          </p:txBody>
        </p:sp>
        <p:sp>
          <p:nvSpPr>
            <p:cNvPr id="32" name="four:structure:textbox:33"/>
            <p:cNvSpPr>
              <a:spLocks noGrp="1"/>
            </p:cNvSpPr>
            <p:nvPr/>
          </p:nvSpPr>
          <p:spPr>
            <a:xfrm>
              <a:off x="21031200" y="285750"/>
              <a:ext cx="358140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Temporal output</a:t>
              </a:r>
              <a:endParaRPr sz="1875" b="1">
                <a:solidFill>
                  <a:srgbClr val="263238"/>
                </a:solidFill>
                <a:latin typeface="Arial" panose="020B0604020202090204"/>
                <a:ea typeface="Arial" panose="020B0604020202090204"/>
                <a:cs typeface="Arial" panose="020B0604020202090204"/>
              </a:endParaRPr>
            </a:p>
          </p:txBody>
        </p:sp>
        <p:sp>
          <p:nvSpPr>
            <p:cNvPr id="33" name="four:structure:chevron:34"/>
            <p:cNvSpPr>
              <a:spLocks noGrp="1"/>
            </p:cNvSpPr>
            <p:nvPr/>
          </p:nvSpPr>
          <p:spPr>
            <a:xfrm>
              <a:off x="2924175" y="381000"/>
              <a:ext cx="152400" cy="238125"/>
            </a:xfrm>
            <a:prstGeom prst="chevron">
              <a:avLst/>
            </a:prstGeom>
            <a:solidFill>
              <a:srgbClr val="A3B3BF"/>
            </a:solidFill>
            <a:ln w="0">
              <a:noFill/>
              <a:prstDash val="solid"/>
            </a:ln>
          </p:spPr>
        </p:sp>
        <p:sp>
          <p:nvSpPr>
            <p:cNvPr id="34" name="four:structure:chevron:35"/>
            <p:cNvSpPr>
              <a:spLocks noGrp="1"/>
            </p:cNvSpPr>
            <p:nvPr/>
          </p:nvSpPr>
          <p:spPr>
            <a:xfrm>
              <a:off x="8010525" y="381000"/>
              <a:ext cx="152400" cy="238125"/>
            </a:xfrm>
            <a:prstGeom prst="chevron">
              <a:avLst/>
            </a:prstGeom>
            <a:solidFill>
              <a:srgbClr val="A3B3BF"/>
            </a:solidFill>
            <a:ln w="0">
              <a:noFill/>
              <a:prstDash val="solid"/>
            </a:ln>
          </p:spPr>
        </p:sp>
        <p:sp>
          <p:nvSpPr>
            <p:cNvPr id="35" name="four:structure:chevron:36"/>
            <p:cNvSpPr>
              <a:spLocks noGrp="1"/>
            </p:cNvSpPr>
            <p:nvPr/>
          </p:nvSpPr>
          <p:spPr>
            <a:xfrm>
              <a:off x="15192375" y="381000"/>
              <a:ext cx="152400" cy="238125"/>
            </a:xfrm>
            <a:prstGeom prst="chevron">
              <a:avLst/>
            </a:prstGeom>
            <a:solidFill>
              <a:srgbClr val="A3B3BF"/>
            </a:solidFill>
            <a:ln w="0">
              <a:noFill/>
              <a:prstDash val="solid"/>
            </a:ln>
          </p:spPr>
        </p:sp>
        <p:sp>
          <p:nvSpPr>
            <p:cNvPr id="36" name="four:structure:chevron:37"/>
            <p:cNvSpPr>
              <a:spLocks noGrp="1"/>
            </p:cNvSpPr>
            <p:nvPr/>
          </p:nvSpPr>
          <p:spPr>
            <a:xfrm>
              <a:off x="20278725" y="381000"/>
              <a:ext cx="152400" cy="238125"/>
            </a:xfrm>
            <a:prstGeom prst="chevron">
              <a:avLst/>
            </a:prstGeom>
            <a:solidFill>
              <a:srgbClr val="A3B3BF"/>
            </a:solidFill>
            <a:ln w="0">
              <a:noFill/>
              <a:prstDash val="solid"/>
            </a:ln>
          </p:spPr>
        </p:sp>
      </p:grpSp>
      <p:grpSp>
        <p:nvGrpSpPr>
          <p:cNvPr id="37" name="substep-backgrounds"/>
          <p:cNvGrpSpPr/>
          <p:nvPr/>
        </p:nvGrpSpPr>
        <p:grpSpPr>
          <a:xfrm>
            <a:off x="-66675" y="0"/>
            <a:ext cx="24955500" cy="8572500"/>
            <a:chOff x="0" y="0"/>
            <a:chExt cx="24955500" cy="8572500"/>
          </a:xfrm>
        </p:grpSpPr>
        <p:sp>
          <p:nvSpPr>
            <p:cNvPr id="38" name="four:substep-backgrounds:substep-frame:38"/>
            <p:cNvSpPr>
              <a:spLocks noGrp="1"/>
            </p:cNvSpPr>
            <p:nvPr/>
          </p:nvSpPr>
          <p:spPr>
            <a:xfrm>
              <a:off x="371475" y="1266825"/>
              <a:ext cx="2362200" cy="3019425"/>
            </a:xfrm>
            <a:prstGeom prst="roundRect">
              <a:avLst>
                <a:gd name="adj" fmla="val 4839"/>
              </a:avLst>
            </a:prstGeom>
            <a:solidFill>
              <a:srgbClr val="FFFFFF"/>
            </a:solidFill>
            <a:ln w="7620">
              <a:solidFill>
                <a:srgbClr val="D2DFE8"/>
              </a:solidFill>
              <a:prstDash val="solid"/>
            </a:ln>
          </p:spPr>
        </p:sp>
        <p:sp>
          <p:nvSpPr>
            <p:cNvPr id="39" name="four:substep-backgrounds:substep-frame:39"/>
            <p:cNvSpPr>
              <a:spLocks noGrp="1"/>
            </p:cNvSpPr>
            <p:nvPr/>
          </p:nvSpPr>
          <p:spPr>
            <a:xfrm>
              <a:off x="3305175" y="4333875"/>
              <a:ext cx="4476750" cy="3333750"/>
            </a:xfrm>
            <a:prstGeom prst="roundRect">
              <a:avLst>
                <a:gd name="adj" fmla="val 3429"/>
              </a:avLst>
            </a:prstGeom>
            <a:solidFill>
              <a:srgbClr val="FFFFFF"/>
            </a:solidFill>
            <a:ln w="7620">
              <a:solidFill>
                <a:srgbClr val="D2DFE8"/>
              </a:solidFill>
              <a:prstDash val="solid"/>
            </a:ln>
          </p:spPr>
        </p:sp>
        <p:sp>
          <p:nvSpPr>
            <p:cNvPr id="40" name="four:substep-backgrounds:substep-frame:40"/>
            <p:cNvSpPr>
              <a:spLocks noGrp="1"/>
            </p:cNvSpPr>
            <p:nvPr/>
          </p:nvSpPr>
          <p:spPr>
            <a:xfrm>
              <a:off x="3324225" y="4714875"/>
              <a:ext cx="1990725" cy="2895600"/>
            </a:xfrm>
            <a:prstGeom prst="roundRect">
              <a:avLst>
                <a:gd name="adj" fmla="val 5742"/>
              </a:avLst>
            </a:prstGeom>
            <a:solidFill>
              <a:srgbClr val="F7F9FA"/>
            </a:solidFill>
            <a:ln w="7620">
              <a:noFill/>
              <a:prstDash val="solid"/>
            </a:ln>
          </p:spPr>
        </p:sp>
        <p:sp>
          <p:nvSpPr>
            <p:cNvPr id="41" name="four:substep-backgrounds:substep-frame:41"/>
            <p:cNvSpPr>
              <a:spLocks noGrp="1"/>
            </p:cNvSpPr>
            <p:nvPr/>
          </p:nvSpPr>
          <p:spPr>
            <a:xfrm>
              <a:off x="5705475" y="4714875"/>
              <a:ext cx="2076450" cy="2895600"/>
            </a:xfrm>
            <a:prstGeom prst="roundRect">
              <a:avLst>
                <a:gd name="adj" fmla="val 5505"/>
              </a:avLst>
            </a:prstGeom>
            <a:solidFill>
              <a:srgbClr val="F7F9FA"/>
            </a:solidFill>
            <a:ln w="7620">
              <a:noFill/>
              <a:prstDash val="solid"/>
            </a:ln>
          </p:spPr>
        </p:sp>
        <p:sp>
          <p:nvSpPr>
            <p:cNvPr id="42" name="four:substep-backgrounds:substep-frame:42"/>
            <p:cNvSpPr>
              <a:spLocks noGrp="1"/>
            </p:cNvSpPr>
            <p:nvPr/>
          </p:nvSpPr>
          <p:spPr>
            <a:xfrm>
              <a:off x="3305175" y="962025"/>
              <a:ext cx="4476750" cy="3314700"/>
            </a:xfrm>
            <a:prstGeom prst="roundRect">
              <a:avLst>
                <a:gd name="adj" fmla="val 3448"/>
              </a:avLst>
            </a:prstGeom>
            <a:solidFill>
              <a:srgbClr val="FFFFFF"/>
            </a:solidFill>
            <a:ln w="7620">
              <a:solidFill>
                <a:srgbClr val="D2DFE8"/>
              </a:solidFill>
              <a:prstDash val="solid"/>
            </a:ln>
          </p:spPr>
        </p:sp>
        <p:sp>
          <p:nvSpPr>
            <p:cNvPr id="43" name="four:substep-backgrounds:substep-frame:43"/>
            <p:cNvSpPr>
              <a:spLocks noGrp="1"/>
            </p:cNvSpPr>
            <p:nvPr/>
          </p:nvSpPr>
          <p:spPr>
            <a:xfrm>
              <a:off x="8401050" y="962025"/>
              <a:ext cx="6553200" cy="3143250"/>
            </a:xfrm>
            <a:prstGeom prst="roundRect">
              <a:avLst>
                <a:gd name="adj" fmla="val 3636"/>
              </a:avLst>
            </a:prstGeom>
            <a:solidFill>
              <a:srgbClr val="FFFFFF"/>
            </a:solidFill>
            <a:ln w="7620">
              <a:solidFill>
                <a:srgbClr val="D2DFE8"/>
              </a:solidFill>
              <a:prstDash val="solid"/>
            </a:ln>
          </p:spPr>
        </p:sp>
        <p:sp>
          <p:nvSpPr>
            <p:cNvPr id="44" name="four:substep-backgrounds:substep-frame:44"/>
            <p:cNvSpPr>
              <a:spLocks noGrp="1"/>
            </p:cNvSpPr>
            <p:nvPr/>
          </p:nvSpPr>
          <p:spPr>
            <a:xfrm>
              <a:off x="8534400" y="1352550"/>
              <a:ext cx="3028950" cy="2219325"/>
            </a:xfrm>
            <a:prstGeom prst="roundRect">
              <a:avLst>
                <a:gd name="adj" fmla="val 5150"/>
              </a:avLst>
            </a:prstGeom>
            <a:solidFill>
              <a:srgbClr val="F7F9FA"/>
            </a:solidFill>
            <a:ln w="7620">
              <a:noFill/>
              <a:prstDash val="solid"/>
            </a:ln>
          </p:spPr>
        </p:sp>
        <p:sp>
          <p:nvSpPr>
            <p:cNvPr id="45" name="four:substep-backgrounds:substep-frame:45"/>
            <p:cNvSpPr>
              <a:spLocks noGrp="1"/>
            </p:cNvSpPr>
            <p:nvPr/>
          </p:nvSpPr>
          <p:spPr>
            <a:xfrm>
              <a:off x="11811000" y="1352550"/>
              <a:ext cx="3009900" cy="2219325"/>
            </a:xfrm>
            <a:prstGeom prst="roundRect">
              <a:avLst>
                <a:gd name="adj" fmla="val 5150"/>
              </a:avLst>
            </a:prstGeom>
            <a:solidFill>
              <a:srgbClr val="F7F9FA"/>
            </a:solidFill>
            <a:ln w="7620">
              <a:noFill/>
              <a:prstDash val="solid"/>
            </a:ln>
          </p:spPr>
        </p:sp>
        <p:sp>
          <p:nvSpPr>
            <p:cNvPr id="46" name="four:substep-backgrounds:substep-frame:46"/>
            <p:cNvSpPr>
              <a:spLocks noGrp="1"/>
            </p:cNvSpPr>
            <p:nvPr/>
          </p:nvSpPr>
          <p:spPr>
            <a:xfrm>
              <a:off x="8401050" y="4772025"/>
              <a:ext cx="6553200" cy="2895600"/>
            </a:xfrm>
            <a:prstGeom prst="roundRect">
              <a:avLst>
                <a:gd name="adj" fmla="val 3947"/>
              </a:avLst>
            </a:prstGeom>
            <a:solidFill>
              <a:srgbClr val="FFFFFF"/>
            </a:solidFill>
            <a:ln w="7620">
              <a:solidFill>
                <a:srgbClr val="D2DFE8"/>
              </a:solidFill>
              <a:prstDash val="solid"/>
            </a:ln>
          </p:spPr>
        </p:sp>
        <p:sp>
          <p:nvSpPr>
            <p:cNvPr id="47" name="four:substep-backgrounds:substep-frame:47"/>
            <p:cNvSpPr>
              <a:spLocks noGrp="1"/>
            </p:cNvSpPr>
            <p:nvPr/>
          </p:nvSpPr>
          <p:spPr>
            <a:xfrm>
              <a:off x="15582900" y="962025"/>
              <a:ext cx="4457700" cy="3076575"/>
            </a:xfrm>
            <a:prstGeom prst="roundRect">
              <a:avLst>
                <a:gd name="adj" fmla="val 3715"/>
              </a:avLst>
            </a:prstGeom>
            <a:solidFill>
              <a:srgbClr val="FFFFFF"/>
            </a:solidFill>
            <a:ln w="7620">
              <a:solidFill>
                <a:srgbClr val="D2DFE8"/>
              </a:solidFill>
              <a:prstDash val="solid"/>
            </a:ln>
          </p:spPr>
        </p:sp>
        <p:sp>
          <p:nvSpPr>
            <p:cNvPr id="48" name="four:substep-backgrounds:substep-frame:48"/>
            <p:cNvSpPr>
              <a:spLocks noGrp="1"/>
            </p:cNvSpPr>
            <p:nvPr/>
          </p:nvSpPr>
          <p:spPr>
            <a:xfrm>
              <a:off x="15582900" y="4191000"/>
              <a:ext cx="4457700" cy="3476625"/>
            </a:xfrm>
            <a:prstGeom prst="roundRect">
              <a:avLst>
                <a:gd name="adj" fmla="val 3288"/>
              </a:avLst>
            </a:prstGeom>
            <a:solidFill>
              <a:srgbClr val="FFFFFF"/>
            </a:solidFill>
            <a:ln w="7620">
              <a:solidFill>
                <a:srgbClr val="D2DFE8"/>
              </a:solidFill>
              <a:prstDash val="solid"/>
            </a:ln>
          </p:spPr>
        </p:sp>
        <p:sp>
          <p:nvSpPr>
            <p:cNvPr id="49" name="four:substep-backgrounds:substep-frame:49"/>
            <p:cNvSpPr>
              <a:spLocks noGrp="1"/>
            </p:cNvSpPr>
            <p:nvPr/>
          </p:nvSpPr>
          <p:spPr>
            <a:xfrm>
              <a:off x="20669250" y="962025"/>
              <a:ext cx="3867150" cy="3305175"/>
            </a:xfrm>
            <a:prstGeom prst="roundRect">
              <a:avLst>
                <a:gd name="adj" fmla="val 3458"/>
              </a:avLst>
            </a:prstGeom>
            <a:solidFill>
              <a:srgbClr val="FFFFFF"/>
            </a:solidFill>
            <a:ln w="7620">
              <a:solidFill>
                <a:srgbClr val="D2DFE8"/>
              </a:solidFill>
              <a:prstDash val="solid"/>
            </a:ln>
          </p:spPr>
        </p:sp>
        <p:sp>
          <p:nvSpPr>
            <p:cNvPr id="50" name="four:substep-backgrounds:substep-frame:50"/>
            <p:cNvSpPr>
              <a:spLocks noGrp="1"/>
            </p:cNvSpPr>
            <p:nvPr/>
          </p:nvSpPr>
          <p:spPr>
            <a:xfrm>
              <a:off x="21936075" y="4419600"/>
              <a:ext cx="1428750" cy="704850"/>
            </a:xfrm>
            <a:prstGeom prst="roundRect">
              <a:avLst>
                <a:gd name="adj" fmla="val 16216"/>
              </a:avLst>
            </a:prstGeom>
            <a:solidFill>
              <a:srgbClr val="F7F9FA"/>
            </a:solidFill>
            <a:ln w="7620">
              <a:noFill/>
              <a:prstDash val="solid"/>
            </a:ln>
          </p:spPr>
        </p:sp>
        <p:sp>
          <p:nvSpPr>
            <p:cNvPr id="51" name="four:substep-backgrounds:substep-frame:51"/>
            <p:cNvSpPr>
              <a:spLocks noGrp="1"/>
            </p:cNvSpPr>
            <p:nvPr/>
          </p:nvSpPr>
          <p:spPr>
            <a:xfrm>
              <a:off x="20669250" y="5334000"/>
              <a:ext cx="3867150" cy="2333625"/>
            </a:xfrm>
            <a:prstGeom prst="roundRect">
              <a:avLst>
                <a:gd name="adj" fmla="val 4898"/>
              </a:avLst>
            </a:prstGeom>
            <a:solidFill>
              <a:srgbClr val="FFFFFF"/>
            </a:solidFill>
            <a:ln w="7620">
              <a:solidFill>
                <a:srgbClr val="D2DFE8"/>
              </a:solidFill>
              <a:prstDash val="solid"/>
            </a:ln>
          </p:spPr>
        </p:sp>
      </p:grpSp>
      <p:grpSp>
        <p:nvGrpSpPr>
          <p:cNvPr id="52" name="scalar-input"/>
          <p:cNvGrpSpPr/>
          <p:nvPr/>
        </p:nvGrpSpPr>
        <p:grpSpPr>
          <a:xfrm>
            <a:off x="0" y="0"/>
            <a:ext cx="24955500" cy="8572500"/>
            <a:chOff x="0" y="0"/>
            <a:chExt cx="24955500" cy="8572500"/>
          </a:xfrm>
        </p:grpSpPr>
        <p:sp>
          <p:nvSpPr>
            <p:cNvPr id="53" name="four:scalar-input:textbox:52"/>
            <p:cNvSpPr>
              <a:spLocks noGrp="1"/>
            </p:cNvSpPr>
            <p:nvPr/>
          </p:nvSpPr>
          <p:spPr>
            <a:xfrm>
              <a:off x="447675" y="1438275"/>
              <a:ext cx="2190750" cy="304800"/>
            </a:xfrm>
            <a:prstGeom prst="rect">
              <a:avLst/>
            </a:prstGeom>
            <a:noFill/>
            <a:ln w="0">
              <a:noFill/>
              <a:prstDash val="solid"/>
            </a:ln>
          </p:spPr>
          <p:txBody>
            <a:bodyPr wrap="none" lIns="0" tIns="0" rIns="0" bIns="0" anchor="ctr">
              <a:normAutofit fontScale="93672"/>
            </a:bodyPr>
            <a:lstStyle>
              <a:defPPr algn="l">
                <a:defRPr sz="1500" b="1">
                  <a:solidFill>
                    <a:srgbClr val="263238"/>
                  </a:solidFill>
                  <a:latin typeface="Arial" panose="020B0604020202090204"/>
                  <a:ea typeface="Arial" panose="020B0604020202090204"/>
                  <a:cs typeface="Arial" panose="020B0604020202090204"/>
                </a:defRPr>
              </a:defPPr>
            </a:lstStyle>
            <a:p>
              <a:pPr algn="l">
                <a:defRPr sz="1500" b="1">
                  <a:solidFill>
                    <a:srgbClr val="263238"/>
                  </a:solidFill>
                  <a:latin typeface="Arial" panose="020B0604020202090204"/>
                  <a:ea typeface="Arial" panose="020B0604020202090204"/>
                  <a:cs typeface="Arial" panose="020B0604020202090204"/>
                </a:defRPr>
              </a:pPr>
              <a:r>
                <a:rPr sz="1240" b="1">
                  <a:solidFill>
                    <a:srgbClr val="263238"/>
                  </a:solidFill>
                  <a:latin typeface="Arial" panose="020B0604020202090204"/>
                  <a:ea typeface="Arial" panose="020B0604020202090204"/>
                  <a:cs typeface="Arial" panose="020B0604020202090204"/>
                </a:rPr>
                <a:t>2D time-varying scalar fields</a:t>
              </a:r>
              <a:endParaRPr sz="1240" b="1">
                <a:solidFill>
                  <a:srgbClr val="263238"/>
                </a:solidFill>
                <a:latin typeface="Arial" panose="020B0604020202090204"/>
                <a:ea typeface="Arial" panose="020B0604020202090204"/>
                <a:cs typeface="Arial" panose="020B0604020202090204"/>
              </a:endParaRPr>
            </a:p>
          </p:txBody>
        </p:sp>
        <p:sp>
          <p:nvSpPr>
            <p:cNvPr id="54" name="four:scalar-input:rect:53"/>
            <p:cNvSpPr>
              <a:spLocks noGrp="1"/>
            </p:cNvSpPr>
            <p:nvPr/>
          </p:nvSpPr>
          <p:spPr>
            <a:xfrm>
              <a:off x="561975" y="1905000"/>
              <a:ext cx="2095500" cy="1885950"/>
            </a:xfrm>
            <a:prstGeom prst="rect">
              <a:avLst/>
            </a:prstGeom>
            <a:solidFill>
              <a:srgbClr val="E0E1E3"/>
            </a:solidFill>
            <a:ln w="8573">
              <a:solidFill>
                <a:srgbClr val="263238"/>
              </a:solidFill>
              <a:prstDash val="solid"/>
            </a:ln>
          </p:spPr>
        </p:sp>
        <p:sp>
          <p:nvSpPr>
            <p:cNvPr id="55" name="four:scalar-input:rect:54"/>
            <p:cNvSpPr>
              <a:spLocks noGrp="1"/>
            </p:cNvSpPr>
            <p:nvPr/>
          </p:nvSpPr>
          <p:spPr>
            <a:xfrm>
              <a:off x="495300" y="1971675"/>
              <a:ext cx="2095500" cy="1885950"/>
            </a:xfrm>
            <a:prstGeom prst="rect">
              <a:avLst/>
            </a:prstGeom>
            <a:solidFill>
              <a:srgbClr val="E0E1E3"/>
            </a:solidFill>
            <a:ln w="8573">
              <a:solidFill>
                <a:srgbClr val="263238"/>
              </a:solidFill>
              <a:prstDash val="solid"/>
            </a:ln>
          </p:spPr>
        </p:sp>
        <p:sp>
          <p:nvSpPr>
            <p:cNvPr id="56" name="four:scalar-input:rect:55"/>
            <p:cNvSpPr>
              <a:spLocks noGrp="1"/>
            </p:cNvSpPr>
            <p:nvPr/>
          </p:nvSpPr>
          <p:spPr>
            <a:xfrm>
              <a:off x="428625" y="2038350"/>
              <a:ext cx="2095500" cy="1885950"/>
            </a:xfrm>
            <a:prstGeom prst="rect">
              <a:avLst/>
            </a:prstGeom>
            <a:solidFill>
              <a:srgbClr val="E0E1E3"/>
            </a:solidFill>
            <a:ln w="8573">
              <a:solidFill>
                <a:srgbClr val="263238"/>
              </a:solidFill>
              <a:prstDash val="solid"/>
            </a:ln>
          </p:spPr>
        </p:sp>
        <p:sp>
          <p:nvSpPr>
            <p:cNvPr id="57" name="four:scalar-input:grid-cell:56"/>
            <p:cNvSpPr>
              <a:spLocks noGrp="1"/>
            </p:cNvSpPr>
            <p:nvPr/>
          </p:nvSpPr>
          <p:spPr>
            <a:xfrm>
              <a:off x="361950" y="2105025"/>
              <a:ext cx="104966" cy="104966"/>
            </a:xfrm>
            <a:prstGeom prst="rect">
              <a:avLst/>
            </a:prstGeom>
            <a:solidFill>
              <a:srgbClr val="DCE8ED"/>
            </a:solidFill>
            <a:ln w="0">
              <a:noFill/>
              <a:prstDash val="solid"/>
            </a:ln>
          </p:spPr>
        </p:sp>
        <p:sp>
          <p:nvSpPr>
            <p:cNvPr id="58" name="four:scalar-input:grid-cell:57"/>
            <p:cNvSpPr>
              <a:spLocks noGrp="1"/>
            </p:cNvSpPr>
            <p:nvPr/>
          </p:nvSpPr>
          <p:spPr>
            <a:xfrm>
              <a:off x="466725" y="2105025"/>
              <a:ext cx="104966" cy="104966"/>
            </a:xfrm>
            <a:prstGeom prst="rect">
              <a:avLst/>
            </a:prstGeom>
            <a:solidFill>
              <a:srgbClr val="DCE8ED"/>
            </a:solidFill>
            <a:ln w="0">
              <a:noFill/>
              <a:prstDash val="solid"/>
            </a:ln>
          </p:spPr>
        </p:sp>
        <p:sp>
          <p:nvSpPr>
            <p:cNvPr id="59" name="four:scalar-input:grid-cell:58"/>
            <p:cNvSpPr>
              <a:spLocks noGrp="1"/>
            </p:cNvSpPr>
            <p:nvPr/>
          </p:nvSpPr>
          <p:spPr>
            <a:xfrm>
              <a:off x="571500" y="2105025"/>
              <a:ext cx="104966" cy="104966"/>
            </a:xfrm>
            <a:prstGeom prst="rect">
              <a:avLst/>
            </a:prstGeom>
            <a:solidFill>
              <a:srgbClr val="DCE8ED"/>
            </a:solidFill>
            <a:ln w="0">
              <a:noFill/>
              <a:prstDash val="solid"/>
            </a:ln>
          </p:spPr>
        </p:sp>
        <p:sp>
          <p:nvSpPr>
            <p:cNvPr id="60" name="four:scalar-input:grid-cell:59"/>
            <p:cNvSpPr>
              <a:spLocks noGrp="1"/>
            </p:cNvSpPr>
            <p:nvPr/>
          </p:nvSpPr>
          <p:spPr>
            <a:xfrm>
              <a:off x="676275" y="2105025"/>
              <a:ext cx="104966" cy="104966"/>
            </a:xfrm>
            <a:prstGeom prst="rect">
              <a:avLst/>
            </a:prstGeom>
            <a:solidFill>
              <a:srgbClr val="DCE8ED"/>
            </a:solidFill>
            <a:ln w="0">
              <a:noFill/>
              <a:prstDash val="solid"/>
            </a:ln>
          </p:spPr>
        </p:sp>
        <p:sp>
          <p:nvSpPr>
            <p:cNvPr id="61" name="four:scalar-input:grid-cell:60"/>
            <p:cNvSpPr>
              <a:spLocks noGrp="1"/>
            </p:cNvSpPr>
            <p:nvPr/>
          </p:nvSpPr>
          <p:spPr>
            <a:xfrm>
              <a:off x="781050" y="2105025"/>
              <a:ext cx="104966" cy="104966"/>
            </a:xfrm>
            <a:prstGeom prst="rect">
              <a:avLst/>
            </a:prstGeom>
            <a:solidFill>
              <a:srgbClr val="DCE8ED"/>
            </a:solidFill>
            <a:ln w="0">
              <a:noFill/>
              <a:prstDash val="solid"/>
            </a:ln>
          </p:spPr>
        </p:sp>
        <p:sp>
          <p:nvSpPr>
            <p:cNvPr id="62" name="four:scalar-input:grid-cell:61"/>
            <p:cNvSpPr>
              <a:spLocks noGrp="1"/>
            </p:cNvSpPr>
            <p:nvPr/>
          </p:nvSpPr>
          <p:spPr>
            <a:xfrm>
              <a:off x="885825" y="2105025"/>
              <a:ext cx="104966" cy="104966"/>
            </a:xfrm>
            <a:prstGeom prst="rect">
              <a:avLst/>
            </a:prstGeom>
            <a:solidFill>
              <a:srgbClr val="DCE8ED"/>
            </a:solidFill>
            <a:ln w="0">
              <a:noFill/>
              <a:prstDash val="solid"/>
            </a:ln>
          </p:spPr>
        </p:sp>
        <p:sp>
          <p:nvSpPr>
            <p:cNvPr id="63" name="four:scalar-input:grid-cell:62"/>
            <p:cNvSpPr>
              <a:spLocks noGrp="1"/>
            </p:cNvSpPr>
            <p:nvPr/>
          </p:nvSpPr>
          <p:spPr>
            <a:xfrm>
              <a:off x="990600" y="2105025"/>
              <a:ext cx="104966" cy="104966"/>
            </a:xfrm>
            <a:prstGeom prst="rect">
              <a:avLst/>
            </a:prstGeom>
            <a:solidFill>
              <a:srgbClr val="DCE8ED"/>
            </a:solidFill>
            <a:ln w="0">
              <a:noFill/>
              <a:prstDash val="solid"/>
            </a:ln>
          </p:spPr>
        </p:sp>
        <p:sp>
          <p:nvSpPr>
            <p:cNvPr id="64" name="four:scalar-input:grid-cell:63"/>
            <p:cNvSpPr>
              <a:spLocks noGrp="1"/>
            </p:cNvSpPr>
            <p:nvPr/>
          </p:nvSpPr>
          <p:spPr>
            <a:xfrm>
              <a:off x="1095375" y="2105025"/>
              <a:ext cx="104966" cy="104966"/>
            </a:xfrm>
            <a:prstGeom prst="rect">
              <a:avLst/>
            </a:prstGeom>
            <a:solidFill>
              <a:srgbClr val="DCE8ED"/>
            </a:solidFill>
            <a:ln w="0">
              <a:noFill/>
              <a:prstDash val="solid"/>
            </a:ln>
          </p:spPr>
        </p:sp>
        <p:sp>
          <p:nvSpPr>
            <p:cNvPr id="65" name="four:scalar-input:grid-cell:64"/>
            <p:cNvSpPr>
              <a:spLocks noGrp="1"/>
            </p:cNvSpPr>
            <p:nvPr/>
          </p:nvSpPr>
          <p:spPr>
            <a:xfrm>
              <a:off x="1200150" y="2105025"/>
              <a:ext cx="104966" cy="104966"/>
            </a:xfrm>
            <a:prstGeom prst="rect">
              <a:avLst/>
            </a:prstGeom>
            <a:solidFill>
              <a:srgbClr val="D4B4CC"/>
            </a:solidFill>
            <a:ln w="0">
              <a:noFill/>
              <a:prstDash val="solid"/>
            </a:ln>
          </p:spPr>
        </p:sp>
        <p:sp>
          <p:nvSpPr>
            <p:cNvPr id="66" name="four:scalar-input:grid-cell:65"/>
            <p:cNvSpPr>
              <a:spLocks noGrp="1"/>
            </p:cNvSpPr>
            <p:nvPr/>
          </p:nvSpPr>
          <p:spPr>
            <a:xfrm>
              <a:off x="1304925" y="2105025"/>
              <a:ext cx="104966" cy="104966"/>
            </a:xfrm>
            <a:prstGeom prst="rect">
              <a:avLst/>
            </a:prstGeom>
            <a:solidFill>
              <a:srgbClr val="D4B4CC"/>
            </a:solidFill>
            <a:ln w="0">
              <a:noFill/>
              <a:prstDash val="solid"/>
            </a:ln>
          </p:spPr>
        </p:sp>
        <p:sp>
          <p:nvSpPr>
            <p:cNvPr id="67" name="four:scalar-input:grid-cell:66"/>
            <p:cNvSpPr>
              <a:spLocks noGrp="1"/>
            </p:cNvSpPr>
            <p:nvPr/>
          </p:nvSpPr>
          <p:spPr>
            <a:xfrm>
              <a:off x="1409700" y="2105025"/>
              <a:ext cx="104966" cy="104966"/>
            </a:xfrm>
            <a:prstGeom prst="rect">
              <a:avLst/>
            </a:prstGeom>
            <a:solidFill>
              <a:srgbClr val="D4B4CC"/>
            </a:solidFill>
            <a:ln w="0">
              <a:noFill/>
              <a:prstDash val="solid"/>
            </a:ln>
          </p:spPr>
        </p:sp>
        <p:sp>
          <p:nvSpPr>
            <p:cNvPr id="68" name="four:scalar-input:grid-cell:67"/>
            <p:cNvSpPr>
              <a:spLocks noGrp="1"/>
            </p:cNvSpPr>
            <p:nvPr/>
          </p:nvSpPr>
          <p:spPr>
            <a:xfrm>
              <a:off x="1514475" y="2105025"/>
              <a:ext cx="104966" cy="104966"/>
            </a:xfrm>
            <a:prstGeom prst="rect">
              <a:avLst/>
            </a:prstGeom>
            <a:solidFill>
              <a:srgbClr val="CC79A7"/>
            </a:solidFill>
            <a:ln w="0">
              <a:noFill/>
              <a:prstDash val="solid"/>
            </a:ln>
          </p:spPr>
        </p:sp>
        <p:sp>
          <p:nvSpPr>
            <p:cNvPr id="69" name="four:scalar-input:grid-cell:68"/>
            <p:cNvSpPr>
              <a:spLocks noGrp="1"/>
            </p:cNvSpPr>
            <p:nvPr/>
          </p:nvSpPr>
          <p:spPr>
            <a:xfrm>
              <a:off x="1619250" y="2105025"/>
              <a:ext cx="104966" cy="104966"/>
            </a:xfrm>
            <a:prstGeom prst="rect">
              <a:avLst/>
            </a:prstGeom>
            <a:solidFill>
              <a:srgbClr val="CC79A7"/>
            </a:solidFill>
            <a:ln w="0">
              <a:noFill/>
              <a:prstDash val="solid"/>
            </a:ln>
          </p:spPr>
        </p:sp>
        <p:sp>
          <p:nvSpPr>
            <p:cNvPr id="70" name="four:scalar-input:grid-cell:69"/>
            <p:cNvSpPr>
              <a:spLocks noGrp="1"/>
            </p:cNvSpPr>
            <p:nvPr/>
          </p:nvSpPr>
          <p:spPr>
            <a:xfrm>
              <a:off x="1724025" y="2105025"/>
              <a:ext cx="104966" cy="104966"/>
            </a:xfrm>
            <a:prstGeom prst="rect">
              <a:avLst/>
            </a:prstGeom>
            <a:solidFill>
              <a:srgbClr val="CC79A7"/>
            </a:solidFill>
            <a:ln w="0">
              <a:noFill/>
              <a:prstDash val="solid"/>
            </a:ln>
          </p:spPr>
        </p:sp>
        <p:sp>
          <p:nvSpPr>
            <p:cNvPr id="71" name="four:scalar-input:grid-cell:70"/>
            <p:cNvSpPr>
              <a:spLocks noGrp="1"/>
            </p:cNvSpPr>
            <p:nvPr/>
          </p:nvSpPr>
          <p:spPr>
            <a:xfrm>
              <a:off x="1828800" y="2105025"/>
              <a:ext cx="104966" cy="104966"/>
            </a:xfrm>
            <a:prstGeom prst="rect">
              <a:avLst/>
            </a:prstGeom>
            <a:solidFill>
              <a:srgbClr val="CC79A7"/>
            </a:solidFill>
            <a:ln w="0">
              <a:noFill/>
              <a:prstDash val="solid"/>
            </a:ln>
          </p:spPr>
        </p:sp>
        <p:sp>
          <p:nvSpPr>
            <p:cNvPr id="72" name="four:scalar-input:grid-cell:71"/>
            <p:cNvSpPr>
              <a:spLocks noGrp="1"/>
            </p:cNvSpPr>
            <p:nvPr/>
          </p:nvSpPr>
          <p:spPr>
            <a:xfrm>
              <a:off x="1933575" y="2105025"/>
              <a:ext cx="104966" cy="104966"/>
            </a:xfrm>
            <a:prstGeom prst="rect">
              <a:avLst/>
            </a:prstGeom>
            <a:solidFill>
              <a:srgbClr val="CC79A7"/>
            </a:solidFill>
            <a:ln w="0">
              <a:noFill/>
              <a:prstDash val="solid"/>
            </a:ln>
          </p:spPr>
        </p:sp>
        <p:sp>
          <p:nvSpPr>
            <p:cNvPr id="73" name="four:scalar-input:grid-cell:72"/>
            <p:cNvSpPr>
              <a:spLocks noGrp="1"/>
            </p:cNvSpPr>
            <p:nvPr/>
          </p:nvSpPr>
          <p:spPr>
            <a:xfrm>
              <a:off x="2038350" y="2105025"/>
              <a:ext cx="104966" cy="104966"/>
            </a:xfrm>
            <a:prstGeom prst="rect">
              <a:avLst/>
            </a:prstGeom>
            <a:solidFill>
              <a:srgbClr val="CC79A7"/>
            </a:solidFill>
            <a:ln w="0">
              <a:noFill/>
              <a:prstDash val="solid"/>
            </a:ln>
          </p:spPr>
        </p:sp>
        <p:sp>
          <p:nvSpPr>
            <p:cNvPr id="74" name="four:scalar-input:grid-cell:73"/>
            <p:cNvSpPr>
              <a:spLocks noGrp="1"/>
            </p:cNvSpPr>
            <p:nvPr/>
          </p:nvSpPr>
          <p:spPr>
            <a:xfrm>
              <a:off x="2143125" y="2105025"/>
              <a:ext cx="104966" cy="104966"/>
            </a:xfrm>
            <a:prstGeom prst="rect">
              <a:avLst/>
            </a:prstGeom>
            <a:solidFill>
              <a:srgbClr val="CC79A7"/>
            </a:solidFill>
            <a:ln w="0">
              <a:noFill/>
              <a:prstDash val="solid"/>
            </a:ln>
          </p:spPr>
        </p:sp>
        <p:sp>
          <p:nvSpPr>
            <p:cNvPr id="75" name="four:scalar-input:grid-cell:74"/>
            <p:cNvSpPr>
              <a:spLocks noGrp="1"/>
            </p:cNvSpPr>
            <p:nvPr/>
          </p:nvSpPr>
          <p:spPr>
            <a:xfrm>
              <a:off x="2247900" y="2105025"/>
              <a:ext cx="104966" cy="104966"/>
            </a:xfrm>
            <a:prstGeom prst="rect">
              <a:avLst/>
            </a:prstGeom>
            <a:solidFill>
              <a:srgbClr val="CC79A7"/>
            </a:solidFill>
            <a:ln w="0">
              <a:noFill/>
              <a:prstDash val="solid"/>
            </a:ln>
          </p:spPr>
        </p:sp>
        <p:sp>
          <p:nvSpPr>
            <p:cNvPr id="76" name="four:scalar-input:grid-cell:75"/>
            <p:cNvSpPr>
              <a:spLocks noGrp="1"/>
            </p:cNvSpPr>
            <p:nvPr/>
          </p:nvSpPr>
          <p:spPr>
            <a:xfrm>
              <a:off x="2352675" y="2105025"/>
              <a:ext cx="104966" cy="104966"/>
            </a:xfrm>
            <a:prstGeom prst="rect">
              <a:avLst/>
            </a:prstGeom>
            <a:solidFill>
              <a:srgbClr val="CC79A7"/>
            </a:solidFill>
            <a:ln w="0">
              <a:noFill/>
              <a:prstDash val="solid"/>
            </a:ln>
          </p:spPr>
        </p:sp>
        <p:sp>
          <p:nvSpPr>
            <p:cNvPr id="77" name="four:scalar-input:grid-cell:76"/>
            <p:cNvSpPr>
              <a:spLocks noGrp="1"/>
            </p:cNvSpPr>
            <p:nvPr/>
          </p:nvSpPr>
          <p:spPr>
            <a:xfrm>
              <a:off x="361950" y="2209800"/>
              <a:ext cx="104966" cy="104966"/>
            </a:xfrm>
            <a:prstGeom prst="rect">
              <a:avLst/>
            </a:prstGeom>
            <a:solidFill>
              <a:srgbClr val="DCE8ED"/>
            </a:solidFill>
            <a:ln w="0">
              <a:noFill/>
              <a:prstDash val="solid"/>
            </a:ln>
          </p:spPr>
        </p:sp>
        <p:sp>
          <p:nvSpPr>
            <p:cNvPr id="78" name="four:scalar-input:grid-cell:77"/>
            <p:cNvSpPr>
              <a:spLocks noGrp="1"/>
            </p:cNvSpPr>
            <p:nvPr/>
          </p:nvSpPr>
          <p:spPr>
            <a:xfrm>
              <a:off x="466725" y="2209800"/>
              <a:ext cx="104966" cy="104966"/>
            </a:xfrm>
            <a:prstGeom prst="rect">
              <a:avLst/>
            </a:prstGeom>
            <a:solidFill>
              <a:srgbClr val="DCE8ED"/>
            </a:solidFill>
            <a:ln w="0">
              <a:noFill/>
              <a:prstDash val="solid"/>
            </a:ln>
          </p:spPr>
        </p:sp>
        <p:sp>
          <p:nvSpPr>
            <p:cNvPr id="79" name="four:scalar-input:grid-cell:78"/>
            <p:cNvSpPr>
              <a:spLocks noGrp="1"/>
            </p:cNvSpPr>
            <p:nvPr/>
          </p:nvSpPr>
          <p:spPr>
            <a:xfrm>
              <a:off x="571500" y="2209800"/>
              <a:ext cx="104966" cy="104966"/>
            </a:xfrm>
            <a:prstGeom prst="rect">
              <a:avLst/>
            </a:prstGeom>
            <a:solidFill>
              <a:srgbClr val="DCE8ED"/>
            </a:solidFill>
            <a:ln w="0">
              <a:noFill/>
              <a:prstDash val="solid"/>
            </a:ln>
          </p:spPr>
        </p:sp>
        <p:sp>
          <p:nvSpPr>
            <p:cNvPr id="80" name="four:scalar-input:grid-cell:79"/>
            <p:cNvSpPr>
              <a:spLocks noGrp="1"/>
            </p:cNvSpPr>
            <p:nvPr/>
          </p:nvSpPr>
          <p:spPr>
            <a:xfrm>
              <a:off x="676275" y="2209800"/>
              <a:ext cx="104966" cy="104966"/>
            </a:xfrm>
            <a:prstGeom prst="rect">
              <a:avLst/>
            </a:prstGeom>
            <a:solidFill>
              <a:srgbClr val="D4B4CC"/>
            </a:solidFill>
            <a:ln w="0">
              <a:noFill/>
              <a:prstDash val="solid"/>
            </a:ln>
          </p:spPr>
        </p:sp>
        <p:sp>
          <p:nvSpPr>
            <p:cNvPr id="81" name="four:scalar-input:grid-cell:80"/>
            <p:cNvSpPr>
              <a:spLocks noGrp="1"/>
            </p:cNvSpPr>
            <p:nvPr/>
          </p:nvSpPr>
          <p:spPr>
            <a:xfrm>
              <a:off x="781050" y="2209800"/>
              <a:ext cx="104966" cy="104966"/>
            </a:xfrm>
            <a:prstGeom prst="rect">
              <a:avLst/>
            </a:prstGeom>
            <a:solidFill>
              <a:srgbClr val="D4B4CC"/>
            </a:solidFill>
            <a:ln w="0">
              <a:noFill/>
              <a:prstDash val="solid"/>
            </a:ln>
          </p:spPr>
        </p:sp>
        <p:sp>
          <p:nvSpPr>
            <p:cNvPr id="82" name="four:scalar-input:grid-cell:81"/>
            <p:cNvSpPr>
              <a:spLocks noGrp="1"/>
            </p:cNvSpPr>
            <p:nvPr/>
          </p:nvSpPr>
          <p:spPr>
            <a:xfrm>
              <a:off x="885825" y="2209800"/>
              <a:ext cx="104966" cy="104966"/>
            </a:xfrm>
            <a:prstGeom prst="rect">
              <a:avLst/>
            </a:prstGeom>
            <a:solidFill>
              <a:srgbClr val="D4B4CC"/>
            </a:solidFill>
            <a:ln w="0">
              <a:noFill/>
              <a:prstDash val="solid"/>
            </a:ln>
          </p:spPr>
        </p:sp>
        <p:sp>
          <p:nvSpPr>
            <p:cNvPr id="83" name="four:scalar-input:grid-cell:82"/>
            <p:cNvSpPr>
              <a:spLocks noGrp="1"/>
            </p:cNvSpPr>
            <p:nvPr/>
          </p:nvSpPr>
          <p:spPr>
            <a:xfrm>
              <a:off x="990600" y="2209800"/>
              <a:ext cx="104966" cy="104966"/>
            </a:xfrm>
            <a:prstGeom prst="rect">
              <a:avLst/>
            </a:prstGeom>
            <a:solidFill>
              <a:srgbClr val="D4B4CC"/>
            </a:solidFill>
            <a:ln w="0">
              <a:noFill/>
              <a:prstDash val="solid"/>
            </a:ln>
          </p:spPr>
        </p:sp>
        <p:sp>
          <p:nvSpPr>
            <p:cNvPr id="84" name="four:scalar-input:grid-cell:83"/>
            <p:cNvSpPr>
              <a:spLocks noGrp="1"/>
            </p:cNvSpPr>
            <p:nvPr/>
          </p:nvSpPr>
          <p:spPr>
            <a:xfrm>
              <a:off x="1095375" y="2209800"/>
              <a:ext cx="104966" cy="104966"/>
            </a:xfrm>
            <a:prstGeom prst="rect">
              <a:avLst/>
            </a:prstGeom>
            <a:solidFill>
              <a:srgbClr val="D4B4CC"/>
            </a:solidFill>
            <a:ln w="0">
              <a:noFill/>
              <a:prstDash val="solid"/>
            </a:ln>
          </p:spPr>
        </p:sp>
        <p:sp>
          <p:nvSpPr>
            <p:cNvPr id="85" name="four:scalar-input:grid-cell:84"/>
            <p:cNvSpPr>
              <a:spLocks noGrp="1"/>
            </p:cNvSpPr>
            <p:nvPr/>
          </p:nvSpPr>
          <p:spPr>
            <a:xfrm>
              <a:off x="1200150" y="2209800"/>
              <a:ext cx="104966" cy="104966"/>
            </a:xfrm>
            <a:prstGeom prst="rect">
              <a:avLst/>
            </a:prstGeom>
            <a:solidFill>
              <a:srgbClr val="D4B4CC"/>
            </a:solidFill>
            <a:ln w="0">
              <a:noFill/>
              <a:prstDash val="solid"/>
            </a:ln>
          </p:spPr>
        </p:sp>
        <p:sp>
          <p:nvSpPr>
            <p:cNvPr id="86" name="four:scalar-input:grid-cell:85"/>
            <p:cNvSpPr>
              <a:spLocks noGrp="1"/>
            </p:cNvSpPr>
            <p:nvPr/>
          </p:nvSpPr>
          <p:spPr>
            <a:xfrm>
              <a:off x="1304925" y="2209800"/>
              <a:ext cx="104966" cy="104966"/>
            </a:xfrm>
            <a:prstGeom prst="rect">
              <a:avLst/>
            </a:prstGeom>
            <a:solidFill>
              <a:srgbClr val="D4B4CC"/>
            </a:solidFill>
            <a:ln w="0">
              <a:noFill/>
              <a:prstDash val="solid"/>
            </a:ln>
          </p:spPr>
        </p:sp>
        <p:sp>
          <p:nvSpPr>
            <p:cNvPr id="87" name="four:scalar-input:grid-cell:86"/>
            <p:cNvSpPr>
              <a:spLocks noGrp="1"/>
            </p:cNvSpPr>
            <p:nvPr/>
          </p:nvSpPr>
          <p:spPr>
            <a:xfrm>
              <a:off x="1409700" y="2209800"/>
              <a:ext cx="104966" cy="104966"/>
            </a:xfrm>
            <a:prstGeom prst="rect">
              <a:avLst/>
            </a:prstGeom>
            <a:solidFill>
              <a:srgbClr val="CC79A7"/>
            </a:solidFill>
            <a:ln w="0">
              <a:noFill/>
              <a:prstDash val="solid"/>
            </a:ln>
          </p:spPr>
        </p:sp>
        <p:sp>
          <p:nvSpPr>
            <p:cNvPr id="88" name="four:scalar-input:grid-cell:87"/>
            <p:cNvSpPr>
              <a:spLocks noGrp="1"/>
            </p:cNvSpPr>
            <p:nvPr/>
          </p:nvSpPr>
          <p:spPr>
            <a:xfrm>
              <a:off x="1514475" y="2209800"/>
              <a:ext cx="104966" cy="104966"/>
            </a:xfrm>
            <a:prstGeom prst="rect">
              <a:avLst/>
            </a:prstGeom>
            <a:solidFill>
              <a:srgbClr val="CC79A7"/>
            </a:solidFill>
            <a:ln w="0">
              <a:noFill/>
              <a:prstDash val="solid"/>
            </a:ln>
          </p:spPr>
        </p:sp>
        <p:sp>
          <p:nvSpPr>
            <p:cNvPr id="89" name="four:scalar-input:grid-cell:88"/>
            <p:cNvSpPr>
              <a:spLocks noGrp="1"/>
            </p:cNvSpPr>
            <p:nvPr/>
          </p:nvSpPr>
          <p:spPr>
            <a:xfrm>
              <a:off x="1619250" y="2209800"/>
              <a:ext cx="104966" cy="104966"/>
            </a:xfrm>
            <a:prstGeom prst="rect">
              <a:avLst/>
            </a:prstGeom>
            <a:solidFill>
              <a:srgbClr val="CC79A7"/>
            </a:solidFill>
            <a:ln w="0">
              <a:noFill/>
              <a:prstDash val="solid"/>
            </a:ln>
          </p:spPr>
        </p:sp>
        <p:sp>
          <p:nvSpPr>
            <p:cNvPr id="90" name="four:scalar-input:grid-cell:89"/>
            <p:cNvSpPr>
              <a:spLocks noGrp="1"/>
            </p:cNvSpPr>
            <p:nvPr/>
          </p:nvSpPr>
          <p:spPr>
            <a:xfrm>
              <a:off x="1724025" y="2209800"/>
              <a:ext cx="104966" cy="104966"/>
            </a:xfrm>
            <a:prstGeom prst="rect">
              <a:avLst/>
            </a:prstGeom>
            <a:solidFill>
              <a:srgbClr val="CC79A7"/>
            </a:solidFill>
            <a:ln w="0">
              <a:noFill/>
              <a:prstDash val="solid"/>
            </a:ln>
          </p:spPr>
        </p:sp>
        <p:sp>
          <p:nvSpPr>
            <p:cNvPr id="91" name="four:scalar-input:grid-cell:90"/>
            <p:cNvSpPr>
              <a:spLocks noGrp="1"/>
            </p:cNvSpPr>
            <p:nvPr/>
          </p:nvSpPr>
          <p:spPr>
            <a:xfrm>
              <a:off x="1828800" y="2209800"/>
              <a:ext cx="104966" cy="104966"/>
            </a:xfrm>
            <a:prstGeom prst="rect">
              <a:avLst/>
            </a:prstGeom>
            <a:solidFill>
              <a:srgbClr val="CC79A7"/>
            </a:solidFill>
            <a:ln w="0">
              <a:noFill/>
              <a:prstDash val="solid"/>
            </a:ln>
          </p:spPr>
        </p:sp>
        <p:sp>
          <p:nvSpPr>
            <p:cNvPr id="92" name="four:scalar-input:grid-cell:91"/>
            <p:cNvSpPr>
              <a:spLocks noGrp="1"/>
            </p:cNvSpPr>
            <p:nvPr/>
          </p:nvSpPr>
          <p:spPr>
            <a:xfrm>
              <a:off x="1933575" y="2209800"/>
              <a:ext cx="104966" cy="104966"/>
            </a:xfrm>
            <a:prstGeom prst="rect">
              <a:avLst/>
            </a:prstGeom>
            <a:solidFill>
              <a:srgbClr val="CC79A7"/>
            </a:solidFill>
            <a:ln w="0">
              <a:noFill/>
              <a:prstDash val="solid"/>
            </a:ln>
          </p:spPr>
        </p:sp>
        <p:sp>
          <p:nvSpPr>
            <p:cNvPr id="93" name="four:scalar-input:grid-cell:92"/>
            <p:cNvSpPr>
              <a:spLocks noGrp="1"/>
            </p:cNvSpPr>
            <p:nvPr/>
          </p:nvSpPr>
          <p:spPr>
            <a:xfrm>
              <a:off x="2038350" y="2209800"/>
              <a:ext cx="104966" cy="104966"/>
            </a:xfrm>
            <a:prstGeom prst="rect">
              <a:avLst/>
            </a:prstGeom>
            <a:solidFill>
              <a:srgbClr val="CC79A7"/>
            </a:solidFill>
            <a:ln w="0">
              <a:noFill/>
              <a:prstDash val="solid"/>
            </a:ln>
          </p:spPr>
        </p:sp>
        <p:sp>
          <p:nvSpPr>
            <p:cNvPr id="94" name="four:scalar-input:grid-cell:93"/>
            <p:cNvSpPr>
              <a:spLocks noGrp="1"/>
            </p:cNvSpPr>
            <p:nvPr/>
          </p:nvSpPr>
          <p:spPr>
            <a:xfrm>
              <a:off x="2143125" y="2209800"/>
              <a:ext cx="104966" cy="104966"/>
            </a:xfrm>
            <a:prstGeom prst="rect">
              <a:avLst/>
            </a:prstGeom>
            <a:solidFill>
              <a:srgbClr val="CC79A7"/>
            </a:solidFill>
            <a:ln w="0">
              <a:noFill/>
              <a:prstDash val="solid"/>
            </a:ln>
          </p:spPr>
        </p:sp>
        <p:sp>
          <p:nvSpPr>
            <p:cNvPr id="95" name="four:scalar-input:grid-cell:94"/>
            <p:cNvSpPr>
              <a:spLocks noGrp="1"/>
            </p:cNvSpPr>
            <p:nvPr/>
          </p:nvSpPr>
          <p:spPr>
            <a:xfrm>
              <a:off x="2247900" y="2209800"/>
              <a:ext cx="104966" cy="104966"/>
            </a:xfrm>
            <a:prstGeom prst="rect">
              <a:avLst/>
            </a:prstGeom>
            <a:solidFill>
              <a:srgbClr val="CC79A7"/>
            </a:solidFill>
            <a:ln w="0">
              <a:noFill/>
              <a:prstDash val="solid"/>
            </a:ln>
          </p:spPr>
        </p:sp>
        <p:sp>
          <p:nvSpPr>
            <p:cNvPr id="96" name="four:scalar-input:grid-cell:95"/>
            <p:cNvSpPr>
              <a:spLocks noGrp="1"/>
            </p:cNvSpPr>
            <p:nvPr/>
          </p:nvSpPr>
          <p:spPr>
            <a:xfrm>
              <a:off x="2352675" y="2209800"/>
              <a:ext cx="104966" cy="104966"/>
            </a:xfrm>
            <a:prstGeom prst="rect">
              <a:avLst/>
            </a:prstGeom>
            <a:solidFill>
              <a:srgbClr val="CC79A7"/>
            </a:solidFill>
            <a:ln w="0">
              <a:noFill/>
              <a:prstDash val="solid"/>
            </a:ln>
          </p:spPr>
        </p:sp>
        <p:sp>
          <p:nvSpPr>
            <p:cNvPr id="97" name="four:scalar-input:grid-cell:96"/>
            <p:cNvSpPr>
              <a:spLocks noGrp="1"/>
            </p:cNvSpPr>
            <p:nvPr/>
          </p:nvSpPr>
          <p:spPr>
            <a:xfrm>
              <a:off x="361950" y="2314575"/>
              <a:ext cx="104966" cy="104966"/>
            </a:xfrm>
            <a:prstGeom prst="rect">
              <a:avLst/>
            </a:prstGeom>
            <a:solidFill>
              <a:srgbClr val="D4B4CC"/>
            </a:solidFill>
            <a:ln w="0">
              <a:noFill/>
              <a:prstDash val="solid"/>
            </a:ln>
          </p:spPr>
        </p:sp>
        <p:sp>
          <p:nvSpPr>
            <p:cNvPr id="98" name="four:scalar-input:grid-cell:97"/>
            <p:cNvSpPr>
              <a:spLocks noGrp="1"/>
            </p:cNvSpPr>
            <p:nvPr/>
          </p:nvSpPr>
          <p:spPr>
            <a:xfrm>
              <a:off x="466725" y="2314575"/>
              <a:ext cx="104966" cy="104966"/>
            </a:xfrm>
            <a:prstGeom prst="rect">
              <a:avLst/>
            </a:prstGeom>
            <a:solidFill>
              <a:srgbClr val="D4B4CC"/>
            </a:solidFill>
            <a:ln w="0">
              <a:noFill/>
              <a:prstDash val="solid"/>
            </a:ln>
          </p:spPr>
        </p:sp>
        <p:sp>
          <p:nvSpPr>
            <p:cNvPr id="99" name="four:scalar-input:grid-cell:98"/>
            <p:cNvSpPr>
              <a:spLocks noGrp="1"/>
            </p:cNvSpPr>
            <p:nvPr/>
          </p:nvSpPr>
          <p:spPr>
            <a:xfrm>
              <a:off x="571500" y="2314575"/>
              <a:ext cx="104966" cy="104966"/>
            </a:xfrm>
            <a:prstGeom prst="rect">
              <a:avLst/>
            </a:prstGeom>
            <a:solidFill>
              <a:srgbClr val="D4B4CC"/>
            </a:solidFill>
            <a:ln w="0">
              <a:noFill/>
              <a:prstDash val="solid"/>
            </a:ln>
          </p:spPr>
        </p:sp>
        <p:sp>
          <p:nvSpPr>
            <p:cNvPr id="100" name="four:scalar-input:grid-cell:99"/>
            <p:cNvSpPr>
              <a:spLocks noGrp="1"/>
            </p:cNvSpPr>
            <p:nvPr/>
          </p:nvSpPr>
          <p:spPr>
            <a:xfrm>
              <a:off x="676275" y="2314575"/>
              <a:ext cx="104966" cy="104966"/>
            </a:xfrm>
            <a:prstGeom prst="rect">
              <a:avLst/>
            </a:prstGeom>
            <a:solidFill>
              <a:srgbClr val="D4B4CC"/>
            </a:solidFill>
            <a:ln w="0">
              <a:noFill/>
              <a:prstDash val="solid"/>
            </a:ln>
          </p:spPr>
        </p:sp>
        <p:sp>
          <p:nvSpPr>
            <p:cNvPr id="101" name="four:scalar-input:grid-cell:100"/>
            <p:cNvSpPr>
              <a:spLocks noGrp="1"/>
            </p:cNvSpPr>
            <p:nvPr/>
          </p:nvSpPr>
          <p:spPr>
            <a:xfrm>
              <a:off x="781050" y="2314575"/>
              <a:ext cx="104966" cy="104966"/>
            </a:xfrm>
            <a:prstGeom prst="rect">
              <a:avLst/>
            </a:prstGeom>
            <a:solidFill>
              <a:srgbClr val="D4B4CC"/>
            </a:solidFill>
            <a:ln w="0">
              <a:noFill/>
              <a:prstDash val="solid"/>
            </a:ln>
          </p:spPr>
        </p:sp>
        <p:sp>
          <p:nvSpPr>
            <p:cNvPr id="102" name="four:scalar-input:grid-cell:101"/>
            <p:cNvSpPr>
              <a:spLocks noGrp="1"/>
            </p:cNvSpPr>
            <p:nvPr/>
          </p:nvSpPr>
          <p:spPr>
            <a:xfrm>
              <a:off x="885825" y="2314575"/>
              <a:ext cx="104966" cy="104966"/>
            </a:xfrm>
            <a:prstGeom prst="rect">
              <a:avLst/>
            </a:prstGeom>
            <a:solidFill>
              <a:srgbClr val="D4B4CC"/>
            </a:solidFill>
            <a:ln w="0">
              <a:noFill/>
              <a:prstDash val="solid"/>
            </a:ln>
          </p:spPr>
        </p:sp>
        <p:sp>
          <p:nvSpPr>
            <p:cNvPr id="103" name="four:scalar-input:grid-cell:102"/>
            <p:cNvSpPr>
              <a:spLocks noGrp="1"/>
            </p:cNvSpPr>
            <p:nvPr/>
          </p:nvSpPr>
          <p:spPr>
            <a:xfrm>
              <a:off x="990600" y="2314575"/>
              <a:ext cx="104966" cy="104966"/>
            </a:xfrm>
            <a:prstGeom prst="rect">
              <a:avLst/>
            </a:prstGeom>
            <a:solidFill>
              <a:srgbClr val="D4B4CC"/>
            </a:solidFill>
            <a:ln w="0">
              <a:noFill/>
              <a:prstDash val="solid"/>
            </a:ln>
          </p:spPr>
        </p:sp>
        <p:sp>
          <p:nvSpPr>
            <p:cNvPr id="104" name="four:scalar-input:grid-cell:103"/>
            <p:cNvSpPr>
              <a:spLocks noGrp="1"/>
            </p:cNvSpPr>
            <p:nvPr/>
          </p:nvSpPr>
          <p:spPr>
            <a:xfrm>
              <a:off x="1095375" y="2314575"/>
              <a:ext cx="104966" cy="104966"/>
            </a:xfrm>
            <a:prstGeom prst="rect">
              <a:avLst/>
            </a:prstGeom>
            <a:solidFill>
              <a:srgbClr val="D4B4CC"/>
            </a:solidFill>
            <a:ln w="0">
              <a:noFill/>
              <a:prstDash val="solid"/>
            </a:ln>
          </p:spPr>
        </p:sp>
        <p:sp>
          <p:nvSpPr>
            <p:cNvPr id="105" name="four:scalar-input:grid-cell:104"/>
            <p:cNvSpPr>
              <a:spLocks noGrp="1"/>
            </p:cNvSpPr>
            <p:nvPr/>
          </p:nvSpPr>
          <p:spPr>
            <a:xfrm>
              <a:off x="1200150" y="2314575"/>
              <a:ext cx="104966" cy="104966"/>
            </a:xfrm>
            <a:prstGeom prst="rect">
              <a:avLst/>
            </a:prstGeom>
            <a:solidFill>
              <a:srgbClr val="D4B4CC"/>
            </a:solidFill>
            <a:ln w="0">
              <a:noFill/>
              <a:prstDash val="solid"/>
            </a:ln>
          </p:spPr>
        </p:sp>
        <p:sp>
          <p:nvSpPr>
            <p:cNvPr id="106" name="four:scalar-input:grid-cell:105"/>
            <p:cNvSpPr>
              <a:spLocks noGrp="1"/>
            </p:cNvSpPr>
            <p:nvPr/>
          </p:nvSpPr>
          <p:spPr>
            <a:xfrm>
              <a:off x="1304925" y="2314575"/>
              <a:ext cx="104966" cy="104966"/>
            </a:xfrm>
            <a:prstGeom prst="rect">
              <a:avLst/>
            </a:prstGeom>
            <a:solidFill>
              <a:srgbClr val="CC79A7"/>
            </a:solidFill>
            <a:ln w="0">
              <a:noFill/>
              <a:prstDash val="solid"/>
            </a:ln>
          </p:spPr>
        </p:sp>
        <p:sp>
          <p:nvSpPr>
            <p:cNvPr id="107" name="four:scalar-input:grid-cell:106"/>
            <p:cNvSpPr>
              <a:spLocks noGrp="1"/>
            </p:cNvSpPr>
            <p:nvPr/>
          </p:nvSpPr>
          <p:spPr>
            <a:xfrm>
              <a:off x="1409700" y="2314575"/>
              <a:ext cx="104966" cy="104966"/>
            </a:xfrm>
            <a:prstGeom prst="rect">
              <a:avLst/>
            </a:prstGeom>
            <a:solidFill>
              <a:srgbClr val="CC79A7"/>
            </a:solidFill>
            <a:ln w="0">
              <a:noFill/>
              <a:prstDash val="solid"/>
            </a:ln>
          </p:spPr>
        </p:sp>
        <p:sp>
          <p:nvSpPr>
            <p:cNvPr id="108" name="four:scalar-input:grid-cell:107"/>
            <p:cNvSpPr>
              <a:spLocks noGrp="1"/>
            </p:cNvSpPr>
            <p:nvPr/>
          </p:nvSpPr>
          <p:spPr>
            <a:xfrm>
              <a:off x="1514475" y="2314575"/>
              <a:ext cx="104966" cy="104966"/>
            </a:xfrm>
            <a:prstGeom prst="rect">
              <a:avLst/>
            </a:prstGeom>
            <a:solidFill>
              <a:srgbClr val="CC79A7"/>
            </a:solidFill>
            <a:ln w="0">
              <a:noFill/>
              <a:prstDash val="solid"/>
            </a:ln>
          </p:spPr>
        </p:sp>
        <p:sp>
          <p:nvSpPr>
            <p:cNvPr id="109" name="four:scalar-input:grid-cell:108"/>
            <p:cNvSpPr>
              <a:spLocks noGrp="1"/>
            </p:cNvSpPr>
            <p:nvPr/>
          </p:nvSpPr>
          <p:spPr>
            <a:xfrm>
              <a:off x="1619250" y="2314575"/>
              <a:ext cx="104966" cy="104966"/>
            </a:xfrm>
            <a:prstGeom prst="rect">
              <a:avLst/>
            </a:prstGeom>
            <a:solidFill>
              <a:srgbClr val="CC79A7"/>
            </a:solidFill>
            <a:ln w="0">
              <a:noFill/>
              <a:prstDash val="solid"/>
            </a:ln>
          </p:spPr>
        </p:sp>
        <p:sp>
          <p:nvSpPr>
            <p:cNvPr id="110" name="four:scalar-input:grid-cell:109"/>
            <p:cNvSpPr>
              <a:spLocks noGrp="1"/>
            </p:cNvSpPr>
            <p:nvPr/>
          </p:nvSpPr>
          <p:spPr>
            <a:xfrm>
              <a:off x="1724025" y="2314575"/>
              <a:ext cx="104966" cy="104966"/>
            </a:xfrm>
            <a:prstGeom prst="rect">
              <a:avLst/>
            </a:prstGeom>
            <a:solidFill>
              <a:srgbClr val="CC79A7"/>
            </a:solidFill>
            <a:ln w="0">
              <a:noFill/>
              <a:prstDash val="solid"/>
            </a:ln>
          </p:spPr>
        </p:sp>
        <p:sp>
          <p:nvSpPr>
            <p:cNvPr id="111" name="four:scalar-input:grid-cell:110"/>
            <p:cNvSpPr>
              <a:spLocks noGrp="1"/>
            </p:cNvSpPr>
            <p:nvPr/>
          </p:nvSpPr>
          <p:spPr>
            <a:xfrm>
              <a:off x="1828800" y="2314575"/>
              <a:ext cx="104966" cy="104966"/>
            </a:xfrm>
            <a:prstGeom prst="rect">
              <a:avLst/>
            </a:prstGeom>
            <a:solidFill>
              <a:srgbClr val="CC79A7"/>
            </a:solidFill>
            <a:ln w="0">
              <a:noFill/>
              <a:prstDash val="solid"/>
            </a:ln>
          </p:spPr>
        </p:sp>
        <p:sp>
          <p:nvSpPr>
            <p:cNvPr id="112" name="four:scalar-input:grid-cell:111"/>
            <p:cNvSpPr>
              <a:spLocks noGrp="1"/>
            </p:cNvSpPr>
            <p:nvPr/>
          </p:nvSpPr>
          <p:spPr>
            <a:xfrm>
              <a:off x="1933575" y="2314575"/>
              <a:ext cx="104966" cy="104966"/>
            </a:xfrm>
            <a:prstGeom prst="rect">
              <a:avLst/>
            </a:prstGeom>
            <a:solidFill>
              <a:srgbClr val="CC79A7"/>
            </a:solidFill>
            <a:ln w="0">
              <a:noFill/>
              <a:prstDash val="solid"/>
            </a:ln>
          </p:spPr>
        </p:sp>
        <p:sp>
          <p:nvSpPr>
            <p:cNvPr id="113" name="four:scalar-input:grid-cell:112"/>
            <p:cNvSpPr>
              <a:spLocks noGrp="1"/>
            </p:cNvSpPr>
            <p:nvPr/>
          </p:nvSpPr>
          <p:spPr>
            <a:xfrm>
              <a:off x="2038350" y="2314575"/>
              <a:ext cx="104966" cy="104966"/>
            </a:xfrm>
            <a:prstGeom prst="rect">
              <a:avLst/>
            </a:prstGeom>
            <a:solidFill>
              <a:srgbClr val="CC79A7"/>
            </a:solidFill>
            <a:ln w="0">
              <a:noFill/>
              <a:prstDash val="solid"/>
            </a:ln>
          </p:spPr>
        </p:sp>
        <p:sp>
          <p:nvSpPr>
            <p:cNvPr id="114" name="four:scalar-input:grid-cell:113"/>
            <p:cNvSpPr>
              <a:spLocks noGrp="1"/>
            </p:cNvSpPr>
            <p:nvPr/>
          </p:nvSpPr>
          <p:spPr>
            <a:xfrm>
              <a:off x="2143125" y="2314575"/>
              <a:ext cx="104966" cy="104966"/>
            </a:xfrm>
            <a:prstGeom prst="rect">
              <a:avLst/>
            </a:prstGeom>
            <a:solidFill>
              <a:srgbClr val="CC79A7"/>
            </a:solidFill>
            <a:ln w="0">
              <a:noFill/>
              <a:prstDash val="solid"/>
            </a:ln>
          </p:spPr>
        </p:sp>
        <p:sp>
          <p:nvSpPr>
            <p:cNvPr id="115" name="four:scalar-input:grid-cell:114"/>
            <p:cNvSpPr>
              <a:spLocks noGrp="1"/>
            </p:cNvSpPr>
            <p:nvPr/>
          </p:nvSpPr>
          <p:spPr>
            <a:xfrm>
              <a:off x="2247900" y="2314575"/>
              <a:ext cx="104966" cy="104966"/>
            </a:xfrm>
            <a:prstGeom prst="rect">
              <a:avLst/>
            </a:prstGeom>
            <a:solidFill>
              <a:srgbClr val="CC79A7"/>
            </a:solidFill>
            <a:ln w="0">
              <a:noFill/>
              <a:prstDash val="solid"/>
            </a:ln>
          </p:spPr>
        </p:sp>
        <p:sp>
          <p:nvSpPr>
            <p:cNvPr id="116" name="four:scalar-input:grid-cell:115"/>
            <p:cNvSpPr>
              <a:spLocks noGrp="1"/>
            </p:cNvSpPr>
            <p:nvPr/>
          </p:nvSpPr>
          <p:spPr>
            <a:xfrm>
              <a:off x="2352675" y="2314575"/>
              <a:ext cx="104966" cy="104966"/>
            </a:xfrm>
            <a:prstGeom prst="rect">
              <a:avLst/>
            </a:prstGeom>
            <a:solidFill>
              <a:srgbClr val="CC79A7"/>
            </a:solidFill>
            <a:ln w="0">
              <a:noFill/>
              <a:prstDash val="solid"/>
            </a:ln>
          </p:spPr>
        </p:sp>
        <p:sp>
          <p:nvSpPr>
            <p:cNvPr id="117" name="four:scalar-input:grid-cell:116"/>
            <p:cNvSpPr>
              <a:spLocks noGrp="1"/>
            </p:cNvSpPr>
            <p:nvPr/>
          </p:nvSpPr>
          <p:spPr>
            <a:xfrm>
              <a:off x="361950" y="2419350"/>
              <a:ext cx="104966" cy="104966"/>
            </a:xfrm>
            <a:prstGeom prst="rect">
              <a:avLst/>
            </a:prstGeom>
            <a:solidFill>
              <a:srgbClr val="D4B4CC"/>
            </a:solidFill>
            <a:ln w="0">
              <a:noFill/>
              <a:prstDash val="solid"/>
            </a:ln>
          </p:spPr>
        </p:sp>
        <p:sp>
          <p:nvSpPr>
            <p:cNvPr id="118" name="four:scalar-input:grid-cell:117"/>
            <p:cNvSpPr>
              <a:spLocks noGrp="1"/>
            </p:cNvSpPr>
            <p:nvPr/>
          </p:nvSpPr>
          <p:spPr>
            <a:xfrm>
              <a:off x="466725" y="2419350"/>
              <a:ext cx="104966" cy="104966"/>
            </a:xfrm>
            <a:prstGeom prst="rect">
              <a:avLst/>
            </a:prstGeom>
            <a:solidFill>
              <a:srgbClr val="D4B4CC"/>
            </a:solidFill>
            <a:ln w="0">
              <a:noFill/>
              <a:prstDash val="solid"/>
            </a:ln>
          </p:spPr>
        </p:sp>
        <p:sp>
          <p:nvSpPr>
            <p:cNvPr id="119" name="four:scalar-input:grid-cell:118"/>
            <p:cNvSpPr>
              <a:spLocks noGrp="1"/>
            </p:cNvSpPr>
            <p:nvPr/>
          </p:nvSpPr>
          <p:spPr>
            <a:xfrm>
              <a:off x="571500" y="2419350"/>
              <a:ext cx="104966" cy="104966"/>
            </a:xfrm>
            <a:prstGeom prst="rect">
              <a:avLst/>
            </a:prstGeom>
            <a:solidFill>
              <a:srgbClr val="0072B2"/>
            </a:solidFill>
            <a:ln w="0">
              <a:noFill/>
              <a:prstDash val="solid"/>
            </a:ln>
          </p:spPr>
        </p:sp>
        <p:sp>
          <p:nvSpPr>
            <p:cNvPr id="120" name="four:scalar-input:grid-cell:119"/>
            <p:cNvSpPr>
              <a:spLocks noGrp="1"/>
            </p:cNvSpPr>
            <p:nvPr/>
          </p:nvSpPr>
          <p:spPr>
            <a:xfrm>
              <a:off x="676275" y="2419350"/>
              <a:ext cx="104966" cy="104966"/>
            </a:xfrm>
            <a:prstGeom prst="rect">
              <a:avLst/>
            </a:prstGeom>
            <a:solidFill>
              <a:srgbClr val="0072B2"/>
            </a:solidFill>
            <a:ln w="0">
              <a:noFill/>
              <a:prstDash val="solid"/>
            </a:ln>
          </p:spPr>
        </p:sp>
        <p:sp>
          <p:nvSpPr>
            <p:cNvPr id="121" name="four:scalar-input:grid-cell:120"/>
            <p:cNvSpPr>
              <a:spLocks noGrp="1"/>
            </p:cNvSpPr>
            <p:nvPr/>
          </p:nvSpPr>
          <p:spPr>
            <a:xfrm>
              <a:off x="781050" y="2419350"/>
              <a:ext cx="104966" cy="104966"/>
            </a:xfrm>
            <a:prstGeom prst="rect">
              <a:avLst/>
            </a:prstGeom>
            <a:solidFill>
              <a:srgbClr val="0072B2"/>
            </a:solidFill>
            <a:ln w="0">
              <a:noFill/>
              <a:prstDash val="solid"/>
            </a:ln>
          </p:spPr>
        </p:sp>
        <p:sp>
          <p:nvSpPr>
            <p:cNvPr id="122" name="four:scalar-input:grid-cell:121"/>
            <p:cNvSpPr>
              <a:spLocks noGrp="1"/>
            </p:cNvSpPr>
            <p:nvPr/>
          </p:nvSpPr>
          <p:spPr>
            <a:xfrm>
              <a:off x="885825" y="2419350"/>
              <a:ext cx="104966" cy="104966"/>
            </a:xfrm>
            <a:prstGeom prst="rect">
              <a:avLst/>
            </a:prstGeom>
            <a:solidFill>
              <a:srgbClr val="0072B2"/>
            </a:solidFill>
            <a:ln w="0">
              <a:noFill/>
              <a:prstDash val="solid"/>
            </a:ln>
          </p:spPr>
        </p:sp>
        <p:sp>
          <p:nvSpPr>
            <p:cNvPr id="123" name="four:scalar-input:grid-cell:122"/>
            <p:cNvSpPr>
              <a:spLocks noGrp="1"/>
            </p:cNvSpPr>
            <p:nvPr/>
          </p:nvSpPr>
          <p:spPr>
            <a:xfrm>
              <a:off x="990600" y="2419350"/>
              <a:ext cx="104966" cy="104966"/>
            </a:xfrm>
            <a:prstGeom prst="rect">
              <a:avLst/>
            </a:prstGeom>
            <a:solidFill>
              <a:srgbClr val="D4B4CC"/>
            </a:solidFill>
            <a:ln w="0">
              <a:noFill/>
              <a:prstDash val="solid"/>
            </a:ln>
          </p:spPr>
        </p:sp>
        <p:sp>
          <p:nvSpPr>
            <p:cNvPr id="124" name="four:scalar-input:grid-cell:123"/>
            <p:cNvSpPr>
              <a:spLocks noGrp="1"/>
            </p:cNvSpPr>
            <p:nvPr/>
          </p:nvSpPr>
          <p:spPr>
            <a:xfrm>
              <a:off x="1095375" y="2419350"/>
              <a:ext cx="104966" cy="104966"/>
            </a:xfrm>
            <a:prstGeom prst="rect">
              <a:avLst/>
            </a:prstGeom>
            <a:solidFill>
              <a:srgbClr val="D4B4CC"/>
            </a:solidFill>
            <a:ln w="0">
              <a:noFill/>
              <a:prstDash val="solid"/>
            </a:ln>
          </p:spPr>
        </p:sp>
        <p:sp>
          <p:nvSpPr>
            <p:cNvPr id="125" name="four:scalar-input:grid-cell:124"/>
            <p:cNvSpPr>
              <a:spLocks noGrp="1"/>
            </p:cNvSpPr>
            <p:nvPr/>
          </p:nvSpPr>
          <p:spPr>
            <a:xfrm>
              <a:off x="1200150" y="2419350"/>
              <a:ext cx="104966" cy="104966"/>
            </a:xfrm>
            <a:prstGeom prst="rect">
              <a:avLst/>
            </a:prstGeom>
            <a:solidFill>
              <a:srgbClr val="CC79A7"/>
            </a:solidFill>
            <a:ln w="0">
              <a:noFill/>
              <a:prstDash val="solid"/>
            </a:ln>
          </p:spPr>
        </p:sp>
        <p:sp>
          <p:nvSpPr>
            <p:cNvPr id="126" name="four:scalar-input:grid-cell:125"/>
            <p:cNvSpPr>
              <a:spLocks noGrp="1"/>
            </p:cNvSpPr>
            <p:nvPr/>
          </p:nvSpPr>
          <p:spPr>
            <a:xfrm>
              <a:off x="1304925" y="2419350"/>
              <a:ext cx="104966" cy="104966"/>
            </a:xfrm>
            <a:prstGeom prst="rect">
              <a:avLst/>
            </a:prstGeom>
            <a:solidFill>
              <a:srgbClr val="CC79A7"/>
            </a:solidFill>
            <a:ln w="0">
              <a:noFill/>
              <a:prstDash val="solid"/>
            </a:ln>
          </p:spPr>
        </p:sp>
        <p:sp>
          <p:nvSpPr>
            <p:cNvPr id="127" name="four:scalar-input:grid-cell:126"/>
            <p:cNvSpPr>
              <a:spLocks noGrp="1"/>
            </p:cNvSpPr>
            <p:nvPr/>
          </p:nvSpPr>
          <p:spPr>
            <a:xfrm>
              <a:off x="1409700" y="2419350"/>
              <a:ext cx="104966" cy="104966"/>
            </a:xfrm>
            <a:prstGeom prst="rect">
              <a:avLst/>
            </a:prstGeom>
            <a:solidFill>
              <a:srgbClr val="CC79A7"/>
            </a:solidFill>
            <a:ln w="0">
              <a:noFill/>
              <a:prstDash val="solid"/>
            </a:ln>
          </p:spPr>
        </p:sp>
        <p:sp>
          <p:nvSpPr>
            <p:cNvPr id="128" name="four:scalar-input:grid-cell:127"/>
            <p:cNvSpPr>
              <a:spLocks noGrp="1"/>
            </p:cNvSpPr>
            <p:nvPr/>
          </p:nvSpPr>
          <p:spPr>
            <a:xfrm>
              <a:off x="1514475" y="2419350"/>
              <a:ext cx="104966" cy="104966"/>
            </a:xfrm>
            <a:prstGeom prst="rect">
              <a:avLst/>
            </a:prstGeom>
            <a:solidFill>
              <a:srgbClr val="CC79A7"/>
            </a:solidFill>
            <a:ln w="0">
              <a:noFill/>
              <a:prstDash val="solid"/>
            </a:ln>
          </p:spPr>
        </p:sp>
        <p:sp>
          <p:nvSpPr>
            <p:cNvPr id="129" name="four:scalar-input:grid-cell:128"/>
            <p:cNvSpPr>
              <a:spLocks noGrp="1"/>
            </p:cNvSpPr>
            <p:nvPr/>
          </p:nvSpPr>
          <p:spPr>
            <a:xfrm>
              <a:off x="1619250" y="2419350"/>
              <a:ext cx="104966" cy="104966"/>
            </a:xfrm>
            <a:prstGeom prst="rect">
              <a:avLst/>
            </a:prstGeom>
            <a:solidFill>
              <a:srgbClr val="CC79A7"/>
            </a:solidFill>
            <a:ln w="0">
              <a:noFill/>
              <a:prstDash val="solid"/>
            </a:ln>
          </p:spPr>
        </p:sp>
        <p:sp>
          <p:nvSpPr>
            <p:cNvPr id="130" name="four:scalar-input:grid-cell:129"/>
            <p:cNvSpPr>
              <a:spLocks noGrp="1"/>
            </p:cNvSpPr>
            <p:nvPr/>
          </p:nvSpPr>
          <p:spPr>
            <a:xfrm>
              <a:off x="1724025" y="2419350"/>
              <a:ext cx="104966" cy="104966"/>
            </a:xfrm>
            <a:prstGeom prst="rect">
              <a:avLst/>
            </a:prstGeom>
            <a:solidFill>
              <a:srgbClr val="CC79A7"/>
            </a:solidFill>
            <a:ln w="0">
              <a:noFill/>
              <a:prstDash val="solid"/>
            </a:ln>
          </p:spPr>
        </p:sp>
        <p:sp>
          <p:nvSpPr>
            <p:cNvPr id="131" name="four:scalar-input:grid-cell:130"/>
            <p:cNvSpPr>
              <a:spLocks noGrp="1"/>
            </p:cNvSpPr>
            <p:nvPr/>
          </p:nvSpPr>
          <p:spPr>
            <a:xfrm>
              <a:off x="1828800" y="2419350"/>
              <a:ext cx="104966" cy="104966"/>
            </a:xfrm>
            <a:prstGeom prst="rect">
              <a:avLst/>
            </a:prstGeom>
            <a:solidFill>
              <a:srgbClr val="CC79A7"/>
            </a:solidFill>
            <a:ln w="0">
              <a:noFill/>
              <a:prstDash val="solid"/>
            </a:ln>
          </p:spPr>
        </p:sp>
        <p:sp>
          <p:nvSpPr>
            <p:cNvPr id="132" name="four:scalar-input:grid-cell:131"/>
            <p:cNvSpPr>
              <a:spLocks noGrp="1"/>
            </p:cNvSpPr>
            <p:nvPr/>
          </p:nvSpPr>
          <p:spPr>
            <a:xfrm>
              <a:off x="1933575" y="2419350"/>
              <a:ext cx="104966" cy="104966"/>
            </a:xfrm>
            <a:prstGeom prst="rect">
              <a:avLst/>
            </a:prstGeom>
            <a:solidFill>
              <a:srgbClr val="CC79A7"/>
            </a:solidFill>
            <a:ln w="0">
              <a:noFill/>
              <a:prstDash val="solid"/>
            </a:ln>
          </p:spPr>
        </p:sp>
        <p:sp>
          <p:nvSpPr>
            <p:cNvPr id="133" name="four:scalar-input:grid-cell:132"/>
            <p:cNvSpPr>
              <a:spLocks noGrp="1"/>
            </p:cNvSpPr>
            <p:nvPr/>
          </p:nvSpPr>
          <p:spPr>
            <a:xfrm>
              <a:off x="2038350" y="2419350"/>
              <a:ext cx="104966" cy="104966"/>
            </a:xfrm>
            <a:prstGeom prst="rect">
              <a:avLst/>
            </a:prstGeom>
            <a:solidFill>
              <a:srgbClr val="CC79A7"/>
            </a:solidFill>
            <a:ln w="0">
              <a:noFill/>
              <a:prstDash val="solid"/>
            </a:ln>
          </p:spPr>
        </p:sp>
        <p:sp>
          <p:nvSpPr>
            <p:cNvPr id="134" name="four:scalar-input:grid-cell:133"/>
            <p:cNvSpPr>
              <a:spLocks noGrp="1"/>
            </p:cNvSpPr>
            <p:nvPr/>
          </p:nvSpPr>
          <p:spPr>
            <a:xfrm>
              <a:off x="2143125" y="2419350"/>
              <a:ext cx="104966" cy="104966"/>
            </a:xfrm>
            <a:prstGeom prst="rect">
              <a:avLst/>
            </a:prstGeom>
            <a:solidFill>
              <a:srgbClr val="CC79A7"/>
            </a:solidFill>
            <a:ln w="0">
              <a:noFill/>
              <a:prstDash val="solid"/>
            </a:ln>
          </p:spPr>
        </p:sp>
        <p:sp>
          <p:nvSpPr>
            <p:cNvPr id="135" name="four:scalar-input:grid-cell:134"/>
            <p:cNvSpPr>
              <a:spLocks noGrp="1"/>
            </p:cNvSpPr>
            <p:nvPr/>
          </p:nvSpPr>
          <p:spPr>
            <a:xfrm>
              <a:off x="2247900" y="2419350"/>
              <a:ext cx="104966" cy="104966"/>
            </a:xfrm>
            <a:prstGeom prst="rect">
              <a:avLst/>
            </a:prstGeom>
            <a:solidFill>
              <a:srgbClr val="CC79A7"/>
            </a:solidFill>
            <a:ln w="0">
              <a:noFill/>
              <a:prstDash val="solid"/>
            </a:ln>
          </p:spPr>
        </p:sp>
        <p:sp>
          <p:nvSpPr>
            <p:cNvPr id="136" name="four:scalar-input:grid-cell:135"/>
            <p:cNvSpPr>
              <a:spLocks noGrp="1"/>
            </p:cNvSpPr>
            <p:nvPr/>
          </p:nvSpPr>
          <p:spPr>
            <a:xfrm>
              <a:off x="2352675" y="2419350"/>
              <a:ext cx="104966" cy="104966"/>
            </a:xfrm>
            <a:prstGeom prst="rect">
              <a:avLst/>
            </a:prstGeom>
            <a:solidFill>
              <a:srgbClr val="D4B4CC"/>
            </a:solidFill>
            <a:ln w="0">
              <a:noFill/>
              <a:prstDash val="solid"/>
            </a:ln>
          </p:spPr>
        </p:sp>
        <p:sp>
          <p:nvSpPr>
            <p:cNvPr id="137" name="four:scalar-input:grid-cell:136"/>
            <p:cNvSpPr>
              <a:spLocks noGrp="1"/>
            </p:cNvSpPr>
            <p:nvPr/>
          </p:nvSpPr>
          <p:spPr>
            <a:xfrm>
              <a:off x="361950" y="2524125"/>
              <a:ext cx="104966" cy="104966"/>
            </a:xfrm>
            <a:prstGeom prst="rect">
              <a:avLst/>
            </a:prstGeom>
            <a:solidFill>
              <a:srgbClr val="D4B4CC"/>
            </a:solidFill>
            <a:ln w="0">
              <a:noFill/>
              <a:prstDash val="solid"/>
            </a:ln>
          </p:spPr>
        </p:sp>
        <p:sp>
          <p:nvSpPr>
            <p:cNvPr id="138" name="four:scalar-input:grid-cell:137"/>
            <p:cNvSpPr>
              <a:spLocks noGrp="1"/>
            </p:cNvSpPr>
            <p:nvPr/>
          </p:nvSpPr>
          <p:spPr>
            <a:xfrm>
              <a:off x="466725" y="2524125"/>
              <a:ext cx="104966" cy="104966"/>
            </a:xfrm>
            <a:prstGeom prst="rect">
              <a:avLst/>
            </a:prstGeom>
            <a:solidFill>
              <a:srgbClr val="0072B2"/>
            </a:solidFill>
            <a:ln w="0">
              <a:noFill/>
              <a:prstDash val="solid"/>
            </a:ln>
          </p:spPr>
        </p:sp>
        <p:sp>
          <p:nvSpPr>
            <p:cNvPr id="139" name="four:scalar-input:grid-cell:138"/>
            <p:cNvSpPr>
              <a:spLocks noGrp="1"/>
            </p:cNvSpPr>
            <p:nvPr/>
          </p:nvSpPr>
          <p:spPr>
            <a:xfrm>
              <a:off x="571500" y="2524125"/>
              <a:ext cx="104966" cy="104966"/>
            </a:xfrm>
            <a:prstGeom prst="rect">
              <a:avLst/>
            </a:prstGeom>
            <a:solidFill>
              <a:srgbClr val="0072B2"/>
            </a:solidFill>
            <a:ln w="0">
              <a:noFill/>
              <a:prstDash val="solid"/>
            </a:ln>
          </p:spPr>
        </p:sp>
        <p:sp>
          <p:nvSpPr>
            <p:cNvPr id="140" name="four:scalar-input:grid-cell:139"/>
            <p:cNvSpPr>
              <a:spLocks noGrp="1"/>
            </p:cNvSpPr>
            <p:nvPr/>
          </p:nvSpPr>
          <p:spPr>
            <a:xfrm>
              <a:off x="676275" y="2524125"/>
              <a:ext cx="104966" cy="104966"/>
            </a:xfrm>
            <a:prstGeom prst="rect">
              <a:avLst/>
            </a:prstGeom>
            <a:solidFill>
              <a:srgbClr val="0072B2"/>
            </a:solidFill>
            <a:ln w="0">
              <a:noFill/>
              <a:prstDash val="solid"/>
            </a:ln>
          </p:spPr>
        </p:sp>
        <p:sp>
          <p:nvSpPr>
            <p:cNvPr id="141" name="four:scalar-input:grid-cell:140"/>
            <p:cNvSpPr>
              <a:spLocks noGrp="1"/>
            </p:cNvSpPr>
            <p:nvPr/>
          </p:nvSpPr>
          <p:spPr>
            <a:xfrm>
              <a:off x="781050" y="2524125"/>
              <a:ext cx="104966" cy="104966"/>
            </a:xfrm>
            <a:prstGeom prst="rect">
              <a:avLst/>
            </a:prstGeom>
            <a:solidFill>
              <a:srgbClr val="0072B2"/>
            </a:solidFill>
            <a:ln w="0">
              <a:noFill/>
              <a:prstDash val="solid"/>
            </a:ln>
          </p:spPr>
        </p:sp>
        <p:sp>
          <p:nvSpPr>
            <p:cNvPr id="142" name="four:scalar-input:grid-cell:141"/>
            <p:cNvSpPr>
              <a:spLocks noGrp="1"/>
            </p:cNvSpPr>
            <p:nvPr/>
          </p:nvSpPr>
          <p:spPr>
            <a:xfrm>
              <a:off x="885825" y="2524125"/>
              <a:ext cx="104966" cy="104966"/>
            </a:xfrm>
            <a:prstGeom prst="rect">
              <a:avLst/>
            </a:prstGeom>
            <a:solidFill>
              <a:srgbClr val="0072B2"/>
            </a:solidFill>
            <a:ln w="0">
              <a:noFill/>
              <a:prstDash val="solid"/>
            </a:ln>
          </p:spPr>
        </p:sp>
        <p:sp>
          <p:nvSpPr>
            <p:cNvPr id="143" name="four:scalar-input:grid-cell:142"/>
            <p:cNvSpPr>
              <a:spLocks noGrp="1"/>
            </p:cNvSpPr>
            <p:nvPr/>
          </p:nvSpPr>
          <p:spPr>
            <a:xfrm>
              <a:off x="990600" y="2524125"/>
              <a:ext cx="104966" cy="104966"/>
            </a:xfrm>
            <a:prstGeom prst="rect">
              <a:avLst/>
            </a:prstGeom>
            <a:solidFill>
              <a:srgbClr val="0072B2"/>
            </a:solidFill>
            <a:ln w="0">
              <a:noFill/>
              <a:prstDash val="solid"/>
            </a:ln>
          </p:spPr>
        </p:sp>
        <p:sp>
          <p:nvSpPr>
            <p:cNvPr id="144" name="four:scalar-input:grid-cell:143"/>
            <p:cNvSpPr>
              <a:spLocks noGrp="1"/>
            </p:cNvSpPr>
            <p:nvPr/>
          </p:nvSpPr>
          <p:spPr>
            <a:xfrm>
              <a:off x="1095375" y="2524125"/>
              <a:ext cx="104966" cy="104966"/>
            </a:xfrm>
            <a:prstGeom prst="rect">
              <a:avLst/>
            </a:prstGeom>
            <a:solidFill>
              <a:srgbClr val="D4B4CC"/>
            </a:solidFill>
            <a:ln w="0">
              <a:noFill/>
              <a:prstDash val="solid"/>
            </a:ln>
          </p:spPr>
        </p:sp>
        <p:sp>
          <p:nvSpPr>
            <p:cNvPr id="145" name="four:scalar-input:grid-cell:144"/>
            <p:cNvSpPr>
              <a:spLocks noGrp="1"/>
            </p:cNvSpPr>
            <p:nvPr/>
          </p:nvSpPr>
          <p:spPr>
            <a:xfrm>
              <a:off x="1200150" y="2524125"/>
              <a:ext cx="104966" cy="104966"/>
            </a:xfrm>
            <a:prstGeom prst="rect">
              <a:avLst/>
            </a:prstGeom>
            <a:solidFill>
              <a:srgbClr val="CC79A7"/>
            </a:solidFill>
            <a:ln w="0">
              <a:noFill/>
              <a:prstDash val="solid"/>
            </a:ln>
          </p:spPr>
        </p:sp>
        <p:sp>
          <p:nvSpPr>
            <p:cNvPr id="146" name="four:scalar-input:grid-cell:145"/>
            <p:cNvSpPr>
              <a:spLocks noGrp="1"/>
            </p:cNvSpPr>
            <p:nvPr/>
          </p:nvSpPr>
          <p:spPr>
            <a:xfrm>
              <a:off x="1304925" y="2524125"/>
              <a:ext cx="104966" cy="104966"/>
            </a:xfrm>
            <a:prstGeom prst="rect">
              <a:avLst/>
            </a:prstGeom>
            <a:solidFill>
              <a:srgbClr val="CC79A7"/>
            </a:solidFill>
            <a:ln w="0">
              <a:noFill/>
              <a:prstDash val="solid"/>
            </a:ln>
          </p:spPr>
        </p:sp>
        <p:sp>
          <p:nvSpPr>
            <p:cNvPr id="147" name="four:scalar-input:grid-cell:146"/>
            <p:cNvSpPr>
              <a:spLocks noGrp="1"/>
            </p:cNvSpPr>
            <p:nvPr/>
          </p:nvSpPr>
          <p:spPr>
            <a:xfrm>
              <a:off x="1409700" y="2524125"/>
              <a:ext cx="104966" cy="104966"/>
            </a:xfrm>
            <a:prstGeom prst="rect">
              <a:avLst/>
            </a:prstGeom>
            <a:solidFill>
              <a:srgbClr val="CC79A7"/>
            </a:solidFill>
            <a:ln w="0">
              <a:noFill/>
              <a:prstDash val="solid"/>
            </a:ln>
          </p:spPr>
        </p:sp>
        <p:sp>
          <p:nvSpPr>
            <p:cNvPr id="148" name="four:scalar-input:grid-cell:147"/>
            <p:cNvSpPr>
              <a:spLocks noGrp="1"/>
            </p:cNvSpPr>
            <p:nvPr/>
          </p:nvSpPr>
          <p:spPr>
            <a:xfrm>
              <a:off x="1514475" y="2524125"/>
              <a:ext cx="104966" cy="104966"/>
            </a:xfrm>
            <a:prstGeom prst="rect">
              <a:avLst/>
            </a:prstGeom>
            <a:solidFill>
              <a:srgbClr val="CC79A7"/>
            </a:solidFill>
            <a:ln w="0">
              <a:noFill/>
              <a:prstDash val="solid"/>
            </a:ln>
          </p:spPr>
        </p:sp>
        <p:sp>
          <p:nvSpPr>
            <p:cNvPr id="149" name="four:scalar-input:grid-cell:148"/>
            <p:cNvSpPr>
              <a:spLocks noGrp="1"/>
            </p:cNvSpPr>
            <p:nvPr/>
          </p:nvSpPr>
          <p:spPr>
            <a:xfrm>
              <a:off x="1619250" y="2524125"/>
              <a:ext cx="104966" cy="104966"/>
            </a:xfrm>
            <a:prstGeom prst="rect">
              <a:avLst/>
            </a:prstGeom>
            <a:solidFill>
              <a:srgbClr val="CC79A7"/>
            </a:solidFill>
            <a:ln w="0">
              <a:noFill/>
              <a:prstDash val="solid"/>
            </a:ln>
          </p:spPr>
        </p:sp>
        <p:sp>
          <p:nvSpPr>
            <p:cNvPr id="150" name="four:scalar-input:grid-cell:149"/>
            <p:cNvSpPr>
              <a:spLocks noGrp="1"/>
            </p:cNvSpPr>
            <p:nvPr/>
          </p:nvSpPr>
          <p:spPr>
            <a:xfrm>
              <a:off x="1724025" y="2524125"/>
              <a:ext cx="104966" cy="104966"/>
            </a:xfrm>
            <a:prstGeom prst="rect">
              <a:avLst/>
            </a:prstGeom>
            <a:solidFill>
              <a:srgbClr val="CC79A7"/>
            </a:solidFill>
            <a:ln w="0">
              <a:noFill/>
              <a:prstDash val="solid"/>
            </a:ln>
          </p:spPr>
        </p:sp>
        <p:sp>
          <p:nvSpPr>
            <p:cNvPr id="151" name="four:scalar-input:grid-cell:150"/>
            <p:cNvSpPr>
              <a:spLocks noGrp="1"/>
            </p:cNvSpPr>
            <p:nvPr/>
          </p:nvSpPr>
          <p:spPr>
            <a:xfrm>
              <a:off x="1828800" y="2524125"/>
              <a:ext cx="104966" cy="104966"/>
            </a:xfrm>
            <a:prstGeom prst="rect">
              <a:avLst/>
            </a:prstGeom>
            <a:solidFill>
              <a:srgbClr val="CC79A7"/>
            </a:solidFill>
            <a:ln w="0">
              <a:noFill/>
              <a:prstDash val="solid"/>
            </a:ln>
          </p:spPr>
        </p:sp>
        <p:sp>
          <p:nvSpPr>
            <p:cNvPr id="152" name="four:scalar-input:grid-cell:151"/>
            <p:cNvSpPr>
              <a:spLocks noGrp="1"/>
            </p:cNvSpPr>
            <p:nvPr/>
          </p:nvSpPr>
          <p:spPr>
            <a:xfrm>
              <a:off x="1933575" y="2524125"/>
              <a:ext cx="104966" cy="104966"/>
            </a:xfrm>
            <a:prstGeom prst="rect">
              <a:avLst/>
            </a:prstGeom>
            <a:solidFill>
              <a:srgbClr val="CC79A7"/>
            </a:solidFill>
            <a:ln w="0">
              <a:noFill/>
              <a:prstDash val="solid"/>
            </a:ln>
          </p:spPr>
        </p:sp>
        <p:sp>
          <p:nvSpPr>
            <p:cNvPr id="153" name="four:scalar-input:grid-cell:152"/>
            <p:cNvSpPr>
              <a:spLocks noGrp="1"/>
            </p:cNvSpPr>
            <p:nvPr/>
          </p:nvSpPr>
          <p:spPr>
            <a:xfrm>
              <a:off x="2038350" y="2524125"/>
              <a:ext cx="104966" cy="104966"/>
            </a:xfrm>
            <a:prstGeom prst="rect">
              <a:avLst/>
            </a:prstGeom>
            <a:solidFill>
              <a:srgbClr val="CC79A7"/>
            </a:solidFill>
            <a:ln w="0">
              <a:noFill/>
              <a:prstDash val="solid"/>
            </a:ln>
          </p:spPr>
        </p:sp>
        <p:sp>
          <p:nvSpPr>
            <p:cNvPr id="154" name="four:scalar-input:grid-cell:153"/>
            <p:cNvSpPr>
              <a:spLocks noGrp="1"/>
            </p:cNvSpPr>
            <p:nvPr/>
          </p:nvSpPr>
          <p:spPr>
            <a:xfrm>
              <a:off x="2143125" y="2524125"/>
              <a:ext cx="104966" cy="104966"/>
            </a:xfrm>
            <a:prstGeom prst="rect">
              <a:avLst/>
            </a:prstGeom>
            <a:solidFill>
              <a:srgbClr val="CC79A7"/>
            </a:solidFill>
            <a:ln w="0">
              <a:noFill/>
              <a:prstDash val="solid"/>
            </a:ln>
          </p:spPr>
        </p:sp>
        <p:sp>
          <p:nvSpPr>
            <p:cNvPr id="155" name="four:scalar-input:grid-cell:154"/>
            <p:cNvSpPr>
              <a:spLocks noGrp="1"/>
            </p:cNvSpPr>
            <p:nvPr/>
          </p:nvSpPr>
          <p:spPr>
            <a:xfrm>
              <a:off x="2247900" y="2524125"/>
              <a:ext cx="104966" cy="104966"/>
            </a:xfrm>
            <a:prstGeom prst="rect">
              <a:avLst/>
            </a:prstGeom>
            <a:solidFill>
              <a:srgbClr val="CC79A7"/>
            </a:solidFill>
            <a:ln w="0">
              <a:noFill/>
              <a:prstDash val="solid"/>
            </a:ln>
          </p:spPr>
        </p:sp>
        <p:sp>
          <p:nvSpPr>
            <p:cNvPr id="156" name="four:scalar-input:grid-cell:155"/>
            <p:cNvSpPr>
              <a:spLocks noGrp="1"/>
            </p:cNvSpPr>
            <p:nvPr/>
          </p:nvSpPr>
          <p:spPr>
            <a:xfrm>
              <a:off x="2352675" y="2524125"/>
              <a:ext cx="104966" cy="104966"/>
            </a:xfrm>
            <a:prstGeom prst="rect">
              <a:avLst/>
            </a:prstGeom>
            <a:solidFill>
              <a:srgbClr val="D4B4CC"/>
            </a:solidFill>
            <a:ln w="0">
              <a:noFill/>
              <a:prstDash val="solid"/>
            </a:ln>
          </p:spPr>
        </p:sp>
        <p:sp>
          <p:nvSpPr>
            <p:cNvPr id="157" name="four:scalar-input:grid-cell:156"/>
            <p:cNvSpPr>
              <a:spLocks noGrp="1"/>
            </p:cNvSpPr>
            <p:nvPr/>
          </p:nvSpPr>
          <p:spPr>
            <a:xfrm>
              <a:off x="361950" y="2628900"/>
              <a:ext cx="104966" cy="104966"/>
            </a:xfrm>
            <a:prstGeom prst="rect">
              <a:avLst/>
            </a:prstGeom>
            <a:solidFill>
              <a:srgbClr val="0072B2"/>
            </a:solidFill>
            <a:ln w="0">
              <a:noFill/>
              <a:prstDash val="solid"/>
            </a:ln>
          </p:spPr>
        </p:sp>
        <p:sp>
          <p:nvSpPr>
            <p:cNvPr id="158" name="four:scalar-input:grid-cell:157"/>
            <p:cNvSpPr>
              <a:spLocks noGrp="1"/>
            </p:cNvSpPr>
            <p:nvPr/>
          </p:nvSpPr>
          <p:spPr>
            <a:xfrm>
              <a:off x="466725" y="2628900"/>
              <a:ext cx="104966" cy="104966"/>
            </a:xfrm>
            <a:prstGeom prst="rect">
              <a:avLst/>
            </a:prstGeom>
            <a:solidFill>
              <a:srgbClr val="0072B2"/>
            </a:solidFill>
            <a:ln w="0">
              <a:noFill/>
              <a:prstDash val="solid"/>
            </a:ln>
          </p:spPr>
        </p:sp>
        <p:sp>
          <p:nvSpPr>
            <p:cNvPr id="159" name="four:scalar-input:grid-cell:158"/>
            <p:cNvSpPr>
              <a:spLocks noGrp="1"/>
            </p:cNvSpPr>
            <p:nvPr/>
          </p:nvSpPr>
          <p:spPr>
            <a:xfrm>
              <a:off x="571500" y="2628900"/>
              <a:ext cx="104966" cy="104966"/>
            </a:xfrm>
            <a:prstGeom prst="rect">
              <a:avLst/>
            </a:prstGeom>
            <a:solidFill>
              <a:srgbClr val="0072B2"/>
            </a:solidFill>
            <a:ln w="0">
              <a:noFill/>
              <a:prstDash val="solid"/>
            </a:ln>
          </p:spPr>
        </p:sp>
        <p:sp>
          <p:nvSpPr>
            <p:cNvPr id="160" name="four:scalar-input:grid-cell:159"/>
            <p:cNvSpPr>
              <a:spLocks noGrp="1"/>
            </p:cNvSpPr>
            <p:nvPr/>
          </p:nvSpPr>
          <p:spPr>
            <a:xfrm>
              <a:off x="676275" y="2628900"/>
              <a:ext cx="104966" cy="104966"/>
            </a:xfrm>
            <a:prstGeom prst="rect">
              <a:avLst/>
            </a:prstGeom>
            <a:solidFill>
              <a:srgbClr val="0072B2"/>
            </a:solidFill>
            <a:ln w="0">
              <a:noFill/>
              <a:prstDash val="solid"/>
            </a:ln>
          </p:spPr>
        </p:sp>
        <p:sp>
          <p:nvSpPr>
            <p:cNvPr id="161" name="four:scalar-input:grid-cell:160"/>
            <p:cNvSpPr>
              <a:spLocks noGrp="1"/>
            </p:cNvSpPr>
            <p:nvPr/>
          </p:nvSpPr>
          <p:spPr>
            <a:xfrm>
              <a:off x="781050" y="2628900"/>
              <a:ext cx="104966" cy="104966"/>
            </a:xfrm>
            <a:prstGeom prst="rect">
              <a:avLst/>
            </a:prstGeom>
            <a:solidFill>
              <a:srgbClr val="0072B2"/>
            </a:solidFill>
            <a:ln w="0">
              <a:noFill/>
              <a:prstDash val="solid"/>
            </a:ln>
          </p:spPr>
        </p:sp>
        <p:sp>
          <p:nvSpPr>
            <p:cNvPr id="162" name="four:scalar-input:grid-cell:161"/>
            <p:cNvSpPr>
              <a:spLocks noGrp="1"/>
            </p:cNvSpPr>
            <p:nvPr/>
          </p:nvSpPr>
          <p:spPr>
            <a:xfrm>
              <a:off x="885825" y="2628900"/>
              <a:ext cx="104966" cy="104966"/>
            </a:xfrm>
            <a:prstGeom prst="rect">
              <a:avLst/>
            </a:prstGeom>
            <a:solidFill>
              <a:srgbClr val="0072B2"/>
            </a:solidFill>
            <a:ln w="0">
              <a:noFill/>
              <a:prstDash val="solid"/>
            </a:ln>
          </p:spPr>
        </p:sp>
        <p:sp>
          <p:nvSpPr>
            <p:cNvPr id="163" name="four:scalar-input:grid-cell:162"/>
            <p:cNvSpPr>
              <a:spLocks noGrp="1"/>
            </p:cNvSpPr>
            <p:nvPr/>
          </p:nvSpPr>
          <p:spPr>
            <a:xfrm>
              <a:off x="990600" y="2628900"/>
              <a:ext cx="104966" cy="104966"/>
            </a:xfrm>
            <a:prstGeom prst="rect">
              <a:avLst/>
            </a:prstGeom>
            <a:solidFill>
              <a:srgbClr val="0072B2"/>
            </a:solidFill>
            <a:ln w="0">
              <a:noFill/>
              <a:prstDash val="solid"/>
            </a:ln>
          </p:spPr>
        </p:sp>
        <p:sp>
          <p:nvSpPr>
            <p:cNvPr id="164" name="four:scalar-input:grid-cell:163"/>
            <p:cNvSpPr>
              <a:spLocks noGrp="1"/>
            </p:cNvSpPr>
            <p:nvPr/>
          </p:nvSpPr>
          <p:spPr>
            <a:xfrm>
              <a:off x="1095375" y="2628900"/>
              <a:ext cx="104966" cy="104966"/>
            </a:xfrm>
            <a:prstGeom prst="rect">
              <a:avLst/>
            </a:prstGeom>
            <a:solidFill>
              <a:srgbClr val="0072B2"/>
            </a:solidFill>
            <a:ln w="0">
              <a:noFill/>
              <a:prstDash val="solid"/>
            </a:ln>
          </p:spPr>
        </p:sp>
        <p:sp>
          <p:nvSpPr>
            <p:cNvPr id="165" name="four:scalar-input:grid-cell:164"/>
            <p:cNvSpPr>
              <a:spLocks noGrp="1"/>
            </p:cNvSpPr>
            <p:nvPr/>
          </p:nvSpPr>
          <p:spPr>
            <a:xfrm>
              <a:off x="1200150" y="2628900"/>
              <a:ext cx="104966" cy="104966"/>
            </a:xfrm>
            <a:prstGeom prst="rect">
              <a:avLst/>
            </a:prstGeom>
            <a:solidFill>
              <a:srgbClr val="D4B4CC"/>
            </a:solidFill>
            <a:ln w="0">
              <a:noFill/>
              <a:prstDash val="solid"/>
            </a:ln>
          </p:spPr>
        </p:sp>
        <p:sp>
          <p:nvSpPr>
            <p:cNvPr id="166" name="four:scalar-input:grid-cell:165"/>
            <p:cNvSpPr>
              <a:spLocks noGrp="1"/>
            </p:cNvSpPr>
            <p:nvPr/>
          </p:nvSpPr>
          <p:spPr>
            <a:xfrm>
              <a:off x="1304925" y="2628900"/>
              <a:ext cx="104966" cy="104966"/>
            </a:xfrm>
            <a:prstGeom prst="rect">
              <a:avLst/>
            </a:prstGeom>
            <a:solidFill>
              <a:srgbClr val="CC79A7"/>
            </a:solidFill>
            <a:ln w="0">
              <a:noFill/>
              <a:prstDash val="solid"/>
            </a:ln>
          </p:spPr>
        </p:sp>
        <p:sp>
          <p:nvSpPr>
            <p:cNvPr id="167" name="four:scalar-input:grid-cell:166"/>
            <p:cNvSpPr>
              <a:spLocks noGrp="1"/>
            </p:cNvSpPr>
            <p:nvPr/>
          </p:nvSpPr>
          <p:spPr>
            <a:xfrm>
              <a:off x="1409700" y="2628900"/>
              <a:ext cx="104966" cy="104966"/>
            </a:xfrm>
            <a:prstGeom prst="rect">
              <a:avLst/>
            </a:prstGeom>
            <a:solidFill>
              <a:srgbClr val="CC79A7"/>
            </a:solidFill>
            <a:ln w="0">
              <a:noFill/>
              <a:prstDash val="solid"/>
            </a:ln>
          </p:spPr>
        </p:sp>
        <p:sp>
          <p:nvSpPr>
            <p:cNvPr id="168" name="four:scalar-input:grid-cell:167"/>
            <p:cNvSpPr>
              <a:spLocks noGrp="1"/>
            </p:cNvSpPr>
            <p:nvPr/>
          </p:nvSpPr>
          <p:spPr>
            <a:xfrm>
              <a:off x="1514475" y="2628900"/>
              <a:ext cx="104966" cy="104966"/>
            </a:xfrm>
            <a:prstGeom prst="rect">
              <a:avLst/>
            </a:prstGeom>
            <a:solidFill>
              <a:srgbClr val="CC79A7"/>
            </a:solidFill>
            <a:ln w="0">
              <a:noFill/>
              <a:prstDash val="solid"/>
            </a:ln>
          </p:spPr>
        </p:sp>
        <p:sp>
          <p:nvSpPr>
            <p:cNvPr id="169" name="four:scalar-input:grid-cell:168"/>
            <p:cNvSpPr>
              <a:spLocks noGrp="1"/>
            </p:cNvSpPr>
            <p:nvPr/>
          </p:nvSpPr>
          <p:spPr>
            <a:xfrm>
              <a:off x="1619250" y="2628900"/>
              <a:ext cx="104966" cy="104966"/>
            </a:xfrm>
            <a:prstGeom prst="rect">
              <a:avLst/>
            </a:prstGeom>
            <a:solidFill>
              <a:srgbClr val="CC79A7"/>
            </a:solidFill>
            <a:ln w="0">
              <a:noFill/>
              <a:prstDash val="solid"/>
            </a:ln>
          </p:spPr>
        </p:sp>
        <p:sp>
          <p:nvSpPr>
            <p:cNvPr id="170" name="four:scalar-input:grid-cell:169"/>
            <p:cNvSpPr>
              <a:spLocks noGrp="1"/>
            </p:cNvSpPr>
            <p:nvPr/>
          </p:nvSpPr>
          <p:spPr>
            <a:xfrm>
              <a:off x="1724025" y="2628900"/>
              <a:ext cx="104966" cy="104966"/>
            </a:xfrm>
            <a:prstGeom prst="rect">
              <a:avLst/>
            </a:prstGeom>
            <a:solidFill>
              <a:srgbClr val="CC79A7"/>
            </a:solidFill>
            <a:ln w="0">
              <a:noFill/>
              <a:prstDash val="solid"/>
            </a:ln>
          </p:spPr>
        </p:sp>
        <p:sp>
          <p:nvSpPr>
            <p:cNvPr id="171" name="four:scalar-input:grid-cell:170"/>
            <p:cNvSpPr>
              <a:spLocks noGrp="1"/>
            </p:cNvSpPr>
            <p:nvPr/>
          </p:nvSpPr>
          <p:spPr>
            <a:xfrm>
              <a:off x="1828800" y="2628900"/>
              <a:ext cx="104966" cy="104966"/>
            </a:xfrm>
            <a:prstGeom prst="rect">
              <a:avLst/>
            </a:prstGeom>
            <a:solidFill>
              <a:srgbClr val="CC79A7"/>
            </a:solidFill>
            <a:ln w="0">
              <a:noFill/>
              <a:prstDash val="solid"/>
            </a:ln>
          </p:spPr>
        </p:sp>
        <p:sp>
          <p:nvSpPr>
            <p:cNvPr id="172" name="four:scalar-input:grid-cell:171"/>
            <p:cNvSpPr>
              <a:spLocks noGrp="1"/>
            </p:cNvSpPr>
            <p:nvPr/>
          </p:nvSpPr>
          <p:spPr>
            <a:xfrm>
              <a:off x="1933575" y="2628900"/>
              <a:ext cx="104966" cy="104966"/>
            </a:xfrm>
            <a:prstGeom prst="rect">
              <a:avLst/>
            </a:prstGeom>
            <a:solidFill>
              <a:srgbClr val="CC79A7"/>
            </a:solidFill>
            <a:ln w="0">
              <a:noFill/>
              <a:prstDash val="solid"/>
            </a:ln>
          </p:spPr>
        </p:sp>
        <p:sp>
          <p:nvSpPr>
            <p:cNvPr id="173" name="four:scalar-input:grid-cell:172"/>
            <p:cNvSpPr>
              <a:spLocks noGrp="1"/>
            </p:cNvSpPr>
            <p:nvPr/>
          </p:nvSpPr>
          <p:spPr>
            <a:xfrm>
              <a:off x="2038350" y="2628900"/>
              <a:ext cx="104966" cy="104966"/>
            </a:xfrm>
            <a:prstGeom prst="rect">
              <a:avLst/>
            </a:prstGeom>
            <a:solidFill>
              <a:srgbClr val="D4B4CC"/>
            </a:solidFill>
            <a:ln w="0">
              <a:noFill/>
              <a:prstDash val="solid"/>
            </a:ln>
          </p:spPr>
        </p:sp>
        <p:sp>
          <p:nvSpPr>
            <p:cNvPr id="174" name="four:scalar-input:grid-cell:173"/>
            <p:cNvSpPr>
              <a:spLocks noGrp="1"/>
            </p:cNvSpPr>
            <p:nvPr/>
          </p:nvSpPr>
          <p:spPr>
            <a:xfrm>
              <a:off x="2143125" y="2628900"/>
              <a:ext cx="104966" cy="104966"/>
            </a:xfrm>
            <a:prstGeom prst="rect">
              <a:avLst/>
            </a:prstGeom>
            <a:solidFill>
              <a:srgbClr val="D4B4CC"/>
            </a:solidFill>
            <a:ln w="0">
              <a:noFill/>
              <a:prstDash val="solid"/>
            </a:ln>
          </p:spPr>
        </p:sp>
        <p:sp>
          <p:nvSpPr>
            <p:cNvPr id="175" name="four:scalar-input:grid-cell:174"/>
            <p:cNvSpPr>
              <a:spLocks noGrp="1"/>
            </p:cNvSpPr>
            <p:nvPr/>
          </p:nvSpPr>
          <p:spPr>
            <a:xfrm>
              <a:off x="2247900" y="2628900"/>
              <a:ext cx="104966" cy="104966"/>
            </a:xfrm>
            <a:prstGeom prst="rect">
              <a:avLst/>
            </a:prstGeom>
            <a:solidFill>
              <a:srgbClr val="D4B4CC"/>
            </a:solidFill>
            <a:ln w="0">
              <a:noFill/>
              <a:prstDash val="solid"/>
            </a:ln>
          </p:spPr>
        </p:sp>
        <p:sp>
          <p:nvSpPr>
            <p:cNvPr id="176" name="four:scalar-input:grid-cell:175"/>
            <p:cNvSpPr>
              <a:spLocks noGrp="1"/>
            </p:cNvSpPr>
            <p:nvPr/>
          </p:nvSpPr>
          <p:spPr>
            <a:xfrm>
              <a:off x="2352675" y="2628900"/>
              <a:ext cx="104966" cy="104966"/>
            </a:xfrm>
            <a:prstGeom prst="rect">
              <a:avLst/>
            </a:prstGeom>
            <a:solidFill>
              <a:srgbClr val="D4B4CC"/>
            </a:solidFill>
            <a:ln w="0">
              <a:noFill/>
              <a:prstDash val="solid"/>
            </a:ln>
          </p:spPr>
        </p:sp>
        <p:sp>
          <p:nvSpPr>
            <p:cNvPr id="177" name="four:scalar-input:grid-cell:176"/>
            <p:cNvSpPr>
              <a:spLocks noGrp="1"/>
            </p:cNvSpPr>
            <p:nvPr/>
          </p:nvSpPr>
          <p:spPr>
            <a:xfrm>
              <a:off x="361950" y="2733675"/>
              <a:ext cx="104966" cy="104966"/>
            </a:xfrm>
            <a:prstGeom prst="rect">
              <a:avLst/>
            </a:prstGeom>
            <a:solidFill>
              <a:srgbClr val="0072B2"/>
            </a:solidFill>
            <a:ln w="0">
              <a:noFill/>
              <a:prstDash val="solid"/>
            </a:ln>
          </p:spPr>
        </p:sp>
        <p:sp>
          <p:nvSpPr>
            <p:cNvPr id="178" name="four:scalar-input:grid-cell:177"/>
            <p:cNvSpPr>
              <a:spLocks noGrp="1"/>
            </p:cNvSpPr>
            <p:nvPr/>
          </p:nvSpPr>
          <p:spPr>
            <a:xfrm>
              <a:off x="466725" y="2733675"/>
              <a:ext cx="104966" cy="104966"/>
            </a:xfrm>
            <a:prstGeom prst="rect">
              <a:avLst/>
            </a:prstGeom>
            <a:solidFill>
              <a:srgbClr val="0072B2"/>
            </a:solidFill>
            <a:ln w="0">
              <a:noFill/>
              <a:prstDash val="solid"/>
            </a:ln>
          </p:spPr>
        </p:sp>
        <p:sp>
          <p:nvSpPr>
            <p:cNvPr id="179" name="four:scalar-input:grid-cell:178"/>
            <p:cNvSpPr>
              <a:spLocks noGrp="1"/>
            </p:cNvSpPr>
            <p:nvPr/>
          </p:nvSpPr>
          <p:spPr>
            <a:xfrm>
              <a:off x="571500" y="2733675"/>
              <a:ext cx="104966" cy="104966"/>
            </a:xfrm>
            <a:prstGeom prst="rect">
              <a:avLst/>
            </a:prstGeom>
            <a:solidFill>
              <a:srgbClr val="0072B2"/>
            </a:solidFill>
            <a:ln w="0">
              <a:noFill/>
              <a:prstDash val="solid"/>
            </a:ln>
          </p:spPr>
        </p:sp>
        <p:sp>
          <p:nvSpPr>
            <p:cNvPr id="180" name="four:scalar-input:grid-cell:179"/>
            <p:cNvSpPr>
              <a:spLocks noGrp="1"/>
            </p:cNvSpPr>
            <p:nvPr/>
          </p:nvSpPr>
          <p:spPr>
            <a:xfrm>
              <a:off x="676275" y="2733675"/>
              <a:ext cx="104966" cy="104966"/>
            </a:xfrm>
            <a:prstGeom prst="rect">
              <a:avLst/>
            </a:prstGeom>
            <a:solidFill>
              <a:srgbClr val="0072B2"/>
            </a:solidFill>
            <a:ln w="0">
              <a:noFill/>
              <a:prstDash val="solid"/>
            </a:ln>
          </p:spPr>
        </p:sp>
        <p:sp>
          <p:nvSpPr>
            <p:cNvPr id="181" name="four:scalar-input:grid-cell:180"/>
            <p:cNvSpPr>
              <a:spLocks noGrp="1"/>
            </p:cNvSpPr>
            <p:nvPr/>
          </p:nvSpPr>
          <p:spPr>
            <a:xfrm>
              <a:off x="781050" y="2733675"/>
              <a:ext cx="104966" cy="104966"/>
            </a:xfrm>
            <a:prstGeom prst="rect">
              <a:avLst/>
            </a:prstGeom>
            <a:solidFill>
              <a:srgbClr val="0072B2"/>
            </a:solidFill>
            <a:ln w="0">
              <a:noFill/>
              <a:prstDash val="solid"/>
            </a:ln>
          </p:spPr>
        </p:sp>
        <p:sp>
          <p:nvSpPr>
            <p:cNvPr id="182" name="four:scalar-input:grid-cell:181"/>
            <p:cNvSpPr>
              <a:spLocks noGrp="1"/>
            </p:cNvSpPr>
            <p:nvPr/>
          </p:nvSpPr>
          <p:spPr>
            <a:xfrm>
              <a:off x="885825" y="2733675"/>
              <a:ext cx="104966" cy="104966"/>
            </a:xfrm>
            <a:prstGeom prst="rect">
              <a:avLst/>
            </a:prstGeom>
            <a:solidFill>
              <a:srgbClr val="0072B2"/>
            </a:solidFill>
            <a:ln w="0">
              <a:noFill/>
              <a:prstDash val="solid"/>
            </a:ln>
          </p:spPr>
        </p:sp>
        <p:sp>
          <p:nvSpPr>
            <p:cNvPr id="183" name="four:scalar-input:grid-cell:182"/>
            <p:cNvSpPr>
              <a:spLocks noGrp="1"/>
            </p:cNvSpPr>
            <p:nvPr/>
          </p:nvSpPr>
          <p:spPr>
            <a:xfrm>
              <a:off x="990600" y="2733675"/>
              <a:ext cx="104966" cy="104966"/>
            </a:xfrm>
            <a:prstGeom prst="rect">
              <a:avLst/>
            </a:prstGeom>
            <a:solidFill>
              <a:srgbClr val="0072B2"/>
            </a:solidFill>
            <a:ln w="0">
              <a:noFill/>
              <a:prstDash val="solid"/>
            </a:ln>
          </p:spPr>
        </p:sp>
        <p:sp>
          <p:nvSpPr>
            <p:cNvPr id="184" name="four:scalar-input:grid-cell:183"/>
            <p:cNvSpPr>
              <a:spLocks noGrp="1"/>
            </p:cNvSpPr>
            <p:nvPr/>
          </p:nvSpPr>
          <p:spPr>
            <a:xfrm>
              <a:off x="1095375" y="2733675"/>
              <a:ext cx="104966" cy="104966"/>
            </a:xfrm>
            <a:prstGeom prst="rect">
              <a:avLst/>
            </a:prstGeom>
            <a:solidFill>
              <a:srgbClr val="0072B2"/>
            </a:solidFill>
            <a:ln w="0">
              <a:noFill/>
              <a:prstDash val="solid"/>
            </a:ln>
          </p:spPr>
        </p:sp>
        <p:sp>
          <p:nvSpPr>
            <p:cNvPr id="185" name="four:scalar-input:grid-cell:184"/>
            <p:cNvSpPr>
              <a:spLocks noGrp="1"/>
            </p:cNvSpPr>
            <p:nvPr/>
          </p:nvSpPr>
          <p:spPr>
            <a:xfrm>
              <a:off x="1200150" y="2733675"/>
              <a:ext cx="104966" cy="104966"/>
            </a:xfrm>
            <a:prstGeom prst="rect">
              <a:avLst/>
            </a:prstGeom>
            <a:solidFill>
              <a:srgbClr val="D4B4CC"/>
            </a:solidFill>
            <a:ln w="0">
              <a:noFill/>
              <a:prstDash val="solid"/>
            </a:ln>
          </p:spPr>
        </p:sp>
        <p:sp>
          <p:nvSpPr>
            <p:cNvPr id="186" name="four:scalar-input:grid-cell:185"/>
            <p:cNvSpPr>
              <a:spLocks noGrp="1"/>
            </p:cNvSpPr>
            <p:nvPr/>
          </p:nvSpPr>
          <p:spPr>
            <a:xfrm>
              <a:off x="1304925" y="2733675"/>
              <a:ext cx="104966" cy="104966"/>
            </a:xfrm>
            <a:prstGeom prst="rect">
              <a:avLst/>
            </a:prstGeom>
            <a:solidFill>
              <a:srgbClr val="D4B4CC"/>
            </a:solidFill>
            <a:ln w="0">
              <a:noFill/>
              <a:prstDash val="solid"/>
            </a:ln>
          </p:spPr>
        </p:sp>
        <p:sp>
          <p:nvSpPr>
            <p:cNvPr id="187" name="four:scalar-input:grid-cell:186"/>
            <p:cNvSpPr>
              <a:spLocks noGrp="1"/>
            </p:cNvSpPr>
            <p:nvPr/>
          </p:nvSpPr>
          <p:spPr>
            <a:xfrm>
              <a:off x="1409700" y="2733675"/>
              <a:ext cx="104966" cy="104966"/>
            </a:xfrm>
            <a:prstGeom prst="rect">
              <a:avLst/>
            </a:prstGeom>
            <a:solidFill>
              <a:srgbClr val="D4B4CC"/>
            </a:solidFill>
            <a:ln w="0">
              <a:noFill/>
              <a:prstDash val="solid"/>
            </a:ln>
          </p:spPr>
        </p:sp>
        <p:sp>
          <p:nvSpPr>
            <p:cNvPr id="188" name="four:scalar-input:grid-cell:187"/>
            <p:cNvSpPr>
              <a:spLocks noGrp="1"/>
            </p:cNvSpPr>
            <p:nvPr/>
          </p:nvSpPr>
          <p:spPr>
            <a:xfrm>
              <a:off x="1514475" y="2733675"/>
              <a:ext cx="104966" cy="104966"/>
            </a:xfrm>
            <a:prstGeom prst="rect">
              <a:avLst/>
            </a:prstGeom>
            <a:solidFill>
              <a:srgbClr val="D4B4CC"/>
            </a:solidFill>
            <a:ln w="0">
              <a:noFill/>
              <a:prstDash val="solid"/>
            </a:ln>
          </p:spPr>
        </p:sp>
        <p:sp>
          <p:nvSpPr>
            <p:cNvPr id="189" name="four:scalar-input:grid-cell:188"/>
            <p:cNvSpPr>
              <a:spLocks noGrp="1"/>
            </p:cNvSpPr>
            <p:nvPr/>
          </p:nvSpPr>
          <p:spPr>
            <a:xfrm>
              <a:off x="1619250" y="2733675"/>
              <a:ext cx="104966" cy="104966"/>
            </a:xfrm>
            <a:prstGeom prst="rect">
              <a:avLst/>
            </a:prstGeom>
            <a:solidFill>
              <a:srgbClr val="D4B4CC"/>
            </a:solidFill>
            <a:ln w="0">
              <a:noFill/>
              <a:prstDash val="solid"/>
            </a:ln>
          </p:spPr>
        </p:sp>
        <p:sp>
          <p:nvSpPr>
            <p:cNvPr id="190" name="four:scalar-input:grid-cell:189"/>
            <p:cNvSpPr>
              <a:spLocks noGrp="1"/>
            </p:cNvSpPr>
            <p:nvPr/>
          </p:nvSpPr>
          <p:spPr>
            <a:xfrm>
              <a:off x="1724025" y="2733675"/>
              <a:ext cx="104966" cy="104966"/>
            </a:xfrm>
            <a:prstGeom prst="rect">
              <a:avLst/>
            </a:prstGeom>
            <a:solidFill>
              <a:srgbClr val="D4B4CC"/>
            </a:solidFill>
            <a:ln w="0">
              <a:noFill/>
              <a:prstDash val="solid"/>
            </a:ln>
          </p:spPr>
        </p:sp>
        <p:sp>
          <p:nvSpPr>
            <p:cNvPr id="191" name="four:scalar-input:grid-cell:190"/>
            <p:cNvSpPr>
              <a:spLocks noGrp="1"/>
            </p:cNvSpPr>
            <p:nvPr/>
          </p:nvSpPr>
          <p:spPr>
            <a:xfrm>
              <a:off x="1828800" y="2733675"/>
              <a:ext cx="104966" cy="104966"/>
            </a:xfrm>
            <a:prstGeom prst="rect">
              <a:avLst/>
            </a:prstGeom>
            <a:solidFill>
              <a:srgbClr val="D4B4CC"/>
            </a:solidFill>
            <a:ln w="0">
              <a:noFill/>
              <a:prstDash val="solid"/>
            </a:ln>
          </p:spPr>
        </p:sp>
        <p:sp>
          <p:nvSpPr>
            <p:cNvPr id="192" name="four:scalar-input:grid-cell:191"/>
            <p:cNvSpPr>
              <a:spLocks noGrp="1"/>
            </p:cNvSpPr>
            <p:nvPr/>
          </p:nvSpPr>
          <p:spPr>
            <a:xfrm>
              <a:off x="1933575" y="2733675"/>
              <a:ext cx="104966" cy="104966"/>
            </a:xfrm>
            <a:prstGeom prst="rect">
              <a:avLst/>
            </a:prstGeom>
            <a:solidFill>
              <a:srgbClr val="D4B4CC"/>
            </a:solidFill>
            <a:ln w="0">
              <a:noFill/>
              <a:prstDash val="solid"/>
            </a:ln>
          </p:spPr>
        </p:sp>
        <p:sp>
          <p:nvSpPr>
            <p:cNvPr id="193" name="four:scalar-input:grid-cell:192"/>
            <p:cNvSpPr>
              <a:spLocks noGrp="1"/>
            </p:cNvSpPr>
            <p:nvPr/>
          </p:nvSpPr>
          <p:spPr>
            <a:xfrm>
              <a:off x="2038350" y="2733675"/>
              <a:ext cx="104966" cy="104966"/>
            </a:xfrm>
            <a:prstGeom prst="rect">
              <a:avLst/>
            </a:prstGeom>
            <a:solidFill>
              <a:srgbClr val="D4B4CC"/>
            </a:solidFill>
            <a:ln w="0">
              <a:noFill/>
              <a:prstDash val="solid"/>
            </a:ln>
          </p:spPr>
        </p:sp>
        <p:sp>
          <p:nvSpPr>
            <p:cNvPr id="194" name="four:scalar-input:grid-cell:193"/>
            <p:cNvSpPr>
              <a:spLocks noGrp="1"/>
            </p:cNvSpPr>
            <p:nvPr/>
          </p:nvSpPr>
          <p:spPr>
            <a:xfrm>
              <a:off x="2143125" y="2733675"/>
              <a:ext cx="104966" cy="104966"/>
            </a:xfrm>
            <a:prstGeom prst="rect">
              <a:avLst/>
            </a:prstGeom>
            <a:solidFill>
              <a:srgbClr val="D4B4CC"/>
            </a:solidFill>
            <a:ln w="0">
              <a:noFill/>
              <a:prstDash val="solid"/>
            </a:ln>
          </p:spPr>
        </p:sp>
        <p:sp>
          <p:nvSpPr>
            <p:cNvPr id="195" name="four:scalar-input:grid-cell:194"/>
            <p:cNvSpPr>
              <a:spLocks noGrp="1"/>
            </p:cNvSpPr>
            <p:nvPr/>
          </p:nvSpPr>
          <p:spPr>
            <a:xfrm>
              <a:off x="2247900" y="2733675"/>
              <a:ext cx="104966" cy="104966"/>
            </a:xfrm>
            <a:prstGeom prst="rect">
              <a:avLst/>
            </a:prstGeom>
            <a:solidFill>
              <a:srgbClr val="D4B4CC"/>
            </a:solidFill>
            <a:ln w="0">
              <a:noFill/>
              <a:prstDash val="solid"/>
            </a:ln>
          </p:spPr>
        </p:sp>
        <p:sp>
          <p:nvSpPr>
            <p:cNvPr id="196" name="four:scalar-input:grid-cell:195"/>
            <p:cNvSpPr>
              <a:spLocks noGrp="1"/>
            </p:cNvSpPr>
            <p:nvPr/>
          </p:nvSpPr>
          <p:spPr>
            <a:xfrm>
              <a:off x="2352675" y="2733675"/>
              <a:ext cx="104966" cy="104966"/>
            </a:xfrm>
            <a:prstGeom prst="rect">
              <a:avLst/>
            </a:prstGeom>
            <a:solidFill>
              <a:srgbClr val="DCE8ED"/>
            </a:solidFill>
            <a:ln w="0">
              <a:noFill/>
              <a:prstDash val="solid"/>
            </a:ln>
          </p:spPr>
        </p:sp>
        <p:sp>
          <p:nvSpPr>
            <p:cNvPr id="197" name="four:scalar-input:grid-cell:196"/>
            <p:cNvSpPr>
              <a:spLocks noGrp="1"/>
            </p:cNvSpPr>
            <p:nvPr/>
          </p:nvSpPr>
          <p:spPr>
            <a:xfrm>
              <a:off x="361950" y="2838450"/>
              <a:ext cx="104966" cy="104966"/>
            </a:xfrm>
            <a:prstGeom prst="rect">
              <a:avLst/>
            </a:prstGeom>
            <a:solidFill>
              <a:srgbClr val="0072B2"/>
            </a:solidFill>
            <a:ln w="0">
              <a:noFill/>
              <a:prstDash val="solid"/>
            </a:ln>
          </p:spPr>
        </p:sp>
        <p:sp>
          <p:nvSpPr>
            <p:cNvPr id="198" name="four:scalar-input:grid-cell:197"/>
            <p:cNvSpPr>
              <a:spLocks noGrp="1"/>
            </p:cNvSpPr>
            <p:nvPr/>
          </p:nvSpPr>
          <p:spPr>
            <a:xfrm>
              <a:off x="466725" y="2838450"/>
              <a:ext cx="104966" cy="104966"/>
            </a:xfrm>
            <a:prstGeom prst="rect">
              <a:avLst/>
            </a:prstGeom>
            <a:solidFill>
              <a:srgbClr val="0072B2"/>
            </a:solidFill>
            <a:ln w="0">
              <a:noFill/>
              <a:prstDash val="solid"/>
            </a:ln>
          </p:spPr>
        </p:sp>
        <p:sp>
          <p:nvSpPr>
            <p:cNvPr id="199" name="four:scalar-input:grid-cell:198"/>
            <p:cNvSpPr>
              <a:spLocks noGrp="1"/>
            </p:cNvSpPr>
            <p:nvPr/>
          </p:nvSpPr>
          <p:spPr>
            <a:xfrm>
              <a:off x="571500" y="2838450"/>
              <a:ext cx="104966" cy="104966"/>
            </a:xfrm>
            <a:prstGeom prst="rect">
              <a:avLst/>
            </a:prstGeom>
            <a:solidFill>
              <a:srgbClr val="0072B2"/>
            </a:solidFill>
            <a:ln w="0">
              <a:noFill/>
              <a:prstDash val="solid"/>
            </a:ln>
          </p:spPr>
        </p:sp>
        <p:sp>
          <p:nvSpPr>
            <p:cNvPr id="200" name="four:scalar-input:grid-cell:199"/>
            <p:cNvSpPr>
              <a:spLocks noGrp="1"/>
            </p:cNvSpPr>
            <p:nvPr/>
          </p:nvSpPr>
          <p:spPr>
            <a:xfrm>
              <a:off x="676275" y="2838450"/>
              <a:ext cx="104966" cy="104966"/>
            </a:xfrm>
            <a:prstGeom prst="rect">
              <a:avLst/>
            </a:prstGeom>
            <a:solidFill>
              <a:srgbClr val="0072B2"/>
            </a:solidFill>
            <a:ln w="0">
              <a:noFill/>
              <a:prstDash val="solid"/>
            </a:ln>
          </p:spPr>
        </p:sp>
        <p:sp>
          <p:nvSpPr>
            <p:cNvPr id="201" name="four:scalar-input:grid-cell:200"/>
            <p:cNvSpPr>
              <a:spLocks noGrp="1"/>
            </p:cNvSpPr>
            <p:nvPr/>
          </p:nvSpPr>
          <p:spPr>
            <a:xfrm>
              <a:off x="781050" y="2838450"/>
              <a:ext cx="104966" cy="104966"/>
            </a:xfrm>
            <a:prstGeom prst="rect">
              <a:avLst/>
            </a:prstGeom>
            <a:solidFill>
              <a:srgbClr val="0072B2"/>
            </a:solidFill>
            <a:ln w="0">
              <a:noFill/>
              <a:prstDash val="solid"/>
            </a:ln>
          </p:spPr>
        </p:sp>
        <p:sp>
          <p:nvSpPr>
            <p:cNvPr id="202" name="four:scalar-input:grid-cell:201"/>
            <p:cNvSpPr>
              <a:spLocks noGrp="1"/>
            </p:cNvSpPr>
            <p:nvPr/>
          </p:nvSpPr>
          <p:spPr>
            <a:xfrm>
              <a:off x="885825" y="2838450"/>
              <a:ext cx="104966" cy="104966"/>
            </a:xfrm>
            <a:prstGeom prst="rect">
              <a:avLst/>
            </a:prstGeom>
            <a:solidFill>
              <a:srgbClr val="0072B2"/>
            </a:solidFill>
            <a:ln w="0">
              <a:noFill/>
              <a:prstDash val="solid"/>
            </a:ln>
          </p:spPr>
        </p:sp>
        <p:sp>
          <p:nvSpPr>
            <p:cNvPr id="203" name="four:scalar-input:grid-cell:202"/>
            <p:cNvSpPr>
              <a:spLocks noGrp="1"/>
            </p:cNvSpPr>
            <p:nvPr/>
          </p:nvSpPr>
          <p:spPr>
            <a:xfrm>
              <a:off x="990600" y="2838450"/>
              <a:ext cx="104966" cy="104966"/>
            </a:xfrm>
            <a:prstGeom prst="rect">
              <a:avLst/>
            </a:prstGeom>
            <a:solidFill>
              <a:srgbClr val="0072B2"/>
            </a:solidFill>
            <a:ln w="0">
              <a:noFill/>
              <a:prstDash val="solid"/>
            </a:ln>
          </p:spPr>
        </p:sp>
        <p:sp>
          <p:nvSpPr>
            <p:cNvPr id="204" name="four:scalar-input:grid-cell:203"/>
            <p:cNvSpPr>
              <a:spLocks noGrp="1"/>
            </p:cNvSpPr>
            <p:nvPr/>
          </p:nvSpPr>
          <p:spPr>
            <a:xfrm>
              <a:off x="1095375" y="2838450"/>
              <a:ext cx="104966" cy="104966"/>
            </a:xfrm>
            <a:prstGeom prst="rect">
              <a:avLst/>
            </a:prstGeom>
            <a:solidFill>
              <a:srgbClr val="D4B4CC"/>
            </a:solidFill>
            <a:ln w="0">
              <a:noFill/>
              <a:prstDash val="solid"/>
            </a:ln>
          </p:spPr>
        </p:sp>
        <p:sp>
          <p:nvSpPr>
            <p:cNvPr id="205" name="four:scalar-input:grid-cell:204"/>
            <p:cNvSpPr>
              <a:spLocks noGrp="1"/>
            </p:cNvSpPr>
            <p:nvPr/>
          </p:nvSpPr>
          <p:spPr>
            <a:xfrm>
              <a:off x="1200150" y="2838450"/>
              <a:ext cx="104966" cy="104966"/>
            </a:xfrm>
            <a:prstGeom prst="rect">
              <a:avLst/>
            </a:prstGeom>
            <a:solidFill>
              <a:srgbClr val="D4B4CC"/>
            </a:solidFill>
            <a:ln w="0">
              <a:noFill/>
              <a:prstDash val="solid"/>
            </a:ln>
          </p:spPr>
        </p:sp>
        <p:sp>
          <p:nvSpPr>
            <p:cNvPr id="206" name="four:scalar-input:grid-cell:205"/>
            <p:cNvSpPr>
              <a:spLocks noGrp="1"/>
            </p:cNvSpPr>
            <p:nvPr/>
          </p:nvSpPr>
          <p:spPr>
            <a:xfrm>
              <a:off x="1304925" y="2838450"/>
              <a:ext cx="104966" cy="104966"/>
            </a:xfrm>
            <a:prstGeom prst="rect">
              <a:avLst/>
            </a:prstGeom>
            <a:solidFill>
              <a:srgbClr val="D4B4CC"/>
            </a:solidFill>
            <a:ln w="0">
              <a:noFill/>
              <a:prstDash val="solid"/>
            </a:ln>
          </p:spPr>
        </p:sp>
        <p:sp>
          <p:nvSpPr>
            <p:cNvPr id="207" name="four:scalar-input:grid-cell:206"/>
            <p:cNvSpPr>
              <a:spLocks noGrp="1"/>
            </p:cNvSpPr>
            <p:nvPr/>
          </p:nvSpPr>
          <p:spPr>
            <a:xfrm>
              <a:off x="1409700" y="2838450"/>
              <a:ext cx="104966" cy="104966"/>
            </a:xfrm>
            <a:prstGeom prst="rect">
              <a:avLst/>
            </a:prstGeom>
            <a:solidFill>
              <a:srgbClr val="D4B4CC"/>
            </a:solidFill>
            <a:ln w="0">
              <a:noFill/>
              <a:prstDash val="solid"/>
            </a:ln>
          </p:spPr>
        </p:sp>
        <p:sp>
          <p:nvSpPr>
            <p:cNvPr id="208" name="four:scalar-input:grid-cell:207"/>
            <p:cNvSpPr>
              <a:spLocks noGrp="1"/>
            </p:cNvSpPr>
            <p:nvPr/>
          </p:nvSpPr>
          <p:spPr>
            <a:xfrm>
              <a:off x="1514475" y="2838450"/>
              <a:ext cx="104966" cy="104966"/>
            </a:xfrm>
            <a:prstGeom prst="rect">
              <a:avLst/>
            </a:prstGeom>
            <a:solidFill>
              <a:srgbClr val="D4B4CC"/>
            </a:solidFill>
            <a:ln w="0">
              <a:noFill/>
              <a:prstDash val="solid"/>
            </a:ln>
          </p:spPr>
        </p:sp>
        <p:sp>
          <p:nvSpPr>
            <p:cNvPr id="209" name="four:scalar-input:grid-cell:208"/>
            <p:cNvSpPr>
              <a:spLocks noGrp="1"/>
            </p:cNvSpPr>
            <p:nvPr/>
          </p:nvSpPr>
          <p:spPr>
            <a:xfrm>
              <a:off x="1619250" y="2838450"/>
              <a:ext cx="104966" cy="104966"/>
            </a:xfrm>
            <a:prstGeom prst="rect">
              <a:avLst/>
            </a:prstGeom>
            <a:solidFill>
              <a:srgbClr val="D4B4CC"/>
            </a:solidFill>
            <a:ln w="0">
              <a:noFill/>
              <a:prstDash val="solid"/>
            </a:ln>
          </p:spPr>
        </p:sp>
        <p:sp>
          <p:nvSpPr>
            <p:cNvPr id="210" name="four:scalar-input:grid-cell:209"/>
            <p:cNvSpPr>
              <a:spLocks noGrp="1"/>
            </p:cNvSpPr>
            <p:nvPr/>
          </p:nvSpPr>
          <p:spPr>
            <a:xfrm>
              <a:off x="1724025" y="2838450"/>
              <a:ext cx="104966" cy="104966"/>
            </a:xfrm>
            <a:prstGeom prst="rect">
              <a:avLst/>
            </a:prstGeom>
            <a:solidFill>
              <a:srgbClr val="D4B4CC"/>
            </a:solidFill>
            <a:ln w="0">
              <a:noFill/>
              <a:prstDash val="solid"/>
            </a:ln>
          </p:spPr>
        </p:sp>
        <p:sp>
          <p:nvSpPr>
            <p:cNvPr id="211" name="four:scalar-input:grid-cell:210"/>
            <p:cNvSpPr>
              <a:spLocks noGrp="1"/>
            </p:cNvSpPr>
            <p:nvPr/>
          </p:nvSpPr>
          <p:spPr>
            <a:xfrm>
              <a:off x="1828800" y="2838450"/>
              <a:ext cx="104966" cy="104966"/>
            </a:xfrm>
            <a:prstGeom prst="rect">
              <a:avLst/>
            </a:prstGeom>
            <a:solidFill>
              <a:srgbClr val="D4B4CC"/>
            </a:solidFill>
            <a:ln w="0">
              <a:noFill/>
              <a:prstDash val="solid"/>
            </a:ln>
          </p:spPr>
        </p:sp>
        <p:sp>
          <p:nvSpPr>
            <p:cNvPr id="212" name="four:scalar-input:grid-cell:211"/>
            <p:cNvSpPr>
              <a:spLocks noGrp="1"/>
            </p:cNvSpPr>
            <p:nvPr/>
          </p:nvSpPr>
          <p:spPr>
            <a:xfrm>
              <a:off x="1933575" y="2838450"/>
              <a:ext cx="104966" cy="104966"/>
            </a:xfrm>
            <a:prstGeom prst="rect">
              <a:avLst/>
            </a:prstGeom>
            <a:solidFill>
              <a:srgbClr val="D4B4CC"/>
            </a:solidFill>
            <a:ln w="0">
              <a:noFill/>
              <a:prstDash val="solid"/>
            </a:ln>
          </p:spPr>
        </p:sp>
        <p:sp>
          <p:nvSpPr>
            <p:cNvPr id="213" name="four:scalar-input:grid-cell:212"/>
            <p:cNvSpPr>
              <a:spLocks noGrp="1"/>
            </p:cNvSpPr>
            <p:nvPr/>
          </p:nvSpPr>
          <p:spPr>
            <a:xfrm>
              <a:off x="2038350" y="2838450"/>
              <a:ext cx="104966" cy="104966"/>
            </a:xfrm>
            <a:prstGeom prst="rect">
              <a:avLst/>
            </a:prstGeom>
            <a:solidFill>
              <a:srgbClr val="DCE8ED"/>
            </a:solidFill>
            <a:ln w="0">
              <a:noFill/>
              <a:prstDash val="solid"/>
            </a:ln>
          </p:spPr>
        </p:sp>
        <p:sp>
          <p:nvSpPr>
            <p:cNvPr id="214" name="four:scalar-input:grid-cell:213"/>
            <p:cNvSpPr>
              <a:spLocks noGrp="1"/>
            </p:cNvSpPr>
            <p:nvPr/>
          </p:nvSpPr>
          <p:spPr>
            <a:xfrm>
              <a:off x="2143125" y="2838450"/>
              <a:ext cx="104966" cy="104966"/>
            </a:xfrm>
            <a:prstGeom prst="rect">
              <a:avLst/>
            </a:prstGeom>
            <a:solidFill>
              <a:srgbClr val="DCE8ED"/>
            </a:solidFill>
            <a:ln w="0">
              <a:noFill/>
              <a:prstDash val="solid"/>
            </a:ln>
          </p:spPr>
        </p:sp>
        <p:sp>
          <p:nvSpPr>
            <p:cNvPr id="215" name="four:scalar-input:grid-cell:214"/>
            <p:cNvSpPr>
              <a:spLocks noGrp="1"/>
            </p:cNvSpPr>
            <p:nvPr/>
          </p:nvSpPr>
          <p:spPr>
            <a:xfrm>
              <a:off x="2247900" y="2838450"/>
              <a:ext cx="104966" cy="104966"/>
            </a:xfrm>
            <a:prstGeom prst="rect">
              <a:avLst/>
            </a:prstGeom>
            <a:solidFill>
              <a:srgbClr val="DCE8ED"/>
            </a:solidFill>
            <a:ln w="0">
              <a:noFill/>
              <a:prstDash val="solid"/>
            </a:ln>
          </p:spPr>
        </p:sp>
        <p:sp>
          <p:nvSpPr>
            <p:cNvPr id="216" name="four:scalar-input:grid-cell:215"/>
            <p:cNvSpPr>
              <a:spLocks noGrp="1"/>
            </p:cNvSpPr>
            <p:nvPr/>
          </p:nvSpPr>
          <p:spPr>
            <a:xfrm>
              <a:off x="2352675" y="2838450"/>
              <a:ext cx="104966" cy="104966"/>
            </a:xfrm>
            <a:prstGeom prst="rect">
              <a:avLst/>
            </a:prstGeom>
            <a:solidFill>
              <a:srgbClr val="DCE8ED"/>
            </a:solidFill>
            <a:ln w="0">
              <a:noFill/>
              <a:prstDash val="solid"/>
            </a:ln>
          </p:spPr>
        </p:sp>
        <p:sp>
          <p:nvSpPr>
            <p:cNvPr id="217" name="four:scalar-input:grid-cell:216"/>
            <p:cNvSpPr>
              <a:spLocks noGrp="1"/>
            </p:cNvSpPr>
            <p:nvPr/>
          </p:nvSpPr>
          <p:spPr>
            <a:xfrm>
              <a:off x="361950" y="2943225"/>
              <a:ext cx="104966" cy="104966"/>
            </a:xfrm>
            <a:prstGeom prst="rect">
              <a:avLst/>
            </a:prstGeom>
            <a:solidFill>
              <a:srgbClr val="0072B2"/>
            </a:solidFill>
            <a:ln w="0">
              <a:noFill/>
              <a:prstDash val="solid"/>
            </a:ln>
          </p:spPr>
        </p:sp>
        <p:sp>
          <p:nvSpPr>
            <p:cNvPr id="218" name="four:scalar-input:grid-cell:217"/>
            <p:cNvSpPr>
              <a:spLocks noGrp="1"/>
            </p:cNvSpPr>
            <p:nvPr/>
          </p:nvSpPr>
          <p:spPr>
            <a:xfrm>
              <a:off x="466725" y="2943225"/>
              <a:ext cx="104966" cy="104966"/>
            </a:xfrm>
            <a:prstGeom prst="rect">
              <a:avLst/>
            </a:prstGeom>
            <a:solidFill>
              <a:srgbClr val="0072B2"/>
            </a:solidFill>
            <a:ln w="0">
              <a:noFill/>
              <a:prstDash val="solid"/>
            </a:ln>
          </p:spPr>
        </p:sp>
        <p:sp>
          <p:nvSpPr>
            <p:cNvPr id="219" name="four:scalar-input:grid-cell:218"/>
            <p:cNvSpPr>
              <a:spLocks noGrp="1"/>
            </p:cNvSpPr>
            <p:nvPr/>
          </p:nvSpPr>
          <p:spPr>
            <a:xfrm>
              <a:off x="571500" y="2943225"/>
              <a:ext cx="104966" cy="104966"/>
            </a:xfrm>
            <a:prstGeom prst="rect">
              <a:avLst/>
            </a:prstGeom>
            <a:solidFill>
              <a:srgbClr val="0072B2"/>
            </a:solidFill>
            <a:ln w="0">
              <a:noFill/>
              <a:prstDash val="solid"/>
            </a:ln>
          </p:spPr>
        </p:sp>
        <p:sp>
          <p:nvSpPr>
            <p:cNvPr id="220" name="four:scalar-input:grid-cell:219"/>
            <p:cNvSpPr>
              <a:spLocks noGrp="1"/>
            </p:cNvSpPr>
            <p:nvPr/>
          </p:nvSpPr>
          <p:spPr>
            <a:xfrm>
              <a:off x="676275" y="2943225"/>
              <a:ext cx="104966" cy="104966"/>
            </a:xfrm>
            <a:prstGeom prst="rect">
              <a:avLst/>
            </a:prstGeom>
            <a:solidFill>
              <a:srgbClr val="0072B2"/>
            </a:solidFill>
            <a:ln w="0">
              <a:noFill/>
              <a:prstDash val="solid"/>
            </a:ln>
          </p:spPr>
        </p:sp>
        <p:sp>
          <p:nvSpPr>
            <p:cNvPr id="221" name="four:scalar-input:grid-cell:220"/>
            <p:cNvSpPr>
              <a:spLocks noGrp="1"/>
            </p:cNvSpPr>
            <p:nvPr/>
          </p:nvSpPr>
          <p:spPr>
            <a:xfrm>
              <a:off x="781050" y="2943225"/>
              <a:ext cx="104966" cy="104966"/>
            </a:xfrm>
            <a:prstGeom prst="rect">
              <a:avLst/>
            </a:prstGeom>
            <a:solidFill>
              <a:srgbClr val="0072B2"/>
            </a:solidFill>
            <a:ln w="0">
              <a:noFill/>
              <a:prstDash val="solid"/>
            </a:ln>
          </p:spPr>
        </p:sp>
        <p:sp>
          <p:nvSpPr>
            <p:cNvPr id="222" name="four:scalar-input:grid-cell:221"/>
            <p:cNvSpPr>
              <a:spLocks noGrp="1"/>
            </p:cNvSpPr>
            <p:nvPr/>
          </p:nvSpPr>
          <p:spPr>
            <a:xfrm>
              <a:off x="885825" y="2943225"/>
              <a:ext cx="104966" cy="104966"/>
            </a:xfrm>
            <a:prstGeom prst="rect">
              <a:avLst/>
            </a:prstGeom>
            <a:solidFill>
              <a:srgbClr val="0072B2"/>
            </a:solidFill>
            <a:ln w="0">
              <a:noFill/>
              <a:prstDash val="solid"/>
            </a:ln>
          </p:spPr>
        </p:sp>
        <p:sp>
          <p:nvSpPr>
            <p:cNvPr id="223" name="four:scalar-input:grid-cell:222"/>
            <p:cNvSpPr>
              <a:spLocks noGrp="1"/>
            </p:cNvSpPr>
            <p:nvPr/>
          </p:nvSpPr>
          <p:spPr>
            <a:xfrm>
              <a:off x="990600" y="2943225"/>
              <a:ext cx="104966" cy="104966"/>
            </a:xfrm>
            <a:prstGeom prst="rect">
              <a:avLst/>
            </a:prstGeom>
            <a:solidFill>
              <a:srgbClr val="D4B4CC"/>
            </a:solidFill>
            <a:ln w="0">
              <a:noFill/>
              <a:prstDash val="solid"/>
            </a:ln>
          </p:spPr>
        </p:sp>
        <p:sp>
          <p:nvSpPr>
            <p:cNvPr id="224" name="four:scalar-input:grid-cell:223"/>
            <p:cNvSpPr>
              <a:spLocks noGrp="1"/>
            </p:cNvSpPr>
            <p:nvPr/>
          </p:nvSpPr>
          <p:spPr>
            <a:xfrm>
              <a:off x="1095375" y="2943225"/>
              <a:ext cx="104966" cy="104966"/>
            </a:xfrm>
            <a:prstGeom prst="rect">
              <a:avLst/>
            </a:prstGeom>
            <a:solidFill>
              <a:srgbClr val="D4B4CC"/>
            </a:solidFill>
            <a:ln w="0">
              <a:noFill/>
              <a:prstDash val="solid"/>
            </a:ln>
          </p:spPr>
        </p:sp>
        <p:sp>
          <p:nvSpPr>
            <p:cNvPr id="225" name="four:scalar-input:grid-cell:224"/>
            <p:cNvSpPr>
              <a:spLocks noGrp="1"/>
            </p:cNvSpPr>
            <p:nvPr/>
          </p:nvSpPr>
          <p:spPr>
            <a:xfrm>
              <a:off x="1200150" y="2943225"/>
              <a:ext cx="104966" cy="104966"/>
            </a:xfrm>
            <a:prstGeom prst="rect">
              <a:avLst/>
            </a:prstGeom>
            <a:solidFill>
              <a:srgbClr val="D4B4CC"/>
            </a:solidFill>
            <a:ln w="0">
              <a:noFill/>
              <a:prstDash val="solid"/>
            </a:ln>
          </p:spPr>
        </p:sp>
        <p:sp>
          <p:nvSpPr>
            <p:cNvPr id="226" name="four:scalar-input:grid-cell:225"/>
            <p:cNvSpPr>
              <a:spLocks noGrp="1"/>
            </p:cNvSpPr>
            <p:nvPr/>
          </p:nvSpPr>
          <p:spPr>
            <a:xfrm>
              <a:off x="1304925" y="2943225"/>
              <a:ext cx="104966" cy="104966"/>
            </a:xfrm>
            <a:prstGeom prst="rect">
              <a:avLst/>
            </a:prstGeom>
            <a:solidFill>
              <a:srgbClr val="D4B4CC"/>
            </a:solidFill>
            <a:ln w="0">
              <a:noFill/>
              <a:prstDash val="solid"/>
            </a:ln>
          </p:spPr>
        </p:sp>
        <p:sp>
          <p:nvSpPr>
            <p:cNvPr id="227" name="four:scalar-input:grid-cell:226"/>
            <p:cNvSpPr>
              <a:spLocks noGrp="1"/>
            </p:cNvSpPr>
            <p:nvPr/>
          </p:nvSpPr>
          <p:spPr>
            <a:xfrm>
              <a:off x="1409700" y="2943225"/>
              <a:ext cx="104966" cy="104966"/>
            </a:xfrm>
            <a:prstGeom prst="rect">
              <a:avLst/>
            </a:prstGeom>
            <a:solidFill>
              <a:srgbClr val="DCE8ED"/>
            </a:solidFill>
            <a:ln w="0">
              <a:noFill/>
              <a:prstDash val="solid"/>
            </a:ln>
          </p:spPr>
        </p:sp>
        <p:sp>
          <p:nvSpPr>
            <p:cNvPr id="228" name="four:scalar-input:grid-cell:227"/>
            <p:cNvSpPr>
              <a:spLocks noGrp="1"/>
            </p:cNvSpPr>
            <p:nvPr/>
          </p:nvSpPr>
          <p:spPr>
            <a:xfrm>
              <a:off x="1514475" y="2943225"/>
              <a:ext cx="104966" cy="104966"/>
            </a:xfrm>
            <a:prstGeom prst="rect">
              <a:avLst/>
            </a:prstGeom>
            <a:solidFill>
              <a:srgbClr val="DCE8ED"/>
            </a:solidFill>
            <a:ln w="0">
              <a:noFill/>
              <a:prstDash val="solid"/>
            </a:ln>
          </p:spPr>
        </p:sp>
        <p:sp>
          <p:nvSpPr>
            <p:cNvPr id="229" name="four:scalar-input:grid-cell:228"/>
            <p:cNvSpPr>
              <a:spLocks noGrp="1"/>
            </p:cNvSpPr>
            <p:nvPr/>
          </p:nvSpPr>
          <p:spPr>
            <a:xfrm>
              <a:off x="1619250" y="2943225"/>
              <a:ext cx="104966" cy="104966"/>
            </a:xfrm>
            <a:prstGeom prst="rect">
              <a:avLst/>
            </a:prstGeom>
            <a:solidFill>
              <a:srgbClr val="DCE8ED"/>
            </a:solidFill>
            <a:ln w="0">
              <a:noFill/>
              <a:prstDash val="solid"/>
            </a:ln>
          </p:spPr>
        </p:sp>
        <p:sp>
          <p:nvSpPr>
            <p:cNvPr id="230" name="four:scalar-input:grid-cell:229"/>
            <p:cNvSpPr>
              <a:spLocks noGrp="1"/>
            </p:cNvSpPr>
            <p:nvPr/>
          </p:nvSpPr>
          <p:spPr>
            <a:xfrm>
              <a:off x="1724025" y="2943225"/>
              <a:ext cx="104966" cy="104966"/>
            </a:xfrm>
            <a:prstGeom prst="rect">
              <a:avLst/>
            </a:prstGeom>
            <a:solidFill>
              <a:srgbClr val="DCE8ED"/>
            </a:solidFill>
            <a:ln w="0">
              <a:noFill/>
              <a:prstDash val="solid"/>
            </a:ln>
          </p:spPr>
        </p:sp>
        <p:sp>
          <p:nvSpPr>
            <p:cNvPr id="231" name="four:scalar-input:grid-cell:230"/>
            <p:cNvSpPr>
              <a:spLocks noGrp="1"/>
            </p:cNvSpPr>
            <p:nvPr/>
          </p:nvSpPr>
          <p:spPr>
            <a:xfrm>
              <a:off x="1828800" y="2943225"/>
              <a:ext cx="104966" cy="104966"/>
            </a:xfrm>
            <a:prstGeom prst="rect">
              <a:avLst/>
            </a:prstGeom>
            <a:solidFill>
              <a:srgbClr val="DCE8ED"/>
            </a:solidFill>
            <a:ln w="0">
              <a:noFill/>
              <a:prstDash val="solid"/>
            </a:ln>
          </p:spPr>
        </p:sp>
        <p:sp>
          <p:nvSpPr>
            <p:cNvPr id="232" name="four:scalar-input:grid-cell:231"/>
            <p:cNvSpPr>
              <a:spLocks noGrp="1"/>
            </p:cNvSpPr>
            <p:nvPr/>
          </p:nvSpPr>
          <p:spPr>
            <a:xfrm>
              <a:off x="1933575" y="2943225"/>
              <a:ext cx="104966" cy="104966"/>
            </a:xfrm>
            <a:prstGeom prst="rect">
              <a:avLst/>
            </a:prstGeom>
            <a:solidFill>
              <a:srgbClr val="DCE8ED"/>
            </a:solidFill>
            <a:ln w="0">
              <a:noFill/>
              <a:prstDash val="solid"/>
            </a:ln>
          </p:spPr>
        </p:sp>
        <p:sp>
          <p:nvSpPr>
            <p:cNvPr id="233" name="four:scalar-input:grid-cell:232"/>
            <p:cNvSpPr>
              <a:spLocks noGrp="1"/>
            </p:cNvSpPr>
            <p:nvPr/>
          </p:nvSpPr>
          <p:spPr>
            <a:xfrm>
              <a:off x="2038350" y="2943225"/>
              <a:ext cx="104966" cy="104966"/>
            </a:xfrm>
            <a:prstGeom prst="rect">
              <a:avLst/>
            </a:prstGeom>
            <a:solidFill>
              <a:srgbClr val="DCE8ED"/>
            </a:solidFill>
            <a:ln w="0">
              <a:noFill/>
              <a:prstDash val="solid"/>
            </a:ln>
          </p:spPr>
        </p:sp>
        <p:sp>
          <p:nvSpPr>
            <p:cNvPr id="234" name="four:scalar-input:grid-cell:233"/>
            <p:cNvSpPr>
              <a:spLocks noGrp="1"/>
            </p:cNvSpPr>
            <p:nvPr/>
          </p:nvSpPr>
          <p:spPr>
            <a:xfrm>
              <a:off x="2143125" y="2943225"/>
              <a:ext cx="104966" cy="104966"/>
            </a:xfrm>
            <a:prstGeom prst="rect">
              <a:avLst/>
            </a:prstGeom>
            <a:solidFill>
              <a:srgbClr val="DCE8ED"/>
            </a:solidFill>
            <a:ln w="0">
              <a:noFill/>
              <a:prstDash val="solid"/>
            </a:ln>
          </p:spPr>
        </p:sp>
        <p:sp>
          <p:nvSpPr>
            <p:cNvPr id="235" name="four:scalar-input:grid-cell:234"/>
            <p:cNvSpPr>
              <a:spLocks noGrp="1"/>
            </p:cNvSpPr>
            <p:nvPr/>
          </p:nvSpPr>
          <p:spPr>
            <a:xfrm>
              <a:off x="2247900" y="2943225"/>
              <a:ext cx="104966" cy="104966"/>
            </a:xfrm>
            <a:prstGeom prst="rect">
              <a:avLst/>
            </a:prstGeom>
            <a:solidFill>
              <a:srgbClr val="DCE8ED"/>
            </a:solidFill>
            <a:ln w="0">
              <a:noFill/>
              <a:prstDash val="solid"/>
            </a:ln>
          </p:spPr>
        </p:sp>
        <p:sp>
          <p:nvSpPr>
            <p:cNvPr id="236" name="four:scalar-input:grid-cell:235"/>
            <p:cNvSpPr>
              <a:spLocks noGrp="1"/>
            </p:cNvSpPr>
            <p:nvPr/>
          </p:nvSpPr>
          <p:spPr>
            <a:xfrm>
              <a:off x="2352675" y="2943225"/>
              <a:ext cx="104966" cy="104966"/>
            </a:xfrm>
            <a:prstGeom prst="rect">
              <a:avLst/>
            </a:prstGeom>
            <a:solidFill>
              <a:srgbClr val="DCE8ED"/>
            </a:solidFill>
            <a:ln w="0">
              <a:noFill/>
              <a:prstDash val="solid"/>
            </a:ln>
          </p:spPr>
        </p:sp>
        <p:sp>
          <p:nvSpPr>
            <p:cNvPr id="237" name="four:scalar-input:grid-cell:236"/>
            <p:cNvSpPr>
              <a:spLocks noGrp="1"/>
            </p:cNvSpPr>
            <p:nvPr/>
          </p:nvSpPr>
          <p:spPr>
            <a:xfrm>
              <a:off x="361950" y="3048000"/>
              <a:ext cx="104966" cy="104966"/>
            </a:xfrm>
            <a:prstGeom prst="rect">
              <a:avLst/>
            </a:prstGeom>
            <a:solidFill>
              <a:srgbClr val="0072B2"/>
            </a:solidFill>
            <a:ln w="0">
              <a:noFill/>
              <a:prstDash val="solid"/>
            </a:ln>
          </p:spPr>
        </p:sp>
        <p:sp>
          <p:nvSpPr>
            <p:cNvPr id="238" name="four:scalar-input:grid-cell:237"/>
            <p:cNvSpPr>
              <a:spLocks noGrp="1"/>
            </p:cNvSpPr>
            <p:nvPr/>
          </p:nvSpPr>
          <p:spPr>
            <a:xfrm>
              <a:off x="466725" y="3048000"/>
              <a:ext cx="104966" cy="104966"/>
            </a:xfrm>
            <a:prstGeom prst="rect">
              <a:avLst/>
            </a:prstGeom>
            <a:solidFill>
              <a:srgbClr val="0072B2"/>
            </a:solidFill>
            <a:ln w="0">
              <a:noFill/>
              <a:prstDash val="solid"/>
            </a:ln>
          </p:spPr>
        </p:sp>
        <p:sp>
          <p:nvSpPr>
            <p:cNvPr id="239" name="four:scalar-input:grid-cell:238"/>
            <p:cNvSpPr>
              <a:spLocks noGrp="1"/>
            </p:cNvSpPr>
            <p:nvPr/>
          </p:nvSpPr>
          <p:spPr>
            <a:xfrm>
              <a:off x="571500" y="3048000"/>
              <a:ext cx="104966" cy="104966"/>
            </a:xfrm>
            <a:prstGeom prst="rect">
              <a:avLst/>
            </a:prstGeom>
            <a:solidFill>
              <a:srgbClr val="0072B2"/>
            </a:solidFill>
            <a:ln w="0">
              <a:noFill/>
              <a:prstDash val="solid"/>
            </a:ln>
          </p:spPr>
        </p:sp>
        <p:sp>
          <p:nvSpPr>
            <p:cNvPr id="240" name="four:scalar-input:grid-cell:239"/>
            <p:cNvSpPr>
              <a:spLocks noGrp="1"/>
            </p:cNvSpPr>
            <p:nvPr/>
          </p:nvSpPr>
          <p:spPr>
            <a:xfrm>
              <a:off x="676275" y="3048000"/>
              <a:ext cx="104966" cy="104966"/>
            </a:xfrm>
            <a:prstGeom prst="rect">
              <a:avLst/>
            </a:prstGeom>
            <a:solidFill>
              <a:srgbClr val="0072B2"/>
            </a:solidFill>
            <a:ln w="0">
              <a:noFill/>
              <a:prstDash val="solid"/>
            </a:ln>
          </p:spPr>
        </p:sp>
        <p:sp>
          <p:nvSpPr>
            <p:cNvPr id="241" name="four:scalar-input:grid-cell:240"/>
            <p:cNvSpPr>
              <a:spLocks noGrp="1"/>
            </p:cNvSpPr>
            <p:nvPr/>
          </p:nvSpPr>
          <p:spPr>
            <a:xfrm>
              <a:off x="781050" y="3048000"/>
              <a:ext cx="104966" cy="104966"/>
            </a:xfrm>
            <a:prstGeom prst="rect">
              <a:avLst/>
            </a:prstGeom>
            <a:solidFill>
              <a:srgbClr val="0072B2"/>
            </a:solidFill>
            <a:ln w="0">
              <a:noFill/>
              <a:prstDash val="solid"/>
            </a:ln>
          </p:spPr>
        </p:sp>
        <p:sp>
          <p:nvSpPr>
            <p:cNvPr id="242" name="four:scalar-input:grid-cell:241"/>
            <p:cNvSpPr>
              <a:spLocks noGrp="1"/>
            </p:cNvSpPr>
            <p:nvPr/>
          </p:nvSpPr>
          <p:spPr>
            <a:xfrm>
              <a:off x="885825" y="3048000"/>
              <a:ext cx="104966" cy="104966"/>
            </a:xfrm>
            <a:prstGeom prst="rect">
              <a:avLst/>
            </a:prstGeom>
            <a:solidFill>
              <a:srgbClr val="D4B4CC"/>
            </a:solidFill>
            <a:ln w="0">
              <a:noFill/>
              <a:prstDash val="solid"/>
            </a:ln>
          </p:spPr>
        </p:sp>
        <p:sp>
          <p:nvSpPr>
            <p:cNvPr id="243" name="four:scalar-input:grid-cell:242"/>
            <p:cNvSpPr>
              <a:spLocks noGrp="1"/>
            </p:cNvSpPr>
            <p:nvPr/>
          </p:nvSpPr>
          <p:spPr>
            <a:xfrm>
              <a:off x="990600" y="3048000"/>
              <a:ext cx="104966" cy="104966"/>
            </a:xfrm>
            <a:prstGeom prst="rect">
              <a:avLst/>
            </a:prstGeom>
            <a:solidFill>
              <a:srgbClr val="D4B4CC"/>
            </a:solidFill>
            <a:ln w="0">
              <a:noFill/>
              <a:prstDash val="solid"/>
            </a:ln>
          </p:spPr>
        </p:sp>
        <p:sp>
          <p:nvSpPr>
            <p:cNvPr id="244" name="four:scalar-input:grid-cell:243"/>
            <p:cNvSpPr>
              <a:spLocks noGrp="1"/>
            </p:cNvSpPr>
            <p:nvPr/>
          </p:nvSpPr>
          <p:spPr>
            <a:xfrm>
              <a:off x="1095375" y="3048000"/>
              <a:ext cx="104966" cy="104966"/>
            </a:xfrm>
            <a:prstGeom prst="rect">
              <a:avLst/>
            </a:prstGeom>
            <a:solidFill>
              <a:srgbClr val="D4B4CC"/>
            </a:solidFill>
            <a:ln w="0">
              <a:noFill/>
              <a:prstDash val="solid"/>
            </a:ln>
          </p:spPr>
        </p:sp>
        <p:sp>
          <p:nvSpPr>
            <p:cNvPr id="245" name="four:scalar-input:grid-cell:244"/>
            <p:cNvSpPr>
              <a:spLocks noGrp="1"/>
            </p:cNvSpPr>
            <p:nvPr/>
          </p:nvSpPr>
          <p:spPr>
            <a:xfrm>
              <a:off x="1200150" y="3048000"/>
              <a:ext cx="104966" cy="104966"/>
            </a:xfrm>
            <a:prstGeom prst="rect">
              <a:avLst/>
            </a:prstGeom>
            <a:solidFill>
              <a:srgbClr val="DCE8ED"/>
            </a:solidFill>
            <a:ln w="0">
              <a:noFill/>
              <a:prstDash val="solid"/>
            </a:ln>
          </p:spPr>
        </p:sp>
        <p:sp>
          <p:nvSpPr>
            <p:cNvPr id="246" name="four:scalar-input:grid-cell:245"/>
            <p:cNvSpPr>
              <a:spLocks noGrp="1"/>
            </p:cNvSpPr>
            <p:nvPr/>
          </p:nvSpPr>
          <p:spPr>
            <a:xfrm>
              <a:off x="1304925" y="3048000"/>
              <a:ext cx="104966" cy="104966"/>
            </a:xfrm>
            <a:prstGeom prst="rect">
              <a:avLst/>
            </a:prstGeom>
            <a:solidFill>
              <a:srgbClr val="DCE8ED"/>
            </a:solidFill>
            <a:ln w="0">
              <a:noFill/>
              <a:prstDash val="solid"/>
            </a:ln>
          </p:spPr>
        </p:sp>
        <p:sp>
          <p:nvSpPr>
            <p:cNvPr id="247" name="four:scalar-input:grid-cell:246"/>
            <p:cNvSpPr>
              <a:spLocks noGrp="1"/>
            </p:cNvSpPr>
            <p:nvPr/>
          </p:nvSpPr>
          <p:spPr>
            <a:xfrm>
              <a:off x="1409700" y="3048000"/>
              <a:ext cx="104966" cy="104966"/>
            </a:xfrm>
            <a:prstGeom prst="rect">
              <a:avLst/>
            </a:prstGeom>
            <a:solidFill>
              <a:srgbClr val="DCE8ED"/>
            </a:solidFill>
            <a:ln w="0">
              <a:noFill/>
              <a:prstDash val="solid"/>
            </a:ln>
          </p:spPr>
        </p:sp>
        <p:sp>
          <p:nvSpPr>
            <p:cNvPr id="248" name="four:scalar-input:grid-cell:247"/>
            <p:cNvSpPr>
              <a:spLocks noGrp="1"/>
            </p:cNvSpPr>
            <p:nvPr/>
          </p:nvSpPr>
          <p:spPr>
            <a:xfrm>
              <a:off x="1514475" y="3048000"/>
              <a:ext cx="104966" cy="104966"/>
            </a:xfrm>
            <a:prstGeom prst="rect">
              <a:avLst/>
            </a:prstGeom>
            <a:solidFill>
              <a:srgbClr val="DCE8ED"/>
            </a:solidFill>
            <a:ln w="0">
              <a:noFill/>
              <a:prstDash val="solid"/>
            </a:ln>
          </p:spPr>
        </p:sp>
        <p:sp>
          <p:nvSpPr>
            <p:cNvPr id="249" name="four:scalar-input:grid-cell:248"/>
            <p:cNvSpPr>
              <a:spLocks noGrp="1"/>
            </p:cNvSpPr>
            <p:nvPr/>
          </p:nvSpPr>
          <p:spPr>
            <a:xfrm>
              <a:off x="1619250" y="3048000"/>
              <a:ext cx="104966" cy="104966"/>
            </a:xfrm>
            <a:prstGeom prst="rect">
              <a:avLst/>
            </a:prstGeom>
            <a:solidFill>
              <a:srgbClr val="81C9BA"/>
            </a:solidFill>
            <a:ln w="0">
              <a:noFill/>
              <a:prstDash val="solid"/>
            </a:ln>
          </p:spPr>
        </p:sp>
        <p:sp>
          <p:nvSpPr>
            <p:cNvPr id="250" name="four:scalar-input:grid-cell:249"/>
            <p:cNvSpPr>
              <a:spLocks noGrp="1"/>
            </p:cNvSpPr>
            <p:nvPr/>
          </p:nvSpPr>
          <p:spPr>
            <a:xfrm>
              <a:off x="1724025" y="3048000"/>
              <a:ext cx="104966" cy="104966"/>
            </a:xfrm>
            <a:prstGeom prst="rect">
              <a:avLst/>
            </a:prstGeom>
            <a:solidFill>
              <a:srgbClr val="81C9BA"/>
            </a:solidFill>
            <a:ln w="0">
              <a:noFill/>
              <a:prstDash val="solid"/>
            </a:ln>
          </p:spPr>
        </p:sp>
        <p:sp>
          <p:nvSpPr>
            <p:cNvPr id="251" name="four:scalar-input:grid-cell:250"/>
            <p:cNvSpPr>
              <a:spLocks noGrp="1"/>
            </p:cNvSpPr>
            <p:nvPr/>
          </p:nvSpPr>
          <p:spPr>
            <a:xfrm>
              <a:off x="1828800" y="3048000"/>
              <a:ext cx="104966" cy="104966"/>
            </a:xfrm>
            <a:prstGeom prst="rect">
              <a:avLst/>
            </a:prstGeom>
            <a:solidFill>
              <a:srgbClr val="81C9BA"/>
            </a:solidFill>
            <a:ln w="0">
              <a:noFill/>
              <a:prstDash val="solid"/>
            </a:ln>
          </p:spPr>
        </p:sp>
        <p:sp>
          <p:nvSpPr>
            <p:cNvPr id="252" name="four:scalar-input:grid-cell:251"/>
            <p:cNvSpPr>
              <a:spLocks noGrp="1"/>
            </p:cNvSpPr>
            <p:nvPr/>
          </p:nvSpPr>
          <p:spPr>
            <a:xfrm>
              <a:off x="1933575" y="3048000"/>
              <a:ext cx="104966" cy="104966"/>
            </a:xfrm>
            <a:prstGeom prst="rect">
              <a:avLst/>
            </a:prstGeom>
            <a:solidFill>
              <a:srgbClr val="81C9BA"/>
            </a:solidFill>
            <a:ln w="0">
              <a:noFill/>
              <a:prstDash val="solid"/>
            </a:ln>
          </p:spPr>
        </p:sp>
        <p:sp>
          <p:nvSpPr>
            <p:cNvPr id="253" name="four:scalar-input:grid-cell:252"/>
            <p:cNvSpPr>
              <a:spLocks noGrp="1"/>
            </p:cNvSpPr>
            <p:nvPr/>
          </p:nvSpPr>
          <p:spPr>
            <a:xfrm>
              <a:off x="2038350" y="3048000"/>
              <a:ext cx="104966" cy="104966"/>
            </a:xfrm>
            <a:prstGeom prst="rect">
              <a:avLst/>
            </a:prstGeom>
            <a:solidFill>
              <a:srgbClr val="81C9BA"/>
            </a:solidFill>
            <a:ln w="0">
              <a:noFill/>
              <a:prstDash val="solid"/>
            </a:ln>
          </p:spPr>
        </p:sp>
        <p:sp>
          <p:nvSpPr>
            <p:cNvPr id="254" name="four:scalar-input:grid-cell:253"/>
            <p:cNvSpPr>
              <a:spLocks noGrp="1"/>
            </p:cNvSpPr>
            <p:nvPr/>
          </p:nvSpPr>
          <p:spPr>
            <a:xfrm>
              <a:off x="2143125" y="3048000"/>
              <a:ext cx="104966" cy="104966"/>
            </a:xfrm>
            <a:prstGeom prst="rect">
              <a:avLst/>
            </a:prstGeom>
            <a:solidFill>
              <a:srgbClr val="81C9BA"/>
            </a:solidFill>
            <a:ln w="0">
              <a:noFill/>
              <a:prstDash val="solid"/>
            </a:ln>
          </p:spPr>
        </p:sp>
        <p:sp>
          <p:nvSpPr>
            <p:cNvPr id="255" name="four:scalar-input:grid-cell:254"/>
            <p:cNvSpPr>
              <a:spLocks noGrp="1"/>
            </p:cNvSpPr>
            <p:nvPr/>
          </p:nvSpPr>
          <p:spPr>
            <a:xfrm>
              <a:off x="2247900" y="3048000"/>
              <a:ext cx="104966" cy="104966"/>
            </a:xfrm>
            <a:prstGeom prst="rect">
              <a:avLst/>
            </a:prstGeom>
            <a:solidFill>
              <a:srgbClr val="DCE8ED"/>
            </a:solidFill>
            <a:ln w="0">
              <a:noFill/>
              <a:prstDash val="solid"/>
            </a:ln>
          </p:spPr>
        </p:sp>
        <p:sp>
          <p:nvSpPr>
            <p:cNvPr id="256" name="four:scalar-input:grid-cell:255"/>
            <p:cNvSpPr>
              <a:spLocks noGrp="1"/>
            </p:cNvSpPr>
            <p:nvPr/>
          </p:nvSpPr>
          <p:spPr>
            <a:xfrm>
              <a:off x="2352675" y="3048000"/>
              <a:ext cx="104966" cy="104966"/>
            </a:xfrm>
            <a:prstGeom prst="rect">
              <a:avLst/>
            </a:prstGeom>
            <a:solidFill>
              <a:srgbClr val="DCE8ED"/>
            </a:solidFill>
            <a:ln w="0">
              <a:noFill/>
              <a:prstDash val="solid"/>
            </a:ln>
          </p:spPr>
        </p:sp>
        <p:sp>
          <p:nvSpPr>
            <p:cNvPr id="257" name="four:scalar-input:grid-cell:256"/>
            <p:cNvSpPr>
              <a:spLocks noGrp="1"/>
            </p:cNvSpPr>
            <p:nvPr/>
          </p:nvSpPr>
          <p:spPr>
            <a:xfrm>
              <a:off x="361950" y="3152775"/>
              <a:ext cx="104966" cy="104966"/>
            </a:xfrm>
            <a:prstGeom prst="rect">
              <a:avLst/>
            </a:prstGeom>
            <a:solidFill>
              <a:srgbClr val="D4B4CC"/>
            </a:solidFill>
            <a:ln w="0">
              <a:noFill/>
              <a:prstDash val="solid"/>
            </a:ln>
          </p:spPr>
        </p:sp>
        <p:sp>
          <p:nvSpPr>
            <p:cNvPr id="258" name="four:scalar-input:grid-cell:257"/>
            <p:cNvSpPr>
              <a:spLocks noGrp="1"/>
            </p:cNvSpPr>
            <p:nvPr/>
          </p:nvSpPr>
          <p:spPr>
            <a:xfrm>
              <a:off x="466725" y="3152775"/>
              <a:ext cx="104966" cy="104966"/>
            </a:xfrm>
            <a:prstGeom prst="rect">
              <a:avLst/>
            </a:prstGeom>
            <a:solidFill>
              <a:srgbClr val="0072B2"/>
            </a:solidFill>
            <a:ln w="0">
              <a:noFill/>
              <a:prstDash val="solid"/>
            </a:ln>
          </p:spPr>
        </p:sp>
        <p:sp>
          <p:nvSpPr>
            <p:cNvPr id="259" name="four:scalar-input:grid-cell:258"/>
            <p:cNvSpPr>
              <a:spLocks noGrp="1"/>
            </p:cNvSpPr>
            <p:nvPr/>
          </p:nvSpPr>
          <p:spPr>
            <a:xfrm>
              <a:off x="571500" y="3152775"/>
              <a:ext cx="104966" cy="104966"/>
            </a:xfrm>
            <a:prstGeom prst="rect">
              <a:avLst/>
            </a:prstGeom>
            <a:solidFill>
              <a:srgbClr val="0072B2"/>
            </a:solidFill>
            <a:ln w="0">
              <a:noFill/>
              <a:prstDash val="solid"/>
            </a:ln>
          </p:spPr>
        </p:sp>
        <p:sp>
          <p:nvSpPr>
            <p:cNvPr id="260" name="four:scalar-input:grid-cell:259"/>
            <p:cNvSpPr>
              <a:spLocks noGrp="1"/>
            </p:cNvSpPr>
            <p:nvPr/>
          </p:nvSpPr>
          <p:spPr>
            <a:xfrm>
              <a:off x="676275" y="3152775"/>
              <a:ext cx="104966" cy="104966"/>
            </a:xfrm>
            <a:prstGeom prst="rect">
              <a:avLst/>
            </a:prstGeom>
            <a:solidFill>
              <a:srgbClr val="D4B4CC"/>
            </a:solidFill>
            <a:ln w="0">
              <a:noFill/>
              <a:prstDash val="solid"/>
            </a:ln>
          </p:spPr>
        </p:sp>
        <p:sp>
          <p:nvSpPr>
            <p:cNvPr id="261" name="four:scalar-input:grid-cell:260"/>
            <p:cNvSpPr>
              <a:spLocks noGrp="1"/>
            </p:cNvSpPr>
            <p:nvPr/>
          </p:nvSpPr>
          <p:spPr>
            <a:xfrm>
              <a:off x="781050" y="3152775"/>
              <a:ext cx="104966" cy="104966"/>
            </a:xfrm>
            <a:prstGeom prst="rect">
              <a:avLst/>
            </a:prstGeom>
            <a:solidFill>
              <a:srgbClr val="D4B4CC"/>
            </a:solidFill>
            <a:ln w="0">
              <a:noFill/>
              <a:prstDash val="solid"/>
            </a:ln>
          </p:spPr>
        </p:sp>
        <p:sp>
          <p:nvSpPr>
            <p:cNvPr id="262" name="four:scalar-input:grid-cell:261"/>
            <p:cNvSpPr>
              <a:spLocks noGrp="1"/>
            </p:cNvSpPr>
            <p:nvPr/>
          </p:nvSpPr>
          <p:spPr>
            <a:xfrm>
              <a:off x="885825" y="3152775"/>
              <a:ext cx="104966" cy="104966"/>
            </a:xfrm>
            <a:prstGeom prst="rect">
              <a:avLst/>
            </a:prstGeom>
            <a:solidFill>
              <a:srgbClr val="D4B4CC"/>
            </a:solidFill>
            <a:ln w="0">
              <a:noFill/>
              <a:prstDash val="solid"/>
            </a:ln>
          </p:spPr>
        </p:sp>
        <p:sp>
          <p:nvSpPr>
            <p:cNvPr id="263" name="four:scalar-input:grid-cell:262"/>
            <p:cNvSpPr>
              <a:spLocks noGrp="1"/>
            </p:cNvSpPr>
            <p:nvPr/>
          </p:nvSpPr>
          <p:spPr>
            <a:xfrm>
              <a:off x="990600" y="3152775"/>
              <a:ext cx="104966" cy="104966"/>
            </a:xfrm>
            <a:prstGeom prst="rect">
              <a:avLst/>
            </a:prstGeom>
            <a:solidFill>
              <a:srgbClr val="D4B4CC"/>
            </a:solidFill>
            <a:ln w="0">
              <a:noFill/>
              <a:prstDash val="solid"/>
            </a:ln>
          </p:spPr>
        </p:sp>
        <p:sp>
          <p:nvSpPr>
            <p:cNvPr id="264" name="four:scalar-input:grid-cell:263"/>
            <p:cNvSpPr>
              <a:spLocks noGrp="1"/>
            </p:cNvSpPr>
            <p:nvPr/>
          </p:nvSpPr>
          <p:spPr>
            <a:xfrm>
              <a:off x="1095375" y="3152775"/>
              <a:ext cx="104966" cy="104966"/>
            </a:xfrm>
            <a:prstGeom prst="rect">
              <a:avLst/>
            </a:prstGeom>
            <a:solidFill>
              <a:srgbClr val="DCE8ED"/>
            </a:solidFill>
            <a:ln w="0">
              <a:noFill/>
              <a:prstDash val="solid"/>
            </a:ln>
          </p:spPr>
        </p:sp>
        <p:sp>
          <p:nvSpPr>
            <p:cNvPr id="265" name="four:scalar-input:grid-cell:264"/>
            <p:cNvSpPr>
              <a:spLocks noGrp="1"/>
            </p:cNvSpPr>
            <p:nvPr/>
          </p:nvSpPr>
          <p:spPr>
            <a:xfrm>
              <a:off x="1200150" y="3152775"/>
              <a:ext cx="104966" cy="104966"/>
            </a:xfrm>
            <a:prstGeom prst="rect">
              <a:avLst/>
            </a:prstGeom>
            <a:solidFill>
              <a:srgbClr val="DCE8ED"/>
            </a:solidFill>
            <a:ln w="0">
              <a:noFill/>
              <a:prstDash val="solid"/>
            </a:ln>
          </p:spPr>
        </p:sp>
        <p:sp>
          <p:nvSpPr>
            <p:cNvPr id="266" name="four:scalar-input:grid-cell:265"/>
            <p:cNvSpPr>
              <a:spLocks noGrp="1"/>
            </p:cNvSpPr>
            <p:nvPr/>
          </p:nvSpPr>
          <p:spPr>
            <a:xfrm>
              <a:off x="1304925" y="3152775"/>
              <a:ext cx="104966" cy="104966"/>
            </a:xfrm>
            <a:prstGeom prst="rect">
              <a:avLst/>
            </a:prstGeom>
            <a:solidFill>
              <a:srgbClr val="81C9BA"/>
            </a:solidFill>
            <a:ln w="0">
              <a:noFill/>
              <a:prstDash val="solid"/>
            </a:ln>
          </p:spPr>
        </p:sp>
        <p:sp>
          <p:nvSpPr>
            <p:cNvPr id="267" name="four:scalar-input:grid-cell:266"/>
            <p:cNvSpPr>
              <a:spLocks noGrp="1"/>
            </p:cNvSpPr>
            <p:nvPr/>
          </p:nvSpPr>
          <p:spPr>
            <a:xfrm>
              <a:off x="1409700" y="3152775"/>
              <a:ext cx="104966" cy="104966"/>
            </a:xfrm>
            <a:prstGeom prst="rect">
              <a:avLst/>
            </a:prstGeom>
            <a:solidFill>
              <a:srgbClr val="81C9BA"/>
            </a:solidFill>
            <a:ln w="0">
              <a:noFill/>
              <a:prstDash val="solid"/>
            </a:ln>
          </p:spPr>
        </p:sp>
        <p:sp>
          <p:nvSpPr>
            <p:cNvPr id="268" name="four:scalar-input:grid-cell:267"/>
            <p:cNvSpPr>
              <a:spLocks noGrp="1"/>
            </p:cNvSpPr>
            <p:nvPr/>
          </p:nvSpPr>
          <p:spPr>
            <a:xfrm>
              <a:off x="1514475" y="3152775"/>
              <a:ext cx="104966" cy="104966"/>
            </a:xfrm>
            <a:prstGeom prst="rect">
              <a:avLst/>
            </a:prstGeom>
            <a:solidFill>
              <a:srgbClr val="81C9BA"/>
            </a:solidFill>
            <a:ln w="0">
              <a:noFill/>
              <a:prstDash val="solid"/>
            </a:ln>
          </p:spPr>
        </p:sp>
        <p:sp>
          <p:nvSpPr>
            <p:cNvPr id="269" name="four:scalar-input:grid-cell:268"/>
            <p:cNvSpPr>
              <a:spLocks noGrp="1"/>
            </p:cNvSpPr>
            <p:nvPr/>
          </p:nvSpPr>
          <p:spPr>
            <a:xfrm>
              <a:off x="1619250" y="3152775"/>
              <a:ext cx="104966" cy="104966"/>
            </a:xfrm>
            <a:prstGeom prst="rect">
              <a:avLst/>
            </a:prstGeom>
            <a:solidFill>
              <a:srgbClr val="81C9BA"/>
            </a:solidFill>
            <a:ln w="0">
              <a:noFill/>
              <a:prstDash val="solid"/>
            </a:ln>
          </p:spPr>
        </p:sp>
        <p:sp>
          <p:nvSpPr>
            <p:cNvPr id="270" name="four:scalar-input:grid-cell:269"/>
            <p:cNvSpPr>
              <a:spLocks noGrp="1"/>
            </p:cNvSpPr>
            <p:nvPr/>
          </p:nvSpPr>
          <p:spPr>
            <a:xfrm>
              <a:off x="1724025" y="3152775"/>
              <a:ext cx="104966" cy="104966"/>
            </a:xfrm>
            <a:prstGeom prst="rect">
              <a:avLst/>
            </a:prstGeom>
            <a:solidFill>
              <a:srgbClr val="81C9BA"/>
            </a:solidFill>
            <a:ln w="0">
              <a:noFill/>
              <a:prstDash val="solid"/>
            </a:ln>
          </p:spPr>
        </p:sp>
        <p:sp>
          <p:nvSpPr>
            <p:cNvPr id="271" name="four:scalar-input:grid-cell:270"/>
            <p:cNvSpPr>
              <a:spLocks noGrp="1"/>
            </p:cNvSpPr>
            <p:nvPr/>
          </p:nvSpPr>
          <p:spPr>
            <a:xfrm>
              <a:off x="1828800" y="3152775"/>
              <a:ext cx="104966" cy="104966"/>
            </a:xfrm>
            <a:prstGeom prst="rect">
              <a:avLst/>
            </a:prstGeom>
            <a:solidFill>
              <a:srgbClr val="81C9BA"/>
            </a:solidFill>
            <a:ln w="0">
              <a:noFill/>
              <a:prstDash val="solid"/>
            </a:ln>
          </p:spPr>
        </p:sp>
        <p:sp>
          <p:nvSpPr>
            <p:cNvPr id="272" name="four:scalar-input:grid-cell:271"/>
            <p:cNvSpPr>
              <a:spLocks noGrp="1"/>
            </p:cNvSpPr>
            <p:nvPr/>
          </p:nvSpPr>
          <p:spPr>
            <a:xfrm>
              <a:off x="1933575" y="3152775"/>
              <a:ext cx="104966" cy="104966"/>
            </a:xfrm>
            <a:prstGeom prst="rect">
              <a:avLst/>
            </a:prstGeom>
            <a:solidFill>
              <a:srgbClr val="81C9BA"/>
            </a:solidFill>
            <a:ln w="0">
              <a:noFill/>
              <a:prstDash val="solid"/>
            </a:ln>
          </p:spPr>
        </p:sp>
        <p:sp>
          <p:nvSpPr>
            <p:cNvPr id="273" name="four:scalar-input:grid-cell:272"/>
            <p:cNvSpPr>
              <a:spLocks noGrp="1"/>
            </p:cNvSpPr>
            <p:nvPr/>
          </p:nvSpPr>
          <p:spPr>
            <a:xfrm>
              <a:off x="2038350" y="3152775"/>
              <a:ext cx="104966" cy="104966"/>
            </a:xfrm>
            <a:prstGeom prst="rect">
              <a:avLst/>
            </a:prstGeom>
            <a:solidFill>
              <a:srgbClr val="81C9BA"/>
            </a:solidFill>
            <a:ln w="0">
              <a:noFill/>
              <a:prstDash val="solid"/>
            </a:ln>
          </p:spPr>
        </p:sp>
        <p:sp>
          <p:nvSpPr>
            <p:cNvPr id="274" name="four:scalar-input:grid-cell:273"/>
            <p:cNvSpPr>
              <a:spLocks noGrp="1"/>
            </p:cNvSpPr>
            <p:nvPr/>
          </p:nvSpPr>
          <p:spPr>
            <a:xfrm>
              <a:off x="2143125" y="3152775"/>
              <a:ext cx="104966" cy="104966"/>
            </a:xfrm>
            <a:prstGeom prst="rect">
              <a:avLst/>
            </a:prstGeom>
            <a:solidFill>
              <a:srgbClr val="81C9BA"/>
            </a:solidFill>
            <a:ln w="0">
              <a:noFill/>
              <a:prstDash val="solid"/>
            </a:ln>
          </p:spPr>
        </p:sp>
        <p:sp>
          <p:nvSpPr>
            <p:cNvPr id="275" name="four:scalar-input:grid-cell:274"/>
            <p:cNvSpPr>
              <a:spLocks noGrp="1"/>
            </p:cNvSpPr>
            <p:nvPr/>
          </p:nvSpPr>
          <p:spPr>
            <a:xfrm>
              <a:off x="2247900" y="3152775"/>
              <a:ext cx="104966" cy="104966"/>
            </a:xfrm>
            <a:prstGeom prst="rect">
              <a:avLst/>
            </a:prstGeom>
            <a:solidFill>
              <a:srgbClr val="81C9BA"/>
            </a:solidFill>
            <a:ln w="0">
              <a:noFill/>
              <a:prstDash val="solid"/>
            </a:ln>
          </p:spPr>
        </p:sp>
        <p:sp>
          <p:nvSpPr>
            <p:cNvPr id="276" name="four:scalar-input:grid-cell:275"/>
            <p:cNvSpPr>
              <a:spLocks noGrp="1"/>
            </p:cNvSpPr>
            <p:nvPr/>
          </p:nvSpPr>
          <p:spPr>
            <a:xfrm>
              <a:off x="2352675" y="3152775"/>
              <a:ext cx="104966" cy="104966"/>
            </a:xfrm>
            <a:prstGeom prst="rect">
              <a:avLst/>
            </a:prstGeom>
            <a:solidFill>
              <a:srgbClr val="DCE8ED"/>
            </a:solidFill>
            <a:ln w="0">
              <a:noFill/>
              <a:prstDash val="solid"/>
            </a:ln>
          </p:spPr>
        </p:sp>
        <p:sp>
          <p:nvSpPr>
            <p:cNvPr id="277" name="four:scalar-input:grid-cell:276"/>
            <p:cNvSpPr>
              <a:spLocks noGrp="1"/>
            </p:cNvSpPr>
            <p:nvPr/>
          </p:nvSpPr>
          <p:spPr>
            <a:xfrm>
              <a:off x="361950" y="3257550"/>
              <a:ext cx="104966" cy="104966"/>
            </a:xfrm>
            <a:prstGeom prst="rect">
              <a:avLst/>
            </a:prstGeom>
            <a:solidFill>
              <a:srgbClr val="D4B4CC"/>
            </a:solidFill>
            <a:ln w="0">
              <a:noFill/>
              <a:prstDash val="solid"/>
            </a:ln>
          </p:spPr>
        </p:sp>
        <p:sp>
          <p:nvSpPr>
            <p:cNvPr id="278" name="four:scalar-input:grid-cell:277"/>
            <p:cNvSpPr>
              <a:spLocks noGrp="1"/>
            </p:cNvSpPr>
            <p:nvPr/>
          </p:nvSpPr>
          <p:spPr>
            <a:xfrm>
              <a:off x="466725" y="3257550"/>
              <a:ext cx="104966" cy="104966"/>
            </a:xfrm>
            <a:prstGeom prst="rect">
              <a:avLst/>
            </a:prstGeom>
            <a:solidFill>
              <a:srgbClr val="D4B4CC"/>
            </a:solidFill>
            <a:ln w="0">
              <a:noFill/>
              <a:prstDash val="solid"/>
            </a:ln>
          </p:spPr>
        </p:sp>
        <p:sp>
          <p:nvSpPr>
            <p:cNvPr id="279" name="four:scalar-input:grid-cell:278"/>
            <p:cNvSpPr>
              <a:spLocks noGrp="1"/>
            </p:cNvSpPr>
            <p:nvPr/>
          </p:nvSpPr>
          <p:spPr>
            <a:xfrm>
              <a:off x="571500" y="3257550"/>
              <a:ext cx="104966" cy="104966"/>
            </a:xfrm>
            <a:prstGeom prst="rect">
              <a:avLst/>
            </a:prstGeom>
            <a:solidFill>
              <a:srgbClr val="D4B4CC"/>
            </a:solidFill>
            <a:ln w="0">
              <a:noFill/>
              <a:prstDash val="solid"/>
            </a:ln>
          </p:spPr>
        </p:sp>
        <p:sp>
          <p:nvSpPr>
            <p:cNvPr id="280" name="four:scalar-input:grid-cell:279"/>
            <p:cNvSpPr>
              <a:spLocks noGrp="1"/>
            </p:cNvSpPr>
            <p:nvPr/>
          </p:nvSpPr>
          <p:spPr>
            <a:xfrm>
              <a:off x="676275" y="3257550"/>
              <a:ext cx="104966" cy="104966"/>
            </a:xfrm>
            <a:prstGeom prst="rect">
              <a:avLst/>
            </a:prstGeom>
            <a:solidFill>
              <a:srgbClr val="D4B4CC"/>
            </a:solidFill>
            <a:ln w="0">
              <a:noFill/>
              <a:prstDash val="solid"/>
            </a:ln>
          </p:spPr>
        </p:sp>
        <p:sp>
          <p:nvSpPr>
            <p:cNvPr id="281" name="four:scalar-input:grid-cell:280"/>
            <p:cNvSpPr>
              <a:spLocks noGrp="1"/>
            </p:cNvSpPr>
            <p:nvPr/>
          </p:nvSpPr>
          <p:spPr>
            <a:xfrm>
              <a:off x="781050" y="3257550"/>
              <a:ext cx="104966" cy="104966"/>
            </a:xfrm>
            <a:prstGeom prst="rect">
              <a:avLst/>
            </a:prstGeom>
            <a:solidFill>
              <a:srgbClr val="D4B4CC"/>
            </a:solidFill>
            <a:ln w="0">
              <a:noFill/>
              <a:prstDash val="solid"/>
            </a:ln>
          </p:spPr>
        </p:sp>
        <p:sp>
          <p:nvSpPr>
            <p:cNvPr id="282" name="four:scalar-input:grid-cell:281"/>
            <p:cNvSpPr>
              <a:spLocks noGrp="1"/>
            </p:cNvSpPr>
            <p:nvPr/>
          </p:nvSpPr>
          <p:spPr>
            <a:xfrm>
              <a:off x="885825" y="3257550"/>
              <a:ext cx="104966" cy="104966"/>
            </a:xfrm>
            <a:prstGeom prst="rect">
              <a:avLst/>
            </a:prstGeom>
            <a:solidFill>
              <a:srgbClr val="DCE8ED"/>
            </a:solidFill>
            <a:ln w="0">
              <a:noFill/>
              <a:prstDash val="solid"/>
            </a:ln>
          </p:spPr>
        </p:sp>
        <p:sp>
          <p:nvSpPr>
            <p:cNvPr id="283" name="four:scalar-input:grid-cell:282"/>
            <p:cNvSpPr>
              <a:spLocks noGrp="1"/>
            </p:cNvSpPr>
            <p:nvPr/>
          </p:nvSpPr>
          <p:spPr>
            <a:xfrm>
              <a:off x="990600" y="3257550"/>
              <a:ext cx="104966" cy="104966"/>
            </a:xfrm>
            <a:prstGeom prst="rect">
              <a:avLst/>
            </a:prstGeom>
            <a:solidFill>
              <a:srgbClr val="DCE8ED"/>
            </a:solidFill>
            <a:ln w="0">
              <a:noFill/>
              <a:prstDash val="solid"/>
            </a:ln>
          </p:spPr>
        </p:sp>
        <p:sp>
          <p:nvSpPr>
            <p:cNvPr id="284" name="four:scalar-input:grid-cell:283"/>
            <p:cNvSpPr>
              <a:spLocks noGrp="1"/>
            </p:cNvSpPr>
            <p:nvPr/>
          </p:nvSpPr>
          <p:spPr>
            <a:xfrm>
              <a:off x="1095375" y="3257550"/>
              <a:ext cx="104966" cy="104966"/>
            </a:xfrm>
            <a:prstGeom prst="rect">
              <a:avLst/>
            </a:prstGeom>
            <a:solidFill>
              <a:srgbClr val="81C9BA"/>
            </a:solidFill>
            <a:ln w="0">
              <a:noFill/>
              <a:prstDash val="solid"/>
            </a:ln>
          </p:spPr>
        </p:sp>
        <p:sp>
          <p:nvSpPr>
            <p:cNvPr id="285" name="four:scalar-input:grid-cell:284"/>
            <p:cNvSpPr>
              <a:spLocks noGrp="1"/>
            </p:cNvSpPr>
            <p:nvPr/>
          </p:nvSpPr>
          <p:spPr>
            <a:xfrm>
              <a:off x="1200150" y="3257550"/>
              <a:ext cx="104966" cy="104966"/>
            </a:xfrm>
            <a:prstGeom prst="rect">
              <a:avLst/>
            </a:prstGeom>
            <a:solidFill>
              <a:srgbClr val="81C9BA"/>
            </a:solidFill>
            <a:ln w="0">
              <a:noFill/>
              <a:prstDash val="solid"/>
            </a:ln>
          </p:spPr>
        </p:sp>
        <p:sp>
          <p:nvSpPr>
            <p:cNvPr id="286" name="four:scalar-input:grid-cell:285"/>
            <p:cNvSpPr>
              <a:spLocks noGrp="1"/>
            </p:cNvSpPr>
            <p:nvPr/>
          </p:nvSpPr>
          <p:spPr>
            <a:xfrm>
              <a:off x="1304925" y="3257550"/>
              <a:ext cx="104966" cy="104966"/>
            </a:xfrm>
            <a:prstGeom prst="rect">
              <a:avLst/>
            </a:prstGeom>
            <a:solidFill>
              <a:srgbClr val="81C9BA"/>
            </a:solidFill>
            <a:ln w="0">
              <a:noFill/>
              <a:prstDash val="solid"/>
            </a:ln>
          </p:spPr>
        </p:sp>
        <p:sp>
          <p:nvSpPr>
            <p:cNvPr id="287" name="four:scalar-input:grid-cell:286"/>
            <p:cNvSpPr>
              <a:spLocks noGrp="1"/>
            </p:cNvSpPr>
            <p:nvPr/>
          </p:nvSpPr>
          <p:spPr>
            <a:xfrm>
              <a:off x="1409700" y="3257550"/>
              <a:ext cx="104966" cy="104966"/>
            </a:xfrm>
            <a:prstGeom prst="rect">
              <a:avLst/>
            </a:prstGeom>
            <a:solidFill>
              <a:srgbClr val="81C9BA"/>
            </a:solidFill>
            <a:ln w="0">
              <a:noFill/>
              <a:prstDash val="solid"/>
            </a:ln>
          </p:spPr>
        </p:sp>
        <p:sp>
          <p:nvSpPr>
            <p:cNvPr id="288" name="four:scalar-input:grid-cell:287"/>
            <p:cNvSpPr>
              <a:spLocks noGrp="1"/>
            </p:cNvSpPr>
            <p:nvPr/>
          </p:nvSpPr>
          <p:spPr>
            <a:xfrm>
              <a:off x="1514475" y="3257550"/>
              <a:ext cx="104966" cy="104966"/>
            </a:xfrm>
            <a:prstGeom prst="rect">
              <a:avLst/>
            </a:prstGeom>
            <a:solidFill>
              <a:srgbClr val="81C9BA"/>
            </a:solidFill>
            <a:ln w="0">
              <a:noFill/>
              <a:prstDash val="solid"/>
            </a:ln>
          </p:spPr>
        </p:sp>
        <p:sp>
          <p:nvSpPr>
            <p:cNvPr id="289" name="four:scalar-input:grid-cell:288"/>
            <p:cNvSpPr>
              <a:spLocks noGrp="1"/>
            </p:cNvSpPr>
            <p:nvPr/>
          </p:nvSpPr>
          <p:spPr>
            <a:xfrm>
              <a:off x="1619250" y="3257550"/>
              <a:ext cx="104966" cy="104966"/>
            </a:xfrm>
            <a:prstGeom prst="rect">
              <a:avLst/>
            </a:prstGeom>
            <a:solidFill>
              <a:srgbClr val="81C9BA"/>
            </a:solidFill>
            <a:ln w="0">
              <a:noFill/>
              <a:prstDash val="solid"/>
            </a:ln>
          </p:spPr>
        </p:sp>
        <p:sp>
          <p:nvSpPr>
            <p:cNvPr id="290" name="four:scalar-input:grid-cell:289"/>
            <p:cNvSpPr>
              <a:spLocks noGrp="1"/>
            </p:cNvSpPr>
            <p:nvPr/>
          </p:nvSpPr>
          <p:spPr>
            <a:xfrm>
              <a:off x="1724025" y="3257550"/>
              <a:ext cx="104966" cy="104966"/>
            </a:xfrm>
            <a:prstGeom prst="rect">
              <a:avLst/>
            </a:prstGeom>
            <a:solidFill>
              <a:srgbClr val="81C9BA"/>
            </a:solidFill>
            <a:ln w="0">
              <a:noFill/>
              <a:prstDash val="solid"/>
            </a:ln>
          </p:spPr>
        </p:sp>
        <p:sp>
          <p:nvSpPr>
            <p:cNvPr id="291" name="four:scalar-input:grid-cell:290"/>
            <p:cNvSpPr>
              <a:spLocks noGrp="1"/>
            </p:cNvSpPr>
            <p:nvPr/>
          </p:nvSpPr>
          <p:spPr>
            <a:xfrm>
              <a:off x="1828800" y="3257550"/>
              <a:ext cx="104966" cy="104966"/>
            </a:xfrm>
            <a:prstGeom prst="rect">
              <a:avLst/>
            </a:prstGeom>
            <a:solidFill>
              <a:srgbClr val="009E73"/>
            </a:solidFill>
            <a:ln w="0">
              <a:noFill/>
              <a:prstDash val="solid"/>
            </a:ln>
          </p:spPr>
        </p:sp>
        <p:sp>
          <p:nvSpPr>
            <p:cNvPr id="292" name="four:scalar-input:grid-cell:291"/>
            <p:cNvSpPr>
              <a:spLocks noGrp="1"/>
            </p:cNvSpPr>
            <p:nvPr/>
          </p:nvSpPr>
          <p:spPr>
            <a:xfrm>
              <a:off x="1933575" y="3257550"/>
              <a:ext cx="104966" cy="104966"/>
            </a:xfrm>
            <a:prstGeom prst="rect">
              <a:avLst/>
            </a:prstGeom>
            <a:solidFill>
              <a:srgbClr val="81C9BA"/>
            </a:solidFill>
            <a:ln w="0">
              <a:noFill/>
              <a:prstDash val="solid"/>
            </a:ln>
          </p:spPr>
        </p:sp>
        <p:sp>
          <p:nvSpPr>
            <p:cNvPr id="293" name="four:scalar-input:grid-cell:292"/>
            <p:cNvSpPr>
              <a:spLocks noGrp="1"/>
            </p:cNvSpPr>
            <p:nvPr/>
          </p:nvSpPr>
          <p:spPr>
            <a:xfrm>
              <a:off x="2038350" y="3257550"/>
              <a:ext cx="104966" cy="104966"/>
            </a:xfrm>
            <a:prstGeom prst="rect">
              <a:avLst/>
            </a:prstGeom>
            <a:solidFill>
              <a:srgbClr val="81C9BA"/>
            </a:solidFill>
            <a:ln w="0">
              <a:noFill/>
              <a:prstDash val="solid"/>
            </a:ln>
          </p:spPr>
        </p:sp>
        <p:sp>
          <p:nvSpPr>
            <p:cNvPr id="294" name="four:scalar-input:grid-cell:293"/>
            <p:cNvSpPr>
              <a:spLocks noGrp="1"/>
            </p:cNvSpPr>
            <p:nvPr/>
          </p:nvSpPr>
          <p:spPr>
            <a:xfrm>
              <a:off x="2143125" y="3257550"/>
              <a:ext cx="104966" cy="104966"/>
            </a:xfrm>
            <a:prstGeom prst="rect">
              <a:avLst/>
            </a:prstGeom>
            <a:solidFill>
              <a:srgbClr val="81C9BA"/>
            </a:solidFill>
            <a:ln w="0">
              <a:noFill/>
              <a:prstDash val="solid"/>
            </a:ln>
          </p:spPr>
        </p:sp>
        <p:sp>
          <p:nvSpPr>
            <p:cNvPr id="295" name="four:scalar-input:grid-cell:294"/>
            <p:cNvSpPr>
              <a:spLocks noGrp="1"/>
            </p:cNvSpPr>
            <p:nvPr/>
          </p:nvSpPr>
          <p:spPr>
            <a:xfrm>
              <a:off x="2247900" y="3257550"/>
              <a:ext cx="104966" cy="104966"/>
            </a:xfrm>
            <a:prstGeom prst="rect">
              <a:avLst/>
            </a:prstGeom>
            <a:solidFill>
              <a:srgbClr val="81C9BA"/>
            </a:solidFill>
            <a:ln w="0">
              <a:noFill/>
              <a:prstDash val="solid"/>
            </a:ln>
          </p:spPr>
        </p:sp>
        <p:sp>
          <p:nvSpPr>
            <p:cNvPr id="296" name="four:scalar-input:grid-cell:295"/>
            <p:cNvSpPr>
              <a:spLocks noGrp="1"/>
            </p:cNvSpPr>
            <p:nvPr/>
          </p:nvSpPr>
          <p:spPr>
            <a:xfrm>
              <a:off x="2352675" y="3257550"/>
              <a:ext cx="104966" cy="104966"/>
            </a:xfrm>
            <a:prstGeom prst="rect">
              <a:avLst/>
            </a:prstGeom>
            <a:solidFill>
              <a:srgbClr val="DCE8ED"/>
            </a:solidFill>
            <a:ln w="0">
              <a:noFill/>
              <a:prstDash val="solid"/>
            </a:ln>
          </p:spPr>
        </p:sp>
        <p:sp>
          <p:nvSpPr>
            <p:cNvPr id="297" name="four:scalar-input:grid-cell:296"/>
            <p:cNvSpPr>
              <a:spLocks noGrp="1"/>
            </p:cNvSpPr>
            <p:nvPr/>
          </p:nvSpPr>
          <p:spPr>
            <a:xfrm>
              <a:off x="361950" y="3362325"/>
              <a:ext cx="104966" cy="104966"/>
            </a:xfrm>
            <a:prstGeom prst="rect">
              <a:avLst/>
            </a:prstGeom>
            <a:solidFill>
              <a:srgbClr val="D4B4CC"/>
            </a:solidFill>
            <a:ln w="0">
              <a:noFill/>
              <a:prstDash val="solid"/>
            </a:ln>
          </p:spPr>
        </p:sp>
        <p:sp>
          <p:nvSpPr>
            <p:cNvPr id="298" name="four:scalar-input:grid-cell:297"/>
            <p:cNvSpPr>
              <a:spLocks noGrp="1"/>
            </p:cNvSpPr>
            <p:nvPr/>
          </p:nvSpPr>
          <p:spPr>
            <a:xfrm>
              <a:off x="466725" y="3362325"/>
              <a:ext cx="104966" cy="104966"/>
            </a:xfrm>
            <a:prstGeom prst="rect">
              <a:avLst/>
            </a:prstGeom>
            <a:solidFill>
              <a:srgbClr val="D4B4CC"/>
            </a:solidFill>
            <a:ln w="0">
              <a:noFill/>
              <a:prstDash val="solid"/>
            </a:ln>
          </p:spPr>
        </p:sp>
        <p:sp>
          <p:nvSpPr>
            <p:cNvPr id="299" name="four:scalar-input:grid-cell:298"/>
            <p:cNvSpPr>
              <a:spLocks noGrp="1"/>
            </p:cNvSpPr>
            <p:nvPr/>
          </p:nvSpPr>
          <p:spPr>
            <a:xfrm>
              <a:off x="571500" y="3362325"/>
              <a:ext cx="104966" cy="104966"/>
            </a:xfrm>
            <a:prstGeom prst="rect">
              <a:avLst/>
            </a:prstGeom>
            <a:solidFill>
              <a:srgbClr val="D4B4CC"/>
            </a:solidFill>
            <a:ln w="0">
              <a:noFill/>
              <a:prstDash val="solid"/>
            </a:ln>
          </p:spPr>
        </p:sp>
        <p:sp>
          <p:nvSpPr>
            <p:cNvPr id="300" name="four:scalar-input:grid-cell:299"/>
            <p:cNvSpPr>
              <a:spLocks noGrp="1"/>
            </p:cNvSpPr>
            <p:nvPr/>
          </p:nvSpPr>
          <p:spPr>
            <a:xfrm>
              <a:off x="676275" y="3362325"/>
              <a:ext cx="104966" cy="104966"/>
            </a:xfrm>
            <a:prstGeom prst="rect">
              <a:avLst/>
            </a:prstGeom>
            <a:solidFill>
              <a:srgbClr val="DCE8ED"/>
            </a:solidFill>
            <a:ln w="0">
              <a:noFill/>
              <a:prstDash val="solid"/>
            </a:ln>
          </p:spPr>
        </p:sp>
        <p:sp>
          <p:nvSpPr>
            <p:cNvPr id="301" name="four:scalar-input:grid-cell:300"/>
            <p:cNvSpPr>
              <a:spLocks noGrp="1"/>
            </p:cNvSpPr>
            <p:nvPr/>
          </p:nvSpPr>
          <p:spPr>
            <a:xfrm>
              <a:off x="781050" y="3362325"/>
              <a:ext cx="104966" cy="104966"/>
            </a:xfrm>
            <a:prstGeom prst="rect">
              <a:avLst/>
            </a:prstGeom>
            <a:solidFill>
              <a:srgbClr val="DCE8ED"/>
            </a:solidFill>
            <a:ln w="0">
              <a:noFill/>
              <a:prstDash val="solid"/>
            </a:ln>
          </p:spPr>
        </p:sp>
        <p:sp>
          <p:nvSpPr>
            <p:cNvPr id="302" name="four:scalar-input:grid-cell:301"/>
            <p:cNvSpPr>
              <a:spLocks noGrp="1"/>
            </p:cNvSpPr>
            <p:nvPr/>
          </p:nvSpPr>
          <p:spPr>
            <a:xfrm>
              <a:off x="885825" y="3362325"/>
              <a:ext cx="104966" cy="104966"/>
            </a:xfrm>
            <a:prstGeom prst="rect">
              <a:avLst/>
            </a:prstGeom>
            <a:solidFill>
              <a:srgbClr val="81C9BA"/>
            </a:solidFill>
            <a:ln w="0">
              <a:noFill/>
              <a:prstDash val="solid"/>
            </a:ln>
          </p:spPr>
        </p:sp>
        <p:sp>
          <p:nvSpPr>
            <p:cNvPr id="303" name="four:scalar-input:grid-cell:302"/>
            <p:cNvSpPr>
              <a:spLocks noGrp="1"/>
            </p:cNvSpPr>
            <p:nvPr/>
          </p:nvSpPr>
          <p:spPr>
            <a:xfrm>
              <a:off x="990600" y="3362325"/>
              <a:ext cx="104966" cy="104966"/>
            </a:xfrm>
            <a:prstGeom prst="rect">
              <a:avLst/>
            </a:prstGeom>
            <a:solidFill>
              <a:srgbClr val="81C9BA"/>
            </a:solidFill>
            <a:ln w="0">
              <a:noFill/>
              <a:prstDash val="solid"/>
            </a:ln>
          </p:spPr>
        </p:sp>
        <p:sp>
          <p:nvSpPr>
            <p:cNvPr id="304" name="four:scalar-input:grid-cell:303"/>
            <p:cNvSpPr>
              <a:spLocks noGrp="1"/>
            </p:cNvSpPr>
            <p:nvPr/>
          </p:nvSpPr>
          <p:spPr>
            <a:xfrm>
              <a:off x="1095375" y="3362325"/>
              <a:ext cx="104966" cy="104966"/>
            </a:xfrm>
            <a:prstGeom prst="rect">
              <a:avLst/>
            </a:prstGeom>
            <a:solidFill>
              <a:srgbClr val="81C9BA"/>
            </a:solidFill>
            <a:ln w="0">
              <a:noFill/>
              <a:prstDash val="solid"/>
            </a:ln>
          </p:spPr>
        </p:sp>
        <p:sp>
          <p:nvSpPr>
            <p:cNvPr id="305" name="four:scalar-input:grid-cell:304"/>
            <p:cNvSpPr>
              <a:spLocks noGrp="1"/>
            </p:cNvSpPr>
            <p:nvPr/>
          </p:nvSpPr>
          <p:spPr>
            <a:xfrm>
              <a:off x="1200150" y="3362325"/>
              <a:ext cx="104966" cy="104966"/>
            </a:xfrm>
            <a:prstGeom prst="rect">
              <a:avLst/>
            </a:prstGeom>
            <a:solidFill>
              <a:srgbClr val="81C9BA"/>
            </a:solidFill>
            <a:ln w="0">
              <a:noFill/>
              <a:prstDash val="solid"/>
            </a:ln>
          </p:spPr>
        </p:sp>
        <p:sp>
          <p:nvSpPr>
            <p:cNvPr id="306" name="four:scalar-input:grid-cell:305"/>
            <p:cNvSpPr>
              <a:spLocks noGrp="1"/>
            </p:cNvSpPr>
            <p:nvPr/>
          </p:nvSpPr>
          <p:spPr>
            <a:xfrm>
              <a:off x="1304925" y="3362325"/>
              <a:ext cx="104966" cy="104966"/>
            </a:xfrm>
            <a:prstGeom prst="rect">
              <a:avLst/>
            </a:prstGeom>
            <a:solidFill>
              <a:srgbClr val="81C9BA"/>
            </a:solidFill>
            <a:ln w="0">
              <a:noFill/>
              <a:prstDash val="solid"/>
            </a:ln>
          </p:spPr>
        </p:sp>
        <p:sp>
          <p:nvSpPr>
            <p:cNvPr id="307" name="four:scalar-input:grid-cell:306"/>
            <p:cNvSpPr>
              <a:spLocks noGrp="1"/>
            </p:cNvSpPr>
            <p:nvPr/>
          </p:nvSpPr>
          <p:spPr>
            <a:xfrm>
              <a:off x="1409700" y="3362325"/>
              <a:ext cx="104966" cy="104966"/>
            </a:xfrm>
            <a:prstGeom prst="rect">
              <a:avLst/>
            </a:prstGeom>
            <a:solidFill>
              <a:srgbClr val="81C9BA"/>
            </a:solidFill>
            <a:ln w="0">
              <a:noFill/>
              <a:prstDash val="solid"/>
            </a:ln>
          </p:spPr>
        </p:sp>
        <p:sp>
          <p:nvSpPr>
            <p:cNvPr id="308" name="four:scalar-input:grid-cell:307"/>
            <p:cNvSpPr>
              <a:spLocks noGrp="1"/>
            </p:cNvSpPr>
            <p:nvPr/>
          </p:nvSpPr>
          <p:spPr>
            <a:xfrm>
              <a:off x="1514475" y="3362325"/>
              <a:ext cx="104966" cy="104966"/>
            </a:xfrm>
            <a:prstGeom prst="rect">
              <a:avLst/>
            </a:prstGeom>
            <a:solidFill>
              <a:srgbClr val="81C9BA"/>
            </a:solidFill>
            <a:ln w="0">
              <a:noFill/>
              <a:prstDash val="solid"/>
            </a:ln>
          </p:spPr>
        </p:sp>
        <p:sp>
          <p:nvSpPr>
            <p:cNvPr id="309" name="four:scalar-input:grid-cell:308"/>
            <p:cNvSpPr>
              <a:spLocks noGrp="1"/>
            </p:cNvSpPr>
            <p:nvPr/>
          </p:nvSpPr>
          <p:spPr>
            <a:xfrm>
              <a:off x="1619250" y="3362325"/>
              <a:ext cx="104966" cy="104966"/>
            </a:xfrm>
            <a:prstGeom prst="rect">
              <a:avLst/>
            </a:prstGeom>
            <a:solidFill>
              <a:srgbClr val="81C9BA"/>
            </a:solidFill>
            <a:ln w="0">
              <a:noFill/>
              <a:prstDash val="solid"/>
            </a:ln>
          </p:spPr>
        </p:sp>
        <p:sp>
          <p:nvSpPr>
            <p:cNvPr id="310" name="four:scalar-input:grid-cell:309"/>
            <p:cNvSpPr>
              <a:spLocks noGrp="1"/>
            </p:cNvSpPr>
            <p:nvPr/>
          </p:nvSpPr>
          <p:spPr>
            <a:xfrm>
              <a:off x="1724025" y="3362325"/>
              <a:ext cx="104966" cy="104966"/>
            </a:xfrm>
            <a:prstGeom prst="rect">
              <a:avLst/>
            </a:prstGeom>
            <a:solidFill>
              <a:srgbClr val="009E73"/>
            </a:solidFill>
            <a:ln w="0">
              <a:noFill/>
              <a:prstDash val="solid"/>
            </a:ln>
          </p:spPr>
        </p:sp>
        <p:sp>
          <p:nvSpPr>
            <p:cNvPr id="311" name="four:scalar-input:grid-cell:310"/>
            <p:cNvSpPr>
              <a:spLocks noGrp="1"/>
            </p:cNvSpPr>
            <p:nvPr/>
          </p:nvSpPr>
          <p:spPr>
            <a:xfrm>
              <a:off x="1828800" y="3362325"/>
              <a:ext cx="104966" cy="104966"/>
            </a:xfrm>
            <a:prstGeom prst="rect">
              <a:avLst/>
            </a:prstGeom>
            <a:solidFill>
              <a:srgbClr val="009E73"/>
            </a:solidFill>
            <a:ln w="0">
              <a:noFill/>
              <a:prstDash val="solid"/>
            </a:ln>
          </p:spPr>
        </p:sp>
        <p:sp>
          <p:nvSpPr>
            <p:cNvPr id="312" name="four:scalar-input:grid-cell:311"/>
            <p:cNvSpPr>
              <a:spLocks noGrp="1"/>
            </p:cNvSpPr>
            <p:nvPr/>
          </p:nvSpPr>
          <p:spPr>
            <a:xfrm>
              <a:off x="1933575" y="3362325"/>
              <a:ext cx="104966" cy="104966"/>
            </a:xfrm>
            <a:prstGeom prst="rect">
              <a:avLst/>
            </a:prstGeom>
            <a:solidFill>
              <a:srgbClr val="009E73"/>
            </a:solidFill>
            <a:ln w="0">
              <a:noFill/>
              <a:prstDash val="solid"/>
            </a:ln>
          </p:spPr>
        </p:sp>
        <p:sp>
          <p:nvSpPr>
            <p:cNvPr id="313" name="four:scalar-input:grid-cell:312"/>
            <p:cNvSpPr>
              <a:spLocks noGrp="1"/>
            </p:cNvSpPr>
            <p:nvPr/>
          </p:nvSpPr>
          <p:spPr>
            <a:xfrm>
              <a:off x="2038350" y="3362325"/>
              <a:ext cx="104966" cy="104966"/>
            </a:xfrm>
            <a:prstGeom prst="rect">
              <a:avLst/>
            </a:prstGeom>
            <a:solidFill>
              <a:srgbClr val="009E73"/>
            </a:solidFill>
            <a:ln w="0">
              <a:noFill/>
              <a:prstDash val="solid"/>
            </a:ln>
          </p:spPr>
        </p:sp>
        <p:sp>
          <p:nvSpPr>
            <p:cNvPr id="314" name="four:scalar-input:grid-cell:313"/>
            <p:cNvSpPr>
              <a:spLocks noGrp="1"/>
            </p:cNvSpPr>
            <p:nvPr/>
          </p:nvSpPr>
          <p:spPr>
            <a:xfrm>
              <a:off x="2143125" y="3362325"/>
              <a:ext cx="104966" cy="104966"/>
            </a:xfrm>
            <a:prstGeom prst="rect">
              <a:avLst/>
            </a:prstGeom>
            <a:solidFill>
              <a:srgbClr val="81C9BA"/>
            </a:solidFill>
            <a:ln w="0">
              <a:noFill/>
              <a:prstDash val="solid"/>
            </a:ln>
          </p:spPr>
        </p:sp>
        <p:sp>
          <p:nvSpPr>
            <p:cNvPr id="315" name="four:scalar-input:grid-cell:314"/>
            <p:cNvSpPr>
              <a:spLocks noGrp="1"/>
            </p:cNvSpPr>
            <p:nvPr/>
          </p:nvSpPr>
          <p:spPr>
            <a:xfrm>
              <a:off x="2247900" y="3362325"/>
              <a:ext cx="104966" cy="104966"/>
            </a:xfrm>
            <a:prstGeom prst="rect">
              <a:avLst/>
            </a:prstGeom>
            <a:solidFill>
              <a:srgbClr val="81C9BA"/>
            </a:solidFill>
            <a:ln w="0">
              <a:noFill/>
              <a:prstDash val="solid"/>
            </a:ln>
          </p:spPr>
        </p:sp>
        <p:sp>
          <p:nvSpPr>
            <p:cNvPr id="316" name="four:scalar-input:grid-cell:315"/>
            <p:cNvSpPr>
              <a:spLocks noGrp="1"/>
            </p:cNvSpPr>
            <p:nvPr/>
          </p:nvSpPr>
          <p:spPr>
            <a:xfrm>
              <a:off x="2352675" y="3362325"/>
              <a:ext cx="104966" cy="104966"/>
            </a:xfrm>
            <a:prstGeom prst="rect">
              <a:avLst/>
            </a:prstGeom>
            <a:solidFill>
              <a:srgbClr val="81C9BA"/>
            </a:solidFill>
            <a:ln w="0">
              <a:noFill/>
              <a:prstDash val="solid"/>
            </a:ln>
          </p:spPr>
        </p:sp>
        <p:sp>
          <p:nvSpPr>
            <p:cNvPr id="317" name="four:scalar-input:grid-cell:316"/>
            <p:cNvSpPr>
              <a:spLocks noGrp="1"/>
            </p:cNvSpPr>
            <p:nvPr/>
          </p:nvSpPr>
          <p:spPr>
            <a:xfrm>
              <a:off x="361950" y="3467100"/>
              <a:ext cx="104966" cy="104966"/>
            </a:xfrm>
            <a:prstGeom prst="rect">
              <a:avLst/>
            </a:prstGeom>
            <a:solidFill>
              <a:srgbClr val="DCE8ED"/>
            </a:solidFill>
            <a:ln w="0">
              <a:noFill/>
              <a:prstDash val="solid"/>
            </a:ln>
          </p:spPr>
        </p:sp>
        <p:sp>
          <p:nvSpPr>
            <p:cNvPr id="318" name="four:scalar-input:grid-cell:317"/>
            <p:cNvSpPr>
              <a:spLocks noGrp="1"/>
            </p:cNvSpPr>
            <p:nvPr/>
          </p:nvSpPr>
          <p:spPr>
            <a:xfrm>
              <a:off x="466725" y="3467100"/>
              <a:ext cx="104966" cy="104966"/>
            </a:xfrm>
            <a:prstGeom prst="rect">
              <a:avLst/>
            </a:prstGeom>
            <a:solidFill>
              <a:srgbClr val="DCE8ED"/>
            </a:solidFill>
            <a:ln w="0">
              <a:noFill/>
              <a:prstDash val="solid"/>
            </a:ln>
          </p:spPr>
        </p:sp>
        <p:sp>
          <p:nvSpPr>
            <p:cNvPr id="319" name="four:scalar-input:grid-cell:318"/>
            <p:cNvSpPr>
              <a:spLocks noGrp="1"/>
            </p:cNvSpPr>
            <p:nvPr/>
          </p:nvSpPr>
          <p:spPr>
            <a:xfrm>
              <a:off x="571500" y="3467100"/>
              <a:ext cx="104966" cy="104966"/>
            </a:xfrm>
            <a:prstGeom prst="rect">
              <a:avLst/>
            </a:prstGeom>
            <a:solidFill>
              <a:srgbClr val="DCE8ED"/>
            </a:solidFill>
            <a:ln w="0">
              <a:noFill/>
              <a:prstDash val="solid"/>
            </a:ln>
          </p:spPr>
        </p:sp>
        <p:sp>
          <p:nvSpPr>
            <p:cNvPr id="320" name="four:scalar-input:grid-cell:319"/>
            <p:cNvSpPr>
              <a:spLocks noGrp="1"/>
            </p:cNvSpPr>
            <p:nvPr/>
          </p:nvSpPr>
          <p:spPr>
            <a:xfrm>
              <a:off x="676275" y="3467100"/>
              <a:ext cx="104966" cy="104966"/>
            </a:xfrm>
            <a:prstGeom prst="rect">
              <a:avLst/>
            </a:prstGeom>
            <a:solidFill>
              <a:srgbClr val="DCE8ED"/>
            </a:solidFill>
            <a:ln w="0">
              <a:noFill/>
              <a:prstDash val="solid"/>
            </a:ln>
          </p:spPr>
        </p:sp>
        <p:sp>
          <p:nvSpPr>
            <p:cNvPr id="321" name="four:scalar-input:grid-cell:320"/>
            <p:cNvSpPr>
              <a:spLocks noGrp="1"/>
            </p:cNvSpPr>
            <p:nvPr/>
          </p:nvSpPr>
          <p:spPr>
            <a:xfrm>
              <a:off x="781050" y="3467100"/>
              <a:ext cx="104966" cy="104966"/>
            </a:xfrm>
            <a:prstGeom prst="rect">
              <a:avLst/>
            </a:prstGeom>
            <a:solidFill>
              <a:srgbClr val="DCE8ED"/>
            </a:solidFill>
            <a:ln w="0">
              <a:noFill/>
              <a:prstDash val="solid"/>
            </a:ln>
          </p:spPr>
        </p:sp>
        <p:sp>
          <p:nvSpPr>
            <p:cNvPr id="322" name="four:scalar-input:grid-cell:321"/>
            <p:cNvSpPr>
              <a:spLocks noGrp="1"/>
            </p:cNvSpPr>
            <p:nvPr/>
          </p:nvSpPr>
          <p:spPr>
            <a:xfrm>
              <a:off x="885825" y="3467100"/>
              <a:ext cx="104966" cy="104966"/>
            </a:xfrm>
            <a:prstGeom prst="rect">
              <a:avLst/>
            </a:prstGeom>
            <a:solidFill>
              <a:srgbClr val="81C9BA"/>
            </a:solidFill>
            <a:ln w="0">
              <a:noFill/>
              <a:prstDash val="solid"/>
            </a:ln>
          </p:spPr>
        </p:sp>
        <p:sp>
          <p:nvSpPr>
            <p:cNvPr id="323" name="four:scalar-input:grid-cell:322"/>
            <p:cNvSpPr>
              <a:spLocks noGrp="1"/>
            </p:cNvSpPr>
            <p:nvPr/>
          </p:nvSpPr>
          <p:spPr>
            <a:xfrm>
              <a:off x="990600" y="3467100"/>
              <a:ext cx="104966" cy="104966"/>
            </a:xfrm>
            <a:prstGeom prst="rect">
              <a:avLst/>
            </a:prstGeom>
            <a:solidFill>
              <a:srgbClr val="81C9BA"/>
            </a:solidFill>
            <a:ln w="0">
              <a:noFill/>
              <a:prstDash val="solid"/>
            </a:ln>
          </p:spPr>
        </p:sp>
        <p:sp>
          <p:nvSpPr>
            <p:cNvPr id="324" name="four:scalar-input:grid-cell:323"/>
            <p:cNvSpPr>
              <a:spLocks noGrp="1"/>
            </p:cNvSpPr>
            <p:nvPr/>
          </p:nvSpPr>
          <p:spPr>
            <a:xfrm>
              <a:off x="1095375" y="3467100"/>
              <a:ext cx="104966" cy="104966"/>
            </a:xfrm>
            <a:prstGeom prst="rect">
              <a:avLst/>
            </a:prstGeom>
            <a:solidFill>
              <a:srgbClr val="81C9BA"/>
            </a:solidFill>
            <a:ln w="0">
              <a:noFill/>
              <a:prstDash val="solid"/>
            </a:ln>
          </p:spPr>
        </p:sp>
        <p:sp>
          <p:nvSpPr>
            <p:cNvPr id="325" name="four:scalar-input:grid-cell:324"/>
            <p:cNvSpPr>
              <a:spLocks noGrp="1"/>
            </p:cNvSpPr>
            <p:nvPr/>
          </p:nvSpPr>
          <p:spPr>
            <a:xfrm>
              <a:off x="1200150" y="3467100"/>
              <a:ext cx="104966" cy="104966"/>
            </a:xfrm>
            <a:prstGeom prst="rect">
              <a:avLst/>
            </a:prstGeom>
            <a:solidFill>
              <a:srgbClr val="81C9BA"/>
            </a:solidFill>
            <a:ln w="0">
              <a:noFill/>
              <a:prstDash val="solid"/>
            </a:ln>
          </p:spPr>
        </p:sp>
        <p:sp>
          <p:nvSpPr>
            <p:cNvPr id="326" name="four:scalar-input:grid-cell:325"/>
            <p:cNvSpPr>
              <a:spLocks noGrp="1"/>
            </p:cNvSpPr>
            <p:nvPr/>
          </p:nvSpPr>
          <p:spPr>
            <a:xfrm>
              <a:off x="1304925" y="3467100"/>
              <a:ext cx="104966" cy="104966"/>
            </a:xfrm>
            <a:prstGeom prst="rect">
              <a:avLst/>
            </a:prstGeom>
            <a:solidFill>
              <a:srgbClr val="D55E00"/>
            </a:solidFill>
            <a:ln w="0">
              <a:noFill/>
              <a:prstDash val="solid"/>
            </a:ln>
          </p:spPr>
        </p:sp>
        <p:sp>
          <p:nvSpPr>
            <p:cNvPr id="327" name="four:scalar-input:grid-cell:326"/>
            <p:cNvSpPr>
              <a:spLocks noGrp="1"/>
            </p:cNvSpPr>
            <p:nvPr/>
          </p:nvSpPr>
          <p:spPr>
            <a:xfrm>
              <a:off x="1409700" y="3467100"/>
              <a:ext cx="104966" cy="104966"/>
            </a:xfrm>
            <a:prstGeom prst="rect">
              <a:avLst/>
            </a:prstGeom>
            <a:solidFill>
              <a:srgbClr val="D55E00"/>
            </a:solidFill>
            <a:ln w="0">
              <a:noFill/>
              <a:prstDash val="solid"/>
            </a:ln>
          </p:spPr>
        </p:sp>
        <p:sp>
          <p:nvSpPr>
            <p:cNvPr id="328" name="four:scalar-input:grid-cell:327"/>
            <p:cNvSpPr>
              <a:spLocks noGrp="1"/>
            </p:cNvSpPr>
            <p:nvPr/>
          </p:nvSpPr>
          <p:spPr>
            <a:xfrm>
              <a:off x="1514475" y="3467100"/>
              <a:ext cx="104966" cy="104966"/>
            </a:xfrm>
            <a:prstGeom prst="rect">
              <a:avLst/>
            </a:prstGeom>
            <a:solidFill>
              <a:srgbClr val="81C9BA"/>
            </a:solidFill>
            <a:ln w="0">
              <a:noFill/>
              <a:prstDash val="solid"/>
            </a:ln>
          </p:spPr>
        </p:sp>
        <p:sp>
          <p:nvSpPr>
            <p:cNvPr id="329" name="four:scalar-input:grid-cell:328"/>
            <p:cNvSpPr>
              <a:spLocks noGrp="1"/>
            </p:cNvSpPr>
            <p:nvPr/>
          </p:nvSpPr>
          <p:spPr>
            <a:xfrm>
              <a:off x="1619250" y="3467100"/>
              <a:ext cx="104966" cy="104966"/>
            </a:xfrm>
            <a:prstGeom prst="rect">
              <a:avLst/>
            </a:prstGeom>
            <a:solidFill>
              <a:srgbClr val="009E73"/>
            </a:solidFill>
            <a:ln w="0">
              <a:noFill/>
              <a:prstDash val="solid"/>
            </a:ln>
          </p:spPr>
        </p:sp>
        <p:sp>
          <p:nvSpPr>
            <p:cNvPr id="330" name="four:scalar-input:grid-cell:329"/>
            <p:cNvSpPr>
              <a:spLocks noGrp="1"/>
            </p:cNvSpPr>
            <p:nvPr/>
          </p:nvSpPr>
          <p:spPr>
            <a:xfrm>
              <a:off x="1724025" y="3467100"/>
              <a:ext cx="104966" cy="104966"/>
            </a:xfrm>
            <a:prstGeom prst="rect">
              <a:avLst/>
            </a:prstGeom>
            <a:solidFill>
              <a:srgbClr val="009E73"/>
            </a:solidFill>
            <a:ln w="0">
              <a:noFill/>
              <a:prstDash val="solid"/>
            </a:ln>
          </p:spPr>
        </p:sp>
        <p:sp>
          <p:nvSpPr>
            <p:cNvPr id="331" name="four:scalar-input:grid-cell:330"/>
            <p:cNvSpPr>
              <a:spLocks noGrp="1"/>
            </p:cNvSpPr>
            <p:nvPr/>
          </p:nvSpPr>
          <p:spPr>
            <a:xfrm>
              <a:off x="1828800" y="3467100"/>
              <a:ext cx="104966" cy="104966"/>
            </a:xfrm>
            <a:prstGeom prst="rect">
              <a:avLst/>
            </a:prstGeom>
            <a:solidFill>
              <a:srgbClr val="009E73"/>
            </a:solidFill>
            <a:ln w="0">
              <a:noFill/>
              <a:prstDash val="solid"/>
            </a:ln>
          </p:spPr>
        </p:sp>
        <p:sp>
          <p:nvSpPr>
            <p:cNvPr id="332" name="four:scalar-input:grid-cell:331"/>
            <p:cNvSpPr>
              <a:spLocks noGrp="1"/>
            </p:cNvSpPr>
            <p:nvPr/>
          </p:nvSpPr>
          <p:spPr>
            <a:xfrm>
              <a:off x="1933575" y="3467100"/>
              <a:ext cx="104966" cy="104966"/>
            </a:xfrm>
            <a:prstGeom prst="rect">
              <a:avLst/>
            </a:prstGeom>
            <a:solidFill>
              <a:srgbClr val="009E73"/>
            </a:solidFill>
            <a:ln w="0">
              <a:noFill/>
              <a:prstDash val="solid"/>
            </a:ln>
          </p:spPr>
        </p:sp>
        <p:sp>
          <p:nvSpPr>
            <p:cNvPr id="333" name="four:scalar-input:grid-cell:332"/>
            <p:cNvSpPr>
              <a:spLocks noGrp="1"/>
            </p:cNvSpPr>
            <p:nvPr/>
          </p:nvSpPr>
          <p:spPr>
            <a:xfrm>
              <a:off x="2038350" y="3467100"/>
              <a:ext cx="104966" cy="104966"/>
            </a:xfrm>
            <a:prstGeom prst="rect">
              <a:avLst/>
            </a:prstGeom>
            <a:solidFill>
              <a:srgbClr val="009E73"/>
            </a:solidFill>
            <a:ln w="0">
              <a:noFill/>
              <a:prstDash val="solid"/>
            </a:ln>
          </p:spPr>
        </p:sp>
        <p:sp>
          <p:nvSpPr>
            <p:cNvPr id="334" name="four:scalar-input:grid-cell:333"/>
            <p:cNvSpPr>
              <a:spLocks noGrp="1"/>
            </p:cNvSpPr>
            <p:nvPr/>
          </p:nvSpPr>
          <p:spPr>
            <a:xfrm>
              <a:off x="2143125" y="3467100"/>
              <a:ext cx="104966" cy="104966"/>
            </a:xfrm>
            <a:prstGeom prst="rect">
              <a:avLst/>
            </a:prstGeom>
            <a:solidFill>
              <a:srgbClr val="81C9BA"/>
            </a:solidFill>
            <a:ln w="0">
              <a:noFill/>
              <a:prstDash val="solid"/>
            </a:ln>
          </p:spPr>
        </p:sp>
        <p:sp>
          <p:nvSpPr>
            <p:cNvPr id="335" name="four:scalar-input:grid-cell:334"/>
            <p:cNvSpPr>
              <a:spLocks noGrp="1"/>
            </p:cNvSpPr>
            <p:nvPr/>
          </p:nvSpPr>
          <p:spPr>
            <a:xfrm>
              <a:off x="2247900" y="3467100"/>
              <a:ext cx="104966" cy="104966"/>
            </a:xfrm>
            <a:prstGeom prst="rect">
              <a:avLst/>
            </a:prstGeom>
            <a:solidFill>
              <a:srgbClr val="81C9BA"/>
            </a:solidFill>
            <a:ln w="0">
              <a:noFill/>
              <a:prstDash val="solid"/>
            </a:ln>
          </p:spPr>
        </p:sp>
        <p:sp>
          <p:nvSpPr>
            <p:cNvPr id="336" name="four:scalar-input:grid-cell:335"/>
            <p:cNvSpPr>
              <a:spLocks noGrp="1"/>
            </p:cNvSpPr>
            <p:nvPr/>
          </p:nvSpPr>
          <p:spPr>
            <a:xfrm>
              <a:off x="2352675" y="3467100"/>
              <a:ext cx="104966" cy="104966"/>
            </a:xfrm>
            <a:prstGeom prst="rect">
              <a:avLst/>
            </a:prstGeom>
            <a:solidFill>
              <a:srgbClr val="81C9BA"/>
            </a:solidFill>
            <a:ln w="0">
              <a:noFill/>
              <a:prstDash val="solid"/>
            </a:ln>
          </p:spPr>
        </p:sp>
        <p:sp>
          <p:nvSpPr>
            <p:cNvPr id="337" name="four:scalar-input:grid-cell:336"/>
            <p:cNvSpPr>
              <a:spLocks noGrp="1"/>
            </p:cNvSpPr>
            <p:nvPr/>
          </p:nvSpPr>
          <p:spPr>
            <a:xfrm>
              <a:off x="361950" y="3571875"/>
              <a:ext cx="104966" cy="104966"/>
            </a:xfrm>
            <a:prstGeom prst="rect">
              <a:avLst/>
            </a:prstGeom>
            <a:solidFill>
              <a:srgbClr val="DCE8ED"/>
            </a:solidFill>
            <a:ln w="0">
              <a:noFill/>
              <a:prstDash val="solid"/>
            </a:ln>
          </p:spPr>
        </p:sp>
        <p:sp>
          <p:nvSpPr>
            <p:cNvPr id="338" name="four:scalar-input:grid-cell:337"/>
            <p:cNvSpPr>
              <a:spLocks noGrp="1"/>
            </p:cNvSpPr>
            <p:nvPr/>
          </p:nvSpPr>
          <p:spPr>
            <a:xfrm>
              <a:off x="466725" y="3571875"/>
              <a:ext cx="104966" cy="104966"/>
            </a:xfrm>
            <a:prstGeom prst="rect">
              <a:avLst/>
            </a:prstGeom>
            <a:solidFill>
              <a:srgbClr val="DCE8ED"/>
            </a:solidFill>
            <a:ln w="0">
              <a:noFill/>
              <a:prstDash val="solid"/>
            </a:ln>
          </p:spPr>
        </p:sp>
        <p:sp>
          <p:nvSpPr>
            <p:cNvPr id="339" name="four:scalar-input:grid-cell:338"/>
            <p:cNvSpPr>
              <a:spLocks noGrp="1"/>
            </p:cNvSpPr>
            <p:nvPr/>
          </p:nvSpPr>
          <p:spPr>
            <a:xfrm>
              <a:off x="571500" y="3571875"/>
              <a:ext cx="104966" cy="104966"/>
            </a:xfrm>
            <a:prstGeom prst="rect">
              <a:avLst/>
            </a:prstGeom>
            <a:solidFill>
              <a:srgbClr val="DCE8ED"/>
            </a:solidFill>
            <a:ln w="0">
              <a:noFill/>
              <a:prstDash val="solid"/>
            </a:ln>
          </p:spPr>
        </p:sp>
        <p:sp>
          <p:nvSpPr>
            <p:cNvPr id="340" name="four:scalar-input:grid-cell:339"/>
            <p:cNvSpPr>
              <a:spLocks noGrp="1"/>
            </p:cNvSpPr>
            <p:nvPr/>
          </p:nvSpPr>
          <p:spPr>
            <a:xfrm>
              <a:off x="676275" y="3571875"/>
              <a:ext cx="104966" cy="104966"/>
            </a:xfrm>
            <a:prstGeom prst="rect">
              <a:avLst/>
            </a:prstGeom>
            <a:solidFill>
              <a:srgbClr val="DCE8ED"/>
            </a:solidFill>
            <a:ln w="0">
              <a:noFill/>
              <a:prstDash val="solid"/>
            </a:ln>
          </p:spPr>
        </p:sp>
        <p:sp>
          <p:nvSpPr>
            <p:cNvPr id="341" name="four:scalar-input:grid-cell:340"/>
            <p:cNvSpPr>
              <a:spLocks noGrp="1"/>
            </p:cNvSpPr>
            <p:nvPr/>
          </p:nvSpPr>
          <p:spPr>
            <a:xfrm>
              <a:off x="781050" y="3571875"/>
              <a:ext cx="104966" cy="104966"/>
            </a:xfrm>
            <a:prstGeom prst="rect">
              <a:avLst/>
            </a:prstGeom>
            <a:solidFill>
              <a:srgbClr val="81C9BA"/>
            </a:solidFill>
            <a:ln w="0">
              <a:noFill/>
              <a:prstDash val="solid"/>
            </a:ln>
          </p:spPr>
        </p:sp>
        <p:sp>
          <p:nvSpPr>
            <p:cNvPr id="342" name="four:scalar-input:grid-cell:341"/>
            <p:cNvSpPr>
              <a:spLocks noGrp="1"/>
            </p:cNvSpPr>
            <p:nvPr/>
          </p:nvSpPr>
          <p:spPr>
            <a:xfrm>
              <a:off x="885825" y="3571875"/>
              <a:ext cx="104966" cy="104966"/>
            </a:xfrm>
            <a:prstGeom prst="rect">
              <a:avLst/>
            </a:prstGeom>
            <a:solidFill>
              <a:srgbClr val="81C9BA"/>
            </a:solidFill>
            <a:ln w="0">
              <a:noFill/>
              <a:prstDash val="solid"/>
            </a:ln>
          </p:spPr>
        </p:sp>
        <p:sp>
          <p:nvSpPr>
            <p:cNvPr id="343" name="four:scalar-input:grid-cell:342"/>
            <p:cNvSpPr>
              <a:spLocks noGrp="1"/>
            </p:cNvSpPr>
            <p:nvPr/>
          </p:nvSpPr>
          <p:spPr>
            <a:xfrm>
              <a:off x="990600" y="3571875"/>
              <a:ext cx="104966" cy="104966"/>
            </a:xfrm>
            <a:prstGeom prst="rect">
              <a:avLst/>
            </a:prstGeom>
            <a:solidFill>
              <a:srgbClr val="81C9BA"/>
            </a:solidFill>
            <a:ln w="0">
              <a:noFill/>
              <a:prstDash val="solid"/>
            </a:ln>
          </p:spPr>
        </p:sp>
        <p:sp>
          <p:nvSpPr>
            <p:cNvPr id="344" name="four:scalar-input:grid-cell:343"/>
            <p:cNvSpPr>
              <a:spLocks noGrp="1"/>
            </p:cNvSpPr>
            <p:nvPr/>
          </p:nvSpPr>
          <p:spPr>
            <a:xfrm>
              <a:off x="1095375" y="3571875"/>
              <a:ext cx="104966" cy="104966"/>
            </a:xfrm>
            <a:prstGeom prst="rect">
              <a:avLst/>
            </a:prstGeom>
            <a:solidFill>
              <a:srgbClr val="81C9BA"/>
            </a:solidFill>
            <a:ln w="0">
              <a:noFill/>
              <a:prstDash val="solid"/>
            </a:ln>
          </p:spPr>
        </p:sp>
        <p:sp>
          <p:nvSpPr>
            <p:cNvPr id="345" name="four:scalar-input:grid-cell:344"/>
            <p:cNvSpPr>
              <a:spLocks noGrp="1"/>
            </p:cNvSpPr>
            <p:nvPr/>
          </p:nvSpPr>
          <p:spPr>
            <a:xfrm>
              <a:off x="1200150" y="3571875"/>
              <a:ext cx="104966" cy="104966"/>
            </a:xfrm>
            <a:prstGeom prst="rect">
              <a:avLst/>
            </a:prstGeom>
            <a:solidFill>
              <a:srgbClr val="D55E00"/>
            </a:solidFill>
            <a:ln w="0">
              <a:noFill/>
              <a:prstDash val="solid"/>
            </a:ln>
          </p:spPr>
        </p:sp>
        <p:sp>
          <p:nvSpPr>
            <p:cNvPr id="346" name="four:scalar-input:grid-cell:345"/>
            <p:cNvSpPr>
              <a:spLocks noGrp="1"/>
            </p:cNvSpPr>
            <p:nvPr/>
          </p:nvSpPr>
          <p:spPr>
            <a:xfrm>
              <a:off x="1304925" y="3571875"/>
              <a:ext cx="104966" cy="104966"/>
            </a:xfrm>
            <a:prstGeom prst="rect">
              <a:avLst/>
            </a:prstGeom>
            <a:solidFill>
              <a:srgbClr val="D55E00"/>
            </a:solidFill>
            <a:ln w="0">
              <a:noFill/>
              <a:prstDash val="solid"/>
            </a:ln>
          </p:spPr>
        </p:sp>
        <p:sp>
          <p:nvSpPr>
            <p:cNvPr id="347" name="four:scalar-input:grid-cell:346"/>
            <p:cNvSpPr>
              <a:spLocks noGrp="1"/>
            </p:cNvSpPr>
            <p:nvPr/>
          </p:nvSpPr>
          <p:spPr>
            <a:xfrm>
              <a:off x="1409700" y="3571875"/>
              <a:ext cx="104966" cy="104966"/>
            </a:xfrm>
            <a:prstGeom prst="rect">
              <a:avLst/>
            </a:prstGeom>
            <a:solidFill>
              <a:srgbClr val="D55E00"/>
            </a:solidFill>
            <a:ln w="0">
              <a:noFill/>
              <a:prstDash val="solid"/>
            </a:ln>
          </p:spPr>
        </p:sp>
        <p:sp>
          <p:nvSpPr>
            <p:cNvPr id="348" name="four:scalar-input:grid-cell:347"/>
            <p:cNvSpPr>
              <a:spLocks noGrp="1"/>
            </p:cNvSpPr>
            <p:nvPr/>
          </p:nvSpPr>
          <p:spPr>
            <a:xfrm>
              <a:off x="1514475" y="3571875"/>
              <a:ext cx="104966" cy="104966"/>
            </a:xfrm>
            <a:prstGeom prst="rect">
              <a:avLst/>
            </a:prstGeom>
            <a:solidFill>
              <a:srgbClr val="D55E00"/>
            </a:solidFill>
            <a:ln w="0">
              <a:noFill/>
              <a:prstDash val="solid"/>
            </a:ln>
          </p:spPr>
        </p:sp>
        <p:sp>
          <p:nvSpPr>
            <p:cNvPr id="349" name="four:scalar-input:grid-cell:348"/>
            <p:cNvSpPr>
              <a:spLocks noGrp="1"/>
            </p:cNvSpPr>
            <p:nvPr/>
          </p:nvSpPr>
          <p:spPr>
            <a:xfrm>
              <a:off x="1619250" y="3571875"/>
              <a:ext cx="104966" cy="104966"/>
            </a:xfrm>
            <a:prstGeom prst="rect">
              <a:avLst/>
            </a:prstGeom>
            <a:solidFill>
              <a:srgbClr val="81C9BA"/>
            </a:solidFill>
            <a:ln w="0">
              <a:noFill/>
              <a:prstDash val="solid"/>
            </a:ln>
          </p:spPr>
        </p:sp>
        <p:sp>
          <p:nvSpPr>
            <p:cNvPr id="350" name="four:scalar-input:grid-cell:349"/>
            <p:cNvSpPr>
              <a:spLocks noGrp="1"/>
            </p:cNvSpPr>
            <p:nvPr/>
          </p:nvSpPr>
          <p:spPr>
            <a:xfrm>
              <a:off x="1724025" y="3571875"/>
              <a:ext cx="104966" cy="104966"/>
            </a:xfrm>
            <a:prstGeom prst="rect">
              <a:avLst/>
            </a:prstGeom>
            <a:solidFill>
              <a:srgbClr val="009E73"/>
            </a:solidFill>
            <a:ln w="0">
              <a:noFill/>
              <a:prstDash val="solid"/>
            </a:ln>
          </p:spPr>
        </p:sp>
        <p:sp>
          <p:nvSpPr>
            <p:cNvPr id="351" name="four:scalar-input:grid-cell:350"/>
            <p:cNvSpPr>
              <a:spLocks noGrp="1"/>
            </p:cNvSpPr>
            <p:nvPr/>
          </p:nvSpPr>
          <p:spPr>
            <a:xfrm>
              <a:off x="1828800" y="3571875"/>
              <a:ext cx="104966" cy="104966"/>
            </a:xfrm>
            <a:prstGeom prst="rect">
              <a:avLst/>
            </a:prstGeom>
            <a:solidFill>
              <a:srgbClr val="009E73"/>
            </a:solidFill>
            <a:ln w="0">
              <a:noFill/>
              <a:prstDash val="solid"/>
            </a:ln>
          </p:spPr>
        </p:sp>
        <p:sp>
          <p:nvSpPr>
            <p:cNvPr id="352" name="four:scalar-input:grid-cell:351"/>
            <p:cNvSpPr>
              <a:spLocks noGrp="1"/>
            </p:cNvSpPr>
            <p:nvPr/>
          </p:nvSpPr>
          <p:spPr>
            <a:xfrm>
              <a:off x="1933575" y="3571875"/>
              <a:ext cx="104966" cy="104966"/>
            </a:xfrm>
            <a:prstGeom prst="rect">
              <a:avLst/>
            </a:prstGeom>
            <a:solidFill>
              <a:srgbClr val="009E73"/>
            </a:solidFill>
            <a:ln w="0">
              <a:noFill/>
              <a:prstDash val="solid"/>
            </a:ln>
          </p:spPr>
        </p:sp>
        <p:sp>
          <p:nvSpPr>
            <p:cNvPr id="353" name="four:scalar-input:grid-cell:352"/>
            <p:cNvSpPr>
              <a:spLocks noGrp="1"/>
            </p:cNvSpPr>
            <p:nvPr/>
          </p:nvSpPr>
          <p:spPr>
            <a:xfrm>
              <a:off x="2038350" y="3571875"/>
              <a:ext cx="104966" cy="104966"/>
            </a:xfrm>
            <a:prstGeom prst="rect">
              <a:avLst/>
            </a:prstGeom>
            <a:solidFill>
              <a:srgbClr val="81C9BA"/>
            </a:solidFill>
            <a:ln w="0">
              <a:noFill/>
              <a:prstDash val="solid"/>
            </a:ln>
          </p:spPr>
        </p:sp>
        <p:sp>
          <p:nvSpPr>
            <p:cNvPr id="354" name="four:scalar-input:grid-cell:353"/>
            <p:cNvSpPr>
              <a:spLocks noGrp="1"/>
            </p:cNvSpPr>
            <p:nvPr/>
          </p:nvSpPr>
          <p:spPr>
            <a:xfrm>
              <a:off x="2143125" y="3571875"/>
              <a:ext cx="104966" cy="104966"/>
            </a:xfrm>
            <a:prstGeom prst="rect">
              <a:avLst/>
            </a:prstGeom>
            <a:solidFill>
              <a:srgbClr val="81C9BA"/>
            </a:solidFill>
            <a:ln w="0">
              <a:noFill/>
              <a:prstDash val="solid"/>
            </a:ln>
          </p:spPr>
        </p:sp>
        <p:sp>
          <p:nvSpPr>
            <p:cNvPr id="355" name="four:scalar-input:grid-cell:354"/>
            <p:cNvSpPr>
              <a:spLocks noGrp="1"/>
            </p:cNvSpPr>
            <p:nvPr/>
          </p:nvSpPr>
          <p:spPr>
            <a:xfrm>
              <a:off x="2247900" y="3571875"/>
              <a:ext cx="104966" cy="104966"/>
            </a:xfrm>
            <a:prstGeom prst="rect">
              <a:avLst/>
            </a:prstGeom>
            <a:solidFill>
              <a:srgbClr val="81C9BA"/>
            </a:solidFill>
            <a:ln w="0">
              <a:noFill/>
              <a:prstDash val="solid"/>
            </a:ln>
          </p:spPr>
        </p:sp>
        <p:sp>
          <p:nvSpPr>
            <p:cNvPr id="356" name="four:scalar-input:grid-cell:355"/>
            <p:cNvSpPr>
              <a:spLocks noGrp="1"/>
            </p:cNvSpPr>
            <p:nvPr/>
          </p:nvSpPr>
          <p:spPr>
            <a:xfrm>
              <a:off x="2352675" y="3571875"/>
              <a:ext cx="104966" cy="104966"/>
            </a:xfrm>
            <a:prstGeom prst="rect">
              <a:avLst/>
            </a:prstGeom>
            <a:solidFill>
              <a:srgbClr val="DCE8ED"/>
            </a:solidFill>
            <a:ln w="0">
              <a:noFill/>
              <a:prstDash val="solid"/>
            </a:ln>
          </p:spPr>
        </p:sp>
        <p:sp>
          <p:nvSpPr>
            <p:cNvPr id="357" name="four:scalar-input:grid-cell:356"/>
            <p:cNvSpPr>
              <a:spLocks noGrp="1"/>
            </p:cNvSpPr>
            <p:nvPr/>
          </p:nvSpPr>
          <p:spPr>
            <a:xfrm>
              <a:off x="361950" y="3676650"/>
              <a:ext cx="104966" cy="104966"/>
            </a:xfrm>
            <a:prstGeom prst="rect">
              <a:avLst/>
            </a:prstGeom>
            <a:solidFill>
              <a:srgbClr val="DCE8ED"/>
            </a:solidFill>
            <a:ln w="0">
              <a:noFill/>
              <a:prstDash val="solid"/>
            </a:ln>
          </p:spPr>
        </p:sp>
        <p:sp>
          <p:nvSpPr>
            <p:cNvPr id="358" name="four:scalar-input:grid-cell:357"/>
            <p:cNvSpPr>
              <a:spLocks noGrp="1"/>
            </p:cNvSpPr>
            <p:nvPr/>
          </p:nvSpPr>
          <p:spPr>
            <a:xfrm>
              <a:off x="466725" y="3676650"/>
              <a:ext cx="104966" cy="104966"/>
            </a:xfrm>
            <a:prstGeom prst="rect">
              <a:avLst/>
            </a:prstGeom>
            <a:solidFill>
              <a:srgbClr val="DCE8ED"/>
            </a:solidFill>
            <a:ln w="0">
              <a:noFill/>
              <a:prstDash val="solid"/>
            </a:ln>
          </p:spPr>
        </p:sp>
        <p:sp>
          <p:nvSpPr>
            <p:cNvPr id="359" name="four:scalar-input:grid-cell:358"/>
            <p:cNvSpPr>
              <a:spLocks noGrp="1"/>
            </p:cNvSpPr>
            <p:nvPr/>
          </p:nvSpPr>
          <p:spPr>
            <a:xfrm>
              <a:off x="571500" y="3676650"/>
              <a:ext cx="104966" cy="104966"/>
            </a:xfrm>
            <a:prstGeom prst="rect">
              <a:avLst/>
            </a:prstGeom>
            <a:solidFill>
              <a:srgbClr val="DCE8ED"/>
            </a:solidFill>
            <a:ln w="0">
              <a:noFill/>
              <a:prstDash val="solid"/>
            </a:ln>
          </p:spPr>
        </p:sp>
        <p:sp>
          <p:nvSpPr>
            <p:cNvPr id="360" name="four:scalar-input:grid-cell:359"/>
            <p:cNvSpPr>
              <a:spLocks noGrp="1"/>
            </p:cNvSpPr>
            <p:nvPr/>
          </p:nvSpPr>
          <p:spPr>
            <a:xfrm>
              <a:off x="676275" y="3676650"/>
              <a:ext cx="104966" cy="104966"/>
            </a:xfrm>
            <a:prstGeom prst="rect">
              <a:avLst/>
            </a:prstGeom>
            <a:solidFill>
              <a:srgbClr val="DCE8ED"/>
            </a:solidFill>
            <a:ln w="0">
              <a:noFill/>
              <a:prstDash val="solid"/>
            </a:ln>
          </p:spPr>
        </p:sp>
        <p:sp>
          <p:nvSpPr>
            <p:cNvPr id="361" name="four:scalar-input:grid-cell:360"/>
            <p:cNvSpPr>
              <a:spLocks noGrp="1"/>
            </p:cNvSpPr>
            <p:nvPr/>
          </p:nvSpPr>
          <p:spPr>
            <a:xfrm>
              <a:off x="781050" y="3676650"/>
              <a:ext cx="104966" cy="104966"/>
            </a:xfrm>
            <a:prstGeom prst="rect">
              <a:avLst/>
            </a:prstGeom>
            <a:solidFill>
              <a:srgbClr val="81C9BA"/>
            </a:solidFill>
            <a:ln w="0">
              <a:noFill/>
              <a:prstDash val="solid"/>
            </a:ln>
          </p:spPr>
        </p:sp>
        <p:sp>
          <p:nvSpPr>
            <p:cNvPr id="362" name="four:scalar-input:grid-cell:361"/>
            <p:cNvSpPr>
              <a:spLocks noGrp="1"/>
            </p:cNvSpPr>
            <p:nvPr/>
          </p:nvSpPr>
          <p:spPr>
            <a:xfrm>
              <a:off x="885825" y="3676650"/>
              <a:ext cx="104966" cy="104966"/>
            </a:xfrm>
            <a:prstGeom prst="rect">
              <a:avLst/>
            </a:prstGeom>
            <a:solidFill>
              <a:srgbClr val="81C9BA"/>
            </a:solidFill>
            <a:ln w="0">
              <a:noFill/>
              <a:prstDash val="solid"/>
            </a:ln>
          </p:spPr>
        </p:sp>
        <p:sp>
          <p:nvSpPr>
            <p:cNvPr id="363" name="four:scalar-input:grid-cell:362"/>
            <p:cNvSpPr>
              <a:spLocks noGrp="1"/>
            </p:cNvSpPr>
            <p:nvPr/>
          </p:nvSpPr>
          <p:spPr>
            <a:xfrm>
              <a:off x="990600" y="3676650"/>
              <a:ext cx="104966" cy="104966"/>
            </a:xfrm>
            <a:prstGeom prst="rect">
              <a:avLst/>
            </a:prstGeom>
            <a:solidFill>
              <a:srgbClr val="81C9BA"/>
            </a:solidFill>
            <a:ln w="0">
              <a:noFill/>
              <a:prstDash val="solid"/>
            </a:ln>
          </p:spPr>
        </p:sp>
        <p:sp>
          <p:nvSpPr>
            <p:cNvPr id="364" name="four:scalar-input:grid-cell:363"/>
            <p:cNvSpPr>
              <a:spLocks noGrp="1"/>
            </p:cNvSpPr>
            <p:nvPr/>
          </p:nvSpPr>
          <p:spPr>
            <a:xfrm>
              <a:off x="1095375" y="3676650"/>
              <a:ext cx="104966" cy="104966"/>
            </a:xfrm>
            <a:prstGeom prst="rect">
              <a:avLst/>
            </a:prstGeom>
            <a:solidFill>
              <a:srgbClr val="81C9BA"/>
            </a:solidFill>
            <a:ln w="0">
              <a:noFill/>
              <a:prstDash val="solid"/>
            </a:ln>
          </p:spPr>
        </p:sp>
        <p:sp>
          <p:nvSpPr>
            <p:cNvPr id="365" name="four:scalar-input:grid-cell:364"/>
            <p:cNvSpPr>
              <a:spLocks noGrp="1"/>
            </p:cNvSpPr>
            <p:nvPr/>
          </p:nvSpPr>
          <p:spPr>
            <a:xfrm>
              <a:off x="1200150" y="3676650"/>
              <a:ext cx="104966" cy="104966"/>
            </a:xfrm>
            <a:prstGeom prst="rect">
              <a:avLst/>
            </a:prstGeom>
            <a:solidFill>
              <a:srgbClr val="D55E00"/>
            </a:solidFill>
            <a:ln w="0">
              <a:noFill/>
              <a:prstDash val="solid"/>
            </a:ln>
          </p:spPr>
        </p:sp>
        <p:sp>
          <p:nvSpPr>
            <p:cNvPr id="366" name="four:scalar-input:grid-cell:365"/>
            <p:cNvSpPr>
              <a:spLocks noGrp="1"/>
            </p:cNvSpPr>
            <p:nvPr/>
          </p:nvSpPr>
          <p:spPr>
            <a:xfrm>
              <a:off x="1304925" y="3676650"/>
              <a:ext cx="104966" cy="104966"/>
            </a:xfrm>
            <a:prstGeom prst="rect">
              <a:avLst/>
            </a:prstGeom>
            <a:solidFill>
              <a:srgbClr val="D55E00"/>
            </a:solidFill>
            <a:ln w="0">
              <a:noFill/>
              <a:prstDash val="solid"/>
            </a:ln>
          </p:spPr>
        </p:sp>
        <p:sp>
          <p:nvSpPr>
            <p:cNvPr id="367" name="four:scalar-input:grid-cell:366"/>
            <p:cNvSpPr>
              <a:spLocks noGrp="1"/>
            </p:cNvSpPr>
            <p:nvPr/>
          </p:nvSpPr>
          <p:spPr>
            <a:xfrm>
              <a:off x="1409700" y="3676650"/>
              <a:ext cx="104966" cy="104966"/>
            </a:xfrm>
            <a:prstGeom prst="rect">
              <a:avLst/>
            </a:prstGeom>
            <a:solidFill>
              <a:srgbClr val="D55E00"/>
            </a:solidFill>
            <a:ln w="0">
              <a:noFill/>
              <a:prstDash val="solid"/>
            </a:ln>
          </p:spPr>
        </p:sp>
        <p:sp>
          <p:nvSpPr>
            <p:cNvPr id="368" name="four:scalar-input:grid-cell:367"/>
            <p:cNvSpPr>
              <a:spLocks noGrp="1"/>
            </p:cNvSpPr>
            <p:nvPr/>
          </p:nvSpPr>
          <p:spPr>
            <a:xfrm>
              <a:off x="1514475" y="3676650"/>
              <a:ext cx="104966" cy="104966"/>
            </a:xfrm>
            <a:prstGeom prst="rect">
              <a:avLst/>
            </a:prstGeom>
            <a:solidFill>
              <a:srgbClr val="D55E00"/>
            </a:solidFill>
            <a:ln w="0">
              <a:noFill/>
              <a:prstDash val="solid"/>
            </a:ln>
          </p:spPr>
        </p:sp>
        <p:sp>
          <p:nvSpPr>
            <p:cNvPr id="369" name="four:scalar-input:grid-cell:368"/>
            <p:cNvSpPr>
              <a:spLocks noGrp="1"/>
            </p:cNvSpPr>
            <p:nvPr/>
          </p:nvSpPr>
          <p:spPr>
            <a:xfrm>
              <a:off x="1619250" y="3676650"/>
              <a:ext cx="104966" cy="104966"/>
            </a:xfrm>
            <a:prstGeom prst="rect">
              <a:avLst/>
            </a:prstGeom>
            <a:solidFill>
              <a:srgbClr val="81C9BA"/>
            </a:solidFill>
            <a:ln w="0">
              <a:noFill/>
              <a:prstDash val="solid"/>
            </a:ln>
          </p:spPr>
        </p:sp>
        <p:sp>
          <p:nvSpPr>
            <p:cNvPr id="370" name="four:scalar-input:grid-cell:369"/>
            <p:cNvSpPr>
              <a:spLocks noGrp="1"/>
            </p:cNvSpPr>
            <p:nvPr/>
          </p:nvSpPr>
          <p:spPr>
            <a:xfrm>
              <a:off x="1724025" y="3676650"/>
              <a:ext cx="104966" cy="104966"/>
            </a:xfrm>
            <a:prstGeom prst="rect">
              <a:avLst/>
            </a:prstGeom>
            <a:solidFill>
              <a:srgbClr val="81C9BA"/>
            </a:solidFill>
            <a:ln w="0">
              <a:noFill/>
              <a:prstDash val="solid"/>
            </a:ln>
          </p:spPr>
        </p:sp>
        <p:sp>
          <p:nvSpPr>
            <p:cNvPr id="371" name="four:scalar-input:grid-cell:370"/>
            <p:cNvSpPr>
              <a:spLocks noGrp="1"/>
            </p:cNvSpPr>
            <p:nvPr/>
          </p:nvSpPr>
          <p:spPr>
            <a:xfrm>
              <a:off x="1828800" y="3676650"/>
              <a:ext cx="104966" cy="104966"/>
            </a:xfrm>
            <a:prstGeom prst="rect">
              <a:avLst/>
            </a:prstGeom>
            <a:solidFill>
              <a:srgbClr val="81C9BA"/>
            </a:solidFill>
            <a:ln w="0">
              <a:noFill/>
              <a:prstDash val="solid"/>
            </a:ln>
          </p:spPr>
        </p:sp>
        <p:sp>
          <p:nvSpPr>
            <p:cNvPr id="372" name="four:scalar-input:grid-cell:371"/>
            <p:cNvSpPr>
              <a:spLocks noGrp="1"/>
            </p:cNvSpPr>
            <p:nvPr/>
          </p:nvSpPr>
          <p:spPr>
            <a:xfrm>
              <a:off x="1933575" y="3676650"/>
              <a:ext cx="104966" cy="104966"/>
            </a:xfrm>
            <a:prstGeom prst="rect">
              <a:avLst/>
            </a:prstGeom>
            <a:solidFill>
              <a:srgbClr val="81C9BA"/>
            </a:solidFill>
            <a:ln w="0">
              <a:noFill/>
              <a:prstDash val="solid"/>
            </a:ln>
          </p:spPr>
        </p:sp>
        <p:sp>
          <p:nvSpPr>
            <p:cNvPr id="373" name="four:scalar-input:grid-cell:372"/>
            <p:cNvSpPr>
              <a:spLocks noGrp="1"/>
            </p:cNvSpPr>
            <p:nvPr/>
          </p:nvSpPr>
          <p:spPr>
            <a:xfrm>
              <a:off x="2038350" y="3676650"/>
              <a:ext cx="104966" cy="104966"/>
            </a:xfrm>
            <a:prstGeom prst="rect">
              <a:avLst/>
            </a:prstGeom>
            <a:solidFill>
              <a:srgbClr val="81C9BA"/>
            </a:solidFill>
            <a:ln w="0">
              <a:noFill/>
              <a:prstDash val="solid"/>
            </a:ln>
          </p:spPr>
        </p:sp>
        <p:sp>
          <p:nvSpPr>
            <p:cNvPr id="374" name="four:scalar-input:grid-cell:373"/>
            <p:cNvSpPr>
              <a:spLocks noGrp="1"/>
            </p:cNvSpPr>
            <p:nvPr/>
          </p:nvSpPr>
          <p:spPr>
            <a:xfrm>
              <a:off x="2143125" y="3676650"/>
              <a:ext cx="104966" cy="104966"/>
            </a:xfrm>
            <a:prstGeom prst="rect">
              <a:avLst/>
            </a:prstGeom>
            <a:solidFill>
              <a:srgbClr val="81C9BA"/>
            </a:solidFill>
            <a:ln w="0">
              <a:noFill/>
              <a:prstDash val="solid"/>
            </a:ln>
          </p:spPr>
        </p:sp>
        <p:sp>
          <p:nvSpPr>
            <p:cNvPr id="375" name="four:scalar-input:grid-cell:374"/>
            <p:cNvSpPr>
              <a:spLocks noGrp="1"/>
            </p:cNvSpPr>
            <p:nvPr/>
          </p:nvSpPr>
          <p:spPr>
            <a:xfrm>
              <a:off x="2247900" y="3676650"/>
              <a:ext cx="104966" cy="104966"/>
            </a:xfrm>
            <a:prstGeom prst="rect">
              <a:avLst/>
            </a:prstGeom>
            <a:solidFill>
              <a:srgbClr val="81C9BA"/>
            </a:solidFill>
            <a:ln w="0">
              <a:noFill/>
              <a:prstDash val="solid"/>
            </a:ln>
          </p:spPr>
        </p:sp>
        <p:sp>
          <p:nvSpPr>
            <p:cNvPr id="376" name="four:scalar-input:grid-cell:375"/>
            <p:cNvSpPr>
              <a:spLocks noGrp="1"/>
            </p:cNvSpPr>
            <p:nvPr/>
          </p:nvSpPr>
          <p:spPr>
            <a:xfrm>
              <a:off x="2352675" y="3676650"/>
              <a:ext cx="104966" cy="104966"/>
            </a:xfrm>
            <a:prstGeom prst="rect">
              <a:avLst/>
            </a:prstGeom>
            <a:solidFill>
              <a:srgbClr val="DCE8ED"/>
            </a:solidFill>
            <a:ln w="0">
              <a:noFill/>
              <a:prstDash val="solid"/>
            </a:ln>
          </p:spPr>
        </p:sp>
        <p:sp>
          <p:nvSpPr>
            <p:cNvPr id="377" name="four:scalar-input:grid-cell:376"/>
            <p:cNvSpPr>
              <a:spLocks noGrp="1"/>
            </p:cNvSpPr>
            <p:nvPr/>
          </p:nvSpPr>
          <p:spPr>
            <a:xfrm>
              <a:off x="361950" y="3781425"/>
              <a:ext cx="104966" cy="104966"/>
            </a:xfrm>
            <a:prstGeom prst="rect">
              <a:avLst/>
            </a:prstGeom>
            <a:solidFill>
              <a:srgbClr val="DCE8ED"/>
            </a:solidFill>
            <a:ln w="0">
              <a:noFill/>
              <a:prstDash val="solid"/>
            </a:ln>
          </p:spPr>
        </p:sp>
        <p:sp>
          <p:nvSpPr>
            <p:cNvPr id="378" name="four:scalar-input:grid-cell:377"/>
            <p:cNvSpPr>
              <a:spLocks noGrp="1"/>
            </p:cNvSpPr>
            <p:nvPr/>
          </p:nvSpPr>
          <p:spPr>
            <a:xfrm>
              <a:off x="466725" y="3781425"/>
              <a:ext cx="104966" cy="104966"/>
            </a:xfrm>
            <a:prstGeom prst="rect">
              <a:avLst/>
            </a:prstGeom>
            <a:solidFill>
              <a:srgbClr val="DCE8ED"/>
            </a:solidFill>
            <a:ln w="0">
              <a:noFill/>
              <a:prstDash val="solid"/>
            </a:ln>
          </p:spPr>
        </p:sp>
        <p:sp>
          <p:nvSpPr>
            <p:cNvPr id="379" name="four:scalar-input:grid-cell:378"/>
            <p:cNvSpPr>
              <a:spLocks noGrp="1"/>
            </p:cNvSpPr>
            <p:nvPr/>
          </p:nvSpPr>
          <p:spPr>
            <a:xfrm>
              <a:off x="571500" y="3781425"/>
              <a:ext cx="104966" cy="104966"/>
            </a:xfrm>
            <a:prstGeom prst="rect">
              <a:avLst/>
            </a:prstGeom>
            <a:solidFill>
              <a:srgbClr val="DCE8ED"/>
            </a:solidFill>
            <a:ln w="0">
              <a:noFill/>
              <a:prstDash val="solid"/>
            </a:ln>
          </p:spPr>
        </p:sp>
        <p:sp>
          <p:nvSpPr>
            <p:cNvPr id="380" name="four:scalar-input:grid-cell:379"/>
            <p:cNvSpPr>
              <a:spLocks noGrp="1"/>
            </p:cNvSpPr>
            <p:nvPr/>
          </p:nvSpPr>
          <p:spPr>
            <a:xfrm>
              <a:off x="676275" y="3781425"/>
              <a:ext cx="104966" cy="104966"/>
            </a:xfrm>
            <a:prstGeom prst="rect">
              <a:avLst/>
            </a:prstGeom>
            <a:solidFill>
              <a:srgbClr val="DCE8ED"/>
            </a:solidFill>
            <a:ln w="0">
              <a:noFill/>
              <a:prstDash val="solid"/>
            </a:ln>
          </p:spPr>
        </p:sp>
        <p:sp>
          <p:nvSpPr>
            <p:cNvPr id="381" name="four:scalar-input:grid-cell:380"/>
            <p:cNvSpPr>
              <a:spLocks noGrp="1"/>
            </p:cNvSpPr>
            <p:nvPr/>
          </p:nvSpPr>
          <p:spPr>
            <a:xfrm>
              <a:off x="781050" y="3781425"/>
              <a:ext cx="104966" cy="104966"/>
            </a:xfrm>
            <a:prstGeom prst="rect">
              <a:avLst/>
            </a:prstGeom>
            <a:solidFill>
              <a:srgbClr val="DCE8ED"/>
            </a:solidFill>
            <a:ln w="0">
              <a:noFill/>
              <a:prstDash val="solid"/>
            </a:ln>
          </p:spPr>
        </p:sp>
        <p:sp>
          <p:nvSpPr>
            <p:cNvPr id="382" name="four:scalar-input:grid-cell:381"/>
            <p:cNvSpPr>
              <a:spLocks noGrp="1"/>
            </p:cNvSpPr>
            <p:nvPr/>
          </p:nvSpPr>
          <p:spPr>
            <a:xfrm>
              <a:off x="885825" y="3781425"/>
              <a:ext cx="104966" cy="104966"/>
            </a:xfrm>
            <a:prstGeom prst="rect">
              <a:avLst/>
            </a:prstGeom>
            <a:solidFill>
              <a:srgbClr val="81C9BA"/>
            </a:solidFill>
            <a:ln w="0">
              <a:noFill/>
              <a:prstDash val="solid"/>
            </a:ln>
          </p:spPr>
        </p:sp>
        <p:sp>
          <p:nvSpPr>
            <p:cNvPr id="383" name="four:scalar-input:grid-cell:382"/>
            <p:cNvSpPr>
              <a:spLocks noGrp="1"/>
            </p:cNvSpPr>
            <p:nvPr/>
          </p:nvSpPr>
          <p:spPr>
            <a:xfrm>
              <a:off x="990600" y="3781425"/>
              <a:ext cx="104966" cy="104966"/>
            </a:xfrm>
            <a:prstGeom prst="rect">
              <a:avLst/>
            </a:prstGeom>
            <a:solidFill>
              <a:srgbClr val="81C9BA"/>
            </a:solidFill>
            <a:ln w="0">
              <a:noFill/>
              <a:prstDash val="solid"/>
            </a:ln>
          </p:spPr>
        </p:sp>
        <p:sp>
          <p:nvSpPr>
            <p:cNvPr id="384" name="four:scalar-input:grid-cell:383"/>
            <p:cNvSpPr>
              <a:spLocks noGrp="1"/>
            </p:cNvSpPr>
            <p:nvPr/>
          </p:nvSpPr>
          <p:spPr>
            <a:xfrm>
              <a:off x="1095375" y="3781425"/>
              <a:ext cx="104966" cy="104966"/>
            </a:xfrm>
            <a:prstGeom prst="rect">
              <a:avLst/>
            </a:prstGeom>
            <a:solidFill>
              <a:srgbClr val="81C9BA"/>
            </a:solidFill>
            <a:ln w="0">
              <a:noFill/>
              <a:prstDash val="solid"/>
            </a:ln>
          </p:spPr>
        </p:sp>
        <p:sp>
          <p:nvSpPr>
            <p:cNvPr id="385" name="four:scalar-input:grid-cell:384"/>
            <p:cNvSpPr>
              <a:spLocks noGrp="1"/>
            </p:cNvSpPr>
            <p:nvPr/>
          </p:nvSpPr>
          <p:spPr>
            <a:xfrm>
              <a:off x="1200150" y="3781425"/>
              <a:ext cx="104966" cy="104966"/>
            </a:xfrm>
            <a:prstGeom prst="rect">
              <a:avLst/>
            </a:prstGeom>
            <a:solidFill>
              <a:srgbClr val="81C9BA"/>
            </a:solidFill>
            <a:ln w="0">
              <a:noFill/>
              <a:prstDash val="solid"/>
            </a:ln>
          </p:spPr>
        </p:sp>
        <p:sp>
          <p:nvSpPr>
            <p:cNvPr id="386" name="four:scalar-input:grid-cell:385"/>
            <p:cNvSpPr>
              <a:spLocks noGrp="1"/>
            </p:cNvSpPr>
            <p:nvPr/>
          </p:nvSpPr>
          <p:spPr>
            <a:xfrm>
              <a:off x="1304925" y="3781425"/>
              <a:ext cx="104966" cy="104966"/>
            </a:xfrm>
            <a:prstGeom prst="rect">
              <a:avLst/>
            </a:prstGeom>
            <a:solidFill>
              <a:srgbClr val="D55E00"/>
            </a:solidFill>
            <a:ln w="0">
              <a:noFill/>
              <a:prstDash val="solid"/>
            </a:ln>
          </p:spPr>
        </p:sp>
        <p:sp>
          <p:nvSpPr>
            <p:cNvPr id="387" name="four:scalar-input:grid-cell:386"/>
            <p:cNvSpPr>
              <a:spLocks noGrp="1"/>
            </p:cNvSpPr>
            <p:nvPr/>
          </p:nvSpPr>
          <p:spPr>
            <a:xfrm>
              <a:off x="1409700" y="3781425"/>
              <a:ext cx="104966" cy="104966"/>
            </a:xfrm>
            <a:prstGeom prst="rect">
              <a:avLst/>
            </a:prstGeom>
            <a:solidFill>
              <a:srgbClr val="D55E00"/>
            </a:solidFill>
            <a:ln w="0">
              <a:noFill/>
              <a:prstDash val="solid"/>
            </a:ln>
          </p:spPr>
        </p:sp>
        <p:sp>
          <p:nvSpPr>
            <p:cNvPr id="388" name="four:scalar-input:grid-cell:387"/>
            <p:cNvSpPr>
              <a:spLocks noGrp="1"/>
            </p:cNvSpPr>
            <p:nvPr/>
          </p:nvSpPr>
          <p:spPr>
            <a:xfrm>
              <a:off x="1514475" y="3781425"/>
              <a:ext cx="104966" cy="104966"/>
            </a:xfrm>
            <a:prstGeom prst="rect">
              <a:avLst/>
            </a:prstGeom>
            <a:solidFill>
              <a:srgbClr val="81C9BA"/>
            </a:solidFill>
            <a:ln w="0">
              <a:noFill/>
              <a:prstDash val="solid"/>
            </a:ln>
          </p:spPr>
        </p:sp>
        <p:sp>
          <p:nvSpPr>
            <p:cNvPr id="389" name="four:scalar-input:grid-cell:388"/>
            <p:cNvSpPr>
              <a:spLocks noGrp="1"/>
            </p:cNvSpPr>
            <p:nvPr/>
          </p:nvSpPr>
          <p:spPr>
            <a:xfrm>
              <a:off x="1619250" y="3781425"/>
              <a:ext cx="104966" cy="104966"/>
            </a:xfrm>
            <a:prstGeom prst="rect">
              <a:avLst/>
            </a:prstGeom>
            <a:solidFill>
              <a:srgbClr val="81C9BA"/>
            </a:solidFill>
            <a:ln w="0">
              <a:noFill/>
              <a:prstDash val="solid"/>
            </a:ln>
          </p:spPr>
        </p:sp>
        <p:sp>
          <p:nvSpPr>
            <p:cNvPr id="390" name="four:scalar-input:grid-cell:389"/>
            <p:cNvSpPr>
              <a:spLocks noGrp="1"/>
            </p:cNvSpPr>
            <p:nvPr/>
          </p:nvSpPr>
          <p:spPr>
            <a:xfrm>
              <a:off x="1724025" y="3781425"/>
              <a:ext cx="104966" cy="104966"/>
            </a:xfrm>
            <a:prstGeom prst="rect">
              <a:avLst/>
            </a:prstGeom>
            <a:solidFill>
              <a:srgbClr val="81C9BA"/>
            </a:solidFill>
            <a:ln w="0">
              <a:noFill/>
              <a:prstDash val="solid"/>
            </a:ln>
          </p:spPr>
        </p:sp>
        <p:sp>
          <p:nvSpPr>
            <p:cNvPr id="391" name="four:scalar-input:grid-cell:390"/>
            <p:cNvSpPr>
              <a:spLocks noGrp="1"/>
            </p:cNvSpPr>
            <p:nvPr/>
          </p:nvSpPr>
          <p:spPr>
            <a:xfrm>
              <a:off x="1828800" y="3781425"/>
              <a:ext cx="104966" cy="104966"/>
            </a:xfrm>
            <a:prstGeom prst="rect">
              <a:avLst/>
            </a:prstGeom>
            <a:solidFill>
              <a:srgbClr val="81C9BA"/>
            </a:solidFill>
            <a:ln w="0">
              <a:noFill/>
              <a:prstDash val="solid"/>
            </a:ln>
          </p:spPr>
        </p:sp>
        <p:sp>
          <p:nvSpPr>
            <p:cNvPr id="392" name="four:scalar-input:grid-cell:391"/>
            <p:cNvSpPr>
              <a:spLocks noGrp="1"/>
            </p:cNvSpPr>
            <p:nvPr/>
          </p:nvSpPr>
          <p:spPr>
            <a:xfrm>
              <a:off x="1933575" y="3781425"/>
              <a:ext cx="104966" cy="104966"/>
            </a:xfrm>
            <a:prstGeom prst="rect">
              <a:avLst/>
            </a:prstGeom>
            <a:solidFill>
              <a:srgbClr val="81C9BA"/>
            </a:solidFill>
            <a:ln w="0">
              <a:noFill/>
              <a:prstDash val="solid"/>
            </a:ln>
          </p:spPr>
        </p:sp>
        <p:sp>
          <p:nvSpPr>
            <p:cNvPr id="393" name="four:scalar-input:grid-cell:392"/>
            <p:cNvSpPr>
              <a:spLocks noGrp="1"/>
            </p:cNvSpPr>
            <p:nvPr/>
          </p:nvSpPr>
          <p:spPr>
            <a:xfrm>
              <a:off x="2038350" y="3781425"/>
              <a:ext cx="104966" cy="104966"/>
            </a:xfrm>
            <a:prstGeom prst="rect">
              <a:avLst/>
            </a:prstGeom>
            <a:solidFill>
              <a:srgbClr val="81C9BA"/>
            </a:solidFill>
            <a:ln w="0">
              <a:noFill/>
              <a:prstDash val="solid"/>
            </a:ln>
          </p:spPr>
        </p:sp>
        <p:sp>
          <p:nvSpPr>
            <p:cNvPr id="394" name="four:scalar-input:grid-cell:393"/>
            <p:cNvSpPr>
              <a:spLocks noGrp="1"/>
            </p:cNvSpPr>
            <p:nvPr/>
          </p:nvSpPr>
          <p:spPr>
            <a:xfrm>
              <a:off x="2143125" y="3781425"/>
              <a:ext cx="104966" cy="104966"/>
            </a:xfrm>
            <a:prstGeom prst="rect">
              <a:avLst/>
            </a:prstGeom>
            <a:solidFill>
              <a:srgbClr val="81C9BA"/>
            </a:solidFill>
            <a:ln w="0">
              <a:noFill/>
              <a:prstDash val="solid"/>
            </a:ln>
          </p:spPr>
        </p:sp>
        <p:sp>
          <p:nvSpPr>
            <p:cNvPr id="395" name="four:scalar-input:grid-cell:394"/>
            <p:cNvSpPr>
              <a:spLocks noGrp="1"/>
            </p:cNvSpPr>
            <p:nvPr/>
          </p:nvSpPr>
          <p:spPr>
            <a:xfrm>
              <a:off x="2247900" y="3781425"/>
              <a:ext cx="104966" cy="104966"/>
            </a:xfrm>
            <a:prstGeom prst="rect">
              <a:avLst/>
            </a:prstGeom>
            <a:solidFill>
              <a:srgbClr val="DCE8ED"/>
            </a:solidFill>
            <a:ln w="0">
              <a:noFill/>
              <a:prstDash val="solid"/>
            </a:ln>
          </p:spPr>
        </p:sp>
        <p:sp>
          <p:nvSpPr>
            <p:cNvPr id="396" name="four:scalar-input:grid-cell:395"/>
            <p:cNvSpPr>
              <a:spLocks noGrp="1"/>
            </p:cNvSpPr>
            <p:nvPr/>
          </p:nvSpPr>
          <p:spPr>
            <a:xfrm>
              <a:off x="2352675" y="3781425"/>
              <a:ext cx="104966" cy="104966"/>
            </a:xfrm>
            <a:prstGeom prst="rect">
              <a:avLst/>
            </a:prstGeom>
            <a:solidFill>
              <a:srgbClr val="DCE8ED"/>
            </a:solidFill>
            <a:ln w="0">
              <a:noFill/>
              <a:prstDash val="solid"/>
            </a:ln>
          </p:spPr>
        </p:sp>
        <p:sp>
          <p:nvSpPr>
            <p:cNvPr id="397" name="four:scalar-input:grid-cell:396"/>
            <p:cNvSpPr>
              <a:spLocks noGrp="1"/>
            </p:cNvSpPr>
            <p:nvPr/>
          </p:nvSpPr>
          <p:spPr>
            <a:xfrm>
              <a:off x="361950" y="3886200"/>
              <a:ext cx="104966" cy="104966"/>
            </a:xfrm>
            <a:prstGeom prst="rect">
              <a:avLst/>
            </a:prstGeom>
            <a:solidFill>
              <a:srgbClr val="DCE8ED"/>
            </a:solidFill>
            <a:ln w="0">
              <a:noFill/>
              <a:prstDash val="solid"/>
            </a:ln>
          </p:spPr>
        </p:sp>
        <p:sp>
          <p:nvSpPr>
            <p:cNvPr id="398" name="four:scalar-input:grid-cell:397"/>
            <p:cNvSpPr>
              <a:spLocks noGrp="1"/>
            </p:cNvSpPr>
            <p:nvPr/>
          </p:nvSpPr>
          <p:spPr>
            <a:xfrm>
              <a:off x="466725" y="3886200"/>
              <a:ext cx="104966" cy="104966"/>
            </a:xfrm>
            <a:prstGeom prst="rect">
              <a:avLst/>
            </a:prstGeom>
            <a:solidFill>
              <a:srgbClr val="DCE8ED"/>
            </a:solidFill>
            <a:ln w="0">
              <a:noFill/>
              <a:prstDash val="solid"/>
            </a:ln>
          </p:spPr>
        </p:sp>
        <p:sp>
          <p:nvSpPr>
            <p:cNvPr id="399" name="four:scalar-input:grid-cell:398"/>
            <p:cNvSpPr>
              <a:spLocks noGrp="1"/>
            </p:cNvSpPr>
            <p:nvPr/>
          </p:nvSpPr>
          <p:spPr>
            <a:xfrm>
              <a:off x="571500" y="3886200"/>
              <a:ext cx="104966" cy="104966"/>
            </a:xfrm>
            <a:prstGeom prst="rect">
              <a:avLst/>
            </a:prstGeom>
            <a:solidFill>
              <a:srgbClr val="DCE8ED"/>
            </a:solidFill>
            <a:ln w="0">
              <a:noFill/>
              <a:prstDash val="solid"/>
            </a:ln>
          </p:spPr>
        </p:sp>
        <p:sp>
          <p:nvSpPr>
            <p:cNvPr id="400" name="four:scalar-input:grid-cell:399"/>
            <p:cNvSpPr>
              <a:spLocks noGrp="1"/>
            </p:cNvSpPr>
            <p:nvPr/>
          </p:nvSpPr>
          <p:spPr>
            <a:xfrm>
              <a:off x="676275" y="3886200"/>
              <a:ext cx="104966" cy="104966"/>
            </a:xfrm>
            <a:prstGeom prst="rect">
              <a:avLst/>
            </a:prstGeom>
            <a:solidFill>
              <a:srgbClr val="DCE8ED"/>
            </a:solidFill>
            <a:ln w="0">
              <a:noFill/>
              <a:prstDash val="solid"/>
            </a:ln>
          </p:spPr>
        </p:sp>
        <p:sp>
          <p:nvSpPr>
            <p:cNvPr id="401" name="four:scalar-input:grid-cell:400"/>
            <p:cNvSpPr>
              <a:spLocks noGrp="1"/>
            </p:cNvSpPr>
            <p:nvPr/>
          </p:nvSpPr>
          <p:spPr>
            <a:xfrm>
              <a:off x="781050" y="3886200"/>
              <a:ext cx="104966" cy="104966"/>
            </a:xfrm>
            <a:prstGeom prst="rect">
              <a:avLst/>
            </a:prstGeom>
            <a:solidFill>
              <a:srgbClr val="DCE8ED"/>
            </a:solidFill>
            <a:ln w="0">
              <a:noFill/>
              <a:prstDash val="solid"/>
            </a:ln>
          </p:spPr>
        </p:sp>
        <p:sp>
          <p:nvSpPr>
            <p:cNvPr id="402" name="four:scalar-input:grid-cell:401"/>
            <p:cNvSpPr>
              <a:spLocks noGrp="1"/>
            </p:cNvSpPr>
            <p:nvPr/>
          </p:nvSpPr>
          <p:spPr>
            <a:xfrm>
              <a:off x="885825" y="3886200"/>
              <a:ext cx="104966" cy="104966"/>
            </a:xfrm>
            <a:prstGeom prst="rect">
              <a:avLst/>
            </a:prstGeom>
            <a:solidFill>
              <a:srgbClr val="81C9BA"/>
            </a:solidFill>
            <a:ln w="0">
              <a:noFill/>
              <a:prstDash val="solid"/>
            </a:ln>
          </p:spPr>
        </p:sp>
        <p:sp>
          <p:nvSpPr>
            <p:cNvPr id="403" name="four:scalar-input:grid-cell:402"/>
            <p:cNvSpPr>
              <a:spLocks noGrp="1"/>
            </p:cNvSpPr>
            <p:nvPr/>
          </p:nvSpPr>
          <p:spPr>
            <a:xfrm>
              <a:off x="990600" y="3886200"/>
              <a:ext cx="104966" cy="104966"/>
            </a:xfrm>
            <a:prstGeom prst="rect">
              <a:avLst/>
            </a:prstGeom>
            <a:solidFill>
              <a:srgbClr val="81C9BA"/>
            </a:solidFill>
            <a:ln w="0">
              <a:noFill/>
              <a:prstDash val="solid"/>
            </a:ln>
          </p:spPr>
        </p:sp>
        <p:sp>
          <p:nvSpPr>
            <p:cNvPr id="404" name="four:scalar-input:grid-cell:403"/>
            <p:cNvSpPr>
              <a:spLocks noGrp="1"/>
            </p:cNvSpPr>
            <p:nvPr/>
          </p:nvSpPr>
          <p:spPr>
            <a:xfrm>
              <a:off x="1095375" y="3886200"/>
              <a:ext cx="104966" cy="104966"/>
            </a:xfrm>
            <a:prstGeom prst="rect">
              <a:avLst/>
            </a:prstGeom>
            <a:solidFill>
              <a:srgbClr val="81C9BA"/>
            </a:solidFill>
            <a:ln w="0">
              <a:noFill/>
              <a:prstDash val="solid"/>
            </a:ln>
          </p:spPr>
        </p:sp>
        <p:sp>
          <p:nvSpPr>
            <p:cNvPr id="405" name="four:scalar-input:grid-cell:404"/>
            <p:cNvSpPr>
              <a:spLocks noGrp="1"/>
            </p:cNvSpPr>
            <p:nvPr/>
          </p:nvSpPr>
          <p:spPr>
            <a:xfrm>
              <a:off x="1200150" y="3886200"/>
              <a:ext cx="104966" cy="104966"/>
            </a:xfrm>
            <a:prstGeom prst="rect">
              <a:avLst/>
            </a:prstGeom>
            <a:solidFill>
              <a:srgbClr val="81C9BA"/>
            </a:solidFill>
            <a:ln w="0">
              <a:noFill/>
              <a:prstDash val="solid"/>
            </a:ln>
          </p:spPr>
        </p:sp>
        <p:sp>
          <p:nvSpPr>
            <p:cNvPr id="406" name="four:scalar-input:grid-cell:405"/>
            <p:cNvSpPr>
              <a:spLocks noGrp="1"/>
            </p:cNvSpPr>
            <p:nvPr/>
          </p:nvSpPr>
          <p:spPr>
            <a:xfrm>
              <a:off x="1304925" y="3886200"/>
              <a:ext cx="104966" cy="104966"/>
            </a:xfrm>
            <a:prstGeom prst="rect">
              <a:avLst/>
            </a:prstGeom>
            <a:solidFill>
              <a:srgbClr val="81C9BA"/>
            </a:solidFill>
            <a:ln w="0">
              <a:noFill/>
              <a:prstDash val="solid"/>
            </a:ln>
          </p:spPr>
        </p:sp>
        <p:sp>
          <p:nvSpPr>
            <p:cNvPr id="407" name="four:scalar-input:grid-cell:406"/>
            <p:cNvSpPr>
              <a:spLocks noGrp="1"/>
            </p:cNvSpPr>
            <p:nvPr/>
          </p:nvSpPr>
          <p:spPr>
            <a:xfrm>
              <a:off x="1409700" y="3886200"/>
              <a:ext cx="104966" cy="104966"/>
            </a:xfrm>
            <a:prstGeom prst="rect">
              <a:avLst/>
            </a:prstGeom>
            <a:solidFill>
              <a:srgbClr val="81C9BA"/>
            </a:solidFill>
            <a:ln w="0">
              <a:noFill/>
              <a:prstDash val="solid"/>
            </a:ln>
          </p:spPr>
        </p:sp>
        <p:sp>
          <p:nvSpPr>
            <p:cNvPr id="408" name="four:scalar-input:grid-cell:407"/>
            <p:cNvSpPr>
              <a:spLocks noGrp="1"/>
            </p:cNvSpPr>
            <p:nvPr/>
          </p:nvSpPr>
          <p:spPr>
            <a:xfrm>
              <a:off x="1514475" y="3886200"/>
              <a:ext cx="104966" cy="104966"/>
            </a:xfrm>
            <a:prstGeom prst="rect">
              <a:avLst/>
            </a:prstGeom>
            <a:solidFill>
              <a:srgbClr val="81C9BA"/>
            </a:solidFill>
            <a:ln w="0">
              <a:noFill/>
              <a:prstDash val="solid"/>
            </a:ln>
          </p:spPr>
        </p:sp>
        <p:sp>
          <p:nvSpPr>
            <p:cNvPr id="409" name="four:scalar-input:grid-cell:408"/>
            <p:cNvSpPr>
              <a:spLocks noGrp="1"/>
            </p:cNvSpPr>
            <p:nvPr/>
          </p:nvSpPr>
          <p:spPr>
            <a:xfrm>
              <a:off x="1619250" y="3886200"/>
              <a:ext cx="104966" cy="104966"/>
            </a:xfrm>
            <a:prstGeom prst="rect">
              <a:avLst/>
            </a:prstGeom>
            <a:solidFill>
              <a:srgbClr val="81C9BA"/>
            </a:solidFill>
            <a:ln w="0">
              <a:noFill/>
              <a:prstDash val="solid"/>
            </a:ln>
          </p:spPr>
        </p:sp>
        <p:sp>
          <p:nvSpPr>
            <p:cNvPr id="410" name="four:scalar-input:grid-cell:409"/>
            <p:cNvSpPr>
              <a:spLocks noGrp="1"/>
            </p:cNvSpPr>
            <p:nvPr/>
          </p:nvSpPr>
          <p:spPr>
            <a:xfrm>
              <a:off x="1724025" y="3886200"/>
              <a:ext cx="104966" cy="104966"/>
            </a:xfrm>
            <a:prstGeom prst="rect">
              <a:avLst/>
            </a:prstGeom>
            <a:solidFill>
              <a:srgbClr val="81C9BA"/>
            </a:solidFill>
            <a:ln w="0">
              <a:noFill/>
              <a:prstDash val="solid"/>
            </a:ln>
          </p:spPr>
        </p:sp>
        <p:sp>
          <p:nvSpPr>
            <p:cNvPr id="411" name="four:scalar-input:grid-cell:410"/>
            <p:cNvSpPr>
              <a:spLocks noGrp="1"/>
            </p:cNvSpPr>
            <p:nvPr/>
          </p:nvSpPr>
          <p:spPr>
            <a:xfrm>
              <a:off x="1828800" y="3886200"/>
              <a:ext cx="104966" cy="104966"/>
            </a:xfrm>
            <a:prstGeom prst="rect">
              <a:avLst/>
            </a:prstGeom>
            <a:solidFill>
              <a:srgbClr val="81C9BA"/>
            </a:solidFill>
            <a:ln w="0">
              <a:noFill/>
              <a:prstDash val="solid"/>
            </a:ln>
          </p:spPr>
        </p:sp>
        <p:sp>
          <p:nvSpPr>
            <p:cNvPr id="412" name="four:scalar-input:grid-cell:411"/>
            <p:cNvSpPr>
              <a:spLocks noGrp="1"/>
            </p:cNvSpPr>
            <p:nvPr/>
          </p:nvSpPr>
          <p:spPr>
            <a:xfrm>
              <a:off x="1933575" y="3886200"/>
              <a:ext cx="104966" cy="104966"/>
            </a:xfrm>
            <a:prstGeom prst="rect">
              <a:avLst/>
            </a:prstGeom>
            <a:solidFill>
              <a:srgbClr val="81C9BA"/>
            </a:solidFill>
            <a:ln w="0">
              <a:noFill/>
              <a:prstDash val="solid"/>
            </a:ln>
          </p:spPr>
        </p:sp>
        <p:sp>
          <p:nvSpPr>
            <p:cNvPr id="413" name="four:scalar-input:grid-cell:412"/>
            <p:cNvSpPr>
              <a:spLocks noGrp="1"/>
            </p:cNvSpPr>
            <p:nvPr/>
          </p:nvSpPr>
          <p:spPr>
            <a:xfrm>
              <a:off x="2038350" y="3886200"/>
              <a:ext cx="104966" cy="104966"/>
            </a:xfrm>
            <a:prstGeom prst="rect">
              <a:avLst/>
            </a:prstGeom>
            <a:solidFill>
              <a:srgbClr val="DCE8ED"/>
            </a:solidFill>
            <a:ln w="0">
              <a:noFill/>
              <a:prstDash val="solid"/>
            </a:ln>
          </p:spPr>
        </p:sp>
        <p:sp>
          <p:nvSpPr>
            <p:cNvPr id="414" name="four:scalar-input:grid-cell:413"/>
            <p:cNvSpPr>
              <a:spLocks noGrp="1"/>
            </p:cNvSpPr>
            <p:nvPr/>
          </p:nvSpPr>
          <p:spPr>
            <a:xfrm>
              <a:off x="2143125" y="3886200"/>
              <a:ext cx="104966" cy="104966"/>
            </a:xfrm>
            <a:prstGeom prst="rect">
              <a:avLst/>
            </a:prstGeom>
            <a:solidFill>
              <a:srgbClr val="DCE8ED"/>
            </a:solidFill>
            <a:ln w="0">
              <a:noFill/>
              <a:prstDash val="solid"/>
            </a:ln>
          </p:spPr>
        </p:sp>
        <p:sp>
          <p:nvSpPr>
            <p:cNvPr id="415" name="four:scalar-input:grid-cell:414"/>
            <p:cNvSpPr>
              <a:spLocks noGrp="1"/>
            </p:cNvSpPr>
            <p:nvPr/>
          </p:nvSpPr>
          <p:spPr>
            <a:xfrm>
              <a:off x="2247900" y="3886200"/>
              <a:ext cx="104966" cy="104966"/>
            </a:xfrm>
            <a:prstGeom prst="rect">
              <a:avLst/>
            </a:prstGeom>
            <a:solidFill>
              <a:srgbClr val="DCE8ED"/>
            </a:solidFill>
            <a:ln w="0">
              <a:noFill/>
              <a:prstDash val="solid"/>
            </a:ln>
          </p:spPr>
        </p:sp>
        <p:sp>
          <p:nvSpPr>
            <p:cNvPr id="416" name="four:scalar-input:grid-cell:415"/>
            <p:cNvSpPr>
              <a:spLocks noGrp="1"/>
            </p:cNvSpPr>
            <p:nvPr/>
          </p:nvSpPr>
          <p:spPr>
            <a:xfrm>
              <a:off x="2352675" y="3886200"/>
              <a:ext cx="104966" cy="104966"/>
            </a:xfrm>
            <a:prstGeom prst="rect">
              <a:avLst/>
            </a:prstGeom>
            <a:solidFill>
              <a:srgbClr val="DCE8ED"/>
            </a:solidFill>
            <a:ln w="0">
              <a:noFill/>
              <a:prstDash val="solid"/>
            </a:ln>
          </p:spPr>
        </p:sp>
        <p:sp>
          <p:nvSpPr>
            <p:cNvPr id="417" name="four:scalar-input:line:416"/>
            <p:cNvSpPr>
              <a:spLocks noGrp="1"/>
            </p:cNvSpPr>
            <p:nvPr/>
          </p:nvSpPr>
          <p:spPr>
            <a:xfrm>
              <a:off x="3619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18" name="four:scalar-input:line:417"/>
            <p:cNvSpPr>
              <a:spLocks noGrp="1"/>
            </p:cNvSpPr>
            <p:nvPr/>
          </p:nvSpPr>
          <p:spPr>
            <a:xfrm>
              <a:off x="4667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19" name="four:scalar-input:line:418"/>
            <p:cNvSpPr>
              <a:spLocks noGrp="1"/>
            </p:cNvSpPr>
            <p:nvPr/>
          </p:nvSpPr>
          <p:spPr>
            <a:xfrm>
              <a:off x="5715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0" name="four:scalar-input:line:419"/>
            <p:cNvSpPr>
              <a:spLocks noGrp="1"/>
            </p:cNvSpPr>
            <p:nvPr/>
          </p:nvSpPr>
          <p:spPr>
            <a:xfrm>
              <a:off x="6762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1" name="four:scalar-input:line:420"/>
            <p:cNvSpPr>
              <a:spLocks noGrp="1"/>
            </p:cNvSpPr>
            <p:nvPr/>
          </p:nvSpPr>
          <p:spPr>
            <a:xfrm>
              <a:off x="7810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2" name="four:scalar-input:line:421"/>
            <p:cNvSpPr>
              <a:spLocks noGrp="1"/>
            </p:cNvSpPr>
            <p:nvPr/>
          </p:nvSpPr>
          <p:spPr>
            <a:xfrm>
              <a:off x="8858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3" name="four:scalar-input:line:422"/>
            <p:cNvSpPr>
              <a:spLocks noGrp="1"/>
            </p:cNvSpPr>
            <p:nvPr/>
          </p:nvSpPr>
          <p:spPr>
            <a:xfrm>
              <a:off x="9906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4" name="four:scalar-input:line:423"/>
            <p:cNvSpPr>
              <a:spLocks noGrp="1"/>
            </p:cNvSpPr>
            <p:nvPr/>
          </p:nvSpPr>
          <p:spPr>
            <a:xfrm>
              <a:off x="10953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5" name="four:scalar-input:line:424"/>
            <p:cNvSpPr>
              <a:spLocks noGrp="1"/>
            </p:cNvSpPr>
            <p:nvPr/>
          </p:nvSpPr>
          <p:spPr>
            <a:xfrm>
              <a:off x="12001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6" name="four:scalar-input:line:425"/>
            <p:cNvSpPr>
              <a:spLocks noGrp="1"/>
            </p:cNvSpPr>
            <p:nvPr/>
          </p:nvSpPr>
          <p:spPr>
            <a:xfrm>
              <a:off x="13049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7" name="four:scalar-input:line:426"/>
            <p:cNvSpPr>
              <a:spLocks noGrp="1"/>
            </p:cNvSpPr>
            <p:nvPr/>
          </p:nvSpPr>
          <p:spPr>
            <a:xfrm>
              <a:off x="14097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8" name="four:scalar-input:line:427"/>
            <p:cNvSpPr>
              <a:spLocks noGrp="1"/>
            </p:cNvSpPr>
            <p:nvPr/>
          </p:nvSpPr>
          <p:spPr>
            <a:xfrm>
              <a:off x="15144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9" name="four:scalar-input:line:428"/>
            <p:cNvSpPr>
              <a:spLocks noGrp="1"/>
            </p:cNvSpPr>
            <p:nvPr/>
          </p:nvSpPr>
          <p:spPr>
            <a:xfrm>
              <a:off x="16192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0" name="four:scalar-input:line:429"/>
            <p:cNvSpPr>
              <a:spLocks noGrp="1"/>
            </p:cNvSpPr>
            <p:nvPr/>
          </p:nvSpPr>
          <p:spPr>
            <a:xfrm>
              <a:off x="17240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1" name="four:scalar-input:line:430"/>
            <p:cNvSpPr>
              <a:spLocks noGrp="1"/>
            </p:cNvSpPr>
            <p:nvPr/>
          </p:nvSpPr>
          <p:spPr>
            <a:xfrm>
              <a:off x="18288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2" name="four:scalar-input:line:431"/>
            <p:cNvSpPr>
              <a:spLocks noGrp="1"/>
            </p:cNvSpPr>
            <p:nvPr/>
          </p:nvSpPr>
          <p:spPr>
            <a:xfrm>
              <a:off x="19335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3" name="four:scalar-input:line:432"/>
            <p:cNvSpPr>
              <a:spLocks noGrp="1"/>
            </p:cNvSpPr>
            <p:nvPr/>
          </p:nvSpPr>
          <p:spPr>
            <a:xfrm>
              <a:off x="20383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4" name="four:scalar-input:line:433"/>
            <p:cNvSpPr>
              <a:spLocks noGrp="1"/>
            </p:cNvSpPr>
            <p:nvPr/>
          </p:nvSpPr>
          <p:spPr>
            <a:xfrm>
              <a:off x="21431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5" name="four:scalar-input:line:434"/>
            <p:cNvSpPr>
              <a:spLocks noGrp="1"/>
            </p:cNvSpPr>
            <p:nvPr/>
          </p:nvSpPr>
          <p:spPr>
            <a:xfrm>
              <a:off x="22479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6" name="four:scalar-input:line:435"/>
            <p:cNvSpPr>
              <a:spLocks noGrp="1"/>
            </p:cNvSpPr>
            <p:nvPr/>
          </p:nvSpPr>
          <p:spPr>
            <a:xfrm>
              <a:off x="23526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7" name="four:scalar-input:line:436"/>
            <p:cNvSpPr>
              <a:spLocks noGrp="1"/>
            </p:cNvSpPr>
            <p:nvPr/>
          </p:nvSpPr>
          <p:spPr>
            <a:xfrm>
              <a:off x="24574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8" name="four:scalar-input:line:437"/>
            <p:cNvSpPr>
              <a:spLocks noGrp="1"/>
            </p:cNvSpPr>
            <p:nvPr/>
          </p:nvSpPr>
          <p:spPr>
            <a:xfrm>
              <a:off x="361950" y="21050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39" name="four:scalar-input:line:438"/>
            <p:cNvSpPr>
              <a:spLocks noGrp="1"/>
            </p:cNvSpPr>
            <p:nvPr/>
          </p:nvSpPr>
          <p:spPr>
            <a:xfrm>
              <a:off x="361950" y="22098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0" name="four:scalar-input:line:439"/>
            <p:cNvSpPr>
              <a:spLocks noGrp="1"/>
            </p:cNvSpPr>
            <p:nvPr/>
          </p:nvSpPr>
          <p:spPr>
            <a:xfrm>
              <a:off x="361950" y="23145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1" name="four:scalar-input:line:440"/>
            <p:cNvSpPr>
              <a:spLocks noGrp="1"/>
            </p:cNvSpPr>
            <p:nvPr/>
          </p:nvSpPr>
          <p:spPr>
            <a:xfrm>
              <a:off x="361950" y="24193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2" name="four:scalar-input:line:441"/>
            <p:cNvSpPr>
              <a:spLocks noGrp="1"/>
            </p:cNvSpPr>
            <p:nvPr/>
          </p:nvSpPr>
          <p:spPr>
            <a:xfrm>
              <a:off x="361950" y="25241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3" name="four:scalar-input:line:442"/>
            <p:cNvSpPr>
              <a:spLocks noGrp="1"/>
            </p:cNvSpPr>
            <p:nvPr/>
          </p:nvSpPr>
          <p:spPr>
            <a:xfrm>
              <a:off x="361950" y="26289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4" name="four:scalar-input:line:443"/>
            <p:cNvSpPr>
              <a:spLocks noGrp="1"/>
            </p:cNvSpPr>
            <p:nvPr/>
          </p:nvSpPr>
          <p:spPr>
            <a:xfrm>
              <a:off x="361950" y="27336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5" name="four:scalar-input:line:444"/>
            <p:cNvSpPr>
              <a:spLocks noGrp="1"/>
            </p:cNvSpPr>
            <p:nvPr/>
          </p:nvSpPr>
          <p:spPr>
            <a:xfrm>
              <a:off x="361950" y="28384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6" name="four:scalar-input:line:445"/>
            <p:cNvSpPr>
              <a:spLocks noGrp="1"/>
            </p:cNvSpPr>
            <p:nvPr/>
          </p:nvSpPr>
          <p:spPr>
            <a:xfrm>
              <a:off x="361950" y="29432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7" name="four:scalar-input:line:446"/>
            <p:cNvSpPr>
              <a:spLocks noGrp="1"/>
            </p:cNvSpPr>
            <p:nvPr/>
          </p:nvSpPr>
          <p:spPr>
            <a:xfrm>
              <a:off x="361950" y="30480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8" name="four:scalar-input:line:447"/>
            <p:cNvSpPr>
              <a:spLocks noGrp="1"/>
            </p:cNvSpPr>
            <p:nvPr/>
          </p:nvSpPr>
          <p:spPr>
            <a:xfrm>
              <a:off x="361950" y="31527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9" name="four:scalar-input:line:448"/>
            <p:cNvSpPr>
              <a:spLocks noGrp="1"/>
            </p:cNvSpPr>
            <p:nvPr/>
          </p:nvSpPr>
          <p:spPr>
            <a:xfrm>
              <a:off x="361950" y="32575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0" name="four:scalar-input:line:449"/>
            <p:cNvSpPr>
              <a:spLocks noGrp="1"/>
            </p:cNvSpPr>
            <p:nvPr/>
          </p:nvSpPr>
          <p:spPr>
            <a:xfrm>
              <a:off x="361950" y="33623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1" name="four:scalar-input:line:450"/>
            <p:cNvSpPr>
              <a:spLocks noGrp="1"/>
            </p:cNvSpPr>
            <p:nvPr/>
          </p:nvSpPr>
          <p:spPr>
            <a:xfrm>
              <a:off x="361950" y="34671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2" name="four:scalar-input:line:451"/>
            <p:cNvSpPr>
              <a:spLocks noGrp="1"/>
            </p:cNvSpPr>
            <p:nvPr/>
          </p:nvSpPr>
          <p:spPr>
            <a:xfrm>
              <a:off x="361950" y="35718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3" name="four:scalar-input:line:452"/>
            <p:cNvSpPr>
              <a:spLocks noGrp="1"/>
            </p:cNvSpPr>
            <p:nvPr/>
          </p:nvSpPr>
          <p:spPr>
            <a:xfrm>
              <a:off x="361950" y="36766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4" name="four:scalar-input:line:453"/>
            <p:cNvSpPr>
              <a:spLocks noGrp="1"/>
            </p:cNvSpPr>
            <p:nvPr/>
          </p:nvSpPr>
          <p:spPr>
            <a:xfrm>
              <a:off x="361950" y="37814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5" name="four:scalar-input:line:454"/>
            <p:cNvSpPr>
              <a:spLocks noGrp="1"/>
            </p:cNvSpPr>
            <p:nvPr/>
          </p:nvSpPr>
          <p:spPr>
            <a:xfrm>
              <a:off x="361950" y="38862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6" name="four:scalar-input:line:455"/>
            <p:cNvSpPr>
              <a:spLocks noGrp="1"/>
            </p:cNvSpPr>
            <p:nvPr/>
          </p:nvSpPr>
          <p:spPr>
            <a:xfrm>
              <a:off x="361950" y="39909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7" name="four:scalar-input:grid-border:456"/>
            <p:cNvSpPr>
              <a:spLocks noGrp="1"/>
            </p:cNvSpPr>
            <p:nvPr/>
          </p:nvSpPr>
          <p:spPr>
            <a:xfrm>
              <a:off x="361950" y="2105025"/>
              <a:ext cx="2095500" cy="1885950"/>
            </a:xfrm>
            <a:prstGeom prst="rect">
              <a:avLst/>
            </a:prstGeom>
            <a:noFill/>
            <a:ln w="11906">
              <a:solidFill>
                <a:srgbClr val="263238"/>
              </a:solidFill>
              <a:prstDash val="solid"/>
            </a:ln>
          </p:spPr>
        </p:sp>
        <p:sp>
          <p:nvSpPr>
            <p:cNvPr id="458" name="four:scalar-input:regular-node:457"/>
            <p:cNvSpPr>
              <a:spLocks noGrp="1"/>
            </p:cNvSpPr>
            <p:nvPr/>
          </p:nvSpPr>
          <p:spPr>
            <a:xfrm>
              <a:off x="460095" y="2851013"/>
              <a:ext cx="49530" cy="49530"/>
            </a:xfrm>
            <a:prstGeom prst="ellipse">
              <a:avLst/>
            </a:prstGeom>
            <a:solidFill>
              <a:srgbClr val="263238"/>
            </a:solidFill>
            <a:ln w="0">
              <a:noFill/>
              <a:prstDash val="solid"/>
            </a:ln>
          </p:spPr>
        </p:sp>
        <p:sp>
          <p:nvSpPr>
            <p:cNvPr id="459" name="four:scalar-input:regular-node:458"/>
            <p:cNvSpPr>
              <a:spLocks noGrp="1"/>
            </p:cNvSpPr>
            <p:nvPr/>
          </p:nvSpPr>
          <p:spPr>
            <a:xfrm>
              <a:off x="1917281" y="2321146"/>
              <a:ext cx="49530" cy="49530"/>
            </a:xfrm>
            <a:prstGeom prst="ellipse">
              <a:avLst/>
            </a:prstGeom>
            <a:solidFill>
              <a:srgbClr val="263238"/>
            </a:solidFill>
            <a:ln w="0">
              <a:noFill/>
              <a:prstDash val="solid"/>
            </a:ln>
          </p:spPr>
        </p:sp>
        <p:sp>
          <p:nvSpPr>
            <p:cNvPr id="460" name="four:scalar-input:regular-node:459"/>
            <p:cNvSpPr>
              <a:spLocks noGrp="1"/>
            </p:cNvSpPr>
            <p:nvPr/>
          </p:nvSpPr>
          <p:spPr>
            <a:xfrm>
              <a:off x="1381928" y="3645847"/>
              <a:ext cx="49530" cy="49530"/>
            </a:xfrm>
            <a:prstGeom prst="ellipse">
              <a:avLst/>
            </a:prstGeom>
            <a:solidFill>
              <a:srgbClr val="263238"/>
            </a:solidFill>
            <a:ln w="0">
              <a:noFill/>
              <a:prstDash val="solid"/>
            </a:ln>
          </p:spPr>
        </p:sp>
        <p:sp>
          <p:nvSpPr>
            <p:cNvPr id="461" name="four:scalar-input:regular-node:460"/>
            <p:cNvSpPr>
              <a:spLocks noGrp="1"/>
            </p:cNvSpPr>
            <p:nvPr/>
          </p:nvSpPr>
          <p:spPr>
            <a:xfrm>
              <a:off x="1867657" y="3469225"/>
              <a:ext cx="49530" cy="49530"/>
            </a:xfrm>
            <a:prstGeom prst="ellipse">
              <a:avLst/>
            </a:prstGeom>
            <a:solidFill>
              <a:srgbClr val="263238"/>
            </a:solidFill>
            <a:ln w="0">
              <a:noFill/>
              <a:prstDash val="solid"/>
            </a:ln>
          </p:spPr>
        </p:sp>
        <p:sp>
          <p:nvSpPr>
            <p:cNvPr id="462" name="four:scalar-input:line:461"/>
            <p:cNvSpPr>
              <a:spLocks noGrp="1"/>
            </p:cNvSpPr>
            <p:nvPr/>
          </p:nvSpPr>
          <p:spPr>
            <a:xfrm>
              <a:off x="428625" y="1790700"/>
              <a:ext cx="190500" cy="228600"/>
            </a:xfrm>
            <a:custGeom>
              <a:avLst/>
              <a:gdLst/>
              <a:ahLst/>
              <a:cxnLst/>
              <a:pathLst>
                <a:path w="190500" h="228600">
                  <a:moveTo>
                    <a:pt x="0" y="228600"/>
                  </a:moveTo>
                  <a:lnTo>
                    <a:pt x="190500" y="0"/>
                  </a:lnTo>
                </a:path>
              </a:pathLst>
            </a:custGeom>
            <a:noFill/>
            <a:ln w="15240">
              <a:solidFill>
                <a:srgbClr val="263238"/>
              </a:solidFill>
              <a:prstDash val="solid"/>
            </a:ln>
          </p:spPr>
        </p:sp>
        <p:sp>
          <p:nvSpPr>
            <p:cNvPr id="463" name="four:scalar-input:polygon:462"/>
            <p:cNvSpPr>
              <a:spLocks noGrp="1"/>
            </p:cNvSpPr>
            <p:nvPr/>
          </p:nvSpPr>
          <p:spPr>
            <a:xfrm>
              <a:off x="535927" y="1790700"/>
              <a:ext cx="83198" cy="89454"/>
            </a:xfrm>
            <a:custGeom>
              <a:avLst/>
              <a:gdLst/>
              <a:ahLst/>
              <a:cxnLst/>
              <a:pathLst>
                <a:path w="83198" h="89454">
                  <a:moveTo>
                    <a:pt x="83198" y="0"/>
                  </a:moveTo>
                  <a:lnTo>
                    <a:pt x="0" y="42257"/>
                  </a:lnTo>
                  <a:lnTo>
                    <a:pt x="56636" y="89454"/>
                  </a:lnTo>
                  <a:close/>
                </a:path>
              </a:pathLst>
            </a:custGeom>
            <a:solidFill>
              <a:srgbClr val="263238"/>
            </a:solidFill>
            <a:ln w="0">
              <a:noFill/>
              <a:prstDash val="solid"/>
            </a:ln>
          </p:spPr>
        </p:sp>
        <p:sp>
          <p:nvSpPr>
            <p:cNvPr id="464" name="four:scalar-input:textbox:463"/>
            <p:cNvSpPr>
              <a:spLocks noGrp="1"/>
            </p:cNvSpPr>
            <p:nvPr/>
          </p:nvSpPr>
          <p:spPr>
            <a:xfrm>
              <a:off x="304800" y="1714500"/>
              <a:ext cx="171450" cy="342900"/>
            </a:xfrm>
            <a:prstGeom prst="rect">
              <a:avLst/>
            </a:prstGeom>
            <a:noFill/>
            <a:ln w="0">
              <a:noFill/>
              <a:prstDash val="solid"/>
            </a:ln>
          </p:spPr>
          <p:txBody>
            <a:bodyPr wrap="none" lIns="0" tIns="0" rIns="0" bIns="0" anchor="ctr">
              <a:normAutofit/>
            </a:bodyPr>
            <a:lstStyle>
              <a:defPPr algn="ctr">
                <a:defRPr sz="1725" b="0">
                  <a:solidFill>
                    <a:srgbClr val="263238"/>
                  </a:solidFill>
                  <a:latin typeface="Arial" panose="020B0604020202090204"/>
                  <a:ea typeface="Arial" panose="020B0604020202090204"/>
                  <a:cs typeface="Arial" panose="020B0604020202090204"/>
                </a:defRPr>
              </a:defPPr>
            </a:lstStyle>
            <a:p>
              <a:pPr algn="ctr">
                <a:defRPr sz="1725" b="0">
                  <a:solidFill>
                    <a:srgbClr val="263238"/>
                  </a:solidFill>
                  <a:latin typeface="Arial" panose="020B0604020202090204"/>
                  <a:ea typeface="Arial" panose="020B0604020202090204"/>
                  <a:cs typeface="Arial" panose="020B0604020202090204"/>
                </a:defRPr>
              </a:pPr>
              <a:r>
                <a:rPr sz="1725" b="0">
                  <a:solidFill>
                    <a:srgbClr val="263238"/>
                  </a:solidFill>
                  <a:latin typeface="Arial" panose="020B0604020202090204"/>
                  <a:ea typeface="Arial" panose="020B0604020202090204"/>
                  <a:cs typeface="Arial" panose="020B0604020202090204"/>
                </a:rPr>
                <a:t>t</a:t>
              </a:r>
              <a:endParaRPr sz="1725" b="0">
                <a:solidFill>
                  <a:srgbClr val="263238"/>
                </a:solidFill>
                <a:latin typeface="Arial" panose="020B0604020202090204"/>
                <a:ea typeface="Arial" panose="020B0604020202090204"/>
                <a:cs typeface="Arial" panose="020B0604020202090204"/>
              </a:endParaRPr>
            </a:p>
          </p:txBody>
        </p:sp>
      </p:grpSp>
      <p:grpSp>
        <p:nvGrpSpPr>
          <p:cNvPr id="465" name="topology-swaps"/>
          <p:cNvGrpSpPr/>
          <p:nvPr/>
        </p:nvGrpSpPr>
        <p:grpSpPr>
          <a:xfrm>
            <a:off x="0" y="0"/>
            <a:ext cx="24955500" cy="8572500"/>
            <a:chOff x="0" y="0"/>
            <a:chExt cx="24955500" cy="8572500"/>
          </a:xfrm>
        </p:grpSpPr>
        <p:sp>
          <p:nvSpPr>
            <p:cNvPr id="466" name="four:topology-swaps:textbox:464"/>
            <p:cNvSpPr>
              <a:spLocks noGrp="1"/>
            </p:cNvSpPr>
            <p:nvPr/>
          </p:nvSpPr>
          <p:spPr>
            <a:xfrm>
              <a:off x="3371850" y="4371975"/>
              <a:ext cx="4352925"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Topology-preserving reordering</a:t>
              </a:r>
              <a:endParaRPr sz="1800" b="1">
                <a:solidFill>
                  <a:srgbClr val="263238"/>
                </a:solidFill>
                <a:latin typeface="Arial" panose="020B0604020202090204"/>
                <a:ea typeface="Arial" panose="020B0604020202090204"/>
                <a:cs typeface="Arial" panose="020B0604020202090204"/>
              </a:endParaRPr>
            </a:p>
          </p:txBody>
        </p:sp>
        <p:sp>
          <p:nvSpPr>
            <p:cNvPr id="467" name="four:topology-swaps:textbox:465"/>
            <p:cNvSpPr>
              <a:spLocks noGrp="1"/>
            </p:cNvSpPr>
            <p:nvPr/>
          </p:nvSpPr>
          <p:spPr>
            <a:xfrm>
              <a:off x="3352800" y="4724400"/>
              <a:ext cx="1876425" cy="257175"/>
            </a:xfrm>
            <a:prstGeom prst="rect">
              <a:avLst/>
            </a:prstGeom>
            <a:noFill/>
            <a:ln w="0">
              <a:noFill/>
              <a:prstDash val="solid"/>
            </a:ln>
          </p:spPr>
          <p:txBody>
            <a:bodyPr wrap="none" lIns="0" tIns="0" rIns="0" bIns="0" anchor="ctr">
              <a:normAutofit/>
            </a:bodyPr>
            <a:lstStyle>
              <a:defPPr algn="ctr">
                <a:defRPr sz="1575" b="0">
                  <a:solidFill>
                    <a:srgbClr val="7B8790"/>
                  </a:solidFill>
                  <a:latin typeface="Arial" panose="020B0604020202090204"/>
                  <a:ea typeface="Arial" panose="020B0604020202090204"/>
                  <a:cs typeface="Arial" panose="020B0604020202090204"/>
                </a:defRPr>
              </a:defPPr>
            </a:lstStyle>
            <a:p>
              <a:pPr algn="ctr">
                <a:defRPr sz="1575" b="0">
                  <a:solidFill>
                    <a:srgbClr val="7B8790"/>
                  </a:solidFill>
                  <a:latin typeface="Arial" panose="020B0604020202090204"/>
                  <a:ea typeface="Arial" panose="020B0604020202090204"/>
                  <a:cs typeface="Arial" panose="020B0604020202090204"/>
                </a:defRPr>
              </a:pPr>
              <a:r>
                <a:rPr sz="1575" b="0">
                  <a:solidFill>
                    <a:srgbClr val="7B8790"/>
                  </a:solidFill>
                  <a:latin typeface="Arial" panose="020B0604020202090204"/>
                  <a:ea typeface="Arial" panose="020B0604020202090204"/>
                  <a:cs typeface="Arial" panose="020B0604020202090204"/>
                </a:rPr>
                <a:t>Initial</a:t>
              </a:r>
              <a:endParaRPr sz="1575" b="0">
                <a:solidFill>
                  <a:srgbClr val="7B8790"/>
                </a:solidFill>
                <a:latin typeface="Arial" panose="020B0604020202090204"/>
                <a:ea typeface="Arial" panose="020B0604020202090204"/>
                <a:cs typeface="Arial" panose="020B0604020202090204"/>
              </a:endParaRPr>
            </a:p>
          </p:txBody>
        </p:sp>
        <p:sp>
          <p:nvSpPr>
            <p:cNvPr id="468" name="four:topology-swaps:textbox:466"/>
            <p:cNvSpPr>
              <a:spLocks noGrp="1"/>
            </p:cNvSpPr>
            <p:nvPr/>
          </p:nvSpPr>
          <p:spPr>
            <a:xfrm>
              <a:off x="5915025" y="4724400"/>
              <a:ext cx="1876425" cy="257175"/>
            </a:xfrm>
            <a:prstGeom prst="rect">
              <a:avLst/>
            </a:prstGeom>
            <a:noFill/>
            <a:ln w="0">
              <a:noFill/>
              <a:prstDash val="solid"/>
            </a:ln>
          </p:spPr>
          <p:txBody>
            <a:bodyPr wrap="none" lIns="0" tIns="0" rIns="0" bIns="0" anchor="ctr">
              <a:normAutofit/>
            </a:bodyPr>
            <a:lstStyle>
              <a:defPPr algn="ctr">
                <a:defRPr sz="1575" b="0">
                  <a:solidFill>
                    <a:srgbClr val="7B8790"/>
                  </a:solidFill>
                  <a:latin typeface="Arial" panose="020B0604020202090204"/>
                  <a:ea typeface="Arial" panose="020B0604020202090204"/>
                  <a:cs typeface="Arial" panose="020B0604020202090204"/>
                </a:defRPr>
              </a:defPPr>
            </a:lstStyle>
            <a:p>
              <a:pPr algn="ctr">
                <a:defRPr sz="1575" b="0">
                  <a:solidFill>
                    <a:srgbClr val="7B8790"/>
                  </a:solidFill>
                  <a:latin typeface="Arial" panose="020B0604020202090204"/>
                  <a:ea typeface="Arial" panose="020B0604020202090204"/>
                  <a:cs typeface="Arial" panose="020B0604020202090204"/>
                </a:defRPr>
              </a:pPr>
              <a:r>
                <a:rPr sz="1575" b="0">
                  <a:solidFill>
                    <a:srgbClr val="7B8790"/>
                  </a:solidFill>
                  <a:latin typeface="Arial" panose="020B0604020202090204"/>
                  <a:ea typeface="Arial" panose="020B0604020202090204"/>
                  <a:cs typeface="Arial" panose="020B0604020202090204"/>
                </a:rPr>
                <a:t>Best under T</a:t>
              </a:r>
              <a:endParaRPr sz="1575" b="0">
                <a:solidFill>
                  <a:srgbClr val="7B8790"/>
                </a:solidFill>
                <a:latin typeface="Arial" panose="020B0604020202090204"/>
                <a:ea typeface="Arial" panose="020B0604020202090204"/>
                <a:cs typeface="Arial" panose="020B0604020202090204"/>
              </a:endParaRPr>
            </a:p>
          </p:txBody>
        </p:sp>
        <p:sp>
          <p:nvSpPr>
            <p:cNvPr id="469" name="four:topology-swaps:line:467"/>
            <p:cNvSpPr>
              <a:spLocks noGrp="1"/>
            </p:cNvSpPr>
            <p:nvPr/>
          </p:nvSpPr>
          <p:spPr>
            <a:xfrm>
              <a:off x="4373880" y="5086350"/>
              <a:ext cx="953" cy="282892"/>
            </a:xfrm>
            <a:custGeom>
              <a:avLst/>
              <a:gdLst/>
              <a:ahLst/>
              <a:cxnLst/>
              <a:pathLst>
                <a:path w="953" h="282892">
                  <a:moveTo>
                    <a:pt x="0" y="58424"/>
                  </a:moveTo>
                  <a:lnTo>
                    <a:pt x="0" y="224469"/>
                  </a:lnTo>
                </a:path>
              </a:pathLst>
            </a:custGeom>
            <a:noFill/>
            <a:ln w="10478">
              <a:solidFill>
                <a:srgbClr val="263238"/>
              </a:solidFill>
              <a:prstDash val="solid"/>
            </a:ln>
          </p:spPr>
        </p:sp>
        <p:sp>
          <p:nvSpPr>
            <p:cNvPr id="470" name="four:topology-swaps:regular-node:468"/>
            <p:cNvSpPr>
              <a:spLocks noGrp="1"/>
            </p:cNvSpPr>
            <p:nvPr/>
          </p:nvSpPr>
          <p:spPr>
            <a:xfrm>
              <a:off x="4356135" y="5174240"/>
              <a:ext cx="35490" cy="35490"/>
            </a:xfrm>
            <a:prstGeom prst="ellipse">
              <a:avLst/>
            </a:prstGeom>
            <a:solidFill>
              <a:srgbClr val="DCE8ED"/>
            </a:solidFill>
            <a:ln w="6668">
              <a:solidFill>
                <a:srgbClr val="263238"/>
              </a:solidFill>
              <a:prstDash val="solid"/>
            </a:ln>
          </p:spPr>
        </p:sp>
        <p:sp>
          <p:nvSpPr>
            <p:cNvPr id="471" name="four:topology-swaps:regular-node:469"/>
            <p:cNvSpPr>
              <a:spLocks noGrp="1"/>
            </p:cNvSpPr>
            <p:nvPr/>
          </p:nvSpPr>
          <p:spPr>
            <a:xfrm>
              <a:off x="4356135" y="5245863"/>
              <a:ext cx="35490" cy="35490"/>
            </a:xfrm>
            <a:prstGeom prst="ellipse">
              <a:avLst/>
            </a:prstGeom>
            <a:solidFill>
              <a:srgbClr val="DCE8ED"/>
            </a:solidFill>
            <a:ln w="6668">
              <a:solidFill>
                <a:srgbClr val="263238"/>
              </a:solidFill>
              <a:prstDash val="solid"/>
            </a:ln>
          </p:spPr>
        </p:sp>
        <p:sp>
          <p:nvSpPr>
            <p:cNvPr id="472" name="four:topology-swaps:critical-node:470"/>
            <p:cNvSpPr>
              <a:spLocks noGrp="1"/>
            </p:cNvSpPr>
            <p:nvPr/>
          </p:nvSpPr>
          <p:spPr>
            <a:xfrm>
              <a:off x="4322124" y="5034594"/>
              <a:ext cx="103513" cy="103513"/>
            </a:xfrm>
            <a:prstGeom prst="diamond">
              <a:avLst/>
            </a:prstGeom>
            <a:solidFill>
              <a:srgbClr val="DCE8ED"/>
            </a:solidFill>
            <a:ln w="10478">
              <a:solidFill>
                <a:srgbClr val="263238"/>
              </a:solidFill>
              <a:prstDash val="solid"/>
            </a:ln>
          </p:spPr>
        </p:sp>
        <p:sp>
          <p:nvSpPr>
            <p:cNvPr id="473" name="four:topology-swaps:critical-node:471"/>
            <p:cNvSpPr>
              <a:spLocks noGrp="1"/>
            </p:cNvSpPr>
            <p:nvPr/>
          </p:nvSpPr>
          <p:spPr>
            <a:xfrm>
              <a:off x="4322124" y="5317486"/>
              <a:ext cx="103513" cy="103513"/>
            </a:xfrm>
            <a:prstGeom prst="diamond">
              <a:avLst/>
            </a:prstGeom>
            <a:solidFill>
              <a:srgbClr val="DCE8ED"/>
            </a:solidFill>
            <a:ln w="10478">
              <a:solidFill>
                <a:srgbClr val="263238"/>
              </a:solidFill>
              <a:prstDash val="solid"/>
            </a:ln>
          </p:spPr>
        </p:sp>
        <p:sp>
          <p:nvSpPr>
            <p:cNvPr id="474" name="four:topology-swaps:line:472"/>
            <p:cNvSpPr>
              <a:spLocks noGrp="1"/>
            </p:cNvSpPr>
            <p:nvPr/>
          </p:nvSpPr>
          <p:spPr>
            <a:xfrm>
              <a:off x="3870960" y="5369243"/>
              <a:ext cx="1005840" cy="953"/>
            </a:xfrm>
            <a:custGeom>
              <a:avLst/>
              <a:gdLst/>
              <a:ahLst/>
              <a:cxnLst/>
              <a:pathLst>
                <a:path w="1005840" h="953">
                  <a:moveTo>
                    <a:pt x="0" y="0"/>
                  </a:moveTo>
                  <a:lnTo>
                    <a:pt x="444496" y="0"/>
                  </a:lnTo>
                  <a:moveTo>
                    <a:pt x="561344" y="0"/>
                  </a:moveTo>
                  <a:lnTo>
                    <a:pt x="1005840" y="0"/>
                  </a:lnTo>
                </a:path>
              </a:pathLst>
            </a:custGeom>
            <a:noFill/>
            <a:ln w="10478">
              <a:solidFill>
                <a:srgbClr val="263238"/>
              </a:solidFill>
              <a:prstDash val="solid"/>
            </a:ln>
          </p:spPr>
        </p:sp>
        <p:sp>
          <p:nvSpPr>
            <p:cNvPr id="475" name="four:topology-swaps:line:473"/>
            <p:cNvSpPr>
              <a:spLocks noGrp="1"/>
            </p:cNvSpPr>
            <p:nvPr/>
          </p:nvSpPr>
          <p:spPr>
            <a:xfrm>
              <a:off x="3870960" y="5369243"/>
              <a:ext cx="953" cy="308610"/>
            </a:xfrm>
            <a:custGeom>
              <a:avLst/>
              <a:gdLst/>
              <a:ahLst/>
              <a:cxnLst/>
              <a:pathLst>
                <a:path w="953" h="308610">
                  <a:moveTo>
                    <a:pt x="0" y="0"/>
                  </a:moveTo>
                  <a:lnTo>
                    <a:pt x="0" y="228005"/>
                  </a:lnTo>
                </a:path>
              </a:pathLst>
            </a:custGeom>
            <a:noFill/>
            <a:ln w="10478">
              <a:solidFill>
                <a:srgbClr val="263238"/>
              </a:solidFill>
              <a:prstDash val="solid"/>
            </a:ln>
          </p:spPr>
        </p:sp>
        <p:sp>
          <p:nvSpPr>
            <p:cNvPr id="476" name="four:topology-swaps:regular-node:474"/>
            <p:cNvSpPr>
              <a:spLocks noGrp="1"/>
            </p:cNvSpPr>
            <p:nvPr/>
          </p:nvSpPr>
          <p:spPr>
            <a:xfrm>
              <a:off x="3845821" y="5461440"/>
              <a:ext cx="50278" cy="50278"/>
            </a:xfrm>
            <a:prstGeom prst="ellipse">
              <a:avLst/>
            </a:prstGeom>
            <a:solidFill>
              <a:srgbClr val="D4B4CC"/>
            </a:solidFill>
            <a:ln w="6668">
              <a:solidFill>
                <a:srgbClr val="263238"/>
              </a:solidFill>
              <a:prstDash val="solid"/>
            </a:ln>
          </p:spPr>
        </p:sp>
        <p:sp>
          <p:nvSpPr>
            <p:cNvPr id="477" name="four:topology-swaps:line:475"/>
            <p:cNvSpPr>
              <a:spLocks noGrp="1"/>
            </p:cNvSpPr>
            <p:nvPr/>
          </p:nvSpPr>
          <p:spPr>
            <a:xfrm>
              <a:off x="4876800" y="5369243"/>
              <a:ext cx="953" cy="745808"/>
            </a:xfrm>
            <a:custGeom>
              <a:avLst/>
              <a:gdLst/>
              <a:ahLst/>
              <a:cxnLst/>
              <a:pathLst>
                <a:path w="953" h="745808">
                  <a:moveTo>
                    <a:pt x="0" y="0"/>
                  </a:moveTo>
                  <a:lnTo>
                    <a:pt x="0" y="665202"/>
                  </a:lnTo>
                </a:path>
              </a:pathLst>
            </a:custGeom>
            <a:noFill/>
            <a:ln w="10478">
              <a:solidFill>
                <a:srgbClr val="263238"/>
              </a:solidFill>
              <a:prstDash val="solid"/>
            </a:ln>
          </p:spPr>
        </p:sp>
        <p:sp>
          <p:nvSpPr>
            <p:cNvPr id="478" name="four:topology-swaps:regular-node:476"/>
            <p:cNvSpPr>
              <a:spLocks noGrp="1"/>
            </p:cNvSpPr>
            <p:nvPr/>
          </p:nvSpPr>
          <p:spPr>
            <a:xfrm>
              <a:off x="4851661" y="5559681"/>
              <a:ext cx="50278" cy="50278"/>
            </a:xfrm>
            <a:prstGeom prst="ellipse">
              <a:avLst/>
            </a:prstGeom>
            <a:solidFill>
              <a:srgbClr val="81C9BA"/>
            </a:solidFill>
            <a:ln w="6668">
              <a:solidFill>
                <a:srgbClr val="263238"/>
              </a:solidFill>
              <a:prstDash val="solid"/>
            </a:ln>
          </p:spPr>
        </p:sp>
        <p:sp>
          <p:nvSpPr>
            <p:cNvPr id="479" name="four:topology-swaps:regular-node:477"/>
            <p:cNvSpPr>
              <a:spLocks noGrp="1"/>
            </p:cNvSpPr>
            <p:nvPr/>
          </p:nvSpPr>
          <p:spPr>
            <a:xfrm>
              <a:off x="4851661" y="5800396"/>
              <a:ext cx="50278" cy="50278"/>
            </a:xfrm>
            <a:prstGeom prst="ellipse">
              <a:avLst/>
            </a:prstGeom>
            <a:solidFill>
              <a:srgbClr val="81C9BA"/>
            </a:solidFill>
            <a:ln w="6668">
              <a:solidFill>
                <a:srgbClr val="263238"/>
              </a:solidFill>
              <a:prstDash val="solid"/>
            </a:ln>
          </p:spPr>
        </p:sp>
        <p:sp>
          <p:nvSpPr>
            <p:cNvPr id="480" name="four:topology-swaps:critical-node:478"/>
            <p:cNvSpPr>
              <a:spLocks noGrp="1"/>
            </p:cNvSpPr>
            <p:nvPr/>
          </p:nvSpPr>
          <p:spPr>
            <a:xfrm>
              <a:off x="3797022" y="5603915"/>
              <a:ext cx="147876" cy="147876"/>
            </a:xfrm>
            <a:prstGeom prst="diamond">
              <a:avLst/>
            </a:prstGeom>
            <a:solidFill>
              <a:srgbClr val="D4B4CC"/>
            </a:solidFill>
            <a:ln w="10478">
              <a:solidFill>
                <a:srgbClr val="263238"/>
              </a:solidFill>
              <a:prstDash val="solid"/>
            </a:ln>
          </p:spPr>
        </p:sp>
        <p:sp>
          <p:nvSpPr>
            <p:cNvPr id="481" name="four:topology-swaps:critical-node:479"/>
            <p:cNvSpPr>
              <a:spLocks noGrp="1"/>
            </p:cNvSpPr>
            <p:nvPr/>
          </p:nvSpPr>
          <p:spPr>
            <a:xfrm>
              <a:off x="4802862" y="6041112"/>
              <a:ext cx="147876" cy="147876"/>
            </a:xfrm>
            <a:prstGeom prst="diamond">
              <a:avLst/>
            </a:prstGeom>
            <a:solidFill>
              <a:srgbClr val="81C9BA"/>
            </a:solidFill>
            <a:ln w="10478">
              <a:solidFill>
                <a:srgbClr val="263238"/>
              </a:solidFill>
              <a:prstDash val="solid"/>
            </a:ln>
          </p:spPr>
        </p:sp>
        <p:sp>
          <p:nvSpPr>
            <p:cNvPr id="482" name="four:topology-swaps:line:480"/>
            <p:cNvSpPr>
              <a:spLocks noGrp="1"/>
            </p:cNvSpPr>
            <p:nvPr/>
          </p:nvSpPr>
          <p:spPr>
            <a:xfrm>
              <a:off x="3619500" y="5677853"/>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483" name="four:topology-swaps:line:481"/>
            <p:cNvSpPr>
              <a:spLocks noGrp="1"/>
            </p:cNvSpPr>
            <p:nvPr/>
          </p:nvSpPr>
          <p:spPr>
            <a:xfrm>
              <a:off x="4625340" y="6115050"/>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484" name="four:topology-swaps:line:482"/>
            <p:cNvSpPr>
              <a:spLocks noGrp="1"/>
            </p:cNvSpPr>
            <p:nvPr/>
          </p:nvSpPr>
          <p:spPr>
            <a:xfrm>
              <a:off x="3619500"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485" name="four:topology-swaps:regular-node:483"/>
            <p:cNvSpPr>
              <a:spLocks noGrp="1"/>
            </p:cNvSpPr>
            <p:nvPr/>
          </p:nvSpPr>
          <p:spPr>
            <a:xfrm>
              <a:off x="3594361" y="5851146"/>
              <a:ext cx="50278" cy="50278"/>
            </a:xfrm>
            <a:prstGeom prst="ellipse">
              <a:avLst/>
            </a:prstGeom>
            <a:solidFill>
              <a:srgbClr val="CC79A7"/>
            </a:solidFill>
            <a:ln w="6668">
              <a:solidFill>
                <a:srgbClr val="263238"/>
              </a:solidFill>
              <a:prstDash val="solid"/>
            </a:ln>
          </p:spPr>
        </p:sp>
        <p:sp>
          <p:nvSpPr>
            <p:cNvPr id="486" name="four:topology-swaps:regular-node:484"/>
            <p:cNvSpPr>
              <a:spLocks noGrp="1"/>
            </p:cNvSpPr>
            <p:nvPr/>
          </p:nvSpPr>
          <p:spPr>
            <a:xfrm>
              <a:off x="3594361" y="6074716"/>
              <a:ext cx="50278" cy="50278"/>
            </a:xfrm>
            <a:prstGeom prst="ellipse">
              <a:avLst/>
            </a:prstGeom>
            <a:solidFill>
              <a:srgbClr val="CC79A7"/>
            </a:solidFill>
            <a:ln w="6668">
              <a:solidFill>
                <a:srgbClr val="263238"/>
              </a:solidFill>
              <a:prstDash val="solid"/>
            </a:ln>
          </p:spPr>
        </p:sp>
        <p:sp>
          <p:nvSpPr>
            <p:cNvPr id="487" name="four:topology-swaps:critical-node:485"/>
            <p:cNvSpPr>
              <a:spLocks noGrp="1"/>
            </p:cNvSpPr>
            <p:nvPr/>
          </p:nvSpPr>
          <p:spPr>
            <a:xfrm>
              <a:off x="3545562" y="6298287"/>
              <a:ext cx="147876" cy="147876"/>
            </a:xfrm>
            <a:prstGeom prst="diamond">
              <a:avLst/>
            </a:prstGeom>
            <a:solidFill>
              <a:srgbClr val="CC79A7"/>
            </a:solidFill>
            <a:ln w="10478">
              <a:solidFill>
                <a:srgbClr val="263238"/>
              </a:solidFill>
              <a:prstDash val="solid"/>
            </a:ln>
          </p:spPr>
        </p:sp>
        <p:sp>
          <p:nvSpPr>
            <p:cNvPr id="488" name="four:topology-swaps:line:486"/>
            <p:cNvSpPr>
              <a:spLocks noGrp="1"/>
            </p:cNvSpPr>
            <p:nvPr/>
          </p:nvSpPr>
          <p:spPr>
            <a:xfrm>
              <a:off x="4122420"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489" name="four:topology-swaps:regular-node:487"/>
            <p:cNvSpPr>
              <a:spLocks noGrp="1"/>
            </p:cNvSpPr>
            <p:nvPr/>
          </p:nvSpPr>
          <p:spPr>
            <a:xfrm>
              <a:off x="4097281" y="5851146"/>
              <a:ext cx="50278" cy="50278"/>
            </a:xfrm>
            <a:prstGeom prst="ellipse">
              <a:avLst/>
            </a:prstGeom>
            <a:solidFill>
              <a:srgbClr val="0072B2"/>
            </a:solidFill>
            <a:ln w="6668">
              <a:solidFill>
                <a:srgbClr val="263238"/>
              </a:solidFill>
              <a:prstDash val="solid"/>
            </a:ln>
          </p:spPr>
        </p:sp>
        <p:sp>
          <p:nvSpPr>
            <p:cNvPr id="490" name="four:topology-swaps:regular-node:488"/>
            <p:cNvSpPr>
              <a:spLocks noGrp="1"/>
            </p:cNvSpPr>
            <p:nvPr/>
          </p:nvSpPr>
          <p:spPr>
            <a:xfrm>
              <a:off x="4097281" y="6074716"/>
              <a:ext cx="50278" cy="50278"/>
            </a:xfrm>
            <a:prstGeom prst="ellipse">
              <a:avLst/>
            </a:prstGeom>
            <a:solidFill>
              <a:srgbClr val="0072B2"/>
            </a:solidFill>
            <a:ln w="6668">
              <a:solidFill>
                <a:srgbClr val="263238"/>
              </a:solidFill>
              <a:prstDash val="solid"/>
            </a:ln>
          </p:spPr>
        </p:sp>
        <p:sp>
          <p:nvSpPr>
            <p:cNvPr id="491" name="four:topology-swaps:critical-node:489"/>
            <p:cNvSpPr>
              <a:spLocks noGrp="1"/>
            </p:cNvSpPr>
            <p:nvPr/>
          </p:nvSpPr>
          <p:spPr>
            <a:xfrm>
              <a:off x="4048482" y="6298287"/>
              <a:ext cx="147876" cy="147876"/>
            </a:xfrm>
            <a:prstGeom prst="diamond">
              <a:avLst/>
            </a:prstGeom>
            <a:solidFill>
              <a:srgbClr val="0072B2"/>
            </a:solidFill>
            <a:ln w="10478">
              <a:solidFill>
                <a:srgbClr val="263238"/>
              </a:solidFill>
              <a:prstDash val="solid"/>
            </a:ln>
          </p:spPr>
        </p:sp>
        <p:sp>
          <p:nvSpPr>
            <p:cNvPr id="492" name="four:topology-swaps:line:490"/>
            <p:cNvSpPr>
              <a:spLocks noGrp="1"/>
            </p:cNvSpPr>
            <p:nvPr/>
          </p:nvSpPr>
          <p:spPr>
            <a:xfrm>
              <a:off x="4625340"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493" name="four:topology-swaps:regular-node:491"/>
            <p:cNvSpPr>
              <a:spLocks noGrp="1"/>
            </p:cNvSpPr>
            <p:nvPr/>
          </p:nvSpPr>
          <p:spPr>
            <a:xfrm>
              <a:off x="4600201" y="6181530"/>
              <a:ext cx="50278" cy="50278"/>
            </a:xfrm>
            <a:prstGeom prst="ellipse">
              <a:avLst/>
            </a:prstGeom>
            <a:solidFill>
              <a:srgbClr val="009E73"/>
            </a:solidFill>
            <a:ln w="6668">
              <a:solidFill>
                <a:srgbClr val="263238"/>
              </a:solidFill>
              <a:prstDash val="solid"/>
            </a:ln>
          </p:spPr>
        </p:sp>
        <p:sp>
          <p:nvSpPr>
            <p:cNvPr id="494" name="four:topology-swaps:critical-node:492"/>
            <p:cNvSpPr>
              <a:spLocks noGrp="1"/>
            </p:cNvSpPr>
            <p:nvPr/>
          </p:nvSpPr>
          <p:spPr>
            <a:xfrm>
              <a:off x="4551402" y="6298287"/>
              <a:ext cx="147876" cy="147876"/>
            </a:xfrm>
            <a:prstGeom prst="diamond">
              <a:avLst/>
            </a:prstGeom>
            <a:solidFill>
              <a:srgbClr val="009E73"/>
            </a:solidFill>
            <a:ln w="10478">
              <a:solidFill>
                <a:srgbClr val="263238"/>
              </a:solidFill>
              <a:prstDash val="solid"/>
            </a:ln>
          </p:spPr>
        </p:sp>
        <p:sp>
          <p:nvSpPr>
            <p:cNvPr id="495" name="four:topology-swaps:line:493"/>
            <p:cNvSpPr>
              <a:spLocks noGrp="1"/>
            </p:cNvSpPr>
            <p:nvPr/>
          </p:nvSpPr>
          <p:spPr>
            <a:xfrm>
              <a:off x="5128260"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496" name="four:topology-swaps:regular-node:494"/>
            <p:cNvSpPr>
              <a:spLocks noGrp="1"/>
            </p:cNvSpPr>
            <p:nvPr/>
          </p:nvSpPr>
          <p:spPr>
            <a:xfrm>
              <a:off x="5103121" y="6181530"/>
              <a:ext cx="50278" cy="50278"/>
            </a:xfrm>
            <a:prstGeom prst="ellipse">
              <a:avLst/>
            </a:prstGeom>
            <a:solidFill>
              <a:srgbClr val="D55E00"/>
            </a:solidFill>
            <a:ln w="6668">
              <a:solidFill>
                <a:srgbClr val="263238"/>
              </a:solidFill>
              <a:prstDash val="solid"/>
            </a:ln>
          </p:spPr>
        </p:sp>
        <p:sp>
          <p:nvSpPr>
            <p:cNvPr id="497" name="four:topology-swaps:critical-node:495"/>
            <p:cNvSpPr>
              <a:spLocks noGrp="1"/>
            </p:cNvSpPr>
            <p:nvPr/>
          </p:nvSpPr>
          <p:spPr>
            <a:xfrm>
              <a:off x="5054322" y="6298287"/>
              <a:ext cx="147876" cy="147876"/>
            </a:xfrm>
            <a:prstGeom prst="diamond">
              <a:avLst/>
            </a:prstGeom>
            <a:solidFill>
              <a:srgbClr val="D55E00"/>
            </a:solidFill>
            <a:ln w="10478">
              <a:solidFill>
                <a:srgbClr val="263238"/>
              </a:solidFill>
              <a:prstDash val="solid"/>
            </a:ln>
          </p:spPr>
        </p:sp>
        <p:sp>
          <p:nvSpPr>
            <p:cNvPr id="498" name="four:topology-swaps:line:496"/>
            <p:cNvSpPr>
              <a:spLocks noGrp="1"/>
            </p:cNvSpPr>
            <p:nvPr/>
          </p:nvSpPr>
          <p:spPr>
            <a:xfrm>
              <a:off x="6821805" y="5086350"/>
              <a:ext cx="953" cy="282892"/>
            </a:xfrm>
            <a:custGeom>
              <a:avLst/>
              <a:gdLst/>
              <a:ahLst/>
              <a:cxnLst/>
              <a:pathLst>
                <a:path w="953" h="282892">
                  <a:moveTo>
                    <a:pt x="0" y="58424"/>
                  </a:moveTo>
                  <a:lnTo>
                    <a:pt x="0" y="224469"/>
                  </a:lnTo>
                </a:path>
              </a:pathLst>
            </a:custGeom>
            <a:noFill/>
            <a:ln w="10478">
              <a:solidFill>
                <a:srgbClr val="263238"/>
              </a:solidFill>
              <a:prstDash val="solid"/>
            </a:ln>
          </p:spPr>
        </p:sp>
        <p:sp>
          <p:nvSpPr>
            <p:cNvPr id="499" name="four:topology-swaps:regular-node:497"/>
            <p:cNvSpPr>
              <a:spLocks noGrp="1"/>
            </p:cNvSpPr>
            <p:nvPr/>
          </p:nvSpPr>
          <p:spPr>
            <a:xfrm>
              <a:off x="6804060" y="5174240"/>
              <a:ext cx="35490" cy="35490"/>
            </a:xfrm>
            <a:prstGeom prst="ellipse">
              <a:avLst/>
            </a:prstGeom>
            <a:solidFill>
              <a:srgbClr val="DCE8ED"/>
            </a:solidFill>
            <a:ln w="6668">
              <a:solidFill>
                <a:srgbClr val="263238"/>
              </a:solidFill>
              <a:prstDash val="solid"/>
            </a:ln>
          </p:spPr>
        </p:sp>
        <p:sp>
          <p:nvSpPr>
            <p:cNvPr id="500" name="four:topology-swaps:regular-node:498"/>
            <p:cNvSpPr>
              <a:spLocks noGrp="1"/>
            </p:cNvSpPr>
            <p:nvPr/>
          </p:nvSpPr>
          <p:spPr>
            <a:xfrm>
              <a:off x="6804060" y="5245863"/>
              <a:ext cx="35490" cy="35490"/>
            </a:xfrm>
            <a:prstGeom prst="ellipse">
              <a:avLst/>
            </a:prstGeom>
            <a:solidFill>
              <a:srgbClr val="DCE8ED"/>
            </a:solidFill>
            <a:ln w="6668">
              <a:solidFill>
                <a:srgbClr val="263238"/>
              </a:solidFill>
              <a:prstDash val="solid"/>
            </a:ln>
          </p:spPr>
        </p:sp>
        <p:sp>
          <p:nvSpPr>
            <p:cNvPr id="501" name="four:topology-swaps:critical-node:499"/>
            <p:cNvSpPr>
              <a:spLocks noGrp="1"/>
            </p:cNvSpPr>
            <p:nvPr/>
          </p:nvSpPr>
          <p:spPr>
            <a:xfrm>
              <a:off x="6770049" y="5034594"/>
              <a:ext cx="103513" cy="103513"/>
            </a:xfrm>
            <a:prstGeom prst="diamond">
              <a:avLst/>
            </a:prstGeom>
            <a:solidFill>
              <a:srgbClr val="DCE8ED"/>
            </a:solidFill>
            <a:ln w="10478">
              <a:solidFill>
                <a:srgbClr val="263238"/>
              </a:solidFill>
              <a:prstDash val="solid"/>
            </a:ln>
          </p:spPr>
        </p:sp>
        <p:sp>
          <p:nvSpPr>
            <p:cNvPr id="502" name="four:topology-swaps:critical-node:500"/>
            <p:cNvSpPr>
              <a:spLocks noGrp="1"/>
            </p:cNvSpPr>
            <p:nvPr/>
          </p:nvSpPr>
          <p:spPr>
            <a:xfrm>
              <a:off x="6770049" y="5317486"/>
              <a:ext cx="103513" cy="103513"/>
            </a:xfrm>
            <a:prstGeom prst="diamond">
              <a:avLst/>
            </a:prstGeom>
            <a:solidFill>
              <a:srgbClr val="DCE8ED"/>
            </a:solidFill>
            <a:ln w="10478">
              <a:solidFill>
                <a:srgbClr val="263238"/>
              </a:solidFill>
              <a:prstDash val="solid"/>
            </a:ln>
          </p:spPr>
        </p:sp>
        <p:sp>
          <p:nvSpPr>
            <p:cNvPr id="503" name="four:topology-swaps:line:501"/>
            <p:cNvSpPr>
              <a:spLocks noGrp="1"/>
            </p:cNvSpPr>
            <p:nvPr/>
          </p:nvSpPr>
          <p:spPr>
            <a:xfrm>
              <a:off x="6318885" y="5369243"/>
              <a:ext cx="1005840" cy="953"/>
            </a:xfrm>
            <a:custGeom>
              <a:avLst/>
              <a:gdLst/>
              <a:ahLst/>
              <a:cxnLst/>
              <a:pathLst>
                <a:path w="1005840" h="953">
                  <a:moveTo>
                    <a:pt x="0" y="0"/>
                  </a:moveTo>
                  <a:lnTo>
                    <a:pt x="444496" y="0"/>
                  </a:lnTo>
                  <a:moveTo>
                    <a:pt x="561344" y="0"/>
                  </a:moveTo>
                  <a:lnTo>
                    <a:pt x="1005840" y="0"/>
                  </a:lnTo>
                </a:path>
              </a:pathLst>
            </a:custGeom>
            <a:noFill/>
            <a:ln w="10478">
              <a:solidFill>
                <a:srgbClr val="263238"/>
              </a:solidFill>
              <a:prstDash val="solid"/>
            </a:ln>
          </p:spPr>
        </p:sp>
        <p:sp>
          <p:nvSpPr>
            <p:cNvPr id="504" name="four:topology-swaps:line:502"/>
            <p:cNvSpPr>
              <a:spLocks noGrp="1"/>
            </p:cNvSpPr>
            <p:nvPr/>
          </p:nvSpPr>
          <p:spPr>
            <a:xfrm>
              <a:off x="6318885" y="5369243"/>
              <a:ext cx="953" cy="308610"/>
            </a:xfrm>
            <a:custGeom>
              <a:avLst/>
              <a:gdLst/>
              <a:ahLst/>
              <a:cxnLst/>
              <a:pathLst>
                <a:path w="953" h="308610">
                  <a:moveTo>
                    <a:pt x="0" y="0"/>
                  </a:moveTo>
                  <a:lnTo>
                    <a:pt x="0" y="228005"/>
                  </a:lnTo>
                </a:path>
              </a:pathLst>
            </a:custGeom>
            <a:noFill/>
            <a:ln w="10478">
              <a:solidFill>
                <a:srgbClr val="263238"/>
              </a:solidFill>
              <a:prstDash val="solid"/>
            </a:ln>
          </p:spPr>
        </p:sp>
        <p:sp>
          <p:nvSpPr>
            <p:cNvPr id="505" name="four:topology-swaps:regular-node:503"/>
            <p:cNvSpPr>
              <a:spLocks noGrp="1"/>
            </p:cNvSpPr>
            <p:nvPr/>
          </p:nvSpPr>
          <p:spPr>
            <a:xfrm>
              <a:off x="6293746" y="5461440"/>
              <a:ext cx="50278" cy="50278"/>
            </a:xfrm>
            <a:prstGeom prst="ellipse">
              <a:avLst/>
            </a:prstGeom>
            <a:solidFill>
              <a:srgbClr val="D4B4CC"/>
            </a:solidFill>
            <a:ln w="6668">
              <a:solidFill>
                <a:srgbClr val="263238"/>
              </a:solidFill>
              <a:prstDash val="solid"/>
            </a:ln>
          </p:spPr>
        </p:sp>
        <p:sp>
          <p:nvSpPr>
            <p:cNvPr id="506" name="four:topology-swaps:line:504"/>
            <p:cNvSpPr>
              <a:spLocks noGrp="1"/>
            </p:cNvSpPr>
            <p:nvPr/>
          </p:nvSpPr>
          <p:spPr>
            <a:xfrm>
              <a:off x="7324725" y="5369243"/>
              <a:ext cx="953" cy="745808"/>
            </a:xfrm>
            <a:custGeom>
              <a:avLst/>
              <a:gdLst/>
              <a:ahLst/>
              <a:cxnLst/>
              <a:pathLst>
                <a:path w="953" h="745808">
                  <a:moveTo>
                    <a:pt x="0" y="0"/>
                  </a:moveTo>
                  <a:lnTo>
                    <a:pt x="0" y="665202"/>
                  </a:lnTo>
                </a:path>
              </a:pathLst>
            </a:custGeom>
            <a:noFill/>
            <a:ln w="10478">
              <a:solidFill>
                <a:srgbClr val="263238"/>
              </a:solidFill>
              <a:prstDash val="solid"/>
            </a:ln>
          </p:spPr>
        </p:sp>
        <p:sp>
          <p:nvSpPr>
            <p:cNvPr id="507" name="four:topology-swaps:regular-node:505"/>
            <p:cNvSpPr>
              <a:spLocks noGrp="1"/>
            </p:cNvSpPr>
            <p:nvPr/>
          </p:nvSpPr>
          <p:spPr>
            <a:xfrm>
              <a:off x="7299586" y="5559681"/>
              <a:ext cx="50278" cy="50278"/>
            </a:xfrm>
            <a:prstGeom prst="ellipse">
              <a:avLst/>
            </a:prstGeom>
            <a:solidFill>
              <a:srgbClr val="81C9BA"/>
            </a:solidFill>
            <a:ln w="6668">
              <a:solidFill>
                <a:srgbClr val="263238"/>
              </a:solidFill>
              <a:prstDash val="solid"/>
            </a:ln>
          </p:spPr>
        </p:sp>
        <p:sp>
          <p:nvSpPr>
            <p:cNvPr id="508" name="four:topology-swaps:regular-node:506"/>
            <p:cNvSpPr>
              <a:spLocks noGrp="1"/>
            </p:cNvSpPr>
            <p:nvPr/>
          </p:nvSpPr>
          <p:spPr>
            <a:xfrm>
              <a:off x="7299586" y="5800396"/>
              <a:ext cx="50278" cy="50278"/>
            </a:xfrm>
            <a:prstGeom prst="ellipse">
              <a:avLst/>
            </a:prstGeom>
            <a:solidFill>
              <a:srgbClr val="81C9BA"/>
            </a:solidFill>
            <a:ln w="6668">
              <a:solidFill>
                <a:srgbClr val="263238"/>
              </a:solidFill>
              <a:prstDash val="solid"/>
            </a:ln>
          </p:spPr>
        </p:sp>
        <p:sp>
          <p:nvSpPr>
            <p:cNvPr id="509" name="four:topology-swaps:critical-node:507"/>
            <p:cNvSpPr>
              <a:spLocks noGrp="1"/>
            </p:cNvSpPr>
            <p:nvPr/>
          </p:nvSpPr>
          <p:spPr>
            <a:xfrm>
              <a:off x="6244947" y="5603915"/>
              <a:ext cx="147876" cy="147876"/>
            </a:xfrm>
            <a:prstGeom prst="diamond">
              <a:avLst/>
            </a:prstGeom>
            <a:solidFill>
              <a:srgbClr val="D4B4CC"/>
            </a:solidFill>
            <a:ln w="10478">
              <a:solidFill>
                <a:srgbClr val="263238"/>
              </a:solidFill>
              <a:prstDash val="solid"/>
            </a:ln>
          </p:spPr>
        </p:sp>
        <p:sp>
          <p:nvSpPr>
            <p:cNvPr id="510" name="four:topology-swaps:critical-node:508"/>
            <p:cNvSpPr>
              <a:spLocks noGrp="1"/>
            </p:cNvSpPr>
            <p:nvPr/>
          </p:nvSpPr>
          <p:spPr>
            <a:xfrm>
              <a:off x="7250787" y="6041112"/>
              <a:ext cx="147876" cy="147876"/>
            </a:xfrm>
            <a:prstGeom prst="diamond">
              <a:avLst/>
            </a:prstGeom>
            <a:solidFill>
              <a:srgbClr val="81C9BA"/>
            </a:solidFill>
            <a:ln w="10478">
              <a:solidFill>
                <a:srgbClr val="263238"/>
              </a:solidFill>
              <a:prstDash val="solid"/>
            </a:ln>
          </p:spPr>
        </p:sp>
        <p:sp>
          <p:nvSpPr>
            <p:cNvPr id="511" name="four:topology-swaps:line:509"/>
            <p:cNvSpPr>
              <a:spLocks noGrp="1"/>
            </p:cNvSpPr>
            <p:nvPr/>
          </p:nvSpPr>
          <p:spPr>
            <a:xfrm>
              <a:off x="6067425" y="5677853"/>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512" name="four:topology-swaps:line:510"/>
            <p:cNvSpPr>
              <a:spLocks noGrp="1"/>
            </p:cNvSpPr>
            <p:nvPr/>
          </p:nvSpPr>
          <p:spPr>
            <a:xfrm>
              <a:off x="7073265" y="6115050"/>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513" name="four:topology-swaps:line:511"/>
            <p:cNvSpPr>
              <a:spLocks noGrp="1"/>
            </p:cNvSpPr>
            <p:nvPr/>
          </p:nvSpPr>
          <p:spPr>
            <a:xfrm>
              <a:off x="6067425"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514" name="four:topology-swaps:regular-node:512"/>
            <p:cNvSpPr>
              <a:spLocks noGrp="1"/>
            </p:cNvSpPr>
            <p:nvPr/>
          </p:nvSpPr>
          <p:spPr>
            <a:xfrm>
              <a:off x="6042286" y="5851146"/>
              <a:ext cx="50278" cy="50278"/>
            </a:xfrm>
            <a:prstGeom prst="ellipse">
              <a:avLst/>
            </a:prstGeom>
            <a:solidFill>
              <a:srgbClr val="0072B2"/>
            </a:solidFill>
            <a:ln w="6668">
              <a:solidFill>
                <a:srgbClr val="263238"/>
              </a:solidFill>
              <a:prstDash val="solid"/>
            </a:ln>
          </p:spPr>
        </p:sp>
        <p:sp>
          <p:nvSpPr>
            <p:cNvPr id="515" name="four:topology-swaps:regular-node:513"/>
            <p:cNvSpPr>
              <a:spLocks noGrp="1"/>
            </p:cNvSpPr>
            <p:nvPr/>
          </p:nvSpPr>
          <p:spPr>
            <a:xfrm>
              <a:off x="6042286" y="6074716"/>
              <a:ext cx="50278" cy="50278"/>
            </a:xfrm>
            <a:prstGeom prst="ellipse">
              <a:avLst/>
            </a:prstGeom>
            <a:solidFill>
              <a:srgbClr val="0072B2"/>
            </a:solidFill>
            <a:ln w="6668">
              <a:solidFill>
                <a:srgbClr val="263238"/>
              </a:solidFill>
              <a:prstDash val="solid"/>
            </a:ln>
          </p:spPr>
        </p:sp>
        <p:sp>
          <p:nvSpPr>
            <p:cNvPr id="516" name="four:topology-swaps:critical-node:514"/>
            <p:cNvSpPr>
              <a:spLocks noGrp="1"/>
            </p:cNvSpPr>
            <p:nvPr/>
          </p:nvSpPr>
          <p:spPr>
            <a:xfrm>
              <a:off x="5993487" y="6298287"/>
              <a:ext cx="147876" cy="147876"/>
            </a:xfrm>
            <a:prstGeom prst="diamond">
              <a:avLst/>
            </a:prstGeom>
            <a:solidFill>
              <a:srgbClr val="0072B2"/>
            </a:solidFill>
            <a:ln w="10478">
              <a:solidFill>
                <a:srgbClr val="263238"/>
              </a:solidFill>
              <a:prstDash val="solid"/>
            </a:ln>
          </p:spPr>
        </p:sp>
        <p:sp>
          <p:nvSpPr>
            <p:cNvPr id="517" name="four:topology-swaps:line:515"/>
            <p:cNvSpPr>
              <a:spLocks noGrp="1"/>
            </p:cNvSpPr>
            <p:nvPr/>
          </p:nvSpPr>
          <p:spPr>
            <a:xfrm>
              <a:off x="6570345"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518" name="four:topology-swaps:regular-node:516"/>
            <p:cNvSpPr>
              <a:spLocks noGrp="1"/>
            </p:cNvSpPr>
            <p:nvPr/>
          </p:nvSpPr>
          <p:spPr>
            <a:xfrm>
              <a:off x="6545206" y="5851146"/>
              <a:ext cx="50278" cy="50278"/>
            </a:xfrm>
            <a:prstGeom prst="ellipse">
              <a:avLst/>
            </a:prstGeom>
            <a:solidFill>
              <a:srgbClr val="CC79A7"/>
            </a:solidFill>
            <a:ln w="6668">
              <a:solidFill>
                <a:srgbClr val="263238"/>
              </a:solidFill>
              <a:prstDash val="solid"/>
            </a:ln>
          </p:spPr>
        </p:sp>
        <p:sp>
          <p:nvSpPr>
            <p:cNvPr id="519" name="four:topology-swaps:regular-node:517"/>
            <p:cNvSpPr>
              <a:spLocks noGrp="1"/>
            </p:cNvSpPr>
            <p:nvPr/>
          </p:nvSpPr>
          <p:spPr>
            <a:xfrm>
              <a:off x="6545206" y="6074716"/>
              <a:ext cx="50278" cy="50278"/>
            </a:xfrm>
            <a:prstGeom prst="ellipse">
              <a:avLst/>
            </a:prstGeom>
            <a:solidFill>
              <a:srgbClr val="CC79A7"/>
            </a:solidFill>
            <a:ln w="6668">
              <a:solidFill>
                <a:srgbClr val="263238"/>
              </a:solidFill>
              <a:prstDash val="solid"/>
            </a:ln>
          </p:spPr>
        </p:sp>
        <p:sp>
          <p:nvSpPr>
            <p:cNvPr id="520" name="four:topology-swaps:critical-node:518"/>
            <p:cNvSpPr>
              <a:spLocks noGrp="1"/>
            </p:cNvSpPr>
            <p:nvPr/>
          </p:nvSpPr>
          <p:spPr>
            <a:xfrm>
              <a:off x="6496407" y="6298287"/>
              <a:ext cx="147876" cy="147876"/>
            </a:xfrm>
            <a:prstGeom prst="diamond">
              <a:avLst/>
            </a:prstGeom>
            <a:solidFill>
              <a:srgbClr val="CC79A7"/>
            </a:solidFill>
            <a:ln w="10478">
              <a:solidFill>
                <a:srgbClr val="263238"/>
              </a:solidFill>
              <a:prstDash val="solid"/>
            </a:ln>
          </p:spPr>
        </p:sp>
        <p:sp>
          <p:nvSpPr>
            <p:cNvPr id="521" name="four:topology-swaps:line:519"/>
            <p:cNvSpPr>
              <a:spLocks noGrp="1"/>
            </p:cNvSpPr>
            <p:nvPr/>
          </p:nvSpPr>
          <p:spPr>
            <a:xfrm>
              <a:off x="7073265"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522" name="four:topology-swaps:regular-node:520"/>
            <p:cNvSpPr>
              <a:spLocks noGrp="1"/>
            </p:cNvSpPr>
            <p:nvPr/>
          </p:nvSpPr>
          <p:spPr>
            <a:xfrm>
              <a:off x="7048126" y="6181530"/>
              <a:ext cx="50278" cy="50278"/>
            </a:xfrm>
            <a:prstGeom prst="ellipse">
              <a:avLst/>
            </a:prstGeom>
            <a:solidFill>
              <a:srgbClr val="D55E00"/>
            </a:solidFill>
            <a:ln w="6668">
              <a:solidFill>
                <a:srgbClr val="263238"/>
              </a:solidFill>
              <a:prstDash val="solid"/>
            </a:ln>
          </p:spPr>
        </p:sp>
        <p:sp>
          <p:nvSpPr>
            <p:cNvPr id="523" name="four:topology-swaps:critical-node:521"/>
            <p:cNvSpPr>
              <a:spLocks noGrp="1"/>
            </p:cNvSpPr>
            <p:nvPr/>
          </p:nvSpPr>
          <p:spPr>
            <a:xfrm>
              <a:off x="6999327" y="6298287"/>
              <a:ext cx="147876" cy="147876"/>
            </a:xfrm>
            <a:prstGeom prst="diamond">
              <a:avLst/>
            </a:prstGeom>
            <a:solidFill>
              <a:srgbClr val="D55E00"/>
            </a:solidFill>
            <a:ln w="10478">
              <a:solidFill>
                <a:srgbClr val="263238"/>
              </a:solidFill>
              <a:prstDash val="solid"/>
            </a:ln>
          </p:spPr>
        </p:sp>
        <p:sp>
          <p:nvSpPr>
            <p:cNvPr id="524" name="four:topology-swaps:line:522"/>
            <p:cNvSpPr>
              <a:spLocks noGrp="1"/>
            </p:cNvSpPr>
            <p:nvPr/>
          </p:nvSpPr>
          <p:spPr>
            <a:xfrm>
              <a:off x="7576185"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525" name="four:topology-swaps:regular-node:523"/>
            <p:cNvSpPr>
              <a:spLocks noGrp="1"/>
            </p:cNvSpPr>
            <p:nvPr/>
          </p:nvSpPr>
          <p:spPr>
            <a:xfrm>
              <a:off x="7551046" y="6181530"/>
              <a:ext cx="50278" cy="50278"/>
            </a:xfrm>
            <a:prstGeom prst="ellipse">
              <a:avLst/>
            </a:prstGeom>
            <a:solidFill>
              <a:srgbClr val="009E73"/>
            </a:solidFill>
            <a:ln w="6668">
              <a:solidFill>
                <a:srgbClr val="263238"/>
              </a:solidFill>
              <a:prstDash val="solid"/>
            </a:ln>
          </p:spPr>
        </p:sp>
        <p:sp>
          <p:nvSpPr>
            <p:cNvPr id="526" name="four:topology-swaps:critical-node:524"/>
            <p:cNvSpPr>
              <a:spLocks noGrp="1"/>
            </p:cNvSpPr>
            <p:nvPr/>
          </p:nvSpPr>
          <p:spPr>
            <a:xfrm>
              <a:off x="7502247" y="6298287"/>
              <a:ext cx="147876" cy="147876"/>
            </a:xfrm>
            <a:prstGeom prst="diamond">
              <a:avLst/>
            </a:prstGeom>
            <a:solidFill>
              <a:srgbClr val="009E73"/>
            </a:solidFill>
            <a:ln w="10478">
              <a:solidFill>
                <a:srgbClr val="263238"/>
              </a:solidFill>
              <a:prstDash val="solid"/>
            </a:ln>
          </p:spPr>
        </p:sp>
        <p:sp>
          <p:nvSpPr>
            <p:cNvPr id="527" name="four:topology-swaps:rightArrow:525"/>
            <p:cNvSpPr>
              <a:spLocks noGrp="1"/>
            </p:cNvSpPr>
            <p:nvPr/>
          </p:nvSpPr>
          <p:spPr>
            <a:xfrm>
              <a:off x="5381625" y="5610225"/>
              <a:ext cx="371475" cy="276225"/>
            </a:xfrm>
            <a:prstGeom prst="rightArrow">
              <a:avLst/>
            </a:prstGeom>
            <a:solidFill>
              <a:srgbClr val="91A5B4"/>
            </a:solidFill>
            <a:ln w="0">
              <a:noFill/>
              <a:prstDash val="solid"/>
            </a:ln>
          </p:spPr>
        </p:sp>
        <p:sp>
          <p:nvSpPr>
            <p:cNvPr id="528" name="four:topology-swaps:textbox:526"/>
            <p:cNvSpPr>
              <a:spLocks noGrp="1"/>
            </p:cNvSpPr>
            <p:nvPr/>
          </p:nvSpPr>
          <p:spPr>
            <a:xfrm>
              <a:off x="5238750" y="5257800"/>
              <a:ext cx="657225" cy="257175"/>
            </a:xfrm>
            <a:prstGeom prst="rect">
              <a:avLst/>
            </a:prstGeom>
            <a:noFill/>
            <a:ln w="0">
              <a:noFill/>
              <a:prstDash val="solid"/>
            </a:ln>
          </p:spPr>
          <p:txBody>
            <a:bodyPr wrap="none" lIns="0" tIns="0" rIns="0" bIns="0" anchor="ctr">
              <a:normAutofit/>
            </a:bodyPr>
            <a:lstStyle>
              <a:defPPr algn="ctr">
                <a:defRPr sz="1500" b="1">
                  <a:solidFill>
                    <a:srgbClr val="7B8790"/>
                  </a:solidFill>
                  <a:latin typeface="Arial" panose="020B0604020202090204"/>
                  <a:ea typeface="Arial" panose="020B0604020202090204"/>
                  <a:cs typeface="Arial" panose="020B0604020202090204"/>
                </a:defRPr>
              </a:defPPr>
            </a:lstStyle>
            <a:p>
              <a:pPr algn="ctr">
                <a:defRPr sz="1500" b="1">
                  <a:solidFill>
                    <a:srgbClr val="7B8790"/>
                  </a:solidFill>
                  <a:latin typeface="Arial" panose="020B0604020202090204"/>
                  <a:ea typeface="Arial" panose="020B0604020202090204"/>
                  <a:cs typeface="Arial" panose="020B0604020202090204"/>
                </a:defRPr>
              </a:pPr>
              <a:r>
                <a:rPr sz="1500" b="1">
                  <a:solidFill>
                    <a:srgbClr val="7B8790"/>
                  </a:solidFill>
                  <a:latin typeface="Arial" panose="020B0604020202090204"/>
                  <a:ea typeface="Arial" panose="020B0604020202090204"/>
                  <a:cs typeface="Arial" panose="020B0604020202090204"/>
                </a:rPr>
                <a:t>Swap</a:t>
              </a:r>
              <a:endParaRPr sz="1500" b="1">
                <a:solidFill>
                  <a:srgbClr val="7B8790"/>
                </a:solidFill>
                <a:latin typeface="Arial" panose="020B0604020202090204"/>
                <a:ea typeface="Arial" panose="020B0604020202090204"/>
                <a:cs typeface="Arial" panose="020B0604020202090204"/>
              </a:endParaRPr>
            </a:p>
          </p:txBody>
        </p:sp>
        <p:sp>
          <p:nvSpPr>
            <p:cNvPr id="529" name="four:topology-swaps:line:527"/>
            <p:cNvSpPr>
              <a:spLocks noGrp="1"/>
            </p:cNvSpPr>
            <p:nvPr/>
          </p:nvSpPr>
          <p:spPr>
            <a:xfrm>
              <a:off x="3505200" y="6581775"/>
              <a:ext cx="1733550" cy="953"/>
            </a:xfrm>
            <a:custGeom>
              <a:avLst/>
              <a:gdLst/>
              <a:ahLst/>
              <a:cxnLst/>
              <a:pathLst>
                <a:path w="1733550" h="953">
                  <a:moveTo>
                    <a:pt x="0" y="0"/>
                  </a:moveTo>
                  <a:lnTo>
                    <a:pt x="1733550" y="0"/>
                  </a:lnTo>
                </a:path>
              </a:pathLst>
            </a:custGeom>
            <a:noFill/>
            <a:ln w="10478">
              <a:solidFill>
                <a:srgbClr val="263238"/>
              </a:solidFill>
              <a:prstDash val="dash"/>
            </a:ln>
          </p:spPr>
        </p:sp>
        <p:sp>
          <p:nvSpPr>
            <p:cNvPr id="530" name="four:topology-swaps:polygon:528"/>
            <p:cNvSpPr>
              <a:spLocks noGrp="1"/>
            </p:cNvSpPr>
            <p:nvPr/>
          </p:nvSpPr>
          <p:spPr>
            <a:xfrm>
              <a:off x="5181600" y="6557201"/>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31" name="four:topology-swaps:textbox:529"/>
            <p:cNvSpPr>
              <a:spLocks noGrp="1"/>
            </p:cNvSpPr>
            <p:nvPr/>
          </p:nvSpPr>
          <p:spPr>
            <a:xfrm>
              <a:off x="3324225" y="639127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32" name="four:topology-swaps:line:530"/>
            <p:cNvSpPr>
              <a:spLocks noGrp="1"/>
            </p:cNvSpPr>
            <p:nvPr/>
          </p:nvSpPr>
          <p:spPr>
            <a:xfrm>
              <a:off x="4122420" y="6448425"/>
              <a:ext cx="953" cy="228600"/>
            </a:xfrm>
            <a:custGeom>
              <a:avLst/>
              <a:gdLst/>
              <a:ahLst/>
              <a:cxnLst/>
              <a:pathLst>
                <a:path w="953" h="228600">
                  <a:moveTo>
                    <a:pt x="0" y="4405"/>
                  </a:moveTo>
                  <a:lnTo>
                    <a:pt x="0" y="228600"/>
                  </a:lnTo>
                </a:path>
              </a:pathLst>
            </a:custGeom>
            <a:noFill/>
            <a:ln w="13335">
              <a:solidFill>
                <a:srgbClr val="0072B2"/>
              </a:solidFill>
              <a:prstDash val="dash"/>
            </a:ln>
          </p:spPr>
        </p:sp>
        <p:sp>
          <p:nvSpPr>
            <p:cNvPr id="533" name="four:topology-swaps:line:531"/>
            <p:cNvSpPr>
              <a:spLocks noGrp="1"/>
            </p:cNvSpPr>
            <p:nvPr/>
          </p:nvSpPr>
          <p:spPr>
            <a:xfrm>
              <a:off x="4093845" y="6486525"/>
              <a:ext cx="57150" cy="953"/>
            </a:xfrm>
            <a:custGeom>
              <a:avLst/>
              <a:gdLst/>
              <a:ahLst/>
              <a:cxnLst/>
              <a:pathLst>
                <a:path w="57150" h="953">
                  <a:moveTo>
                    <a:pt x="0" y="0"/>
                  </a:moveTo>
                  <a:lnTo>
                    <a:pt x="57150" y="0"/>
                  </a:lnTo>
                </a:path>
              </a:pathLst>
            </a:custGeom>
            <a:noFill/>
            <a:ln w="14288">
              <a:solidFill>
                <a:srgbClr val="0072B2"/>
              </a:solidFill>
              <a:prstDash val="solid"/>
            </a:ln>
          </p:spPr>
        </p:sp>
        <p:sp>
          <p:nvSpPr>
            <p:cNvPr id="534" name="four:topology-swaps:regular-node:532"/>
            <p:cNvSpPr>
              <a:spLocks noGrp="1"/>
            </p:cNvSpPr>
            <p:nvPr/>
          </p:nvSpPr>
          <p:spPr>
            <a:xfrm>
              <a:off x="4104323" y="6563678"/>
              <a:ext cx="36195" cy="36195"/>
            </a:xfrm>
            <a:prstGeom prst="ellipse">
              <a:avLst/>
            </a:prstGeom>
            <a:solidFill>
              <a:srgbClr val="0072B2"/>
            </a:solidFill>
            <a:ln w="0">
              <a:noFill/>
              <a:prstDash val="solid"/>
            </a:ln>
          </p:spPr>
        </p:sp>
        <p:sp>
          <p:nvSpPr>
            <p:cNvPr id="535" name="four:topology-swaps:line:533"/>
            <p:cNvSpPr>
              <a:spLocks noGrp="1"/>
            </p:cNvSpPr>
            <p:nvPr/>
          </p:nvSpPr>
          <p:spPr>
            <a:xfrm>
              <a:off x="3619500" y="6696075"/>
              <a:ext cx="502920" cy="200025"/>
            </a:xfrm>
            <a:custGeom>
              <a:avLst/>
              <a:gdLst/>
              <a:ahLst/>
              <a:cxnLst/>
              <a:pathLst>
                <a:path w="502920" h="200025">
                  <a:moveTo>
                    <a:pt x="502920" y="0"/>
                  </a:moveTo>
                  <a:lnTo>
                    <a:pt x="0" y="200025"/>
                  </a:lnTo>
                </a:path>
              </a:pathLst>
            </a:custGeom>
            <a:noFill/>
            <a:ln w="10478">
              <a:solidFill>
                <a:srgbClr val="0072B2">
                  <a:alpha val="60000"/>
                </a:srgbClr>
              </a:solidFill>
              <a:prstDash val="solid"/>
            </a:ln>
          </p:spPr>
        </p:sp>
        <p:sp>
          <p:nvSpPr>
            <p:cNvPr id="536" name="four:topology-swaps:line:534"/>
            <p:cNvSpPr>
              <a:spLocks noGrp="1"/>
            </p:cNvSpPr>
            <p:nvPr/>
          </p:nvSpPr>
          <p:spPr>
            <a:xfrm>
              <a:off x="5128260" y="6448425"/>
              <a:ext cx="953" cy="228600"/>
            </a:xfrm>
            <a:custGeom>
              <a:avLst/>
              <a:gdLst/>
              <a:ahLst/>
              <a:cxnLst/>
              <a:pathLst>
                <a:path w="953" h="228600">
                  <a:moveTo>
                    <a:pt x="0" y="4405"/>
                  </a:moveTo>
                  <a:lnTo>
                    <a:pt x="0" y="228600"/>
                  </a:lnTo>
                </a:path>
              </a:pathLst>
            </a:custGeom>
            <a:noFill/>
            <a:ln w="13335">
              <a:solidFill>
                <a:srgbClr val="D55E00"/>
              </a:solidFill>
              <a:prstDash val="dash"/>
            </a:ln>
          </p:spPr>
        </p:sp>
        <p:sp>
          <p:nvSpPr>
            <p:cNvPr id="537" name="four:topology-swaps:line:535"/>
            <p:cNvSpPr>
              <a:spLocks noGrp="1"/>
            </p:cNvSpPr>
            <p:nvPr/>
          </p:nvSpPr>
          <p:spPr>
            <a:xfrm>
              <a:off x="5099685" y="6486525"/>
              <a:ext cx="57150" cy="953"/>
            </a:xfrm>
            <a:custGeom>
              <a:avLst/>
              <a:gdLst/>
              <a:ahLst/>
              <a:cxnLst/>
              <a:pathLst>
                <a:path w="57150" h="953">
                  <a:moveTo>
                    <a:pt x="0" y="0"/>
                  </a:moveTo>
                  <a:lnTo>
                    <a:pt x="57150" y="0"/>
                  </a:lnTo>
                </a:path>
              </a:pathLst>
            </a:custGeom>
            <a:noFill/>
            <a:ln w="14288">
              <a:solidFill>
                <a:srgbClr val="D55E00"/>
              </a:solidFill>
              <a:prstDash val="solid"/>
            </a:ln>
          </p:spPr>
        </p:sp>
        <p:sp>
          <p:nvSpPr>
            <p:cNvPr id="538" name="four:topology-swaps:regular-node:536"/>
            <p:cNvSpPr>
              <a:spLocks noGrp="1"/>
            </p:cNvSpPr>
            <p:nvPr/>
          </p:nvSpPr>
          <p:spPr>
            <a:xfrm>
              <a:off x="5110163" y="6563678"/>
              <a:ext cx="36195" cy="36195"/>
            </a:xfrm>
            <a:prstGeom prst="ellipse">
              <a:avLst/>
            </a:prstGeom>
            <a:solidFill>
              <a:srgbClr val="D55E00"/>
            </a:solidFill>
            <a:ln w="0">
              <a:noFill/>
              <a:prstDash val="solid"/>
            </a:ln>
          </p:spPr>
        </p:sp>
        <p:sp>
          <p:nvSpPr>
            <p:cNvPr id="539" name="four:topology-swaps:line:537"/>
            <p:cNvSpPr>
              <a:spLocks noGrp="1"/>
            </p:cNvSpPr>
            <p:nvPr/>
          </p:nvSpPr>
          <p:spPr>
            <a:xfrm>
              <a:off x="4076700" y="6696075"/>
              <a:ext cx="1051560" cy="200025"/>
            </a:xfrm>
            <a:custGeom>
              <a:avLst/>
              <a:gdLst/>
              <a:ahLst/>
              <a:cxnLst/>
              <a:pathLst>
                <a:path w="1051560" h="200025">
                  <a:moveTo>
                    <a:pt x="1051560" y="0"/>
                  </a:moveTo>
                  <a:lnTo>
                    <a:pt x="0" y="200025"/>
                  </a:lnTo>
                </a:path>
              </a:pathLst>
            </a:custGeom>
            <a:noFill/>
            <a:ln w="10478">
              <a:solidFill>
                <a:srgbClr val="D55E00">
                  <a:alpha val="60000"/>
                </a:srgbClr>
              </a:solidFill>
              <a:prstDash val="solid"/>
            </a:ln>
          </p:spPr>
        </p:sp>
        <p:sp>
          <p:nvSpPr>
            <p:cNvPr id="540" name="four:topology-swaps:line:538"/>
            <p:cNvSpPr>
              <a:spLocks noGrp="1"/>
            </p:cNvSpPr>
            <p:nvPr/>
          </p:nvSpPr>
          <p:spPr>
            <a:xfrm>
              <a:off x="4625340" y="6448425"/>
              <a:ext cx="953" cy="228600"/>
            </a:xfrm>
            <a:custGeom>
              <a:avLst/>
              <a:gdLst/>
              <a:ahLst/>
              <a:cxnLst/>
              <a:pathLst>
                <a:path w="953" h="228600">
                  <a:moveTo>
                    <a:pt x="0" y="4405"/>
                  </a:moveTo>
                  <a:lnTo>
                    <a:pt x="0" y="228600"/>
                  </a:lnTo>
                </a:path>
              </a:pathLst>
            </a:custGeom>
            <a:noFill/>
            <a:ln w="13335">
              <a:solidFill>
                <a:srgbClr val="009E73"/>
              </a:solidFill>
              <a:prstDash val="dash"/>
            </a:ln>
          </p:spPr>
        </p:sp>
        <p:sp>
          <p:nvSpPr>
            <p:cNvPr id="541" name="four:topology-swaps:line:539"/>
            <p:cNvSpPr>
              <a:spLocks noGrp="1"/>
            </p:cNvSpPr>
            <p:nvPr/>
          </p:nvSpPr>
          <p:spPr>
            <a:xfrm>
              <a:off x="4596765" y="6486525"/>
              <a:ext cx="57150" cy="953"/>
            </a:xfrm>
            <a:custGeom>
              <a:avLst/>
              <a:gdLst/>
              <a:ahLst/>
              <a:cxnLst/>
              <a:pathLst>
                <a:path w="57150" h="953">
                  <a:moveTo>
                    <a:pt x="0" y="0"/>
                  </a:moveTo>
                  <a:lnTo>
                    <a:pt x="57150" y="0"/>
                  </a:lnTo>
                </a:path>
              </a:pathLst>
            </a:custGeom>
            <a:noFill/>
            <a:ln w="14288">
              <a:solidFill>
                <a:srgbClr val="009E73"/>
              </a:solidFill>
              <a:prstDash val="solid"/>
            </a:ln>
          </p:spPr>
        </p:sp>
        <p:sp>
          <p:nvSpPr>
            <p:cNvPr id="542" name="four:topology-swaps:regular-node:540"/>
            <p:cNvSpPr>
              <a:spLocks noGrp="1"/>
            </p:cNvSpPr>
            <p:nvPr/>
          </p:nvSpPr>
          <p:spPr>
            <a:xfrm>
              <a:off x="4607243" y="6563678"/>
              <a:ext cx="36195" cy="36195"/>
            </a:xfrm>
            <a:prstGeom prst="ellipse">
              <a:avLst/>
            </a:prstGeom>
            <a:solidFill>
              <a:srgbClr val="009E73"/>
            </a:solidFill>
            <a:ln w="0">
              <a:noFill/>
              <a:prstDash val="solid"/>
            </a:ln>
          </p:spPr>
        </p:sp>
        <p:sp>
          <p:nvSpPr>
            <p:cNvPr id="543" name="four:topology-swaps:line:541"/>
            <p:cNvSpPr>
              <a:spLocks noGrp="1"/>
            </p:cNvSpPr>
            <p:nvPr/>
          </p:nvSpPr>
          <p:spPr>
            <a:xfrm>
              <a:off x="4533900" y="6696075"/>
              <a:ext cx="91440" cy="200025"/>
            </a:xfrm>
            <a:custGeom>
              <a:avLst/>
              <a:gdLst/>
              <a:ahLst/>
              <a:cxnLst/>
              <a:pathLst>
                <a:path w="91440" h="200025">
                  <a:moveTo>
                    <a:pt x="91440" y="0"/>
                  </a:moveTo>
                  <a:lnTo>
                    <a:pt x="0" y="200025"/>
                  </a:lnTo>
                </a:path>
              </a:pathLst>
            </a:custGeom>
            <a:noFill/>
            <a:ln w="10478">
              <a:solidFill>
                <a:srgbClr val="009E73">
                  <a:alpha val="60000"/>
                </a:srgbClr>
              </a:solidFill>
              <a:prstDash val="solid"/>
            </a:ln>
          </p:spPr>
        </p:sp>
        <p:sp>
          <p:nvSpPr>
            <p:cNvPr id="544" name="four:topology-swaps:line:542"/>
            <p:cNvSpPr>
              <a:spLocks noGrp="1"/>
            </p:cNvSpPr>
            <p:nvPr/>
          </p:nvSpPr>
          <p:spPr>
            <a:xfrm>
              <a:off x="3619500" y="6448425"/>
              <a:ext cx="953" cy="228600"/>
            </a:xfrm>
            <a:custGeom>
              <a:avLst/>
              <a:gdLst/>
              <a:ahLst/>
              <a:cxnLst/>
              <a:pathLst>
                <a:path w="953" h="228600">
                  <a:moveTo>
                    <a:pt x="0" y="4405"/>
                  </a:moveTo>
                  <a:lnTo>
                    <a:pt x="0" y="228600"/>
                  </a:lnTo>
                </a:path>
              </a:pathLst>
            </a:custGeom>
            <a:noFill/>
            <a:ln w="13335">
              <a:solidFill>
                <a:srgbClr val="CC79A7"/>
              </a:solidFill>
              <a:prstDash val="dash"/>
            </a:ln>
          </p:spPr>
        </p:sp>
        <p:sp>
          <p:nvSpPr>
            <p:cNvPr id="545" name="four:topology-swaps:line:543"/>
            <p:cNvSpPr>
              <a:spLocks noGrp="1"/>
            </p:cNvSpPr>
            <p:nvPr/>
          </p:nvSpPr>
          <p:spPr>
            <a:xfrm>
              <a:off x="3590925" y="6486525"/>
              <a:ext cx="57150" cy="953"/>
            </a:xfrm>
            <a:custGeom>
              <a:avLst/>
              <a:gdLst/>
              <a:ahLst/>
              <a:cxnLst/>
              <a:pathLst>
                <a:path w="57150" h="953">
                  <a:moveTo>
                    <a:pt x="0" y="0"/>
                  </a:moveTo>
                  <a:lnTo>
                    <a:pt x="57150" y="0"/>
                  </a:lnTo>
                </a:path>
              </a:pathLst>
            </a:custGeom>
            <a:noFill/>
            <a:ln w="14288">
              <a:solidFill>
                <a:srgbClr val="CC79A7"/>
              </a:solidFill>
              <a:prstDash val="solid"/>
            </a:ln>
          </p:spPr>
        </p:sp>
        <p:sp>
          <p:nvSpPr>
            <p:cNvPr id="546" name="four:topology-swaps:regular-node:544"/>
            <p:cNvSpPr>
              <a:spLocks noGrp="1"/>
            </p:cNvSpPr>
            <p:nvPr/>
          </p:nvSpPr>
          <p:spPr>
            <a:xfrm>
              <a:off x="3601403" y="6563678"/>
              <a:ext cx="36195" cy="36195"/>
            </a:xfrm>
            <a:prstGeom prst="ellipse">
              <a:avLst/>
            </a:prstGeom>
            <a:solidFill>
              <a:srgbClr val="CC79A7"/>
            </a:solidFill>
            <a:ln w="0">
              <a:noFill/>
              <a:prstDash val="solid"/>
            </a:ln>
          </p:spPr>
        </p:sp>
        <p:sp>
          <p:nvSpPr>
            <p:cNvPr id="547" name="four:topology-swaps:line:545"/>
            <p:cNvSpPr>
              <a:spLocks noGrp="1"/>
            </p:cNvSpPr>
            <p:nvPr/>
          </p:nvSpPr>
          <p:spPr>
            <a:xfrm>
              <a:off x="3619500" y="6696075"/>
              <a:ext cx="1371600" cy="200025"/>
            </a:xfrm>
            <a:custGeom>
              <a:avLst/>
              <a:gdLst/>
              <a:ahLst/>
              <a:cxnLst/>
              <a:pathLst>
                <a:path w="1371600" h="200025">
                  <a:moveTo>
                    <a:pt x="0" y="0"/>
                  </a:moveTo>
                  <a:lnTo>
                    <a:pt x="1371600" y="200025"/>
                  </a:lnTo>
                </a:path>
              </a:pathLst>
            </a:custGeom>
            <a:noFill/>
            <a:ln w="10478">
              <a:solidFill>
                <a:srgbClr val="CC79A7">
                  <a:alpha val="60000"/>
                </a:srgbClr>
              </a:solidFill>
              <a:prstDash val="solid"/>
            </a:ln>
          </p:spPr>
        </p:sp>
        <p:sp>
          <p:nvSpPr>
            <p:cNvPr id="548" name="four:topology-swaps:line:546"/>
            <p:cNvSpPr>
              <a:spLocks noGrp="1"/>
            </p:cNvSpPr>
            <p:nvPr/>
          </p:nvSpPr>
          <p:spPr>
            <a:xfrm>
              <a:off x="3505200" y="7010400"/>
              <a:ext cx="1733550" cy="953"/>
            </a:xfrm>
            <a:custGeom>
              <a:avLst/>
              <a:gdLst/>
              <a:ahLst/>
              <a:cxnLst/>
              <a:pathLst>
                <a:path w="1733550" h="953">
                  <a:moveTo>
                    <a:pt x="0" y="0"/>
                  </a:moveTo>
                  <a:lnTo>
                    <a:pt x="1733550" y="0"/>
                  </a:lnTo>
                </a:path>
              </a:pathLst>
            </a:custGeom>
            <a:noFill/>
            <a:ln w="12383">
              <a:solidFill>
                <a:srgbClr val="263238"/>
              </a:solidFill>
              <a:prstDash val="solid"/>
            </a:ln>
          </p:spPr>
        </p:sp>
        <p:sp>
          <p:nvSpPr>
            <p:cNvPr id="549" name="four:topology-swaps:polygon:547"/>
            <p:cNvSpPr>
              <a:spLocks noGrp="1"/>
            </p:cNvSpPr>
            <p:nvPr/>
          </p:nvSpPr>
          <p:spPr>
            <a:xfrm>
              <a:off x="5181600" y="6985826"/>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50" name="four:topology-swaps:textbox:548"/>
            <p:cNvSpPr>
              <a:spLocks noGrp="1"/>
            </p:cNvSpPr>
            <p:nvPr/>
          </p:nvSpPr>
          <p:spPr>
            <a:xfrm>
              <a:off x="3324225" y="6819900"/>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51" name="four:topology-swaps:interval-A:549"/>
            <p:cNvSpPr>
              <a:spLocks noGrp="1"/>
            </p:cNvSpPr>
            <p:nvPr/>
          </p:nvSpPr>
          <p:spPr>
            <a:xfrm>
              <a:off x="3528060" y="6905625"/>
              <a:ext cx="182880" cy="209550"/>
            </a:xfrm>
            <a:prstGeom prst="rect">
              <a:avLst/>
            </a:prstGeom>
            <a:solidFill>
              <a:srgbClr val="0072B2"/>
            </a:solidFill>
            <a:ln w="7620">
              <a:solidFill>
                <a:srgbClr val="263238"/>
              </a:solidFill>
              <a:prstDash val="solid"/>
            </a:ln>
          </p:spPr>
        </p:sp>
        <p:sp>
          <p:nvSpPr>
            <p:cNvPr id="552" name="four:topology-swaps:regular-node:550"/>
            <p:cNvSpPr>
              <a:spLocks noGrp="1"/>
            </p:cNvSpPr>
            <p:nvPr/>
          </p:nvSpPr>
          <p:spPr>
            <a:xfrm>
              <a:off x="3599498" y="6990398"/>
              <a:ext cx="40005" cy="40005"/>
            </a:xfrm>
            <a:prstGeom prst="ellipse">
              <a:avLst/>
            </a:prstGeom>
            <a:solidFill>
              <a:srgbClr val="263238"/>
            </a:solidFill>
            <a:ln w="0">
              <a:noFill/>
              <a:prstDash val="solid"/>
            </a:ln>
          </p:spPr>
        </p:sp>
        <p:sp>
          <p:nvSpPr>
            <p:cNvPr id="553" name="four:topology-swaps:interval-C:551"/>
            <p:cNvSpPr>
              <a:spLocks noGrp="1"/>
            </p:cNvSpPr>
            <p:nvPr/>
          </p:nvSpPr>
          <p:spPr>
            <a:xfrm>
              <a:off x="3985260" y="6905625"/>
              <a:ext cx="182880" cy="209550"/>
            </a:xfrm>
            <a:prstGeom prst="rect">
              <a:avLst/>
            </a:prstGeom>
            <a:solidFill>
              <a:srgbClr val="D55E00"/>
            </a:solidFill>
            <a:ln w="7620">
              <a:solidFill>
                <a:srgbClr val="263238"/>
              </a:solidFill>
              <a:prstDash val="solid"/>
            </a:ln>
          </p:spPr>
        </p:sp>
        <p:sp>
          <p:nvSpPr>
            <p:cNvPr id="554" name="four:topology-swaps:regular-node:552"/>
            <p:cNvSpPr>
              <a:spLocks noGrp="1"/>
            </p:cNvSpPr>
            <p:nvPr/>
          </p:nvSpPr>
          <p:spPr>
            <a:xfrm>
              <a:off x="4056698" y="6990398"/>
              <a:ext cx="40005" cy="40005"/>
            </a:xfrm>
            <a:prstGeom prst="ellipse">
              <a:avLst/>
            </a:prstGeom>
            <a:solidFill>
              <a:srgbClr val="263238"/>
            </a:solidFill>
            <a:ln w="0">
              <a:noFill/>
              <a:prstDash val="solid"/>
            </a:ln>
          </p:spPr>
        </p:sp>
        <p:sp>
          <p:nvSpPr>
            <p:cNvPr id="555" name="four:topology-swaps:interval-D:553"/>
            <p:cNvSpPr>
              <a:spLocks noGrp="1"/>
            </p:cNvSpPr>
            <p:nvPr/>
          </p:nvSpPr>
          <p:spPr>
            <a:xfrm>
              <a:off x="4442460" y="6905625"/>
              <a:ext cx="182880" cy="209550"/>
            </a:xfrm>
            <a:prstGeom prst="rect">
              <a:avLst/>
            </a:prstGeom>
            <a:solidFill>
              <a:srgbClr val="009E73"/>
            </a:solidFill>
            <a:ln w="7620">
              <a:solidFill>
                <a:srgbClr val="263238"/>
              </a:solidFill>
              <a:prstDash val="solid"/>
            </a:ln>
          </p:spPr>
        </p:sp>
        <p:sp>
          <p:nvSpPr>
            <p:cNvPr id="556" name="four:topology-swaps:regular-node:554"/>
            <p:cNvSpPr>
              <a:spLocks noGrp="1"/>
            </p:cNvSpPr>
            <p:nvPr/>
          </p:nvSpPr>
          <p:spPr>
            <a:xfrm>
              <a:off x="4513898" y="6990398"/>
              <a:ext cx="40005" cy="40005"/>
            </a:xfrm>
            <a:prstGeom prst="ellipse">
              <a:avLst/>
            </a:prstGeom>
            <a:solidFill>
              <a:srgbClr val="263238"/>
            </a:solidFill>
            <a:ln w="0">
              <a:noFill/>
              <a:prstDash val="solid"/>
            </a:ln>
          </p:spPr>
        </p:sp>
        <p:sp>
          <p:nvSpPr>
            <p:cNvPr id="557" name="four:topology-swaps:interval-B:555"/>
            <p:cNvSpPr>
              <a:spLocks noGrp="1"/>
            </p:cNvSpPr>
            <p:nvPr/>
          </p:nvSpPr>
          <p:spPr>
            <a:xfrm>
              <a:off x="4899660" y="6905625"/>
              <a:ext cx="182880" cy="209550"/>
            </a:xfrm>
            <a:prstGeom prst="rect">
              <a:avLst/>
            </a:prstGeom>
            <a:solidFill>
              <a:srgbClr val="CC79A7"/>
            </a:solidFill>
            <a:ln w="7620">
              <a:solidFill>
                <a:srgbClr val="263238"/>
              </a:solidFill>
              <a:prstDash val="solid"/>
            </a:ln>
          </p:spPr>
        </p:sp>
        <p:sp>
          <p:nvSpPr>
            <p:cNvPr id="558" name="four:topology-swaps:regular-node:556"/>
            <p:cNvSpPr>
              <a:spLocks noGrp="1"/>
            </p:cNvSpPr>
            <p:nvPr/>
          </p:nvSpPr>
          <p:spPr>
            <a:xfrm>
              <a:off x="4971098" y="6990398"/>
              <a:ext cx="40005" cy="40005"/>
            </a:xfrm>
            <a:prstGeom prst="ellipse">
              <a:avLst/>
            </a:prstGeom>
            <a:solidFill>
              <a:srgbClr val="263238"/>
            </a:solidFill>
            <a:ln w="0">
              <a:noFill/>
              <a:prstDash val="solid"/>
            </a:ln>
          </p:spPr>
        </p:sp>
        <p:sp>
          <p:nvSpPr>
            <p:cNvPr id="559" name="four:topology-swaps:line:557"/>
            <p:cNvSpPr>
              <a:spLocks noGrp="1"/>
            </p:cNvSpPr>
            <p:nvPr/>
          </p:nvSpPr>
          <p:spPr>
            <a:xfrm>
              <a:off x="3619500" y="6696075"/>
              <a:ext cx="953" cy="171450"/>
            </a:xfrm>
            <a:custGeom>
              <a:avLst/>
              <a:gdLst/>
              <a:ahLst/>
              <a:cxnLst/>
              <a:pathLst>
                <a:path w="953" h="171450">
                  <a:moveTo>
                    <a:pt x="0" y="0"/>
                  </a:moveTo>
                  <a:lnTo>
                    <a:pt x="0" y="171450"/>
                  </a:lnTo>
                </a:path>
              </a:pathLst>
            </a:custGeom>
            <a:noFill/>
            <a:ln w="9525">
              <a:solidFill>
                <a:srgbClr val="CC79A7">
                  <a:alpha val="85000"/>
                </a:srgbClr>
              </a:solidFill>
              <a:prstDash val="dash"/>
            </a:ln>
          </p:spPr>
        </p:sp>
        <p:sp>
          <p:nvSpPr>
            <p:cNvPr id="560" name="four:topology-swaps:line:558"/>
            <p:cNvSpPr>
              <a:spLocks noGrp="1"/>
            </p:cNvSpPr>
            <p:nvPr/>
          </p:nvSpPr>
          <p:spPr>
            <a:xfrm>
              <a:off x="3619500" y="7153275"/>
              <a:ext cx="953" cy="266700"/>
            </a:xfrm>
            <a:custGeom>
              <a:avLst/>
              <a:gdLst/>
              <a:ahLst/>
              <a:cxnLst/>
              <a:pathLst>
                <a:path w="953" h="266700">
                  <a:moveTo>
                    <a:pt x="0" y="0"/>
                  </a:moveTo>
                  <a:lnTo>
                    <a:pt x="0" y="266700"/>
                  </a:lnTo>
                </a:path>
              </a:pathLst>
            </a:custGeom>
            <a:noFill/>
            <a:ln w="9525">
              <a:solidFill>
                <a:srgbClr val="CC79A7">
                  <a:alpha val="85000"/>
                </a:srgbClr>
              </a:solidFill>
              <a:prstDash val="dash"/>
            </a:ln>
          </p:spPr>
        </p:sp>
        <p:sp>
          <p:nvSpPr>
            <p:cNvPr id="561" name="four:topology-swaps:line:559"/>
            <p:cNvSpPr>
              <a:spLocks noGrp="1"/>
            </p:cNvSpPr>
            <p:nvPr/>
          </p:nvSpPr>
          <p:spPr>
            <a:xfrm>
              <a:off x="4991100" y="7124700"/>
              <a:ext cx="953" cy="295275"/>
            </a:xfrm>
            <a:custGeom>
              <a:avLst/>
              <a:gdLst/>
              <a:ahLst/>
              <a:cxnLst/>
              <a:pathLst>
                <a:path w="953" h="295275">
                  <a:moveTo>
                    <a:pt x="0" y="0"/>
                  </a:moveTo>
                  <a:lnTo>
                    <a:pt x="0" y="295275"/>
                  </a:lnTo>
                </a:path>
              </a:pathLst>
            </a:custGeom>
            <a:noFill/>
            <a:ln w="9525">
              <a:solidFill>
                <a:srgbClr val="CC79A7"/>
              </a:solidFill>
              <a:prstDash val="solid"/>
            </a:ln>
          </p:spPr>
        </p:sp>
        <p:sp>
          <p:nvSpPr>
            <p:cNvPr id="562" name="four:topology-swaps:line:560"/>
            <p:cNvSpPr>
              <a:spLocks noGrp="1"/>
            </p:cNvSpPr>
            <p:nvPr/>
          </p:nvSpPr>
          <p:spPr>
            <a:xfrm>
              <a:off x="3619500" y="7419975"/>
              <a:ext cx="1371600" cy="953"/>
            </a:xfrm>
            <a:custGeom>
              <a:avLst/>
              <a:gdLst/>
              <a:ahLst/>
              <a:cxnLst/>
              <a:pathLst>
                <a:path w="1371600" h="953">
                  <a:moveTo>
                    <a:pt x="0" y="0"/>
                  </a:moveTo>
                  <a:lnTo>
                    <a:pt x="1371600" y="0"/>
                  </a:lnTo>
                </a:path>
              </a:pathLst>
            </a:custGeom>
            <a:noFill/>
            <a:ln w="17145">
              <a:solidFill>
                <a:srgbClr val="CC79A7"/>
              </a:solidFill>
              <a:prstDash val="solid"/>
            </a:ln>
          </p:spPr>
        </p:sp>
        <p:sp>
          <p:nvSpPr>
            <p:cNvPr id="563" name="four:topology-swaps:polygon:561"/>
            <p:cNvSpPr>
              <a:spLocks noGrp="1"/>
            </p:cNvSpPr>
            <p:nvPr/>
          </p:nvSpPr>
          <p:spPr>
            <a:xfrm>
              <a:off x="4933950" y="7395401"/>
              <a:ext cx="57150" cy="49149"/>
            </a:xfrm>
            <a:custGeom>
              <a:avLst/>
              <a:gdLst/>
              <a:ahLst/>
              <a:cxnLst/>
              <a:pathLst>
                <a:path w="57150" h="49149">
                  <a:moveTo>
                    <a:pt x="57150" y="24574"/>
                  </a:moveTo>
                  <a:lnTo>
                    <a:pt x="0" y="0"/>
                  </a:lnTo>
                  <a:lnTo>
                    <a:pt x="0" y="49149"/>
                  </a:lnTo>
                  <a:close/>
                </a:path>
              </a:pathLst>
            </a:custGeom>
            <a:solidFill>
              <a:srgbClr val="CC79A7"/>
            </a:solidFill>
            <a:ln w="0">
              <a:noFill/>
              <a:prstDash val="solid"/>
            </a:ln>
          </p:spPr>
        </p:sp>
        <p:sp>
          <p:nvSpPr>
            <p:cNvPr id="564" name="four:topology-swaps:polygon:562"/>
            <p:cNvSpPr>
              <a:spLocks noGrp="1"/>
            </p:cNvSpPr>
            <p:nvPr/>
          </p:nvSpPr>
          <p:spPr>
            <a:xfrm>
              <a:off x="3619500" y="7395401"/>
              <a:ext cx="57150" cy="49149"/>
            </a:xfrm>
            <a:custGeom>
              <a:avLst/>
              <a:gdLst/>
              <a:ahLst/>
              <a:cxnLst/>
              <a:pathLst>
                <a:path w="57150" h="49149">
                  <a:moveTo>
                    <a:pt x="0" y="24574"/>
                  </a:moveTo>
                  <a:lnTo>
                    <a:pt x="57150" y="49149"/>
                  </a:lnTo>
                  <a:lnTo>
                    <a:pt x="57150" y="0"/>
                  </a:lnTo>
                  <a:close/>
                </a:path>
              </a:pathLst>
            </a:custGeom>
            <a:solidFill>
              <a:srgbClr val="CC79A7"/>
            </a:solidFill>
            <a:ln w="0">
              <a:noFill/>
              <a:prstDash val="solid"/>
            </a:ln>
          </p:spPr>
        </p:sp>
        <p:sp>
          <p:nvSpPr>
            <p:cNvPr id="565" name="four:topology-swaps:textbox:563"/>
            <p:cNvSpPr>
              <a:spLocks noGrp="1"/>
            </p:cNvSpPr>
            <p:nvPr/>
          </p:nvSpPr>
          <p:spPr>
            <a:xfrm>
              <a:off x="3876675" y="7086600"/>
              <a:ext cx="857250" cy="342900"/>
            </a:xfrm>
            <a:prstGeom prst="rect">
              <a:avLst/>
            </a:prstGeom>
            <a:noFill/>
            <a:ln w="0">
              <a:noFill/>
              <a:prstDash val="solid"/>
            </a:ln>
          </p:spPr>
          <p:txBody>
            <a:bodyPr wrap="none" lIns="0" tIns="0" rIns="0" bIns="0" anchor="ctr">
              <a:normAutofit/>
            </a:bodyPr>
            <a:lstStyle>
              <a:defPPr algn="ctr">
                <a:defRPr sz="1800" b="0">
                  <a:solidFill>
                    <a:srgbClr val="CC79A7"/>
                  </a:solidFill>
                  <a:latin typeface="Arial" panose="020B0604020202090204"/>
                  <a:ea typeface="Arial" panose="020B0604020202090204"/>
                  <a:cs typeface="Arial" panose="020B0604020202090204"/>
                </a:defRPr>
              </a:defPPr>
            </a:lstStyle>
            <a:p>
              <a:pPr algn="ctr">
                <a:defRPr sz="1800" b="0">
                  <a:solidFill>
                    <a:srgbClr val="CC79A7"/>
                  </a:solidFill>
                  <a:latin typeface="Arial" panose="020B0604020202090204"/>
                  <a:ea typeface="Arial" panose="020B0604020202090204"/>
                  <a:cs typeface="Arial" panose="020B0604020202090204"/>
                </a:defRPr>
              </a:pPr>
              <a:r>
                <a:rPr sz="1800" b="0">
                  <a:solidFill>
                    <a:srgbClr val="CC79A7"/>
                  </a:solidFill>
                  <a:latin typeface="Arial" panose="020B0604020202090204"/>
                  <a:ea typeface="Arial" panose="020B0604020202090204"/>
                  <a:cs typeface="Arial" panose="020B0604020202090204"/>
                </a:rPr>
                <a:t>τ(π)</a:t>
              </a:r>
              <a:endParaRPr sz="1800" b="0">
                <a:solidFill>
                  <a:srgbClr val="CC79A7"/>
                </a:solidFill>
                <a:latin typeface="Arial" panose="020B0604020202090204"/>
                <a:ea typeface="Arial" panose="020B0604020202090204"/>
                <a:cs typeface="Arial" panose="020B0604020202090204"/>
              </a:endParaRPr>
            </a:p>
          </p:txBody>
        </p:sp>
        <p:sp>
          <p:nvSpPr>
            <p:cNvPr id="566" name="four:topology-swaps:line:564"/>
            <p:cNvSpPr>
              <a:spLocks noGrp="1"/>
            </p:cNvSpPr>
            <p:nvPr/>
          </p:nvSpPr>
          <p:spPr>
            <a:xfrm>
              <a:off x="5953125" y="6581775"/>
              <a:ext cx="1733550" cy="953"/>
            </a:xfrm>
            <a:custGeom>
              <a:avLst/>
              <a:gdLst/>
              <a:ahLst/>
              <a:cxnLst/>
              <a:pathLst>
                <a:path w="1733550" h="953">
                  <a:moveTo>
                    <a:pt x="0" y="0"/>
                  </a:moveTo>
                  <a:lnTo>
                    <a:pt x="1733550" y="0"/>
                  </a:lnTo>
                </a:path>
              </a:pathLst>
            </a:custGeom>
            <a:noFill/>
            <a:ln w="10478">
              <a:solidFill>
                <a:srgbClr val="263238"/>
              </a:solidFill>
              <a:prstDash val="dash"/>
            </a:ln>
          </p:spPr>
        </p:sp>
        <p:sp>
          <p:nvSpPr>
            <p:cNvPr id="567" name="four:topology-swaps:polygon:565"/>
            <p:cNvSpPr>
              <a:spLocks noGrp="1"/>
            </p:cNvSpPr>
            <p:nvPr/>
          </p:nvSpPr>
          <p:spPr>
            <a:xfrm>
              <a:off x="7629525" y="6557201"/>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68" name="four:topology-swaps:textbox:566"/>
            <p:cNvSpPr>
              <a:spLocks noGrp="1"/>
            </p:cNvSpPr>
            <p:nvPr/>
          </p:nvSpPr>
          <p:spPr>
            <a:xfrm>
              <a:off x="5772150" y="639127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69" name="four:topology-swaps:line:567"/>
            <p:cNvSpPr>
              <a:spLocks noGrp="1"/>
            </p:cNvSpPr>
            <p:nvPr/>
          </p:nvSpPr>
          <p:spPr>
            <a:xfrm>
              <a:off x="6067425" y="6448425"/>
              <a:ext cx="953" cy="228600"/>
            </a:xfrm>
            <a:custGeom>
              <a:avLst/>
              <a:gdLst/>
              <a:ahLst/>
              <a:cxnLst/>
              <a:pathLst>
                <a:path w="953" h="228600">
                  <a:moveTo>
                    <a:pt x="0" y="4405"/>
                  </a:moveTo>
                  <a:lnTo>
                    <a:pt x="0" y="228600"/>
                  </a:lnTo>
                </a:path>
              </a:pathLst>
            </a:custGeom>
            <a:noFill/>
            <a:ln w="13335">
              <a:solidFill>
                <a:srgbClr val="0072B2"/>
              </a:solidFill>
              <a:prstDash val="dash"/>
            </a:ln>
          </p:spPr>
        </p:sp>
        <p:sp>
          <p:nvSpPr>
            <p:cNvPr id="570" name="four:topology-swaps:line:568"/>
            <p:cNvSpPr>
              <a:spLocks noGrp="1"/>
            </p:cNvSpPr>
            <p:nvPr/>
          </p:nvSpPr>
          <p:spPr>
            <a:xfrm>
              <a:off x="6038850" y="6486525"/>
              <a:ext cx="57150" cy="953"/>
            </a:xfrm>
            <a:custGeom>
              <a:avLst/>
              <a:gdLst/>
              <a:ahLst/>
              <a:cxnLst/>
              <a:pathLst>
                <a:path w="57150" h="953">
                  <a:moveTo>
                    <a:pt x="0" y="0"/>
                  </a:moveTo>
                  <a:lnTo>
                    <a:pt x="57150" y="0"/>
                  </a:lnTo>
                </a:path>
              </a:pathLst>
            </a:custGeom>
            <a:noFill/>
            <a:ln w="14288">
              <a:solidFill>
                <a:srgbClr val="0072B2"/>
              </a:solidFill>
              <a:prstDash val="solid"/>
            </a:ln>
          </p:spPr>
        </p:sp>
        <p:sp>
          <p:nvSpPr>
            <p:cNvPr id="571" name="four:topology-swaps:regular-node:569"/>
            <p:cNvSpPr>
              <a:spLocks noGrp="1"/>
            </p:cNvSpPr>
            <p:nvPr/>
          </p:nvSpPr>
          <p:spPr>
            <a:xfrm>
              <a:off x="6049328" y="6563678"/>
              <a:ext cx="36195" cy="36195"/>
            </a:xfrm>
            <a:prstGeom prst="ellipse">
              <a:avLst/>
            </a:prstGeom>
            <a:solidFill>
              <a:srgbClr val="0072B2"/>
            </a:solidFill>
            <a:ln w="0">
              <a:noFill/>
              <a:prstDash val="solid"/>
            </a:ln>
          </p:spPr>
        </p:sp>
        <p:sp>
          <p:nvSpPr>
            <p:cNvPr id="572" name="four:topology-swaps:line:570"/>
            <p:cNvSpPr>
              <a:spLocks noGrp="1"/>
            </p:cNvSpPr>
            <p:nvPr/>
          </p:nvSpPr>
          <p:spPr>
            <a:xfrm>
              <a:off x="6067425" y="6696075"/>
              <a:ext cx="953" cy="200025"/>
            </a:xfrm>
            <a:custGeom>
              <a:avLst/>
              <a:gdLst/>
              <a:ahLst/>
              <a:cxnLst/>
              <a:pathLst>
                <a:path w="953" h="200025">
                  <a:moveTo>
                    <a:pt x="0" y="0"/>
                  </a:moveTo>
                  <a:lnTo>
                    <a:pt x="0" y="200025"/>
                  </a:lnTo>
                </a:path>
              </a:pathLst>
            </a:custGeom>
            <a:noFill/>
            <a:ln w="10478">
              <a:solidFill>
                <a:srgbClr val="0072B2">
                  <a:alpha val="60000"/>
                </a:srgbClr>
              </a:solidFill>
              <a:prstDash val="solid"/>
            </a:ln>
          </p:spPr>
        </p:sp>
        <p:sp>
          <p:nvSpPr>
            <p:cNvPr id="573" name="four:topology-swaps:line:571"/>
            <p:cNvSpPr>
              <a:spLocks noGrp="1"/>
            </p:cNvSpPr>
            <p:nvPr/>
          </p:nvSpPr>
          <p:spPr>
            <a:xfrm>
              <a:off x="7073265" y="6448425"/>
              <a:ext cx="953" cy="228600"/>
            </a:xfrm>
            <a:custGeom>
              <a:avLst/>
              <a:gdLst/>
              <a:ahLst/>
              <a:cxnLst/>
              <a:pathLst>
                <a:path w="953" h="228600">
                  <a:moveTo>
                    <a:pt x="0" y="4405"/>
                  </a:moveTo>
                  <a:lnTo>
                    <a:pt x="0" y="228600"/>
                  </a:lnTo>
                </a:path>
              </a:pathLst>
            </a:custGeom>
            <a:noFill/>
            <a:ln w="13335">
              <a:solidFill>
                <a:srgbClr val="D55E00"/>
              </a:solidFill>
              <a:prstDash val="dash"/>
            </a:ln>
          </p:spPr>
        </p:sp>
        <p:sp>
          <p:nvSpPr>
            <p:cNvPr id="574" name="four:topology-swaps:line:572"/>
            <p:cNvSpPr>
              <a:spLocks noGrp="1"/>
            </p:cNvSpPr>
            <p:nvPr/>
          </p:nvSpPr>
          <p:spPr>
            <a:xfrm>
              <a:off x="7044690" y="6486525"/>
              <a:ext cx="57150" cy="953"/>
            </a:xfrm>
            <a:custGeom>
              <a:avLst/>
              <a:gdLst/>
              <a:ahLst/>
              <a:cxnLst/>
              <a:pathLst>
                <a:path w="57150" h="953">
                  <a:moveTo>
                    <a:pt x="0" y="0"/>
                  </a:moveTo>
                  <a:lnTo>
                    <a:pt x="57150" y="0"/>
                  </a:lnTo>
                </a:path>
              </a:pathLst>
            </a:custGeom>
            <a:noFill/>
            <a:ln w="14288">
              <a:solidFill>
                <a:srgbClr val="D55E00"/>
              </a:solidFill>
              <a:prstDash val="solid"/>
            </a:ln>
          </p:spPr>
        </p:sp>
        <p:sp>
          <p:nvSpPr>
            <p:cNvPr id="575" name="four:topology-swaps:regular-node:573"/>
            <p:cNvSpPr>
              <a:spLocks noGrp="1"/>
            </p:cNvSpPr>
            <p:nvPr/>
          </p:nvSpPr>
          <p:spPr>
            <a:xfrm>
              <a:off x="7055168" y="6563678"/>
              <a:ext cx="36195" cy="36195"/>
            </a:xfrm>
            <a:prstGeom prst="ellipse">
              <a:avLst/>
            </a:prstGeom>
            <a:solidFill>
              <a:srgbClr val="D55E00"/>
            </a:solidFill>
            <a:ln w="0">
              <a:noFill/>
              <a:prstDash val="solid"/>
            </a:ln>
          </p:spPr>
        </p:sp>
        <p:sp>
          <p:nvSpPr>
            <p:cNvPr id="576" name="four:topology-swaps:line:574"/>
            <p:cNvSpPr>
              <a:spLocks noGrp="1"/>
            </p:cNvSpPr>
            <p:nvPr/>
          </p:nvSpPr>
          <p:spPr>
            <a:xfrm>
              <a:off x="6524625" y="6696075"/>
              <a:ext cx="548640" cy="200025"/>
            </a:xfrm>
            <a:custGeom>
              <a:avLst/>
              <a:gdLst/>
              <a:ahLst/>
              <a:cxnLst/>
              <a:pathLst>
                <a:path w="548640" h="200025">
                  <a:moveTo>
                    <a:pt x="548640" y="0"/>
                  </a:moveTo>
                  <a:lnTo>
                    <a:pt x="0" y="200025"/>
                  </a:lnTo>
                </a:path>
              </a:pathLst>
            </a:custGeom>
            <a:noFill/>
            <a:ln w="10478">
              <a:solidFill>
                <a:srgbClr val="D55E00">
                  <a:alpha val="60000"/>
                </a:srgbClr>
              </a:solidFill>
              <a:prstDash val="solid"/>
            </a:ln>
          </p:spPr>
        </p:sp>
        <p:sp>
          <p:nvSpPr>
            <p:cNvPr id="577" name="four:topology-swaps:line:575"/>
            <p:cNvSpPr>
              <a:spLocks noGrp="1"/>
            </p:cNvSpPr>
            <p:nvPr/>
          </p:nvSpPr>
          <p:spPr>
            <a:xfrm>
              <a:off x="7576185" y="6448425"/>
              <a:ext cx="953" cy="228600"/>
            </a:xfrm>
            <a:custGeom>
              <a:avLst/>
              <a:gdLst/>
              <a:ahLst/>
              <a:cxnLst/>
              <a:pathLst>
                <a:path w="953" h="228600">
                  <a:moveTo>
                    <a:pt x="0" y="4405"/>
                  </a:moveTo>
                  <a:lnTo>
                    <a:pt x="0" y="228600"/>
                  </a:lnTo>
                </a:path>
              </a:pathLst>
            </a:custGeom>
            <a:noFill/>
            <a:ln w="13335">
              <a:solidFill>
                <a:srgbClr val="009E73"/>
              </a:solidFill>
              <a:prstDash val="dash"/>
            </a:ln>
          </p:spPr>
        </p:sp>
        <p:sp>
          <p:nvSpPr>
            <p:cNvPr id="578" name="four:topology-swaps:line:576"/>
            <p:cNvSpPr>
              <a:spLocks noGrp="1"/>
            </p:cNvSpPr>
            <p:nvPr/>
          </p:nvSpPr>
          <p:spPr>
            <a:xfrm>
              <a:off x="7547610" y="6486525"/>
              <a:ext cx="57150" cy="953"/>
            </a:xfrm>
            <a:custGeom>
              <a:avLst/>
              <a:gdLst/>
              <a:ahLst/>
              <a:cxnLst/>
              <a:pathLst>
                <a:path w="57150" h="953">
                  <a:moveTo>
                    <a:pt x="0" y="0"/>
                  </a:moveTo>
                  <a:lnTo>
                    <a:pt x="57150" y="0"/>
                  </a:lnTo>
                </a:path>
              </a:pathLst>
            </a:custGeom>
            <a:noFill/>
            <a:ln w="14288">
              <a:solidFill>
                <a:srgbClr val="009E73"/>
              </a:solidFill>
              <a:prstDash val="solid"/>
            </a:ln>
          </p:spPr>
        </p:sp>
        <p:sp>
          <p:nvSpPr>
            <p:cNvPr id="579" name="four:topology-swaps:regular-node:577"/>
            <p:cNvSpPr>
              <a:spLocks noGrp="1"/>
            </p:cNvSpPr>
            <p:nvPr/>
          </p:nvSpPr>
          <p:spPr>
            <a:xfrm>
              <a:off x="7558088" y="6563678"/>
              <a:ext cx="36195" cy="36195"/>
            </a:xfrm>
            <a:prstGeom prst="ellipse">
              <a:avLst/>
            </a:prstGeom>
            <a:solidFill>
              <a:srgbClr val="009E73"/>
            </a:solidFill>
            <a:ln w="0">
              <a:noFill/>
              <a:prstDash val="solid"/>
            </a:ln>
          </p:spPr>
        </p:sp>
        <p:sp>
          <p:nvSpPr>
            <p:cNvPr id="580" name="four:topology-swaps:line:578"/>
            <p:cNvSpPr>
              <a:spLocks noGrp="1"/>
            </p:cNvSpPr>
            <p:nvPr/>
          </p:nvSpPr>
          <p:spPr>
            <a:xfrm>
              <a:off x="6981825" y="6696075"/>
              <a:ext cx="594360" cy="200025"/>
            </a:xfrm>
            <a:custGeom>
              <a:avLst/>
              <a:gdLst/>
              <a:ahLst/>
              <a:cxnLst/>
              <a:pathLst>
                <a:path w="594360" h="200025">
                  <a:moveTo>
                    <a:pt x="594360" y="0"/>
                  </a:moveTo>
                  <a:lnTo>
                    <a:pt x="0" y="200025"/>
                  </a:lnTo>
                </a:path>
              </a:pathLst>
            </a:custGeom>
            <a:noFill/>
            <a:ln w="10478">
              <a:solidFill>
                <a:srgbClr val="009E73">
                  <a:alpha val="60000"/>
                </a:srgbClr>
              </a:solidFill>
              <a:prstDash val="solid"/>
            </a:ln>
          </p:spPr>
        </p:sp>
        <p:sp>
          <p:nvSpPr>
            <p:cNvPr id="581" name="four:topology-swaps:line:579"/>
            <p:cNvSpPr>
              <a:spLocks noGrp="1"/>
            </p:cNvSpPr>
            <p:nvPr/>
          </p:nvSpPr>
          <p:spPr>
            <a:xfrm>
              <a:off x="6570345" y="6448425"/>
              <a:ext cx="953" cy="228600"/>
            </a:xfrm>
            <a:custGeom>
              <a:avLst/>
              <a:gdLst/>
              <a:ahLst/>
              <a:cxnLst/>
              <a:pathLst>
                <a:path w="953" h="228600">
                  <a:moveTo>
                    <a:pt x="0" y="4405"/>
                  </a:moveTo>
                  <a:lnTo>
                    <a:pt x="0" y="228600"/>
                  </a:lnTo>
                </a:path>
              </a:pathLst>
            </a:custGeom>
            <a:noFill/>
            <a:ln w="13335">
              <a:solidFill>
                <a:srgbClr val="CC79A7"/>
              </a:solidFill>
              <a:prstDash val="dash"/>
            </a:ln>
          </p:spPr>
        </p:sp>
        <p:sp>
          <p:nvSpPr>
            <p:cNvPr id="582" name="four:topology-swaps:line:580"/>
            <p:cNvSpPr>
              <a:spLocks noGrp="1"/>
            </p:cNvSpPr>
            <p:nvPr/>
          </p:nvSpPr>
          <p:spPr>
            <a:xfrm>
              <a:off x="6541770" y="6486525"/>
              <a:ext cx="57150" cy="953"/>
            </a:xfrm>
            <a:custGeom>
              <a:avLst/>
              <a:gdLst/>
              <a:ahLst/>
              <a:cxnLst/>
              <a:pathLst>
                <a:path w="57150" h="953">
                  <a:moveTo>
                    <a:pt x="0" y="0"/>
                  </a:moveTo>
                  <a:lnTo>
                    <a:pt x="57150" y="0"/>
                  </a:lnTo>
                </a:path>
              </a:pathLst>
            </a:custGeom>
            <a:noFill/>
            <a:ln w="14288">
              <a:solidFill>
                <a:srgbClr val="CC79A7"/>
              </a:solidFill>
              <a:prstDash val="solid"/>
            </a:ln>
          </p:spPr>
        </p:sp>
        <p:sp>
          <p:nvSpPr>
            <p:cNvPr id="583" name="four:topology-swaps:regular-node:581"/>
            <p:cNvSpPr>
              <a:spLocks noGrp="1"/>
            </p:cNvSpPr>
            <p:nvPr/>
          </p:nvSpPr>
          <p:spPr>
            <a:xfrm>
              <a:off x="6552248" y="6563678"/>
              <a:ext cx="36195" cy="36195"/>
            </a:xfrm>
            <a:prstGeom prst="ellipse">
              <a:avLst/>
            </a:prstGeom>
            <a:solidFill>
              <a:srgbClr val="CC79A7"/>
            </a:solidFill>
            <a:ln w="0">
              <a:noFill/>
              <a:prstDash val="solid"/>
            </a:ln>
          </p:spPr>
        </p:sp>
        <p:sp>
          <p:nvSpPr>
            <p:cNvPr id="584" name="four:topology-swaps:line:582"/>
            <p:cNvSpPr>
              <a:spLocks noGrp="1"/>
            </p:cNvSpPr>
            <p:nvPr/>
          </p:nvSpPr>
          <p:spPr>
            <a:xfrm>
              <a:off x="6570345" y="6696075"/>
              <a:ext cx="868680" cy="200025"/>
            </a:xfrm>
            <a:custGeom>
              <a:avLst/>
              <a:gdLst/>
              <a:ahLst/>
              <a:cxnLst/>
              <a:pathLst>
                <a:path w="868680" h="200025">
                  <a:moveTo>
                    <a:pt x="0" y="0"/>
                  </a:moveTo>
                  <a:lnTo>
                    <a:pt x="868680" y="200025"/>
                  </a:lnTo>
                </a:path>
              </a:pathLst>
            </a:custGeom>
            <a:noFill/>
            <a:ln w="10478">
              <a:solidFill>
                <a:srgbClr val="CC79A7">
                  <a:alpha val="60000"/>
                </a:srgbClr>
              </a:solidFill>
              <a:prstDash val="solid"/>
            </a:ln>
          </p:spPr>
        </p:sp>
        <p:sp>
          <p:nvSpPr>
            <p:cNvPr id="585" name="four:topology-swaps:line:583"/>
            <p:cNvSpPr>
              <a:spLocks noGrp="1"/>
            </p:cNvSpPr>
            <p:nvPr/>
          </p:nvSpPr>
          <p:spPr>
            <a:xfrm>
              <a:off x="5953125" y="7010400"/>
              <a:ext cx="1733550" cy="953"/>
            </a:xfrm>
            <a:custGeom>
              <a:avLst/>
              <a:gdLst/>
              <a:ahLst/>
              <a:cxnLst/>
              <a:pathLst>
                <a:path w="1733550" h="953">
                  <a:moveTo>
                    <a:pt x="0" y="0"/>
                  </a:moveTo>
                  <a:lnTo>
                    <a:pt x="1733550" y="0"/>
                  </a:lnTo>
                </a:path>
              </a:pathLst>
            </a:custGeom>
            <a:noFill/>
            <a:ln w="12383">
              <a:solidFill>
                <a:srgbClr val="263238"/>
              </a:solidFill>
              <a:prstDash val="solid"/>
            </a:ln>
          </p:spPr>
        </p:sp>
        <p:sp>
          <p:nvSpPr>
            <p:cNvPr id="586" name="four:topology-swaps:polygon:584"/>
            <p:cNvSpPr>
              <a:spLocks noGrp="1"/>
            </p:cNvSpPr>
            <p:nvPr/>
          </p:nvSpPr>
          <p:spPr>
            <a:xfrm>
              <a:off x="7629525" y="6985826"/>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87" name="four:topology-swaps:textbox:585"/>
            <p:cNvSpPr>
              <a:spLocks noGrp="1"/>
            </p:cNvSpPr>
            <p:nvPr/>
          </p:nvSpPr>
          <p:spPr>
            <a:xfrm>
              <a:off x="5772150" y="6819900"/>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88" name="four:topology-swaps:interval-A:586"/>
            <p:cNvSpPr>
              <a:spLocks noGrp="1"/>
            </p:cNvSpPr>
            <p:nvPr/>
          </p:nvSpPr>
          <p:spPr>
            <a:xfrm>
              <a:off x="5975985" y="6905625"/>
              <a:ext cx="182880" cy="209550"/>
            </a:xfrm>
            <a:prstGeom prst="rect">
              <a:avLst/>
            </a:prstGeom>
            <a:solidFill>
              <a:srgbClr val="0072B2"/>
            </a:solidFill>
            <a:ln w="7620">
              <a:solidFill>
                <a:srgbClr val="263238"/>
              </a:solidFill>
              <a:prstDash val="solid"/>
            </a:ln>
          </p:spPr>
        </p:sp>
        <p:sp>
          <p:nvSpPr>
            <p:cNvPr id="589" name="four:topology-swaps:regular-node:587"/>
            <p:cNvSpPr>
              <a:spLocks noGrp="1"/>
            </p:cNvSpPr>
            <p:nvPr/>
          </p:nvSpPr>
          <p:spPr>
            <a:xfrm>
              <a:off x="6047423" y="6990398"/>
              <a:ext cx="40005" cy="40005"/>
            </a:xfrm>
            <a:prstGeom prst="ellipse">
              <a:avLst/>
            </a:prstGeom>
            <a:solidFill>
              <a:srgbClr val="263238"/>
            </a:solidFill>
            <a:ln w="0">
              <a:noFill/>
              <a:prstDash val="solid"/>
            </a:ln>
          </p:spPr>
        </p:sp>
        <p:sp>
          <p:nvSpPr>
            <p:cNvPr id="590" name="four:topology-swaps:interval-C:588"/>
            <p:cNvSpPr>
              <a:spLocks noGrp="1"/>
            </p:cNvSpPr>
            <p:nvPr/>
          </p:nvSpPr>
          <p:spPr>
            <a:xfrm>
              <a:off x="6433185" y="6905625"/>
              <a:ext cx="182880" cy="209550"/>
            </a:xfrm>
            <a:prstGeom prst="rect">
              <a:avLst/>
            </a:prstGeom>
            <a:solidFill>
              <a:srgbClr val="D55E00"/>
            </a:solidFill>
            <a:ln w="7620">
              <a:solidFill>
                <a:srgbClr val="263238"/>
              </a:solidFill>
              <a:prstDash val="solid"/>
            </a:ln>
          </p:spPr>
        </p:sp>
        <p:sp>
          <p:nvSpPr>
            <p:cNvPr id="591" name="four:topology-swaps:regular-node:589"/>
            <p:cNvSpPr>
              <a:spLocks noGrp="1"/>
            </p:cNvSpPr>
            <p:nvPr/>
          </p:nvSpPr>
          <p:spPr>
            <a:xfrm>
              <a:off x="6504623" y="6990398"/>
              <a:ext cx="40005" cy="40005"/>
            </a:xfrm>
            <a:prstGeom prst="ellipse">
              <a:avLst/>
            </a:prstGeom>
            <a:solidFill>
              <a:srgbClr val="263238"/>
            </a:solidFill>
            <a:ln w="0">
              <a:noFill/>
              <a:prstDash val="solid"/>
            </a:ln>
          </p:spPr>
        </p:sp>
        <p:sp>
          <p:nvSpPr>
            <p:cNvPr id="592" name="four:topology-swaps:interval-D:590"/>
            <p:cNvSpPr>
              <a:spLocks noGrp="1"/>
            </p:cNvSpPr>
            <p:nvPr/>
          </p:nvSpPr>
          <p:spPr>
            <a:xfrm>
              <a:off x="6890385" y="6905625"/>
              <a:ext cx="182880" cy="209550"/>
            </a:xfrm>
            <a:prstGeom prst="rect">
              <a:avLst/>
            </a:prstGeom>
            <a:solidFill>
              <a:srgbClr val="009E73"/>
            </a:solidFill>
            <a:ln w="7620">
              <a:solidFill>
                <a:srgbClr val="263238"/>
              </a:solidFill>
              <a:prstDash val="solid"/>
            </a:ln>
          </p:spPr>
        </p:sp>
        <p:sp>
          <p:nvSpPr>
            <p:cNvPr id="593" name="four:topology-swaps:regular-node:591"/>
            <p:cNvSpPr>
              <a:spLocks noGrp="1"/>
            </p:cNvSpPr>
            <p:nvPr/>
          </p:nvSpPr>
          <p:spPr>
            <a:xfrm>
              <a:off x="6961823" y="6990398"/>
              <a:ext cx="40005" cy="40005"/>
            </a:xfrm>
            <a:prstGeom prst="ellipse">
              <a:avLst/>
            </a:prstGeom>
            <a:solidFill>
              <a:srgbClr val="263238"/>
            </a:solidFill>
            <a:ln w="0">
              <a:noFill/>
              <a:prstDash val="solid"/>
            </a:ln>
          </p:spPr>
        </p:sp>
        <p:sp>
          <p:nvSpPr>
            <p:cNvPr id="594" name="four:topology-swaps:interval-B:592"/>
            <p:cNvSpPr>
              <a:spLocks noGrp="1"/>
            </p:cNvSpPr>
            <p:nvPr/>
          </p:nvSpPr>
          <p:spPr>
            <a:xfrm>
              <a:off x="7347585" y="6905625"/>
              <a:ext cx="182880" cy="209550"/>
            </a:xfrm>
            <a:prstGeom prst="rect">
              <a:avLst/>
            </a:prstGeom>
            <a:solidFill>
              <a:srgbClr val="CC79A7"/>
            </a:solidFill>
            <a:ln w="7620">
              <a:solidFill>
                <a:srgbClr val="263238"/>
              </a:solidFill>
              <a:prstDash val="solid"/>
            </a:ln>
          </p:spPr>
        </p:sp>
        <p:sp>
          <p:nvSpPr>
            <p:cNvPr id="595" name="four:topology-swaps:regular-node:593"/>
            <p:cNvSpPr>
              <a:spLocks noGrp="1"/>
            </p:cNvSpPr>
            <p:nvPr/>
          </p:nvSpPr>
          <p:spPr>
            <a:xfrm>
              <a:off x="7419023" y="6990398"/>
              <a:ext cx="40005" cy="40005"/>
            </a:xfrm>
            <a:prstGeom prst="ellipse">
              <a:avLst/>
            </a:prstGeom>
            <a:solidFill>
              <a:srgbClr val="263238"/>
            </a:solidFill>
            <a:ln w="0">
              <a:noFill/>
              <a:prstDash val="solid"/>
            </a:ln>
          </p:spPr>
        </p:sp>
        <p:sp>
          <p:nvSpPr>
            <p:cNvPr id="596" name="four:topology-swaps:line:594"/>
            <p:cNvSpPr>
              <a:spLocks noGrp="1"/>
            </p:cNvSpPr>
            <p:nvPr/>
          </p:nvSpPr>
          <p:spPr>
            <a:xfrm>
              <a:off x="6570345" y="6696075"/>
              <a:ext cx="953" cy="171450"/>
            </a:xfrm>
            <a:custGeom>
              <a:avLst/>
              <a:gdLst/>
              <a:ahLst/>
              <a:cxnLst/>
              <a:pathLst>
                <a:path w="953" h="171450">
                  <a:moveTo>
                    <a:pt x="0" y="0"/>
                  </a:moveTo>
                  <a:lnTo>
                    <a:pt x="0" y="171450"/>
                  </a:lnTo>
                </a:path>
              </a:pathLst>
            </a:custGeom>
            <a:noFill/>
            <a:ln w="9525">
              <a:solidFill>
                <a:srgbClr val="CC79A7">
                  <a:alpha val="85000"/>
                </a:srgbClr>
              </a:solidFill>
              <a:prstDash val="dash"/>
            </a:ln>
          </p:spPr>
        </p:sp>
        <p:sp>
          <p:nvSpPr>
            <p:cNvPr id="597" name="four:topology-swaps:line:595"/>
            <p:cNvSpPr>
              <a:spLocks noGrp="1"/>
            </p:cNvSpPr>
            <p:nvPr/>
          </p:nvSpPr>
          <p:spPr>
            <a:xfrm>
              <a:off x="6570345" y="7153275"/>
              <a:ext cx="953" cy="266700"/>
            </a:xfrm>
            <a:custGeom>
              <a:avLst/>
              <a:gdLst/>
              <a:ahLst/>
              <a:cxnLst/>
              <a:pathLst>
                <a:path w="953" h="266700">
                  <a:moveTo>
                    <a:pt x="0" y="0"/>
                  </a:moveTo>
                  <a:lnTo>
                    <a:pt x="0" y="266700"/>
                  </a:lnTo>
                </a:path>
              </a:pathLst>
            </a:custGeom>
            <a:noFill/>
            <a:ln w="9525">
              <a:solidFill>
                <a:srgbClr val="CC79A7">
                  <a:alpha val="85000"/>
                </a:srgbClr>
              </a:solidFill>
              <a:prstDash val="dash"/>
            </a:ln>
          </p:spPr>
        </p:sp>
        <p:sp>
          <p:nvSpPr>
            <p:cNvPr id="598" name="four:topology-swaps:line:596"/>
            <p:cNvSpPr>
              <a:spLocks noGrp="1"/>
            </p:cNvSpPr>
            <p:nvPr/>
          </p:nvSpPr>
          <p:spPr>
            <a:xfrm>
              <a:off x="7439025" y="7124700"/>
              <a:ext cx="953" cy="295275"/>
            </a:xfrm>
            <a:custGeom>
              <a:avLst/>
              <a:gdLst/>
              <a:ahLst/>
              <a:cxnLst/>
              <a:pathLst>
                <a:path w="953" h="295275">
                  <a:moveTo>
                    <a:pt x="0" y="0"/>
                  </a:moveTo>
                  <a:lnTo>
                    <a:pt x="0" y="295275"/>
                  </a:lnTo>
                </a:path>
              </a:pathLst>
            </a:custGeom>
            <a:noFill/>
            <a:ln w="9525">
              <a:solidFill>
                <a:srgbClr val="CC79A7"/>
              </a:solidFill>
              <a:prstDash val="solid"/>
            </a:ln>
          </p:spPr>
        </p:sp>
        <p:sp>
          <p:nvSpPr>
            <p:cNvPr id="599" name="four:topology-swaps:line:597"/>
            <p:cNvSpPr>
              <a:spLocks noGrp="1"/>
            </p:cNvSpPr>
            <p:nvPr/>
          </p:nvSpPr>
          <p:spPr>
            <a:xfrm>
              <a:off x="6570345" y="7419975"/>
              <a:ext cx="868680" cy="953"/>
            </a:xfrm>
            <a:custGeom>
              <a:avLst/>
              <a:gdLst/>
              <a:ahLst/>
              <a:cxnLst/>
              <a:pathLst>
                <a:path w="868680" h="953">
                  <a:moveTo>
                    <a:pt x="0" y="0"/>
                  </a:moveTo>
                  <a:lnTo>
                    <a:pt x="868680" y="0"/>
                  </a:lnTo>
                </a:path>
              </a:pathLst>
            </a:custGeom>
            <a:noFill/>
            <a:ln w="17145">
              <a:solidFill>
                <a:srgbClr val="CC79A7"/>
              </a:solidFill>
              <a:prstDash val="solid"/>
            </a:ln>
          </p:spPr>
        </p:sp>
        <p:sp>
          <p:nvSpPr>
            <p:cNvPr id="600" name="four:topology-swaps:polygon:598"/>
            <p:cNvSpPr>
              <a:spLocks noGrp="1"/>
            </p:cNvSpPr>
            <p:nvPr/>
          </p:nvSpPr>
          <p:spPr>
            <a:xfrm>
              <a:off x="7381875" y="7395401"/>
              <a:ext cx="57150" cy="49149"/>
            </a:xfrm>
            <a:custGeom>
              <a:avLst/>
              <a:gdLst/>
              <a:ahLst/>
              <a:cxnLst/>
              <a:pathLst>
                <a:path w="57150" h="49149">
                  <a:moveTo>
                    <a:pt x="57150" y="24574"/>
                  </a:moveTo>
                  <a:lnTo>
                    <a:pt x="0" y="0"/>
                  </a:lnTo>
                  <a:lnTo>
                    <a:pt x="0" y="49149"/>
                  </a:lnTo>
                  <a:close/>
                </a:path>
              </a:pathLst>
            </a:custGeom>
            <a:solidFill>
              <a:srgbClr val="CC79A7"/>
            </a:solidFill>
            <a:ln w="0">
              <a:noFill/>
              <a:prstDash val="solid"/>
            </a:ln>
          </p:spPr>
        </p:sp>
        <p:sp>
          <p:nvSpPr>
            <p:cNvPr id="601" name="four:topology-swaps:polygon:599"/>
            <p:cNvSpPr>
              <a:spLocks noGrp="1"/>
            </p:cNvSpPr>
            <p:nvPr/>
          </p:nvSpPr>
          <p:spPr>
            <a:xfrm>
              <a:off x="6570345" y="7395401"/>
              <a:ext cx="57150" cy="49149"/>
            </a:xfrm>
            <a:custGeom>
              <a:avLst/>
              <a:gdLst/>
              <a:ahLst/>
              <a:cxnLst/>
              <a:pathLst>
                <a:path w="57150" h="49149">
                  <a:moveTo>
                    <a:pt x="0" y="24574"/>
                  </a:moveTo>
                  <a:lnTo>
                    <a:pt x="57150" y="49149"/>
                  </a:lnTo>
                  <a:lnTo>
                    <a:pt x="57150" y="0"/>
                  </a:lnTo>
                  <a:close/>
                </a:path>
              </a:pathLst>
            </a:custGeom>
            <a:solidFill>
              <a:srgbClr val="CC79A7"/>
            </a:solidFill>
            <a:ln w="0">
              <a:noFill/>
              <a:prstDash val="solid"/>
            </a:ln>
          </p:spPr>
        </p:sp>
        <p:sp>
          <p:nvSpPr>
            <p:cNvPr id="602" name="four:topology-swaps:textbox:600"/>
            <p:cNvSpPr>
              <a:spLocks noGrp="1"/>
            </p:cNvSpPr>
            <p:nvPr/>
          </p:nvSpPr>
          <p:spPr>
            <a:xfrm>
              <a:off x="6576060" y="7086600"/>
              <a:ext cx="857250" cy="342900"/>
            </a:xfrm>
            <a:prstGeom prst="rect">
              <a:avLst/>
            </a:prstGeom>
            <a:noFill/>
            <a:ln w="0">
              <a:noFill/>
              <a:prstDash val="solid"/>
            </a:ln>
          </p:spPr>
          <p:txBody>
            <a:bodyPr wrap="none" lIns="0" tIns="0" rIns="0" bIns="0" anchor="ctr">
              <a:normAutofit/>
            </a:bodyPr>
            <a:lstStyle>
              <a:defPPr algn="ctr">
                <a:defRPr sz="1800" b="0">
                  <a:solidFill>
                    <a:srgbClr val="CC79A7"/>
                  </a:solidFill>
                  <a:latin typeface="Arial" panose="020B0604020202090204"/>
                  <a:ea typeface="Arial" panose="020B0604020202090204"/>
                  <a:cs typeface="Arial" panose="020B0604020202090204"/>
                </a:defRPr>
              </a:defPPr>
            </a:lstStyle>
            <a:p>
              <a:pPr algn="ctr">
                <a:defRPr sz="1800" b="0">
                  <a:solidFill>
                    <a:srgbClr val="CC79A7"/>
                  </a:solidFill>
                  <a:latin typeface="Arial" panose="020B0604020202090204"/>
                  <a:ea typeface="Arial" panose="020B0604020202090204"/>
                  <a:cs typeface="Arial" panose="020B0604020202090204"/>
                </a:defRPr>
              </a:pPr>
              <a:r>
                <a:rPr sz="1800" b="0">
                  <a:solidFill>
                    <a:srgbClr val="CC79A7"/>
                  </a:solidFill>
                  <a:latin typeface="Arial" panose="020B0604020202090204"/>
                  <a:ea typeface="Arial" panose="020B0604020202090204"/>
                  <a:cs typeface="Arial" panose="020B0604020202090204"/>
                </a:rPr>
                <a:t>τ</a:t>
              </a:r>
              <a:r>
                <a:rPr sz="1295" b="0" baseline="32000">
                  <a:solidFill>
                    <a:srgbClr val="CC79A7"/>
                  </a:solidFill>
                  <a:latin typeface="Arial" panose="020B0604020202090204"/>
                  <a:ea typeface="Arial" panose="020B0604020202090204"/>
                  <a:cs typeface="Arial" panose="020B0604020202090204"/>
                </a:rPr>
                <a:t>*</a:t>
              </a:r>
              <a:endParaRPr sz="1295" b="0" baseline="32000">
                <a:solidFill>
                  <a:srgbClr val="CC79A7"/>
                </a:solidFill>
                <a:latin typeface="Arial" panose="020B0604020202090204"/>
                <a:ea typeface="Arial" panose="020B0604020202090204"/>
                <a:cs typeface="Arial" panose="020B0604020202090204"/>
              </a:endParaRPr>
            </a:p>
          </p:txBody>
        </p:sp>
      </p:grpSp>
      <p:grpSp>
        <p:nvGrpSpPr>
          <p:cNvPr id="603" name="空间投影：2D与3D（可编辑）"/>
          <p:cNvGrpSpPr/>
          <p:nvPr/>
        </p:nvGrpSpPr>
        <p:grpSpPr>
          <a:xfrm>
            <a:off x="0" y="0"/>
            <a:ext cx="24955500" cy="8572500"/>
            <a:chOff x="0" y="0"/>
            <a:chExt cx="24955500" cy="8572500"/>
          </a:xfrm>
        </p:grpSpPr>
        <p:sp>
          <p:nvSpPr>
            <p:cNvPr id="604" name="addition:spatial:3257"/>
            <p:cNvSpPr>
              <a:spLocks noGrp="1"/>
            </p:cNvSpPr>
            <p:nvPr/>
          </p:nvSpPr>
          <p:spPr>
            <a:xfrm>
              <a:off x="3374136" y="1006983"/>
              <a:ext cx="3931920" cy="320040"/>
            </a:xfrm>
            <a:prstGeom prst="rect">
              <a:avLst/>
            </a:prstGeom>
            <a:noFill/>
          </p:spPr>
          <p:txBody>
            <a:bodyPr wrap="none" lIns="0" tIns="0" rIns="0" bIns="0">
              <a:spAutoFit/>
            </a:bodyPr>
            <a:lstStyle/>
            <a:p>
              <a:r>
                <a:rPr sz="1600" b="1">
                  <a:solidFill>
                    <a:srgbClr val="263238"/>
                  </a:solidFill>
                  <a:latin typeface="Arial" panose="020B0604020202090204"/>
                  <a:ea typeface="Arial" panose="020B0604020202090204"/>
                  <a:cs typeface="Arial" panose="020B0604020202090204"/>
                </a:rPr>
                <a:t>Spatial projection</a:t>
              </a:r>
              <a:endParaRPr sz="1600" b="1">
                <a:solidFill>
                  <a:srgbClr val="263238"/>
                </a:solidFill>
                <a:latin typeface="Arial" panose="020B0604020202090204"/>
                <a:ea typeface="Arial" panose="020B0604020202090204"/>
                <a:cs typeface="Arial" panose="020B0604020202090204"/>
              </a:endParaRPr>
            </a:p>
          </p:txBody>
        </p:sp>
        <p:sp>
          <p:nvSpPr>
            <p:cNvPr id="605" name="addition:spatial:3258"/>
            <p:cNvSpPr>
              <a:spLocks noGrp="1"/>
            </p:cNvSpPr>
            <p:nvPr/>
          </p:nvSpPr>
          <p:spPr>
            <a:xfrm>
              <a:off x="3566160" y="1327023"/>
              <a:ext cx="1664208" cy="228600"/>
            </a:xfrm>
            <a:prstGeom prst="rect">
              <a:avLst/>
            </a:prstGeom>
            <a:noFill/>
          </p:spPr>
          <p:txBody>
            <a:bodyPr wrap="none" lIns="0" tIns="0" rIns="0" bIns="0">
              <a:spAutoFit/>
            </a:bodyPr>
            <a:lstStyle/>
            <a:p>
              <a:pPr algn="ctr">
                <a:buNone/>
              </a:pPr>
              <a:r>
                <a:rPr sz="1180" b="1">
                  <a:solidFill>
                    <a:srgbClr val="263238"/>
                  </a:solidFill>
                  <a:latin typeface="Arial" panose="020B0604020202090204"/>
                  <a:ea typeface="Arial" panose="020B0604020202090204"/>
                  <a:cs typeface="Arial" panose="020B0604020202090204"/>
                </a:rPr>
                <a:t>2D projection</a:t>
              </a:r>
              <a:endParaRPr sz="1180" b="1">
                <a:solidFill>
                  <a:srgbClr val="263238"/>
                </a:solidFill>
                <a:latin typeface="Arial" panose="020B0604020202090204"/>
                <a:ea typeface="Arial" panose="020B0604020202090204"/>
                <a:cs typeface="Arial" panose="020B0604020202090204"/>
              </a:endParaRPr>
            </a:p>
          </p:txBody>
        </p:sp>
        <p:sp>
          <p:nvSpPr>
            <p:cNvPr id="606" name="addition:spatial:3259"/>
            <p:cNvSpPr>
              <a:spLocks noGrp="1"/>
            </p:cNvSpPr>
            <p:nvPr/>
          </p:nvSpPr>
          <p:spPr>
            <a:xfrm>
              <a:off x="5833872" y="1327023"/>
              <a:ext cx="1664208" cy="228600"/>
            </a:xfrm>
            <a:prstGeom prst="rect">
              <a:avLst/>
            </a:prstGeom>
            <a:noFill/>
          </p:spPr>
          <p:txBody>
            <a:bodyPr wrap="none" lIns="0" tIns="0" rIns="0" bIns="0">
              <a:spAutoFit/>
            </a:bodyPr>
            <a:lstStyle/>
            <a:p>
              <a:pPr algn="ctr">
                <a:buNone/>
              </a:pPr>
              <a:r>
                <a:rPr sz="1180" b="1">
                  <a:solidFill>
                    <a:srgbClr val="263238"/>
                  </a:solidFill>
                  <a:latin typeface="Arial" panose="020B0604020202090204"/>
                  <a:ea typeface="Arial" panose="020B0604020202090204"/>
                  <a:cs typeface="Arial" panose="020B0604020202090204"/>
                </a:rPr>
                <a:t>3D projection</a:t>
              </a:r>
              <a:endParaRPr sz="1180" b="1">
                <a:solidFill>
                  <a:srgbClr val="263238"/>
                </a:solidFill>
                <a:latin typeface="Arial" panose="020B0604020202090204"/>
                <a:ea typeface="Arial" panose="020B0604020202090204"/>
                <a:cs typeface="Arial" panose="020B0604020202090204"/>
              </a:endParaRPr>
            </a:p>
          </p:txBody>
        </p:sp>
        <p:sp>
          <p:nvSpPr>
            <p:cNvPr id="607" name="addition:spatial:3260"/>
            <p:cNvSpPr>
              <a:spLocks noGrp="1"/>
            </p:cNvSpPr>
            <p:nvPr/>
          </p:nvSpPr>
          <p:spPr>
            <a:xfrm>
              <a:off x="5550408" y="1345311"/>
              <a:ext cx="0" cy="2798064"/>
            </a:xfrm>
            <a:prstGeom prst="line">
              <a:avLst/>
            </a:prstGeom>
            <a:ln w="13335">
              <a:solidFill>
                <a:srgbClr val="87BBD6"/>
              </a:solidFill>
              <a:prstDash val="dash"/>
            </a:ln>
          </p:spPr>
        </p:sp>
        <p:sp>
          <p:nvSpPr>
            <p:cNvPr id="608" name="addition:spatial:3572"/>
            <p:cNvSpPr>
              <a:spLocks noGrp="1"/>
            </p:cNvSpPr>
            <p:nvPr/>
          </p:nvSpPr>
          <p:spPr>
            <a:xfrm>
              <a:off x="5715000" y="3878199"/>
              <a:ext cx="1783079" cy="0"/>
            </a:xfrm>
            <a:prstGeom prst="line">
              <a:avLst/>
            </a:prstGeom>
            <a:ln w="14350">
              <a:solidFill>
                <a:srgbClr val="263238"/>
              </a:solidFill>
            </a:ln>
          </p:spPr>
        </p:sp>
        <p:sp>
          <p:nvSpPr>
            <p:cNvPr id="609" name="addition:spatial:3573"/>
            <p:cNvSpPr>
              <a:spLocks noGrp="1"/>
            </p:cNvSpPr>
            <p:nvPr/>
          </p:nvSpPr>
          <p:spPr>
            <a:xfrm flipH="1" flipV="1">
              <a:off x="7415783" y="3837051"/>
              <a:ext cx="82296" cy="41148"/>
            </a:xfrm>
            <a:prstGeom prst="line">
              <a:avLst/>
            </a:prstGeom>
            <a:ln w="11176">
              <a:solidFill>
                <a:srgbClr val="263238"/>
              </a:solidFill>
            </a:ln>
          </p:spPr>
        </p:sp>
        <p:sp>
          <p:nvSpPr>
            <p:cNvPr id="610" name="addition:spatial:3574"/>
            <p:cNvSpPr>
              <a:spLocks noGrp="1"/>
            </p:cNvSpPr>
            <p:nvPr/>
          </p:nvSpPr>
          <p:spPr>
            <a:xfrm flipH="1">
              <a:off x="7415783" y="3878199"/>
              <a:ext cx="82296" cy="41148"/>
            </a:xfrm>
            <a:prstGeom prst="line">
              <a:avLst/>
            </a:prstGeom>
            <a:ln w="11176">
              <a:solidFill>
                <a:srgbClr val="263238"/>
              </a:solidFill>
            </a:ln>
          </p:spPr>
        </p:sp>
        <p:sp>
          <p:nvSpPr>
            <p:cNvPr id="611" name="addition:spatial:3575"/>
            <p:cNvSpPr>
              <a:spLocks noGrp="1"/>
            </p:cNvSpPr>
            <p:nvPr/>
          </p:nvSpPr>
          <p:spPr>
            <a:xfrm>
              <a:off x="5833872" y="3731895"/>
              <a:ext cx="274320" cy="274320"/>
            </a:xfrm>
            <a:prstGeom prst="rect">
              <a:avLst/>
            </a:prstGeom>
            <a:solidFill>
              <a:srgbClr val="0977B4"/>
            </a:solidFill>
            <a:ln w="8636">
              <a:solidFill>
                <a:srgbClr val="263238"/>
              </a:solidFill>
            </a:ln>
          </p:spPr>
          <p:txBody>
            <a:bodyPr anchor="ctr"/>
            <a:lstStyle/>
            <a:p>
              <a:pPr algn="ctr">
                <a:buNone/>
              </a:pPr>
            </a:p>
          </p:txBody>
        </p:sp>
        <p:sp>
          <p:nvSpPr>
            <p:cNvPr id="612" name="addition:spatial:3576"/>
            <p:cNvSpPr>
              <a:spLocks noGrp="1"/>
            </p:cNvSpPr>
            <p:nvPr/>
          </p:nvSpPr>
          <p:spPr>
            <a:xfrm>
              <a:off x="5950915" y="3848938"/>
              <a:ext cx="40233" cy="40233"/>
            </a:xfrm>
            <a:prstGeom prst="ellipse">
              <a:avLst/>
            </a:prstGeom>
            <a:solidFill>
              <a:srgbClr val="263238"/>
            </a:solidFill>
            <a:ln>
              <a:noFill/>
            </a:ln>
          </p:spPr>
          <p:txBody>
            <a:bodyPr anchor="ctr"/>
            <a:lstStyle/>
            <a:p>
              <a:pPr algn="ctr">
                <a:buNone/>
              </a:pPr>
            </a:p>
          </p:txBody>
        </p:sp>
        <p:sp>
          <p:nvSpPr>
            <p:cNvPr id="613" name="addition:spatial:3577"/>
            <p:cNvSpPr>
              <a:spLocks noGrp="1"/>
            </p:cNvSpPr>
            <p:nvPr/>
          </p:nvSpPr>
          <p:spPr>
            <a:xfrm>
              <a:off x="6245352" y="3731895"/>
              <a:ext cx="274320" cy="274320"/>
            </a:xfrm>
            <a:prstGeom prst="rect">
              <a:avLst/>
            </a:prstGeom>
            <a:solidFill>
              <a:srgbClr val="EEBF99"/>
            </a:solidFill>
            <a:ln w="8636">
              <a:solidFill>
                <a:srgbClr val="263238"/>
              </a:solidFill>
            </a:ln>
          </p:spPr>
          <p:txBody>
            <a:bodyPr anchor="ctr"/>
            <a:lstStyle/>
            <a:p>
              <a:pPr algn="ctr">
                <a:buNone/>
              </a:pPr>
            </a:p>
          </p:txBody>
        </p:sp>
        <p:sp>
          <p:nvSpPr>
            <p:cNvPr id="614" name="addition:spatial:3578"/>
            <p:cNvSpPr>
              <a:spLocks noGrp="1"/>
            </p:cNvSpPr>
            <p:nvPr/>
          </p:nvSpPr>
          <p:spPr>
            <a:xfrm>
              <a:off x="6362395" y="3848938"/>
              <a:ext cx="40233" cy="40233"/>
            </a:xfrm>
            <a:prstGeom prst="ellipse">
              <a:avLst/>
            </a:prstGeom>
            <a:solidFill>
              <a:srgbClr val="263238"/>
            </a:solidFill>
            <a:ln>
              <a:noFill/>
            </a:ln>
          </p:spPr>
          <p:txBody>
            <a:bodyPr anchor="ctr"/>
            <a:lstStyle/>
            <a:p>
              <a:pPr algn="ctr">
                <a:buNone/>
              </a:pPr>
            </a:p>
          </p:txBody>
        </p:sp>
        <p:sp>
          <p:nvSpPr>
            <p:cNvPr id="615" name="addition:spatial:3579"/>
            <p:cNvSpPr>
              <a:spLocks noGrp="1"/>
            </p:cNvSpPr>
            <p:nvPr/>
          </p:nvSpPr>
          <p:spPr>
            <a:xfrm>
              <a:off x="6656832" y="3731895"/>
              <a:ext cx="274320" cy="274320"/>
            </a:xfrm>
            <a:prstGeom prst="rect">
              <a:avLst/>
            </a:prstGeom>
            <a:solidFill>
              <a:srgbClr val="9EDAC9"/>
            </a:solidFill>
            <a:ln w="8636">
              <a:solidFill>
                <a:srgbClr val="263238"/>
              </a:solidFill>
            </a:ln>
          </p:spPr>
          <p:txBody>
            <a:bodyPr anchor="ctr"/>
            <a:lstStyle/>
            <a:p>
              <a:pPr algn="ctr">
                <a:buNone/>
              </a:pPr>
            </a:p>
          </p:txBody>
        </p:sp>
        <p:sp>
          <p:nvSpPr>
            <p:cNvPr id="616" name="addition:spatial:3580"/>
            <p:cNvSpPr>
              <a:spLocks noGrp="1"/>
            </p:cNvSpPr>
            <p:nvPr/>
          </p:nvSpPr>
          <p:spPr>
            <a:xfrm>
              <a:off x="6773875" y="3848938"/>
              <a:ext cx="40233" cy="40233"/>
            </a:xfrm>
            <a:prstGeom prst="ellipse">
              <a:avLst/>
            </a:prstGeom>
            <a:solidFill>
              <a:srgbClr val="263238"/>
            </a:solidFill>
            <a:ln>
              <a:noFill/>
            </a:ln>
          </p:spPr>
          <p:txBody>
            <a:bodyPr anchor="ctr"/>
            <a:lstStyle/>
            <a:p>
              <a:pPr algn="ctr">
                <a:buNone/>
              </a:pPr>
            </a:p>
          </p:txBody>
        </p:sp>
        <p:sp>
          <p:nvSpPr>
            <p:cNvPr id="617" name="addition:spatial:3581"/>
            <p:cNvSpPr>
              <a:spLocks noGrp="1"/>
            </p:cNvSpPr>
            <p:nvPr/>
          </p:nvSpPr>
          <p:spPr>
            <a:xfrm>
              <a:off x="7068312" y="3731895"/>
              <a:ext cx="274320" cy="274320"/>
            </a:xfrm>
            <a:prstGeom prst="rect">
              <a:avLst/>
            </a:prstGeom>
            <a:solidFill>
              <a:srgbClr val="CD7EAA"/>
            </a:solidFill>
            <a:ln w="8636">
              <a:solidFill>
                <a:srgbClr val="263238"/>
              </a:solidFill>
            </a:ln>
          </p:spPr>
          <p:txBody>
            <a:bodyPr anchor="ctr"/>
            <a:lstStyle/>
            <a:p>
              <a:pPr algn="ctr">
                <a:buNone/>
              </a:pPr>
            </a:p>
          </p:txBody>
        </p:sp>
        <p:sp>
          <p:nvSpPr>
            <p:cNvPr id="618" name="addition:spatial:3582"/>
            <p:cNvSpPr>
              <a:spLocks noGrp="1"/>
            </p:cNvSpPr>
            <p:nvPr/>
          </p:nvSpPr>
          <p:spPr>
            <a:xfrm>
              <a:off x="7185355" y="3848938"/>
              <a:ext cx="40233" cy="40233"/>
            </a:xfrm>
            <a:prstGeom prst="ellipse">
              <a:avLst/>
            </a:prstGeom>
            <a:solidFill>
              <a:srgbClr val="263238"/>
            </a:solidFill>
            <a:ln>
              <a:noFill/>
            </a:ln>
          </p:spPr>
          <p:txBody>
            <a:bodyPr anchor="ctr"/>
            <a:lstStyle/>
            <a:p>
              <a:pPr algn="ctr">
                <a:buNone/>
              </a:pPr>
            </a:p>
          </p:txBody>
        </p:sp>
        <p:sp>
          <p:nvSpPr>
            <p:cNvPr id="619" name="addition:spatial:3583"/>
            <p:cNvSpPr>
              <a:spLocks noGrp="1"/>
            </p:cNvSpPr>
            <p:nvPr/>
          </p:nvSpPr>
          <p:spPr>
            <a:xfrm>
              <a:off x="7488936" y="3759327"/>
              <a:ext cx="182880" cy="310896"/>
            </a:xfrm>
            <a:prstGeom prst="rect">
              <a:avLst/>
            </a:prstGeom>
            <a:noFill/>
          </p:spPr>
          <p:txBody>
            <a:bodyPr wrap="none" lIns="0" tIns="0" rIns="0" bIns="0">
              <a:spAutoFit/>
            </a:bodyPr>
            <a:lstStyle/>
            <a:p>
              <a:r>
                <a:rPr sz="1500" b="0">
                  <a:solidFill>
                    <a:srgbClr val="263238"/>
                  </a:solidFill>
                  <a:latin typeface="Arial" panose="020B0604020202090204"/>
                  <a:ea typeface="Arial" panose="020B0604020202090204"/>
                  <a:cs typeface="Arial" panose="020B0604020202090204"/>
                </a:rPr>
                <a:t>d</a:t>
              </a:r>
              <a:endParaRPr sz="1500" b="0">
                <a:solidFill>
                  <a:srgbClr val="263238"/>
                </a:solidFill>
                <a:latin typeface="Arial" panose="020B0604020202090204"/>
                <a:ea typeface="Arial" panose="020B0604020202090204"/>
                <a:cs typeface="Arial" panose="020B0604020202090204"/>
              </a:endParaRPr>
            </a:p>
          </p:txBody>
        </p:sp>
        <p:sp>
          <p:nvSpPr>
            <p:cNvPr id="620" name="addition:spatial:2"/>
            <p:cNvSpPr>
              <a:spLocks noGrp="1"/>
            </p:cNvSpPr>
            <p:nvPr/>
          </p:nvSpPr>
          <p:spPr>
            <a:xfrm>
              <a:off x="5648325" y="1666875"/>
              <a:ext cx="1922526" cy="1525859"/>
            </a:xfrm>
            <a:custGeom>
              <a:avLst/>
              <a:gdLst/>
              <a:ahLst/>
              <a:cxnLst/>
              <a:rect l="l" t="t" r="r" b="b"/>
              <a:pathLst>
                <a:path w="1450" h="902">
                  <a:moveTo>
                    <a:pt x="0" y="0"/>
                  </a:moveTo>
                  <a:moveTo>
                    <a:pt x="109" y="817"/>
                  </a:moveTo>
                  <a:lnTo>
                    <a:pt x="969" y="902"/>
                  </a:lnTo>
                  <a:lnTo>
                    <a:pt x="1450" y="513"/>
                  </a:lnTo>
                  <a:lnTo>
                    <a:pt x="645" y="542"/>
                  </a:lnTo>
                  <a:close/>
                </a:path>
              </a:pathLst>
            </a:custGeom>
            <a:solidFill>
              <a:srgbClr val="D3EAFC">
                <a:alpha val="19000"/>
              </a:srgbClr>
            </a:solidFill>
            <a:ln>
              <a:noFill/>
            </a:ln>
          </p:spPr>
          <p:txBody>
            <a:bodyPr anchor="ctr"/>
            <a:lstStyle/>
            <a:p>
              <a:pPr algn="ctr">
                <a:buNone/>
              </a:pPr>
            </a:p>
          </p:txBody>
        </p:sp>
        <p:sp>
          <p:nvSpPr>
            <p:cNvPr id="621" name="addition:spatial:3"/>
            <p:cNvSpPr>
              <a:spLocks noGrp="1"/>
            </p:cNvSpPr>
            <p:nvPr/>
          </p:nvSpPr>
          <p:spPr>
            <a:xfrm>
              <a:off x="5648325" y="1666875"/>
              <a:ext cx="1922526" cy="544708"/>
            </a:xfrm>
            <a:custGeom>
              <a:avLst/>
              <a:gdLst/>
              <a:ahLst/>
              <a:cxnLst/>
              <a:rect l="l" t="t" r="r" b="b"/>
              <a:pathLst>
                <a:path w="1450" h="322">
                  <a:moveTo>
                    <a:pt x="0" y="0"/>
                  </a:moveTo>
                  <a:moveTo>
                    <a:pt x="109" y="322"/>
                  </a:moveTo>
                  <a:lnTo>
                    <a:pt x="967" y="322"/>
                  </a:lnTo>
                  <a:lnTo>
                    <a:pt x="1450" y="47"/>
                  </a:lnTo>
                  <a:lnTo>
                    <a:pt x="645" y="47"/>
                  </a:lnTo>
                  <a:close/>
                </a:path>
              </a:pathLst>
            </a:custGeom>
            <a:solidFill>
              <a:srgbClr val="D7ECFD">
                <a:alpha val="15000"/>
              </a:srgbClr>
            </a:solidFill>
            <a:ln>
              <a:noFill/>
            </a:ln>
          </p:spPr>
          <p:txBody>
            <a:bodyPr anchor="ctr"/>
            <a:lstStyle/>
            <a:p>
              <a:pPr algn="ctr">
                <a:buNone/>
              </a:pPr>
            </a:p>
          </p:txBody>
        </p:sp>
        <p:sp>
          <p:nvSpPr>
            <p:cNvPr id="622" name="addition:spatial:4"/>
            <p:cNvSpPr>
              <a:spLocks noGrp="1"/>
            </p:cNvSpPr>
            <p:nvPr/>
          </p:nvSpPr>
          <p:spPr>
            <a:xfrm>
              <a:off x="5648325" y="1666875"/>
              <a:ext cx="1922526" cy="1529243"/>
            </a:xfrm>
            <a:custGeom>
              <a:avLst/>
              <a:gdLst/>
              <a:ahLst/>
              <a:cxnLst/>
              <a:rect l="l" t="t" r="r" b="b"/>
              <a:pathLst>
                <a:path w="1450" h="904">
                  <a:moveTo>
                    <a:pt x="0" y="0"/>
                  </a:moveTo>
                  <a:moveTo>
                    <a:pt x="968" y="323"/>
                  </a:moveTo>
                  <a:lnTo>
                    <a:pt x="1450" y="47"/>
                  </a:lnTo>
                  <a:lnTo>
                    <a:pt x="1450" y="512"/>
                  </a:lnTo>
                  <a:lnTo>
                    <a:pt x="968" y="904"/>
                  </a:lnTo>
                  <a:close/>
                </a:path>
              </a:pathLst>
            </a:custGeom>
            <a:solidFill>
              <a:srgbClr val="DDEEFF">
                <a:alpha val="20000"/>
              </a:srgbClr>
            </a:solidFill>
            <a:ln>
              <a:noFill/>
            </a:ln>
          </p:spPr>
          <p:txBody>
            <a:bodyPr anchor="ctr"/>
            <a:lstStyle/>
            <a:p>
              <a:pPr algn="ctr">
                <a:buNone/>
              </a:pPr>
            </a:p>
          </p:txBody>
        </p:sp>
        <p:sp>
          <p:nvSpPr>
            <p:cNvPr id="623" name="addition:spatial:5"/>
            <p:cNvSpPr>
              <a:spLocks noGrp="1"/>
            </p:cNvSpPr>
            <p:nvPr/>
          </p:nvSpPr>
          <p:spPr>
            <a:xfrm>
              <a:off x="5648325" y="1666875"/>
              <a:ext cx="885688" cy="796762"/>
            </a:xfrm>
            <a:custGeom>
              <a:avLst/>
              <a:gdLst/>
              <a:ahLst/>
              <a:cxnLst/>
              <a:rect l="l" t="t" r="r" b="b"/>
              <a:pathLst>
                <a:path w="668" h="471">
                  <a:moveTo>
                    <a:pt x="0" y="0"/>
                  </a:moveTo>
                  <a:moveTo>
                    <a:pt x="665" y="378"/>
                  </a:moveTo>
                  <a:lnTo>
                    <a:pt x="660" y="385"/>
                  </a:lnTo>
                  <a:lnTo>
                    <a:pt x="658" y="392"/>
                  </a:lnTo>
                  <a:lnTo>
                    <a:pt x="663" y="400"/>
                  </a:lnTo>
                  <a:lnTo>
                    <a:pt x="668" y="409"/>
                  </a:lnTo>
                  <a:lnTo>
                    <a:pt x="667" y="418"/>
                  </a:lnTo>
                  <a:lnTo>
                    <a:pt x="656" y="423"/>
                  </a:lnTo>
                  <a:lnTo>
                    <a:pt x="639" y="424"/>
                  </a:lnTo>
                  <a:lnTo>
                    <a:pt x="624" y="425"/>
                  </a:lnTo>
                  <a:lnTo>
                    <a:pt x="615" y="428"/>
                  </a:lnTo>
                  <a:lnTo>
                    <a:pt x="610" y="434"/>
                  </a:lnTo>
                  <a:lnTo>
                    <a:pt x="604" y="441"/>
                  </a:lnTo>
                  <a:lnTo>
                    <a:pt x="596" y="447"/>
                  </a:lnTo>
                  <a:lnTo>
                    <a:pt x="587" y="453"/>
                  </a:lnTo>
                  <a:lnTo>
                    <a:pt x="578" y="460"/>
                  </a:lnTo>
                  <a:lnTo>
                    <a:pt x="567" y="467"/>
                  </a:lnTo>
                  <a:lnTo>
                    <a:pt x="555" y="471"/>
                  </a:lnTo>
                  <a:lnTo>
                    <a:pt x="541" y="469"/>
                  </a:lnTo>
                  <a:lnTo>
                    <a:pt x="528" y="460"/>
                  </a:lnTo>
                  <a:lnTo>
                    <a:pt x="518" y="452"/>
                  </a:lnTo>
                  <a:lnTo>
                    <a:pt x="508" y="449"/>
                  </a:lnTo>
                  <a:lnTo>
                    <a:pt x="496" y="451"/>
                  </a:lnTo>
                  <a:lnTo>
                    <a:pt x="484" y="453"/>
                  </a:lnTo>
                  <a:lnTo>
                    <a:pt x="474" y="450"/>
                  </a:lnTo>
                  <a:lnTo>
                    <a:pt x="468" y="443"/>
                  </a:lnTo>
                  <a:lnTo>
                    <a:pt x="464" y="436"/>
                  </a:lnTo>
                  <a:lnTo>
                    <a:pt x="458" y="431"/>
                  </a:lnTo>
                  <a:lnTo>
                    <a:pt x="448" y="429"/>
                  </a:lnTo>
                  <a:lnTo>
                    <a:pt x="436" y="427"/>
                  </a:lnTo>
                  <a:lnTo>
                    <a:pt x="427" y="423"/>
                  </a:lnTo>
                  <a:lnTo>
                    <a:pt x="423" y="416"/>
                  </a:lnTo>
                  <a:lnTo>
                    <a:pt x="420" y="409"/>
                  </a:lnTo>
                  <a:lnTo>
                    <a:pt x="416" y="402"/>
                  </a:lnTo>
                  <a:lnTo>
                    <a:pt x="415" y="394"/>
                  </a:lnTo>
                  <a:lnTo>
                    <a:pt x="421" y="386"/>
                  </a:lnTo>
                  <a:lnTo>
                    <a:pt x="434" y="378"/>
                  </a:lnTo>
                  <a:lnTo>
                    <a:pt x="448" y="372"/>
                  </a:lnTo>
                  <a:lnTo>
                    <a:pt x="455" y="366"/>
                  </a:lnTo>
                  <a:lnTo>
                    <a:pt x="451" y="359"/>
                  </a:lnTo>
                  <a:lnTo>
                    <a:pt x="442" y="350"/>
                  </a:lnTo>
                  <a:lnTo>
                    <a:pt x="436" y="340"/>
                  </a:lnTo>
                  <a:lnTo>
                    <a:pt x="439" y="332"/>
                  </a:lnTo>
                  <a:lnTo>
                    <a:pt x="448" y="327"/>
                  </a:lnTo>
                  <a:lnTo>
                    <a:pt x="458" y="323"/>
                  </a:lnTo>
                  <a:lnTo>
                    <a:pt x="464" y="318"/>
                  </a:lnTo>
                  <a:lnTo>
                    <a:pt x="469" y="311"/>
                  </a:lnTo>
                  <a:lnTo>
                    <a:pt x="477" y="306"/>
                  </a:lnTo>
                  <a:lnTo>
                    <a:pt x="486" y="305"/>
                  </a:lnTo>
                  <a:lnTo>
                    <a:pt x="497" y="305"/>
                  </a:lnTo>
                  <a:lnTo>
                    <a:pt x="505" y="304"/>
                  </a:lnTo>
                  <a:lnTo>
                    <a:pt x="513" y="301"/>
                  </a:lnTo>
                  <a:lnTo>
                    <a:pt x="521" y="299"/>
                  </a:lnTo>
                  <a:lnTo>
                    <a:pt x="530" y="301"/>
                  </a:lnTo>
                  <a:lnTo>
                    <a:pt x="538" y="306"/>
                  </a:lnTo>
                  <a:lnTo>
                    <a:pt x="546" y="309"/>
                  </a:lnTo>
                  <a:lnTo>
                    <a:pt x="555" y="306"/>
                  </a:lnTo>
                  <a:lnTo>
                    <a:pt x="568" y="298"/>
                  </a:lnTo>
                  <a:lnTo>
                    <a:pt x="583" y="292"/>
                  </a:lnTo>
                  <a:lnTo>
                    <a:pt x="595" y="293"/>
                  </a:lnTo>
                  <a:lnTo>
                    <a:pt x="603" y="301"/>
                  </a:lnTo>
                  <a:lnTo>
                    <a:pt x="606" y="312"/>
                  </a:lnTo>
                  <a:lnTo>
                    <a:pt x="609" y="321"/>
                  </a:lnTo>
                  <a:lnTo>
                    <a:pt x="614" y="328"/>
                  </a:lnTo>
                  <a:lnTo>
                    <a:pt x="621" y="333"/>
                  </a:lnTo>
                  <a:lnTo>
                    <a:pt x="626" y="340"/>
                  </a:lnTo>
                  <a:lnTo>
                    <a:pt x="630" y="346"/>
                  </a:lnTo>
                  <a:lnTo>
                    <a:pt x="637" y="352"/>
                  </a:lnTo>
                  <a:lnTo>
                    <a:pt x="647" y="357"/>
                  </a:lnTo>
                  <a:lnTo>
                    <a:pt x="659" y="363"/>
                  </a:lnTo>
                  <a:lnTo>
                    <a:pt x="666" y="370"/>
                  </a:lnTo>
                  <a:close/>
                </a:path>
              </a:pathLst>
            </a:custGeom>
            <a:solidFill>
              <a:srgbClr val="A7CEE4">
                <a:alpha val="12900"/>
              </a:srgbClr>
            </a:solidFill>
            <a:ln>
              <a:noFill/>
            </a:ln>
          </p:spPr>
          <p:txBody>
            <a:bodyPr anchor="ctr"/>
            <a:lstStyle/>
            <a:p>
              <a:pPr algn="ctr">
                <a:buNone/>
              </a:pPr>
            </a:p>
          </p:txBody>
        </p:sp>
        <p:sp>
          <p:nvSpPr>
            <p:cNvPr id="624" name="addition:spatial:6"/>
            <p:cNvSpPr>
              <a:spLocks noGrp="1"/>
            </p:cNvSpPr>
            <p:nvPr/>
          </p:nvSpPr>
          <p:spPr>
            <a:xfrm>
              <a:off x="5648325" y="1666875"/>
              <a:ext cx="845911" cy="778154"/>
            </a:xfrm>
            <a:custGeom>
              <a:avLst/>
              <a:gdLst/>
              <a:ahLst/>
              <a:cxnLst/>
              <a:rect l="l" t="t" r="r" b="b"/>
              <a:pathLst>
                <a:path w="638" h="460">
                  <a:moveTo>
                    <a:pt x="0" y="0"/>
                  </a:moveTo>
                  <a:moveTo>
                    <a:pt x="629" y="383"/>
                  </a:moveTo>
                  <a:lnTo>
                    <a:pt x="630" y="389"/>
                  </a:lnTo>
                  <a:lnTo>
                    <a:pt x="629" y="395"/>
                  </a:lnTo>
                  <a:lnTo>
                    <a:pt x="629" y="401"/>
                  </a:lnTo>
                  <a:lnTo>
                    <a:pt x="633" y="409"/>
                  </a:lnTo>
                  <a:lnTo>
                    <a:pt x="638" y="417"/>
                  </a:lnTo>
                  <a:lnTo>
                    <a:pt x="637" y="425"/>
                  </a:lnTo>
                  <a:lnTo>
                    <a:pt x="628" y="428"/>
                  </a:lnTo>
                  <a:lnTo>
                    <a:pt x="613" y="428"/>
                  </a:lnTo>
                  <a:lnTo>
                    <a:pt x="599" y="426"/>
                  </a:lnTo>
                  <a:lnTo>
                    <a:pt x="591" y="428"/>
                  </a:lnTo>
                  <a:lnTo>
                    <a:pt x="587" y="433"/>
                  </a:lnTo>
                  <a:lnTo>
                    <a:pt x="583" y="440"/>
                  </a:lnTo>
                  <a:lnTo>
                    <a:pt x="577" y="446"/>
                  </a:lnTo>
                  <a:lnTo>
                    <a:pt x="569" y="449"/>
                  </a:lnTo>
                  <a:lnTo>
                    <a:pt x="560" y="453"/>
                  </a:lnTo>
                  <a:lnTo>
                    <a:pt x="550" y="457"/>
                  </a:lnTo>
                  <a:lnTo>
                    <a:pt x="540" y="460"/>
                  </a:lnTo>
                  <a:lnTo>
                    <a:pt x="528" y="459"/>
                  </a:lnTo>
                  <a:lnTo>
                    <a:pt x="518" y="454"/>
                  </a:lnTo>
                  <a:lnTo>
                    <a:pt x="509" y="448"/>
                  </a:lnTo>
                  <a:lnTo>
                    <a:pt x="500" y="446"/>
                  </a:lnTo>
                  <a:lnTo>
                    <a:pt x="489" y="446"/>
                  </a:lnTo>
                  <a:lnTo>
                    <a:pt x="478" y="446"/>
                  </a:lnTo>
                  <a:lnTo>
                    <a:pt x="469" y="442"/>
                  </a:lnTo>
                  <a:lnTo>
                    <a:pt x="466" y="435"/>
                  </a:lnTo>
                  <a:lnTo>
                    <a:pt x="465" y="427"/>
                  </a:lnTo>
                  <a:lnTo>
                    <a:pt x="461" y="422"/>
                  </a:lnTo>
                  <a:lnTo>
                    <a:pt x="451" y="420"/>
                  </a:lnTo>
                  <a:lnTo>
                    <a:pt x="439" y="419"/>
                  </a:lnTo>
                  <a:lnTo>
                    <a:pt x="427" y="416"/>
                  </a:lnTo>
                  <a:lnTo>
                    <a:pt x="422" y="410"/>
                  </a:lnTo>
                  <a:lnTo>
                    <a:pt x="420" y="403"/>
                  </a:lnTo>
                  <a:lnTo>
                    <a:pt x="420" y="397"/>
                  </a:lnTo>
                  <a:lnTo>
                    <a:pt x="422" y="390"/>
                  </a:lnTo>
                  <a:lnTo>
                    <a:pt x="426" y="383"/>
                  </a:lnTo>
                  <a:lnTo>
                    <a:pt x="436" y="377"/>
                  </a:lnTo>
                  <a:lnTo>
                    <a:pt x="448" y="372"/>
                  </a:lnTo>
                  <a:lnTo>
                    <a:pt x="455" y="368"/>
                  </a:lnTo>
                  <a:lnTo>
                    <a:pt x="455" y="362"/>
                  </a:lnTo>
                  <a:lnTo>
                    <a:pt x="450" y="354"/>
                  </a:lnTo>
                  <a:lnTo>
                    <a:pt x="448" y="346"/>
                  </a:lnTo>
                  <a:lnTo>
                    <a:pt x="453" y="340"/>
                  </a:lnTo>
                  <a:lnTo>
                    <a:pt x="463" y="337"/>
                  </a:lnTo>
                  <a:lnTo>
                    <a:pt x="473" y="334"/>
                  </a:lnTo>
                  <a:lnTo>
                    <a:pt x="479" y="330"/>
                  </a:lnTo>
                  <a:lnTo>
                    <a:pt x="483" y="323"/>
                  </a:lnTo>
                  <a:lnTo>
                    <a:pt x="488" y="316"/>
                  </a:lnTo>
                  <a:lnTo>
                    <a:pt x="496" y="313"/>
                  </a:lnTo>
                  <a:lnTo>
                    <a:pt x="506" y="314"/>
                  </a:lnTo>
                  <a:lnTo>
                    <a:pt x="515" y="316"/>
                  </a:lnTo>
                  <a:lnTo>
                    <a:pt x="523" y="317"/>
                  </a:lnTo>
                  <a:lnTo>
                    <a:pt x="530" y="317"/>
                  </a:lnTo>
                  <a:lnTo>
                    <a:pt x="537" y="319"/>
                  </a:lnTo>
                  <a:lnTo>
                    <a:pt x="543" y="323"/>
                  </a:lnTo>
                  <a:lnTo>
                    <a:pt x="549" y="325"/>
                  </a:lnTo>
                  <a:lnTo>
                    <a:pt x="557" y="323"/>
                  </a:lnTo>
                  <a:lnTo>
                    <a:pt x="568" y="318"/>
                  </a:lnTo>
                  <a:lnTo>
                    <a:pt x="581" y="313"/>
                  </a:lnTo>
                  <a:lnTo>
                    <a:pt x="591" y="314"/>
                  </a:lnTo>
                  <a:lnTo>
                    <a:pt x="595" y="321"/>
                  </a:lnTo>
                  <a:lnTo>
                    <a:pt x="595" y="331"/>
                  </a:lnTo>
                  <a:lnTo>
                    <a:pt x="596" y="339"/>
                  </a:lnTo>
                  <a:lnTo>
                    <a:pt x="600" y="344"/>
                  </a:lnTo>
                  <a:lnTo>
                    <a:pt x="607" y="349"/>
                  </a:lnTo>
                  <a:lnTo>
                    <a:pt x="612" y="354"/>
                  </a:lnTo>
                  <a:lnTo>
                    <a:pt x="614" y="360"/>
                  </a:lnTo>
                  <a:lnTo>
                    <a:pt x="615" y="366"/>
                  </a:lnTo>
                  <a:lnTo>
                    <a:pt x="619" y="371"/>
                  </a:lnTo>
                  <a:lnTo>
                    <a:pt x="624" y="377"/>
                  </a:lnTo>
                  <a:close/>
                </a:path>
              </a:pathLst>
            </a:custGeom>
            <a:solidFill>
              <a:srgbClr val="59A3CD">
                <a:alpha val="12900"/>
              </a:srgbClr>
            </a:solidFill>
            <a:ln>
              <a:noFill/>
            </a:ln>
          </p:spPr>
          <p:txBody>
            <a:bodyPr anchor="ctr"/>
            <a:lstStyle/>
            <a:p>
              <a:pPr algn="ctr">
                <a:buNone/>
              </a:pPr>
            </a:p>
          </p:txBody>
        </p:sp>
        <p:sp>
          <p:nvSpPr>
            <p:cNvPr id="625" name="addition:spatial:7"/>
            <p:cNvSpPr>
              <a:spLocks noGrp="1"/>
            </p:cNvSpPr>
            <p:nvPr/>
          </p:nvSpPr>
          <p:spPr>
            <a:xfrm>
              <a:off x="5648325" y="1666875"/>
              <a:ext cx="827349" cy="771388"/>
            </a:xfrm>
            <a:custGeom>
              <a:avLst/>
              <a:gdLst/>
              <a:ahLst/>
              <a:cxnLst/>
              <a:rect l="l" t="t" r="r" b="b"/>
              <a:pathLst>
                <a:path w="624" h="456">
                  <a:moveTo>
                    <a:pt x="0" y="0"/>
                  </a:moveTo>
                  <a:moveTo>
                    <a:pt x="610" y="388"/>
                  </a:moveTo>
                  <a:lnTo>
                    <a:pt x="609" y="393"/>
                  </a:lnTo>
                  <a:lnTo>
                    <a:pt x="614" y="399"/>
                  </a:lnTo>
                  <a:lnTo>
                    <a:pt x="621" y="406"/>
                  </a:lnTo>
                  <a:lnTo>
                    <a:pt x="624" y="412"/>
                  </a:lnTo>
                  <a:lnTo>
                    <a:pt x="620" y="418"/>
                  </a:lnTo>
                  <a:lnTo>
                    <a:pt x="609" y="420"/>
                  </a:lnTo>
                  <a:lnTo>
                    <a:pt x="598" y="422"/>
                  </a:lnTo>
                  <a:lnTo>
                    <a:pt x="590" y="424"/>
                  </a:lnTo>
                  <a:lnTo>
                    <a:pt x="585" y="427"/>
                  </a:lnTo>
                  <a:lnTo>
                    <a:pt x="579" y="430"/>
                  </a:lnTo>
                  <a:lnTo>
                    <a:pt x="573" y="433"/>
                  </a:lnTo>
                  <a:lnTo>
                    <a:pt x="567" y="436"/>
                  </a:lnTo>
                  <a:lnTo>
                    <a:pt x="562" y="442"/>
                  </a:lnTo>
                  <a:lnTo>
                    <a:pt x="556" y="450"/>
                  </a:lnTo>
                  <a:lnTo>
                    <a:pt x="548" y="456"/>
                  </a:lnTo>
                  <a:lnTo>
                    <a:pt x="538" y="456"/>
                  </a:lnTo>
                  <a:lnTo>
                    <a:pt x="528" y="452"/>
                  </a:lnTo>
                  <a:lnTo>
                    <a:pt x="519" y="447"/>
                  </a:lnTo>
                  <a:lnTo>
                    <a:pt x="510" y="444"/>
                  </a:lnTo>
                  <a:lnTo>
                    <a:pt x="502" y="445"/>
                  </a:lnTo>
                  <a:lnTo>
                    <a:pt x="492" y="447"/>
                  </a:lnTo>
                  <a:lnTo>
                    <a:pt x="484" y="445"/>
                  </a:lnTo>
                  <a:lnTo>
                    <a:pt x="478" y="440"/>
                  </a:lnTo>
                  <a:lnTo>
                    <a:pt x="475" y="434"/>
                  </a:lnTo>
                  <a:lnTo>
                    <a:pt x="470" y="430"/>
                  </a:lnTo>
                  <a:lnTo>
                    <a:pt x="464" y="428"/>
                  </a:lnTo>
                  <a:lnTo>
                    <a:pt x="456" y="426"/>
                  </a:lnTo>
                  <a:lnTo>
                    <a:pt x="449" y="423"/>
                  </a:lnTo>
                  <a:lnTo>
                    <a:pt x="444" y="420"/>
                  </a:lnTo>
                  <a:lnTo>
                    <a:pt x="439" y="416"/>
                  </a:lnTo>
                  <a:lnTo>
                    <a:pt x="433" y="411"/>
                  </a:lnTo>
                  <a:lnTo>
                    <a:pt x="427" y="407"/>
                  </a:lnTo>
                  <a:lnTo>
                    <a:pt x="428" y="400"/>
                  </a:lnTo>
                  <a:lnTo>
                    <a:pt x="436" y="394"/>
                  </a:lnTo>
                  <a:lnTo>
                    <a:pt x="449" y="388"/>
                  </a:lnTo>
                  <a:lnTo>
                    <a:pt x="457" y="384"/>
                  </a:lnTo>
                  <a:lnTo>
                    <a:pt x="458" y="379"/>
                  </a:lnTo>
                  <a:lnTo>
                    <a:pt x="454" y="373"/>
                  </a:lnTo>
                  <a:lnTo>
                    <a:pt x="450" y="367"/>
                  </a:lnTo>
                  <a:lnTo>
                    <a:pt x="451" y="361"/>
                  </a:lnTo>
                  <a:lnTo>
                    <a:pt x="457" y="357"/>
                  </a:lnTo>
                  <a:lnTo>
                    <a:pt x="462" y="353"/>
                  </a:lnTo>
                  <a:lnTo>
                    <a:pt x="465" y="348"/>
                  </a:lnTo>
                  <a:lnTo>
                    <a:pt x="468" y="342"/>
                  </a:lnTo>
                  <a:lnTo>
                    <a:pt x="473" y="338"/>
                  </a:lnTo>
                  <a:lnTo>
                    <a:pt x="481" y="335"/>
                  </a:lnTo>
                  <a:lnTo>
                    <a:pt x="488" y="334"/>
                  </a:lnTo>
                  <a:lnTo>
                    <a:pt x="494" y="332"/>
                  </a:lnTo>
                  <a:lnTo>
                    <a:pt x="500" y="329"/>
                  </a:lnTo>
                  <a:lnTo>
                    <a:pt x="506" y="328"/>
                  </a:lnTo>
                  <a:lnTo>
                    <a:pt x="514" y="330"/>
                  </a:lnTo>
                  <a:lnTo>
                    <a:pt x="520" y="335"/>
                  </a:lnTo>
                  <a:lnTo>
                    <a:pt x="526" y="339"/>
                  </a:lnTo>
                  <a:lnTo>
                    <a:pt x="531" y="338"/>
                  </a:lnTo>
                  <a:lnTo>
                    <a:pt x="539" y="333"/>
                  </a:lnTo>
                  <a:lnTo>
                    <a:pt x="548" y="326"/>
                  </a:lnTo>
                  <a:lnTo>
                    <a:pt x="558" y="324"/>
                  </a:lnTo>
                  <a:lnTo>
                    <a:pt x="565" y="327"/>
                  </a:lnTo>
                  <a:lnTo>
                    <a:pt x="570" y="333"/>
                  </a:lnTo>
                  <a:lnTo>
                    <a:pt x="574" y="339"/>
                  </a:lnTo>
                  <a:lnTo>
                    <a:pt x="579" y="344"/>
                  </a:lnTo>
                  <a:lnTo>
                    <a:pt x="583" y="349"/>
                  </a:lnTo>
                  <a:lnTo>
                    <a:pt x="586" y="354"/>
                  </a:lnTo>
                  <a:lnTo>
                    <a:pt x="587" y="360"/>
                  </a:lnTo>
                  <a:lnTo>
                    <a:pt x="590" y="365"/>
                  </a:lnTo>
                  <a:lnTo>
                    <a:pt x="597" y="368"/>
                  </a:lnTo>
                  <a:lnTo>
                    <a:pt x="606" y="372"/>
                  </a:lnTo>
                  <a:lnTo>
                    <a:pt x="612" y="377"/>
                  </a:lnTo>
                  <a:lnTo>
                    <a:pt x="612" y="383"/>
                  </a:lnTo>
                  <a:close/>
                </a:path>
              </a:pathLst>
            </a:custGeom>
            <a:solidFill>
              <a:srgbClr val="0675B4">
                <a:alpha val="10500"/>
              </a:srgbClr>
            </a:solidFill>
            <a:ln>
              <a:noFill/>
            </a:ln>
          </p:spPr>
          <p:txBody>
            <a:bodyPr anchor="ctr"/>
            <a:lstStyle/>
            <a:p>
              <a:pPr algn="ctr">
                <a:buNone/>
              </a:pPr>
            </a:p>
          </p:txBody>
        </p:sp>
        <p:sp>
          <p:nvSpPr>
            <p:cNvPr id="626" name="addition:spatial:8"/>
            <p:cNvSpPr>
              <a:spLocks noGrp="1"/>
            </p:cNvSpPr>
            <p:nvPr/>
          </p:nvSpPr>
          <p:spPr>
            <a:xfrm>
              <a:off x="5648325" y="1666875"/>
              <a:ext cx="698739" cy="671581"/>
            </a:xfrm>
            <a:custGeom>
              <a:avLst/>
              <a:gdLst/>
              <a:ahLst/>
              <a:cxnLst/>
              <a:rect l="l" t="t" r="r" b="b"/>
              <a:pathLst>
                <a:path w="527" h="397">
                  <a:moveTo>
                    <a:pt x="0" y="0"/>
                  </a:moveTo>
                  <a:moveTo>
                    <a:pt x="518" y="368"/>
                  </a:moveTo>
                  <a:lnTo>
                    <a:pt x="520" y="370"/>
                  </a:lnTo>
                  <a:lnTo>
                    <a:pt x="523" y="373"/>
                  </a:lnTo>
                  <a:lnTo>
                    <a:pt x="523" y="375"/>
                  </a:lnTo>
                  <a:lnTo>
                    <a:pt x="522" y="377"/>
                  </a:lnTo>
                  <a:lnTo>
                    <a:pt x="521" y="379"/>
                  </a:lnTo>
                  <a:lnTo>
                    <a:pt x="520" y="382"/>
                  </a:lnTo>
                  <a:lnTo>
                    <a:pt x="520" y="384"/>
                  </a:lnTo>
                  <a:lnTo>
                    <a:pt x="518" y="386"/>
                  </a:lnTo>
                  <a:lnTo>
                    <a:pt x="515" y="387"/>
                  </a:lnTo>
                  <a:lnTo>
                    <a:pt x="512" y="388"/>
                  </a:lnTo>
                  <a:lnTo>
                    <a:pt x="510" y="389"/>
                  </a:lnTo>
                  <a:lnTo>
                    <a:pt x="508" y="391"/>
                  </a:lnTo>
                  <a:lnTo>
                    <a:pt x="506" y="392"/>
                  </a:lnTo>
                  <a:lnTo>
                    <a:pt x="503" y="392"/>
                  </a:lnTo>
                  <a:lnTo>
                    <a:pt x="499" y="390"/>
                  </a:lnTo>
                  <a:lnTo>
                    <a:pt x="496" y="389"/>
                  </a:lnTo>
                  <a:lnTo>
                    <a:pt x="494" y="390"/>
                  </a:lnTo>
                  <a:lnTo>
                    <a:pt x="491" y="393"/>
                  </a:lnTo>
                  <a:lnTo>
                    <a:pt x="488" y="396"/>
                  </a:lnTo>
                  <a:lnTo>
                    <a:pt x="484" y="397"/>
                  </a:lnTo>
                  <a:lnTo>
                    <a:pt x="480" y="395"/>
                  </a:lnTo>
                  <a:lnTo>
                    <a:pt x="477" y="394"/>
                  </a:lnTo>
                  <a:lnTo>
                    <a:pt x="474" y="392"/>
                  </a:lnTo>
                  <a:lnTo>
                    <a:pt x="471" y="390"/>
                  </a:lnTo>
                  <a:lnTo>
                    <a:pt x="469" y="388"/>
                  </a:lnTo>
                  <a:lnTo>
                    <a:pt x="468" y="385"/>
                  </a:lnTo>
                  <a:lnTo>
                    <a:pt x="466" y="383"/>
                  </a:lnTo>
                  <a:lnTo>
                    <a:pt x="464" y="381"/>
                  </a:lnTo>
                  <a:lnTo>
                    <a:pt x="460" y="380"/>
                  </a:lnTo>
                  <a:lnTo>
                    <a:pt x="456" y="379"/>
                  </a:lnTo>
                  <a:lnTo>
                    <a:pt x="453" y="378"/>
                  </a:lnTo>
                  <a:lnTo>
                    <a:pt x="453" y="375"/>
                  </a:lnTo>
                  <a:lnTo>
                    <a:pt x="454" y="373"/>
                  </a:lnTo>
                  <a:lnTo>
                    <a:pt x="453" y="370"/>
                  </a:lnTo>
                  <a:lnTo>
                    <a:pt x="451" y="368"/>
                  </a:lnTo>
                  <a:lnTo>
                    <a:pt x="447" y="366"/>
                  </a:lnTo>
                  <a:lnTo>
                    <a:pt x="446" y="363"/>
                  </a:lnTo>
                  <a:lnTo>
                    <a:pt x="448" y="361"/>
                  </a:lnTo>
                  <a:lnTo>
                    <a:pt x="453" y="359"/>
                  </a:lnTo>
                  <a:lnTo>
                    <a:pt x="457" y="358"/>
                  </a:lnTo>
                  <a:lnTo>
                    <a:pt x="460" y="357"/>
                  </a:lnTo>
                  <a:lnTo>
                    <a:pt x="462" y="355"/>
                  </a:lnTo>
                  <a:lnTo>
                    <a:pt x="465" y="354"/>
                  </a:lnTo>
                  <a:lnTo>
                    <a:pt x="467" y="352"/>
                  </a:lnTo>
                  <a:lnTo>
                    <a:pt x="469" y="350"/>
                  </a:lnTo>
                  <a:lnTo>
                    <a:pt x="471" y="348"/>
                  </a:lnTo>
                  <a:lnTo>
                    <a:pt x="472" y="344"/>
                  </a:lnTo>
                  <a:lnTo>
                    <a:pt x="475" y="341"/>
                  </a:lnTo>
                  <a:lnTo>
                    <a:pt x="479" y="341"/>
                  </a:lnTo>
                  <a:lnTo>
                    <a:pt x="484" y="342"/>
                  </a:lnTo>
                  <a:lnTo>
                    <a:pt x="488" y="344"/>
                  </a:lnTo>
                  <a:lnTo>
                    <a:pt x="491" y="345"/>
                  </a:lnTo>
                  <a:lnTo>
                    <a:pt x="494" y="344"/>
                  </a:lnTo>
                  <a:lnTo>
                    <a:pt x="498" y="343"/>
                  </a:lnTo>
                  <a:lnTo>
                    <a:pt x="501" y="343"/>
                  </a:lnTo>
                  <a:lnTo>
                    <a:pt x="503" y="345"/>
                  </a:lnTo>
                  <a:lnTo>
                    <a:pt x="505" y="347"/>
                  </a:lnTo>
                  <a:lnTo>
                    <a:pt x="508" y="348"/>
                  </a:lnTo>
                  <a:lnTo>
                    <a:pt x="510" y="349"/>
                  </a:lnTo>
                  <a:lnTo>
                    <a:pt x="513" y="349"/>
                  </a:lnTo>
                  <a:lnTo>
                    <a:pt x="516" y="350"/>
                  </a:lnTo>
                  <a:lnTo>
                    <a:pt x="518" y="352"/>
                  </a:lnTo>
                  <a:lnTo>
                    <a:pt x="521" y="353"/>
                  </a:lnTo>
                  <a:lnTo>
                    <a:pt x="524" y="354"/>
                  </a:lnTo>
                  <a:lnTo>
                    <a:pt x="527" y="356"/>
                  </a:lnTo>
                  <a:lnTo>
                    <a:pt x="527" y="358"/>
                  </a:lnTo>
                  <a:lnTo>
                    <a:pt x="523" y="361"/>
                  </a:lnTo>
                  <a:lnTo>
                    <a:pt x="519" y="364"/>
                  </a:lnTo>
                  <a:lnTo>
                    <a:pt x="517" y="366"/>
                  </a:lnTo>
                  <a:close/>
                </a:path>
              </a:pathLst>
            </a:custGeom>
            <a:solidFill>
              <a:srgbClr val="59A3CD">
                <a:alpha val="9600"/>
              </a:srgbClr>
            </a:solidFill>
            <a:ln>
              <a:noFill/>
            </a:ln>
          </p:spPr>
          <p:txBody>
            <a:bodyPr anchor="ctr"/>
            <a:lstStyle/>
            <a:p>
              <a:pPr algn="ctr">
                <a:buNone/>
              </a:pPr>
            </a:p>
          </p:txBody>
        </p:sp>
        <p:sp>
          <p:nvSpPr>
            <p:cNvPr id="627" name="addition:spatial:9"/>
            <p:cNvSpPr>
              <a:spLocks noGrp="1"/>
            </p:cNvSpPr>
            <p:nvPr/>
          </p:nvSpPr>
          <p:spPr>
            <a:xfrm>
              <a:off x="5648325" y="1666875"/>
              <a:ext cx="735863" cy="636057"/>
            </a:xfrm>
            <a:custGeom>
              <a:avLst/>
              <a:gdLst/>
              <a:ahLst/>
              <a:cxnLst/>
              <a:rect l="l" t="t" r="r" b="b"/>
              <a:pathLst>
                <a:path w="555" h="376">
                  <a:moveTo>
                    <a:pt x="0" y="0"/>
                  </a:moveTo>
                  <a:moveTo>
                    <a:pt x="555" y="348"/>
                  </a:moveTo>
                  <a:lnTo>
                    <a:pt x="555" y="350"/>
                  </a:lnTo>
                  <a:lnTo>
                    <a:pt x="554" y="353"/>
                  </a:lnTo>
                  <a:lnTo>
                    <a:pt x="552" y="354"/>
                  </a:lnTo>
                  <a:lnTo>
                    <a:pt x="552" y="357"/>
                  </a:lnTo>
                  <a:lnTo>
                    <a:pt x="553" y="359"/>
                  </a:lnTo>
                  <a:lnTo>
                    <a:pt x="554" y="362"/>
                  </a:lnTo>
                  <a:lnTo>
                    <a:pt x="552" y="364"/>
                  </a:lnTo>
                  <a:lnTo>
                    <a:pt x="548" y="365"/>
                  </a:lnTo>
                  <a:lnTo>
                    <a:pt x="543" y="364"/>
                  </a:lnTo>
                  <a:lnTo>
                    <a:pt x="540" y="365"/>
                  </a:lnTo>
                  <a:lnTo>
                    <a:pt x="538" y="366"/>
                  </a:lnTo>
                  <a:lnTo>
                    <a:pt x="536" y="368"/>
                  </a:lnTo>
                  <a:lnTo>
                    <a:pt x="534" y="369"/>
                  </a:lnTo>
                  <a:lnTo>
                    <a:pt x="531" y="371"/>
                  </a:lnTo>
                  <a:lnTo>
                    <a:pt x="528" y="372"/>
                  </a:lnTo>
                  <a:lnTo>
                    <a:pt x="525" y="375"/>
                  </a:lnTo>
                  <a:lnTo>
                    <a:pt x="521" y="376"/>
                  </a:lnTo>
                  <a:lnTo>
                    <a:pt x="517" y="376"/>
                  </a:lnTo>
                  <a:lnTo>
                    <a:pt x="514" y="374"/>
                  </a:lnTo>
                  <a:lnTo>
                    <a:pt x="511" y="371"/>
                  </a:lnTo>
                  <a:lnTo>
                    <a:pt x="508" y="369"/>
                  </a:lnTo>
                  <a:lnTo>
                    <a:pt x="505" y="369"/>
                  </a:lnTo>
                  <a:lnTo>
                    <a:pt x="501" y="369"/>
                  </a:lnTo>
                  <a:lnTo>
                    <a:pt x="498" y="369"/>
                  </a:lnTo>
                  <a:lnTo>
                    <a:pt x="495" y="367"/>
                  </a:lnTo>
                  <a:lnTo>
                    <a:pt x="494" y="365"/>
                  </a:lnTo>
                  <a:lnTo>
                    <a:pt x="493" y="363"/>
                  </a:lnTo>
                  <a:lnTo>
                    <a:pt x="491" y="362"/>
                  </a:lnTo>
                  <a:lnTo>
                    <a:pt x="487" y="361"/>
                  </a:lnTo>
                  <a:lnTo>
                    <a:pt x="484" y="359"/>
                  </a:lnTo>
                  <a:lnTo>
                    <a:pt x="483" y="357"/>
                  </a:lnTo>
                  <a:lnTo>
                    <a:pt x="482" y="355"/>
                  </a:lnTo>
                  <a:lnTo>
                    <a:pt x="481" y="353"/>
                  </a:lnTo>
                  <a:lnTo>
                    <a:pt x="481" y="351"/>
                  </a:lnTo>
                  <a:lnTo>
                    <a:pt x="481" y="348"/>
                  </a:lnTo>
                  <a:lnTo>
                    <a:pt x="485" y="346"/>
                  </a:lnTo>
                  <a:lnTo>
                    <a:pt x="490" y="344"/>
                  </a:lnTo>
                  <a:lnTo>
                    <a:pt x="494" y="343"/>
                  </a:lnTo>
                  <a:lnTo>
                    <a:pt x="495" y="341"/>
                  </a:lnTo>
                  <a:lnTo>
                    <a:pt x="493" y="338"/>
                  </a:lnTo>
                  <a:lnTo>
                    <a:pt x="491" y="335"/>
                  </a:lnTo>
                  <a:lnTo>
                    <a:pt x="491" y="332"/>
                  </a:lnTo>
                  <a:lnTo>
                    <a:pt x="494" y="331"/>
                  </a:lnTo>
                  <a:lnTo>
                    <a:pt x="497" y="330"/>
                  </a:lnTo>
                  <a:lnTo>
                    <a:pt x="500" y="328"/>
                  </a:lnTo>
                  <a:lnTo>
                    <a:pt x="502" y="327"/>
                  </a:lnTo>
                  <a:lnTo>
                    <a:pt x="504" y="325"/>
                  </a:lnTo>
                  <a:lnTo>
                    <a:pt x="507" y="325"/>
                  </a:lnTo>
                  <a:lnTo>
                    <a:pt x="510" y="325"/>
                  </a:lnTo>
                  <a:lnTo>
                    <a:pt x="513" y="325"/>
                  </a:lnTo>
                  <a:lnTo>
                    <a:pt x="516" y="325"/>
                  </a:lnTo>
                  <a:lnTo>
                    <a:pt x="518" y="324"/>
                  </a:lnTo>
                  <a:lnTo>
                    <a:pt x="521" y="324"/>
                  </a:lnTo>
                  <a:lnTo>
                    <a:pt x="523" y="326"/>
                  </a:lnTo>
                  <a:lnTo>
                    <a:pt x="525" y="327"/>
                  </a:lnTo>
                  <a:lnTo>
                    <a:pt x="527" y="328"/>
                  </a:lnTo>
                  <a:lnTo>
                    <a:pt x="530" y="326"/>
                  </a:lnTo>
                  <a:lnTo>
                    <a:pt x="535" y="324"/>
                  </a:lnTo>
                  <a:lnTo>
                    <a:pt x="539" y="324"/>
                  </a:lnTo>
                  <a:lnTo>
                    <a:pt x="541" y="326"/>
                  </a:lnTo>
                  <a:lnTo>
                    <a:pt x="542" y="329"/>
                  </a:lnTo>
                  <a:lnTo>
                    <a:pt x="542" y="332"/>
                  </a:lnTo>
                  <a:lnTo>
                    <a:pt x="543" y="334"/>
                  </a:lnTo>
                  <a:lnTo>
                    <a:pt x="544" y="336"/>
                  </a:lnTo>
                  <a:lnTo>
                    <a:pt x="545" y="338"/>
                  </a:lnTo>
                  <a:lnTo>
                    <a:pt x="546" y="340"/>
                  </a:lnTo>
                  <a:lnTo>
                    <a:pt x="547" y="342"/>
                  </a:lnTo>
                  <a:lnTo>
                    <a:pt x="549" y="344"/>
                  </a:lnTo>
                  <a:lnTo>
                    <a:pt x="552" y="346"/>
                  </a:lnTo>
                  <a:close/>
                </a:path>
              </a:pathLst>
            </a:custGeom>
            <a:solidFill>
              <a:srgbClr val="59A3CD">
                <a:alpha val="9600"/>
              </a:srgbClr>
            </a:solidFill>
            <a:ln>
              <a:noFill/>
            </a:ln>
          </p:spPr>
          <p:txBody>
            <a:bodyPr anchor="ctr"/>
            <a:lstStyle/>
            <a:p>
              <a:pPr algn="ctr">
                <a:buNone/>
              </a:pPr>
            </a:p>
          </p:txBody>
        </p:sp>
        <p:sp>
          <p:nvSpPr>
            <p:cNvPr id="628" name="addition:spatial:10"/>
            <p:cNvSpPr>
              <a:spLocks noGrp="1"/>
            </p:cNvSpPr>
            <p:nvPr/>
          </p:nvSpPr>
          <p:spPr>
            <a:xfrm>
              <a:off x="5648325" y="1666875"/>
              <a:ext cx="786247" cy="651281"/>
            </a:xfrm>
            <a:custGeom>
              <a:avLst/>
              <a:gdLst/>
              <a:ahLst/>
              <a:cxnLst/>
              <a:rect l="l" t="t" r="r" b="b"/>
              <a:pathLst>
                <a:path w="593" h="385">
                  <a:moveTo>
                    <a:pt x="0" y="0"/>
                  </a:moveTo>
                  <a:moveTo>
                    <a:pt x="592" y="354"/>
                  </a:moveTo>
                  <a:lnTo>
                    <a:pt x="593" y="356"/>
                  </a:lnTo>
                  <a:lnTo>
                    <a:pt x="593" y="359"/>
                  </a:lnTo>
                  <a:lnTo>
                    <a:pt x="591" y="361"/>
                  </a:lnTo>
                  <a:lnTo>
                    <a:pt x="590" y="364"/>
                  </a:lnTo>
                  <a:lnTo>
                    <a:pt x="589" y="366"/>
                  </a:lnTo>
                  <a:lnTo>
                    <a:pt x="587" y="368"/>
                  </a:lnTo>
                  <a:lnTo>
                    <a:pt x="584" y="369"/>
                  </a:lnTo>
                  <a:lnTo>
                    <a:pt x="581" y="370"/>
                  </a:lnTo>
                  <a:lnTo>
                    <a:pt x="579" y="371"/>
                  </a:lnTo>
                  <a:lnTo>
                    <a:pt x="578" y="374"/>
                  </a:lnTo>
                  <a:lnTo>
                    <a:pt x="576" y="376"/>
                  </a:lnTo>
                  <a:lnTo>
                    <a:pt x="573" y="377"/>
                  </a:lnTo>
                  <a:lnTo>
                    <a:pt x="569" y="377"/>
                  </a:lnTo>
                  <a:lnTo>
                    <a:pt x="565" y="376"/>
                  </a:lnTo>
                  <a:lnTo>
                    <a:pt x="563" y="378"/>
                  </a:lnTo>
                  <a:lnTo>
                    <a:pt x="560" y="381"/>
                  </a:lnTo>
                  <a:lnTo>
                    <a:pt x="556" y="384"/>
                  </a:lnTo>
                  <a:lnTo>
                    <a:pt x="552" y="385"/>
                  </a:lnTo>
                  <a:lnTo>
                    <a:pt x="548" y="383"/>
                  </a:lnTo>
                  <a:lnTo>
                    <a:pt x="545" y="381"/>
                  </a:lnTo>
                  <a:lnTo>
                    <a:pt x="542" y="378"/>
                  </a:lnTo>
                  <a:lnTo>
                    <a:pt x="539" y="377"/>
                  </a:lnTo>
                  <a:lnTo>
                    <a:pt x="537" y="375"/>
                  </a:lnTo>
                  <a:lnTo>
                    <a:pt x="534" y="373"/>
                  </a:lnTo>
                  <a:lnTo>
                    <a:pt x="532" y="372"/>
                  </a:lnTo>
                  <a:lnTo>
                    <a:pt x="530" y="371"/>
                  </a:lnTo>
                  <a:lnTo>
                    <a:pt x="525" y="371"/>
                  </a:lnTo>
                  <a:lnTo>
                    <a:pt x="521" y="370"/>
                  </a:lnTo>
                  <a:lnTo>
                    <a:pt x="518" y="369"/>
                  </a:lnTo>
                  <a:lnTo>
                    <a:pt x="517" y="366"/>
                  </a:lnTo>
                  <a:lnTo>
                    <a:pt x="519" y="363"/>
                  </a:lnTo>
                  <a:lnTo>
                    <a:pt x="520" y="361"/>
                  </a:lnTo>
                  <a:lnTo>
                    <a:pt x="519" y="358"/>
                  </a:lnTo>
                  <a:lnTo>
                    <a:pt x="517" y="356"/>
                  </a:lnTo>
                  <a:lnTo>
                    <a:pt x="516" y="354"/>
                  </a:lnTo>
                  <a:lnTo>
                    <a:pt x="518" y="351"/>
                  </a:lnTo>
                  <a:lnTo>
                    <a:pt x="522" y="349"/>
                  </a:lnTo>
                  <a:lnTo>
                    <a:pt x="525" y="347"/>
                  </a:lnTo>
                  <a:lnTo>
                    <a:pt x="527" y="345"/>
                  </a:lnTo>
                  <a:lnTo>
                    <a:pt x="527" y="343"/>
                  </a:lnTo>
                  <a:lnTo>
                    <a:pt x="528" y="341"/>
                  </a:lnTo>
                  <a:lnTo>
                    <a:pt x="529" y="339"/>
                  </a:lnTo>
                  <a:lnTo>
                    <a:pt x="531" y="336"/>
                  </a:lnTo>
                  <a:lnTo>
                    <a:pt x="531" y="333"/>
                  </a:lnTo>
                  <a:lnTo>
                    <a:pt x="532" y="330"/>
                  </a:lnTo>
                  <a:lnTo>
                    <a:pt x="534" y="327"/>
                  </a:lnTo>
                  <a:lnTo>
                    <a:pt x="538" y="327"/>
                  </a:lnTo>
                  <a:lnTo>
                    <a:pt x="542" y="329"/>
                  </a:lnTo>
                  <a:lnTo>
                    <a:pt x="546" y="331"/>
                  </a:lnTo>
                  <a:lnTo>
                    <a:pt x="549" y="331"/>
                  </a:lnTo>
                  <a:lnTo>
                    <a:pt x="551" y="330"/>
                  </a:lnTo>
                  <a:lnTo>
                    <a:pt x="553" y="328"/>
                  </a:lnTo>
                  <a:lnTo>
                    <a:pt x="555" y="327"/>
                  </a:lnTo>
                  <a:lnTo>
                    <a:pt x="558" y="328"/>
                  </a:lnTo>
                  <a:lnTo>
                    <a:pt x="560" y="329"/>
                  </a:lnTo>
                  <a:lnTo>
                    <a:pt x="563" y="329"/>
                  </a:lnTo>
                  <a:lnTo>
                    <a:pt x="566" y="329"/>
                  </a:lnTo>
                  <a:lnTo>
                    <a:pt x="569" y="329"/>
                  </a:lnTo>
                  <a:lnTo>
                    <a:pt x="572" y="330"/>
                  </a:lnTo>
                  <a:lnTo>
                    <a:pt x="574" y="332"/>
                  </a:lnTo>
                  <a:lnTo>
                    <a:pt x="576" y="334"/>
                  </a:lnTo>
                  <a:lnTo>
                    <a:pt x="579" y="335"/>
                  </a:lnTo>
                  <a:lnTo>
                    <a:pt x="582" y="337"/>
                  </a:lnTo>
                  <a:lnTo>
                    <a:pt x="583" y="339"/>
                  </a:lnTo>
                  <a:lnTo>
                    <a:pt x="582" y="343"/>
                  </a:lnTo>
                  <a:lnTo>
                    <a:pt x="580" y="346"/>
                  </a:lnTo>
                  <a:lnTo>
                    <a:pt x="579" y="348"/>
                  </a:lnTo>
                  <a:lnTo>
                    <a:pt x="582" y="350"/>
                  </a:lnTo>
                  <a:lnTo>
                    <a:pt x="587" y="351"/>
                  </a:lnTo>
                  <a:close/>
                </a:path>
              </a:pathLst>
            </a:custGeom>
            <a:solidFill>
              <a:srgbClr val="59A3CD">
                <a:alpha val="9600"/>
              </a:srgbClr>
            </a:solidFill>
            <a:ln>
              <a:noFill/>
            </a:ln>
          </p:spPr>
          <p:txBody>
            <a:bodyPr anchor="ctr"/>
            <a:lstStyle/>
            <a:p>
              <a:pPr algn="ctr">
                <a:buNone/>
              </a:pPr>
            </a:p>
          </p:txBody>
        </p:sp>
        <p:sp>
          <p:nvSpPr>
            <p:cNvPr id="629" name="addition:spatial:11"/>
            <p:cNvSpPr>
              <a:spLocks noGrp="1"/>
            </p:cNvSpPr>
            <p:nvPr/>
          </p:nvSpPr>
          <p:spPr>
            <a:xfrm>
              <a:off x="5648325" y="1666875"/>
              <a:ext cx="828675" cy="686806"/>
            </a:xfrm>
            <a:custGeom>
              <a:avLst/>
              <a:gdLst/>
              <a:ahLst/>
              <a:cxnLst/>
              <a:rect l="l" t="t" r="r" b="b"/>
              <a:pathLst>
                <a:path w="625" h="406">
                  <a:moveTo>
                    <a:pt x="0" y="0"/>
                  </a:moveTo>
                  <a:moveTo>
                    <a:pt x="625" y="376"/>
                  </a:moveTo>
                  <a:lnTo>
                    <a:pt x="625" y="379"/>
                  </a:lnTo>
                  <a:lnTo>
                    <a:pt x="624" y="382"/>
                  </a:lnTo>
                  <a:lnTo>
                    <a:pt x="623" y="384"/>
                  </a:lnTo>
                  <a:lnTo>
                    <a:pt x="622" y="387"/>
                  </a:lnTo>
                  <a:lnTo>
                    <a:pt x="618" y="389"/>
                  </a:lnTo>
                  <a:lnTo>
                    <a:pt x="613" y="390"/>
                  </a:lnTo>
                  <a:lnTo>
                    <a:pt x="608" y="390"/>
                  </a:lnTo>
                  <a:lnTo>
                    <a:pt x="605" y="391"/>
                  </a:lnTo>
                  <a:lnTo>
                    <a:pt x="605" y="394"/>
                  </a:lnTo>
                  <a:lnTo>
                    <a:pt x="605" y="399"/>
                  </a:lnTo>
                  <a:lnTo>
                    <a:pt x="604" y="402"/>
                  </a:lnTo>
                  <a:lnTo>
                    <a:pt x="600" y="404"/>
                  </a:lnTo>
                  <a:lnTo>
                    <a:pt x="596" y="404"/>
                  </a:lnTo>
                  <a:lnTo>
                    <a:pt x="591" y="404"/>
                  </a:lnTo>
                  <a:lnTo>
                    <a:pt x="587" y="405"/>
                  </a:lnTo>
                  <a:lnTo>
                    <a:pt x="584" y="406"/>
                  </a:lnTo>
                  <a:lnTo>
                    <a:pt x="580" y="406"/>
                  </a:lnTo>
                  <a:lnTo>
                    <a:pt x="576" y="405"/>
                  </a:lnTo>
                  <a:lnTo>
                    <a:pt x="573" y="403"/>
                  </a:lnTo>
                  <a:lnTo>
                    <a:pt x="570" y="403"/>
                  </a:lnTo>
                  <a:lnTo>
                    <a:pt x="567" y="402"/>
                  </a:lnTo>
                  <a:lnTo>
                    <a:pt x="564" y="402"/>
                  </a:lnTo>
                  <a:lnTo>
                    <a:pt x="562" y="400"/>
                  </a:lnTo>
                  <a:lnTo>
                    <a:pt x="560" y="398"/>
                  </a:lnTo>
                  <a:lnTo>
                    <a:pt x="558" y="396"/>
                  </a:lnTo>
                  <a:lnTo>
                    <a:pt x="555" y="396"/>
                  </a:lnTo>
                  <a:lnTo>
                    <a:pt x="550" y="396"/>
                  </a:lnTo>
                  <a:lnTo>
                    <a:pt x="545" y="396"/>
                  </a:lnTo>
                  <a:lnTo>
                    <a:pt x="543" y="394"/>
                  </a:lnTo>
                  <a:lnTo>
                    <a:pt x="544" y="390"/>
                  </a:lnTo>
                  <a:lnTo>
                    <a:pt x="547" y="386"/>
                  </a:lnTo>
                  <a:lnTo>
                    <a:pt x="549" y="383"/>
                  </a:lnTo>
                  <a:lnTo>
                    <a:pt x="549" y="381"/>
                  </a:lnTo>
                  <a:lnTo>
                    <a:pt x="549" y="378"/>
                  </a:lnTo>
                  <a:lnTo>
                    <a:pt x="549" y="376"/>
                  </a:lnTo>
                  <a:lnTo>
                    <a:pt x="550" y="374"/>
                  </a:lnTo>
                  <a:lnTo>
                    <a:pt x="549" y="371"/>
                  </a:lnTo>
                  <a:lnTo>
                    <a:pt x="548" y="368"/>
                  </a:lnTo>
                  <a:lnTo>
                    <a:pt x="546" y="365"/>
                  </a:lnTo>
                  <a:lnTo>
                    <a:pt x="546" y="363"/>
                  </a:lnTo>
                  <a:lnTo>
                    <a:pt x="549" y="361"/>
                  </a:lnTo>
                  <a:lnTo>
                    <a:pt x="552" y="359"/>
                  </a:lnTo>
                  <a:lnTo>
                    <a:pt x="554" y="357"/>
                  </a:lnTo>
                  <a:lnTo>
                    <a:pt x="555" y="355"/>
                  </a:lnTo>
                  <a:lnTo>
                    <a:pt x="555" y="351"/>
                  </a:lnTo>
                  <a:lnTo>
                    <a:pt x="557" y="349"/>
                  </a:lnTo>
                  <a:lnTo>
                    <a:pt x="561" y="350"/>
                  </a:lnTo>
                  <a:lnTo>
                    <a:pt x="566" y="351"/>
                  </a:lnTo>
                  <a:lnTo>
                    <a:pt x="569" y="353"/>
                  </a:lnTo>
                  <a:lnTo>
                    <a:pt x="572" y="352"/>
                  </a:lnTo>
                  <a:lnTo>
                    <a:pt x="574" y="351"/>
                  </a:lnTo>
                  <a:lnTo>
                    <a:pt x="577" y="349"/>
                  </a:lnTo>
                  <a:lnTo>
                    <a:pt x="580" y="347"/>
                  </a:lnTo>
                  <a:lnTo>
                    <a:pt x="583" y="347"/>
                  </a:lnTo>
                  <a:lnTo>
                    <a:pt x="587" y="346"/>
                  </a:lnTo>
                  <a:lnTo>
                    <a:pt x="592" y="345"/>
                  </a:lnTo>
                  <a:lnTo>
                    <a:pt x="596" y="346"/>
                  </a:lnTo>
                  <a:lnTo>
                    <a:pt x="599" y="348"/>
                  </a:lnTo>
                  <a:lnTo>
                    <a:pt x="600" y="352"/>
                  </a:lnTo>
                  <a:lnTo>
                    <a:pt x="601" y="356"/>
                  </a:lnTo>
                  <a:lnTo>
                    <a:pt x="603" y="358"/>
                  </a:lnTo>
                  <a:lnTo>
                    <a:pt x="607" y="358"/>
                  </a:lnTo>
                  <a:lnTo>
                    <a:pt x="612" y="359"/>
                  </a:lnTo>
                  <a:lnTo>
                    <a:pt x="615" y="361"/>
                  </a:lnTo>
                  <a:lnTo>
                    <a:pt x="615" y="364"/>
                  </a:lnTo>
                  <a:lnTo>
                    <a:pt x="616" y="367"/>
                  </a:lnTo>
                  <a:lnTo>
                    <a:pt x="617" y="369"/>
                  </a:lnTo>
                  <a:lnTo>
                    <a:pt x="620" y="371"/>
                  </a:lnTo>
                  <a:lnTo>
                    <a:pt x="624" y="373"/>
                  </a:lnTo>
                  <a:close/>
                </a:path>
              </a:pathLst>
            </a:custGeom>
            <a:solidFill>
              <a:srgbClr val="59A3CD">
                <a:alpha val="9600"/>
              </a:srgbClr>
            </a:solidFill>
            <a:ln>
              <a:noFill/>
            </a:ln>
          </p:spPr>
          <p:txBody>
            <a:bodyPr anchor="ctr"/>
            <a:lstStyle/>
            <a:p>
              <a:pPr algn="ctr">
                <a:buNone/>
              </a:pPr>
            </a:p>
          </p:txBody>
        </p:sp>
        <p:sp>
          <p:nvSpPr>
            <p:cNvPr id="630" name="addition:spatial:12"/>
            <p:cNvSpPr>
              <a:spLocks noGrp="1"/>
            </p:cNvSpPr>
            <p:nvPr/>
          </p:nvSpPr>
          <p:spPr>
            <a:xfrm>
              <a:off x="5648325" y="1666875"/>
              <a:ext cx="806135" cy="727405"/>
            </a:xfrm>
            <a:custGeom>
              <a:avLst/>
              <a:gdLst/>
              <a:ahLst/>
              <a:cxnLst/>
              <a:rect l="l" t="t" r="r" b="b"/>
              <a:pathLst>
                <a:path w="608" h="430">
                  <a:moveTo>
                    <a:pt x="0" y="0"/>
                  </a:moveTo>
                  <a:moveTo>
                    <a:pt x="596" y="400"/>
                  </a:moveTo>
                  <a:lnTo>
                    <a:pt x="595" y="403"/>
                  </a:lnTo>
                  <a:lnTo>
                    <a:pt x="594" y="405"/>
                  </a:lnTo>
                  <a:lnTo>
                    <a:pt x="593" y="407"/>
                  </a:lnTo>
                  <a:lnTo>
                    <a:pt x="592" y="410"/>
                  </a:lnTo>
                  <a:lnTo>
                    <a:pt x="592" y="413"/>
                  </a:lnTo>
                  <a:lnTo>
                    <a:pt x="594" y="416"/>
                  </a:lnTo>
                  <a:lnTo>
                    <a:pt x="594" y="420"/>
                  </a:lnTo>
                  <a:lnTo>
                    <a:pt x="592" y="422"/>
                  </a:lnTo>
                  <a:lnTo>
                    <a:pt x="587" y="423"/>
                  </a:lnTo>
                  <a:lnTo>
                    <a:pt x="582" y="423"/>
                  </a:lnTo>
                  <a:lnTo>
                    <a:pt x="578" y="424"/>
                  </a:lnTo>
                  <a:lnTo>
                    <a:pt x="576" y="426"/>
                  </a:lnTo>
                  <a:lnTo>
                    <a:pt x="574" y="429"/>
                  </a:lnTo>
                  <a:lnTo>
                    <a:pt x="571" y="430"/>
                  </a:lnTo>
                  <a:lnTo>
                    <a:pt x="567" y="429"/>
                  </a:lnTo>
                  <a:lnTo>
                    <a:pt x="563" y="427"/>
                  </a:lnTo>
                  <a:lnTo>
                    <a:pt x="559" y="426"/>
                  </a:lnTo>
                  <a:lnTo>
                    <a:pt x="556" y="427"/>
                  </a:lnTo>
                  <a:lnTo>
                    <a:pt x="553" y="428"/>
                  </a:lnTo>
                  <a:lnTo>
                    <a:pt x="549" y="429"/>
                  </a:lnTo>
                  <a:lnTo>
                    <a:pt x="545" y="429"/>
                  </a:lnTo>
                  <a:lnTo>
                    <a:pt x="541" y="429"/>
                  </a:lnTo>
                  <a:lnTo>
                    <a:pt x="536" y="429"/>
                  </a:lnTo>
                  <a:lnTo>
                    <a:pt x="530" y="429"/>
                  </a:lnTo>
                  <a:lnTo>
                    <a:pt x="527" y="427"/>
                  </a:lnTo>
                  <a:lnTo>
                    <a:pt x="525" y="423"/>
                  </a:lnTo>
                  <a:lnTo>
                    <a:pt x="526" y="419"/>
                  </a:lnTo>
                  <a:lnTo>
                    <a:pt x="527" y="415"/>
                  </a:lnTo>
                  <a:lnTo>
                    <a:pt x="525" y="413"/>
                  </a:lnTo>
                  <a:lnTo>
                    <a:pt x="520" y="412"/>
                  </a:lnTo>
                  <a:lnTo>
                    <a:pt x="514" y="411"/>
                  </a:lnTo>
                  <a:lnTo>
                    <a:pt x="510" y="408"/>
                  </a:lnTo>
                  <a:lnTo>
                    <a:pt x="510" y="406"/>
                  </a:lnTo>
                  <a:lnTo>
                    <a:pt x="510" y="403"/>
                  </a:lnTo>
                  <a:lnTo>
                    <a:pt x="508" y="400"/>
                  </a:lnTo>
                  <a:lnTo>
                    <a:pt x="506" y="398"/>
                  </a:lnTo>
                  <a:lnTo>
                    <a:pt x="505" y="395"/>
                  </a:lnTo>
                  <a:lnTo>
                    <a:pt x="505" y="392"/>
                  </a:lnTo>
                  <a:lnTo>
                    <a:pt x="508" y="390"/>
                  </a:lnTo>
                  <a:lnTo>
                    <a:pt x="510" y="387"/>
                  </a:lnTo>
                  <a:lnTo>
                    <a:pt x="511" y="385"/>
                  </a:lnTo>
                  <a:lnTo>
                    <a:pt x="514" y="383"/>
                  </a:lnTo>
                  <a:lnTo>
                    <a:pt x="518" y="381"/>
                  </a:lnTo>
                  <a:lnTo>
                    <a:pt x="524" y="381"/>
                  </a:lnTo>
                  <a:lnTo>
                    <a:pt x="530" y="382"/>
                  </a:lnTo>
                  <a:lnTo>
                    <a:pt x="533" y="380"/>
                  </a:lnTo>
                  <a:lnTo>
                    <a:pt x="534" y="377"/>
                  </a:lnTo>
                  <a:lnTo>
                    <a:pt x="536" y="372"/>
                  </a:lnTo>
                  <a:lnTo>
                    <a:pt x="539" y="369"/>
                  </a:lnTo>
                  <a:lnTo>
                    <a:pt x="544" y="368"/>
                  </a:lnTo>
                  <a:lnTo>
                    <a:pt x="550" y="369"/>
                  </a:lnTo>
                  <a:lnTo>
                    <a:pt x="555" y="370"/>
                  </a:lnTo>
                  <a:lnTo>
                    <a:pt x="560" y="370"/>
                  </a:lnTo>
                  <a:lnTo>
                    <a:pt x="565" y="371"/>
                  </a:lnTo>
                  <a:lnTo>
                    <a:pt x="569" y="372"/>
                  </a:lnTo>
                  <a:lnTo>
                    <a:pt x="573" y="374"/>
                  </a:lnTo>
                  <a:lnTo>
                    <a:pt x="576" y="376"/>
                  </a:lnTo>
                  <a:lnTo>
                    <a:pt x="580" y="377"/>
                  </a:lnTo>
                  <a:lnTo>
                    <a:pt x="585" y="376"/>
                  </a:lnTo>
                  <a:lnTo>
                    <a:pt x="589" y="377"/>
                  </a:lnTo>
                  <a:lnTo>
                    <a:pt x="591" y="379"/>
                  </a:lnTo>
                  <a:lnTo>
                    <a:pt x="592" y="382"/>
                  </a:lnTo>
                  <a:lnTo>
                    <a:pt x="593" y="384"/>
                  </a:lnTo>
                  <a:lnTo>
                    <a:pt x="597" y="386"/>
                  </a:lnTo>
                  <a:lnTo>
                    <a:pt x="603" y="387"/>
                  </a:lnTo>
                  <a:lnTo>
                    <a:pt x="607" y="388"/>
                  </a:lnTo>
                  <a:lnTo>
                    <a:pt x="608" y="391"/>
                  </a:lnTo>
                  <a:lnTo>
                    <a:pt x="604" y="395"/>
                  </a:lnTo>
                  <a:lnTo>
                    <a:pt x="600" y="398"/>
                  </a:lnTo>
                  <a:close/>
                </a:path>
              </a:pathLst>
            </a:custGeom>
            <a:solidFill>
              <a:srgbClr val="59A3CD">
                <a:alpha val="9600"/>
              </a:srgbClr>
            </a:solidFill>
            <a:ln>
              <a:noFill/>
            </a:ln>
          </p:spPr>
          <p:txBody>
            <a:bodyPr anchor="ctr"/>
            <a:lstStyle/>
            <a:p>
              <a:pPr algn="ctr">
                <a:buNone/>
              </a:pPr>
            </a:p>
          </p:txBody>
        </p:sp>
        <p:sp>
          <p:nvSpPr>
            <p:cNvPr id="631" name="addition:spatial:13"/>
            <p:cNvSpPr>
              <a:spLocks noGrp="1"/>
            </p:cNvSpPr>
            <p:nvPr/>
          </p:nvSpPr>
          <p:spPr>
            <a:xfrm>
              <a:off x="5648325" y="1666875"/>
              <a:ext cx="737189" cy="732480"/>
            </a:xfrm>
            <a:custGeom>
              <a:avLst/>
              <a:gdLst/>
              <a:ahLst/>
              <a:cxnLst/>
              <a:rect l="l" t="t" r="r" b="b"/>
              <a:pathLst>
                <a:path w="556" h="433">
                  <a:moveTo>
                    <a:pt x="0" y="0"/>
                  </a:moveTo>
                  <a:moveTo>
                    <a:pt x="553" y="403"/>
                  </a:moveTo>
                  <a:lnTo>
                    <a:pt x="551" y="406"/>
                  </a:lnTo>
                  <a:lnTo>
                    <a:pt x="549" y="408"/>
                  </a:lnTo>
                  <a:lnTo>
                    <a:pt x="546" y="410"/>
                  </a:lnTo>
                  <a:lnTo>
                    <a:pt x="545" y="413"/>
                  </a:lnTo>
                  <a:lnTo>
                    <a:pt x="545" y="415"/>
                  </a:lnTo>
                  <a:lnTo>
                    <a:pt x="543" y="418"/>
                  </a:lnTo>
                  <a:lnTo>
                    <a:pt x="540" y="419"/>
                  </a:lnTo>
                  <a:lnTo>
                    <a:pt x="537" y="421"/>
                  </a:lnTo>
                  <a:lnTo>
                    <a:pt x="536" y="424"/>
                  </a:lnTo>
                  <a:lnTo>
                    <a:pt x="536" y="428"/>
                  </a:lnTo>
                  <a:lnTo>
                    <a:pt x="535" y="431"/>
                  </a:lnTo>
                  <a:lnTo>
                    <a:pt x="532" y="433"/>
                  </a:lnTo>
                  <a:lnTo>
                    <a:pt x="527" y="432"/>
                  </a:lnTo>
                  <a:lnTo>
                    <a:pt x="522" y="430"/>
                  </a:lnTo>
                  <a:lnTo>
                    <a:pt x="518" y="428"/>
                  </a:lnTo>
                  <a:lnTo>
                    <a:pt x="516" y="428"/>
                  </a:lnTo>
                  <a:lnTo>
                    <a:pt x="513" y="429"/>
                  </a:lnTo>
                  <a:lnTo>
                    <a:pt x="510" y="430"/>
                  </a:lnTo>
                  <a:lnTo>
                    <a:pt x="508" y="430"/>
                  </a:lnTo>
                  <a:lnTo>
                    <a:pt x="505" y="430"/>
                  </a:lnTo>
                  <a:lnTo>
                    <a:pt x="501" y="431"/>
                  </a:lnTo>
                  <a:lnTo>
                    <a:pt x="497" y="432"/>
                  </a:lnTo>
                  <a:lnTo>
                    <a:pt x="494" y="431"/>
                  </a:lnTo>
                  <a:lnTo>
                    <a:pt x="491" y="429"/>
                  </a:lnTo>
                  <a:lnTo>
                    <a:pt x="490" y="426"/>
                  </a:lnTo>
                  <a:lnTo>
                    <a:pt x="488" y="423"/>
                  </a:lnTo>
                  <a:lnTo>
                    <a:pt x="485" y="422"/>
                  </a:lnTo>
                  <a:lnTo>
                    <a:pt x="481" y="421"/>
                  </a:lnTo>
                  <a:lnTo>
                    <a:pt x="478" y="419"/>
                  </a:lnTo>
                  <a:lnTo>
                    <a:pt x="478" y="416"/>
                  </a:lnTo>
                  <a:lnTo>
                    <a:pt x="480" y="413"/>
                  </a:lnTo>
                  <a:lnTo>
                    <a:pt x="481" y="410"/>
                  </a:lnTo>
                  <a:lnTo>
                    <a:pt x="480" y="408"/>
                  </a:lnTo>
                  <a:lnTo>
                    <a:pt x="476" y="406"/>
                  </a:lnTo>
                  <a:lnTo>
                    <a:pt x="472" y="403"/>
                  </a:lnTo>
                  <a:lnTo>
                    <a:pt x="469" y="401"/>
                  </a:lnTo>
                  <a:lnTo>
                    <a:pt x="468" y="398"/>
                  </a:lnTo>
                  <a:lnTo>
                    <a:pt x="468" y="395"/>
                  </a:lnTo>
                  <a:lnTo>
                    <a:pt x="468" y="392"/>
                  </a:lnTo>
                  <a:lnTo>
                    <a:pt x="469" y="389"/>
                  </a:lnTo>
                  <a:lnTo>
                    <a:pt x="473" y="388"/>
                  </a:lnTo>
                  <a:lnTo>
                    <a:pt x="478" y="387"/>
                  </a:lnTo>
                  <a:lnTo>
                    <a:pt x="483" y="387"/>
                  </a:lnTo>
                  <a:lnTo>
                    <a:pt x="485" y="386"/>
                  </a:lnTo>
                  <a:lnTo>
                    <a:pt x="486" y="383"/>
                  </a:lnTo>
                  <a:lnTo>
                    <a:pt x="487" y="379"/>
                  </a:lnTo>
                  <a:lnTo>
                    <a:pt x="490" y="377"/>
                  </a:lnTo>
                  <a:lnTo>
                    <a:pt x="494" y="377"/>
                  </a:lnTo>
                  <a:lnTo>
                    <a:pt x="498" y="377"/>
                  </a:lnTo>
                  <a:lnTo>
                    <a:pt x="502" y="377"/>
                  </a:lnTo>
                  <a:lnTo>
                    <a:pt x="506" y="375"/>
                  </a:lnTo>
                  <a:lnTo>
                    <a:pt x="510" y="373"/>
                  </a:lnTo>
                  <a:lnTo>
                    <a:pt x="514" y="371"/>
                  </a:lnTo>
                  <a:lnTo>
                    <a:pt x="518" y="372"/>
                  </a:lnTo>
                  <a:lnTo>
                    <a:pt x="523" y="374"/>
                  </a:lnTo>
                  <a:lnTo>
                    <a:pt x="526" y="375"/>
                  </a:lnTo>
                  <a:lnTo>
                    <a:pt x="530" y="377"/>
                  </a:lnTo>
                  <a:lnTo>
                    <a:pt x="533" y="379"/>
                  </a:lnTo>
                  <a:lnTo>
                    <a:pt x="535" y="382"/>
                  </a:lnTo>
                  <a:lnTo>
                    <a:pt x="536" y="385"/>
                  </a:lnTo>
                  <a:lnTo>
                    <a:pt x="538" y="386"/>
                  </a:lnTo>
                  <a:lnTo>
                    <a:pt x="543" y="386"/>
                  </a:lnTo>
                  <a:lnTo>
                    <a:pt x="549" y="386"/>
                  </a:lnTo>
                  <a:lnTo>
                    <a:pt x="554" y="386"/>
                  </a:lnTo>
                  <a:lnTo>
                    <a:pt x="556" y="389"/>
                  </a:lnTo>
                  <a:lnTo>
                    <a:pt x="555" y="392"/>
                  </a:lnTo>
                  <a:lnTo>
                    <a:pt x="553" y="395"/>
                  </a:lnTo>
                  <a:lnTo>
                    <a:pt x="552" y="398"/>
                  </a:lnTo>
                  <a:lnTo>
                    <a:pt x="553" y="401"/>
                  </a:lnTo>
                  <a:close/>
                </a:path>
              </a:pathLst>
            </a:custGeom>
            <a:solidFill>
              <a:srgbClr val="59A3CD">
                <a:alpha val="9600"/>
              </a:srgbClr>
            </a:solidFill>
            <a:ln>
              <a:noFill/>
            </a:ln>
          </p:spPr>
          <p:txBody>
            <a:bodyPr anchor="ctr"/>
            <a:lstStyle/>
            <a:p>
              <a:pPr algn="ctr">
                <a:buNone/>
              </a:pPr>
            </a:p>
          </p:txBody>
        </p:sp>
        <p:sp>
          <p:nvSpPr>
            <p:cNvPr id="632" name="addition:spatial:14"/>
            <p:cNvSpPr>
              <a:spLocks noGrp="1"/>
            </p:cNvSpPr>
            <p:nvPr/>
          </p:nvSpPr>
          <p:spPr>
            <a:xfrm>
              <a:off x="5648325" y="1666875"/>
              <a:ext cx="674873" cy="708797"/>
            </a:xfrm>
            <a:custGeom>
              <a:avLst/>
              <a:gdLst/>
              <a:ahLst/>
              <a:cxnLst/>
              <a:rect l="l" t="t" r="r" b="b"/>
              <a:pathLst>
                <a:path w="509" h="419">
                  <a:moveTo>
                    <a:pt x="0" y="0"/>
                  </a:moveTo>
                  <a:moveTo>
                    <a:pt x="508" y="393"/>
                  </a:moveTo>
                  <a:lnTo>
                    <a:pt x="507" y="395"/>
                  </a:lnTo>
                  <a:lnTo>
                    <a:pt x="505" y="397"/>
                  </a:lnTo>
                  <a:lnTo>
                    <a:pt x="502" y="399"/>
                  </a:lnTo>
                  <a:lnTo>
                    <a:pt x="500" y="400"/>
                  </a:lnTo>
                  <a:lnTo>
                    <a:pt x="500" y="402"/>
                  </a:lnTo>
                  <a:lnTo>
                    <a:pt x="502" y="405"/>
                  </a:lnTo>
                  <a:lnTo>
                    <a:pt x="504" y="409"/>
                  </a:lnTo>
                  <a:lnTo>
                    <a:pt x="503" y="412"/>
                  </a:lnTo>
                  <a:lnTo>
                    <a:pt x="500" y="413"/>
                  </a:lnTo>
                  <a:lnTo>
                    <a:pt x="497" y="413"/>
                  </a:lnTo>
                  <a:lnTo>
                    <a:pt x="494" y="414"/>
                  </a:lnTo>
                  <a:lnTo>
                    <a:pt x="491" y="414"/>
                  </a:lnTo>
                  <a:lnTo>
                    <a:pt x="489" y="414"/>
                  </a:lnTo>
                  <a:lnTo>
                    <a:pt x="486" y="414"/>
                  </a:lnTo>
                  <a:lnTo>
                    <a:pt x="484" y="413"/>
                  </a:lnTo>
                  <a:lnTo>
                    <a:pt x="482" y="414"/>
                  </a:lnTo>
                  <a:lnTo>
                    <a:pt x="480" y="416"/>
                  </a:lnTo>
                  <a:lnTo>
                    <a:pt x="477" y="418"/>
                  </a:lnTo>
                  <a:lnTo>
                    <a:pt x="474" y="419"/>
                  </a:lnTo>
                  <a:lnTo>
                    <a:pt x="472" y="417"/>
                  </a:lnTo>
                  <a:lnTo>
                    <a:pt x="470" y="416"/>
                  </a:lnTo>
                  <a:lnTo>
                    <a:pt x="467" y="415"/>
                  </a:lnTo>
                  <a:lnTo>
                    <a:pt x="464" y="415"/>
                  </a:lnTo>
                  <a:lnTo>
                    <a:pt x="460" y="415"/>
                  </a:lnTo>
                  <a:lnTo>
                    <a:pt x="457" y="414"/>
                  </a:lnTo>
                  <a:lnTo>
                    <a:pt x="455" y="412"/>
                  </a:lnTo>
                  <a:lnTo>
                    <a:pt x="455" y="409"/>
                  </a:lnTo>
                  <a:lnTo>
                    <a:pt x="454" y="406"/>
                  </a:lnTo>
                  <a:lnTo>
                    <a:pt x="453" y="404"/>
                  </a:lnTo>
                  <a:lnTo>
                    <a:pt x="452" y="402"/>
                  </a:lnTo>
                  <a:lnTo>
                    <a:pt x="450" y="401"/>
                  </a:lnTo>
                  <a:lnTo>
                    <a:pt x="449" y="399"/>
                  </a:lnTo>
                  <a:lnTo>
                    <a:pt x="447" y="397"/>
                  </a:lnTo>
                  <a:lnTo>
                    <a:pt x="443" y="395"/>
                  </a:lnTo>
                  <a:lnTo>
                    <a:pt x="439" y="393"/>
                  </a:lnTo>
                  <a:lnTo>
                    <a:pt x="437" y="390"/>
                  </a:lnTo>
                  <a:lnTo>
                    <a:pt x="439" y="388"/>
                  </a:lnTo>
                  <a:lnTo>
                    <a:pt x="442" y="386"/>
                  </a:lnTo>
                  <a:lnTo>
                    <a:pt x="446" y="385"/>
                  </a:lnTo>
                  <a:lnTo>
                    <a:pt x="448" y="383"/>
                  </a:lnTo>
                  <a:lnTo>
                    <a:pt x="448" y="381"/>
                  </a:lnTo>
                  <a:lnTo>
                    <a:pt x="449" y="378"/>
                  </a:lnTo>
                  <a:lnTo>
                    <a:pt x="451" y="377"/>
                  </a:lnTo>
                  <a:lnTo>
                    <a:pt x="454" y="376"/>
                  </a:lnTo>
                  <a:lnTo>
                    <a:pt x="457" y="375"/>
                  </a:lnTo>
                  <a:lnTo>
                    <a:pt x="459" y="374"/>
                  </a:lnTo>
                  <a:lnTo>
                    <a:pt x="462" y="372"/>
                  </a:lnTo>
                  <a:lnTo>
                    <a:pt x="464" y="370"/>
                  </a:lnTo>
                  <a:lnTo>
                    <a:pt x="467" y="369"/>
                  </a:lnTo>
                  <a:lnTo>
                    <a:pt x="470" y="368"/>
                  </a:lnTo>
                  <a:lnTo>
                    <a:pt x="473" y="367"/>
                  </a:lnTo>
                  <a:lnTo>
                    <a:pt x="477" y="366"/>
                  </a:lnTo>
                  <a:lnTo>
                    <a:pt x="480" y="365"/>
                  </a:lnTo>
                  <a:lnTo>
                    <a:pt x="484" y="366"/>
                  </a:lnTo>
                  <a:lnTo>
                    <a:pt x="486" y="369"/>
                  </a:lnTo>
                  <a:lnTo>
                    <a:pt x="488" y="373"/>
                  </a:lnTo>
                  <a:lnTo>
                    <a:pt x="490" y="375"/>
                  </a:lnTo>
                  <a:lnTo>
                    <a:pt x="492" y="375"/>
                  </a:lnTo>
                  <a:lnTo>
                    <a:pt x="496" y="374"/>
                  </a:lnTo>
                  <a:lnTo>
                    <a:pt x="500" y="373"/>
                  </a:lnTo>
                  <a:lnTo>
                    <a:pt x="502" y="374"/>
                  </a:lnTo>
                  <a:lnTo>
                    <a:pt x="504" y="376"/>
                  </a:lnTo>
                  <a:lnTo>
                    <a:pt x="505" y="378"/>
                  </a:lnTo>
                  <a:lnTo>
                    <a:pt x="507" y="379"/>
                  </a:lnTo>
                  <a:lnTo>
                    <a:pt x="509" y="381"/>
                  </a:lnTo>
                  <a:lnTo>
                    <a:pt x="509" y="384"/>
                  </a:lnTo>
                  <a:lnTo>
                    <a:pt x="508" y="386"/>
                  </a:lnTo>
                  <a:lnTo>
                    <a:pt x="507" y="389"/>
                  </a:lnTo>
                  <a:lnTo>
                    <a:pt x="507" y="391"/>
                  </a:lnTo>
                  <a:close/>
                </a:path>
              </a:pathLst>
            </a:custGeom>
            <a:solidFill>
              <a:srgbClr val="59A3CD">
                <a:alpha val="9600"/>
              </a:srgbClr>
            </a:solidFill>
            <a:ln>
              <a:noFill/>
            </a:ln>
          </p:spPr>
          <p:txBody>
            <a:bodyPr anchor="ctr"/>
            <a:lstStyle/>
            <a:p>
              <a:pPr algn="ctr">
                <a:buNone/>
              </a:pPr>
            </a:p>
          </p:txBody>
        </p:sp>
        <p:sp>
          <p:nvSpPr>
            <p:cNvPr id="633" name="addition:spatial:15"/>
            <p:cNvSpPr>
              <a:spLocks noGrp="1"/>
            </p:cNvSpPr>
            <p:nvPr/>
          </p:nvSpPr>
          <p:spPr>
            <a:xfrm>
              <a:off x="5648325" y="1666875"/>
              <a:ext cx="771662" cy="717255"/>
            </a:xfrm>
            <a:custGeom>
              <a:avLst/>
              <a:gdLst/>
              <a:ahLst/>
              <a:cxnLst/>
              <a:rect l="l" t="t" r="r" b="b"/>
              <a:pathLst>
                <a:path w="582" h="424">
                  <a:moveTo>
                    <a:pt x="0" y="0"/>
                  </a:moveTo>
                  <a:moveTo>
                    <a:pt x="574" y="389"/>
                  </a:moveTo>
                  <a:lnTo>
                    <a:pt x="577" y="391"/>
                  </a:lnTo>
                  <a:lnTo>
                    <a:pt x="579" y="394"/>
                  </a:lnTo>
                  <a:lnTo>
                    <a:pt x="577" y="397"/>
                  </a:lnTo>
                  <a:lnTo>
                    <a:pt x="574" y="399"/>
                  </a:lnTo>
                  <a:lnTo>
                    <a:pt x="572" y="402"/>
                  </a:lnTo>
                  <a:lnTo>
                    <a:pt x="572" y="405"/>
                  </a:lnTo>
                  <a:lnTo>
                    <a:pt x="573" y="408"/>
                  </a:lnTo>
                  <a:lnTo>
                    <a:pt x="572" y="411"/>
                  </a:lnTo>
                  <a:lnTo>
                    <a:pt x="569" y="413"/>
                  </a:lnTo>
                  <a:lnTo>
                    <a:pt x="565" y="415"/>
                  </a:lnTo>
                  <a:lnTo>
                    <a:pt x="561" y="416"/>
                  </a:lnTo>
                  <a:lnTo>
                    <a:pt x="558" y="417"/>
                  </a:lnTo>
                  <a:lnTo>
                    <a:pt x="554" y="417"/>
                  </a:lnTo>
                  <a:lnTo>
                    <a:pt x="550" y="416"/>
                  </a:lnTo>
                  <a:lnTo>
                    <a:pt x="546" y="414"/>
                  </a:lnTo>
                  <a:lnTo>
                    <a:pt x="542" y="414"/>
                  </a:lnTo>
                  <a:lnTo>
                    <a:pt x="539" y="416"/>
                  </a:lnTo>
                  <a:lnTo>
                    <a:pt x="535" y="420"/>
                  </a:lnTo>
                  <a:lnTo>
                    <a:pt x="531" y="424"/>
                  </a:lnTo>
                  <a:lnTo>
                    <a:pt x="525" y="424"/>
                  </a:lnTo>
                  <a:lnTo>
                    <a:pt x="521" y="422"/>
                  </a:lnTo>
                  <a:lnTo>
                    <a:pt x="518" y="419"/>
                  </a:lnTo>
                  <a:lnTo>
                    <a:pt x="514" y="416"/>
                  </a:lnTo>
                  <a:lnTo>
                    <a:pt x="510" y="415"/>
                  </a:lnTo>
                  <a:lnTo>
                    <a:pt x="506" y="414"/>
                  </a:lnTo>
                  <a:lnTo>
                    <a:pt x="503" y="411"/>
                  </a:lnTo>
                  <a:lnTo>
                    <a:pt x="501" y="408"/>
                  </a:lnTo>
                  <a:lnTo>
                    <a:pt x="498" y="406"/>
                  </a:lnTo>
                  <a:lnTo>
                    <a:pt x="495" y="404"/>
                  </a:lnTo>
                  <a:lnTo>
                    <a:pt x="491" y="402"/>
                  </a:lnTo>
                  <a:lnTo>
                    <a:pt x="488" y="399"/>
                  </a:lnTo>
                  <a:lnTo>
                    <a:pt x="488" y="397"/>
                  </a:lnTo>
                  <a:lnTo>
                    <a:pt x="487" y="394"/>
                  </a:lnTo>
                  <a:lnTo>
                    <a:pt x="485" y="391"/>
                  </a:lnTo>
                  <a:lnTo>
                    <a:pt x="480" y="389"/>
                  </a:lnTo>
                  <a:lnTo>
                    <a:pt x="475" y="385"/>
                  </a:lnTo>
                  <a:lnTo>
                    <a:pt x="474" y="382"/>
                  </a:lnTo>
                  <a:lnTo>
                    <a:pt x="478" y="379"/>
                  </a:lnTo>
                  <a:lnTo>
                    <a:pt x="485" y="378"/>
                  </a:lnTo>
                  <a:lnTo>
                    <a:pt x="492" y="376"/>
                  </a:lnTo>
                  <a:lnTo>
                    <a:pt x="495" y="375"/>
                  </a:lnTo>
                  <a:lnTo>
                    <a:pt x="497" y="372"/>
                  </a:lnTo>
                  <a:lnTo>
                    <a:pt x="499" y="370"/>
                  </a:lnTo>
                  <a:lnTo>
                    <a:pt x="502" y="367"/>
                  </a:lnTo>
                  <a:lnTo>
                    <a:pt x="505" y="365"/>
                  </a:lnTo>
                  <a:lnTo>
                    <a:pt x="507" y="362"/>
                  </a:lnTo>
                  <a:lnTo>
                    <a:pt x="510" y="359"/>
                  </a:lnTo>
                  <a:lnTo>
                    <a:pt x="514" y="357"/>
                  </a:lnTo>
                  <a:lnTo>
                    <a:pt x="520" y="356"/>
                  </a:lnTo>
                  <a:lnTo>
                    <a:pt x="526" y="357"/>
                  </a:lnTo>
                  <a:lnTo>
                    <a:pt x="531" y="358"/>
                  </a:lnTo>
                  <a:lnTo>
                    <a:pt x="535" y="358"/>
                  </a:lnTo>
                  <a:lnTo>
                    <a:pt x="540" y="356"/>
                  </a:lnTo>
                  <a:lnTo>
                    <a:pt x="545" y="355"/>
                  </a:lnTo>
                  <a:lnTo>
                    <a:pt x="549" y="357"/>
                  </a:lnTo>
                  <a:lnTo>
                    <a:pt x="552" y="360"/>
                  </a:lnTo>
                  <a:lnTo>
                    <a:pt x="554" y="364"/>
                  </a:lnTo>
                  <a:lnTo>
                    <a:pt x="556" y="365"/>
                  </a:lnTo>
                  <a:lnTo>
                    <a:pt x="561" y="365"/>
                  </a:lnTo>
                  <a:lnTo>
                    <a:pt x="566" y="365"/>
                  </a:lnTo>
                  <a:lnTo>
                    <a:pt x="570" y="365"/>
                  </a:lnTo>
                  <a:lnTo>
                    <a:pt x="574" y="366"/>
                  </a:lnTo>
                  <a:lnTo>
                    <a:pt x="577" y="368"/>
                  </a:lnTo>
                  <a:lnTo>
                    <a:pt x="580" y="370"/>
                  </a:lnTo>
                  <a:lnTo>
                    <a:pt x="582" y="373"/>
                  </a:lnTo>
                  <a:lnTo>
                    <a:pt x="581" y="377"/>
                  </a:lnTo>
                  <a:lnTo>
                    <a:pt x="578" y="380"/>
                  </a:lnTo>
                  <a:lnTo>
                    <a:pt x="573" y="384"/>
                  </a:lnTo>
                  <a:lnTo>
                    <a:pt x="571" y="386"/>
                  </a:lnTo>
                  <a:close/>
                </a:path>
              </a:pathLst>
            </a:custGeom>
            <a:solidFill>
              <a:srgbClr val="59A3CD">
                <a:alpha val="9600"/>
              </a:srgbClr>
            </a:solidFill>
            <a:ln>
              <a:noFill/>
            </a:ln>
          </p:spPr>
          <p:txBody>
            <a:bodyPr anchor="ctr"/>
            <a:lstStyle/>
            <a:p>
              <a:pPr algn="ctr">
                <a:buNone/>
              </a:pPr>
            </a:p>
          </p:txBody>
        </p:sp>
        <p:sp>
          <p:nvSpPr>
            <p:cNvPr id="634" name="addition:spatial:16"/>
            <p:cNvSpPr>
              <a:spLocks noGrp="1"/>
            </p:cNvSpPr>
            <p:nvPr/>
          </p:nvSpPr>
          <p:spPr>
            <a:xfrm>
              <a:off x="5648325" y="1666875"/>
              <a:ext cx="800832" cy="729097"/>
            </a:xfrm>
            <a:custGeom>
              <a:avLst/>
              <a:gdLst/>
              <a:ahLst/>
              <a:cxnLst/>
              <a:rect l="l" t="t" r="r" b="b"/>
              <a:pathLst>
                <a:path w="604" h="431">
                  <a:moveTo>
                    <a:pt x="0" y="0"/>
                  </a:moveTo>
                  <a:moveTo>
                    <a:pt x="598" y="383"/>
                  </a:moveTo>
                  <a:lnTo>
                    <a:pt x="603" y="387"/>
                  </a:lnTo>
                  <a:lnTo>
                    <a:pt x="604" y="392"/>
                  </a:lnTo>
                  <a:lnTo>
                    <a:pt x="604" y="396"/>
                  </a:lnTo>
                  <a:lnTo>
                    <a:pt x="603" y="400"/>
                  </a:lnTo>
                  <a:lnTo>
                    <a:pt x="601" y="405"/>
                  </a:lnTo>
                  <a:lnTo>
                    <a:pt x="598" y="408"/>
                  </a:lnTo>
                  <a:lnTo>
                    <a:pt x="591" y="410"/>
                  </a:lnTo>
                  <a:lnTo>
                    <a:pt x="581" y="410"/>
                  </a:lnTo>
                  <a:lnTo>
                    <a:pt x="573" y="410"/>
                  </a:lnTo>
                  <a:lnTo>
                    <a:pt x="569" y="412"/>
                  </a:lnTo>
                  <a:lnTo>
                    <a:pt x="568" y="417"/>
                  </a:lnTo>
                  <a:lnTo>
                    <a:pt x="567" y="424"/>
                  </a:lnTo>
                  <a:lnTo>
                    <a:pt x="562" y="429"/>
                  </a:lnTo>
                  <a:lnTo>
                    <a:pt x="555" y="430"/>
                  </a:lnTo>
                  <a:lnTo>
                    <a:pt x="548" y="429"/>
                  </a:lnTo>
                  <a:lnTo>
                    <a:pt x="541" y="429"/>
                  </a:lnTo>
                  <a:lnTo>
                    <a:pt x="534" y="430"/>
                  </a:lnTo>
                  <a:lnTo>
                    <a:pt x="527" y="431"/>
                  </a:lnTo>
                  <a:lnTo>
                    <a:pt x="520" y="430"/>
                  </a:lnTo>
                  <a:lnTo>
                    <a:pt x="514" y="427"/>
                  </a:lnTo>
                  <a:lnTo>
                    <a:pt x="508" y="425"/>
                  </a:lnTo>
                  <a:lnTo>
                    <a:pt x="503" y="423"/>
                  </a:lnTo>
                  <a:lnTo>
                    <a:pt x="497" y="422"/>
                  </a:lnTo>
                  <a:lnTo>
                    <a:pt x="492" y="420"/>
                  </a:lnTo>
                  <a:lnTo>
                    <a:pt x="489" y="416"/>
                  </a:lnTo>
                  <a:lnTo>
                    <a:pt x="488" y="412"/>
                  </a:lnTo>
                  <a:lnTo>
                    <a:pt x="484" y="409"/>
                  </a:lnTo>
                  <a:lnTo>
                    <a:pt x="477" y="409"/>
                  </a:lnTo>
                  <a:lnTo>
                    <a:pt x="467" y="409"/>
                  </a:lnTo>
                  <a:lnTo>
                    <a:pt x="460" y="406"/>
                  </a:lnTo>
                  <a:lnTo>
                    <a:pt x="458" y="402"/>
                  </a:lnTo>
                  <a:lnTo>
                    <a:pt x="462" y="396"/>
                  </a:lnTo>
                  <a:lnTo>
                    <a:pt x="468" y="391"/>
                  </a:lnTo>
                  <a:lnTo>
                    <a:pt x="471" y="387"/>
                  </a:lnTo>
                  <a:lnTo>
                    <a:pt x="473" y="383"/>
                  </a:lnTo>
                  <a:lnTo>
                    <a:pt x="474" y="379"/>
                  </a:lnTo>
                  <a:lnTo>
                    <a:pt x="477" y="376"/>
                  </a:lnTo>
                  <a:lnTo>
                    <a:pt x="480" y="372"/>
                  </a:lnTo>
                  <a:lnTo>
                    <a:pt x="480" y="368"/>
                  </a:lnTo>
                  <a:lnTo>
                    <a:pt x="478" y="363"/>
                  </a:lnTo>
                  <a:lnTo>
                    <a:pt x="478" y="358"/>
                  </a:lnTo>
                  <a:lnTo>
                    <a:pt x="481" y="354"/>
                  </a:lnTo>
                  <a:lnTo>
                    <a:pt x="487" y="352"/>
                  </a:lnTo>
                  <a:lnTo>
                    <a:pt x="493" y="351"/>
                  </a:lnTo>
                  <a:lnTo>
                    <a:pt x="496" y="348"/>
                  </a:lnTo>
                  <a:lnTo>
                    <a:pt x="498" y="343"/>
                  </a:lnTo>
                  <a:lnTo>
                    <a:pt x="501" y="338"/>
                  </a:lnTo>
                  <a:lnTo>
                    <a:pt x="506" y="336"/>
                  </a:lnTo>
                  <a:lnTo>
                    <a:pt x="513" y="339"/>
                  </a:lnTo>
                  <a:lnTo>
                    <a:pt x="519" y="342"/>
                  </a:lnTo>
                  <a:lnTo>
                    <a:pt x="524" y="344"/>
                  </a:lnTo>
                  <a:lnTo>
                    <a:pt x="528" y="344"/>
                  </a:lnTo>
                  <a:lnTo>
                    <a:pt x="533" y="342"/>
                  </a:lnTo>
                  <a:lnTo>
                    <a:pt x="537" y="340"/>
                  </a:lnTo>
                  <a:lnTo>
                    <a:pt x="543" y="340"/>
                  </a:lnTo>
                  <a:lnTo>
                    <a:pt x="548" y="339"/>
                  </a:lnTo>
                  <a:lnTo>
                    <a:pt x="555" y="337"/>
                  </a:lnTo>
                  <a:lnTo>
                    <a:pt x="563" y="337"/>
                  </a:lnTo>
                  <a:lnTo>
                    <a:pt x="568" y="339"/>
                  </a:lnTo>
                  <a:lnTo>
                    <a:pt x="571" y="345"/>
                  </a:lnTo>
                  <a:lnTo>
                    <a:pt x="571" y="351"/>
                  </a:lnTo>
                  <a:lnTo>
                    <a:pt x="571" y="356"/>
                  </a:lnTo>
                  <a:lnTo>
                    <a:pt x="576" y="359"/>
                  </a:lnTo>
                  <a:lnTo>
                    <a:pt x="583" y="360"/>
                  </a:lnTo>
                  <a:lnTo>
                    <a:pt x="589" y="363"/>
                  </a:lnTo>
                  <a:lnTo>
                    <a:pt x="591" y="367"/>
                  </a:lnTo>
                  <a:lnTo>
                    <a:pt x="590" y="372"/>
                  </a:lnTo>
                  <a:lnTo>
                    <a:pt x="590" y="376"/>
                  </a:lnTo>
                  <a:lnTo>
                    <a:pt x="593" y="379"/>
                  </a:lnTo>
                  <a:close/>
                </a:path>
              </a:pathLst>
            </a:custGeom>
            <a:solidFill>
              <a:srgbClr val="0675B4">
                <a:alpha val="11100"/>
              </a:srgbClr>
            </a:solidFill>
            <a:ln>
              <a:noFill/>
            </a:ln>
          </p:spPr>
          <p:txBody>
            <a:bodyPr anchor="ctr"/>
            <a:lstStyle/>
            <a:p>
              <a:pPr algn="ctr">
                <a:buNone/>
              </a:pPr>
            </a:p>
          </p:txBody>
        </p:sp>
        <p:sp>
          <p:nvSpPr>
            <p:cNvPr id="635" name="addition:spatial:17"/>
            <p:cNvSpPr>
              <a:spLocks noGrp="1"/>
            </p:cNvSpPr>
            <p:nvPr/>
          </p:nvSpPr>
          <p:spPr>
            <a:xfrm>
              <a:off x="5648325" y="1666875"/>
              <a:ext cx="719953" cy="668198"/>
            </a:xfrm>
            <a:custGeom>
              <a:avLst/>
              <a:gdLst/>
              <a:ahLst/>
              <a:cxnLst/>
              <a:rect l="l" t="t" r="r" b="b"/>
              <a:pathLst>
                <a:path w="543" h="395">
                  <a:moveTo>
                    <a:pt x="0" y="0"/>
                  </a:moveTo>
                  <a:moveTo>
                    <a:pt x="543" y="370"/>
                  </a:moveTo>
                  <a:lnTo>
                    <a:pt x="542" y="373"/>
                  </a:lnTo>
                  <a:lnTo>
                    <a:pt x="539" y="375"/>
                  </a:lnTo>
                  <a:lnTo>
                    <a:pt x="536" y="377"/>
                  </a:lnTo>
                  <a:lnTo>
                    <a:pt x="534" y="378"/>
                  </a:lnTo>
                  <a:lnTo>
                    <a:pt x="532" y="380"/>
                  </a:lnTo>
                  <a:lnTo>
                    <a:pt x="529" y="381"/>
                  </a:lnTo>
                  <a:lnTo>
                    <a:pt x="527" y="382"/>
                  </a:lnTo>
                  <a:lnTo>
                    <a:pt x="525" y="384"/>
                  </a:lnTo>
                  <a:lnTo>
                    <a:pt x="524" y="386"/>
                  </a:lnTo>
                  <a:lnTo>
                    <a:pt x="524" y="389"/>
                  </a:lnTo>
                  <a:lnTo>
                    <a:pt x="523" y="392"/>
                  </a:lnTo>
                  <a:lnTo>
                    <a:pt x="520" y="393"/>
                  </a:lnTo>
                  <a:lnTo>
                    <a:pt x="516" y="393"/>
                  </a:lnTo>
                  <a:lnTo>
                    <a:pt x="512" y="392"/>
                  </a:lnTo>
                  <a:lnTo>
                    <a:pt x="509" y="392"/>
                  </a:lnTo>
                  <a:lnTo>
                    <a:pt x="507" y="394"/>
                  </a:lnTo>
                  <a:lnTo>
                    <a:pt x="504" y="395"/>
                  </a:lnTo>
                  <a:lnTo>
                    <a:pt x="501" y="395"/>
                  </a:lnTo>
                  <a:lnTo>
                    <a:pt x="499" y="393"/>
                  </a:lnTo>
                  <a:lnTo>
                    <a:pt x="497" y="391"/>
                  </a:lnTo>
                  <a:lnTo>
                    <a:pt x="495" y="390"/>
                  </a:lnTo>
                  <a:lnTo>
                    <a:pt x="493" y="389"/>
                  </a:lnTo>
                  <a:lnTo>
                    <a:pt x="490" y="389"/>
                  </a:lnTo>
                  <a:lnTo>
                    <a:pt x="488" y="389"/>
                  </a:lnTo>
                  <a:lnTo>
                    <a:pt x="486" y="388"/>
                  </a:lnTo>
                  <a:lnTo>
                    <a:pt x="483" y="388"/>
                  </a:lnTo>
                  <a:lnTo>
                    <a:pt x="480" y="387"/>
                  </a:lnTo>
                  <a:lnTo>
                    <a:pt x="477" y="386"/>
                  </a:lnTo>
                  <a:lnTo>
                    <a:pt x="476" y="384"/>
                  </a:lnTo>
                  <a:lnTo>
                    <a:pt x="477" y="381"/>
                  </a:lnTo>
                  <a:lnTo>
                    <a:pt x="480" y="378"/>
                  </a:lnTo>
                  <a:lnTo>
                    <a:pt x="482" y="376"/>
                  </a:lnTo>
                  <a:lnTo>
                    <a:pt x="481" y="374"/>
                  </a:lnTo>
                  <a:lnTo>
                    <a:pt x="479" y="372"/>
                  </a:lnTo>
                  <a:lnTo>
                    <a:pt x="478" y="370"/>
                  </a:lnTo>
                  <a:lnTo>
                    <a:pt x="478" y="368"/>
                  </a:lnTo>
                  <a:lnTo>
                    <a:pt x="479" y="366"/>
                  </a:lnTo>
                  <a:lnTo>
                    <a:pt x="479" y="365"/>
                  </a:lnTo>
                  <a:lnTo>
                    <a:pt x="479" y="362"/>
                  </a:lnTo>
                  <a:lnTo>
                    <a:pt x="478" y="360"/>
                  </a:lnTo>
                  <a:lnTo>
                    <a:pt x="479" y="358"/>
                  </a:lnTo>
                  <a:lnTo>
                    <a:pt x="480" y="356"/>
                  </a:lnTo>
                  <a:lnTo>
                    <a:pt x="482" y="355"/>
                  </a:lnTo>
                  <a:lnTo>
                    <a:pt x="483" y="353"/>
                  </a:lnTo>
                  <a:lnTo>
                    <a:pt x="484" y="351"/>
                  </a:lnTo>
                  <a:lnTo>
                    <a:pt x="486" y="350"/>
                  </a:lnTo>
                  <a:lnTo>
                    <a:pt x="489" y="350"/>
                  </a:lnTo>
                  <a:lnTo>
                    <a:pt x="493" y="352"/>
                  </a:lnTo>
                  <a:lnTo>
                    <a:pt x="496" y="353"/>
                  </a:lnTo>
                  <a:lnTo>
                    <a:pt x="497" y="352"/>
                  </a:lnTo>
                  <a:lnTo>
                    <a:pt x="499" y="349"/>
                  </a:lnTo>
                  <a:lnTo>
                    <a:pt x="501" y="347"/>
                  </a:lnTo>
                  <a:lnTo>
                    <a:pt x="504" y="345"/>
                  </a:lnTo>
                  <a:lnTo>
                    <a:pt x="507" y="345"/>
                  </a:lnTo>
                  <a:lnTo>
                    <a:pt x="510" y="346"/>
                  </a:lnTo>
                  <a:lnTo>
                    <a:pt x="513" y="347"/>
                  </a:lnTo>
                  <a:lnTo>
                    <a:pt x="516" y="348"/>
                  </a:lnTo>
                  <a:lnTo>
                    <a:pt x="518" y="349"/>
                  </a:lnTo>
                  <a:lnTo>
                    <a:pt x="520" y="351"/>
                  </a:lnTo>
                  <a:lnTo>
                    <a:pt x="522" y="353"/>
                  </a:lnTo>
                  <a:lnTo>
                    <a:pt x="524" y="355"/>
                  </a:lnTo>
                  <a:lnTo>
                    <a:pt x="527" y="356"/>
                  </a:lnTo>
                  <a:lnTo>
                    <a:pt x="530" y="357"/>
                  </a:lnTo>
                  <a:lnTo>
                    <a:pt x="532" y="359"/>
                  </a:lnTo>
                  <a:lnTo>
                    <a:pt x="532" y="361"/>
                  </a:lnTo>
                  <a:lnTo>
                    <a:pt x="532" y="363"/>
                  </a:lnTo>
                  <a:lnTo>
                    <a:pt x="533" y="365"/>
                  </a:lnTo>
                  <a:lnTo>
                    <a:pt x="536" y="366"/>
                  </a:lnTo>
                  <a:lnTo>
                    <a:pt x="540" y="368"/>
                  </a:lnTo>
                  <a:close/>
                </a:path>
              </a:pathLst>
            </a:custGeom>
            <a:solidFill>
              <a:srgbClr val="0072B2">
                <a:alpha val="10800"/>
              </a:srgbClr>
            </a:solidFill>
            <a:ln>
              <a:noFill/>
            </a:ln>
          </p:spPr>
          <p:txBody>
            <a:bodyPr anchor="ctr"/>
            <a:lstStyle/>
            <a:p>
              <a:pPr algn="ctr">
                <a:buNone/>
              </a:pPr>
            </a:p>
          </p:txBody>
        </p:sp>
        <p:sp>
          <p:nvSpPr>
            <p:cNvPr id="636" name="addition:spatial:18"/>
            <p:cNvSpPr>
              <a:spLocks noGrp="1"/>
            </p:cNvSpPr>
            <p:nvPr/>
          </p:nvSpPr>
          <p:spPr>
            <a:xfrm>
              <a:off x="5648325" y="1666875"/>
              <a:ext cx="757077" cy="647898"/>
            </a:xfrm>
            <a:custGeom>
              <a:avLst/>
              <a:gdLst/>
              <a:ahLst/>
              <a:cxnLst/>
              <a:rect l="l" t="t" r="r" b="b"/>
              <a:pathLst>
                <a:path w="571" h="383">
                  <a:moveTo>
                    <a:pt x="0" y="0"/>
                  </a:moveTo>
                  <a:moveTo>
                    <a:pt x="571" y="363"/>
                  </a:moveTo>
                  <a:lnTo>
                    <a:pt x="570" y="365"/>
                  </a:lnTo>
                  <a:lnTo>
                    <a:pt x="568" y="366"/>
                  </a:lnTo>
                  <a:lnTo>
                    <a:pt x="568" y="368"/>
                  </a:lnTo>
                  <a:lnTo>
                    <a:pt x="569" y="369"/>
                  </a:lnTo>
                  <a:lnTo>
                    <a:pt x="570" y="371"/>
                  </a:lnTo>
                  <a:lnTo>
                    <a:pt x="570" y="373"/>
                  </a:lnTo>
                  <a:lnTo>
                    <a:pt x="569" y="375"/>
                  </a:lnTo>
                  <a:lnTo>
                    <a:pt x="568" y="376"/>
                  </a:lnTo>
                  <a:lnTo>
                    <a:pt x="566" y="377"/>
                  </a:lnTo>
                  <a:lnTo>
                    <a:pt x="565" y="378"/>
                  </a:lnTo>
                  <a:lnTo>
                    <a:pt x="562" y="378"/>
                  </a:lnTo>
                  <a:lnTo>
                    <a:pt x="560" y="378"/>
                  </a:lnTo>
                  <a:lnTo>
                    <a:pt x="557" y="377"/>
                  </a:lnTo>
                  <a:lnTo>
                    <a:pt x="556" y="377"/>
                  </a:lnTo>
                  <a:lnTo>
                    <a:pt x="555" y="378"/>
                  </a:lnTo>
                  <a:lnTo>
                    <a:pt x="553" y="381"/>
                  </a:lnTo>
                  <a:lnTo>
                    <a:pt x="551" y="383"/>
                  </a:lnTo>
                  <a:lnTo>
                    <a:pt x="549" y="383"/>
                  </a:lnTo>
                  <a:lnTo>
                    <a:pt x="546" y="382"/>
                  </a:lnTo>
                  <a:lnTo>
                    <a:pt x="544" y="381"/>
                  </a:lnTo>
                  <a:lnTo>
                    <a:pt x="542" y="380"/>
                  </a:lnTo>
                  <a:lnTo>
                    <a:pt x="539" y="380"/>
                  </a:lnTo>
                  <a:lnTo>
                    <a:pt x="537" y="379"/>
                  </a:lnTo>
                  <a:lnTo>
                    <a:pt x="535" y="378"/>
                  </a:lnTo>
                  <a:lnTo>
                    <a:pt x="534" y="377"/>
                  </a:lnTo>
                  <a:lnTo>
                    <a:pt x="532" y="375"/>
                  </a:lnTo>
                  <a:lnTo>
                    <a:pt x="530" y="374"/>
                  </a:lnTo>
                  <a:lnTo>
                    <a:pt x="528" y="373"/>
                  </a:lnTo>
                  <a:lnTo>
                    <a:pt x="527" y="372"/>
                  </a:lnTo>
                  <a:lnTo>
                    <a:pt x="527" y="370"/>
                  </a:lnTo>
                  <a:lnTo>
                    <a:pt x="526" y="369"/>
                  </a:lnTo>
                  <a:lnTo>
                    <a:pt x="524" y="368"/>
                  </a:lnTo>
                  <a:lnTo>
                    <a:pt x="521" y="367"/>
                  </a:lnTo>
                  <a:lnTo>
                    <a:pt x="518" y="365"/>
                  </a:lnTo>
                  <a:lnTo>
                    <a:pt x="517" y="363"/>
                  </a:lnTo>
                  <a:lnTo>
                    <a:pt x="519" y="362"/>
                  </a:lnTo>
                  <a:lnTo>
                    <a:pt x="522" y="360"/>
                  </a:lnTo>
                  <a:lnTo>
                    <a:pt x="525" y="359"/>
                  </a:lnTo>
                  <a:lnTo>
                    <a:pt x="527" y="358"/>
                  </a:lnTo>
                  <a:lnTo>
                    <a:pt x="527" y="357"/>
                  </a:lnTo>
                  <a:lnTo>
                    <a:pt x="528" y="355"/>
                  </a:lnTo>
                  <a:lnTo>
                    <a:pt x="530" y="354"/>
                  </a:lnTo>
                  <a:lnTo>
                    <a:pt x="531" y="353"/>
                  </a:lnTo>
                  <a:lnTo>
                    <a:pt x="532" y="351"/>
                  </a:lnTo>
                  <a:lnTo>
                    <a:pt x="533" y="349"/>
                  </a:lnTo>
                  <a:lnTo>
                    <a:pt x="535" y="348"/>
                  </a:lnTo>
                  <a:lnTo>
                    <a:pt x="537" y="347"/>
                  </a:lnTo>
                  <a:lnTo>
                    <a:pt x="540" y="347"/>
                  </a:lnTo>
                  <a:lnTo>
                    <a:pt x="542" y="347"/>
                  </a:lnTo>
                  <a:lnTo>
                    <a:pt x="544" y="346"/>
                  </a:lnTo>
                  <a:lnTo>
                    <a:pt x="546" y="345"/>
                  </a:lnTo>
                  <a:lnTo>
                    <a:pt x="549" y="344"/>
                  </a:lnTo>
                  <a:lnTo>
                    <a:pt x="551" y="345"/>
                  </a:lnTo>
                  <a:lnTo>
                    <a:pt x="553" y="347"/>
                  </a:lnTo>
                  <a:lnTo>
                    <a:pt x="554" y="349"/>
                  </a:lnTo>
                  <a:lnTo>
                    <a:pt x="556" y="350"/>
                  </a:lnTo>
                  <a:lnTo>
                    <a:pt x="557" y="349"/>
                  </a:lnTo>
                  <a:lnTo>
                    <a:pt x="560" y="349"/>
                  </a:lnTo>
                  <a:lnTo>
                    <a:pt x="562" y="349"/>
                  </a:lnTo>
                  <a:lnTo>
                    <a:pt x="564" y="349"/>
                  </a:lnTo>
                  <a:lnTo>
                    <a:pt x="566" y="350"/>
                  </a:lnTo>
                  <a:lnTo>
                    <a:pt x="568" y="351"/>
                  </a:lnTo>
                  <a:lnTo>
                    <a:pt x="569" y="352"/>
                  </a:lnTo>
                  <a:lnTo>
                    <a:pt x="570" y="354"/>
                  </a:lnTo>
                  <a:lnTo>
                    <a:pt x="568" y="356"/>
                  </a:lnTo>
                  <a:lnTo>
                    <a:pt x="567" y="358"/>
                  </a:lnTo>
                  <a:lnTo>
                    <a:pt x="566" y="359"/>
                  </a:lnTo>
                  <a:lnTo>
                    <a:pt x="568" y="361"/>
                  </a:lnTo>
                  <a:lnTo>
                    <a:pt x="570" y="362"/>
                  </a:lnTo>
                  <a:close/>
                </a:path>
              </a:pathLst>
            </a:custGeom>
            <a:solidFill>
              <a:srgbClr val="0072B2">
                <a:alpha val="10800"/>
              </a:srgbClr>
            </a:solidFill>
            <a:ln>
              <a:noFill/>
            </a:ln>
          </p:spPr>
          <p:txBody>
            <a:bodyPr anchor="ctr"/>
            <a:lstStyle/>
            <a:p>
              <a:pPr algn="ctr">
                <a:buNone/>
              </a:pPr>
            </a:p>
          </p:txBody>
        </p:sp>
        <p:sp>
          <p:nvSpPr>
            <p:cNvPr id="637" name="addition:spatial:19"/>
            <p:cNvSpPr>
              <a:spLocks noGrp="1"/>
            </p:cNvSpPr>
            <p:nvPr/>
          </p:nvSpPr>
          <p:spPr>
            <a:xfrm>
              <a:off x="5648325" y="1666875"/>
              <a:ext cx="806135" cy="710489"/>
            </a:xfrm>
            <a:custGeom>
              <a:avLst/>
              <a:gdLst/>
              <a:ahLst/>
              <a:cxnLst/>
              <a:rect l="l" t="t" r="r" b="b"/>
              <a:pathLst>
                <a:path w="608" h="420">
                  <a:moveTo>
                    <a:pt x="0" y="0"/>
                  </a:moveTo>
                  <a:moveTo>
                    <a:pt x="606" y="394"/>
                  </a:moveTo>
                  <a:lnTo>
                    <a:pt x="601" y="396"/>
                  </a:lnTo>
                  <a:lnTo>
                    <a:pt x="597" y="398"/>
                  </a:lnTo>
                  <a:lnTo>
                    <a:pt x="596" y="400"/>
                  </a:lnTo>
                  <a:lnTo>
                    <a:pt x="596" y="402"/>
                  </a:lnTo>
                  <a:lnTo>
                    <a:pt x="595" y="404"/>
                  </a:lnTo>
                  <a:lnTo>
                    <a:pt x="594" y="406"/>
                  </a:lnTo>
                  <a:lnTo>
                    <a:pt x="591" y="407"/>
                  </a:lnTo>
                  <a:lnTo>
                    <a:pt x="589" y="409"/>
                  </a:lnTo>
                  <a:lnTo>
                    <a:pt x="587" y="410"/>
                  </a:lnTo>
                  <a:lnTo>
                    <a:pt x="586" y="413"/>
                  </a:lnTo>
                  <a:lnTo>
                    <a:pt x="583" y="414"/>
                  </a:lnTo>
                  <a:lnTo>
                    <a:pt x="581" y="415"/>
                  </a:lnTo>
                  <a:lnTo>
                    <a:pt x="577" y="416"/>
                  </a:lnTo>
                  <a:lnTo>
                    <a:pt x="575" y="417"/>
                  </a:lnTo>
                  <a:lnTo>
                    <a:pt x="572" y="419"/>
                  </a:lnTo>
                  <a:lnTo>
                    <a:pt x="569" y="420"/>
                  </a:lnTo>
                  <a:lnTo>
                    <a:pt x="566" y="419"/>
                  </a:lnTo>
                  <a:lnTo>
                    <a:pt x="564" y="416"/>
                  </a:lnTo>
                  <a:lnTo>
                    <a:pt x="562" y="413"/>
                  </a:lnTo>
                  <a:lnTo>
                    <a:pt x="560" y="412"/>
                  </a:lnTo>
                  <a:lnTo>
                    <a:pt x="557" y="413"/>
                  </a:lnTo>
                  <a:lnTo>
                    <a:pt x="554" y="415"/>
                  </a:lnTo>
                  <a:lnTo>
                    <a:pt x="551" y="416"/>
                  </a:lnTo>
                  <a:lnTo>
                    <a:pt x="548" y="415"/>
                  </a:lnTo>
                  <a:lnTo>
                    <a:pt x="546" y="414"/>
                  </a:lnTo>
                  <a:lnTo>
                    <a:pt x="544" y="412"/>
                  </a:lnTo>
                  <a:lnTo>
                    <a:pt x="542" y="411"/>
                  </a:lnTo>
                  <a:lnTo>
                    <a:pt x="541" y="409"/>
                  </a:lnTo>
                  <a:lnTo>
                    <a:pt x="541" y="406"/>
                  </a:lnTo>
                  <a:lnTo>
                    <a:pt x="542" y="404"/>
                  </a:lnTo>
                  <a:lnTo>
                    <a:pt x="542" y="402"/>
                  </a:lnTo>
                  <a:lnTo>
                    <a:pt x="541" y="400"/>
                  </a:lnTo>
                  <a:lnTo>
                    <a:pt x="538" y="398"/>
                  </a:lnTo>
                  <a:lnTo>
                    <a:pt x="537" y="396"/>
                  </a:lnTo>
                  <a:lnTo>
                    <a:pt x="538" y="394"/>
                  </a:lnTo>
                  <a:lnTo>
                    <a:pt x="540" y="392"/>
                  </a:lnTo>
                  <a:lnTo>
                    <a:pt x="541" y="391"/>
                  </a:lnTo>
                  <a:lnTo>
                    <a:pt x="539" y="388"/>
                  </a:lnTo>
                  <a:lnTo>
                    <a:pt x="537" y="386"/>
                  </a:lnTo>
                  <a:lnTo>
                    <a:pt x="535" y="383"/>
                  </a:lnTo>
                  <a:lnTo>
                    <a:pt x="535" y="380"/>
                  </a:lnTo>
                  <a:lnTo>
                    <a:pt x="538" y="379"/>
                  </a:lnTo>
                  <a:lnTo>
                    <a:pt x="541" y="378"/>
                  </a:lnTo>
                  <a:lnTo>
                    <a:pt x="543" y="377"/>
                  </a:lnTo>
                  <a:lnTo>
                    <a:pt x="546" y="377"/>
                  </a:lnTo>
                  <a:lnTo>
                    <a:pt x="549" y="376"/>
                  </a:lnTo>
                  <a:lnTo>
                    <a:pt x="552" y="376"/>
                  </a:lnTo>
                  <a:lnTo>
                    <a:pt x="554" y="376"/>
                  </a:lnTo>
                  <a:lnTo>
                    <a:pt x="556" y="375"/>
                  </a:lnTo>
                  <a:lnTo>
                    <a:pt x="557" y="372"/>
                  </a:lnTo>
                  <a:lnTo>
                    <a:pt x="560" y="369"/>
                  </a:lnTo>
                  <a:lnTo>
                    <a:pt x="563" y="368"/>
                  </a:lnTo>
                  <a:lnTo>
                    <a:pt x="566" y="370"/>
                  </a:lnTo>
                  <a:lnTo>
                    <a:pt x="570" y="371"/>
                  </a:lnTo>
                  <a:lnTo>
                    <a:pt x="573" y="372"/>
                  </a:lnTo>
                  <a:lnTo>
                    <a:pt x="576" y="372"/>
                  </a:lnTo>
                  <a:lnTo>
                    <a:pt x="580" y="371"/>
                  </a:lnTo>
                  <a:lnTo>
                    <a:pt x="583" y="372"/>
                  </a:lnTo>
                  <a:lnTo>
                    <a:pt x="586" y="374"/>
                  </a:lnTo>
                  <a:lnTo>
                    <a:pt x="587" y="377"/>
                  </a:lnTo>
                  <a:lnTo>
                    <a:pt x="588" y="379"/>
                  </a:lnTo>
                  <a:lnTo>
                    <a:pt x="590" y="380"/>
                  </a:lnTo>
                  <a:lnTo>
                    <a:pt x="593" y="382"/>
                  </a:lnTo>
                  <a:lnTo>
                    <a:pt x="595" y="383"/>
                  </a:lnTo>
                  <a:lnTo>
                    <a:pt x="596" y="385"/>
                  </a:lnTo>
                  <a:lnTo>
                    <a:pt x="599" y="386"/>
                  </a:lnTo>
                  <a:lnTo>
                    <a:pt x="602" y="388"/>
                  </a:lnTo>
                  <a:lnTo>
                    <a:pt x="606" y="389"/>
                  </a:lnTo>
                  <a:lnTo>
                    <a:pt x="608" y="392"/>
                  </a:lnTo>
                  <a:close/>
                </a:path>
              </a:pathLst>
            </a:custGeom>
            <a:solidFill>
              <a:srgbClr val="0072B2">
                <a:alpha val="10800"/>
              </a:srgbClr>
            </a:solidFill>
            <a:ln>
              <a:noFill/>
            </a:ln>
          </p:spPr>
          <p:txBody>
            <a:bodyPr anchor="ctr"/>
            <a:lstStyle/>
            <a:p>
              <a:pPr algn="ctr">
                <a:buNone/>
              </a:pPr>
            </a:p>
          </p:txBody>
        </p:sp>
        <p:sp>
          <p:nvSpPr>
            <p:cNvPr id="638" name="addition:spatial:20"/>
            <p:cNvSpPr>
              <a:spLocks noGrp="1"/>
            </p:cNvSpPr>
            <p:nvPr/>
          </p:nvSpPr>
          <p:spPr>
            <a:xfrm>
              <a:off x="5648325" y="1666875"/>
              <a:ext cx="737189" cy="729097"/>
            </a:xfrm>
            <a:custGeom>
              <a:avLst/>
              <a:gdLst/>
              <a:ahLst/>
              <a:cxnLst/>
              <a:rect l="l" t="t" r="r" b="b"/>
              <a:pathLst>
                <a:path w="556" h="431">
                  <a:moveTo>
                    <a:pt x="0" y="0"/>
                  </a:moveTo>
                  <a:moveTo>
                    <a:pt x="554" y="407"/>
                  </a:moveTo>
                  <a:lnTo>
                    <a:pt x="556" y="410"/>
                  </a:lnTo>
                  <a:lnTo>
                    <a:pt x="555" y="411"/>
                  </a:lnTo>
                  <a:lnTo>
                    <a:pt x="552" y="413"/>
                  </a:lnTo>
                  <a:lnTo>
                    <a:pt x="549" y="414"/>
                  </a:lnTo>
                  <a:lnTo>
                    <a:pt x="548" y="416"/>
                  </a:lnTo>
                  <a:lnTo>
                    <a:pt x="548" y="417"/>
                  </a:lnTo>
                  <a:lnTo>
                    <a:pt x="547" y="419"/>
                  </a:lnTo>
                  <a:lnTo>
                    <a:pt x="545" y="420"/>
                  </a:lnTo>
                  <a:lnTo>
                    <a:pt x="542" y="421"/>
                  </a:lnTo>
                  <a:lnTo>
                    <a:pt x="540" y="422"/>
                  </a:lnTo>
                  <a:lnTo>
                    <a:pt x="538" y="423"/>
                  </a:lnTo>
                  <a:lnTo>
                    <a:pt x="536" y="424"/>
                  </a:lnTo>
                  <a:lnTo>
                    <a:pt x="534" y="425"/>
                  </a:lnTo>
                  <a:lnTo>
                    <a:pt x="531" y="426"/>
                  </a:lnTo>
                  <a:lnTo>
                    <a:pt x="528" y="426"/>
                  </a:lnTo>
                  <a:lnTo>
                    <a:pt x="526" y="428"/>
                  </a:lnTo>
                  <a:lnTo>
                    <a:pt x="523" y="430"/>
                  </a:lnTo>
                  <a:lnTo>
                    <a:pt x="519" y="431"/>
                  </a:lnTo>
                  <a:lnTo>
                    <a:pt x="516" y="429"/>
                  </a:lnTo>
                  <a:lnTo>
                    <a:pt x="514" y="427"/>
                  </a:lnTo>
                  <a:lnTo>
                    <a:pt x="512" y="424"/>
                  </a:lnTo>
                  <a:lnTo>
                    <a:pt x="511" y="422"/>
                  </a:lnTo>
                  <a:lnTo>
                    <a:pt x="508" y="422"/>
                  </a:lnTo>
                  <a:lnTo>
                    <a:pt x="505" y="423"/>
                  </a:lnTo>
                  <a:lnTo>
                    <a:pt x="503" y="422"/>
                  </a:lnTo>
                  <a:lnTo>
                    <a:pt x="500" y="422"/>
                  </a:lnTo>
                  <a:lnTo>
                    <a:pt x="499" y="420"/>
                  </a:lnTo>
                  <a:lnTo>
                    <a:pt x="497" y="419"/>
                  </a:lnTo>
                  <a:lnTo>
                    <a:pt x="495" y="418"/>
                  </a:lnTo>
                  <a:lnTo>
                    <a:pt x="493" y="417"/>
                  </a:lnTo>
                  <a:lnTo>
                    <a:pt x="494" y="415"/>
                  </a:lnTo>
                  <a:lnTo>
                    <a:pt x="495" y="413"/>
                  </a:lnTo>
                  <a:lnTo>
                    <a:pt x="495" y="411"/>
                  </a:lnTo>
                  <a:lnTo>
                    <a:pt x="494" y="409"/>
                  </a:lnTo>
                  <a:lnTo>
                    <a:pt x="493" y="407"/>
                  </a:lnTo>
                  <a:lnTo>
                    <a:pt x="494" y="406"/>
                  </a:lnTo>
                  <a:lnTo>
                    <a:pt x="497" y="404"/>
                  </a:lnTo>
                  <a:lnTo>
                    <a:pt x="500" y="403"/>
                  </a:lnTo>
                  <a:lnTo>
                    <a:pt x="502" y="402"/>
                  </a:lnTo>
                  <a:lnTo>
                    <a:pt x="502" y="400"/>
                  </a:lnTo>
                  <a:lnTo>
                    <a:pt x="501" y="398"/>
                  </a:lnTo>
                  <a:lnTo>
                    <a:pt x="500" y="395"/>
                  </a:lnTo>
                  <a:lnTo>
                    <a:pt x="500" y="393"/>
                  </a:lnTo>
                  <a:lnTo>
                    <a:pt x="502" y="392"/>
                  </a:lnTo>
                  <a:lnTo>
                    <a:pt x="505" y="391"/>
                  </a:lnTo>
                  <a:lnTo>
                    <a:pt x="507" y="390"/>
                  </a:lnTo>
                  <a:lnTo>
                    <a:pt x="509" y="389"/>
                  </a:lnTo>
                  <a:lnTo>
                    <a:pt x="512" y="390"/>
                  </a:lnTo>
                  <a:lnTo>
                    <a:pt x="515" y="391"/>
                  </a:lnTo>
                  <a:lnTo>
                    <a:pt x="517" y="391"/>
                  </a:lnTo>
                  <a:lnTo>
                    <a:pt x="518" y="390"/>
                  </a:lnTo>
                  <a:lnTo>
                    <a:pt x="520" y="389"/>
                  </a:lnTo>
                  <a:lnTo>
                    <a:pt x="522" y="387"/>
                  </a:lnTo>
                  <a:lnTo>
                    <a:pt x="525" y="387"/>
                  </a:lnTo>
                  <a:lnTo>
                    <a:pt x="527" y="388"/>
                  </a:lnTo>
                  <a:lnTo>
                    <a:pt x="528" y="390"/>
                  </a:lnTo>
                  <a:lnTo>
                    <a:pt x="531" y="390"/>
                  </a:lnTo>
                  <a:lnTo>
                    <a:pt x="534" y="390"/>
                  </a:lnTo>
                  <a:lnTo>
                    <a:pt x="537" y="389"/>
                  </a:lnTo>
                  <a:lnTo>
                    <a:pt x="540" y="390"/>
                  </a:lnTo>
                  <a:lnTo>
                    <a:pt x="541" y="392"/>
                  </a:lnTo>
                  <a:lnTo>
                    <a:pt x="542" y="394"/>
                  </a:lnTo>
                  <a:lnTo>
                    <a:pt x="542" y="396"/>
                  </a:lnTo>
                  <a:lnTo>
                    <a:pt x="543" y="398"/>
                  </a:lnTo>
                  <a:lnTo>
                    <a:pt x="544" y="400"/>
                  </a:lnTo>
                  <a:lnTo>
                    <a:pt x="544" y="401"/>
                  </a:lnTo>
                  <a:lnTo>
                    <a:pt x="545" y="403"/>
                  </a:lnTo>
                  <a:lnTo>
                    <a:pt x="547" y="404"/>
                  </a:lnTo>
                  <a:lnTo>
                    <a:pt x="550" y="406"/>
                  </a:lnTo>
                  <a:close/>
                </a:path>
              </a:pathLst>
            </a:custGeom>
            <a:solidFill>
              <a:srgbClr val="0072B2">
                <a:alpha val="10800"/>
              </a:srgbClr>
            </a:solidFill>
            <a:ln>
              <a:noFill/>
            </a:ln>
          </p:spPr>
          <p:txBody>
            <a:bodyPr anchor="ctr"/>
            <a:lstStyle/>
            <a:p>
              <a:pPr algn="ctr">
                <a:buNone/>
              </a:pPr>
            </a:p>
          </p:txBody>
        </p:sp>
        <p:sp>
          <p:nvSpPr>
            <p:cNvPr id="639" name="addition:spatial:21"/>
            <p:cNvSpPr>
              <a:spLocks noGrp="1"/>
            </p:cNvSpPr>
            <p:nvPr/>
          </p:nvSpPr>
          <p:spPr>
            <a:xfrm>
              <a:off x="5648325" y="1666875"/>
              <a:ext cx="1360353" cy="1080958"/>
            </a:xfrm>
            <a:custGeom>
              <a:avLst/>
              <a:gdLst/>
              <a:ahLst/>
              <a:cxnLst/>
              <a:rect l="l" t="t" r="r" b="b"/>
              <a:pathLst>
                <a:path w="1026" h="639">
                  <a:moveTo>
                    <a:pt x="0" y="0"/>
                  </a:moveTo>
                  <a:moveTo>
                    <a:pt x="1004" y="555"/>
                  </a:moveTo>
                  <a:lnTo>
                    <a:pt x="1010" y="562"/>
                  </a:lnTo>
                  <a:lnTo>
                    <a:pt x="1019" y="570"/>
                  </a:lnTo>
                  <a:lnTo>
                    <a:pt x="1026" y="580"/>
                  </a:lnTo>
                  <a:lnTo>
                    <a:pt x="1023" y="587"/>
                  </a:lnTo>
                  <a:lnTo>
                    <a:pt x="1009" y="592"/>
                  </a:lnTo>
                  <a:lnTo>
                    <a:pt x="991" y="593"/>
                  </a:lnTo>
                  <a:lnTo>
                    <a:pt x="978" y="594"/>
                  </a:lnTo>
                  <a:lnTo>
                    <a:pt x="972" y="599"/>
                  </a:lnTo>
                  <a:lnTo>
                    <a:pt x="970" y="606"/>
                  </a:lnTo>
                  <a:lnTo>
                    <a:pt x="966" y="614"/>
                  </a:lnTo>
                  <a:lnTo>
                    <a:pt x="958" y="619"/>
                  </a:lnTo>
                  <a:lnTo>
                    <a:pt x="950" y="624"/>
                  </a:lnTo>
                  <a:lnTo>
                    <a:pt x="941" y="629"/>
                  </a:lnTo>
                  <a:lnTo>
                    <a:pt x="931" y="635"/>
                  </a:lnTo>
                  <a:lnTo>
                    <a:pt x="920" y="639"/>
                  </a:lnTo>
                  <a:lnTo>
                    <a:pt x="908" y="639"/>
                  </a:lnTo>
                  <a:lnTo>
                    <a:pt x="896" y="635"/>
                  </a:lnTo>
                  <a:lnTo>
                    <a:pt x="885" y="632"/>
                  </a:lnTo>
                  <a:lnTo>
                    <a:pt x="874" y="632"/>
                  </a:lnTo>
                  <a:lnTo>
                    <a:pt x="862" y="635"/>
                  </a:lnTo>
                  <a:lnTo>
                    <a:pt x="851" y="634"/>
                  </a:lnTo>
                  <a:lnTo>
                    <a:pt x="843" y="628"/>
                  </a:lnTo>
                  <a:lnTo>
                    <a:pt x="840" y="618"/>
                  </a:lnTo>
                  <a:lnTo>
                    <a:pt x="837" y="610"/>
                  </a:lnTo>
                  <a:lnTo>
                    <a:pt x="830" y="607"/>
                  </a:lnTo>
                  <a:lnTo>
                    <a:pt x="818" y="608"/>
                  </a:lnTo>
                  <a:lnTo>
                    <a:pt x="804" y="608"/>
                  </a:lnTo>
                  <a:lnTo>
                    <a:pt x="793" y="606"/>
                  </a:lnTo>
                  <a:lnTo>
                    <a:pt x="787" y="600"/>
                  </a:lnTo>
                  <a:lnTo>
                    <a:pt x="784" y="593"/>
                  </a:lnTo>
                  <a:lnTo>
                    <a:pt x="782" y="585"/>
                  </a:lnTo>
                  <a:lnTo>
                    <a:pt x="781" y="578"/>
                  </a:lnTo>
                  <a:lnTo>
                    <a:pt x="786" y="570"/>
                  </a:lnTo>
                  <a:lnTo>
                    <a:pt x="796" y="562"/>
                  </a:lnTo>
                  <a:lnTo>
                    <a:pt x="805" y="555"/>
                  </a:lnTo>
                  <a:lnTo>
                    <a:pt x="808" y="549"/>
                  </a:lnTo>
                  <a:lnTo>
                    <a:pt x="804" y="542"/>
                  </a:lnTo>
                  <a:lnTo>
                    <a:pt x="797" y="534"/>
                  </a:lnTo>
                  <a:lnTo>
                    <a:pt x="797" y="526"/>
                  </a:lnTo>
                  <a:lnTo>
                    <a:pt x="804" y="520"/>
                  </a:lnTo>
                  <a:lnTo>
                    <a:pt x="814" y="516"/>
                  </a:lnTo>
                  <a:lnTo>
                    <a:pt x="820" y="511"/>
                  </a:lnTo>
                  <a:lnTo>
                    <a:pt x="821" y="503"/>
                  </a:lnTo>
                  <a:lnTo>
                    <a:pt x="821" y="494"/>
                  </a:lnTo>
                  <a:lnTo>
                    <a:pt x="825" y="486"/>
                  </a:lnTo>
                  <a:lnTo>
                    <a:pt x="834" y="483"/>
                  </a:lnTo>
                  <a:lnTo>
                    <a:pt x="844" y="482"/>
                  </a:lnTo>
                  <a:lnTo>
                    <a:pt x="854" y="483"/>
                  </a:lnTo>
                  <a:lnTo>
                    <a:pt x="863" y="482"/>
                  </a:lnTo>
                  <a:lnTo>
                    <a:pt x="871" y="483"/>
                  </a:lnTo>
                  <a:lnTo>
                    <a:pt x="879" y="485"/>
                  </a:lnTo>
                  <a:lnTo>
                    <a:pt x="887" y="489"/>
                  </a:lnTo>
                  <a:lnTo>
                    <a:pt x="894" y="488"/>
                  </a:lnTo>
                  <a:lnTo>
                    <a:pt x="902" y="482"/>
                  </a:lnTo>
                  <a:lnTo>
                    <a:pt x="913" y="473"/>
                  </a:lnTo>
                  <a:lnTo>
                    <a:pt x="926" y="468"/>
                  </a:lnTo>
                  <a:lnTo>
                    <a:pt x="936" y="471"/>
                  </a:lnTo>
                  <a:lnTo>
                    <a:pt x="942" y="480"/>
                  </a:lnTo>
                  <a:lnTo>
                    <a:pt x="946" y="489"/>
                  </a:lnTo>
                  <a:lnTo>
                    <a:pt x="952" y="496"/>
                  </a:lnTo>
                  <a:lnTo>
                    <a:pt x="962" y="499"/>
                  </a:lnTo>
                  <a:lnTo>
                    <a:pt x="971" y="503"/>
                  </a:lnTo>
                  <a:lnTo>
                    <a:pt x="977" y="509"/>
                  </a:lnTo>
                  <a:lnTo>
                    <a:pt x="980" y="517"/>
                  </a:lnTo>
                  <a:lnTo>
                    <a:pt x="983" y="523"/>
                  </a:lnTo>
                  <a:lnTo>
                    <a:pt x="989" y="529"/>
                  </a:lnTo>
                  <a:lnTo>
                    <a:pt x="996" y="535"/>
                  </a:lnTo>
                  <a:lnTo>
                    <a:pt x="1001" y="541"/>
                  </a:lnTo>
                  <a:lnTo>
                    <a:pt x="1003" y="548"/>
                  </a:lnTo>
                  <a:close/>
                </a:path>
              </a:pathLst>
            </a:custGeom>
            <a:solidFill>
              <a:srgbClr val="F5DAC5">
                <a:alpha val="12900"/>
              </a:srgbClr>
            </a:solidFill>
            <a:ln>
              <a:noFill/>
            </a:ln>
          </p:spPr>
          <p:txBody>
            <a:bodyPr anchor="ctr"/>
            <a:lstStyle/>
            <a:p>
              <a:pPr algn="ctr">
                <a:buNone/>
              </a:pPr>
            </a:p>
          </p:txBody>
        </p:sp>
        <p:sp>
          <p:nvSpPr>
            <p:cNvPr id="640" name="addition:spatial:22"/>
            <p:cNvSpPr>
              <a:spLocks noGrp="1"/>
            </p:cNvSpPr>
            <p:nvPr/>
          </p:nvSpPr>
          <p:spPr>
            <a:xfrm>
              <a:off x="5648325" y="1666875"/>
              <a:ext cx="1312621" cy="1074191"/>
            </a:xfrm>
            <a:custGeom>
              <a:avLst/>
              <a:gdLst/>
              <a:ahLst/>
              <a:cxnLst/>
              <a:rect l="l" t="t" r="r" b="b"/>
              <a:pathLst>
                <a:path w="990" h="635">
                  <a:moveTo>
                    <a:pt x="0" y="0"/>
                  </a:moveTo>
                  <a:moveTo>
                    <a:pt x="983" y="560"/>
                  </a:moveTo>
                  <a:lnTo>
                    <a:pt x="986" y="566"/>
                  </a:lnTo>
                  <a:lnTo>
                    <a:pt x="990" y="573"/>
                  </a:lnTo>
                  <a:lnTo>
                    <a:pt x="989" y="579"/>
                  </a:lnTo>
                  <a:lnTo>
                    <a:pt x="984" y="585"/>
                  </a:lnTo>
                  <a:lnTo>
                    <a:pt x="977" y="589"/>
                  </a:lnTo>
                  <a:lnTo>
                    <a:pt x="973" y="594"/>
                  </a:lnTo>
                  <a:lnTo>
                    <a:pt x="971" y="600"/>
                  </a:lnTo>
                  <a:lnTo>
                    <a:pt x="969" y="606"/>
                  </a:lnTo>
                  <a:lnTo>
                    <a:pt x="961" y="610"/>
                  </a:lnTo>
                  <a:lnTo>
                    <a:pt x="950" y="610"/>
                  </a:lnTo>
                  <a:lnTo>
                    <a:pt x="938" y="608"/>
                  </a:lnTo>
                  <a:lnTo>
                    <a:pt x="930" y="609"/>
                  </a:lnTo>
                  <a:lnTo>
                    <a:pt x="926" y="615"/>
                  </a:lnTo>
                  <a:lnTo>
                    <a:pt x="921" y="624"/>
                  </a:lnTo>
                  <a:lnTo>
                    <a:pt x="913" y="632"/>
                  </a:lnTo>
                  <a:lnTo>
                    <a:pt x="904" y="635"/>
                  </a:lnTo>
                  <a:lnTo>
                    <a:pt x="893" y="635"/>
                  </a:lnTo>
                  <a:lnTo>
                    <a:pt x="882" y="633"/>
                  </a:lnTo>
                  <a:lnTo>
                    <a:pt x="872" y="631"/>
                  </a:lnTo>
                  <a:lnTo>
                    <a:pt x="863" y="628"/>
                  </a:lnTo>
                  <a:lnTo>
                    <a:pt x="855" y="622"/>
                  </a:lnTo>
                  <a:lnTo>
                    <a:pt x="850" y="615"/>
                  </a:lnTo>
                  <a:lnTo>
                    <a:pt x="844" y="610"/>
                  </a:lnTo>
                  <a:lnTo>
                    <a:pt x="836" y="610"/>
                  </a:lnTo>
                  <a:lnTo>
                    <a:pt x="824" y="611"/>
                  </a:lnTo>
                  <a:lnTo>
                    <a:pt x="814" y="611"/>
                  </a:lnTo>
                  <a:lnTo>
                    <a:pt x="808" y="606"/>
                  </a:lnTo>
                  <a:lnTo>
                    <a:pt x="807" y="599"/>
                  </a:lnTo>
                  <a:lnTo>
                    <a:pt x="806" y="593"/>
                  </a:lnTo>
                  <a:lnTo>
                    <a:pt x="801" y="588"/>
                  </a:lnTo>
                  <a:lnTo>
                    <a:pt x="792" y="585"/>
                  </a:lnTo>
                  <a:lnTo>
                    <a:pt x="784" y="580"/>
                  </a:lnTo>
                  <a:lnTo>
                    <a:pt x="783" y="573"/>
                  </a:lnTo>
                  <a:lnTo>
                    <a:pt x="788" y="566"/>
                  </a:lnTo>
                  <a:lnTo>
                    <a:pt x="795" y="560"/>
                  </a:lnTo>
                  <a:lnTo>
                    <a:pt x="801" y="554"/>
                  </a:lnTo>
                  <a:lnTo>
                    <a:pt x="806" y="549"/>
                  </a:lnTo>
                  <a:lnTo>
                    <a:pt x="811" y="544"/>
                  </a:lnTo>
                  <a:lnTo>
                    <a:pt x="817" y="539"/>
                  </a:lnTo>
                  <a:lnTo>
                    <a:pt x="822" y="535"/>
                  </a:lnTo>
                  <a:lnTo>
                    <a:pt x="822" y="529"/>
                  </a:lnTo>
                  <a:lnTo>
                    <a:pt x="818" y="520"/>
                  </a:lnTo>
                  <a:lnTo>
                    <a:pt x="816" y="510"/>
                  </a:lnTo>
                  <a:lnTo>
                    <a:pt x="820" y="503"/>
                  </a:lnTo>
                  <a:lnTo>
                    <a:pt x="830" y="501"/>
                  </a:lnTo>
                  <a:lnTo>
                    <a:pt x="842" y="503"/>
                  </a:lnTo>
                  <a:lnTo>
                    <a:pt x="852" y="503"/>
                  </a:lnTo>
                  <a:lnTo>
                    <a:pt x="858" y="501"/>
                  </a:lnTo>
                  <a:lnTo>
                    <a:pt x="863" y="497"/>
                  </a:lnTo>
                  <a:lnTo>
                    <a:pt x="870" y="494"/>
                  </a:lnTo>
                  <a:lnTo>
                    <a:pt x="877" y="495"/>
                  </a:lnTo>
                  <a:lnTo>
                    <a:pt x="884" y="497"/>
                  </a:lnTo>
                  <a:lnTo>
                    <a:pt x="891" y="499"/>
                  </a:lnTo>
                  <a:lnTo>
                    <a:pt x="897" y="498"/>
                  </a:lnTo>
                  <a:lnTo>
                    <a:pt x="904" y="496"/>
                  </a:lnTo>
                  <a:lnTo>
                    <a:pt x="912" y="497"/>
                  </a:lnTo>
                  <a:lnTo>
                    <a:pt x="918" y="499"/>
                  </a:lnTo>
                  <a:lnTo>
                    <a:pt x="926" y="501"/>
                  </a:lnTo>
                  <a:lnTo>
                    <a:pt x="936" y="500"/>
                  </a:lnTo>
                  <a:lnTo>
                    <a:pt x="947" y="500"/>
                  </a:lnTo>
                  <a:lnTo>
                    <a:pt x="956" y="503"/>
                  </a:lnTo>
                  <a:lnTo>
                    <a:pt x="958" y="511"/>
                  </a:lnTo>
                  <a:lnTo>
                    <a:pt x="955" y="521"/>
                  </a:lnTo>
                  <a:lnTo>
                    <a:pt x="950" y="530"/>
                  </a:lnTo>
                  <a:lnTo>
                    <a:pt x="952" y="536"/>
                  </a:lnTo>
                  <a:lnTo>
                    <a:pt x="959" y="539"/>
                  </a:lnTo>
                  <a:lnTo>
                    <a:pt x="969" y="543"/>
                  </a:lnTo>
                  <a:lnTo>
                    <a:pt x="976" y="548"/>
                  </a:lnTo>
                  <a:lnTo>
                    <a:pt x="980" y="554"/>
                  </a:lnTo>
                  <a:close/>
                </a:path>
              </a:pathLst>
            </a:custGeom>
            <a:solidFill>
              <a:srgbClr val="ECB78D">
                <a:alpha val="12900"/>
              </a:srgbClr>
            </a:solidFill>
            <a:ln>
              <a:noFill/>
            </a:ln>
          </p:spPr>
          <p:txBody>
            <a:bodyPr anchor="ctr"/>
            <a:lstStyle/>
            <a:p>
              <a:pPr algn="ctr">
                <a:buNone/>
              </a:pPr>
            </a:p>
          </p:txBody>
        </p:sp>
        <p:sp>
          <p:nvSpPr>
            <p:cNvPr id="641" name="addition:spatial:23"/>
            <p:cNvSpPr>
              <a:spLocks noGrp="1"/>
            </p:cNvSpPr>
            <p:nvPr/>
          </p:nvSpPr>
          <p:spPr>
            <a:xfrm>
              <a:off x="5648325" y="1666875"/>
              <a:ext cx="1282126" cy="1058967"/>
            </a:xfrm>
            <a:custGeom>
              <a:avLst/>
              <a:gdLst/>
              <a:ahLst/>
              <a:cxnLst/>
              <a:rect l="l" t="t" r="r" b="b"/>
              <a:pathLst>
                <a:path w="967" h="626">
                  <a:moveTo>
                    <a:pt x="0" y="0"/>
                  </a:moveTo>
                  <a:moveTo>
                    <a:pt x="957" y="565"/>
                  </a:moveTo>
                  <a:lnTo>
                    <a:pt x="960" y="570"/>
                  </a:lnTo>
                  <a:lnTo>
                    <a:pt x="958" y="576"/>
                  </a:lnTo>
                  <a:lnTo>
                    <a:pt x="951" y="580"/>
                  </a:lnTo>
                  <a:lnTo>
                    <a:pt x="943" y="583"/>
                  </a:lnTo>
                  <a:lnTo>
                    <a:pt x="938" y="587"/>
                  </a:lnTo>
                  <a:lnTo>
                    <a:pt x="939" y="593"/>
                  </a:lnTo>
                  <a:lnTo>
                    <a:pt x="941" y="600"/>
                  </a:lnTo>
                  <a:lnTo>
                    <a:pt x="940" y="606"/>
                  </a:lnTo>
                  <a:lnTo>
                    <a:pt x="936" y="611"/>
                  </a:lnTo>
                  <a:lnTo>
                    <a:pt x="931" y="615"/>
                  </a:lnTo>
                  <a:lnTo>
                    <a:pt x="925" y="618"/>
                  </a:lnTo>
                  <a:lnTo>
                    <a:pt x="919" y="621"/>
                  </a:lnTo>
                  <a:lnTo>
                    <a:pt x="911" y="621"/>
                  </a:lnTo>
                  <a:lnTo>
                    <a:pt x="903" y="618"/>
                  </a:lnTo>
                  <a:lnTo>
                    <a:pt x="896" y="614"/>
                  </a:lnTo>
                  <a:lnTo>
                    <a:pt x="890" y="612"/>
                  </a:lnTo>
                  <a:lnTo>
                    <a:pt x="886" y="615"/>
                  </a:lnTo>
                  <a:lnTo>
                    <a:pt x="880" y="622"/>
                  </a:lnTo>
                  <a:lnTo>
                    <a:pt x="873" y="626"/>
                  </a:lnTo>
                  <a:lnTo>
                    <a:pt x="866" y="626"/>
                  </a:lnTo>
                  <a:lnTo>
                    <a:pt x="860" y="623"/>
                  </a:lnTo>
                  <a:lnTo>
                    <a:pt x="855" y="619"/>
                  </a:lnTo>
                  <a:lnTo>
                    <a:pt x="849" y="617"/>
                  </a:lnTo>
                  <a:lnTo>
                    <a:pt x="841" y="616"/>
                  </a:lnTo>
                  <a:lnTo>
                    <a:pt x="833" y="614"/>
                  </a:lnTo>
                  <a:lnTo>
                    <a:pt x="828" y="610"/>
                  </a:lnTo>
                  <a:lnTo>
                    <a:pt x="825" y="604"/>
                  </a:lnTo>
                  <a:lnTo>
                    <a:pt x="822" y="599"/>
                  </a:lnTo>
                  <a:lnTo>
                    <a:pt x="818" y="594"/>
                  </a:lnTo>
                  <a:lnTo>
                    <a:pt x="814" y="589"/>
                  </a:lnTo>
                  <a:lnTo>
                    <a:pt x="813" y="584"/>
                  </a:lnTo>
                  <a:lnTo>
                    <a:pt x="814" y="579"/>
                  </a:lnTo>
                  <a:lnTo>
                    <a:pt x="813" y="574"/>
                  </a:lnTo>
                  <a:lnTo>
                    <a:pt x="807" y="570"/>
                  </a:lnTo>
                  <a:lnTo>
                    <a:pt x="796" y="565"/>
                  </a:lnTo>
                  <a:lnTo>
                    <a:pt x="785" y="559"/>
                  </a:lnTo>
                  <a:lnTo>
                    <a:pt x="782" y="553"/>
                  </a:lnTo>
                  <a:lnTo>
                    <a:pt x="787" y="547"/>
                  </a:lnTo>
                  <a:lnTo>
                    <a:pt x="797" y="544"/>
                  </a:lnTo>
                  <a:lnTo>
                    <a:pt x="805" y="541"/>
                  </a:lnTo>
                  <a:lnTo>
                    <a:pt x="809" y="537"/>
                  </a:lnTo>
                  <a:lnTo>
                    <a:pt x="812" y="532"/>
                  </a:lnTo>
                  <a:lnTo>
                    <a:pt x="817" y="529"/>
                  </a:lnTo>
                  <a:lnTo>
                    <a:pt x="823" y="526"/>
                  </a:lnTo>
                  <a:lnTo>
                    <a:pt x="829" y="523"/>
                  </a:lnTo>
                  <a:lnTo>
                    <a:pt x="834" y="519"/>
                  </a:lnTo>
                  <a:lnTo>
                    <a:pt x="839" y="514"/>
                  </a:lnTo>
                  <a:lnTo>
                    <a:pt x="845" y="510"/>
                  </a:lnTo>
                  <a:lnTo>
                    <a:pt x="854" y="508"/>
                  </a:lnTo>
                  <a:lnTo>
                    <a:pt x="863" y="509"/>
                  </a:lnTo>
                  <a:lnTo>
                    <a:pt x="871" y="508"/>
                  </a:lnTo>
                  <a:lnTo>
                    <a:pt x="879" y="504"/>
                  </a:lnTo>
                  <a:lnTo>
                    <a:pt x="888" y="500"/>
                  </a:lnTo>
                  <a:lnTo>
                    <a:pt x="897" y="498"/>
                  </a:lnTo>
                  <a:lnTo>
                    <a:pt x="905" y="503"/>
                  </a:lnTo>
                  <a:lnTo>
                    <a:pt x="911" y="511"/>
                  </a:lnTo>
                  <a:lnTo>
                    <a:pt x="914" y="518"/>
                  </a:lnTo>
                  <a:lnTo>
                    <a:pt x="919" y="522"/>
                  </a:lnTo>
                  <a:lnTo>
                    <a:pt x="926" y="523"/>
                  </a:lnTo>
                  <a:lnTo>
                    <a:pt x="934" y="523"/>
                  </a:lnTo>
                  <a:lnTo>
                    <a:pt x="941" y="524"/>
                  </a:lnTo>
                  <a:lnTo>
                    <a:pt x="948" y="527"/>
                  </a:lnTo>
                  <a:lnTo>
                    <a:pt x="954" y="529"/>
                  </a:lnTo>
                  <a:lnTo>
                    <a:pt x="961" y="532"/>
                  </a:lnTo>
                  <a:lnTo>
                    <a:pt x="967" y="536"/>
                  </a:lnTo>
                  <a:lnTo>
                    <a:pt x="967" y="542"/>
                  </a:lnTo>
                  <a:lnTo>
                    <a:pt x="962" y="549"/>
                  </a:lnTo>
                  <a:lnTo>
                    <a:pt x="956" y="555"/>
                  </a:lnTo>
                  <a:lnTo>
                    <a:pt x="954" y="560"/>
                  </a:lnTo>
                  <a:close/>
                </a:path>
              </a:pathLst>
            </a:custGeom>
            <a:solidFill>
              <a:srgbClr val="E18B48">
                <a:alpha val="10500"/>
              </a:srgbClr>
            </a:solidFill>
            <a:ln>
              <a:noFill/>
            </a:ln>
          </p:spPr>
          <p:txBody>
            <a:bodyPr anchor="ctr"/>
            <a:lstStyle/>
            <a:p>
              <a:pPr algn="ctr">
                <a:buNone/>
              </a:pPr>
            </a:p>
          </p:txBody>
        </p:sp>
        <p:sp>
          <p:nvSpPr>
            <p:cNvPr id="642" name="addition:spatial:24"/>
            <p:cNvSpPr>
              <a:spLocks noGrp="1"/>
            </p:cNvSpPr>
            <p:nvPr/>
          </p:nvSpPr>
          <p:spPr>
            <a:xfrm>
              <a:off x="5648325" y="1666875"/>
              <a:ext cx="1169426" cy="967618"/>
            </a:xfrm>
            <a:custGeom>
              <a:avLst/>
              <a:gdLst/>
              <a:ahLst/>
              <a:cxnLst/>
              <a:rect l="l" t="t" r="r" b="b"/>
              <a:pathLst>
                <a:path w="882" h="572">
                  <a:moveTo>
                    <a:pt x="0" y="0"/>
                  </a:moveTo>
                  <a:moveTo>
                    <a:pt x="875" y="546"/>
                  </a:moveTo>
                  <a:lnTo>
                    <a:pt x="873" y="548"/>
                  </a:lnTo>
                  <a:lnTo>
                    <a:pt x="874" y="549"/>
                  </a:lnTo>
                  <a:lnTo>
                    <a:pt x="877" y="552"/>
                  </a:lnTo>
                  <a:lnTo>
                    <a:pt x="880" y="555"/>
                  </a:lnTo>
                  <a:lnTo>
                    <a:pt x="880" y="558"/>
                  </a:lnTo>
                  <a:lnTo>
                    <a:pt x="878" y="560"/>
                  </a:lnTo>
                  <a:lnTo>
                    <a:pt x="876" y="561"/>
                  </a:lnTo>
                  <a:lnTo>
                    <a:pt x="874" y="562"/>
                  </a:lnTo>
                  <a:lnTo>
                    <a:pt x="872" y="564"/>
                  </a:lnTo>
                  <a:lnTo>
                    <a:pt x="870" y="566"/>
                  </a:lnTo>
                  <a:lnTo>
                    <a:pt x="867" y="566"/>
                  </a:lnTo>
                  <a:lnTo>
                    <a:pt x="864" y="566"/>
                  </a:lnTo>
                  <a:lnTo>
                    <a:pt x="862" y="567"/>
                  </a:lnTo>
                  <a:lnTo>
                    <a:pt x="860" y="568"/>
                  </a:lnTo>
                  <a:lnTo>
                    <a:pt x="858" y="569"/>
                  </a:lnTo>
                  <a:lnTo>
                    <a:pt x="855" y="570"/>
                  </a:lnTo>
                  <a:lnTo>
                    <a:pt x="852" y="569"/>
                  </a:lnTo>
                  <a:lnTo>
                    <a:pt x="850" y="567"/>
                  </a:lnTo>
                  <a:lnTo>
                    <a:pt x="847" y="568"/>
                  </a:lnTo>
                  <a:lnTo>
                    <a:pt x="844" y="570"/>
                  </a:lnTo>
                  <a:lnTo>
                    <a:pt x="840" y="572"/>
                  </a:lnTo>
                  <a:lnTo>
                    <a:pt x="835" y="572"/>
                  </a:lnTo>
                  <a:lnTo>
                    <a:pt x="833" y="571"/>
                  </a:lnTo>
                  <a:lnTo>
                    <a:pt x="831" y="567"/>
                  </a:lnTo>
                  <a:lnTo>
                    <a:pt x="830" y="564"/>
                  </a:lnTo>
                  <a:lnTo>
                    <a:pt x="828" y="562"/>
                  </a:lnTo>
                  <a:lnTo>
                    <a:pt x="826" y="561"/>
                  </a:lnTo>
                  <a:lnTo>
                    <a:pt x="824" y="559"/>
                  </a:lnTo>
                  <a:lnTo>
                    <a:pt x="823" y="557"/>
                  </a:lnTo>
                  <a:lnTo>
                    <a:pt x="821" y="555"/>
                  </a:lnTo>
                  <a:lnTo>
                    <a:pt x="817" y="554"/>
                  </a:lnTo>
                  <a:lnTo>
                    <a:pt x="813" y="553"/>
                  </a:lnTo>
                  <a:lnTo>
                    <a:pt x="810" y="551"/>
                  </a:lnTo>
                  <a:lnTo>
                    <a:pt x="810" y="548"/>
                  </a:lnTo>
                  <a:lnTo>
                    <a:pt x="812" y="546"/>
                  </a:lnTo>
                  <a:lnTo>
                    <a:pt x="813" y="544"/>
                  </a:lnTo>
                  <a:lnTo>
                    <a:pt x="813" y="541"/>
                  </a:lnTo>
                  <a:lnTo>
                    <a:pt x="812" y="539"/>
                  </a:lnTo>
                  <a:lnTo>
                    <a:pt x="811" y="536"/>
                  </a:lnTo>
                  <a:lnTo>
                    <a:pt x="814" y="534"/>
                  </a:lnTo>
                  <a:lnTo>
                    <a:pt x="818" y="533"/>
                  </a:lnTo>
                  <a:lnTo>
                    <a:pt x="822" y="533"/>
                  </a:lnTo>
                  <a:lnTo>
                    <a:pt x="825" y="532"/>
                  </a:lnTo>
                  <a:lnTo>
                    <a:pt x="827" y="530"/>
                  </a:lnTo>
                  <a:lnTo>
                    <a:pt x="829" y="528"/>
                  </a:lnTo>
                  <a:lnTo>
                    <a:pt x="831" y="526"/>
                  </a:lnTo>
                  <a:lnTo>
                    <a:pt x="833" y="524"/>
                  </a:lnTo>
                  <a:lnTo>
                    <a:pt x="836" y="522"/>
                  </a:lnTo>
                  <a:lnTo>
                    <a:pt x="838" y="520"/>
                  </a:lnTo>
                  <a:lnTo>
                    <a:pt x="842" y="518"/>
                  </a:lnTo>
                  <a:lnTo>
                    <a:pt x="846" y="518"/>
                  </a:lnTo>
                  <a:lnTo>
                    <a:pt x="849" y="520"/>
                  </a:lnTo>
                  <a:lnTo>
                    <a:pt x="853" y="523"/>
                  </a:lnTo>
                  <a:lnTo>
                    <a:pt x="855" y="525"/>
                  </a:lnTo>
                  <a:lnTo>
                    <a:pt x="858" y="525"/>
                  </a:lnTo>
                  <a:lnTo>
                    <a:pt x="861" y="523"/>
                  </a:lnTo>
                  <a:lnTo>
                    <a:pt x="865" y="523"/>
                  </a:lnTo>
                  <a:lnTo>
                    <a:pt x="867" y="524"/>
                  </a:lnTo>
                  <a:lnTo>
                    <a:pt x="868" y="526"/>
                  </a:lnTo>
                  <a:lnTo>
                    <a:pt x="870" y="528"/>
                  </a:lnTo>
                  <a:lnTo>
                    <a:pt x="873" y="529"/>
                  </a:lnTo>
                  <a:lnTo>
                    <a:pt x="876" y="529"/>
                  </a:lnTo>
                  <a:lnTo>
                    <a:pt x="878" y="530"/>
                  </a:lnTo>
                  <a:lnTo>
                    <a:pt x="879" y="532"/>
                  </a:lnTo>
                  <a:lnTo>
                    <a:pt x="880" y="535"/>
                  </a:lnTo>
                  <a:lnTo>
                    <a:pt x="881" y="537"/>
                  </a:lnTo>
                  <a:lnTo>
                    <a:pt x="882" y="539"/>
                  </a:lnTo>
                  <a:lnTo>
                    <a:pt x="882" y="541"/>
                  </a:lnTo>
                  <a:lnTo>
                    <a:pt x="879" y="544"/>
                  </a:lnTo>
                  <a:close/>
                </a:path>
              </a:pathLst>
            </a:custGeom>
            <a:solidFill>
              <a:srgbClr val="ECB78D">
                <a:alpha val="9600"/>
              </a:srgbClr>
            </a:solidFill>
            <a:ln>
              <a:noFill/>
            </a:ln>
          </p:spPr>
          <p:txBody>
            <a:bodyPr anchor="ctr"/>
            <a:lstStyle/>
            <a:p>
              <a:pPr algn="ctr">
                <a:buNone/>
              </a:pPr>
            </a:p>
          </p:txBody>
        </p:sp>
        <p:sp>
          <p:nvSpPr>
            <p:cNvPr id="643" name="addition:spatial:25"/>
            <p:cNvSpPr>
              <a:spLocks noGrp="1"/>
            </p:cNvSpPr>
            <p:nvPr/>
          </p:nvSpPr>
          <p:spPr>
            <a:xfrm>
              <a:off x="5648325" y="1666875"/>
              <a:ext cx="1209203" cy="933785"/>
            </a:xfrm>
            <a:custGeom>
              <a:avLst/>
              <a:gdLst/>
              <a:ahLst/>
              <a:cxnLst/>
              <a:rect l="l" t="t" r="r" b="b"/>
              <a:pathLst>
                <a:path w="912" h="552">
                  <a:moveTo>
                    <a:pt x="0" y="0"/>
                  </a:moveTo>
                  <a:moveTo>
                    <a:pt x="909" y="526"/>
                  </a:moveTo>
                  <a:lnTo>
                    <a:pt x="911" y="528"/>
                  </a:lnTo>
                  <a:lnTo>
                    <a:pt x="912" y="531"/>
                  </a:lnTo>
                  <a:lnTo>
                    <a:pt x="910" y="533"/>
                  </a:lnTo>
                  <a:lnTo>
                    <a:pt x="906" y="534"/>
                  </a:lnTo>
                  <a:lnTo>
                    <a:pt x="902" y="535"/>
                  </a:lnTo>
                  <a:lnTo>
                    <a:pt x="899" y="537"/>
                  </a:lnTo>
                  <a:lnTo>
                    <a:pt x="898" y="539"/>
                  </a:lnTo>
                  <a:lnTo>
                    <a:pt x="897" y="541"/>
                  </a:lnTo>
                  <a:lnTo>
                    <a:pt x="896" y="543"/>
                  </a:lnTo>
                  <a:lnTo>
                    <a:pt x="894" y="545"/>
                  </a:lnTo>
                  <a:lnTo>
                    <a:pt x="892" y="547"/>
                  </a:lnTo>
                  <a:lnTo>
                    <a:pt x="890" y="550"/>
                  </a:lnTo>
                  <a:lnTo>
                    <a:pt x="888" y="552"/>
                  </a:lnTo>
                  <a:lnTo>
                    <a:pt x="884" y="552"/>
                  </a:lnTo>
                  <a:lnTo>
                    <a:pt x="881" y="550"/>
                  </a:lnTo>
                  <a:lnTo>
                    <a:pt x="877" y="548"/>
                  </a:lnTo>
                  <a:lnTo>
                    <a:pt x="875" y="546"/>
                  </a:lnTo>
                  <a:lnTo>
                    <a:pt x="873" y="547"/>
                  </a:lnTo>
                  <a:lnTo>
                    <a:pt x="870" y="549"/>
                  </a:lnTo>
                  <a:lnTo>
                    <a:pt x="867" y="550"/>
                  </a:lnTo>
                  <a:lnTo>
                    <a:pt x="865" y="549"/>
                  </a:lnTo>
                  <a:lnTo>
                    <a:pt x="863" y="547"/>
                  </a:lnTo>
                  <a:lnTo>
                    <a:pt x="862" y="546"/>
                  </a:lnTo>
                  <a:lnTo>
                    <a:pt x="859" y="546"/>
                  </a:lnTo>
                  <a:lnTo>
                    <a:pt x="856" y="545"/>
                  </a:lnTo>
                  <a:lnTo>
                    <a:pt x="853" y="545"/>
                  </a:lnTo>
                  <a:lnTo>
                    <a:pt x="852" y="543"/>
                  </a:lnTo>
                  <a:lnTo>
                    <a:pt x="851" y="541"/>
                  </a:lnTo>
                  <a:lnTo>
                    <a:pt x="849" y="539"/>
                  </a:lnTo>
                  <a:lnTo>
                    <a:pt x="848" y="537"/>
                  </a:lnTo>
                  <a:lnTo>
                    <a:pt x="847" y="535"/>
                  </a:lnTo>
                  <a:lnTo>
                    <a:pt x="849" y="532"/>
                  </a:lnTo>
                  <a:lnTo>
                    <a:pt x="851" y="530"/>
                  </a:lnTo>
                  <a:lnTo>
                    <a:pt x="853" y="528"/>
                  </a:lnTo>
                  <a:lnTo>
                    <a:pt x="851" y="526"/>
                  </a:lnTo>
                  <a:lnTo>
                    <a:pt x="847" y="524"/>
                  </a:lnTo>
                  <a:lnTo>
                    <a:pt x="844" y="522"/>
                  </a:lnTo>
                  <a:lnTo>
                    <a:pt x="842" y="519"/>
                  </a:lnTo>
                  <a:lnTo>
                    <a:pt x="843" y="517"/>
                  </a:lnTo>
                  <a:lnTo>
                    <a:pt x="846" y="515"/>
                  </a:lnTo>
                  <a:lnTo>
                    <a:pt x="847" y="514"/>
                  </a:lnTo>
                  <a:lnTo>
                    <a:pt x="848" y="512"/>
                  </a:lnTo>
                  <a:lnTo>
                    <a:pt x="850" y="510"/>
                  </a:lnTo>
                  <a:lnTo>
                    <a:pt x="852" y="509"/>
                  </a:lnTo>
                  <a:lnTo>
                    <a:pt x="855" y="509"/>
                  </a:lnTo>
                  <a:lnTo>
                    <a:pt x="857" y="508"/>
                  </a:lnTo>
                  <a:lnTo>
                    <a:pt x="859" y="506"/>
                  </a:lnTo>
                  <a:lnTo>
                    <a:pt x="861" y="505"/>
                  </a:lnTo>
                  <a:lnTo>
                    <a:pt x="864" y="504"/>
                  </a:lnTo>
                  <a:lnTo>
                    <a:pt x="867" y="504"/>
                  </a:lnTo>
                  <a:lnTo>
                    <a:pt x="870" y="505"/>
                  </a:lnTo>
                  <a:lnTo>
                    <a:pt x="872" y="504"/>
                  </a:lnTo>
                  <a:lnTo>
                    <a:pt x="875" y="502"/>
                  </a:lnTo>
                  <a:lnTo>
                    <a:pt x="879" y="500"/>
                  </a:lnTo>
                  <a:lnTo>
                    <a:pt x="883" y="499"/>
                  </a:lnTo>
                  <a:lnTo>
                    <a:pt x="886" y="500"/>
                  </a:lnTo>
                  <a:lnTo>
                    <a:pt x="889" y="503"/>
                  </a:lnTo>
                  <a:lnTo>
                    <a:pt x="890" y="506"/>
                  </a:lnTo>
                  <a:lnTo>
                    <a:pt x="892" y="508"/>
                  </a:lnTo>
                  <a:lnTo>
                    <a:pt x="895" y="509"/>
                  </a:lnTo>
                  <a:lnTo>
                    <a:pt x="897" y="511"/>
                  </a:lnTo>
                  <a:lnTo>
                    <a:pt x="899" y="512"/>
                  </a:lnTo>
                  <a:lnTo>
                    <a:pt x="901" y="514"/>
                  </a:lnTo>
                  <a:lnTo>
                    <a:pt x="905" y="514"/>
                  </a:lnTo>
                  <a:lnTo>
                    <a:pt x="908" y="515"/>
                  </a:lnTo>
                  <a:lnTo>
                    <a:pt x="911" y="517"/>
                  </a:lnTo>
                  <a:lnTo>
                    <a:pt x="912" y="519"/>
                  </a:lnTo>
                  <a:lnTo>
                    <a:pt x="911" y="522"/>
                  </a:lnTo>
                  <a:lnTo>
                    <a:pt x="909" y="524"/>
                  </a:lnTo>
                  <a:close/>
                </a:path>
              </a:pathLst>
            </a:custGeom>
            <a:solidFill>
              <a:srgbClr val="ECB78D">
                <a:alpha val="9600"/>
              </a:srgbClr>
            </a:solidFill>
            <a:ln>
              <a:noFill/>
            </a:ln>
          </p:spPr>
          <p:txBody>
            <a:bodyPr anchor="ctr"/>
            <a:lstStyle/>
            <a:p>
              <a:pPr algn="ctr">
                <a:buNone/>
              </a:pPr>
            </a:p>
          </p:txBody>
        </p:sp>
        <p:sp>
          <p:nvSpPr>
            <p:cNvPr id="644" name="addition:spatial:26"/>
            <p:cNvSpPr>
              <a:spLocks noGrp="1"/>
            </p:cNvSpPr>
            <p:nvPr/>
          </p:nvSpPr>
          <p:spPr>
            <a:xfrm>
              <a:off x="5648325" y="1666875"/>
              <a:ext cx="1255608" cy="945627"/>
            </a:xfrm>
            <a:custGeom>
              <a:avLst/>
              <a:gdLst/>
              <a:ahLst/>
              <a:cxnLst/>
              <a:rect l="l" t="t" r="r" b="b"/>
              <a:pathLst>
                <a:path w="947" h="559">
                  <a:moveTo>
                    <a:pt x="0" y="0"/>
                  </a:moveTo>
                  <a:moveTo>
                    <a:pt x="946" y="532"/>
                  </a:moveTo>
                  <a:lnTo>
                    <a:pt x="945" y="534"/>
                  </a:lnTo>
                  <a:lnTo>
                    <a:pt x="942" y="536"/>
                  </a:lnTo>
                  <a:lnTo>
                    <a:pt x="938" y="538"/>
                  </a:lnTo>
                  <a:lnTo>
                    <a:pt x="936" y="539"/>
                  </a:lnTo>
                  <a:lnTo>
                    <a:pt x="936" y="542"/>
                  </a:lnTo>
                  <a:lnTo>
                    <a:pt x="936" y="545"/>
                  </a:lnTo>
                  <a:lnTo>
                    <a:pt x="935" y="547"/>
                  </a:lnTo>
                  <a:lnTo>
                    <a:pt x="932" y="549"/>
                  </a:lnTo>
                  <a:lnTo>
                    <a:pt x="929" y="549"/>
                  </a:lnTo>
                  <a:lnTo>
                    <a:pt x="926" y="550"/>
                  </a:lnTo>
                  <a:lnTo>
                    <a:pt x="924" y="553"/>
                  </a:lnTo>
                  <a:lnTo>
                    <a:pt x="923" y="556"/>
                  </a:lnTo>
                  <a:lnTo>
                    <a:pt x="921" y="559"/>
                  </a:lnTo>
                  <a:lnTo>
                    <a:pt x="917" y="559"/>
                  </a:lnTo>
                  <a:lnTo>
                    <a:pt x="914" y="559"/>
                  </a:lnTo>
                  <a:lnTo>
                    <a:pt x="911" y="557"/>
                  </a:lnTo>
                  <a:lnTo>
                    <a:pt x="908" y="556"/>
                  </a:lnTo>
                  <a:lnTo>
                    <a:pt x="905" y="556"/>
                  </a:lnTo>
                  <a:lnTo>
                    <a:pt x="903" y="555"/>
                  </a:lnTo>
                  <a:lnTo>
                    <a:pt x="901" y="553"/>
                  </a:lnTo>
                  <a:lnTo>
                    <a:pt x="899" y="552"/>
                  </a:lnTo>
                  <a:lnTo>
                    <a:pt x="896" y="553"/>
                  </a:lnTo>
                  <a:lnTo>
                    <a:pt x="893" y="555"/>
                  </a:lnTo>
                  <a:lnTo>
                    <a:pt x="889" y="556"/>
                  </a:lnTo>
                  <a:lnTo>
                    <a:pt x="886" y="555"/>
                  </a:lnTo>
                  <a:lnTo>
                    <a:pt x="885" y="552"/>
                  </a:lnTo>
                  <a:lnTo>
                    <a:pt x="886" y="549"/>
                  </a:lnTo>
                  <a:lnTo>
                    <a:pt x="885" y="546"/>
                  </a:lnTo>
                  <a:lnTo>
                    <a:pt x="883" y="545"/>
                  </a:lnTo>
                  <a:lnTo>
                    <a:pt x="881" y="543"/>
                  </a:lnTo>
                  <a:lnTo>
                    <a:pt x="880" y="541"/>
                  </a:lnTo>
                  <a:lnTo>
                    <a:pt x="880" y="538"/>
                  </a:lnTo>
                  <a:lnTo>
                    <a:pt x="881" y="536"/>
                  </a:lnTo>
                  <a:lnTo>
                    <a:pt x="881" y="534"/>
                  </a:lnTo>
                  <a:lnTo>
                    <a:pt x="880" y="532"/>
                  </a:lnTo>
                  <a:lnTo>
                    <a:pt x="879" y="529"/>
                  </a:lnTo>
                  <a:lnTo>
                    <a:pt x="879" y="527"/>
                  </a:lnTo>
                  <a:lnTo>
                    <a:pt x="879" y="525"/>
                  </a:lnTo>
                  <a:lnTo>
                    <a:pt x="878" y="522"/>
                  </a:lnTo>
                  <a:lnTo>
                    <a:pt x="877" y="519"/>
                  </a:lnTo>
                  <a:lnTo>
                    <a:pt x="875" y="516"/>
                  </a:lnTo>
                  <a:lnTo>
                    <a:pt x="876" y="514"/>
                  </a:lnTo>
                  <a:lnTo>
                    <a:pt x="880" y="513"/>
                  </a:lnTo>
                  <a:lnTo>
                    <a:pt x="885" y="514"/>
                  </a:lnTo>
                  <a:lnTo>
                    <a:pt x="889" y="514"/>
                  </a:lnTo>
                  <a:lnTo>
                    <a:pt x="891" y="513"/>
                  </a:lnTo>
                  <a:lnTo>
                    <a:pt x="892" y="511"/>
                  </a:lnTo>
                  <a:lnTo>
                    <a:pt x="894" y="509"/>
                  </a:lnTo>
                  <a:lnTo>
                    <a:pt x="896" y="507"/>
                  </a:lnTo>
                  <a:lnTo>
                    <a:pt x="899" y="507"/>
                  </a:lnTo>
                  <a:lnTo>
                    <a:pt x="902" y="506"/>
                  </a:lnTo>
                  <a:lnTo>
                    <a:pt x="905" y="505"/>
                  </a:lnTo>
                  <a:lnTo>
                    <a:pt x="908" y="504"/>
                  </a:lnTo>
                  <a:lnTo>
                    <a:pt x="912" y="504"/>
                  </a:lnTo>
                  <a:lnTo>
                    <a:pt x="915" y="506"/>
                  </a:lnTo>
                  <a:lnTo>
                    <a:pt x="918" y="507"/>
                  </a:lnTo>
                  <a:lnTo>
                    <a:pt x="921" y="508"/>
                  </a:lnTo>
                  <a:lnTo>
                    <a:pt x="925" y="508"/>
                  </a:lnTo>
                  <a:lnTo>
                    <a:pt x="928" y="509"/>
                  </a:lnTo>
                  <a:lnTo>
                    <a:pt x="931" y="511"/>
                  </a:lnTo>
                  <a:lnTo>
                    <a:pt x="931" y="514"/>
                  </a:lnTo>
                  <a:lnTo>
                    <a:pt x="931" y="518"/>
                  </a:lnTo>
                  <a:lnTo>
                    <a:pt x="932" y="519"/>
                  </a:lnTo>
                  <a:lnTo>
                    <a:pt x="936" y="520"/>
                  </a:lnTo>
                  <a:lnTo>
                    <a:pt x="941" y="520"/>
                  </a:lnTo>
                  <a:lnTo>
                    <a:pt x="945" y="522"/>
                  </a:lnTo>
                  <a:lnTo>
                    <a:pt x="946" y="524"/>
                  </a:lnTo>
                  <a:lnTo>
                    <a:pt x="947" y="527"/>
                  </a:lnTo>
                  <a:lnTo>
                    <a:pt x="947" y="529"/>
                  </a:lnTo>
                  <a:close/>
                </a:path>
              </a:pathLst>
            </a:custGeom>
            <a:solidFill>
              <a:srgbClr val="ECB78D">
                <a:alpha val="9600"/>
              </a:srgbClr>
            </a:solidFill>
            <a:ln>
              <a:noFill/>
            </a:ln>
          </p:spPr>
          <p:txBody>
            <a:bodyPr anchor="ctr"/>
            <a:lstStyle/>
            <a:p>
              <a:pPr algn="ctr">
                <a:buNone/>
              </a:pPr>
            </a:p>
          </p:txBody>
        </p:sp>
        <p:sp>
          <p:nvSpPr>
            <p:cNvPr id="645" name="addition:spatial:27"/>
            <p:cNvSpPr>
              <a:spLocks noGrp="1"/>
            </p:cNvSpPr>
            <p:nvPr/>
          </p:nvSpPr>
          <p:spPr>
            <a:xfrm>
              <a:off x="5648325" y="1666875"/>
              <a:ext cx="1287429" cy="984534"/>
            </a:xfrm>
            <a:custGeom>
              <a:avLst/>
              <a:gdLst/>
              <a:ahLst/>
              <a:cxnLst/>
              <a:rect l="l" t="t" r="r" b="b"/>
              <a:pathLst>
                <a:path w="971" h="582">
                  <a:moveTo>
                    <a:pt x="0" y="0"/>
                  </a:moveTo>
                  <a:moveTo>
                    <a:pt x="962" y="553"/>
                  </a:moveTo>
                  <a:lnTo>
                    <a:pt x="961" y="555"/>
                  </a:lnTo>
                  <a:lnTo>
                    <a:pt x="962" y="558"/>
                  </a:lnTo>
                  <a:lnTo>
                    <a:pt x="963" y="560"/>
                  </a:lnTo>
                  <a:lnTo>
                    <a:pt x="964" y="563"/>
                  </a:lnTo>
                  <a:lnTo>
                    <a:pt x="964" y="565"/>
                  </a:lnTo>
                  <a:lnTo>
                    <a:pt x="964" y="568"/>
                  </a:lnTo>
                  <a:lnTo>
                    <a:pt x="964" y="572"/>
                  </a:lnTo>
                  <a:lnTo>
                    <a:pt x="963" y="574"/>
                  </a:lnTo>
                  <a:lnTo>
                    <a:pt x="960" y="576"/>
                  </a:lnTo>
                  <a:lnTo>
                    <a:pt x="956" y="575"/>
                  </a:lnTo>
                  <a:lnTo>
                    <a:pt x="952" y="575"/>
                  </a:lnTo>
                  <a:lnTo>
                    <a:pt x="949" y="575"/>
                  </a:lnTo>
                  <a:lnTo>
                    <a:pt x="948" y="577"/>
                  </a:lnTo>
                  <a:lnTo>
                    <a:pt x="946" y="579"/>
                  </a:lnTo>
                  <a:lnTo>
                    <a:pt x="944" y="581"/>
                  </a:lnTo>
                  <a:lnTo>
                    <a:pt x="941" y="580"/>
                  </a:lnTo>
                  <a:lnTo>
                    <a:pt x="938" y="579"/>
                  </a:lnTo>
                  <a:lnTo>
                    <a:pt x="935" y="578"/>
                  </a:lnTo>
                  <a:lnTo>
                    <a:pt x="932" y="580"/>
                  </a:lnTo>
                  <a:lnTo>
                    <a:pt x="929" y="581"/>
                  </a:lnTo>
                  <a:lnTo>
                    <a:pt x="925" y="582"/>
                  </a:lnTo>
                  <a:lnTo>
                    <a:pt x="921" y="581"/>
                  </a:lnTo>
                  <a:lnTo>
                    <a:pt x="918" y="580"/>
                  </a:lnTo>
                  <a:lnTo>
                    <a:pt x="915" y="578"/>
                  </a:lnTo>
                  <a:lnTo>
                    <a:pt x="912" y="577"/>
                  </a:lnTo>
                  <a:lnTo>
                    <a:pt x="910" y="574"/>
                  </a:lnTo>
                  <a:lnTo>
                    <a:pt x="909" y="571"/>
                  </a:lnTo>
                  <a:lnTo>
                    <a:pt x="910" y="567"/>
                  </a:lnTo>
                  <a:lnTo>
                    <a:pt x="909" y="565"/>
                  </a:lnTo>
                  <a:lnTo>
                    <a:pt x="906" y="563"/>
                  </a:lnTo>
                  <a:lnTo>
                    <a:pt x="900" y="563"/>
                  </a:lnTo>
                  <a:lnTo>
                    <a:pt x="895" y="561"/>
                  </a:lnTo>
                  <a:lnTo>
                    <a:pt x="893" y="559"/>
                  </a:lnTo>
                  <a:lnTo>
                    <a:pt x="893" y="556"/>
                  </a:lnTo>
                  <a:lnTo>
                    <a:pt x="895" y="553"/>
                  </a:lnTo>
                  <a:lnTo>
                    <a:pt x="895" y="551"/>
                  </a:lnTo>
                  <a:lnTo>
                    <a:pt x="895" y="548"/>
                  </a:lnTo>
                  <a:lnTo>
                    <a:pt x="895" y="545"/>
                  </a:lnTo>
                  <a:lnTo>
                    <a:pt x="897" y="543"/>
                  </a:lnTo>
                  <a:lnTo>
                    <a:pt x="900" y="541"/>
                  </a:lnTo>
                  <a:lnTo>
                    <a:pt x="902" y="540"/>
                  </a:lnTo>
                  <a:lnTo>
                    <a:pt x="904" y="538"/>
                  </a:lnTo>
                  <a:lnTo>
                    <a:pt x="906" y="535"/>
                  </a:lnTo>
                  <a:lnTo>
                    <a:pt x="909" y="534"/>
                  </a:lnTo>
                  <a:lnTo>
                    <a:pt x="913" y="534"/>
                  </a:lnTo>
                  <a:lnTo>
                    <a:pt x="916" y="533"/>
                  </a:lnTo>
                  <a:lnTo>
                    <a:pt x="919" y="531"/>
                  </a:lnTo>
                  <a:lnTo>
                    <a:pt x="920" y="527"/>
                  </a:lnTo>
                  <a:lnTo>
                    <a:pt x="922" y="523"/>
                  </a:lnTo>
                  <a:lnTo>
                    <a:pt x="926" y="521"/>
                  </a:lnTo>
                  <a:lnTo>
                    <a:pt x="930" y="522"/>
                  </a:lnTo>
                  <a:lnTo>
                    <a:pt x="935" y="524"/>
                  </a:lnTo>
                  <a:lnTo>
                    <a:pt x="938" y="527"/>
                  </a:lnTo>
                  <a:lnTo>
                    <a:pt x="941" y="528"/>
                  </a:lnTo>
                  <a:lnTo>
                    <a:pt x="944" y="528"/>
                  </a:lnTo>
                  <a:lnTo>
                    <a:pt x="947" y="529"/>
                  </a:lnTo>
                  <a:lnTo>
                    <a:pt x="949" y="530"/>
                  </a:lnTo>
                  <a:lnTo>
                    <a:pt x="952" y="531"/>
                  </a:lnTo>
                  <a:lnTo>
                    <a:pt x="955" y="531"/>
                  </a:lnTo>
                  <a:lnTo>
                    <a:pt x="959" y="531"/>
                  </a:lnTo>
                  <a:lnTo>
                    <a:pt x="962" y="532"/>
                  </a:lnTo>
                  <a:lnTo>
                    <a:pt x="963" y="534"/>
                  </a:lnTo>
                  <a:lnTo>
                    <a:pt x="963" y="537"/>
                  </a:lnTo>
                  <a:lnTo>
                    <a:pt x="964" y="539"/>
                  </a:lnTo>
                  <a:lnTo>
                    <a:pt x="966" y="541"/>
                  </a:lnTo>
                  <a:lnTo>
                    <a:pt x="969" y="543"/>
                  </a:lnTo>
                  <a:lnTo>
                    <a:pt x="971" y="545"/>
                  </a:lnTo>
                  <a:lnTo>
                    <a:pt x="970" y="548"/>
                  </a:lnTo>
                  <a:lnTo>
                    <a:pt x="966" y="551"/>
                  </a:lnTo>
                  <a:close/>
                </a:path>
              </a:pathLst>
            </a:custGeom>
            <a:solidFill>
              <a:srgbClr val="ECB78D">
                <a:alpha val="9600"/>
              </a:srgbClr>
            </a:solidFill>
            <a:ln>
              <a:noFill/>
            </a:ln>
          </p:spPr>
          <p:txBody>
            <a:bodyPr anchor="ctr"/>
            <a:lstStyle/>
            <a:p>
              <a:pPr algn="ctr">
                <a:buNone/>
              </a:pPr>
            </a:p>
          </p:txBody>
        </p:sp>
        <p:sp>
          <p:nvSpPr>
            <p:cNvPr id="646" name="addition:spatial:28"/>
            <p:cNvSpPr>
              <a:spLocks noGrp="1"/>
            </p:cNvSpPr>
            <p:nvPr/>
          </p:nvSpPr>
          <p:spPr>
            <a:xfrm>
              <a:off x="5648325" y="1666875"/>
              <a:ext cx="1268867" cy="1028517"/>
            </a:xfrm>
            <a:custGeom>
              <a:avLst/>
              <a:gdLst/>
              <a:ahLst/>
              <a:cxnLst/>
              <a:rect l="l" t="t" r="r" b="b"/>
              <a:pathLst>
                <a:path w="957" h="608">
                  <a:moveTo>
                    <a:pt x="0" y="0"/>
                  </a:moveTo>
                  <a:moveTo>
                    <a:pt x="946" y="577"/>
                  </a:moveTo>
                  <a:lnTo>
                    <a:pt x="949" y="579"/>
                  </a:lnTo>
                  <a:lnTo>
                    <a:pt x="950" y="582"/>
                  </a:lnTo>
                  <a:lnTo>
                    <a:pt x="948" y="584"/>
                  </a:lnTo>
                  <a:lnTo>
                    <a:pt x="946" y="586"/>
                  </a:lnTo>
                  <a:lnTo>
                    <a:pt x="944" y="589"/>
                  </a:lnTo>
                  <a:lnTo>
                    <a:pt x="944" y="591"/>
                  </a:lnTo>
                  <a:lnTo>
                    <a:pt x="944" y="594"/>
                  </a:lnTo>
                  <a:lnTo>
                    <a:pt x="942" y="597"/>
                  </a:lnTo>
                  <a:lnTo>
                    <a:pt x="940" y="599"/>
                  </a:lnTo>
                  <a:lnTo>
                    <a:pt x="937" y="600"/>
                  </a:lnTo>
                  <a:lnTo>
                    <a:pt x="934" y="602"/>
                  </a:lnTo>
                  <a:lnTo>
                    <a:pt x="932" y="604"/>
                  </a:lnTo>
                  <a:lnTo>
                    <a:pt x="928" y="605"/>
                  </a:lnTo>
                  <a:lnTo>
                    <a:pt x="924" y="603"/>
                  </a:lnTo>
                  <a:lnTo>
                    <a:pt x="920" y="601"/>
                  </a:lnTo>
                  <a:lnTo>
                    <a:pt x="917" y="599"/>
                  </a:lnTo>
                  <a:lnTo>
                    <a:pt x="914" y="601"/>
                  </a:lnTo>
                  <a:lnTo>
                    <a:pt x="911" y="604"/>
                  </a:lnTo>
                  <a:lnTo>
                    <a:pt x="907" y="607"/>
                  </a:lnTo>
                  <a:lnTo>
                    <a:pt x="903" y="608"/>
                  </a:lnTo>
                  <a:lnTo>
                    <a:pt x="899" y="607"/>
                  </a:lnTo>
                  <a:lnTo>
                    <a:pt x="896" y="605"/>
                  </a:lnTo>
                  <a:lnTo>
                    <a:pt x="892" y="603"/>
                  </a:lnTo>
                  <a:lnTo>
                    <a:pt x="889" y="602"/>
                  </a:lnTo>
                  <a:lnTo>
                    <a:pt x="886" y="600"/>
                  </a:lnTo>
                  <a:lnTo>
                    <a:pt x="884" y="597"/>
                  </a:lnTo>
                  <a:lnTo>
                    <a:pt x="882" y="594"/>
                  </a:lnTo>
                  <a:lnTo>
                    <a:pt x="880" y="592"/>
                  </a:lnTo>
                  <a:lnTo>
                    <a:pt x="876" y="591"/>
                  </a:lnTo>
                  <a:lnTo>
                    <a:pt x="872" y="589"/>
                  </a:lnTo>
                  <a:lnTo>
                    <a:pt x="870" y="587"/>
                  </a:lnTo>
                  <a:lnTo>
                    <a:pt x="871" y="584"/>
                  </a:lnTo>
                  <a:lnTo>
                    <a:pt x="871" y="581"/>
                  </a:lnTo>
                  <a:lnTo>
                    <a:pt x="869" y="579"/>
                  </a:lnTo>
                  <a:lnTo>
                    <a:pt x="864" y="577"/>
                  </a:lnTo>
                  <a:lnTo>
                    <a:pt x="859" y="574"/>
                  </a:lnTo>
                  <a:lnTo>
                    <a:pt x="857" y="571"/>
                  </a:lnTo>
                  <a:lnTo>
                    <a:pt x="860" y="568"/>
                  </a:lnTo>
                  <a:lnTo>
                    <a:pt x="864" y="566"/>
                  </a:lnTo>
                  <a:lnTo>
                    <a:pt x="869" y="565"/>
                  </a:lnTo>
                  <a:lnTo>
                    <a:pt x="873" y="563"/>
                  </a:lnTo>
                  <a:lnTo>
                    <a:pt x="875" y="562"/>
                  </a:lnTo>
                  <a:lnTo>
                    <a:pt x="879" y="560"/>
                  </a:lnTo>
                  <a:lnTo>
                    <a:pt x="882" y="559"/>
                  </a:lnTo>
                  <a:lnTo>
                    <a:pt x="885" y="557"/>
                  </a:lnTo>
                  <a:lnTo>
                    <a:pt x="886" y="554"/>
                  </a:lnTo>
                  <a:lnTo>
                    <a:pt x="888" y="550"/>
                  </a:lnTo>
                  <a:lnTo>
                    <a:pt x="891" y="548"/>
                  </a:lnTo>
                  <a:lnTo>
                    <a:pt x="896" y="547"/>
                  </a:lnTo>
                  <a:lnTo>
                    <a:pt x="902" y="548"/>
                  </a:lnTo>
                  <a:lnTo>
                    <a:pt x="906" y="549"/>
                  </a:lnTo>
                  <a:lnTo>
                    <a:pt x="911" y="549"/>
                  </a:lnTo>
                  <a:lnTo>
                    <a:pt x="915" y="547"/>
                  </a:lnTo>
                  <a:lnTo>
                    <a:pt x="920" y="546"/>
                  </a:lnTo>
                  <a:lnTo>
                    <a:pt x="924" y="547"/>
                  </a:lnTo>
                  <a:lnTo>
                    <a:pt x="927" y="551"/>
                  </a:lnTo>
                  <a:lnTo>
                    <a:pt x="929" y="553"/>
                  </a:lnTo>
                  <a:lnTo>
                    <a:pt x="932" y="555"/>
                  </a:lnTo>
                  <a:lnTo>
                    <a:pt x="935" y="556"/>
                  </a:lnTo>
                  <a:lnTo>
                    <a:pt x="939" y="556"/>
                  </a:lnTo>
                  <a:lnTo>
                    <a:pt x="942" y="557"/>
                  </a:lnTo>
                  <a:lnTo>
                    <a:pt x="945" y="558"/>
                  </a:lnTo>
                  <a:lnTo>
                    <a:pt x="949" y="559"/>
                  </a:lnTo>
                  <a:lnTo>
                    <a:pt x="953" y="560"/>
                  </a:lnTo>
                  <a:lnTo>
                    <a:pt x="957" y="562"/>
                  </a:lnTo>
                  <a:lnTo>
                    <a:pt x="957" y="565"/>
                  </a:lnTo>
                  <a:lnTo>
                    <a:pt x="953" y="569"/>
                  </a:lnTo>
                  <a:lnTo>
                    <a:pt x="948" y="572"/>
                  </a:lnTo>
                  <a:lnTo>
                    <a:pt x="945" y="575"/>
                  </a:lnTo>
                  <a:close/>
                </a:path>
              </a:pathLst>
            </a:custGeom>
            <a:solidFill>
              <a:srgbClr val="ECB78D">
                <a:alpha val="9600"/>
              </a:srgbClr>
            </a:solidFill>
            <a:ln>
              <a:noFill/>
            </a:ln>
          </p:spPr>
          <p:txBody>
            <a:bodyPr anchor="ctr"/>
            <a:lstStyle/>
            <a:p>
              <a:pPr algn="ctr">
                <a:buNone/>
              </a:pPr>
            </a:p>
          </p:txBody>
        </p:sp>
        <p:sp>
          <p:nvSpPr>
            <p:cNvPr id="647" name="addition:spatial:29"/>
            <p:cNvSpPr>
              <a:spLocks noGrp="1"/>
            </p:cNvSpPr>
            <p:nvPr/>
          </p:nvSpPr>
          <p:spPr>
            <a:xfrm>
              <a:off x="5648325" y="1666875"/>
              <a:ext cx="1201247" cy="1033592"/>
            </a:xfrm>
            <a:custGeom>
              <a:avLst/>
              <a:gdLst/>
              <a:ahLst/>
              <a:cxnLst/>
              <a:rect l="l" t="t" r="r" b="b"/>
              <a:pathLst>
                <a:path w="906" h="611">
                  <a:moveTo>
                    <a:pt x="0" y="0"/>
                  </a:moveTo>
                  <a:moveTo>
                    <a:pt x="900" y="580"/>
                  </a:moveTo>
                  <a:lnTo>
                    <a:pt x="903" y="582"/>
                  </a:lnTo>
                  <a:lnTo>
                    <a:pt x="905" y="585"/>
                  </a:lnTo>
                  <a:lnTo>
                    <a:pt x="906" y="588"/>
                  </a:lnTo>
                  <a:lnTo>
                    <a:pt x="905" y="590"/>
                  </a:lnTo>
                  <a:lnTo>
                    <a:pt x="902" y="592"/>
                  </a:lnTo>
                  <a:lnTo>
                    <a:pt x="900" y="593"/>
                  </a:lnTo>
                  <a:lnTo>
                    <a:pt x="900" y="596"/>
                  </a:lnTo>
                  <a:lnTo>
                    <a:pt x="901" y="600"/>
                  </a:lnTo>
                  <a:lnTo>
                    <a:pt x="899" y="602"/>
                  </a:lnTo>
                  <a:lnTo>
                    <a:pt x="896" y="603"/>
                  </a:lnTo>
                  <a:lnTo>
                    <a:pt x="891" y="602"/>
                  </a:lnTo>
                  <a:lnTo>
                    <a:pt x="887" y="601"/>
                  </a:lnTo>
                  <a:lnTo>
                    <a:pt x="885" y="602"/>
                  </a:lnTo>
                  <a:lnTo>
                    <a:pt x="882" y="603"/>
                  </a:lnTo>
                  <a:lnTo>
                    <a:pt x="880" y="605"/>
                  </a:lnTo>
                  <a:lnTo>
                    <a:pt x="877" y="606"/>
                  </a:lnTo>
                  <a:lnTo>
                    <a:pt x="874" y="607"/>
                  </a:lnTo>
                  <a:lnTo>
                    <a:pt x="870" y="609"/>
                  </a:lnTo>
                  <a:lnTo>
                    <a:pt x="866" y="611"/>
                  </a:lnTo>
                  <a:lnTo>
                    <a:pt x="862" y="611"/>
                  </a:lnTo>
                  <a:lnTo>
                    <a:pt x="858" y="610"/>
                  </a:lnTo>
                  <a:lnTo>
                    <a:pt x="855" y="606"/>
                  </a:lnTo>
                  <a:lnTo>
                    <a:pt x="854" y="602"/>
                  </a:lnTo>
                  <a:lnTo>
                    <a:pt x="851" y="600"/>
                  </a:lnTo>
                  <a:lnTo>
                    <a:pt x="847" y="600"/>
                  </a:lnTo>
                  <a:lnTo>
                    <a:pt x="843" y="600"/>
                  </a:lnTo>
                  <a:lnTo>
                    <a:pt x="840" y="598"/>
                  </a:lnTo>
                  <a:lnTo>
                    <a:pt x="838" y="595"/>
                  </a:lnTo>
                  <a:lnTo>
                    <a:pt x="837" y="593"/>
                  </a:lnTo>
                  <a:lnTo>
                    <a:pt x="836" y="591"/>
                  </a:lnTo>
                  <a:lnTo>
                    <a:pt x="833" y="589"/>
                  </a:lnTo>
                  <a:lnTo>
                    <a:pt x="829" y="587"/>
                  </a:lnTo>
                  <a:lnTo>
                    <a:pt x="827" y="585"/>
                  </a:lnTo>
                  <a:lnTo>
                    <a:pt x="827" y="582"/>
                  </a:lnTo>
                  <a:lnTo>
                    <a:pt x="826" y="580"/>
                  </a:lnTo>
                  <a:lnTo>
                    <a:pt x="826" y="577"/>
                  </a:lnTo>
                  <a:lnTo>
                    <a:pt x="826" y="574"/>
                  </a:lnTo>
                  <a:lnTo>
                    <a:pt x="829" y="572"/>
                  </a:lnTo>
                  <a:lnTo>
                    <a:pt x="834" y="570"/>
                  </a:lnTo>
                  <a:lnTo>
                    <a:pt x="840" y="569"/>
                  </a:lnTo>
                  <a:lnTo>
                    <a:pt x="843" y="568"/>
                  </a:lnTo>
                  <a:lnTo>
                    <a:pt x="844" y="566"/>
                  </a:lnTo>
                  <a:lnTo>
                    <a:pt x="843" y="562"/>
                  </a:lnTo>
                  <a:lnTo>
                    <a:pt x="843" y="558"/>
                  </a:lnTo>
                  <a:lnTo>
                    <a:pt x="845" y="556"/>
                  </a:lnTo>
                  <a:lnTo>
                    <a:pt x="849" y="555"/>
                  </a:lnTo>
                  <a:lnTo>
                    <a:pt x="853" y="554"/>
                  </a:lnTo>
                  <a:lnTo>
                    <a:pt x="857" y="553"/>
                  </a:lnTo>
                  <a:lnTo>
                    <a:pt x="860" y="552"/>
                  </a:lnTo>
                  <a:lnTo>
                    <a:pt x="863" y="551"/>
                  </a:lnTo>
                  <a:lnTo>
                    <a:pt x="867" y="552"/>
                  </a:lnTo>
                  <a:lnTo>
                    <a:pt x="871" y="553"/>
                  </a:lnTo>
                  <a:lnTo>
                    <a:pt x="874" y="553"/>
                  </a:lnTo>
                  <a:lnTo>
                    <a:pt x="877" y="553"/>
                  </a:lnTo>
                  <a:lnTo>
                    <a:pt x="880" y="553"/>
                  </a:lnTo>
                  <a:lnTo>
                    <a:pt x="882" y="554"/>
                  </a:lnTo>
                  <a:lnTo>
                    <a:pt x="884" y="557"/>
                  </a:lnTo>
                  <a:lnTo>
                    <a:pt x="885" y="559"/>
                  </a:lnTo>
                  <a:lnTo>
                    <a:pt x="888" y="559"/>
                  </a:lnTo>
                  <a:lnTo>
                    <a:pt x="893" y="557"/>
                  </a:lnTo>
                  <a:lnTo>
                    <a:pt x="898" y="557"/>
                  </a:lnTo>
                  <a:lnTo>
                    <a:pt x="902" y="558"/>
                  </a:lnTo>
                  <a:lnTo>
                    <a:pt x="902" y="561"/>
                  </a:lnTo>
                  <a:lnTo>
                    <a:pt x="901" y="565"/>
                  </a:lnTo>
                  <a:lnTo>
                    <a:pt x="900" y="568"/>
                  </a:lnTo>
                  <a:lnTo>
                    <a:pt x="900" y="570"/>
                  </a:lnTo>
                  <a:lnTo>
                    <a:pt x="900" y="573"/>
                  </a:lnTo>
                  <a:lnTo>
                    <a:pt x="900" y="575"/>
                  </a:lnTo>
                  <a:lnTo>
                    <a:pt x="899" y="577"/>
                  </a:lnTo>
                  <a:close/>
                </a:path>
              </a:pathLst>
            </a:custGeom>
            <a:solidFill>
              <a:srgbClr val="ECB78D">
                <a:alpha val="9600"/>
              </a:srgbClr>
            </a:solidFill>
            <a:ln>
              <a:noFill/>
            </a:ln>
          </p:spPr>
          <p:txBody>
            <a:bodyPr anchor="ctr"/>
            <a:lstStyle/>
            <a:p>
              <a:pPr algn="ctr">
                <a:buNone/>
              </a:pPr>
            </a:p>
          </p:txBody>
        </p:sp>
        <p:sp>
          <p:nvSpPr>
            <p:cNvPr id="648" name="addition:spatial:30"/>
            <p:cNvSpPr>
              <a:spLocks noGrp="1"/>
            </p:cNvSpPr>
            <p:nvPr/>
          </p:nvSpPr>
          <p:spPr>
            <a:xfrm>
              <a:off x="5648325" y="1666875"/>
              <a:ext cx="1156167" cy="1006526"/>
            </a:xfrm>
            <a:custGeom>
              <a:avLst/>
              <a:gdLst/>
              <a:ahLst/>
              <a:cxnLst/>
              <a:rect l="l" t="t" r="r" b="b"/>
              <a:pathLst>
                <a:path w="872" h="595">
                  <a:moveTo>
                    <a:pt x="0" y="0"/>
                  </a:moveTo>
                  <a:moveTo>
                    <a:pt x="869" y="569"/>
                  </a:moveTo>
                  <a:lnTo>
                    <a:pt x="871" y="572"/>
                  </a:lnTo>
                  <a:lnTo>
                    <a:pt x="872" y="574"/>
                  </a:lnTo>
                  <a:lnTo>
                    <a:pt x="870" y="576"/>
                  </a:lnTo>
                  <a:lnTo>
                    <a:pt x="869" y="578"/>
                  </a:lnTo>
                  <a:lnTo>
                    <a:pt x="867" y="580"/>
                  </a:lnTo>
                  <a:lnTo>
                    <a:pt x="865" y="582"/>
                  </a:lnTo>
                  <a:lnTo>
                    <a:pt x="861" y="582"/>
                  </a:lnTo>
                  <a:lnTo>
                    <a:pt x="858" y="583"/>
                  </a:lnTo>
                  <a:lnTo>
                    <a:pt x="855" y="583"/>
                  </a:lnTo>
                  <a:lnTo>
                    <a:pt x="854" y="586"/>
                  </a:lnTo>
                  <a:lnTo>
                    <a:pt x="854" y="589"/>
                  </a:lnTo>
                  <a:lnTo>
                    <a:pt x="853" y="592"/>
                  </a:lnTo>
                  <a:lnTo>
                    <a:pt x="850" y="594"/>
                  </a:lnTo>
                  <a:lnTo>
                    <a:pt x="846" y="594"/>
                  </a:lnTo>
                  <a:lnTo>
                    <a:pt x="843" y="593"/>
                  </a:lnTo>
                  <a:lnTo>
                    <a:pt x="839" y="593"/>
                  </a:lnTo>
                  <a:lnTo>
                    <a:pt x="836" y="594"/>
                  </a:lnTo>
                  <a:lnTo>
                    <a:pt x="833" y="595"/>
                  </a:lnTo>
                  <a:lnTo>
                    <a:pt x="830" y="594"/>
                  </a:lnTo>
                  <a:lnTo>
                    <a:pt x="828" y="592"/>
                  </a:lnTo>
                  <a:lnTo>
                    <a:pt x="825" y="591"/>
                  </a:lnTo>
                  <a:lnTo>
                    <a:pt x="823" y="590"/>
                  </a:lnTo>
                  <a:lnTo>
                    <a:pt x="821" y="589"/>
                  </a:lnTo>
                  <a:lnTo>
                    <a:pt x="819" y="588"/>
                  </a:lnTo>
                  <a:lnTo>
                    <a:pt x="817" y="586"/>
                  </a:lnTo>
                  <a:lnTo>
                    <a:pt x="816" y="585"/>
                  </a:lnTo>
                  <a:lnTo>
                    <a:pt x="814" y="584"/>
                  </a:lnTo>
                  <a:lnTo>
                    <a:pt x="810" y="584"/>
                  </a:lnTo>
                  <a:lnTo>
                    <a:pt x="806" y="584"/>
                  </a:lnTo>
                  <a:lnTo>
                    <a:pt x="804" y="582"/>
                  </a:lnTo>
                  <a:lnTo>
                    <a:pt x="805" y="579"/>
                  </a:lnTo>
                  <a:lnTo>
                    <a:pt x="808" y="576"/>
                  </a:lnTo>
                  <a:lnTo>
                    <a:pt x="810" y="573"/>
                  </a:lnTo>
                  <a:lnTo>
                    <a:pt x="811" y="571"/>
                  </a:lnTo>
                  <a:lnTo>
                    <a:pt x="811" y="569"/>
                  </a:lnTo>
                  <a:lnTo>
                    <a:pt x="810" y="567"/>
                  </a:lnTo>
                  <a:lnTo>
                    <a:pt x="811" y="566"/>
                  </a:lnTo>
                  <a:lnTo>
                    <a:pt x="812" y="564"/>
                  </a:lnTo>
                  <a:lnTo>
                    <a:pt x="812" y="561"/>
                  </a:lnTo>
                  <a:lnTo>
                    <a:pt x="811" y="559"/>
                  </a:lnTo>
                  <a:lnTo>
                    <a:pt x="811" y="557"/>
                  </a:lnTo>
                  <a:lnTo>
                    <a:pt x="813" y="555"/>
                  </a:lnTo>
                  <a:lnTo>
                    <a:pt x="816" y="554"/>
                  </a:lnTo>
                  <a:lnTo>
                    <a:pt x="818" y="552"/>
                  </a:lnTo>
                  <a:lnTo>
                    <a:pt x="819" y="550"/>
                  </a:lnTo>
                  <a:lnTo>
                    <a:pt x="819" y="548"/>
                  </a:lnTo>
                  <a:lnTo>
                    <a:pt x="821" y="546"/>
                  </a:lnTo>
                  <a:lnTo>
                    <a:pt x="824" y="546"/>
                  </a:lnTo>
                  <a:lnTo>
                    <a:pt x="827" y="548"/>
                  </a:lnTo>
                  <a:lnTo>
                    <a:pt x="830" y="550"/>
                  </a:lnTo>
                  <a:lnTo>
                    <a:pt x="832" y="550"/>
                  </a:lnTo>
                  <a:lnTo>
                    <a:pt x="834" y="549"/>
                  </a:lnTo>
                  <a:lnTo>
                    <a:pt x="836" y="547"/>
                  </a:lnTo>
                  <a:lnTo>
                    <a:pt x="839" y="546"/>
                  </a:lnTo>
                  <a:lnTo>
                    <a:pt x="841" y="545"/>
                  </a:lnTo>
                  <a:lnTo>
                    <a:pt x="844" y="545"/>
                  </a:lnTo>
                  <a:lnTo>
                    <a:pt x="847" y="545"/>
                  </a:lnTo>
                  <a:lnTo>
                    <a:pt x="850" y="546"/>
                  </a:lnTo>
                  <a:lnTo>
                    <a:pt x="852" y="548"/>
                  </a:lnTo>
                  <a:lnTo>
                    <a:pt x="853" y="551"/>
                  </a:lnTo>
                  <a:lnTo>
                    <a:pt x="854" y="554"/>
                  </a:lnTo>
                  <a:lnTo>
                    <a:pt x="855" y="556"/>
                  </a:lnTo>
                  <a:lnTo>
                    <a:pt x="858" y="556"/>
                  </a:lnTo>
                  <a:lnTo>
                    <a:pt x="861" y="557"/>
                  </a:lnTo>
                  <a:lnTo>
                    <a:pt x="864" y="559"/>
                  </a:lnTo>
                  <a:lnTo>
                    <a:pt x="864" y="561"/>
                  </a:lnTo>
                  <a:lnTo>
                    <a:pt x="864" y="564"/>
                  </a:lnTo>
                  <a:lnTo>
                    <a:pt x="864" y="566"/>
                  </a:lnTo>
                  <a:lnTo>
                    <a:pt x="866" y="567"/>
                  </a:lnTo>
                  <a:close/>
                </a:path>
              </a:pathLst>
            </a:custGeom>
            <a:solidFill>
              <a:srgbClr val="ECB78D">
                <a:alpha val="9600"/>
              </a:srgbClr>
            </a:solidFill>
            <a:ln>
              <a:noFill/>
            </a:ln>
          </p:spPr>
          <p:txBody>
            <a:bodyPr anchor="ctr"/>
            <a:lstStyle/>
            <a:p>
              <a:pPr algn="ctr">
                <a:buNone/>
              </a:pPr>
            </a:p>
          </p:txBody>
        </p:sp>
        <p:sp>
          <p:nvSpPr>
            <p:cNvPr id="649" name="addition:spatial:31"/>
            <p:cNvSpPr>
              <a:spLocks noGrp="1"/>
            </p:cNvSpPr>
            <p:nvPr/>
          </p:nvSpPr>
          <p:spPr>
            <a:xfrm>
              <a:off x="5648325" y="1666875"/>
              <a:ext cx="1242350" cy="1018367"/>
            </a:xfrm>
            <a:custGeom>
              <a:avLst/>
              <a:gdLst/>
              <a:ahLst/>
              <a:cxnLst/>
              <a:rect l="l" t="t" r="r" b="b"/>
              <a:pathLst>
                <a:path w="937" h="602">
                  <a:moveTo>
                    <a:pt x="0" y="0"/>
                  </a:moveTo>
                  <a:moveTo>
                    <a:pt x="929" y="565"/>
                  </a:moveTo>
                  <a:lnTo>
                    <a:pt x="935" y="568"/>
                  </a:lnTo>
                  <a:lnTo>
                    <a:pt x="937" y="571"/>
                  </a:lnTo>
                  <a:lnTo>
                    <a:pt x="936" y="574"/>
                  </a:lnTo>
                  <a:lnTo>
                    <a:pt x="933" y="576"/>
                  </a:lnTo>
                  <a:lnTo>
                    <a:pt x="930" y="579"/>
                  </a:lnTo>
                  <a:lnTo>
                    <a:pt x="930" y="581"/>
                  </a:lnTo>
                  <a:lnTo>
                    <a:pt x="930" y="584"/>
                  </a:lnTo>
                  <a:lnTo>
                    <a:pt x="928" y="587"/>
                  </a:lnTo>
                  <a:lnTo>
                    <a:pt x="924" y="588"/>
                  </a:lnTo>
                  <a:lnTo>
                    <a:pt x="920" y="589"/>
                  </a:lnTo>
                  <a:lnTo>
                    <a:pt x="916" y="589"/>
                  </a:lnTo>
                  <a:lnTo>
                    <a:pt x="913" y="591"/>
                  </a:lnTo>
                  <a:lnTo>
                    <a:pt x="910" y="592"/>
                  </a:lnTo>
                  <a:lnTo>
                    <a:pt x="906" y="592"/>
                  </a:lnTo>
                  <a:lnTo>
                    <a:pt x="902" y="592"/>
                  </a:lnTo>
                  <a:lnTo>
                    <a:pt x="899" y="593"/>
                  </a:lnTo>
                  <a:lnTo>
                    <a:pt x="895" y="596"/>
                  </a:lnTo>
                  <a:lnTo>
                    <a:pt x="890" y="600"/>
                  </a:lnTo>
                  <a:lnTo>
                    <a:pt x="885" y="602"/>
                  </a:lnTo>
                  <a:lnTo>
                    <a:pt x="880" y="600"/>
                  </a:lnTo>
                  <a:lnTo>
                    <a:pt x="876" y="596"/>
                  </a:lnTo>
                  <a:lnTo>
                    <a:pt x="873" y="592"/>
                  </a:lnTo>
                  <a:lnTo>
                    <a:pt x="870" y="590"/>
                  </a:lnTo>
                  <a:lnTo>
                    <a:pt x="866" y="589"/>
                  </a:lnTo>
                  <a:lnTo>
                    <a:pt x="862" y="588"/>
                  </a:lnTo>
                  <a:lnTo>
                    <a:pt x="858" y="586"/>
                  </a:lnTo>
                  <a:lnTo>
                    <a:pt x="855" y="584"/>
                  </a:lnTo>
                  <a:lnTo>
                    <a:pt x="852" y="582"/>
                  </a:lnTo>
                  <a:lnTo>
                    <a:pt x="848" y="581"/>
                  </a:lnTo>
                  <a:lnTo>
                    <a:pt x="844" y="579"/>
                  </a:lnTo>
                  <a:lnTo>
                    <a:pt x="842" y="577"/>
                  </a:lnTo>
                  <a:lnTo>
                    <a:pt x="842" y="574"/>
                  </a:lnTo>
                  <a:lnTo>
                    <a:pt x="842" y="571"/>
                  </a:lnTo>
                  <a:lnTo>
                    <a:pt x="841" y="568"/>
                  </a:lnTo>
                  <a:lnTo>
                    <a:pt x="839" y="565"/>
                  </a:lnTo>
                  <a:lnTo>
                    <a:pt x="837" y="562"/>
                  </a:lnTo>
                  <a:lnTo>
                    <a:pt x="839" y="559"/>
                  </a:lnTo>
                  <a:lnTo>
                    <a:pt x="845" y="557"/>
                  </a:lnTo>
                  <a:lnTo>
                    <a:pt x="852" y="556"/>
                  </a:lnTo>
                  <a:lnTo>
                    <a:pt x="857" y="555"/>
                  </a:lnTo>
                  <a:lnTo>
                    <a:pt x="858" y="552"/>
                  </a:lnTo>
                  <a:lnTo>
                    <a:pt x="858" y="549"/>
                  </a:lnTo>
                  <a:lnTo>
                    <a:pt x="858" y="545"/>
                  </a:lnTo>
                  <a:lnTo>
                    <a:pt x="860" y="543"/>
                  </a:lnTo>
                  <a:lnTo>
                    <a:pt x="863" y="540"/>
                  </a:lnTo>
                  <a:lnTo>
                    <a:pt x="866" y="538"/>
                  </a:lnTo>
                  <a:lnTo>
                    <a:pt x="869" y="535"/>
                  </a:lnTo>
                  <a:lnTo>
                    <a:pt x="874" y="534"/>
                  </a:lnTo>
                  <a:lnTo>
                    <a:pt x="879" y="535"/>
                  </a:lnTo>
                  <a:lnTo>
                    <a:pt x="884" y="537"/>
                  </a:lnTo>
                  <a:lnTo>
                    <a:pt x="888" y="538"/>
                  </a:lnTo>
                  <a:lnTo>
                    <a:pt x="891" y="537"/>
                  </a:lnTo>
                  <a:lnTo>
                    <a:pt x="894" y="536"/>
                  </a:lnTo>
                  <a:lnTo>
                    <a:pt x="898" y="534"/>
                  </a:lnTo>
                  <a:lnTo>
                    <a:pt x="901" y="536"/>
                  </a:lnTo>
                  <a:lnTo>
                    <a:pt x="904" y="538"/>
                  </a:lnTo>
                  <a:lnTo>
                    <a:pt x="906" y="541"/>
                  </a:lnTo>
                  <a:lnTo>
                    <a:pt x="909" y="541"/>
                  </a:lnTo>
                  <a:lnTo>
                    <a:pt x="914" y="540"/>
                  </a:lnTo>
                  <a:lnTo>
                    <a:pt x="919" y="539"/>
                  </a:lnTo>
                  <a:lnTo>
                    <a:pt x="923" y="541"/>
                  </a:lnTo>
                  <a:lnTo>
                    <a:pt x="925" y="543"/>
                  </a:lnTo>
                  <a:lnTo>
                    <a:pt x="926" y="546"/>
                  </a:lnTo>
                  <a:lnTo>
                    <a:pt x="927" y="549"/>
                  </a:lnTo>
                  <a:lnTo>
                    <a:pt x="928" y="552"/>
                  </a:lnTo>
                  <a:lnTo>
                    <a:pt x="927" y="555"/>
                  </a:lnTo>
                  <a:lnTo>
                    <a:pt x="925" y="558"/>
                  </a:lnTo>
                  <a:lnTo>
                    <a:pt x="923" y="561"/>
                  </a:lnTo>
                  <a:lnTo>
                    <a:pt x="924" y="563"/>
                  </a:lnTo>
                  <a:close/>
                </a:path>
              </a:pathLst>
            </a:custGeom>
            <a:solidFill>
              <a:srgbClr val="ECB78D">
                <a:alpha val="9600"/>
              </a:srgbClr>
            </a:solidFill>
            <a:ln>
              <a:noFill/>
            </a:ln>
          </p:spPr>
          <p:txBody>
            <a:bodyPr anchor="ctr"/>
            <a:lstStyle/>
            <a:p>
              <a:pPr algn="ctr">
                <a:buNone/>
              </a:pPr>
            </a:p>
          </p:txBody>
        </p:sp>
        <p:sp>
          <p:nvSpPr>
            <p:cNvPr id="650" name="addition:spatial:32"/>
            <p:cNvSpPr>
              <a:spLocks noGrp="1"/>
            </p:cNvSpPr>
            <p:nvPr/>
          </p:nvSpPr>
          <p:spPr>
            <a:xfrm>
              <a:off x="5648325" y="1666875"/>
              <a:ext cx="1272845" cy="1031900"/>
            </a:xfrm>
            <a:custGeom>
              <a:avLst/>
              <a:gdLst/>
              <a:ahLst/>
              <a:cxnLst/>
              <a:rect l="l" t="t" r="r" b="b"/>
              <a:pathLst>
                <a:path w="960" h="610">
                  <a:moveTo>
                    <a:pt x="0" y="0"/>
                  </a:moveTo>
                  <a:moveTo>
                    <a:pt x="953" y="560"/>
                  </a:moveTo>
                  <a:lnTo>
                    <a:pt x="954" y="564"/>
                  </a:lnTo>
                  <a:lnTo>
                    <a:pt x="953" y="568"/>
                  </a:lnTo>
                  <a:lnTo>
                    <a:pt x="950" y="572"/>
                  </a:lnTo>
                  <a:lnTo>
                    <a:pt x="945" y="575"/>
                  </a:lnTo>
                  <a:lnTo>
                    <a:pt x="941" y="578"/>
                  </a:lnTo>
                  <a:lnTo>
                    <a:pt x="938" y="581"/>
                  </a:lnTo>
                  <a:lnTo>
                    <a:pt x="935" y="585"/>
                  </a:lnTo>
                  <a:lnTo>
                    <a:pt x="931" y="588"/>
                  </a:lnTo>
                  <a:lnTo>
                    <a:pt x="925" y="590"/>
                  </a:lnTo>
                  <a:lnTo>
                    <a:pt x="920" y="592"/>
                  </a:lnTo>
                  <a:lnTo>
                    <a:pt x="917" y="596"/>
                  </a:lnTo>
                  <a:lnTo>
                    <a:pt x="915" y="602"/>
                  </a:lnTo>
                  <a:lnTo>
                    <a:pt x="912" y="608"/>
                  </a:lnTo>
                  <a:lnTo>
                    <a:pt x="906" y="610"/>
                  </a:lnTo>
                  <a:lnTo>
                    <a:pt x="898" y="608"/>
                  </a:lnTo>
                  <a:lnTo>
                    <a:pt x="891" y="603"/>
                  </a:lnTo>
                  <a:lnTo>
                    <a:pt x="886" y="600"/>
                  </a:lnTo>
                  <a:lnTo>
                    <a:pt x="881" y="599"/>
                  </a:lnTo>
                  <a:lnTo>
                    <a:pt x="877" y="599"/>
                  </a:lnTo>
                  <a:lnTo>
                    <a:pt x="872" y="600"/>
                  </a:lnTo>
                  <a:lnTo>
                    <a:pt x="868" y="599"/>
                  </a:lnTo>
                  <a:lnTo>
                    <a:pt x="863" y="599"/>
                  </a:lnTo>
                  <a:lnTo>
                    <a:pt x="858" y="599"/>
                  </a:lnTo>
                  <a:lnTo>
                    <a:pt x="852" y="599"/>
                  </a:lnTo>
                  <a:lnTo>
                    <a:pt x="847" y="598"/>
                  </a:lnTo>
                  <a:lnTo>
                    <a:pt x="845" y="594"/>
                  </a:lnTo>
                  <a:lnTo>
                    <a:pt x="844" y="589"/>
                  </a:lnTo>
                  <a:lnTo>
                    <a:pt x="843" y="585"/>
                  </a:lnTo>
                  <a:lnTo>
                    <a:pt x="839" y="583"/>
                  </a:lnTo>
                  <a:lnTo>
                    <a:pt x="833" y="580"/>
                  </a:lnTo>
                  <a:lnTo>
                    <a:pt x="830" y="577"/>
                  </a:lnTo>
                  <a:lnTo>
                    <a:pt x="832" y="572"/>
                  </a:lnTo>
                  <a:lnTo>
                    <a:pt x="837" y="567"/>
                  </a:lnTo>
                  <a:lnTo>
                    <a:pt x="842" y="563"/>
                  </a:lnTo>
                  <a:lnTo>
                    <a:pt x="842" y="560"/>
                  </a:lnTo>
                  <a:lnTo>
                    <a:pt x="838" y="556"/>
                  </a:lnTo>
                  <a:lnTo>
                    <a:pt x="833" y="552"/>
                  </a:lnTo>
                  <a:lnTo>
                    <a:pt x="830" y="548"/>
                  </a:lnTo>
                  <a:lnTo>
                    <a:pt x="829" y="543"/>
                  </a:lnTo>
                  <a:lnTo>
                    <a:pt x="830" y="539"/>
                  </a:lnTo>
                  <a:lnTo>
                    <a:pt x="830" y="535"/>
                  </a:lnTo>
                  <a:lnTo>
                    <a:pt x="832" y="531"/>
                  </a:lnTo>
                  <a:lnTo>
                    <a:pt x="837" y="529"/>
                  </a:lnTo>
                  <a:lnTo>
                    <a:pt x="845" y="529"/>
                  </a:lnTo>
                  <a:lnTo>
                    <a:pt x="851" y="529"/>
                  </a:lnTo>
                  <a:lnTo>
                    <a:pt x="856" y="528"/>
                  </a:lnTo>
                  <a:lnTo>
                    <a:pt x="858" y="524"/>
                  </a:lnTo>
                  <a:lnTo>
                    <a:pt x="860" y="520"/>
                  </a:lnTo>
                  <a:lnTo>
                    <a:pt x="864" y="517"/>
                  </a:lnTo>
                  <a:lnTo>
                    <a:pt x="870" y="517"/>
                  </a:lnTo>
                  <a:lnTo>
                    <a:pt x="875" y="519"/>
                  </a:lnTo>
                  <a:lnTo>
                    <a:pt x="881" y="519"/>
                  </a:lnTo>
                  <a:lnTo>
                    <a:pt x="886" y="517"/>
                  </a:lnTo>
                  <a:lnTo>
                    <a:pt x="893" y="514"/>
                  </a:lnTo>
                  <a:lnTo>
                    <a:pt x="900" y="512"/>
                  </a:lnTo>
                  <a:lnTo>
                    <a:pt x="906" y="514"/>
                  </a:lnTo>
                  <a:lnTo>
                    <a:pt x="912" y="517"/>
                  </a:lnTo>
                  <a:lnTo>
                    <a:pt x="917" y="519"/>
                  </a:lnTo>
                  <a:lnTo>
                    <a:pt x="922" y="522"/>
                  </a:lnTo>
                  <a:lnTo>
                    <a:pt x="926" y="526"/>
                  </a:lnTo>
                  <a:lnTo>
                    <a:pt x="928" y="531"/>
                  </a:lnTo>
                  <a:lnTo>
                    <a:pt x="929" y="536"/>
                  </a:lnTo>
                  <a:lnTo>
                    <a:pt x="931" y="539"/>
                  </a:lnTo>
                  <a:lnTo>
                    <a:pt x="938" y="540"/>
                  </a:lnTo>
                  <a:lnTo>
                    <a:pt x="948" y="541"/>
                  </a:lnTo>
                  <a:lnTo>
                    <a:pt x="957" y="543"/>
                  </a:lnTo>
                  <a:lnTo>
                    <a:pt x="960" y="547"/>
                  </a:lnTo>
                  <a:lnTo>
                    <a:pt x="958" y="551"/>
                  </a:lnTo>
                  <a:lnTo>
                    <a:pt x="955" y="556"/>
                  </a:lnTo>
                  <a:close/>
                </a:path>
              </a:pathLst>
            </a:custGeom>
            <a:solidFill>
              <a:srgbClr val="E18B48">
                <a:alpha val="11100"/>
              </a:srgbClr>
            </a:solidFill>
            <a:ln>
              <a:noFill/>
            </a:ln>
          </p:spPr>
          <p:txBody>
            <a:bodyPr anchor="ctr"/>
            <a:lstStyle/>
            <a:p>
              <a:pPr algn="ctr">
                <a:buNone/>
              </a:pPr>
            </a:p>
          </p:txBody>
        </p:sp>
        <p:sp>
          <p:nvSpPr>
            <p:cNvPr id="651" name="addition:spatial:33"/>
            <p:cNvSpPr>
              <a:spLocks noGrp="1"/>
            </p:cNvSpPr>
            <p:nvPr/>
          </p:nvSpPr>
          <p:spPr>
            <a:xfrm>
              <a:off x="5648325" y="1666875"/>
              <a:ext cx="1186663" cy="969310"/>
            </a:xfrm>
            <a:custGeom>
              <a:avLst/>
              <a:gdLst/>
              <a:ahLst/>
              <a:cxnLst/>
              <a:rect l="l" t="t" r="r" b="b"/>
              <a:pathLst>
                <a:path w="895" h="573">
                  <a:moveTo>
                    <a:pt x="0" y="0"/>
                  </a:moveTo>
                  <a:moveTo>
                    <a:pt x="893" y="548"/>
                  </a:moveTo>
                  <a:lnTo>
                    <a:pt x="895" y="550"/>
                  </a:lnTo>
                  <a:lnTo>
                    <a:pt x="895" y="552"/>
                  </a:lnTo>
                  <a:lnTo>
                    <a:pt x="894" y="554"/>
                  </a:lnTo>
                  <a:lnTo>
                    <a:pt x="893" y="556"/>
                  </a:lnTo>
                  <a:lnTo>
                    <a:pt x="891" y="558"/>
                  </a:lnTo>
                  <a:lnTo>
                    <a:pt x="889" y="559"/>
                  </a:lnTo>
                  <a:lnTo>
                    <a:pt x="887" y="560"/>
                  </a:lnTo>
                  <a:lnTo>
                    <a:pt x="884" y="561"/>
                  </a:lnTo>
                  <a:lnTo>
                    <a:pt x="882" y="562"/>
                  </a:lnTo>
                  <a:lnTo>
                    <a:pt x="881" y="564"/>
                  </a:lnTo>
                  <a:lnTo>
                    <a:pt x="880" y="567"/>
                  </a:lnTo>
                  <a:lnTo>
                    <a:pt x="878" y="568"/>
                  </a:lnTo>
                  <a:lnTo>
                    <a:pt x="875" y="569"/>
                  </a:lnTo>
                  <a:lnTo>
                    <a:pt x="872" y="568"/>
                  </a:lnTo>
                  <a:lnTo>
                    <a:pt x="869" y="568"/>
                  </a:lnTo>
                  <a:lnTo>
                    <a:pt x="867" y="570"/>
                  </a:lnTo>
                  <a:lnTo>
                    <a:pt x="864" y="572"/>
                  </a:lnTo>
                  <a:lnTo>
                    <a:pt x="861" y="573"/>
                  </a:lnTo>
                  <a:lnTo>
                    <a:pt x="857" y="573"/>
                  </a:lnTo>
                  <a:lnTo>
                    <a:pt x="855" y="571"/>
                  </a:lnTo>
                  <a:lnTo>
                    <a:pt x="853" y="569"/>
                  </a:lnTo>
                  <a:lnTo>
                    <a:pt x="850" y="567"/>
                  </a:lnTo>
                  <a:lnTo>
                    <a:pt x="848" y="566"/>
                  </a:lnTo>
                  <a:lnTo>
                    <a:pt x="847" y="564"/>
                  </a:lnTo>
                  <a:lnTo>
                    <a:pt x="845" y="563"/>
                  </a:lnTo>
                  <a:lnTo>
                    <a:pt x="843" y="562"/>
                  </a:lnTo>
                  <a:lnTo>
                    <a:pt x="840" y="562"/>
                  </a:lnTo>
                  <a:lnTo>
                    <a:pt x="836" y="562"/>
                  </a:lnTo>
                  <a:lnTo>
                    <a:pt x="833" y="561"/>
                  </a:lnTo>
                  <a:lnTo>
                    <a:pt x="832" y="559"/>
                  </a:lnTo>
                  <a:lnTo>
                    <a:pt x="833" y="556"/>
                  </a:lnTo>
                  <a:lnTo>
                    <a:pt x="835" y="554"/>
                  </a:lnTo>
                  <a:lnTo>
                    <a:pt x="836" y="552"/>
                  </a:lnTo>
                  <a:lnTo>
                    <a:pt x="835" y="550"/>
                  </a:lnTo>
                  <a:lnTo>
                    <a:pt x="835" y="548"/>
                  </a:lnTo>
                  <a:lnTo>
                    <a:pt x="835" y="546"/>
                  </a:lnTo>
                  <a:lnTo>
                    <a:pt x="837" y="544"/>
                  </a:lnTo>
                  <a:lnTo>
                    <a:pt x="839" y="542"/>
                  </a:lnTo>
                  <a:lnTo>
                    <a:pt x="841" y="541"/>
                  </a:lnTo>
                  <a:lnTo>
                    <a:pt x="841" y="539"/>
                  </a:lnTo>
                  <a:lnTo>
                    <a:pt x="841" y="537"/>
                  </a:lnTo>
                  <a:lnTo>
                    <a:pt x="843" y="535"/>
                  </a:lnTo>
                  <a:lnTo>
                    <a:pt x="844" y="533"/>
                  </a:lnTo>
                  <a:lnTo>
                    <a:pt x="845" y="531"/>
                  </a:lnTo>
                  <a:lnTo>
                    <a:pt x="845" y="529"/>
                  </a:lnTo>
                  <a:lnTo>
                    <a:pt x="846" y="526"/>
                  </a:lnTo>
                  <a:lnTo>
                    <a:pt x="849" y="525"/>
                  </a:lnTo>
                  <a:lnTo>
                    <a:pt x="852" y="526"/>
                  </a:lnTo>
                  <a:lnTo>
                    <a:pt x="856" y="528"/>
                  </a:lnTo>
                  <a:lnTo>
                    <a:pt x="858" y="530"/>
                  </a:lnTo>
                  <a:lnTo>
                    <a:pt x="860" y="529"/>
                  </a:lnTo>
                  <a:lnTo>
                    <a:pt x="861" y="528"/>
                  </a:lnTo>
                  <a:lnTo>
                    <a:pt x="863" y="526"/>
                  </a:lnTo>
                  <a:lnTo>
                    <a:pt x="866" y="526"/>
                  </a:lnTo>
                  <a:lnTo>
                    <a:pt x="868" y="526"/>
                  </a:lnTo>
                  <a:lnTo>
                    <a:pt x="870" y="526"/>
                  </a:lnTo>
                  <a:lnTo>
                    <a:pt x="872" y="526"/>
                  </a:lnTo>
                  <a:lnTo>
                    <a:pt x="875" y="527"/>
                  </a:lnTo>
                  <a:lnTo>
                    <a:pt x="877" y="528"/>
                  </a:lnTo>
                  <a:lnTo>
                    <a:pt x="879" y="530"/>
                  </a:lnTo>
                  <a:lnTo>
                    <a:pt x="880" y="532"/>
                  </a:lnTo>
                  <a:lnTo>
                    <a:pt x="882" y="533"/>
                  </a:lnTo>
                  <a:lnTo>
                    <a:pt x="884" y="534"/>
                  </a:lnTo>
                  <a:lnTo>
                    <a:pt x="886" y="536"/>
                  </a:lnTo>
                  <a:lnTo>
                    <a:pt x="887" y="538"/>
                  </a:lnTo>
                  <a:lnTo>
                    <a:pt x="885" y="541"/>
                  </a:lnTo>
                  <a:lnTo>
                    <a:pt x="884" y="543"/>
                  </a:lnTo>
                  <a:lnTo>
                    <a:pt x="885" y="544"/>
                  </a:lnTo>
                  <a:lnTo>
                    <a:pt x="889" y="546"/>
                  </a:lnTo>
                  <a:close/>
                </a:path>
              </a:pathLst>
            </a:custGeom>
            <a:solidFill>
              <a:srgbClr val="DE8036">
                <a:alpha val="10800"/>
              </a:srgbClr>
            </a:solidFill>
            <a:ln>
              <a:noFill/>
            </a:ln>
          </p:spPr>
          <p:txBody>
            <a:bodyPr anchor="ctr"/>
            <a:lstStyle/>
            <a:p>
              <a:pPr algn="ctr">
                <a:buNone/>
              </a:pPr>
            </a:p>
          </p:txBody>
        </p:sp>
        <p:sp>
          <p:nvSpPr>
            <p:cNvPr id="652" name="addition:spatial:34"/>
            <p:cNvSpPr>
              <a:spLocks noGrp="1"/>
            </p:cNvSpPr>
            <p:nvPr/>
          </p:nvSpPr>
          <p:spPr>
            <a:xfrm>
              <a:off x="5648325" y="1666875"/>
              <a:ext cx="1231743" cy="947318"/>
            </a:xfrm>
            <a:custGeom>
              <a:avLst/>
              <a:gdLst/>
              <a:ahLst/>
              <a:cxnLst/>
              <a:rect l="l" t="t" r="r" b="b"/>
              <a:pathLst>
                <a:path w="929" h="560">
                  <a:moveTo>
                    <a:pt x="0" y="0"/>
                  </a:moveTo>
                  <a:moveTo>
                    <a:pt x="928" y="541"/>
                  </a:moveTo>
                  <a:lnTo>
                    <a:pt x="929" y="543"/>
                  </a:lnTo>
                  <a:lnTo>
                    <a:pt x="929" y="544"/>
                  </a:lnTo>
                  <a:lnTo>
                    <a:pt x="927" y="546"/>
                  </a:lnTo>
                  <a:lnTo>
                    <a:pt x="926" y="547"/>
                  </a:lnTo>
                  <a:lnTo>
                    <a:pt x="924" y="548"/>
                  </a:lnTo>
                  <a:lnTo>
                    <a:pt x="923" y="550"/>
                  </a:lnTo>
                  <a:lnTo>
                    <a:pt x="923" y="551"/>
                  </a:lnTo>
                  <a:lnTo>
                    <a:pt x="922" y="552"/>
                  </a:lnTo>
                  <a:lnTo>
                    <a:pt x="919" y="553"/>
                  </a:lnTo>
                  <a:lnTo>
                    <a:pt x="916" y="553"/>
                  </a:lnTo>
                  <a:lnTo>
                    <a:pt x="914" y="553"/>
                  </a:lnTo>
                  <a:lnTo>
                    <a:pt x="913" y="555"/>
                  </a:lnTo>
                  <a:lnTo>
                    <a:pt x="912" y="557"/>
                  </a:lnTo>
                  <a:lnTo>
                    <a:pt x="910" y="559"/>
                  </a:lnTo>
                  <a:lnTo>
                    <a:pt x="908" y="560"/>
                  </a:lnTo>
                  <a:lnTo>
                    <a:pt x="905" y="560"/>
                  </a:lnTo>
                  <a:lnTo>
                    <a:pt x="903" y="559"/>
                  </a:lnTo>
                  <a:lnTo>
                    <a:pt x="900" y="558"/>
                  </a:lnTo>
                  <a:lnTo>
                    <a:pt x="898" y="558"/>
                  </a:lnTo>
                  <a:lnTo>
                    <a:pt x="896" y="557"/>
                  </a:lnTo>
                  <a:lnTo>
                    <a:pt x="895" y="555"/>
                  </a:lnTo>
                  <a:lnTo>
                    <a:pt x="894" y="554"/>
                  </a:lnTo>
                  <a:lnTo>
                    <a:pt x="892" y="554"/>
                  </a:lnTo>
                  <a:lnTo>
                    <a:pt x="889" y="555"/>
                  </a:lnTo>
                  <a:lnTo>
                    <a:pt x="887" y="555"/>
                  </a:lnTo>
                  <a:lnTo>
                    <a:pt x="885" y="554"/>
                  </a:lnTo>
                  <a:lnTo>
                    <a:pt x="884" y="553"/>
                  </a:lnTo>
                  <a:lnTo>
                    <a:pt x="884" y="551"/>
                  </a:lnTo>
                  <a:lnTo>
                    <a:pt x="884" y="550"/>
                  </a:lnTo>
                  <a:lnTo>
                    <a:pt x="882" y="549"/>
                  </a:lnTo>
                  <a:lnTo>
                    <a:pt x="880" y="548"/>
                  </a:lnTo>
                  <a:lnTo>
                    <a:pt x="879" y="546"/>
                  </a:lnTo>
                  <a:lnTo>
                    <a:pt x="880" y="544"/>
                  </a:lnTo>
                  <a:lnTo>
                    <a:pt x="882" y="543"/>
                  </a:lnTo>
                  <a:lnTo>
                    <a:pt x="884" y="541"/>
                  </a:lnTo>
                  <a:lnTo>
                    <a:pt x="884" y="540"/>
                  </a:lnTo>
                  <a:lnTo>
                    <a:pt x="885" y="538"/>
                  </a:lnTo>
                  <a:lnTo>
                    <a:pt x="885" y="537"/>
                  </a:lnTo>
                  <a:lnTo>
                    <a:pt x="886" y="536"/>
                  </a:lnTo>
                  <a:lnTo>
                    <a:pt x="886" y="534"/>
                  </a:lnTo>
                  <a:lnTo>
                    <a:pt x="885" y="532"/>
                  </a:lnTo>
                  <a:lnTo>
                    <a:pt x="884" y="530"/>
                  </a:lnTo>
                  <a:lnTo>
                    <a:pt x="884" y="528"/>
                  </a:lnTo>
                  <a:lnTo>
                    <a:pt x="886" y="527"/>
                  </a:lnTo>
                  <a:lnTo>
                    <a:pt x="889" y="527"/>
                  </a:lnTo>
                  <a:lnTo>
                    <a:pt x="892" y="528"/>
                  </a:lnTo>
                  <a:lnTo>
                    <a:pt x="893" y="527"/>
                  </a:lnTo>
                  <a:lnTo>
                    <a:pt x="894" y="526"/>
                  </a:lnTo>
                  <a:lnTo>
                    <a:pt x="896" y="525"/>
                  </a:lnTo>
                  <a:lnTo>
                    <a:pt x="897" y="525"/>
                  </a:lnTo>
                  <a:lnTo>
                    <a:pt x="899" y="525"/>
                  </a:lnTo>
                  <a:lnTo>
                    <a:pt x="901" y="525"/>
                  </a:lnTo>
                  <a:lnTo>
                    <a:pt x="902" y="525"/>
                  </a:lnTo>
                  <a:lnTo>
                    <a:pt x="904" y="524"/>
                  </a:lnTo>
                  <a:lnTo>
                    <a:pt x="906" y="524"/>
                  </a:lnTo>
                  <a:lnTo>
                    <a:pt x="908" y="525"/>
                  </a:lnTo>
                  <a:lnTo>
                    <a:pt x="910" y="525"/>
                  </a:lnTo>
                  <a:lnTo>
                    <a:pt x="913" y="525"/>
                  </a:lnTo>
                  <a:lnTo>
                    <a:pt x="915" y="525"/>
                  </a:lnTo>
                  <a:lnTo>
                    <a:pt x="918" y="526"/>
                  </a:lnTo>
                  <a:lnTo>
                    <a:pt x="919" y="528"/>
                  </a:lnTo>
                  <a:lnTo>
                    <a:pt x="918" y="530"/>
                  </a:lnTo>
                  <a:lnTo>
                    <a:pt x="918" y="533"/>
                  </a:lnTo>
                  <a:lnTo>
                    <a:pt x="918" y="534"/>
                  </a:lnTo>
                  <a:lnTo>
                    <a:pt x="920" y="535"/>
                  </a:lnTo>
                  <a:lnTo>
                    <a:pt x="923" y="535"/>
                  </a:lnTo>
                  <a:lnTo>
                    <a:pt x="926" y="536"/>
                  </a:lnTo>
                  <a:lnTo>
                    <a:pt x="927" y="538"/>
                  </a:lnTo>
                  <a:lnTo>
                    <a:pt x="928" y="539"/>
                  </a:lnTo>
                  <a:close/>
                </a:path>
              </a:pathLst>
            </a:custGeom>
            <a:solidFill>
              <a:srgbClr val="DE8036">
                <a:alpha val="10800"/>
              </a:srgbClr>
            </a:solidFill>
            <a:ln>
              <a:noFill/>
            </a:ln>
          </p:spPr>
          <p:txBody>
            <a:bodyPr anchor="ctr"/>
            <a:lstStyle/>
            <a:p>
              <a:pPr algn="ctr">
                <a:buNone/>
              </a:pPr>
            </a:p>
          </p:txBody>
        </p:sp>
        <p:sp>
          <p:nvSpPr>
            <p:cNvPr id="653" name="addition:spatial:35"/>
            <p:cNvSpPr>
              <a:spLocks noGrp="1"/>
            </p:cNvSpPr>
            <p:nvPr/>
          </p:nvSpPr>
          <p:spPr>
            <a:xfrm>
              <a:off x="5648325" y="1666875"/>
              <a:ext cx="1267541" cy="1009909"/>
            </a:xfrm>
            <a:custGeom>
              <a:avLst/>
              <a:gdLst/>
              <a:ahLst/>
              <a:cxnLst/>
              <a:rect l="l" t="t" r="r" b="b"/>
              <a:pathLst>
                <a:path w="956" h="597">
                  <a:moveTo>
                    <a:pt x="0" y="0"/>
                  </a:moveTo>
                  <a:moveTo>
                    <a:pt x="953" y="571"/>
                  </a:moveTo>
                  <a:lnTo>
                    <a:pt x="952" y="573"/>
                  </a:lnTo>
                  <a:lnTo>
                    <a:pt x="953" y="575"/>
                  </a:lnTo>
                  <a:lnTo>
                    <a:pt x="954" y="577"/>
                  </a:lnTo>
                  <a:lnTo>
                    <a:pt x="953" y="579"/>
                  </a:lnTo>
                  <a:lnTo>
                    <a:pt x="951" y="581"/>
                  </a:lnTo>
                  <a:lnTo>
                    <a:pt x="947" y="582"/>
                  </a:lnTo>
                  <a:lnTo>
                    <a:pt x="945" y="583"/>
                  </a:lnTo>
                  <a:lnTo>
                    <a:pt x="943" y="584"/>
                  </a:lnTo>
                  <a:lnTo>
                    <a:pt x="941" y="586"/>
                  </a:lnTo>
                  <a:lnTo>
                    <a:pt x="938" y="587"/>
                  </a:lnTo>
                  <a:lnTo>
                    <a:pt x="936" y="588"/>
                  </a:lnTo>
                  <a:lnTo>
                    <a:pt x="934" y="590"/>
                  </a:lnTo>
                  <a:lnTo>
                    <a:pt x="932" y="592"/>
                  </a:lnTo>
                  <a:lnTo>
                    <a:pt x="930" y="595"/>
                  </a:lnTo>
                  <a:lnTo>
                    <a:pt x="927" y="597"/>
                  </a:lnTo>
                  <a:lnTo>
                    <a:pt x="924" y="596"/>
                  </a:lnTo>
                  <a:lnTo>
                    <a:pt x="920" y="594"/>
                  </a:lnTo>
                  <a:lnTo>
                    <a:pt x="917" y="591"/>
                  </a:lnTo>
                  <a:lnTo>
                    <a:pt x="915" y="590"/>
                  </a:lnTo>
                  <a:lnTo>
                    <a:pt x="912" y="591"/>
                  </a:lnTo>
                  <a:lnTo>
                    <a:pt x="910" y="591"/>
                  </a:lnTo>
                  <a:lnTo>
                    <a:pt x="907" y="591"/>
                  </a:lnTo>
                  <a:lnTo>
                    <a:pt x="905" y="590"/>
                  </a:lnTo>
                  <a:lnTo>
                    <a:pt x="903" y="589"/>
                  </a:lnTo>
                  <a:lnTo>
                    <a:pt x="901" y="588"/>
                  </a:lnTo>
                  <a:lnTo>
                    <a:pt x="898" y="588"/>
                  </a:lnTo>
                  <a:lnTo>
                    <a:pt x="896" y="586"/>
                  </a:lnTo>
                  <a:lnTo>
                    <a:pt x="895" y="584"/>
                  </a:lnTo>
                  <a:lnTo>
                    <a:pt x="895" y="582"/>
                  </a:lnTo>
                  <a:lnTo>
                    <a:pt x="894" y="581"/>
                  </a:lnTo>
                  <a:lnTo>
                    <a:pt x="892" y="579"/>
                  </a:lnTo>
                  <a:lnTo>
                    <a:pt x="890" y="577"/>
                  </a:lnTo>
                  <a:lnTo>
                    <a:pt x="891" y="575"/>
                  </a:lnTo>
                  <a:lnTo>
                    <a:pt x="894" y="573"/>
                  </a:lnTo>
                  <a:lnTo>
                    <a:pt x="897" y="571"/>
                  </a:lnTo>
                  <a:lnTo>
                    <a:pt x="899" y="569"/>
                  </a:lnTo>
                  <a:lnTo>
                    <a:pt x="898" y="567"/>
                  </a:lnTo>
                  <a:lnTo>
                    <a:pt x="896" y="565"/>
                  </a:lnTo>
                  <a:lnTo>
                    <a:pt x="894" y="563"/>
                  </a:lnTo>
                  <a:lnTo>
                    <a:pt x="894" y="560"/>
                  </a:lnTo>
                  <a:lnTo>
                    <a:pt x="895" y="558"/>
                  </a:lnTo>
                  <a:lnTo>
                    <a:pt x="896" y="557"/>
                  </a:lnTo>
                  <a:lnTo>
                    <a:pt x="897" y="555"/>
                  </a:lnTo>
                  <a:lnTo>
                    <a:pt x="899" y="553"/>
                  </a:lnTo>
                  <a:lnTo>
                    <a:pt x="902" y="553"/>
                  </a:lnTo>
                  <a:lnTo>
                    <a:pt x="905" y="553"/>
                  </a:lnTo>
                  <a:lnTo>
                    <a:pt x="908" y="553"/>
                  </a:lnTo>
                  <a:lnTo>
                    <a:pt x="909" y="552"/>
                  </a:lnTo>
                  <a:lnTo>
                    <a:pt x="910" y="550"/>
                  </a:lnTo>
                  <a:lnTo>
                    <a:pt x="912" y="549"/>
                  </a:lnTo>
                  <a:lnTo>
                    <a:pt x="915" y="549"/>
                  </a:lnTo>
                  <a:lnTo>
                    <a:pt x="917" y="550"/>
                  </a:lnTo>
                  <a:lnTo>
                    <a:pt x="920" y="551"/>
                  </a:lnTo>
                  <a:lnTo>
                    <a:pt x="922" y="550"/>
                  </a:lnTo>
                  <a:lnTo>
                    <a:pt x="925" y="549"/>
                  </a:lnTo>
                  <a:lnTo>
                    <a:pt x="929" y="547"/>
                  </a:lnTo>
                  <a:lnTo>
                    <a:pt x="932" y="547"/>
                  </a:lnTo>
                  <a:lnTo>
                    <a:pt x="935" y="549"/>
                  </a:lnTo>
                  <a:lnTo>
                    <a:pt x="937" y="551"/>
                  </a:lnTo>
                  <a:lnTo>
                    <a:pt x="938" y="553"/>
                  </a:lnTo>
                  <a:lnTo>
                    <a:pt x="940" y="555"/>
                  </a:lnTo>
                  <a:lnTo>
                    <a:pt x="941" y="557"/>
                  </a:lnTo>
                  <a:lnTo>
                    <a:pt x="942" y="559"/>
                  </a:lnTo>
                  <a:lnTo>
                    <a:pt x="942" y="561"/>
                  </a:lnTo>
                  <a:lnTo>
                    <a:pt x="945" y="562"/>
                  </a:lnTo>
                  <a:lnTo>
                    <a:pt x="949" y="563"/>
                  </a:lnTo>
                  <a:lnTo>
                    <a:pt x="953" y="564"/>
                  </a:lnTo>
                  <a:lnTo>
                    <a:pt x="956" y="566"/>
                  </a:lnTo>
                  <a:lnTo>
                    <a:pt x="955" y="569"/>
                  </a:lnTo>
                  <a:close/>
                </a:path>
              </a:pathLst>
            </a:custGeom>
            <a:solidFill>
              <a:srgbClr val="DE8036">
                <a:alpha val="10800"/>
              </a:srgbClr>
            </a:solidFill>
            <a:ln>
              <a:noFill/>
            </a:ln>
          </p:spPr>
          <p:txBody>
            <a:bodyPr anchor="ctr"/>
            <a:lstStyle/>
            <a:p>
              <a:pPr algn="ctr">
                <a:buNone/>
              </a:pPr>
            </a:p>
          </p:txBody>
        </p:sp>
        <p:sp>
          <p:nvSpPr>
            <p:cNvPr id="654" name="addition:spatial:36"/>
            <p:cNvSpPr>
              <a:spLocks noGrp="1"/>
            </p:cNvSpPr>
            <p:nvPr/>
          </p:nvSpPr>
          <p:spPr>
            <a:xfrm>
              <a:off x="5648325" y="1666875"/>
              <a:ext cx="1205225" cy="1020059"/>
            </a:xfrm>
            <a:custGeom>
              <a:avLst/>
              <a:gdLst/>
              <a:ahLst/>
              <a:cxnLst/>
              <a:rect l="l" t="t" r="r" b="b"/>
              <a:pathLst>
                <a:path w="909" h="603">
                  <a:moveTo>
                    <a:pt x="0" y="0"/>
                  </a:moveTo>
                  <a:moveTo>
                    <a:pt x="908" y="584"/>
                  </a:moveTo>
                  <a:lnTo>
                    <a:pt x="905" y="585"/>
                  </a:lnTo>
                  <a:lnTo>
                    <a:pt x="902" y="587"/>
                  </a:lnTo>
                  <a:lnTo>
                    <a:pt x="899" y="588"/>
                  </a:lnTo>
                  <a:lnTo>
                    <a:pt x="899" y="589"/>
                  </a:lnTo>
                  <a:lnTo>
                    <a:pt x="900" y="592"/>
                  </a:lnTo>
                  <a:lnTo>
                    <a:pt x="901" y="594"/>
                  </a:lnTo>
                  <a:lnTo>
                    <a:pt x="899" y="595"/>
                  </a:lnTo>
                  <a:lnTo>
                    <a:pt x="897" y="596"/>
                  </a:lnTo>
                  <a:lnTo>
                    <a:pt x="894" y="597"/>
                  </a:lnTo>
                  <a:lnTo>
                    <a:pt x="893" y="598"/>
                  </a:lnTo>
                  <a:lnTo>
                    <a:pt x="892" y="600"/>
                  </a:lnTo>
                  <a:lnTo>
                    <a:pt x="890" y="602"/>
                  </a:lnTo>
                  <a:lnTo>
                    <a:pt x="888" y="603"/>
                  </a:lnTo>
                  <a:lnTo>
                    <a:pt x="885" y="603"/>
                  </a:lnTo>
                  <a:lnTo>
                    <a:pt x="883" y="602"/>
                  </a:lnTo>
                  <a:lnTo>
                    <a:pt x="881" y="602"/>
                  </a:lnTo>
                  <a:lnTo>
                    <a:pt x="879" y="602"/>
                  </a:lnTo>
                  <a:lnTo>
                    <a:pt x="877" y="601"/>
                  </a:lnTo>
                  <a:lnTo>
                    <a:pt x="875" y="600"/>
                  </a:lnTo>
                  <a:lnTo>
                    <a:pt x="874" y="599"/>
                  </a:lnTo>
                  <a:lnTo>
                    <a:pt x="872" y="600"/>
                  </a:lnTo>
                  <a:lnTo>
                    <a:pt x="869" y="601"/>
                  </a:lnTo>
                  <a:lnTo>
                    <a:pt x="866" y="603"/>
                  </a:lnTo>
                  <a:lnTo>
                    <a:pt x="863" y="602"/>
                  </a:lnTo>
                  <a:lnTo>
                    <a:pt x="862" y="601"/>
                  </a:lnTo>
                  <a:lnTo>
                    <a:pt x="861" y="598"/>
                  </a:lnTo>
                  <a:lnTo>
                    <a:pt x="861" y="596"/>
                  </a:lnTo>
                  <a:lnTo>
                    <a:pt x="860" y="595"/>
                  </a:lnTo>
                  <a:lnTo>
                    <a:pt x="859" y="593"/>
                  </a:lnTo>
                  <a:lnTo>
                    <a:pt x="857" y="592"/>
                  </a:lnTo>
                  <a:lnTo>
                    <a:pt x="857" y="590"/>
                  </a:lnTo>
                  <a:lnTo>
                    <a:pt x="857" y="588"/>
                  </a:lnTo>
                  <a:lnTo>
                    <a:pt x="856" y="587"/>
                  </a:lnTo>
                  <a:lnTo>
                    <a:pt x="855" y="585"/>
                  </a:lnTo>
                  <a:lnTo>
                    <a:pt x="853" y="584"/>
                  </a:lnTo>
                  <a:lnTo>
                    <a:pt x="853" y="582"/>
                  </a:lnTo>
                  <a:lnTo>
                    <a:pt x="854" y="580"/>
                  </a:lnTo>
                  <a:lnTo>
                    <a:pt x="854" y="579"/>
                  </a:lnTo>
                  <a:lnTo>
                    <a:pt x="852" y="577"/>
                  </a:lnTo>
                  <a:lnTo>
                    <a:pt x="851" y="574"/>
                  </a:lnTo>
                  <a:lnTo>
                    <a:pt x="851" y="572"/>
                  </a:lnTo>
                  <a:lnTo>
                    <a:pt x="853" y="571"/>
                  </a:lnTo>
                  <a:lnTo>
                    <a:pt x="857" y="571"/>
                  </a:lnTo>
                  <a:lnTo>
                    <a:pt x="861" y="572"/>
                  </a:lnTo>
                  <a:lnTo>
                    <a:pt x="863" y="571"/>
                  </a:lnTo>
                  <a:lnTo>
                    <a:pt x="864" y="570"/>
                  </a:lnTo>
                  <a:lnTo>
                    <a:pt x="865" y="568"/>
                  </a:lnTo>
                  <a:lnTo>
                    <a:pt x="867" y="567"/>
                  </a:lnTo>
                  <a:lnTo>
                    <a:pt x="869" y="566"/>
                  </a:lnTo>
                  <a:lnTo>
                    <a:pt x="871" y="565"/>
                  </a:lnTo>
                  <a:lnTo>
                    <a:pt x="874" y="564"/>
                  </a:lnTo>
                  <a:lnTo>
                    <a:pt x="876" y="563"/>
                  </a:lnTo>
                  <a:lnTo>
                    <a:pt x="879" y="563"/>
                  </a:lnTo>
                  <a:lnTo>
                    <a:pt x="882" y="564"/>
                  </a:lnTo>
                  <a:lnTo>
                    <a:pt x="884" y="566"/>
                  </a:lnTo>
                  <a:lnTo>
                    <a:pt x="887" y="566"/>
                  </a:lnTo>
                  <a:lnTo>
                    <a:pt x="890" y="566"/>
                  </a:lnTo>
                  <a:lnTo>
                    <a:pt x="893" y="566"/>
                  </a:lnTo>
                  <a:lnTo>
                    <a:pt x="895" y="567"/>
                  </a:lnTo>
                  <a:lnTo>
                    <a:pt x="896" y="569"/>
                  </a:lnTo>
                  <a:lnTo>
                    <a:pt x="896" y="572"/>
                  </a:lnTo>
                  <a:lnTo>
                    <a:pt x="897" y="573"/>
                  </a:lnTo>
                  <a:lnTo>
                    <a:pt x="900" y="574"/>
                  </a:lnTo>
                  <a:lnTo>
                    <a:pt x="903" y="574"/>
                  </a:lnTo>
                  <a:lnTo>
                    <a:pt x="906" y="575"/>
                  </a:lnTo>
                  <a:lnTo>
                    <a:pt x="907" y="576"/>
                  </a:lnTo>
                  <a:lnTo>
                    <a:pt x="908" y="578"/>
                  </a:lnTo>
                  <a:lnTo>
                    <a:pt x="909" y="580"/>
                  </a:lnTo>
                  <a:lnTo>
                    <a:pt x="909" y="582"/>
                  </a:lnTo>
                  <a:close/>
                </a:path>
              </a:pathLst>
            </a:custGeom>
            <a:solidFill>
              <a:srgbClr val="DE8036">
                <a:alpha val="10800"/>
              </a:srgbClr>
            </a:solidFill>
            <a:ln>
              <a:noFill/>
            </a:ln>
          </p:spPr>
          <p:txBody>
            <a:bodyPr anchor="ctr"/>
            <a:lstStyle/>
            <a:p>
              <a:pPr algn="ctr">
                <a:buNone/>
              </a:pPr>
            </a:p>
          </p:txBody>
        </p:sp>
        <p:sp>
          <p:nvSpPr>
            <p:cNvPr id="655" name="addition:spatial:37"/>
            <p:cNvSpPr>
              <a:spLocks noGrp="1"/>
            </p:cNvSpPr>
            <p:nvPr/>
          </p:nvSpPr>
          <p:spPr>
            <a:xfrm>
              <a:off x="5648325" y="1666875"/>
              <a:ext cx="1868165" cy="612374"/>
            </a:xfrm>
            <a:custGeom>
              <a:avLst/>
              <a:gdLst/>
              <a:ahLst/>
              <a:cxnLst/>
              <a:rect l="l" t="t" r="r" b="b"/>
              <a:pathLst>
                <a:path w="1409" h="362">
                  <a:moveTo>
                    <a:pt x="0" y="0"/>
                  </a:moveTo>
                  <a:moveTo>
                    <a:pt x="1405" y="262"/>
                  </a:moveTo>
                  <a:lnTo>
                    <a:pt x="1409" y="271"/>
                  </a:lnTo>
                  <a:lnTo>
                    <a:pt x="1409" y="279"/>
                  </a:lnTo>
                  <a:lnTo>
                    <a:pt x="1402" y="287"/>
                  </a:lnTo>
                  <a:lnTo>
                    <a:pt x="1391" y="293"/>
                  </a:lnTo>
                  <a:lnTo>
                    <a:pt x="1383" y="299"/>
                  </a:lnTo>
                  <a:lnTo>
                    <a:pt x="1379" y="306"/>
                  </a:lnTo>
                  <a:lnTo>
                    <a:pt x="1376" y="315"/>
                  </a:lnTo>
                  <a:lnTo>
                    <a:pt x="1368" y="321"/>
                  </a:lnTo>
                  <a:lnTo>
                    <a:pt x="1354" y="323"/>
                  </a:lnTo>
                  <a:lnTo>
                    <a:pt x="1337" y="323"/>
                  </a:lnTo>
                  <a:lnTo>
                    <a:pt x="1325" y="325"/>
                  </a:lnTo>
                  <a:lnTo>
                    <a:pt x="1319" y="333"/>
                  </a:lnTo>
                  <a:lnTo>
                    <a:pt x="1313" y="345"/>
                  </a:lnTo>
                  <a:lnTo>
                    <a:pt x="1305" y="357"/>
                  </a:lnTo>
                  <a:lnTo>
                    <a:pt x="1291" y="362"/>
                  </a:lnTo>
                  <a:lnTo>
                    <a:pt x="1276" y="361"/>
                  </a:lnTo>
                  <a:lnTo>
                    <a:pt x="1261" y="357"/>
                  </a:lnTo>
                  <a:lnTo>
                    <a:pt x="1248" y="353"/>
                  </a:lnTo>
                  <a:lnTo>
                    <a:pt x="1236" y="350"/>
                  </a:lnTo>
                  <a:lnTo>
                    <a:pt x="1225" y="344"/>
                  </a:lnTo>
                  <a:lnTo>
                    <a:pt x="1216" y="337"/>
                  </a:lnTo>
                  <a:lnTo>
                    <a:pt x="1209" y="332"/>
                  </a:lnTo>
                  <a:lnTo>
                    <a:pt x="1198" y="331"/>
                  </a:lnTo>
                  <a:lnTo>
                    <a:pt x="1184" y="334"/>
                  </a:lnTo>
                  <a:lnTo>
                    <a:pt x="1169" y="335"/>
                  </a:lnTo>
                  <a:lnTo>
                    <a:pt x="1159" y="331"/>
                  </a:lnTo>
                  <a:lnTo>
                    <a:pt x="1156" y="322"/>
                  </a:lnTo>
                  <a:lnTo>
                    <a:pt x="1156" y="313"/>
                  </a:lnTo>
                  <a:lnTo>
                    <a:pt x="1152" y="306"/>
                  </a:lnTo>
                  <a:lnTo>
                    <a:pt x="1141" y="302"/>
                  </a:lnTo>
                  <a:lnTo>
                    <a:pt x="1130" y="296"/>
                  </a:lnTo>
                  <a:lnTo>
                    <a:pt x="1126" y="288"/>
                  </a:lnTo>
                  <a:lnTo>
                    <a:pt x="1132" y="279"/>
                  </a:lnTo>
                  <a:lnTo>
                    <a:pt x="1143" y="270"/>
                  </a:lnTo>
                  <a:lnTo>
                    <a:pt x="1151" y="262"/>
                  </a:lnTo>
                  <a:lnTo>
                    <a:pt x="1155" y="255"/>
                  </a:lnTo>
                  <a:lnTo>
                    <a:pt x="1157" y="248"/>
                  </a:lnTo>
                  <a:lnTo>
                    <a:pt x="1161" y="241"/>
                  </a:lnTo>
                  <a:lnTo>
                    <a:pt x="1164" y="234"/>
                  </a:lnTo>
                  <a:lnTo>
                    <a:pt x="1163" y="226"/>
                  </a:lnTo>
                  <a:lnTo>
                    <a:pt x="1157" y="215"/>
                  </a:lnTo>
                  <a:lnTo>
                    <a:pt x="1151" y="202"/>
                  </a:lnTo>
                  <a:lnTo>
                    <a:pt x="1155" y="193"/>
                  </a:lnTo>
                  <a:lnTo>
                    <a:pt x="1167" y="189"/>
                  </a:lnTo>
                  <a:lnTo>
                    <a:pt x="1185" y="191"/>
                  </a:lnTo>
                  <a:lnTo>
                    <a:pt x="1199" y="193"/>
                  </a:lnTo>
                  <a:lnTo>
                    <a:pt x="1208" y="191"/>
                  </a:lnTo>
                  <a:lnTo>
                    <a:pt x="1213" y="184"/>
                  </a:lnTo>
                  <a:lnTo>
                    <a:pt x="1220" y="178"/>
                  </a:lnTo>
                  <a:lnTo>
                    <a:pt x="1230" y="177"/>
                  </a:lnTo>
                  <a:lnTo>
                    <a:pt x="1240" y="179"/>
                  </a:lnTo>
                  <a:lnTo>
                    <a:pt x="1250" y="180"/>
                  </a:lnTo>
                  <a:lnTo>
                    <a:pt x="1259" y="179"/>
                  </a:lnTo>
                  <a:lnTo>
                    <a:pt x="1270" y="175"/>
                  </a:lnTo>
                  <a:lnTo>
                    <a:pt x="1281" y="174"/>
                  </a:lnTo>
                  <a:lnTo>
                    <a:pt x="1292" y="176"/>
                  </a:lnTo>
                  <a:lnTo>
                    <a:pt x="1304" y="178"/>
                  </a:lnTo>
                  <a:lnTo>
                    <a:pt x="1317" y="179"/>
                  </a:lnTo>
                  <a:lnTo>
                    <a:pt x="1332" y="179"/>
                  </a:lnTo>
                  <a:lnTo>
                    <a:pt x="1345" y="183"/>
                  </a:lnTo>
                  <a:lnTo>
                    <a:pt x="1352" y="192"/>
                  </a:lnTo>
                  <a:lnTo>
                    <a:pt x="1350" y="206"/>
                  </a:lnTo>
                  <a:lnTo>
                    <a:pt x="1346" y="218"/>
                  </a:lnTo>
                  <a:lnTo>
                    <a:pt x="1348" y="225"/>
                  </a:lnTo>
                  <a:lnTo>
                    <a:pt x="1361" y="229"/>
                  </a:lnTo>
                  <a:lnTo>
                    <a:pt x="1379" y="232"/>
                  </a:lnTo>
                  <a:lnTo>
                    <a:pt x="1393" y="238"/>
                  </a:lnTo>
                  <a:lnTo>
                    <a:pt x="1400" y="245"/>
                  </a:lnTo>
                  <a:lnTo>
                    <a:pt x="1403" y="254"/>
                  </a:lnTo>
                  <a:close/>
                </a:path>
              </a:pathLst>
            </a:custGeom>
            <a:solidFill>
              <a:srgbClr val="C5E9DF">
                <a:alpha val="12900"/>
              </a:srgbClr>
            </a:solidFill>
            <a:ln>
              <a:noFill/>
            </a:ln>
          </p:spPr>
          <p:txBody>
            <a:bodyPr anchor="ctr"/>
            <a:lstStyle/>
            <a:p>
              <a:pPr algn="ctr">
                <a:buNone/>
              </a:pPr>
            </a:p>
          </p:txBody>
        </p:sp>
        <p:sp>
          <p:nvSpPr>
            <p:cNvPr id="656" name="addition:spatial:38"/>
            <p:cNvSpPr>
              <a:spLocks noGrp="1"/>
            </p:cNvSpPr>
            <p:nvPr/>
          </p:nvSpPr>
          <p:spPr>
            <a:xfrm>
              <a:off x="5648325" y="1666875"/>
              <a:ext cx="1812478" cy="580233"/>
            </a:xfrm>
            <a:custGeom>
              <a:avLst/>
              <a:gdLst/>
              <a:ahLst/>
              <a:cxnLst/>
              <a:rect l="l" t="t" r="r" b="b"/>
              <a:pathLst>
                <a:path w="1367" h="343">
                  <a:moveTo>
                    <a:pt x="0" y="0"/>
                  </a:moveTo>
                  <a:moveTo>
                    <a:pt x="1352" y="267"/>
                  </a:moveTo>
                  <a:lnTo>
                    <a:pt x="1347" y="273"/>
                  </a:lnTo>
                  <a:lnTo>
                    <a:pt x="1345" y="279"/>
                  </a:lnTo>
                  <a:lnTo>
                    <a:pt x="1344" y="286"/>
                  </a:lnTo>
                  <a:lnTo>
                    <a:pt x="1342" y="292"/>
                  </a:lnTo>
                  <a:lnTo>
                    <a:pt x="1339" y="298"/>
                  </a:lnTo>
                  <a:lnTo>
                    <a:pt x="1339" y="305"/>
                  </a:lnTo>
                  <a:lnTo>
                    <a:pt x="1343" y="315"/>
                  </a:lnTo>
                  <a:lnTo>
                    <a:pt x="1345" y="325"/>
                  </a:lnTo>
                  <a:lnTo>
                    <a:pt x="1340" y="332"/>
                  </a:lnTo>
                  <a:lnTo>
                    <a:pt x="1328" y="333"/>
                  </a:lnTo>
                  <a:lnTo>
                    <a:pt x="1313" y="330"/>
                  </a:lnTo>
                  <a:lnTo>
                    <a:pt x="1301" y="327"/>
                  </a:lnTo>
                  <a:lnTo>
                    <a:pt x="1293" y="328"/>
                  </a:lnTo>
                  <a:lnTo>
                    <a:pt x="1288" y="333"/>
                  </a:lnTo>
                  <a:lnTo>
                    <a:pt x="1282" y="338"/>
                  </a:lnTo>
                  <a:lnTo>
                    <a:pt x="1274" y="340"/>
                  </a:lnTo>
                  <a:lnTo>
                    <a:pt x="1266" y="340"/>
                  </a:lnTo>
                  <a:lnTo>
                    <a:pt x="1257" y="339"/>
                  </a:lnTo>
                  <a:lnTo>
                    <a:pt x="1248" y="341"/>
                  </a:lnTo>
                  <a:lnTo>
                    <a:pt x="1238" y="343"/>
                  </a:lnTo>
                  <a:lnTo>
                    <a:pt x="1228" y="343"/>
                  </a:lnTo>
                  <a:lnTo>
                    <a:pt x="1219" y="339"/>
                  </a:lnTo>
                  <a:lnTo>
                    <a:pt x="1210" y="335"/>
                  </a:lnTo>
                  <a:lnTo>
                    <a:pt x="1200" y="333"/>
                  </a:lnTo>
                  <a:lnTo>
                    <a:pt x="1187" y="331"/>
                  </a:lnTo>
                  <a:lnTo>
                    <a:pt x="1177" y="327"/>
                  </a:lnTo>
                  <a:lnTo>
                    <a:pt x="1173" y="319"/>
                  </a:lnTo>
                  <a:lnTo>
                    <a:pt x="1175" y="308"/>
                  </a:lnTo>
                  <a:lnTo>
                    <a:pt x="1179" y="299"/>
                  </a:lnTo>
                  <a:lnTo>
                    <a:pt x="1176" y="293"/>
                  </a:lnTo>
                  <a:lnTo>
                    <a:pt x="1164" y="290"/>
                  </a:lnTo>
                  <a:lnTo>
                    <a:pt x="1148" y="287"/>
                  </a:lnTo>
                  <a:lnTo>
                    <a:pt x="1136" y="281"/>
                  </a:lnTo>
                  <a:lnTo>
                    <a:pt x="1130" y="274"/>
                  </a:lnTo>
                  <a:lnTo>
                    <a:pt x="1129" y="267"/>
                  </a:lnTo>
                  <a:lnTo>
                    <a:pt x="1129" y="260"/>
                  </a:lnTo>
                  <a:lnTo>
                    <a:pt x="1129" y="252"/>
                  </a:lnTo>
                  <a:lnTo>
                    <a:pt x="1133" y="246"/>
                  </a:lnTo>
                  <a:lnTo>
                    <a:pt x="1142" y="240"/>
                  </a:lnTo>
                  <a:lnTo>
                    <a:pt x="1153" y="236"/>
                  </a:lnTo>
                  <a:lnTo>
                    <a:pt x="1161" y="232"/>
                  </a:lnTo>
                  <a:lnTo>
                    <a:pt x="1164" y="225"/>
                  </a:lnTo>
                  <a:lnTo>
                    <a:pt x="1166" y="217"/>
                  </a:lnTo>
                  <a:lnTo>
                    <a:pt x="1172" y="211"/>
                  </a:lnTo>
                  <a:lnTo>
                    <a:pt x="1184" y="209"/>
                  </a:lnTo>
                  <a:lnTo>
                    <a:pt x="1197" y="210"/>
                  </a:lnTo>
                  <a:lnTo>
                    <a:pt x="1208" y="208"/>
                  </a:lnTo>
                  <a:lnTo>
                    <a:pt x="1215" y="201"/>
                  </a:lnTo>
                  <a:lnTo>
                    <a:pt x="1221" y="191"/>
                  </a:lnTo>
                  <a:lnTo>
                    <a:pt x="1231" y="183"/>
                  </a:lnTo>
                  <a:lnTo>
                    <a:pt x="1243" y="181"/>
                  </a:lnTo>
                  <a:lnTo>
                    <a:pt x="1256" y="184"/>
                  </a:lnTo>
                  <a:lnTo>
                    <a:pt x="1267" y="188"/>
                  </a:lnTo>
                  <a:lnTo>
                    <a:pt x="1278" y="192"/>
                  </a:lnTo>
                  <a:lnTo>
                    <a:pt x="1287" y="196"/>
                  </a:lnTo>
                  <a:lnTo>
                    <a:pt x="1295" y="201"/>
                  </a:lnTo>
                  <a:lnTo>
                    <a:pt x="1301" y="207"/>
                  </a:lnTo>
                  <a:lnTo>
                    <a:pt x="1307" y="211"/>
                  </a:lnTo>
                  <a:lnTo>
                    <a:pt x="1317" y="210"/>
                  </a:lnTo>
                  <a:lnTo>
                    <a:pt x="1331" y="208"/>
                  </a:lnTo>
                  <a:lnTo>
                    <a:pt x="1345" y="207"/>
                  </a:lnTo>
                  <a:lnTo>
                    <a:pt x="1353" y="211"/>
                  </a:lnTo>
                  <a:lnTo>
                    <a:pt x="1353" y="219"/>
                  </a:lnTo>
                  <a:lnTo>
                    <a:pt x="1351" y="228"/>
                  </a:lnTo>
                  <a:lnTo>
                    <a:pt x="1352" y="235"/>
                  </a:lnTo>
                  <a:lnTo>
                    <a:pt x="1359" y="240"/>
                  </a:lnTo>
                  <a:lnTo>
                    <a:pt x="1365" y="246"/>
                  </a:lnTo>
                  <a:lnTo>
                    <a:pt x="1367" y="253"/>
                  </a:lnTo>
                  <a:lnTo>
                    <a:pt x="1361" y="260"/>
                  </a:lnTo>
                  <a:close/>
                </a:path>
              </a:pathLst>
            </a:custGeom>
            <a:solidFill>
              <a:srgbClr val="86D1BC">
                <a:alpha val="12900"/>
              </a:srgbClr>
            </a:solidFill>
            <a:ln>
              <a:noFill/>
            </a:ln>
          </p:spPr>
          <p:txBody>
            <a:bodyPr anchor="ctr"/>
            <a:lstStyle/>
            <a:p>
              <a:pPr algn="ctr">
                <a:buNone/>
              </a:pPr>
            </a:p>
          </p:txBody>
        </p:sp>
        <p:sp>
          <p:nvSpPr>
            <p:cNvPr id="657" name="addition:spatial:39"/>
            <p:cNvSpPr>
              <a:spLocks noGrp="1"/>
            </p:cNvSpPr>
            <p:nvPr/>
          </p:nvSpPr>
          <p:spPr>
            <a:xfrm>
              <a:off x="5648325" y="1666875"/>
              <a:ext cx="1788612" cy="573466"/>
            </a:xfrm>
            <a:custGeom>
              <a:avLst/>
              <a:gdLst/>
              <a:ahLst/>
              <a:cxnLst/>
              <a:rect l="l" t="t" r="r" b="b"/>
              <a:pathLst>
                <a:path w="1349" h="339">
                  <a:moveTo>
                    <a:pt x="0" y="0"/>
                  </a:moveTo>
                  <a:moveTo>
                    <a:pt x="1349" y="272"/>
                  </a:moveTo>
                  <a:lnTo>
                    <a:pt x="1341" y="278"/>
                  </a:lnTo>
                  <a:lnTo>
                    <a:pt x="1329" y="283"/>
                  </a:lnTo>
                  <a:lnTo>
                    <a:pt x="1320" y="287"/>
                  </a:lnTo>
                  <a:lnTo>
                    <a:pt x="1318" y="292"/>
                  </a:lnTo>
                  <a:lnTo>
                    <a:pt x="1320" y="298"/>
                  </a:lnTo>
                  <a:lnTo>
                    <a:pt x="1322" y="305"/>
                  </a:lnTo>
                  <a:lnTo>
                    <a:pt x="1320" y="312"/>
                  </a:lnTo>
                  <a:lnTo>
                    <a:pt x="1317" y="318"/>
                  </a:lnTo>
                  <a:lnTo>
                    <a:pt x="1313" y="324"/>
                  </a:lnTo>
                  <a:lnTo>
                    <a:pt x="1309" y="330"/>
                  </a:lnTo>
                  <a:lnTo>
                    <a:pt x="1302" y="334"/>
                  </a:lnTo>
                  <a:lnTo>
                    <a:pt x="1292" y="334"/>
                  </a:lnTo>
                  <a:lnTo>
                    <a:pt x="1280" y="330"/>
                  </a:lnTo>
                  <a:lnTo>
                    <a:pt x="1271" y="326"/>
                  </a:lnTo>
                  <a:lnTo>
                    <a:pt x="1265" y="327"/>
                  </a:lnTo>
                  <a:lnTo>
                    <a:pt x="1260" y="332"/>
                  </a:lnTo>
                  <a:lnTo>
                    <a:pt x="1254" y="338"/>
                  </a:lnTo>
                  <a:lnTo>
                    <a:pt x="1247" y="339"/>
                  </a:lnTo>
                  <a:lnTo>
                    <a:pt x="1240" y="337"/>
                  </a:lnTo>
                  <a:lnTo>
                    <a:pt x="1233" y="333"/>
                  </a:lnTo>
                  <a:lnTo>
                    <a:pt x="1226" y="332"/>
                  </a:lnTo>
                  <a:lnTo>
                    <a:pt x="1217" y="333"/>
                  </a:lnTo>
                  <a:lnTo>
                    <a:pt x="1207" y="334"/>
                  </a:lnTo>
                  <a:lnTo>
                    <a:pt x="1198" y="332"/>
                  </a:lnTo>
                  <a:lnTo>
                    <a:pt x="1191" y="327"/>
                  </a:lnTo>
                  <a:lnTo>
                    <a:pt x="1186" y="322"/>
                  </a:lnTo>
                  <a:lnTo>
                    <a:pt x="1180" y="317"/>
                  </a:lnTo>
                  <a:lnTo>
                    <a:pt x="1175" y="312"/>
                  </a:lnTo>
                  <a:lnTo>
                    <a:pt x="1173" y="305"/>
                  </a:lnTo>
                  <a:lnTo>
                    <a:pt x="1175" y="298"/>
                  </a:lnTo>
                  <a:lnTo>
                    <a:pt x="1177" y="291"/>
                  </a:lnTo>
                  <a:lnTo>
                    <a:pt x="1174" y="286"/>
                  </a:lnTo>
                  <a:lnTo>
                    <a:pt x="1163" y="283"/>
                  </a:lnTo>
                  <a:lnTo>
                    <a:pt x="1148" y="278"/>
                  </a:lnTo>
                  <a:lnTo>
                    <a:pt x="1137" y="272"/>
                  </a:lnTo>
                  <a:lnTo>
                    <a:pt x="1136" y="265"/>
                  </a:lnTo>
                  <a:lnTo>
                    <a:pt x="1141" y="259"/>
                  </a:lnTo>
                  <a:lnTo>
                    <a:pt x="1148" y="254"/>
                  </a:lnTo>
                  <a:lnTo>
                    <a:pt x="1151" y="249"/>
                  </a:lnTo>
                  <a:lnTo>
                    <a:pt x="1153" y="243"/>
                  </a:lnTo>
                  <a:lnTo>
                    <a:pt x="1157" y="238"/>
                  </a:lnTo>
                  <a:lnTo>
                    <a:pt x="1165" y="234"/>
                  </a:lnTo>
                  <a:lnTo>
                    <a:pt x="1173" y="231"/>
                  </a:lnTo>
                  <a:lnTo>
                    <a:pt x="1179" y="228"/>
                  </a:lnTo>
                  <a:lnTo>
                    <a:pt x="1184" y="223"/>
                  </a:lnTo>
                  <a:lnTo>
                    <a:pt x="1191" y="218"/>
                  </a:lnTo>
                  <a:lnTo>
                    <a:pt x="1199" y="216"/>
                  </a:lnTo>
                  <a:lnTo>
                    <a:pt x="1209" y="216"/>
                  </a:lnTo>
                  <a:lnTo>
                    <a:pt x="1218" y="214"/>
                  </a:lnTo>
                  <a:lnTo>
                    <a:pt x="1226" y="209"/>
                  </a:lnTo>
                  <a:lnTo>
                    <a:pt x="1234" y="201"/>
                  </a:lnTo>
                  <a:lnTo>
                    <a:pt x="1245" y="195"/>
                  </a:lnTo>
                  <a:lnTo>
                    <a:pt x="1256" y="194"/>
                  </a:lnTo>
                  <a:lnTo>
                    <a:pt x="1266" y="201"/>
                  </a:lnTo>
                  <a:lnTo>
                    <a:pt x="1274" y="210"/>
                  </a:lnTo>
                  <a:lnTo>
                    <a:pt x="1281" y="216"/>
                  </a:lnTo>
                  <a:lnTo>
                    <a:pt x="1288" y="219"/>
                  </a:lnTo>
                  <a:lnTo>
                    <a:pt x="1296" y="220"/>
                  </a:lnTo>
                  <a:lnTo>
                    <a:pt x="1304" y="222"/>
                  </a:lnTo>
                  <a:lnTo>
                    <a:pt x="1311" y="224"/>
                  </a:lnTo>
                  <a:lnTo>
                    <a:pt x="1318" y="227"/>
                  </a:lnTo>
                  <a:lnTo>
                    <a:pt x="1328" y="228"/>
                  </a:lnTo>
                  <a:lnTo>
                    <a:pt x="1338" y="230"/>
                  </a:lnTo>
                  <a:lnTo>
                    <a:pt x="1344" y="235"/>
                  </a:lnTo>
                  <a:lnTo>
                    <a:pt x="1344" y="242"/>
                  </a:lnTo>
                  <a:lnTo>
                    <a:pt x="1340" y="249"/>
                  </a:lnTo>
                  <a:lnTo>
                    <a:pt x="1339" y="255"/>
                  </a:lnTo>
                  <a:lnTo>
                    <a:pt x="1343" y="260"/>
                  </a:lnTo>
                  <a:lnTo>
                    <a:pt x="1348" y="266"/>
                  </a:lnTo>
                  <a:close/>
                </a:path>
              </a:pathLst>
            </a:custGeom>
            <a:solidFill>
              <a:srgbClr val="56BFA2">
                <a:alpha val="10500"/>
              </a:srgbClr>
            </a:solidFill>
            <a:ln>
              <a:noFill/>
            </a:ln>
          </p:spPr>
          <p:txBody>
            <a:bodyPr anchor="ctr"/>
            <a:lstStyle/>
            <a:p>
              <a:pPr algn="ctr">
                <a:buNone/>
              </a:pPr>
            </a:p>
          </p:txBody>
        </p:sp>
        <p:sp>
          <p:nvSpPr>
            <p:cNvPr id="658" name="addition:spatial:40"/>
            <p:cNvSpPr>
              <a:spLocks noGrp="1"/>
            </p:cNvSpPr>
            <p:nvPr/>
          </p:nvSpPr>
          <p:spPr>
            <a:xfrm>
              <a:off x="5648325" y="1666875"/>
              <a:ext cx="1656024" cy="473659"/>
            </a:xfrm>
            <a:custGeom>
              <a:avLst/>
              <a:gdLst/>
              <a:ahLst/>
              <a:cxnLst/>
              <a:rect l="l" t="t" r="r" b="b"/>
              <a:pathLst>
                <a:path w="1249" h="280">
                  <a:moveTo>
                    <a:pt x="0" y="0"/>
                  </a:moveTo>
                  <a:moveTo>
                    <a:pt x="1243" y="251"/>
                  </a:moveTo>
                  <a:lnTo>
                    <a:pt x="1246" y="253"/>
                  </a:lnTo>
                  <a:lnTo>
                    <a:pt x="1248" y="256"/>
                  </a:lnTo>
                  <a:lnTo>
                    <a:pt x="1249" y="259"/>
                  </a:lnTo>
                  <a:lnTo>
                    <a:pt x="1249" y="261"/>
                  </a:lnTo>
                  <a:lnTo>
                    <a:pt x="1249" y="264"/>
                  </a:lnTo>
                  <a:lnTo>
                    <a:pt x="1248" y="267"/>
                  </a:lnTo>
                  <a:lnTo>
                    <a:pt x="1247" y="269"/>
                  </a:lnTo>
                  <a:lnTo>
                    <a:pt x="1243" y="270"/>
                  </a:lnTo>
                  <a:lnTo>
                    <a:pt x="1238" y="270"/>
                  </a:lnTo>
                  <a:lnTo>
                    <a:pt x="1232" y="269"/>
                  </a:lnTo>
                  <a:lnTo>
                    <a:pt x="1229" y="269"/>
                  </a:lnTo>
                  <a:lnTo>
                    <a:pt x="1228" y="272"/>
                  </a:lnTo>
                  <a:lnTo>
                    <a:pt x="1227" y="276"/>
                  </a:lnTo>
                  <a:lnTo>
                    <a:pt x="1224" y="279"/>
                  </a:lnTo>
                  <a:lnTo>
                    <a:pt x="1220" y="280"/>
                  </a:lnTo>
                  <a:lnTo>
                    <a:pt x="1216" y="279"/>
                  </a:lnTo>
                  <a:lnTo>
                    <a:pt x="1212" y="279"/>
                  </a:lnTo>
                  <a:lnTo>
                    <a:pt x="1208" y="280"/>
                  </a:lnTo>
                  <a:lnTo>
                    <a:pt x="1203" y="280"/>
                  </a:lnTo>
                  <a:lnTo>
                    <a:pt x="1199" y="279"/>
                  </a:lnTo>
                  <a:lnTo>
                    <a:pt x="1195" y="278"/>
                  </a:lnTo>
                  <a:lnTo>
                    <a:pt x="1192" y="276"/>
                  </a:lnTo>
                  <a:lnTo>
                    <a:pt x="1188" y="275"/>
                  </a:lnTo>
                  <a:lnTo>
                    <a:pt x="1184" y="274"/>
                  </a:lnTo>
                  <a:lnTo>
                    <a:pt x="1181" y="272"/>
                  </a:lnTo>
                  <a:lnTo>
                    <a:pt x="1180" y="270"/>
                  </a:lnTo>
                  <a:lnTo>
                    <a:pt x="1179" y="267"/>
                  </a:lnTo>
                  <a:lnTo>
                    <a:pt x="1178" y="265"/>
                  </a:lnTo>
                  <a:lnTo>
                    <a:pt x="1174" y="264"/>
                  </a:lnTo>
                  <a:lnTo>
                    <a:pt x="1168" y="263"/>
                  </a:lnTo>
                  <a:lnTo>
                    <a:pt x="1162" y="262"/>
                  </a:lnTo>
                  <a:lnTo>
                    <a:pt x="1160" y="260"/>
                  </a:lnTo>
                  <a:lnTo>
                    <a:pt x="1162" y="257"/>
                  </a:lnTo>
                  <a:lnTo>
                    <a:pt x="1165" y="254"/>
                  </a:lnTo>
                  <a:lnTo>
                    <a:pt x="1167" y="251"/>
                  </a:lnTo>
                  <a:lnTo>
                    <a:pt x="1169" y="249"/>
                  </a:lnTo>
                  <a:lnTo>
                    <a:pt x="1171" y="246"/>
                  </a:lnTo>
                  <a:lnTo>
                    <a:pt x="1173" y="244"/>
                  </a:lnTo>
                  <a:lnTo>
                    <a:pt x="1176" y="242"/>
                  </a:lnTo>
                  <a:lnTo>
                    <a:pt x="1177" y="240"/>
                  </a:lnTo>
                  <a:lnTo>
                    <a:pt x="1177" y="237"/>
                  </a:lnTo>
                  <a:lnTo>
                    <a:pt x="1177" y="234"/>
                  </a:lnTo>
                  <a:lnTo>
                    <a:pt x="1179" y="232"/>
                  </a:lnTo>
                  <a:lnTo>
                    <a:pt x="1183" y="231"/>
                  </a:lnTo>
                  <a:lnTo>
                    <a:pt x="1187" y="230"/>
                  </a:lnTo>
                  <a:lnTo>
                    <a:pt x="1190" y="229"/>
                  </a:lnTo>
                  <a:lnTo>
                    <a:pt x="1192" y="226"/>
                  </a:lnTo>
                  <a:lnTo>
                    <a:pt x="1194" y="223"/>
                  </a:lnTo>
                  <a:lnTo>
                    <a:pt x="1197" y="221"/>
                  </a:lnTo>
                  <a:lnTo>
                    <a:pt x="1201" y="222"/>
                  </a:lnTo>
                  <a:lnTo>
                    <a:pt x="1205" y="225"/>
                  </a:lnTo>
                  <a:lnTo>
                    <a:pt x="1209" y="227"/>
                  </a:lnTo>
                  <a:lnTo>
                    <a:pt x="1211" y="227"/>
                  </a:lnTo>
                  <a:lnTo>
                    <a:pt x="1214" y="227"/>
                  </a:lnTo>
                  <a:lnTo>
                    <a:pt x="1217" y="226"/>
                  </a:lnTo>
                  <a:lnTo>
                    <a:pt x="1220" y="226"/>
                  </a:lnTo>
                  <a:lnTo>
                    <a:pt x="1223" y="226"/>
                  </a:lnTo>
                  <a:lnTo>
                    <a:pt x="1227" y="225"/>
                  </a:lnTo>
                  <a:lnTo>
                    <a:pt x="1231" y="225"/>
                  </a:lnTo>
                  <a:lnTo>
                    <a:pt x="1235" y="226"/>
                  </a:lnTo>
                  <a:lnTo>
                    <a:pt x="1236" y="229"/>
                  </a:lnTo>
                  <a:lnTo>
                    <a:pt x="1236" y="233"/>
                  </a:lnTo>
                  <a:lnTo>
                    <a:pt x="1235" y="236"/>
                  </a:lnTo>
                  <a:lnTo>
                    <a:pt x="1237" y="238"/>
                  </a:lnTo>
                  <a:lnTo>
                    <a:pt x="1240" y="239"/>
                  </a:lnTo>
                  <a:lnTo>
                    <a:pt x="1243" y="241"/>
                  </a:lnTo>
                  <a:lnTo>
                    <a:pt x="1245" y="244"/>
                  </a:lnTo>
                  <a:lnTo>
                    <a:pt x="1243" y="246"/>
                  </a:lnTo>
                  <a:lnTo>
                    <a:pt x="1242" y="249"/>
                  </a:lnTo>
                  <a:close/>
                </a:path>
              </a:pathLst>
            </a:custGeom>
            <a:solidFill>
              <a:srgbClr val="86D1BC">
                <a:alpha val="9600"/>
              </a:srgbClr>
            </a:solidFill>
            <a:ln>
              <a:noFill/>
            </a:ln>
          </p:spPr>
          <p:txBody>
            <a:bodyPr anchor="ctr"/>
            <a:lstStyle/>
            <a:p>
              <a:pPr algn="ctr">
                <a:buNone/>
              </a:pPr>
            </a:p>
          </p:txBody>
        </p:sp>
        <p:sp>
          <p:nvSpPr>
            <p:cNvPr id="659" name="addition:spatial:41"/>
            <p:cNvSpPr>
              <a:spLocks noGrp="1"/>
            </p:cNvSpPr>
            <p:nvPr/>
          </p:nvSpPr>
          <p:spPr>
            <a:xfrm>
              <a:off x="5648325" y="1666875"/>
              <a:ext cx="1703756" cy="436443"/>
            </a:xfrm>
            <a:custGeom>
              <a:avLst/>
              <a:gdLst/>
              <a:ahLst/>
              <a:cxnLst/>
              <a:rect l="l" t="t" r="r" b="b"/>
              <a:pathLst>
                <a:path w="1285" h="258">
                  <a:moveTo>
                    <a:pt x="0" y="0"/>
                  </a:moveTo>
                  <a:moveTo>
                    <a:pt x="1280" y="229"/>
                  </a:moveTo>
                  <a:lnTo>
                    <a:pt x="1281" y="231"/>
                  </a:lnTo>
                  <a:lnTo>
                    <a:pt x="1283" y="234"/>
                  </a:lnTo>
                  <a:lnTo>
                    <a:pt x="1285" y="237"/>
                  </a:lnTo>
                  <a:lnTo>
                    <a:pt x="1284" y="240"/>
                  </a:lnTo>
                  <a:lnTo>
                    <a:pt x="1280" y="241"/>
                  </a:lnTo>
                  <a:lnTo>
                    <a:pt x="1274" y="242"/>
                  </a:lnTo>
                  <a:lnTo>
                    <a:pt x="1269" y="242"/>
                  </a:lnTo>
                  <a:lnTo>
                    <a:pt x="1266" y="243"/>
                  </a:lnTo>
                  <a:lnTo>
                    <a:pt x="1265" y="246"/>
                  </a:lnTo>
                  <a:lnTo>
                    <a:pt x="1264" y="249"/>
                  </a:lnTo>
                  <a:lnTo>
                    <a:pt x="1262" y="251"/>
                  </a:lnTo>
                  <a:lnTo>
                    <a:pt x="1259" y="253"/>
                  </a:lnTo>
                  <a:lnTo>
                    <a:pt x="1256" y="255"/>
                  </a:lnTo>
                  <a:lnTo>
                    <a:pt x="1253" y="257"/>
                  </a:lnTo>
                  <a:lnTo>
                    <a:pt x="1249" y="258"/>
                  </a:lnTo>
                  <a:lnTo>
                    <a:pt x="1244" y="258"/>
                  </a:lnTo>
                  <a:lnTo>
                    <a:pt x="1240" y="256"/>
                  </a:lnTo>
                  <a:lnTo>
                    <a:pt x="1236" y="254"/>
                  </a:lnTo>
                  <a:lnTo>
                    <a:pt x="1233" y="253"/>
                  </a:lnTo>
                  <a:lnTo>
                    <a:pt x="1229" y="254"/>
                  </a:lnTo>
                  <a:lnTo>
                    <a:pt x="1226" y="255"/>
                  </a:lnTo>
                  <a:lnTo>
                    <a:pt x="1222" y="254"/>
                  </a:lnTo>
                  <a:lnTo>
                    <a:pt x="1221" y="251"/>
                  </a:lnTo>
                  <a:lnTo>
                    <a:pt x="1220" y="249"/>
                  </a:lnTo>
                  <a:lnTo>
                    <a:pt x="1218" y="247"/>
                  </a:lnTo>
                  <a:lnTo>
                    <a:pt x="1214" y="247"/>
                  </a:lnTo>
                  <a:lnTo>
                    <a:pt x="1210" y="247"/>
                  </a:lnTo>
                  <a:lnTo>
                    <a:pt x="1206" y="246"/>
                  </a:lnTo>
                  <a:lnTo>
                    <a:pt x="1204" y="244"/>
                  </a:lnTo>
                  <a:lnTo>
                    <a:pt x="1203" y="242"/>
                  </a:lnTo>
                  <a:lnTo>
                    <a:pt x="1203" y="239"/>
                  </a:lnTo>
                  <a:lnTo>
                    <a:pt x="1203" y="236"/>
                  </a:lnTo>
                  <a:lnTo>
                    <a:pt x="1204" y="234"/>
                  </a:lnTo>
                  <a:lnTo>
                    <a:pt x="1207" y="231"/>
                  </a:lnTo>
                  <a:lnTo>
                    <a:pt x="1211" y="229"/>
                  </a:lnTo>
                  <a:lnTo>
                    <a:pt x="1212" y="227"/>
                  </a:lnTo>
                  <a:lnTo>
                    <a:pt x="1211" y="225"/>
                  </a:lnTo>
                  <a:lnTo>
                    <a:pt x="1208" y="222"/>
                  </a:lnTo>
                  <a:lnTo>
                    <a:pt x="1206" y="219"/>
                  </a:lnTo>
                  <a:lnTo>
                    <a:pt x="1207" y="216"/>
                  </a:lnTo>
                  <a:lnTo>
                    <a:pt x="1210" y="215"/>
                  </a:lnTo>
                  <a:lnTo>
                    <a:pt x="1213" y="213"/>
                  </a:lnTo>
                  <a:lnTo>
                    <a:pt x="1214" y="211"/>
                  </a:lnTo>
                  <a:lnTo>
                    <a:pt x="1215" y="209"/>
                  </a:lnTo>
                  <a:lnTo>
                    <a:pt x="1216" y="206"/>
                  </a:lnTo>
                  <a:lnTo>
                    <a:pt x="1219" y="205"/>
                  </a:lnTo>
                  <a:lnTo>
                    <a:pt x="1223" y="205"/>
                  </a:lnTo>
                  <a:lnTo>
                    <a:pt x="1226" y="205"/>
                  </a:lnTo>
                  <a:lnTo>
                    <a:pt x="1229" y="205"/>
                  </a:lnTo>
                  <a:lnTo>
                    <a:pt x="1231" y="204"/>
                  </a:lnTo>
                  <a:lnTo>
                    <a:pt x="1234" y="204"/>
                  </a:lnTo>
                  <a:lnTo>
                    <a:pt x="1237" y="205"/>
                  </a:lnTo>
                  <a:lnTo>
                    <a:pt x="1240" y="206"/>
                  </a:lnTo>
                  <a:lnTo>
                    <a:pt x="1243" y="204"/>
                  </a:lnTo>
                  <a:lnTo>
                    <a:pt x="1246" y="201"/>
                  </a:lnTo>
                  <a:lnTo>
                    <a:pt x="1251" y="199"/>
                  </a:lnTo>
                  <a:lnTo>
                    <a:pt x="1255" y="199"/>
                  </a:lnTo>
                  <a:lnTo>
                    <a:pt x="1258" y="202"/>
                  </a:lnTo>
                  <a:lnTo>
                    <a:pt x="1259" y="206"/>
                  </a:lnTo>
                  <a:lnTo>
                    <a:pt x="1260" y="209"/>
                  </a:lnTo>
                  <a:lnTo>
                    <a:pt x="1263" y="211"/>
                  </a:lnTo>
                  <a:lnTo>
                    <a:pt x="1266" y="212"/>
                  </a:lnTo>
                  <a:lnTo>
                    <a:pt x="1269" y="214"/>
                  </a:lnTo>
                  <a:lnTo>
                    <a:pt x="1271" y="216"/>
                  </a:lnTo>
                  <a:lnTo>
                    <a:pt x="1272" y="218"/>
                  </a:lnTo>
                  <a:lnTo>
                    <a:pt x="1275" y="220"/>
                  </a:lnTo>
                  <a:lnTo>
                    <a:pt x="1278" y="222"/>
                  </a:lnTo>
                  <a:lnTo>
                    <a:pt x="1280" y="224"/>
                  </a:lnTo>
                  <a:lnTo>
                    <a:pt x="1281" y="226"/>
                  </a:lnTo>
                  <a:close/>
                </a:path>
              </a:pathLst>
            </a:custGeom>
            <a:solidFill>
              <a:srgbClr val="86D1BC">
                <a:alpha val="9600"/>
              </a:srgbClr>
            </a:solidFill>
            <a:ln>
              <a:noFill/>
            </a:ln>
          </p:spPr>
          <p:txBody>
            <a:bodyPr anchor="ctr"/>
            <a:lstStyle/>
            <a:p>
              <a:pPr algn="ctr">
                <a:buNone/>
              </a:pPr>
            </a:p>
          </p:txBody>
        </p:sp>
        <p:sp>
          <p:nvSpPr>
            <p:cNvPr id="660" name="addition:spatial:42"/>
            <p:cNvSpPr>
              <a:spLocks noGrp="1"/>
            </p:cNvSpPr>
            <p:nvPr/>
          </p:nvSpPr>
          <p:spPr>
            <a:xfrm>
              <a:off x="5648325" y="1666875"/>
              <a:ext cx="1755465" cy="449976"/>
            </a:xfrm>
            <a:custGeom>
              <a:avLst/>
              <a:gdLst/>
              <a:ahLst/>
              <a:cxnLst/>
              <a:rect l="l" t="t" r="r" b="b"/>
              <a:pathLst>
                <a:path w="1324" h="266">
                  <a:moveTo>
                    <a:pt x="0" y="0"/>
                  </a:moveTo>
                  <a:moveTo>
                    <a:pt x="1315" y="235"/>
                  </a:moveTo>
                  <a:lnTo>
                    <a:pt x="1319" y="238"/>
                  </a:lnTo>
                  <a:lnTo>
                    <a:pt x="1323" y="241"/>
                  </a:lnTo>
                  <a:lnTo>
                    <a:pt x="1324" y="244"/>
                  </a:lnTo>
                  <a:lnTo>
                    <a:pt x="1322" y="246"/>
                  </a:lnTo>
                  <a:lnTo>
                    <a:pt x="1320" y="248"/>
                  </a:lnTo>
                  <a:lnTo>
                    <a:pt x="1317" y="250"/>
                  </a:lnTo>
                  <a:lnTo>
                    <a:pt x="1314" y="252"/>
                  </a:lnTo>
                  <a:lnTo>
                    <a:pt x="1310" y="253"/>
                  </a:lnTo>
                  <a:lnTo>
                    <a:pt x="1306" y="253"/>
                  </a:lnTo>
                  <a:lnTo>
                    <a:pt x="1303" y="254"/>
                  </a:lnTo>
                  <a:lnTo>
                    <a:pt x="1301" y="256"/>
                  </a:lnTo>
                  <a:lnTo>
                    <a:pt x="1300" y="260"/>
                  </a:lnTo>
                  <a:lnTo>
                    <a:pt x="1298" y="263"/>
                  </a:lnTo>
                  <a:lnTo>
                    <a:pt x="1294" y="265"/>
                  </a:lnTo>
                  <a:lnTo>
                    <a:pt x="1290" y="265"/>
                  </a:lnTo>
                  <a:lnTo>
                    <a:pt x="1285" y="264"/>
                  </a:lnTo>
                  <a:lnTo>
                    <a:pt x="1281" y="263"/>
                  </a:lnTo>
                  <a:lnTo>
                    <a:pt x="1277" y="265"/>
                  </a:lnTo>
                  <a:lnTo>
                    <a:pt x="1273" y="266"/>
                  </a:lnTo>
                  <a:lnTo>
                    <a:pt x="1269" y="266"/>
                  </a:lnTo>
                  <a:lnTo>
                    <a:pt x="1265" y="264"/>
                  </a:lnTo>
                  <a:lnTo>
                    <a:pt x="1262" y="261"/>
                  </a:lnTo>
                  <a:lnTo>
                    <a:pt x="1260" y="259"/>
                  </a:lnTo>
                  <a:lnTo>
                    <a:pt x="1257" y="257"/>
                  </a:lnTo>
                  <a:lnTo>
                    <a:pt x="1254" y="256"/>
                  </a:lnTo>
                  <a:lnTo>
                    <a:pt x="1252" y="254"/>
                  </a:lnTo>
                  <a:lnTo>
                    <a:pt x="1250" y="252"/>
                  </a:lnTo>
                  <a:lnTo>
                    <a:pt x="1247" y="251"/>
                  </a:lnTo>
                  <a:lnTo>
                    <a:pt x="1242" y="250"/>
                  </a:lnTo>
                  <a:lnTo>
                    <a:pt x="1237" y="249"/>
                  </a:lnTo>
                  <a:lnTo>
                    <a:pt x="1234" y="247"/>
                  </a:lnTo>
                  <a:lnTo>
                    <a:pt x="1235" y="244"/>
                  </a:lnTo>
                  <a:lnTo>
                    <a:pt x="1239" y="240"/>
                  </a:lnTo>
                  <a:lnTo>
                    <a:pt x="1243" y="237"/>
                  </a:lnTo>
                  <a:lnTo>
                    <a:pt x="1244" y="235"/>
                  </a:lnTo>
                  <a:lnTo>
                    <a:pt x="1244" y="233"/>
                  </a:lnTo>
                  <a:lnTo>
                    <a:pt x="1244" y="230"/>
                  </a:lnTo>
                  <a:lnTo>
                    <a:pt x="1245" y="227"/>
                  </a:lnTo>
                  <a:lnTo>
                    <a:pt x="1247" y="225"/>
                  </a:lnTo>
                  <a:lnTo>
                    <a:pt x="1249" y="223"/>
                  </a:lnTo>
                  <a:lnTo>
                    <a:pt x="1250" y="220"/>
                  </a:lnTo>
                  <a:lnTo>
                    <a:pt x="1250" y="218"/>
                  </a:lnTo>
                  <a:lnTo>
                    <a:pt x="1252" y="215"/>
                  </a:lnTo>
                  <a:lnTo>
                    <a:pt x="1255" y="214"/>
                  </a:lnTo>
                  <a:lnTo>
                    <a:pt x="1258" y="212"/>
                  </a:lnTo>
                  <a:lnTo>
                    <a:pt x="1260" y="210"/>
                  </a:lnTo>
                  <a:lnTo>
                    <a:pt x="1262" y="207"/>
                  </a:lnTo>
                  <a:lnTo>
                    <a:pt x="1264" y="205"/>
                  </a:lnTo>
                  <a:lnTo>
                    <a:pt x="1268" y="205"/>
                  </a:lnTo>
                  <a:lnTo>
                    <a:pt x="1272" y="207"/>
                  </a:lnTo>
                  <a:lnTo>
                    <a:pt x="1276" y="210"/>
                  </a:lnTo>
                  <a:lnTo>
                    <a:pt x="1278" y="212"/>
                  </a:lnTo>
                  <a:lnTo>
                    <a:pt x="1280" y="210"/>
                  </a:lnTo>
                  <a:lnTo>
                    <a:pt x="1283" y="208"/>
                  </a:lnTo>
                  <a:lnTo>
                    <a:pt x="1287" y="206"/>
                  </a:lnTo>
                  <a:lnTo>
                    <a:pt x="1290" y="206"/>
                  </a:lnTo>
                  <a:lnTo>
                    <a:pt x="1293" y="207"/>
                  </a:lnTo>
                  <a:lnTo>
                    <a:pt x="1297" y="207"/>
                  </a:lnTo>
                  <a:lnTo>
                    <a:pt x="1300" y="208"/>
                  </a:lnTo>
                  <a:lnTo>
                    <a:pt x="1303" y="210"/>
                  </a:lnTo>
                  <a:lnTo>
                    <a:pt x="1304" y="213"/>
                  </a:lnTo>
                  <a:lnTo>
                    <a:pt x="1305" y="217"/>
                  </a:lnTo>
                  <a:lnTo>
                    <a:pt x="1306" y="219"/>
                  </a:lnTo>
                  <a:lnTo>
                    <a:pt x="1308" y="221"/>
                  </a:lnTo>
                  <a:lnTo>
                    <a:pt x="1312" y="222"/>
                  </a:lnTo>
                  <a:lnTo>
                    <a:pt x="1315" y="225"/>
                  </a:lnTo>
                  <a:lnTo>
                    <a:pt x="1315" y="227"/>
                  </a:lnTo>
                  <a:lnTo>
                    <a:pt x="1313" y="230"/>
                  </a:lnTo>
                  <a:lnTo>
                    <a:pt x="1312" y="233"/>
                  </a:lnTo>
                  <a:close/>
                </a:path>
              </a:pathLst>
            </a:custGeom>
            <a:solidFill>
              <a:srgbClr val="86D1BC">
                <a:alpha val="9600"/>
              </a:srgbClr>
            </a:solidFill>
            <a:ln>
              <a:noFill/>
            </a:ln>
          </p:spPr>
          <p:txBody>
            <a:bodyPr anchor="ctr"/>
            <a:lstStyle/>
            <a:p>
              <a:pPr algn="ctr">
                <a:buNone/>
              </a:pPr>
            </a:p>
          </p:txBody>
        </p:sp>
        <p:sp>
          <p:nvSpPr>
            <p:cNvPr id="661" name="addition:spatial:43"/>
            <p:cNvSpPr>
              <a:spLocks noGrp="1"/>
            </p:cNvSpPr>
            <p:nvPr/>
          </p:nvSpPr>
          <p:spPr>
            <a:xfrm>
              <a:off x="5648325" y="1666875"/>
              <a:ext cx="1800545" cy="493959"/>
            </a:xfrm>
            <a:custGeom>
              <a:avLst/>
              <a:gdLst/>
              <a:ahLst/>
              <a:cxnLst/>
              <a:rect l="l" t="t" r="r" b="b"/>
              <a:pathLst>
                <a:path w="1358" h="292">
                  <a:moveTo>
                    <a:pt x="0" y="0"/>
                  </a:moveTo>
                  <a:moveTo>
                    <a:pt x="1358" y="259"/>
                  </a:moveTo>
                  <a:lnTo>
                    <a:pt x="1357" y="262"/>
                  </a:lnTo>
                  <a:lnTo>
                    <a:pt x="1356" y="265"/>
                  </a:lnTo>
                  <a:lnTo>
                    <a:pt x="1356" y="268"/>
                  </a:lnTo>
                  <a:lnTo>
                    <a:pt x="1355" y="271"/>
                  </a:lnTo>
                  <a:lnTo>
                    <a:pt x="1352" y="274"/>
                  </a:lnTo>
                  <a:lnTo>
                    <a:pt x="1346" y="275"/>
                  </a:lnTo>
                  <a:lnTo>
                    <a:pt x="1340" y="275"/>
                  </a:lnTo>
                  <a:lnTo>
                    <a:pt x="1336" y="276"/>
                  </a:lnTo>
                  <a:lnTo>
                    <a:pt x="1335" y="279"/>
                  </a:lnTo>
                  <a:lnTo>
                    <a:pt x="1335" y="283"/>
                  </a:lnTo>
                  <a:lnTo>
                    <a:pt x="1334" y="288"/>
                  </a:lnTo>
                  <a:lnTo>
                    <a:pt x="1331" y="290"/>
                  </a:lnTo>
                  <a:lnTo>
                    <a:pt x="1326" y="291"/>
                  </a:lnTo>
                  <a:lnTo>
                    <a:pt x="1321" y="291"/>
                  </a:lnTo>
                  <a:lnTo>
                    <a:pt x="1317" y="291"/>
                  </a:lnTo>
                  <a:lnTo>
                    <a:pt x="1312" y="292"/>
                  </a:lnTo>
                  <a:lnTo>
                    <a:pt x="1308" y="292"/>
                  </a:lnTo>
                  <a:lnTo>
                    <a:pt x="1304" y="290"/>
                  </a:lnTo>
                  <a:lnTo>
                    <a:pt x="1301" y="288"/>
                  </a:lnTo>
                  <a:lnTo>
                    <a:pt x="1297" y="288"/>
                  </a:lnTo>
                  <a:lnTo>
                    <a:pt x="1294" y="288"/>
                  </a:lnTo>
                  <a:lnTo>
                    <a:pt x="1290" y="288"/>
                  </a:lnTo>
                  <a:lnTo>
                    <a:pt x="1287" y="287"/>
                  </a:lnTo>
                  <a:lnTo>
                    <a:pt x="1286" y="284"/>
                  </a:lnTo>
                  <a:lnTo>
                    <a:pt x="1284" y="281"/>
                  </a:lnTo>
                  <a:lnTo>
                    <a:pt x="1281" y="280"/>
                  </a:lnTo>
                  <a:lnTo>
                    <a:pt x="1276" y="281"/>
                  </a:lnTo>
                  <a:lnTo>
                    <a:pt x="1270" y="280"/>
                  </a:lnTo>
                  <a:lnTo>
                    <a:pt x="1267" y="278"/>
                  </a:lnTo>
                  <a:lnTo>
                    <a:pt x="1267" y="275"/>
                  </a:lnTo>
                  <a:lnTo>
                    <a:pt x="1270" y="271"/>
                  </a:lnTo>
                  <a:lnTo>
                    <a:pt x="1272" y="267"/>
                  </a:lnTo>
                  <a:lnTo>
                    <a:pt x="1273" y="265"/>
                  </a:lnTo>
                  <a:lnTo>
                    <a:pt x="1274" y="262"/>
                  </a:lnTo>
                  <a:lnTo>
                    <a:pt x="1275" y="259"/>
                  </a:lnTo>
                  <a:lnTo>
                    <a:pt x="1276" y="257"/>
                  </a:lnTo>
                  <a:lnTo>
                    <a:pt x="1275" y="254"/>
                  </a:lnTo>
                  <a:lnTo>
                    <a:pt x="1273" y="251"/>
                  </a:lnTo>
                  <a:lnTo>
                    <a:pt x="1270" y="248"/>
                  </a:lnTo>
                  <a:lnTo>
                    <a:pt x="1270" y="244"/>
                  </a:lnTo>
                  <a:lnTo>
                    <a:pt x="1272" y="242"/>
                  </a:lnTo>
                  <a:lnTo>
                    <a:pt x="1277" y="241"/>
                  </a:lnTo>
                  <a:lnTo>
                    <a:pt x="1280" y="239"/>
                  </a:lnTo>
                  <a:lnTo>
                    <a:pt x="1281" y="237"/>
                  </a:lnTo>
                  <a:lnTo>
                    <a:pt x="1282" y="233"/>
                  </a:lnTo>
                  <a:lnTo>
                    <a:pt x="1284" y="231"/>
                  </a:lnTo>
                  <a:lnTo>
                    <a:pt x="1287" y="230"/>
                  </a:lnTo>
                  <a:lnTo>
                    <a:pt x="1292" y="232"/>
                  </a:lnTo>
                  <a:lnTo>
                    <a:pt x="1296" y="233"/>
                  </a:lnTo>
                  <a:lnTo>
                    <a:pt x="1299" y="233"/>
                  </a:lnTo>
                  <a:lnTo>
                    <a:pt x="1301" y="231"/>
                  </a:lnTo>
                  <a:lnTo>
                    <a:pt x="1304" y="230"/>
                  </a:lnTo>
                  <a:lnTo>
                    <a:pt x="1308" y="229"/>
                  </a:lnTo>
                  <a:lnTo>
                    <a:pt x="1312" y="228"/>
                  </a:lnTo>
                  <a:lnTo>
                    <a:pt x="1316" y="227"/>
                  </a:lnTo>
                  <a:lnTo>
                    <a:pt x="1321" y="225"/>
                  </a:lnTo>
                  <a:lnTo>
                    <a:pt x="1326" y="225"/>
                  </a:lnTo>
                  <a:lnTo>
                    <a:pt x="1329" y="228"/>
                  </a:lnTo>
                  <a:lnTo>
                    <a:pt x="1331" y="233"/>
                  </a:lnTo>
                  <a:lnTo>
                    <a:pt x="1331" y="237"/>
                  </a:lnTo>
                  <a:lnTo>
                    <a:pt x="1333" y="240"/>
                  </a:lnTo>
                  <a:lnTo>
                    <a:pt x="1337" y="241"/>
                  </a:lnTo>
                  <a:lnTo>
                    <a:pt x="1343" y="241"/>
                  </a:lnTo>
                  <a:lnTo>
                    <a:pt x="1346" y="243"/>
                  </a:lnTo>
                  <a:lnTo>
                    <a:pt x="1348" y="246"/>
                  </a:lnTo>
                  <a:lnTo>
                    <a:pt x="1349" y="249"/>
                  </a:lnTo>
                  <a:lnTo>
                    <a:pt x="1350" y="251"/>
                  </a:lnTo>
                  <a:lnTo>
                    <a:pt x="1353" y="254"/>
                  </a:lnTo>
                  <a:lnTo>
                    <a:pt x="1356" y="256"/>
                  </a:lnTo>
                  <a:close/>
                </a:path>
              </a:pathLst>
            </a:custGeom>
            <a:solidFill>
              <a:srgbClr val="86D1BC">
                <a:alpha val="9600"/>
              </a:srgbClr>
            </a:solidFill>
            <a:ln>
              <a:noFill/>
            </a:ln>
          </p:spPr>
          <p:txBody>
            <a:bodyPr anchor="ctr"/>
            <a:lstStyle/>
            <a:p>
              <a:pPr algn="ctr">
                <a:buNone/>
              </a:pPr>
            </a:p>
          </p:txBody>
        </p:sp>
        <p:sp>
          <p:nvSpPr>
            <p:cNvPr id="662" name="addition:spatial:44"/>
            <p:cNvSpPr>
              <a:spLocks noGrp="1"/>
            </p:cNvSpPr>
            <p:nvPr/>
          </p:nvSpPr>
          <p:spPr>
            <a:xfrm>
              <a:off x="5648325" y="1666875"/>
              <a:ext cx="1778005" cy="548091"/>
            </a:xfrm>
            <a:custGeom>
              <a:avLst/>
              <a:gdLst/>
              <a:ahLst/>
              <a:cxnLst/>
              <a:rect l="l" t="t" r="r" b="b"/>
              <a:pathLst>
                <a:path w="1341" h="324">
                  <a:moveTo>
                    <a:pt x="0" y="0"/>
                  </a:moveTo>
                  <a:moveTo>
                    <a:pt x="1341" y="286"/>
                  </a:moveTo>
                  <a:lnTo>
                    <a:pt x="1339" y="289"/>
                  </a:lnTo>
                  <a:lnTo>
                    <a:pt x="1338" y="292"/>
                  </a:lnTo>
                  <a:lnTo>
                    <a:pt x="1337" y="295"/>
                  </a:lnTo>
                  <a:lnTo>
                    <a:pt x="1335" y="298"/>
                  </a:lnTo>
                  <a:lnTo>
                    <a:pt x="1332" y="300"/>
                  </a:lnTo>
                  <a:lnTo>
                    <a:pt x="1328" y="302"/>
                  </a:lnTo>
                  <a:lnTo>
                    <a:pt x="1324" y="304"/>
                  </a:lnTo>
                  <a:lnTo>
                    <a:pt x="1321" y="306"/>
                  </a:lnTo>
                  <a:lnTo>
                    <a:pt x="1319" y="309"/>
                  </a:lnTo>
                  <a:lnTo>
                    <a:pt x="1316" y="311"/>
                  </a:lnTo>
                  <a:lnTo>
                    <a:pt x="1311" y="312"/>
                  </a:lnTo>
                  <a:lnTo>
                    <a:pt x="1305" y="312"/>
                  </a:lnTo>
                  <a:lnTo>
                    <a:pt x="1300" y="313"/>
                  </a:lnTo>
                  <a:lnTo>
                    <a:pt x="1297" y="316"/>
                  </a:lnTo>
                  <a:lnTo>
                    <a:pt x="1293" y="320"/>
                  </a:lnTo>
                  <a:lnTo>
                    <a:pt x="1288" y="324"/>
                  </a:lnTo>
                  <a:lnTo>
                    <a:pt x="1282" y="324"/>
                  </a:lnTo>
                  <a:lnTo>
                    <a:pt x="1276" y="321"/>
                  </a:lnTo>
                  <a:lnTo>
                    <a:pt x="1272" y="317"/>
                  </a:lnTo>
                  <a:lnTo>
                    <a:pt x="1267" y="315"/>
                  </a:lnTo>
                  <a:lnTo>
                    <a:pt x="1263" y="314"/>
                  </a:lnTo>
                  <a:lnTo>
                    <a:pt x="1259" y="313"/>
                  </a:lnTo>
                  <a:lnTo>
                    <a:pt x="1256" y="311"/>
                  </a:lnTo>
                  <a:lnTo>
                    <a:pt x="1252" y="310"/>
                  </a:lnTo>
                  <a:lnTo>
                    <a:pt x="1248" y="310"/>
                  </a:lnTo>
                  <a:lnTo>
                    <a:pt x="1242" y="310"/>
                  </a:lnTo>
                  <a:lnTo>
                    <a:pt x="1236" y="309"/>
                  </a:lnTo>
                  <a:lnTo>
                    <a:pt x="1233" y="307"/>
                  </a:lnTo>
                  <a:lnTo>
                    <a:pt x="1234" y="303"/>
                  </a:lnTo>
                  <a:lnTo>
                    <a:pt x="1235" y="300"/>
                  </a:lnTo>
                  <a:lnTo>
                    <a:pt x="1235" y="297"/>
                  </a:lnTo>
                  <a:lnTo>
                    <a:pt x="1232" y="295"/>
                  </a:lnTo>
                  <a:lnTo>
                    <a:pt x="1229" y="292"/>
                  </a:lnTo>
                  <a:lnTo>
                    <a:pt x="1229" y="289"/>
                  </a:lnTo>
                  <a:lnTo>
                    <a:pt x="1233" y="286"/>
                  </a:lnTo>
                  <a:lnTo>
                    <a:pt x="1238" y="283"/>
                  </a:lnTo>
                  <a:lnTo>
                    <a:pt x="1242" y="281"/>
                  </a:lnTo>
                  <a:lnTo>
                    <a:pt x="1242" y="279"/>
                  </a:lnTo>
                  <a:lnTo>
                    <a:pt x="1241" y="276"/>
                  </a:lnTo>
                  <a:lnTo>
                    <a:pt x="1241" y="273"/>
                  </a:lnTo>
                  <a:lnTo>
                    <a:pt x="1242" y="270"/>
                  </a:lnTo>
                  <a:lnTo>
                    <a:pt x="1242" y="266"/>
                  </a:lnTo>
                  <a:lnTo>
                    <a:pt x="1243" y="263"/>
                  </a:lnTo>
                  <a:lnTo>
                    <a:pt x="1244" y="259"/>
                  </a:lnTo>
                  <a:lnTo>
                    <a:pt x="1247" y="257"/>
                  </a:lnTo>
                  <a:lnTo>
                    <a:pt x="1253" y="257"/>
                  </a:lnTo>
                  <a:lnTo>
                    <a:pt x="1260" y="259"/>
                  </a:lnTo>
                  <a:lnTo>
                    <a:pt x="1265" y="261"/>
                  </a:lnTo>
                  <a:lnTo>
                    <a:pt x="1268" y="260"/>
                  </a:lnTo>
                  <a:lnTo>
                    <a:pt x="1270" y="257"/>
                  </a:lnTo>
                  <a:lnTo>
                    <a:pt x="1273" y="254"/>
                  </a:lnTo>
                  <a:lnTo>
                    <a:pt x="1277" y="254"/>
                  </a:lnTo>
                  <a:lnTo>
                    <a:pt x="1281" y="255"/>
                  </a:lnTo>
                  <a:lnTo>
                    <a:pt x="1285" y="256"/>
                  </a:lnTo>
                  <a:lnTo>
                    <a:pt x="1289" y="256"/>
                  </a:lnTo>
                  <a:lnTo>
                    <a:pt x="1294" y="255"/>
                  </a:lnTo>
                  <a:lnTo>
                    <a:pt x="1299" y="255"/>
                  </a:lnTo>
                  <a:lnTo>
                    <a:pt x="1304" y="256"/>
                  </a:lnTo>
                  <a:lnTo>
                    <a:pt x="1307" y="258"/>
                  </a:lnTo>
                  <a:lnTo>
                    <a:pt x="1312" y="260"/>
                  </a:lnTo>
                  <a:lnTo>
                    <a:pt x="1316" y="261"/>
                  </a:lnTo>
                  <a:lnTo>
                    <a:pt x="1320" y="264"/>
                  </a:lnTo>
                  <a:lnTo>
                    <a:pt x="1321" y="267"/>
                  </a:lnTo>
                  <a:lnTo>
                    <a:pt x="1319" y="271"/>
                  </a:lnTo>
                  <a:lnTo>
                    <a:pt x="1318" y="275"/>
                  </a:lnTo>
                  <a:lnTo>
                    <a:pt x="1320" y="277"/>
                  </a:lnTo>
                  <a:lnTo>
                    <a:pt x="1327" y="278"/>
                  </a:lnTo>
                  <a:lnTo>
                    <a:pt x="1335" y="280"/>
                  </a:lnTo>
                  <a:lnTo>
                    <a:pt x="1341" y="283"/>
                  </a:lnTo>
                  <a:close/>
                </a:path>
              </a:pathLst>
            </a:custGeom>
            <a:solidFill>
              <a:srgbClr val="86D1BC">
                <a:alpha val="9600"/>
              </a:srgbClr>
            </a:solidFill>
            <a:ln>
              <a:noFill/>
            </a:ln>
          </p:spPr>
          <p:txBody>
            <a:bodyPr anchor="ctr"/>
            <a:lstStyle/>
            <a:p>
              <a:pPr algn="ctr">
                <a:buNone/>
              </a:pPr>
            </a:p>
          </p:txBody>
        </p:sp>
        <p:sp>
          <p:nvSpPr>
            <p:cNvPr id="663" name="addition:spatial:45"/>
            <p:cNvSpPr>
              <a:spLocks noGrp="1"/>
            </p:cNvSpPr>
            <p:nvPr/>
          </p:nvSpPr>
          <p:spPr>
            <a:xfrm>
              <a:off x="5648325" y="1666875"/>
              <a:ext cx="1705082" cy="544708"/>
            </a:xfrm>
            <a:custGeom>
              <a:avLst/>
              <a:gdLst/>
              <a:ahLst/>
              <a:cxnLst/>
              <a:rect l="l" t="t" r="r" b="b"/>
              <a:pathLst>
                <a:path w="1286" h="322">
                  <a:moveTo>
                    <a:pt x="0" y="0"/>
                  </a:moveTo>
                  <a:moveTo>
                    <a:pt x="1281" y="289"/>
                  </a:moveTo>
                  <a:lnTo>
                    <a:pt x="1284" y="292"/>
                  </a:lnTo>
                  <a:lnTo>
                    <a:pt x="1286" y="296"/>
                  </a:lnTo>
                  <a:lnTo>
                    <a:pt x="1286" y="299"/>
                  </a:lnTo>
                  <a:lnTo>
                    <a:pt x="1282" y="301"/>
                  </a:lnTo>
                  <a:lnTo>
                    <a:pt x="1276" y="302"/>
                  </a:lnTo>
                  <a:lnTo>
                    <a:pt x="1269" y="303"/>
                  </a:lnTo>
                  <a:lnTo>
                    <a:pt x="1265" y="304"/>
                  </a:lnTo>
                  <a:lnTo>
                    <a:pt x="1265" y="307"/>
                  </a:lnTo>
                  <a:lnTo>
                    <a:pt x="1264" y="311"/>
                  </a:lnTo>
                  <a:lnTo>
                    <a:pt x="1262" y="314"/>
                  </a:lnTo>
                  <a:lnTo>
                    <a:pt x="1259" y="316"/>
                  </a:lnTo>
                  <a:lnTo>
                    <a:pt x="1254" y="317"/>
                  </a:lnTo>
                  <a:lnTo>
                    <a:pt x="1250" y="318"/>
                  </a:lnTo>
                  <a:lnTo>
                    <a:pt x="1246" y="320"/>
                  </a:lnTo>
                  <a:lnTo>
                    <a:pt x="1242" y="322"/>
                  </a:lnTo>
                  <a:lnTo>
                    <a:pt x="1237" y="322"/>
                  </a:lnTo>
                  <a:lnTo>
                    <a:pt x="1232" y="321"/>
                  </a:lnTo>
                  <a:lnTo>
                    <a:pt x="1228" y="321"/>
                  </a:lnTo>
                  <a:lnTo>
                    <a:pt x="1223" y="321"/>
                  </a:lnTo>
                  <a:lnTo>
                    <a:pt x="1219" y="321"/>
                  </a:lnTo>
                  <a:lnTo>
                    <a:pt x="1215" y="320"/>
                  </a:lnTo>
                  <a:lnTo>
                    <a:pt x="1213" y="316"/>
                  </a:lnTo>
                  <a:lnTo>
                    <a:pt x="1212" y="312"/>
                  </a:lnTo>
                  <a:lnTo>
                    <a:pt x="1210" y="310"/>
                  </a:lnTo>
                  <a:lnTo>
                    <a:pt x="1206" y="311"/>
                  </a:lnTo>
                  <a:lnTo>
                    <a:pt x="1200" y="312"/>
                  </a:lnTo>
                  <a:lnTo>
                    <a:pt x="1194" y="312"/>
                  </a:lnTo>
                  <a:lnTo>
                    <a:pt x="1190" y="310"/>
                  </a:lnTo>
                  <a:lnTo>
                    <a:pt x="1190" y="307"/>
                  </a:lnTo>
                  <a:lnTo>
                    <a:pt x="1190" y="304"/>
                  </a:lnTo>
                  <a:lnTo>
                    <a:pt x="1190" y="301"/>
                  </a:lnTo>
                  <a:lnTo>
                    <a:pt x="1190" y="298"/>
                  </a:lnTo>
                  <a:lnTo>
                    <a:pt x="1192" y="295"/>
                  </a:lnTo>
                  <a:lnTo>
                    <a:pt x="1194" y="292"/>
                  </a:lnTo>
                  <a:lnTo>
                    <a:pt x="1196" y="289"/>
                  </a:lnTo>
                  <a:lnTo>
                    <a:pt x="1196" y="287"/>
                  </a:lnTo>
                  <a:lnTo>
                    <a:pt x="1194" y="284"/>
                  </a:lnTo>
                  <a:lnTo>
                    <a:pt x="1192" y="281"/>
                  </a:lnTo>
                  <a:lnTo>
                    <a:pt x="1194" y="278"/>
                  </a:lnTo>
                  <a:lnTo>
                    <a:pt x="1197" y="276"/>
                  </a:lnTo>
                  <a:lnTo>
                    <a:pt x="1200" y="274"/>
                  </a:lnTo>
                  <a:lnTo>
                    <a:pt x="1201" y="271"/>
                  </a:lnTo>
                  <a:lnTo>
                    <a:pt x="1200" y="267"/>
                  </a:lnTo>
                  <a:lnTo>
                    <a:pt x="1200" y="263"/>
                  </a:lnTo>
                  <a:lnTo>
                    <a:pt x="1202" y="261"/>
                  </a:lnTo>
                  <a:lnTo>
                    <a:pt x="1207" y="260"/>
                  </a:lnTo>
                  <a:lnTo>
                    <a:pt x="1212" y="261"/>
                  </a:lnTo>
                  <a:lnTo>
                    <a:pt x="1216" y="262"/>
                  </a:lnTo>
                  <a:lnTo>
                    <a:pt x="1219" y="262"/>
                  </a:lnTo>
                  <a:lnTo>
                    <a:pt x="1222" y="262"/>
                  </a:lnTo>
                  <a:lnTo>
                    <a:pt x="1226" y="262"/>
                  </a:lnTo>
                  <a:lnTo>
                    <a:pt x="1229" y="262"/>
                  </a:lnTo>
                  <a:lnTo>
                    <a:pt x="1232" y="260"/>
                  </a:lnTo>
                  <a:lnTo>
                    <a:pt x="1236" y="257"/>
                  </a:lnTo>
                  <a:lnTo>
                    <a:pt x="1240" y="255"/>
                  </a:lnTo>
                  <a:lnTo>
                    <a:pt x="1245" y="254"/>
                  </a:lnTo>
                  <a:lnTo>
                    <a:pt x="1249" y="257"/>
                  </a:lnTo>
                  <a:lnTo>
                    <a:pt x="1251" y="261"/>
                  </a:lnTo>
                  <a:lnTo>
                    <a:pt x="1253" y="264"/>
                  </a:lnTo>
                  <a:lnTo>
                    <a:pt x="1257" y="266"/>
                  </a:lnTo>
                  <a:lnTo>
                    <a:pt x="1261" y="266"/>
                  </a:lnTo>
                  <a:lnTo>
                    <a:pt x="1266" y="268"/>
                  </a:lnTo>
                  <a:lnTo>
                    <a:pt x="1268" y="271"/>
                  </a:lnTo>
                  <a:lnTo>
                    <a:pt x="1268" y="274"/>
                  </a:lnTo>
                  <a:lnTo>
                    <a:pt x="1269" y="277"/>
                  </a:lnTo>
                  <a:lnTo>
                    <a:pt x="1271" y="279"/>
                  </a:lnTo>
                  <a:lnTo>
                    <a:pt x="1275" y="281"/>
                  </a:lnTo>
                  <a:lnTo>
                    <a:pt x="1277" y="284"/>
                  </a:lnTo>
                  <a:lnTo>
                    <a:pt x="1279" y="286"/>
                  </a:lnTo>
                  <a:close/>
                </a:path>
              </a:pathLst>
            </a:custGeom>
            <a:solidFill>
              <a:srgbClr val="86D1BC">
                <a:alpha val="9600"/>
              </a:srgbClr>
            </a:solidFill>
            <a:ln>
              <a:noFill/>
            </a:ln>
          </p:spPr>
          <p:txBody>
            <a:bodyPr anchor="ctr"/>
            <a:lstStyle/>
            <a:p>
              <a:pPr algn="ctr">
                <a:buNone/>
              </a:pPr>
            </a:p>
          </p:txBody>
        </p:sp>
        <p:sp>
          <p:nvSpPr>
            <p:cNvPr id="664" name="addition:spatial:46"/>
            <p:cNvSpPr>
              <a:spLocks noGrp="1"/>
            </p:cNvSpPr>
            <p:nvPr/>
          </p:nvSpPr>
          <p:spPr>
            <a:xfrm>
              <a:off x="5648325" y="1666875"/>
              <a:ext cx="1637462" cy="514259"/>
            </a:xfrm>
            <a:custGeom>
              <a:avLst/>
              <a:gdLst/>
              <a:ahLst/>
              <a:cxnLst/>
              <a:rect l="l" t="t" r="r" b="b"/>
              <a:pathLst>
                <a:path w="1235" h="304">
                  <a:moveTo>
                    <a:pt x="0" y="0"/>
                  </a:moveTo>
                  <a:moveTo>
                    <a:pt x="1234" y="278"/>
                  </a:moveTo>
                  <a:lnTo>
                    <a:pt x="1232" y="280"/>
                  </a:lnTo>
                  <a:lnTo>
                    <a:pt x="1230" y="282"/>
                  </a:lnTo>
                  <a:lnTo>
                    <a:pt x="1228" y="285"/>
                  </a:lnTo>
                  <a:lnTo>
                    <a:pt x="1225" y="287"/>
                  </a:lnTo>
                  <a:lnTo>
                    <a:pt x="1222" y="288"/>
                  </a:lnTo>
                  <a:lnTo>
                    <a:pt x="1218" y="289"/>
                  </a:lnTo>
                  <a:lnTo>
                    <a:pt x="1217" y="291"/>
                  </a:lnTo>
                  <a:lnTo>
                    <a:pt x="1218" y="295"/>
                  </a:lnTo>
                  <a:lnTo>
                    <a:pt x="1218" y="299"/>
                  </a:lnTo>
                  <a:lnTo>
                    <a:pt x="1217" y="302"/>
                  </a:lnTo>
                  <a:lnTo>
                    <a:pt x="1214" y="304"/>
                  </a:lnTo>
                  <a:lnTo>
                    <a:pt x="1209" y="303"/>
                  </a:lnTo>
                  <a:lnTo>
                    <a:pt x="1205" y="302"/>
                  </a:lnTo>
                  <a:lnTo>
                    <a:pt x="1202" y="302"/>
                  </a:lnTo>
                  <a:lnTo>
                    <a:pt x="1199" y="303"/>
                  </a:lnTo>
                  <a:lnTo>
                    <a:pt x="1197" y="304"/>
                  </a:lnTo>
                  <a:lnTo>
                    <a:pt x="1194" y="304"/>
                  </a:lnTo>
                  <a:lnTo>
                    <a:pt x="1191" y="303"/>
                  </a:lnTo>
                  <a:lnTo>
                    <a:pt x="1189" y="302"/>
                  </a:lnTo>
                  <a:lnTo>
                    <a:pt x="1186" y="302"/>
                  </a:lnTo>
                  <a:lnTo>
                    <a:pt x="1183" y="303"/>
                  </a:lnTo>
                  <a:lnTo>
                    <a:pt x="1181" y="302"/>
                  </a:lnTo>
                  <a:lnTo>
                    <a:pt x="1179" y="300"/>
                  </a:lnTo>
                  <a:lnTo>
                    <a:pt x="1177" y="299"/>
                  </a:lnTo>
                  <a:lnTo>
                    <a:pt x="1173" y="299"/>
                  </a:lnTo>
                  <a:lnTo>
                    <a:pt x="1169" y="299"/>
                  </a:lnTo>
                  <a:lnTo>
                    <a:pt x="1165" y="298"/>
                  </a:lnTo>
                  <a:lnTo>
                    <a:pt x="1163" y="296"/>
                  </a:lnTo>
                  <a:lnTo>
                    <a:pt x="1165" y="292"/>
                  </a:lnTo>
                  <a:lnTo>
                    <a:pt x="1167" y="288"/>
                  </a:lnTo>
                  <a:lnTo>
                    <a:pt x="1169" y="286"/>
                  </a:lnTo>
                  <a:lnTo>
                    <a:pt x="1167" y="284"/>
                  </a:lnTo>
                  <a:lnTo>
                    <a:pt x="1165" y="282"/>
                  </a:lnTo>
                  <a:lnTo>
                    <a:pt x="1162" y="280"/>
                  </a:lnTo>
                  <a:lnTo>
                    <a:pt x="1161" y="278"/>
                  </a:lnTo>
                  <a:lnTo>
                    <a:pt x="1160" y="275"/>
                  </a:lnTo>
                  <a:lnTo>
                    <a:pt x="1158" y="273"/>
                  </a:lnTo>
                  <a:lnTo>
                    <a:pt x="1157" y="270"/>
                  </a:lnTo>
                  <a:lnTo>
                    <a:pt x="1157" y="267"/>
                  </a:lnTo>
                  <a:lnTo>
                    <a:pt x="1159" y="265"/>
                  </a:lnTo>
                  <a:lnTo>
                    <a:pt x="1162" y="264"/>
                  </a:lnTo>
                  <a:lnTo>
                    <a:pt x="1165" y="263"/>
                  </a:lnTo>
                  <a:lnTo>
                    <a:pt x="1166" y="260"/>
                  </a:lnTo>
                  <a:lnTo>
                    <a:pt x="1166" y="258"/>
                  </a:lnTo>
                  <a:lnTo>
                    <a:pt x="1168" y="256"/>
                  </a:lnTo>
                  <a:lnTo>
                    <a:pt x="1172" y="256"/>
                  </a:lnTo>
                  <a:lnTo>
                    <a:pt x="1176" y="257"/>
                  </a:lnTo>
                  <a:lnTo>
                    <a:pt x="1179" y="257"/>
                  </a:lnTo>
                  <a:lnTo>
                    <a:pt x="1182" y="256"/>
                  </a:lnTo>
                  <a:lnTo>
                    <a:pt x="1184" y="253"/>
                  </a:lnTo>
                  <a:lnTo>
                    <a:pt x="1187" y="250"/>
                  </a:lnTo>
                  <a:lnTo>
                    <a:pt x="1190" y="249"/>
                  </a:lnTo>
                  <a:lnTo>
                    <a:pt x="1194" y="248"/>
                  </a:lnTo>
                  <a:lnTo>
                    <a:pt x="1198" y="248"/>
                  </a:lnTo>
                  <a:lnTo>
                    <a:pt x="1202" y="249"/>
                  </a:lnTo>
                  <a:lnTo>
                    <a:pt x="1206" y="250"/>
                  </a:lnTo>
                  <a:lnTo>
                    <a:pt x="1209" y="253"/>
                  </a:lnTo>
                  <a:lnTo>
                    <a:pt x="1210" y="256"/>
                  </a:lnTo>
                  <a:lnTo>
                    <a:pt x="1212" y="259"/>
                  </a:lnTo>
                  <a:lnTo>
                    <a:pt x="1215" y="260"/>
                  </a:lnTo>
                  <a:lnTo>
                    <a:pt x="1219" y="260"/>
                  </a:lnTo>
                  <a:lnTo>
                    <a:pt x="1224" y="260"/>
                  </a:lnTo>
                  <a:lnTo>
                    <a:pt x="1227" y="261"/>
                  </a:lnTo>
                  <a:lnTo>
                    <a:pt x="1228" y="264"/>
                  </a:lnTo>
                  <a:lnTo>
                    <a:pt x="1228" y="266"/>
                  </a:lnTo>
                  <a:lnTo>
                    <a:pt x="1229" y="269"/>
                  </a:lnTo>
                  <a:lnTo>
                    <a:pt x="1232" y="270"/>
                  </a:lnTo>
                  <a:lnTo>
                    <a:pt x="1234" y="272"/>
                  </a:lnTo>
                  <a:lnTo>
                    <a:pt x="1235" y="275"/>
                  </a:lnTo>
                  <a:close/>
                </a:path>
              </a:pathLst>
            </a:custGeom>
            <a:solidFill>
              <a:srgbClr val="86D1BC">
                <a:alpha val="9600"/>
              </a:srgbClr>
            </a:solidFill>
            <a:ln>
              <a:noFill/>
            </a:ln>
          </p:spPr>
          <p:txBody>
            <a:bodyPr anchor="ctr"/>
            <a:lstStyle/>
            <a:p>
              <a:pPr algn="ctr">
                <a:buNone/>
              </a:pPr>
            </a:p>
          </p:txBody>
        </p:sp>
        <p:sp>
          <p:nvSpPr>
            <p:cNvPr id="665" name="addition:spatial:47"/>
            <p:cNvSpPr>
              <a:spLocks noGrp="1"/>
            </p:cNvSpPr>
            <p:nvPr/>
          </p:nvSpPr>
          <p:spPr>
            <a:xfrm>
              <a:off x="5648325" y="1666875"/>
              <a:ext cx="1743532" cy="522717"/>
            </a:xfrm>
            <a:custGeom>
              <a:avLst/>
              <a:gdLst/>
              <a:ahLst/>
              <a:cxnLst/>
              <a:rect l="l" t="t" r="r" b="b"/>
              <a:pathLst>
                <a:path w="1315" h="309">
                  <a:moveTo>
                    <a:pt x="0" y="0"/>
                  </a:moveTo>
                  <a:moveTo>
                    <a:pt x="1307" y="273"/>
                  </a:moveTo>
                  <a:lnTo>
                    <a:pt x="1303" y="276"/>
                  </a:lnTo>
                  <a:lnTo>
                    <a:pt x="1299" y="278"/>
                  </a:lnTo>
                  <a:lnTo>
                    <a:pt x="1296" y="281"/>
                  </a:lnTo>
                  <a:lnTo>
                    <a:pt x="1298" y="284"/>
                  </a:lnTo>
                  <a:lnTo>
                    <a:pt x="1302" y="288"/>
                  </a:lnTo>
                  <a:lnTo>
                    <a:pt x="1304" y="293"/>
                  </a:lnTo>
                  <a:lnTo>
                    <a:pt x="1302" y="296"/>
                  </a:lnTo>
                  <a:lnTo>
                    <a:pt x="1296" y="297"/>
                  </a:lnTo>
                  <a:lnTo>
                    <a:pt x="1291" y="298"/>
                  </a:lnTo>
                  <a:lnTo>
                    <a:pt x="1287" y="300"/>
                  </a:lnTo>
                  <a:lnTo>
                    <a:pt x="1285" y="302"/>
                  </a:lnTo>
                  <a:lnTo>
                    <a:pt x="1282" y="305"/>
                  </a:lnTo>
                  <a:lnTo>
                    <a:pt x="1278" y="306"/>
                  </a:lnTo>
                  <a:lnTo>
                    <a:pt x="1273" y="306"/>
                  </a:lnTo>
                  <a:lnTo>
                    <a:pt x="1269" y="305"/>
                  </a:lnTo>
                  <a:lnTo>
                    <a:pt x="1265" y="304"/>
                  </a:lnTo>
                  <a:lnTo>
                    <a:pt x="1261" y="305"/>
                  </a:lnTo>
                  <a:lnTo>
                    <a:pt x="1257" y="305"/>
                  </a:lnTo>
                  <a:lnTo>
                    <a:pt x="1254" y="305"/>
                  </a:lnTo>
                  <a:lnTo>
                    <a:pt x="1250" y="304"/>
                  </a:lnTo>
                  <a:lnTo>
                    <a:pt x="1245" y="305"/>
                  </a:lnTo>
                  <a:lnTo>
                    <a:pt x="1239" y="307"/>
                  </a:lnTo>
                  <a:lnTo>
                    <a:pt x="1232" y="309"/>
                  </a:lnTo>
                  <a:lnTo>
                    <a:pt x="1226" y="307"/>
                  </a:lnTo>
                  <a:lnTo>
                    <a:pt x="1224" y="303"/>
                  </a:lnTo>
                  <a:lnTo>
                    <a:pt x="1225" y="298"/>
                  </a:lnTo>
                  <a:lnTo>
                    <a:pt x="1225" y="293"/>
                  </a:lnTo>
                  <a:lnTo>
                    <a:pt x="1222" y="291"/>
                  </a:lnTo>
                  <a:lnTo>
                    <a:pt x="1218" y="289"/>
                  </a:lnTo>
                  <a:lnTo>
                    <a:pt x="1213" y="287"/>
                  </a:lnTo>
                  <a:lnTo>
                    <a:pt x="1210" y="285"/>
                  </a:lnTo>
                  <a:lnTo>
                    <a:pt x="1208" y="282"/>
                  </a:lnTo>
                  <a:lnTo>
                    <a:pt x="1206" y="279"/>
                  </a:lnTo>
                  <a:lnTo>
                    <a:pt x="1202" y="276"/>
                  </a:lnTo>
                  <a:lnTo>
                    <a:pt x="1199" y="273"/>
                  </a:lnTo>
                  <a:lnTo>
                    <a:pt x="1198" y="270"/>
                  </a:lnTo>
                  <a:lnTo>
                    <a:pt x="1200" y="267"/>
                  </a:lnTo>
                  <a:lnTo>
                    <a:pt x="1202" y="264"/>
                  </a:lnTo>
                  <a:lnTo>
                    <a:pt x="1202" y="261"/>
                  </a:lnTo>
                  <a:lnTo>
                    <a:pt x="1201" y="257"/>
                  </a:lnTo>
                  <a:lnTo>
                    <a:pt x="1203" y="254"/>
                  </a:lnTo>
                  <a:lnTo>
                    <a:pt x="1208" y="252"/>
                  </a:lnTo>
                  <a:lnTo>
                    <a:pt x="1216" y="252"/>
                  </a:lnTo>
                  <a:lnTo>
                    <a:pt x="1223" y="253"/>
                  </a:lnTo>
                  <a:lnTo>
                    <a:pt x="1227" y="251"/>
                  </a:lnTo>
                  <a:lnTo>
                    <a:pt x="1229" y="248"/>
                  </a:lnTo>
                  <a:lnTo>
                    <a:pt x="1230" y="243"/>
                  </a:lnTo>
                  <a:lnTo>
                    <a:pt x="1234" y="240"/>
                  </a:lnTo>
                  <a:lnTo>
                    <a:pt x="1239" y="238"/>
                  </a:lnTo>
                  <a:lnTo>
                    <a:pt x="1245" y="237"/>
                  </a:lnTo>
                  <a:lnTo>
                    <a:pt x="1250" y="236"/>
                  </a:lnTo>
                  <a:lnTo>
                    <a:pt x="1256" y="235"/>
                  </a:lnTo>
                  <a:lnTo>
                    <a:pt x="1262" y="236"/>
                  </a:lnTo>
                  <a:lnTo>
                    <a:pt x="1267" y="239"/>
                  </a:lnTo>
                  <a:lnTo>
                    <a:pt x="1272" y="242"/>
                  </a:lnTo>
                  <a:lnTo>
                    <a:pt x="1276" y="244"/>
                  </a:lnTo>
                  <a:lnTo>
                    <a:pt x="1281" y="244"/>
                  </a:lnTo>
                  <a:lnTo>
                    <a:pt x="1287" y="243"/>
                  </a:lnTo>
                  <a:lnTo>
                    <a:pt x="1291" y="244"/>
                  </a:lnTo>
                  <a:lnTo>
                    <a:pt x="1294" y="247"/>
                  </a:lnTo>
                  <a:lnTo>
                    <a:pt x="1295" y="250"/>
                  </a:lnTo>
                  <a:lnTo>
                    <a:pt x="1297" y="253"/>
                  </a:lnTo>
                  <a:lnTo>
                    <a:pt x="1302" y="254"/>
                  </a:lnTo>
                  <a:lnTo>
                    <a:pt x="1308" y="254"/>
                  </a:lnTo>
                  <a:lnTo>
                    <a:pt x="1313" y="256"/>
                  </a:lnTo>
                  <a:lnTo>
                    <a:pt x="1315" y="259"/>
                  </a:lnTo>
                  <a:lnTo>
                    <a:pt x="1313" y="263"/>
                  </a:lnTo>
                  <a:lnTo>
                    <a:pt x="1311" y="267"/>
                  </a:lnTo>
                  <a:lnTo>
                    <a:pt x="1309" y="270"/>
                  </a:lnTo>
                  <a:close/>
                </a:path>
              </a:pathLst>
            </a:custGeom>
            <a:solidFill>
              <a:srgbClr val="86D1BC">
                <a:alpha val="9600"/>
              </a:srgbClr>
            </a:solidFill>
            <a:ln>
              <a:noFill/>
            </a:ln>
          </p:spPr>
          <p:txBody>
            <a:bodyPr anchor="ctr"/>
            <a:lstStyle/>
            <a:p>
              <a:pPr algn="ctr">
                <a:buNone/>
              </a:pPr>
            </a:p>
          </p:txBody>
        </p:sp>
        <p:sp>
          <p:nvSpPr>
            <p:cNvPr id="666" name="addition:spatial:48"/>
            <p:cNvSpPr>
              <a:spLocks noGrp="1"/>
            </p:cNvSpPr>
            <p:nvPr/>
          </p:nvSpPr>
          <p:spPr>
            <a:xfrm>
              <a:off x="5648325" y="1666875"/>
              <a:ext cx="1770050" cy="537942"/>
            </a:xfrm>
            <a:custGeom>
              <a:avLst/>
              <a:gdLst/>
              <a:ahLst/>
              <a:cxnLst/>
              <a:rect l="l" t="t" r="r" b="b"/>
              <a:pathLst>
                <a:path w="1335" h="318">
                  <a:moveTo>
                    <a:pt x="0" y="0"/>
                  </a:moveTo>
                  <a:moveTo>
                    <a:pt x="1329" y="267"/>
                  </a:moveTo>
                  <a:lnTo>
                    <a:pt x="1330" y="272"/>
                  </a:lnTo>
                  <a:lnTo>
                    <a:pt x="1327" y="276"/>
                  </a:lnTo>
                  <a:lnTo>
                    <a:pt x="1320" y="280"/>
                  </a:lnTo>
                  <a:lnTo>
                    <a:pt x="1312" y="282"/>
                  </a:lnTo>
                  <a:lnTo>
                    <a:pt x="1308" y="286"/>
                  </a:lnTo>
                  <a:lnTo>
                    <a:pt x="1307" y="290"/>
                  </a:lnTo>
                  <a:lnTo>
                    <a:pt x="1307" y="295"/>
                  </a:lnTo>
                  <a:lnTo>
                    <a:pt x="1305" y="300"/>
                  </a:lnTo>
                  <a:lnTo>
                    <a:pt x="1301" y="304"/>
                  </a:lnTo>
                  <a:lnTo>
                    <a:pt x="1298" y="309"/>
                  </a:lnTo>
                  <a:lnTo>
                    <a:pt x="1294" y="314"/>
                  </a:lnTo>
                  <a:lnTo>
                    <a:pt x="1289" y="318"/>
                  </a:lnTo>
                  <a:lnTo>
                    <a:pt x="1282" y="318"/>
                  </a:lnTo>
                  <a:lnTo>
                    <a:pt x="1273" y="314"/>
                  </a:lnTo>
                  <a:lnTo>
                    <a:pt x="1266" y="310"/>
                  </a:lnTo>
                  <a:lnTo>
                    <a:pt x="1261" y="308"/>
                  </a:lnTo>
                  <a:lnTo>
                    <a:pt x="1257" y="310"/>
                  </a:lnTo>
                  <a:lnTo>
                    <a:pt x="1252" y="314"/>
                  </a:lnTo>
                  <a:lnTo>
                    <a:pt x="1246" y="317"/>
                  </a:lnTo>
                  <a:lnTo>
                    <a:pt x="1240" y="317"/>
                  </a:lnTo>
                  <a:lnTo>
                    <a:pt x="1236" y="314"/>
                  </a:lnTo>
                  <a:lnTo>
                    <a:pt x="1231" y="312"/>
                  </a:lnTo>
                  <a:lnTo>
                    <a:pt x="1225" y="311"/>
                  </a:lnTo>
                  <a:lnTo>
                    <a:pt x="1218" y="311"/>
                  </a:lnTo>
                  <a:lnTo>
                    <a:pt x="1212" y="309"/>
                  </a:lnTo>
                  <a:lnTo>
                    <a:pt x="1208" y="305"/>
                  </a:lnTo>
                  <a:lnTo>
                    <a:pt x="1205" y="301"/>
                  </a:lnTo>
                  <a:lnTo>
                    <a:pt x="1201" y="297"/>
                  </a:lnTo>
                  <a:lnTo>
                    <a:pt x="1196" y="293"/>
                  </a:lnTo>
                  <a:lnTo>
                    <a:pt x="1194" y="289"/>
                  </a:lnTo>
                  <a:lnTo>
                    <a:pt x="1195" y="284"/>
                  </a:lnTo>
                  <a:lnTo>
                    <a:pt x="1199" y="278"/>
                  </a:lnTo>
                  <a:lnTo>
                    <a:pt x="1200" y="274"/>
                  </a:lnTo>
                  <a:lnTo>
                    <a:pt x="1195" y="271"/>
                  </a:lnTo>
                  <a:lnTo>
                    <a:pt x="1185" y="267"/>
                  </a:lnTo>
                  <a:lnTo>
                    <a:pt x="1175" y="262"/>
                  </a:lnTo>
                  <a:lnTo>
                    <a:pt x="1171" y="257"/>
                  </a:lnTo>
                  <a:lnTo>
                    <a:pt x="1174" y="252"/>
                  </a:lnTo>
                  <a:lnTo>
                    <a:pt x="1180" y="248"/>
                  </a:lnTo>
                  <a:lnTo>
                    <a:pt x="1184" y="245"/>
                  </a:lnTo>
                  <a:lnTo>
                    <a:pt x="1188" y="241"/>
                  </a:lnTo>
                  <a:lnTo>
                    <a:pt x="1192" y="238"/>
                  </a:lnTo>
                  <a:lnTo>
                    <a:pt x="1197" y="236"/>
                  </a:lnTo>
                  <a:lnTo>
                    <a:pt x="1204" y="234"/>
                  </a:lnTo>
                  <a:lnTo>
                    <a:pt x="1208" y="232"/>
                  </a:lnTo>
                  <a:lnTo>
                    <a:pt x="1212" y="228"/>
                  </a:lnTo>
                  <a:lnTo>
                    <a:pt x="1216" y="223"/>
                  </a:lnTo>
                  <a:lnTo>
                    <a:pt x="1222" y="221"/>
                  </a:lnTo>
                  <a:lnTo>
                    <a:pt x="1229" y="221"/>
                  </a:lnTo>
                  <a:lnTo>
                    <a:pt x="1237" y="222"/>
                  </a:lnTo>
                  <a:lnTo>
                    <a:pt x="1244" y="220"/>
                  </a:lnTo>
                  <a:lnTo>
                    <a:pt x="1250" y="216"/>
                  </a:lnTo>
                  <a:lnTo>
                    <a:pt x="1258" y="211"/>
                  </a:lnTo>
                  <a:lnTo>
                    <a:pt x="1267" y="209"/>
                  </a:lnTo>
                  <a:lnTo>
                    <a:pt x="1275" y="212"/>
                  </a:lnTo>
                  <a:lnTo>
                    <a:pt x="1281" y="219"/>
                  </a:lnTo>
                  <a:lnTo>
                    <a:pt x="1285" y="225"/>
                  </a:lnTo>
                  <a:lnTo>
                    <a:pt x="1290" y="228"/>
                  </a:lnTo>
                  <a:lnTo>
                    <a:pt x="1295" y="230"/>
                  </a:lnTo>
                  <a:lnTo>
                    <a:pt x="1301" y="232"/>
                  </a:lnTo>
                  <a:lnTo>
                    <a:pt x="1306" y="235"/>
                  </a:lnTo>
                  <a:lnTo>
                    <a:pt x="1311" y="237"/>
                  </a:lnTo>
                  <a:lnTo>
                    <a:pt x="1319" y="238"/>
                  </a:lnTo>
                  <a:lnTo>
                    <a:pt x="1328" y="239"/>
                  </a:lnTo>
                  <a:lnTo>
                    <a:pt x="1334" y="242"/>
                  </a:lnTo>
                  <a:lnTo>
                    <a:pt x="1335" y="247"/>
                  </a:lnTo>
                  <a:lnTo>
                    <a:pt x="1331" y="253"/>
                  </a:lnTo>
                  <a:lnTo>
                    <a:pt x="1326" y="258"/>
                  </a:lnTo>
                  <a:lnTo>
                    <a:pt x="1326" y="263"/>
                  </a:lnTo>
                  <a:close/>
                </a:path>
              </a:pathLst>
            </a:custGeom>
            <a:solidFill>
              <a:srgbClr val="56BFA2">
                <a:alpha val="11100"/>
              </a:srgbClr>
            </a:solidFill>
            <a:ln>
              <a:noFill/>
            </a:ln>
          </p:spPr>
          <p:txBody>
            <a:bodyPr anchor="ctr"/>
            <a:lstStyle/>
            <a:p>
              <a:pPr algn="ctr">
                <a:buNone/>
              </a:pPr>
            </a:p>
          </p:txBody>
        </p:sp>
        <p:sp>
          <p:nvSpPr>
            <p:cNvPr id="667" name="addition:spatial:49"/>
            <p:cNvSpPr>
              <a:spLocks noGrp="1"/>
            </p:cNvSpPr>
            <p:nvPr/>
          </p:nvSpPr>
          <p:spPr>
            <a:xfrm>
              <a:off x="5648325" y="1666875"/>
              <a:ext cx="1675912" cy="475351"/>
            </a:xfrm>
            <a:custGeom>
              <a:avLst/>
              <a:gdLst/>
              <a:ahLst/>
              <a:cxnLst/>
              <a:rect l="l" t="t" r="r" b="b"/>
              <a:pathLst>
                <a:path w="1264" h="281">
                  <a:moveTo>
                    <a:pt x="0" y="0"/>
                  </a:moveTo>
                  <a:moveTo>
                    <a:pt x="1263" y="253"/>
                  </a:moveTo>
                  <a:lnTo>
                    <a:pt x="1264" y="256"/>
                  </a:lnTo>
                  <a:lnTo>
                    <a:pt x="1263" y="258"/>
                  </a:lnTo>
                  <a:lnTo>
                    <a:pt x="1260" y="260"/>
                  </a:lnTo>
                  <a:lnTo>
                    <a:pt x="1258" y="262"/>
                  </a:lnTo>
                  <a:lnTo>
                    <a:pt x="1257" y="264"/>
                  </a:lnTo>
                  <a:lnTo>
                    <a:pt x="1257" y="267"/>
                  </a:lnTo>
                  <a:lnTo>
                    <a:pt x="1256" y="269"/>
                  </a:lnTo>
                  <a:lnTo>
                    <a:pt x="1253" y="270"/>
                  </a:lnTo>
                  <a:lnTo>
                    <a:pt x="1248" y="270"/>
                  </a:lnTo>
                  <a:lnTo>
                    <a:pt x="1245" y="270"/>
                  </a:lnTo>
                  <a:lnTo>
                    <a:pt x="1242" y="271"/>
                  </a:lnTo>
                  <a:lnTo>
                    <a:pt x="1241" y="274"/>
                  </a:lnTo>
                  <a:lnTo>
                    <a:pt x="1239" y="277"/>
                  </a:lnTo>
                  <a:lnTo>
                    <a:pt x="1236" y="279"/>
                  </a:lnTo>
                  <a:lnTo>
                    <a:pt x="1233" y="280"/>
                  </a:lnTo>
                  <a:lnTo>
                    <a:pt x="1229" y="281"/>
                  </a:lnTo>
                  <a:lnTo>
                    <a:pt x="1226" y="281"/>
                  </a:lnTo>
                  <a:lnTo>
                    <a:pt x="1222" y="281"/>
                  </a:lnTo>
                  <a:lnTo>
                    <a:pt x="1218" y="279"/>
                  </a:lnTo>
                  <a:lnTo>
                    <a:pt x="1216" y="277"/>
                  </a:lnTo>
                  <a:lnTo>
                    <a:pt x="1214" y="274"/>
                  </a:lnTo>
                  <a:lnTo>
                    <a:pt x="1211" y="273"/>
                  </a:lnTo>
                  <a:lnTo>
                    <a:pt x="1208" y="273"/>
                  </a:lnTo>
                  <a:lnTo>
                    <a:pt x="1204" y="274"/>
                  </a:lnTo>
                  <a:lnTo>
                    <a:pt x="1201" y="274"/>
                  </a:lnTo>
                  <a:lnTo>
                    <a:pt x="1199" y="272"/>
                  </a:lnTo>
                  <a:lnTo>
                    <a:pt x="1199" y="269"/>
                  </a:lnTo>
                  <a:lnTo>
                    <a:pt x="1198" y="267"/>
                  </a:lnTo>
                  <a:lnTo>
                    <a:pt x="1195" y="266"/>
                  </a:lnTo>
                  <a:lnTo>
                    <a:pt x="1192" y="265"/>
                  </a:lnTo>
                  <a:lnTo>
                    <a:pt x="1190" y="263"/>
                  </a:lnTo>
                  <a:lnTo>
                    <a:pt x="1190" y="261"/>
                  </a:lnTo>
                  <a:lnTo>
                    <a:pt x="1191" y="258"/>
                  </a:lnTo>
                  <a:lnTo>
                    <a:pt x="1193" y="256"/>
                  </a:lnTo>
                  <a:lnTo>
                    <a:pt x="1194" y="253"/>
                  </a:lnTo>
                  <a:lnTo>
                    <a:pt x="1195" y="251"/>
                  </a:lnTo>
                  <a:lnTo>
                    <a:pt x="1198" y="249"/>
                  </a:lnTo>
                  <a:lnTo>
                    <a:pt x="1200" y="248"/>
                  </a:lnTo>
                  <a:lnTo>
                    <a:pt x="1201" y="246"/>
                  </a:lnTo>
                  <a:lnTo>
                    <a:pt x="1200" y="243"/>
                  </a:lnTo>
                  <a:lnTo>
                    <a:pt x="1198" y="240"/>
                  </a:lnTo>
                  <a:lnTo>
                    <a:pt x="1197" y="236"/>
                  </a:lnTo>
                  <a:lnTo>
                    <a:pt x="1198" y="234"/>
                  </a:lnTo>
                  <a:lnTo>
                    <a:pt x="1202" y="233"/>
                  </a:lnTo>
                  <a:lnTo>
                    <a:pt x="1206" y="233"/>
                  </a:lnTo>
                  <a:lnTo>
                    <a:pt x="1209" y="233"/>
                  </a:lnTo>
                  <a:lnTo>
                    <a:pt x="1211" y="231"/>
                  </a:lnTo>
                  <a:lnTo>
                    <a:pt x="1213" y="230"/>
                  </a:lnTo>
                  <a:lnTo>
                    <a:pt x="1215" y="230"/>
                  </a:lnTo>
                  <a:lnTo>
                    <a:pt x="1218" y="230"/>
                  </a:lnTo>
                  <a:lnTo>
                    <a:pt x="1220" y="230"/>
                  </a:lnTo>
                  <a:lnTo>
                    <a:pt x="1222" y="230"/>
                  </a:lnTo>
                  <a:lnTo>
                    <a:pt x="1225" y="229"/>
                  </a:lnTo>
                  <a:lnTo>
                    <a:pt x="1228" y="229"/>
                  </a:lnTo>
                  <a:lnTo>
                    <a:pt x="1230" y="229"/>
                  </a:lnTo>
                  <a:lnTo>
                    <a:pt x="1232" y="230"/>
                  </a:lnTo>
                  <a:lnTo>
                    <a:pt x="1235" y="230"/>
                  </a:lnTo>
                  <a:lnTo>
                    <a:pt x="1240" y="229"/>
                  </a:lnTo>
                  <a:lnTo>
                    <a:pt x="1244" y="229"/>
                  </a:lnTo>
                  <a:lnTo>
                    <a:pt x="1247" y="230"/>
                  </a:lnTo>
                  <a:lnTo>
                    <a:pt x="1248" y="233"/>
                  </a:lnTo>
                  <a:lnTo>
                    <a:pt x="1247" y="237"/>
                  </a:lnTo>
                  <a:lnTo>
                    <a:pt x="1247" y="240"/>
                  </a:lnTo>
                  <a:lnTo>
                    <a:pt x="1248" y="242"/>
                  </a:lnTo>
                  <a:lnTo>
                    <a:pt x="1251" y="243"/>
                  </a:lnTo>
                  <a:lnTo>
                    <a:pt x="1254" y="245"/>
                  </a:lnTo>
                  <a:lnTo>
                    <a:pt x="1256" y="247"/>
                  </a:lnTo>
                  <a:lnTo>
                    <a:pt x="1258" y="249"/>
                  </a:lnTo>
                  <a:lnTo>
                    <a:pt x="1260" y="251"/>
                  </a:lnTo>
                  <a:close/>
                </a:path>
              </a:pathLst>
            </a:custGeom>
            <a:solidFill>
              <a:srgbClr val="41B796">
                <a:alpha val="10800"/>
              </a:srgbClr>
            </a:solidFill>
            <a:ln>
              <a:noFill/>
            </a:ln>
          </p:spPr>
          <p:txBody>
            <a:bodyPr anchor="ctr"/>
            <a:lstStyle/>
            <a:p>
              <a:pPr algn="ctr">
                <a:buNone/>
              </a:pPr>
            </a:p>
          </p:txBody>
        </p:sp>
        <p:sp>
          <p:nvSpPr>
            <p:cNvPr id="668" name="addition:spatial:50"/>
            <p:cNvSpPr>
              <a:spLocks noGrp="1"/>
            </p:cNvSpPr>
            <p:nvPr/>
          </p:nvSpPr>
          <p:spPr>
            <a:xfrm>
              <a:off x="5648325" y="1666875"/>
              <a:ext cx="1730273" cy="449976"/>
            </a:xfrm>
            <a:custGeom>
              <a:avLst/>
              <a:gdLst/>
              <a:ahLst/>
              <a:cxnLst/>
              <a:rect l="l" t="t" r="r" b="b"/>
              <a:pathLst>
                <a:path w="1305" h="266">
                  <a:moveTo>
                    <a:pt x="0" y="0"/>
                  </a:moveTo>
                  <a:moveTo>
                    <a:pt x="1299" y="246"/>
                  </a:moveTo>
                  <a:lnTo>
                    <a:pt x="1302" y="247"/>
                  </a:lnTo>
                  <a:lnTo>
                    <a:pt x="1304" y="250"/>
                  </a:lnTo>
                  <a:lnTo>
                    <a:pt x="1305" y="252"/>
                  </a:lnTo>
                  <a:lnTo>
                    <a:pt x="1303" y="253"/>
                  </a:lnTo>
                  <a:lnTo>
                    <a:pt x="1299" y="254"/>
                  </a:lnTo>
                  <a:lnTo>
                    <a:pt x="1296" y="255"/>
                  </a:lnTo>
                  <a:lnTo>
                    <a:pt x="1294" y="256"/>
                  </a:lnTo>
                  <a:lnTo>
                    <a:pt x="1293" y="257"/>
                  </a:lnTo>
                  <a:lnTo>
                    <a:pt x="1293" y="259"/>
                  </a:lnTo>
                  <a:lnTo>
                    <a:pt x="1291" y="260"/>
                  </a:lnTo>
                  <a:lnTo>
                    <a:pt x="1288" y="261"/>
                  </a:lnTo>
                  <a:lnTo>
                    <a:pt x="1286" y="262"/>
                  </a:lnTo>
                  <a:lnTo>
                    <a:pt x="1284" y="263"/>
                  </a:lnTo>
                  <a:lnTo>
                    <a:pt x="1282" y="264"/>
                  </a:lnTo>
                  <a:lnTo>
                    <a:pt x="1279" y="265"/>
                  </a:lnTo>
                  <a:lnTo>
                    <a:pt x="1276" y="265"/>
                  </a:lnTo>
                  <a:lnTo>
                    <a:pt x="1274" y="265"/>
                  </a:lnTo>
                  <a:lnTo>
                    <a:pt x="1271" y="265"/>
                  </a:lnTo>
                  <a:lnTo>
                    <a:pt x="1268" y="266"/>
                  </a:lnTo>
                  <a:lnTo>
                    <a:pt x="1265" y="266"/>
                  </a:lnTo>
                  <a:lnTo>
                    <a:pt x="1262" y="265"/>
                  </a:lnTo>
                  <a:lnTo>
                    <a:pt x="1261" y="262"/>
                  </a:lnTo>
                  <a:lnTo>
                    <a:pt x="1260" y="260"/>
                  </a:lnTo>
                  <a:lnTo>
                    <a:pt x="1259" y="258"/>
                  </a:lnTo>
                  <a:lnTo>
                    <a:pt x="1256" y="259"/>
                  </a:lnTo>
                  <a:lnTo>
                    <a:pt x="1253" y="259"/>
                  </a:lnTo>
                  <a:lnTo>
                    <a:pt x="1250" y="259"/>
                  </a:lnTo>
                  <a:lnTo>
                    <a:pt x="1248" y="258"/>
                  </a:lnTo>
                  <a:lnTo>
                    <a:pt x="1247" y="256"/>
                  </a:lnTo>
                  <a:lnTo>
                    <a:pt x="1245" y="255"/>
                  </a:lnTo>
                  <a:lnTo>
                    <a:pt x="1244" y="253"/>
                  </a:lnTo>
                  <a:lnTo>
                    <a:pt x="1244" y="251"/>
                  </a:lnTo>
                  <a:lnTo>
                    <a:pt x="1246" y="249"/>
                  </a:lnTo>
                  <a:lnTo>
                    <a:pt x="1248" y="247"/>
                  </a:lnTo>
                  <a:lnTo>
                    <a:pt x="1249" y="246"/>
                  </a:lnTo>
                  <a:lnTo>
                    <a:pt x="1249" y="244"/>
                  </a:lnTo>
                  <a:lnTo>
                    <a:pt x="1248" y="242"/>
                  </a:lnTo>
                  <a:lnTo>
                    <a:pt x="1248" y="240"/>
                  </a:lnTo>
                  <a:lnTo>
                    <a:pt x="1250" y="239"/>
                  </a:lnTo>
                  <a:lnTo>
                    <a:pt x="1253" y="238"/>
                  </a:lnTo>
                  <a:lnTo>
                    <a:pt x="1255" y="237"/>
                  </a:lnTo>
                  <a:lnTo>
                    <a:pt x="1255" y="235"/>
                  </a:lnTo>
                  <a:lnTo>
                    <a:pt x="1254" y="233"/>
                  </a:lnTo>
                  <a:lnTo>
                    <a:pt x="1254" y="230"/>
                  </a:lnTo>
                  <a:lnTo>
                    <a:pt x="1256" y="228"/>
                  </a:lnTo>
                  <a:lnTo>
                    <a:pt x="1258" y="228"/>
                  </a:lnTo>
                  <a:lnTo>
                    <a:pt x="1261" y="228"/>
                  </a:lnTo>
                  <a:lnTo>
                    <a:pt x="1263" y="228"/>
                  </a:lnTo>
                  <a:lnTo>
                    <a:pt x="1265" y="228"/>
                  </a:lnTo>
                  <a:lnTo>
                    <a:pt x="1268" y="228"/>
                  </a:lnTo>
                  <a:lnTo>
                    <a:pt x="1270" y="229"/>
                  </a:lnTo>
                  <a:lnTo>
                    <a:pt x="1271" y="230"/>
                  </a:lnTo>
                  <a:lnTo>
                    <a:pt x="1273" y="229"/>
                  </a:lnTo>
                  <a:lnTo>
                    <a:pt x="1275" y="227"/>
                  </a:lnTo>
                  <a:lnTo>
                    <a:pt x="1278" y="225"/>
                  </a:lnTo>
                  <a:lnTo>
                    <a:pt x="1280" y="225"/>
                  </a:lnTo>
                  <a:lnTo>
                    <a:pt x="1282" y="227"/>
                  </a:lnTo>
                  <a:lnTo>
                    <a:pt x="1283" y="229"/>
                  </a:lnTo>
                  <a:lnTo>
                    <a:pt x="1285" y="230"/>
                  </a:lnTo>
                  <a:lnTo>
                    <a:pt x="1288" y="230"/>
                  </a:lnTo>
                  <a:lnTo>
                    <a:pt x="1290" y="231"/>
                  </a:lnTo>
                  <a:lnTo>
                    <a:pt x="1292" y="232"/>
                  </a:lnTo>
                  <a:lnTo>
                    <a:pt x="1293" y="234"/>
                  </a:lnTo>
                  <a:lnTo>
                    <a:pt x="1293" y="236"/>
                  </a:lnTo>
                  <a:lnTo>
                    <a:pt x="1294" y="238"/>
                  </a:lnTo>
                  <a:lnTo>
                    <a:pt x="1295" y="239"/>
                  </a:lnTo>
                  <a:lnTo>
                    <a:pt x="1296" y="241"/>
                  </a:lnTo>
                  <a:lnTo>
                    <a:pt x="1297" y="243"/>
                  </a:lnTo>
                  <a:lnTo>
                    <a:pt x="1297" y="244"/>
                  </a:lnTo>
                  <a:close/>
                </a:path>
              </a:pathLst>
            </a:custGeom>
            <a:solidFill>
              <a:srgbClr val="41B796">
                <a:alpha val="10800"/>
              </a:srgbClr>
            </a:solidFill>
            <a:ln>
              <a:noFill/>
            </a:ln>
          </p:spPr>
          <p:txBody>
            <a:bodyPr anchor="ctr"/>
            <a:lstStyle/>
            <a:p>
              <a:pPr algn="ctr">
                <a:buNone/>
              </a:pPr>
            </a:p>
          </p:txBody>
        </p:sp>
        <p:sp>
          <p:nvSpPr>
            <p:cNvPr id="669" name="addition:spatial:51"/>
            <p:cNvSpPr>
              <a:spLocks noGrp="1"/>
            </p:cNvSpPr>
            <p:nvPr/>
          </p:nvSpPr>
          <p:spPr>
            <a:xfrm>
              <a:off x="5648325" y="1666875"/>
              <a:ext cx="1772702" cy="517642"/>
            </a:xfrm>
            <a:custGeom>
              <a:avLst/>
              <a:gdLst/>
              <a:ahLst/>
              <a:cxnLst/>
              <a:rect l="l" t="t" r="r" b="b"/>
              <a:pathLst>
                <a:path w="1337" h="306">
                  <a:moveTo>
                    <a:pt x="0" y="0"/>
                  </a:moveTo>
                  <a:moveTo>
                    <a:pt x="1334" y="279"/>
                  </a:moveTo>
                  <a:lnTo>
                    <a:pt x="1329" y="281"/>
                  </a:lnTo>
                  <a:lnTo>
                    <a:pt x="1324" y="283"/>
                  </a:lnTo>
                  <a:lnTo>
                    <a:pt x="1322" y="285"/>
                  </a:lnTo>
                  <a:lnTo>
                    <a:pt x="1323" y="287"/>
                  </a:lnTo>
                  <a:lnTo>
                    <a:pt x="1323" y="290"/>
                  </a:lnTo>
                  <a:lnTo>
                    <a:pt x="1322" y="292"/>
                  </a:lnTo>
                  <a:lnTo>
                    <a:pt x="1320" y="294"/>
                  </a:lnTo>
                  <a:lnTo>
                    <a:pt x="1318" y="296"/>
                  </a:lnTo>
                  <a:lnTo>
                    <a:pt x="1317" y="298"/>
                  </a:lnTo>
                  <a:lnTo>
                    <a:pt x="1315" y="300"/>
                  </a:lnTo>
                  <a:lnTo>
                    <a:pt x="1312" y="302"/>
                  </a:lnTo>
                  <a:lnTo>
                    <a:pt x="1308" y="302"/>
                  </a:lnTo>
                  <a:lnTo>
                    <a:pt x="1305" y="302"/>
                  </a:lnTo>
                  <a:lnTo>
                    <a:pt x="1302" y="303"/>
                  </a:lnTo>
                  <a:lnTo>
                    <a:pt x="1300" y="305"/>
                  </a:lnTo>
                  <a:lnTo>
                    <a:pt x="1297" y="306"/>
                  </a:lnTo>
                  <a:lnTo>
                    <a:pt x="1294" y="305"/>
                  </a:lnTo>
                  <a:lnTo>
                    <a:pt x="1291" y="303"/>
                  </a:lnTo>
                  <a:lnTo>
                    <a:pt x="1289" y="300"/>
                  </a:lnTo>
                  <a:lnTo>
                    <a:pt x="1287" y="299"/>
                  </a:lnTo>
                  <a:lnTo>
                    <a:pt x="1284" y="301"/>
                  </a:lnTo>
                  <a:lnTo>
                    <a:pt x="1281" y="303"/>
                  </a:lnTo>
                  <a:lnTo>
                    <a:pt x="1277" y="304"/>
                  </a:lnTo>
                  <a:lnTo>
                    <a:pt x="1274" y="303"/>
                  </a:lnTo>
                  <a:lnTo>
                    <a:pt x="1271" y="301"/>
                  </a:lnTo>
                  <a:lnTo>
                    <a:pt x="1270" y="299"/>
                  </a:lnTo>
                  <a:lnTo>
                    <a:pt x="1268" y="297"/>
                  </a:lnTo>
                  <a:lnTo>
                    <a:pt x="1267" y="295"/>
                  </a:lnTo>
                  <a:lnTo>
                    <a:pt x="1267" y="292"/>
                  </a:lnTo>
                  <a:lnTo>
                    <a:pt x="1268" y="289"/>
                  </a:lnTo>
                  <a:lnTo>
                    <a:pt x="1268" y="287"/>
                  </a:lnTo>
                  <a:lnTo>
                    <a:pt x="1265" y="285"/>
                  </a:lnTo>
                  <a:lnTo>
                    <a:pt x="1261" y="284"/>
                  </a:lnTo>
                  <a:lnTo>
                    <a:pt x="1259" y="282"/>
                  </a:lnTo>
                  <a:lnTo>
                    <a:pt x="1259" y="279"/>
                  </a:lnTo>
                  <a:lnTo>
                    <a:pt x="1261" y="277"/>
                  </a:lnTo>
                  <a:lnTo>
                    <a:pt x="1262" y="275"/>
                  </a:lnTo>
                  <a:lnTo>
                    <a:pt x="1260" y="273"/>
                  </a:lnTo>
                  <a:lnTo>
                    <a:pt x="1258" y="270"/>
                  </a:lnTo>
                  <a:lnTo>
                    <a:pt x="1256" y="267"/>
                  </a:lnTo>
                  <a:lnTo>
                    <a:pt x="1258" y="265"/>
                  </a:lnTo>
                  <a:lnTo>
                    <a:pt x="1261" y="263"/>
                  </a:lnTo>
                  <a:lnTo>
                    <a:pt x="1264" y="262"/>
                  </a:lnTo>
                  <a:lnTo>
                    <a:pt x="1268" y="262"/>
                  </a:lnTo>
                  <a:lnTo>
                    <a:pt x="1270" y="261"/>
                  </a:lnTo>
                  <a:lnTo>
                    <a:pt x="1273" y="260"/>
                  </a:lnTo>
                  <a:lnTo>
                    <a:pt x="1276" y="260"/>
                  </a:lnTo>
                  <a:lnTo>
                    <a:pt x="1279" y="259"/>
                  </a:lnTo>
                  <a:lnTo>
                    <a:pt x="1281" y="257"/>
                  </a:lnTo>
                  <a:lnTo>
                    <a:pt x="1283" y="254"/>
                  </a:lnTo>
                  <a:lnTo>
                    <a:pt x="1286" y="251"/>
                  </a:lnTo>
                  <a:lnTo>
                    <a:pt x="1290" y="250"/>
                  </a:lnTo>
                  <a:lnTo>
                    <a:pt x="1294" y="251"/>
                  </a:lnTo>
                  <a:lnTo>
                    <a:pt x="1298" y="254"/>
                  </a:lnTo>
                  <a:lnTo>
                    <a:pt x="1301" y="255"/>
                  </a:lnTo>
                  <a:lnTo>
                    <a:pt x="1305" y="256"/>
                  </a:lnTo>
                  <a:lnTo>
                    <a:pt x="1309" y="256"/>
                  </a:lnTo>
                  <a:lnTo>
                    <a:pt x="1312" y="256"/>
                  </a:lnTo>
                  <a:lnTo>
                    <a:pt x="1315" y="259"/>
                  </a:lnTo>
                  <a:lnTo>
                    <a:pt x="1317" y="261"/>
                  </a:lnTo>
                  <a:lnTo>
                    <a:pt x="1319" y="263"/>
                  </a:lnTo>
                  <a:lnTo>
                    <a:pt x="1321" y="264"/>
                  </a:lnTo>
                  <a:lnTo>
                    <a:pt x="1324" y="265"/>
                  </a:lnTo>
                  <a:lnTo>
                    <a:pt x="1326" y="267"/>
                  </a:lnTo>
                  <a:lnTo>
                    <a:pt x="1328" y="269"/>
                  </a:lnTo>
                  <a:lnTo>
                    <a:pt x="1330" y="270"/>
                  </a:lnTo>
                  <a:lnTo>
                    <a:pt x="1333" y="272"/>
                  </a:lnTo>
                  <a:lnTo>
                    <a:pt x="1337" y="274"/>
                  </a:lnTo>
                  <a:lnTo>
                    <a:pt x="1337" y="277"/>
                  </a:lnTo>
                  <a:close/>
                </a:path>
              </a:pathLst>
            </a:custGeom>
            <a:solidFill>
              <a:srgbClr val="41B796">
                <a:alpha val="10800"/>
              </a:srgbClr>
            </a:solidFill>
            <a:ln>
              <a:noFill/>
            </a:ln>
          </p:spPr>
          <p:txBody>
            <a:bodyPr anchor="ctr"/>
            <a:lstStyle/>
            <a:p>
              <a:pPr algn="ctr">
                <a:buNone/>
              </a:pPr>
            </a:p>
          </p:txBody>
        </p:sp>
        <p:sp>
          <p:nvSpPr>
            <p:cNvPr id="670" name="addition:spatial:52"/>
            <p:cNvSpPr>
              <a:spLocks noGrp="1"/>
            </p:cNvSpPr>
            <p:nvPr/>
          </p:nvSpPr>
          <p:spPr>
            <a:xfrm>
              <a:off x="5648325" y="1666875"/>
              <a:ext cx="1689171" cy="536250"/>
            </a:xfrm>
            <a:custGeom>
              <a:avLst/>
              <a:gdLst/>
              <a:ahLst/>
              <a:cxnLst/>
              <a:rect l="l" t="t" r="r" b="b"/>
              <a:pathLst>
                <a:path w="1274" h="317">
                  <a:moveTo>
                    <a:pt x="0" y="0"/>
                  </a:moveTo>
                  <a:moveTo>
                    <a:pt x="1270" y="294"/>
                  </a:moveTo>
                  <a:lnTo>
                    <a:pt x="1272" y="296"/>
                  </a:lnTo>
                  <a:lnTo>
                    <a:pt x="1272" y="298"/>
                  </a:lnTo>
                  <a:lnTo>
                    <a:pt x="1271" y="299"/>
                  </a:lnTo>
                  <a:lnTo>
                    <a:pt x="1269" y="301"/>
                  </a:lnTo>
                  <a:lnTo>
                    <a:pt x="1267" y="302"/>
                  </a:lnTo>
                  <a:lnTo>
                    <a:pt x="1267" y="304"/>
                  </a:lnTo>
                  <a:lnTo>
                    <a:pt x="1268" y="307"/>
                  </a:lnTo>
                  <a:lnTo>
                    <a:pt x="1269" y="310"/>
                  </a:lnTo>
                  <a:lnTo>
                    <a:pt x="1268" y="312"/>
                  </a:lnTo>
                  <a:lnTo>
                    <a:pt x="1265" y="312"/>
                  </a:lnTo>
                  <a:lnTo>
                    <a:pt x="1261" y="312"/>
                  </a:lnTo>
                  <a:lnTo>
                    <a:pt x="1258" y="312"/>
                  </a:lnTo>
                  <a:lnTo>
                    <a:pt x="1256" y="312"/>
                  </a:lnTo>
                  <a:lnTo>
                    <a:pt x="1254" y="312"/>
                  </a:lnTo>
                  <a:lnTo>
                    <a:pt x="1251" y="312"/>
                  </a:lnTo>
                  <a:lnTo>
                    <a:pt x="1249" y="312"/>
                  </a:lnTo>
                  <a:lnTo>
                    <a:pt x="1247" y="313"/>
                  </a:lnTo>
                  <a:lnTo>
                    <a:pt x="1245" y="315"/>
                  </a:lnTo>
                  <a:lnTo>
                    <a:pt x="1242" y="317"/>
                  </a:lnTo>
                  <a:lnTo>
                    <a:pt x="1239" y="317"/>
                  </a:lnTo>
                  <a:lnTo>
                    <a:pt x="1236" y="316"/>
                  </a:lnTo>
                  <a:lnTo>
                    <a:pt x="1234" y="314"/>
                  </a:lnTo>
                  <a:lnTo>
                    <a:pt x="1232" y="312"/>
                  </a:lnTo>
                  <a:lnTo>
                    <a:pt x="1229" y="311"/>
                  </a:lnTo>
                  <a:lnTo>
                    <a:pt x="1225" y="311"/>
                  </a:lnTo>
                  <a:lnTo>
                    <a:pt x="1222" y="310"/>
                  </a:lnTo>
                  <a:lnTo>
                    <a:pt x="1221" y="308"/>
                  </a:lnTo>
                  <a:lnTo>
                    <a:pt x="1221" y="306"/>
                  </a:lnTo>
                  <a:lnTo>
                    <a:pt x="1220" y="304"/>
                  </a:lnTo>
                  <a:lnTo>
                    <a:pt x="1219" y="302"/>
                  </a:lnTo>
                  <a:lnTo>
                    <a:pt x="1216" y="301"/>
                  </a:lnTo>
                  <a:lnTo>
                    <a:pt x="1214" y="299"/>
                  </a:lnTo>
                  <a:lnTo>
                    <a:pt x="1213" y="297"/>
                  </a:lnTo>
                  <a:lnTo>
                    <a:pt x="1211" y="296"/>
                  </a:lnTo>
                  <a:lnTo>
                    <a:pt x="1209" y="294"/>
                  </a:lnTo>
                  <a:lnTo>
                    <a:pt x="1206" y="292"/>
                  </a:lnTo>
                  <a:lnTo>
                    <a:pt x="1205" y="289"/>
                  </a:lnTo>
                  <a:lnTo>
                    <a:pt x="1208" y="287"/>
                  </a:lnTo>
                  <a:lnTo>
                    <a:pt x="1212" y="286"/>
                  </a:lnTo>
                  <a:lnTo>
                    <a:pt x="1217" y="285"/>
                  </a:lnTo>
                  <a:lnTo>
                    <a:pt x="1219" y="284"/>
                  </a:lnTo>
                  <a:lnTo>
                    <a:pt x="1220" y="282"/>
                  </a:lnTo>
                  <a:lnTo>
                    <a:pt x="1220" y="280"/>
                  </a:lnTo>
                  <a:lnTo>
                    <a:pt x="1221" y="278"/>
                  </a:lnTo>
                  <a:lnTo>
                    <a:pt x="1224" y="277"/>
                  </a:lnTo>
                  <a:lnTo>
                    <a:pt x="1227" y="276"/>
                  </a:lnTo>
                  <a:lnTo>
                    <a:pt x="1229" y="275"/>
                  </a:lnTo>
                  <a:lnTo>
                    <a:pt x="1232" y="274"/>
                  </a:lnTo>
                  <a:lnTo>
                    <a:pt x="1235" y="272"/>
                  </a:lnTo>
                  <a:lnTo>
                    <a:pt x="1238" y="272"/>
                  </a:lnTo>
                  <a:lnTo>
                    <a:pt x="1241" y="272"/>
                  </a:lnTo>
                  <a:lnTo>
                    <a:pt x="1244" y="272"/>
                  </a:lnTo>
                  <a:lnTo>
                    <a:pt x="1248" y="271"/>
                  </a:lnTo>
                  <a:lnTo>
                    <a:pt x="1251" y="271"/>
                  </a:lnTo>
                  <a:lnTo>
                    <a:pt x="1254" y="272"/>
                  </a:lnTo>
                  <a:lnTo>
                    <a:pt x="1255" y="274"/>
                  </a:lnTo>
                  <a:lnTo>
                    <a:pt x="1257" y="277"/>
                  </a:lnTo>
                  <a:lnTo>
                    <a:pt x="1258" y="279"/>
                  </a:lnTo>
                  <a:lnTo>
                    <a:pt x="1261" y="278"/>
                  </a:lnTo>
                  <a:lnTo>
                    <a:pt x="1265" y="277"/>
                  </a:lnTo>
                  <a:lnTo>
                    <a:pt x="1269" y="277"/>
                  </a:lnTo>
                  <a:lnTo>
                    <a:pt x="1271" y="278"/>
                  </a:lnTo>
                  <a:lnTo>
                    <a:pt x="1272" y="280"/>
                  </a:lnTo>
                  <a:lnTo>
                    <a:pt x="1273" y="282"/>
                  </a:lnTo>
                  <a:lnTo>
                    <a:pt x="1273" y="284"/>
                  </a:lnTo>
                  <a:lnTo>
                    <a:pt x="1274" y="286"/>
                  </a:lnTo>
                  <a:lnTo>
                    <a:pt x="1273" y="288"/>
                  </a:lnTo>
                  <a:lnTo>
                    <a:pt x="1272" y="290"/>
                  </a:lnTo>
                  <a:lnTo>
                    <a:pt x="1270" y="292"/>
                  </a:lnTo>
                  <a:close/>
                </a:path>
              </a:pathLst>
            </a:custGeom>
            <a:solidFill>
              <a:srgbClr val="41B796">
                <a:alpha val="10800"/>
              </a:srgbClr>
            </a:solidFill>
            <a:ln>
              <a:noFill/>
            </a:ln>
          </p:spPr>
          <p:txBody>
            <a:bodyPr anchor="ctr"/>
            <a:lstStyle/>
            <a:p>
              <a:pPr algn="ctr">
                <a:buNone/>
              </a:pPr>
            </a:p>
          </p:txBody>
        </p:sp>
        <p:sp>
          <p:nvSpPr>
            <p:cNvPr id="671" name="addition:spatial:53"/>
            <p:cNvSpPr>
              <a:spLocks noGrp="1"/>
            </p:cNvSpPr>
            <p:nvPr/>
          </p:nvSpPr>
          <p:spPr>
            <a:xfrm>
              <a:off x="5648325" y="1666875"/>
              <a:ext cx="1921200" cy="740938"/>
            </a:xfrm>
            <a:custGeom>
              <a:avLst/>
              <a:gdLst/>
              <a:ahLst/>
              <a:cxnLst/>
              <a:rect l="l" t="t" r="r" b="b"/>
              <a:pathLst>
                <a:path w="1449" h="438">
                  <a:moveTo>
                    <a:pt x="0" y="0"/>
                  </a:moveTo>
                  <a:moveTo>
                    <a:pt x="1422" y="349"/>
                  </a:moveTo>
                  <a:lnTo>
                    <a:pt x="1435" y="357"/>
                  </a:lnTo>
                  <a:lnTo>
                    <a:pt x="1446" y="366"/>
                  </a:lnTo>
                  <a:lnTo>
                    <a:pt x="1449" y="375"/>
                  </a:lnTo>
                  <a:lnTo>
                    <a:pt x="1439" y="382"/>
                  </a:lnTo>
                  <a:lnTo>
                    <a:pt x="1423" y="385"/>
                  </a:lnTo>
                  <a:lnTo>
                    <a:pt x="1408" y="387"/>
                  </a:lnTo>
                  <a:lnTo>
                    <a:pt x="1401" y="392"/>
                  </a:lnTo>
                  <a:lnTo>
                    <a:pt x="1398" y="399"/>
                  </a:lnTo>
                  <a:lnTo>
                    <a:pt x="1395" y="406"/>
                  </a:lnTo>
                  <a:lnTo>
                    <a:pt x="1387" y="411"/>
                  </a:lnTo>
                  <a:lnTo>
                    <a:pt x="1377" y="414"/>
                  </a:lnTo>
                  <a:lnTo>
                    <a:pt x="1367" y="418"/>
                  </a:lnTo>
                  <a:lnTo>
                    <a:pt x="1358" y="423"/>
                  </a:lnTo>
                  <a:lnTo>
                    <a:pt x="1349" y="429"/>
                  </a:lnTo>
                  <a:lnTo>
                    <a:pt x="1338" y="433"/>
                  </a:lnTo>
                  <a:lnTo>
                    <a:pt x="1325" y="433"/>
                  </a:lnTo>
                  <a:lnTo>
                    <a:pt x="1313" y="432"/>
                  </a:lnTo>
                  <a:lnTo>
                    <a:pt x="1300" y="434"/>
                  </a:lnTo>
                  <a:lnTo>
                    <a:pt x="1287" y="438"/>
                  </a:lnTo>
                  <a:lnTo>
                    <a:pt x="1274" y="438"/>
                  </a:lnTo>
                  <a:lnTo>
                    <a:pt x="1264" y="432"/>
                  </a:lnTo>
                  <a:lnTo>
                    <a:pt x="1258" y="421"/>
                  </a:lnTo>
                  <a:lnTo>
                    <a:pt x="1254" y="409"/>
                  </a:lnTo>
                  <a:lnTo>
                    <a:pt x="1249" y="404"/>
                  </a:lnTo>
                  <a:lnTo>
                    <a:pt x="1238" y="404"/>
                  </a:lnTo>
                  <a:lnTo>
                    <a:pt x="1223" y="406"/>
                  </a:lnTo>
                  <a:lnTo>
                    <a:pt x="1210" y="405"/>
                  </a:lnTo>
                  <a:lnTo>
                    <a:pt x="1201" y="401"/>
                  </a:lnTo>
                  <a:lnTo>
                    <a:pt x="1196" y="394"/>
                  </a:lnTo>
                  <a:lnTo>
                    <a:pt x="1191" y="388"/>
                  </a:lnTo>
                  <a:lnTo>
                    <a:pt x="1187" y="381"/>
                  </a:lnTo>
                  <a:lnTo>
                    <a:pt x="1186" y="373"/>
                  </a:lnTo>
                  <a:lnTo>
                    <a:pt x="1192" y="364"/>
                  </a:lnTo>
                  <a:lnTo>
                    <a:pt x="1201" y="356"/>
                  </a:lnTo>
                  <a:lnTo>
                    <a:pt x="1206" y="349"/>
                  </a:lnTo>
                  <a:lnTo>
                    <a:pt x="1205" y="342"/>
                  </a:lnTo>
                  <a:lnTo>
                    <a:pt x="1201" y="334"/>
                  </a:lnTo>
                  <a:lnTo>
                    <a:pt x="1202" y="327"/>
                  </a:lnTo>
                  <a:lnTo>
                    <a:pt x="1211" y="321"/>
                  </a:lnTo>
                  <a:lnTo>
                    <a:pt x="1223" y="317"/>
                  </a:lnTo>
                  <a:lnTo>
                    <a:pt x="1231" y="312"/>
                  </a:lnTo>
                  <a:lnTo>
                    <a:pt x="1231" y="304"/>
                  </a:lnTo>
                  <a:lnTo>
                    <a:pt x="1228" y="293"/>
                  </a:lnTo>
                  <a:lnTo>
                    <a:pt x="1228" y="282"/>
                  </a:lnTo>
                  <a:lnTo>
                    <a:pt x="1234" y="275"/>
                  </a:lnTo>
                  <a:lnTo>
                    <a:pt x="1246" y="273"/>
                  </a:lnTo>
                  <a:lnTo>
                    <a:pt x="1257" y="273"/>
                  </a:lnTo>
                  <a:lnTo>
                    <a:pt x="1268" y="272"/>
                  </a:lnTo>
                  <a:lnTo>
                    <a:pt x="1277" y="272"/>
                  </a:lnTo>
                  <a:lnTo>
                    <a:pt x="1287" y="275"/>
                  </a:lnTo>
                  <a:lnTo>
                    <a:pt x="1296" y="279"/>
                  </a:lnTo>
                  <a:lnTo>
                    <a:pt x="1303" y="281"/>
                  </a:lnTo>
                  <a:lnTo>
                    <a:pt x="1310" y="277"/>
                  </a:lnTo>
                  <a:lnTo>
                    <a:pt x="1320" y="269"/>
                  </a:lnTo>
                  <a:lnTo>
                    <a:pt x="1331" y="262"/>
                  </a:lnTo>
                  <a:lnTo>
                    <a:pt x="1342" y="262"/>
                  </a:lnTo>
                  <a:lnTo>
                    <a:pt x="1349" y="269"/>
                  </a:lnTo>
                  <a:lnTo>
                    <a:pt x="1355" y="277"/>
                  </a:lnTo>
                  <a:lnTo>
                    <a:pt x="1362" y="282"/>
                  </a:lnTo>
                  <a:lnTo>
                    <a:pt x="1373" y="284"/>
                  </a:lnTo>
                  <a:lnTo>
                    <a:pt x="1386" y="286"/>
                  </a:lnTo>
                  <a:lnTo>
                    <a:pt x="1394" y="291"/>
                  </a:lnTo>
                  <a:lnTo>
                    <a:pt x="1397" y="300"/>
                  </a:lnTo>
                  <a:lnTo>
                    <a:pt x="1397" y="309"/>
                  </a:lnTo>
                  <a:lnTo>
                    <a:pt x="1399" y="316"/>
                  </a:lnTo>
                  <a:lnTo>
                    <a:pt x="1404" y="323"/>
                  </a:lnTo>
                  <a:lnTo>
                    <a:pt x="1409" y="329"/>
                  </a:lnTo>
                  <a:lnTo>
                    <a:pt x="1412" y="336"/>
                  </a:lnTo>
                  <a:lnTo>
                    <a:pt x="1415" y="342"/>
                  </a:lnTo>
                  <a:close/>
                </a:path>
              </a:pathLst>
            </a:custGeom>
            <a:solidFill>
              <a:srgbClr val="EFD4E3">
                <a:alpha val="12900"/>
              </a:srgbClr>
            </a:solidFill>
            <a:ln>
              <a:noFill/>
            </a:ln>
          </p:spPr>
          <p:txBody>
            <a:bodyPr anchor="ctr"/>
            <a:lstStyle/>
            <a:p>
              <a:pPr algn="ctr">
                <a:buNone/>
              </a:pPr>
            </a:p>
          </p:txBody>
        </p:sp>
        <p:sp>
          <p:nvSpPr>
            <p:cNvPr id="672" name="addition:spatial:54"/>
            <p:cNvSpPr>
              <a:spLocks noGrp="1"/>
            </p:cNvSpPr>
            <p:nvPr/>
          </p:nvSpPr>
          <p:spPr>
            <a:xfrm>
              <a:off x="5648325" y="1666875"/>
              <a:ext cx="1852254" cy="725714"/>
            </a:xfrm>
            <a:custGeom>
              <a:avLst/>
              <a:gdLst/>
              <a:ahLst/>
              <a:cxnLst/>
              <a:rect l="l" t="t" r="r" b="b"/>
              <a:pathLst>
                <a:path w="1397" h="429">
                  <a:moveTo>
                    <a:pt x="0" y="0"/>
                  </a:moveTo>
                  <a:moveTo>
                    <a:pt x="1385" y="354"/>
                  </a:moveTo>
                  <a:lnTo>
                    <a:pt x="1388" y="360"/>
                  </a:lnTo>
                  <a:lnTo>
                    <a:pt x="1389" y="366"/>
                  </a:lnTo>
                  <a:lnTo>
                    <a:pt x="1388" y="372"/>
                  </a:lnTo>
                  <a:lnTo>
                    <a:pt x="1387" y="378"/>
                  </a:lnTo>
                  <a:lnTo>
                    <a:pt x="1391" y="385"/>
                  </a:lnTo>
                  <a:lnTo>
                    <a:pt x="1396" y="394"/>
                  </a:lnTo>
                  <a:lnTo>
                    <a:pt x="1397" y="403"/>
                  </a:lnTo>
                  <a:lnTo>
                    <a:pt x="1389" y="407"/>
                  </a:lnTo>
                  <a:lnTo>
                    <a:pt x="1376" y="407"/>
                  </a:lnTo>
                  <a:lnTo>
                    <a:pt x="1362" y="404"/>
                  </a:lnTo>
                  <a:lnTo>
                    <a:pt x="1353" y="403"/>
                  </a:lnTo>
                  <a:lnTo>
                    <a:pt x="1348" y="407"/>
                  </a:lnTo>
                  <a:lnTo>
                    <a:pt x="1345" y="413"/>
                  </a:lnTo>
                  <a:lnTo>
                    <a:pt x="1339" y="419"/>
                  </a:lnTo>
                  <a:lnTo>
                    <a:pt x="1331" y="421"/>
                  </a:lnTo>
                  <a:lnTo>
                    <a:pt x="1323" y="422"/>
                  </a:lnTo>
                  <a:lnTo>
                    <a:pt x="1314" y="425"/>
                  </a:lnTo>
                  <a:lnTo>
                    <a:pt x="1305" y="428"/>
                  </a:lnTo>
                  <a:lnTo>
                    <a:pt x="1294" y="429"/>
                  </a:lnTo>
                  <a:lnTo>
                    <a:pt x="1285" y="426"/>
                  </a:lnTo>
                  <a:lnTo>
                    <a:pt x="1276" y="422"/>
                  </a:lnTo>
                  <a:lnTo>
                    <a:pt x="1267" y="418"/>
                  </a:lnTo>
                  <a:lnTo>
                    <a:pt x="1256" y="417"/>
                  </a:lnTo>
                  <a:lnTo>
                    <a:pt x="1245" y="416"/>
                  </a:lnTo>
                  <a:lnTo>
                    <a:pt x="1236" y="412"/>
                  </a:lnTo>
                  <a:lnTo>
                    <a:pt x="1233" y="404"/>
                  </a:lnTo>
                  <a:lnTo>
                    <a:pt x="1234" y="394"/>
                  </a:lnTo>
                  <a:lnTo>
                    <a:pt x="1233" y="387"/>
                  </a:lnTo>
                  <a:lnTo>
                    <a:pt x="1225" y="384"/>
                  </a:lnTo>
                  <a:lnTo>
                    <a:pt x="1212" y="383"/>
                  </a:lnTo>
                  <a:lnTo>
                    <a:pt x="1198" y="380"/>
                  </a:lnTo>
                  <a:lnTo>
                    <a:pt x="1190" y="375"/>
                  </a:lnTo>
                  <a:lnTo>
                    <a:pt x="1187" y="368"/>
                  </a:lnTo>
                  <a:lnTo>
                    <a:pt x="1187" y="361"/>
                  </a:lnTo>
                  <a:lnTo>
                    <a:pt x="1187" y="354"/>
                  </a:lnTo>
                  <a:lnTo>
                    <a:pt x="1190" y="347"/>
                  </a:lnTo>
                  <a:lnTo>
                    <a:pt x="1197" y="341"/>
                  </a:lnTo>
                  <a:lnTo>
                    <a:pt x="1207" y="336"/>
                  </a:lnTo>
                  <a:lnTo>
                    <a:pt x="1217" y="332"/>
                  </a:lnTo>
                  <a:lnTo>
                    <a:pt x="1221" y="327"/>
                  </a:lnTo>
                  <a:lnTo>
                    <a:pt x="1220" y="320"/>
                  </a:lnTo>
                  <a:lnTo>
                    <a:pt x="1221" y="312"/>
                  </a:lnTo>
                  <a:lnTo>
                    <a:pt x="1227" y="307"/>
                  </a:lnTo>
                  <a:lnTo>
                    <a:pt x="1238" y="304"/>
                  </a:lnTo>
                  <a:lnTo>
                    <a:pt x="1249" y="303"/>
                  </a:lnTo>
                  <a:lnTo>
                    <a:pt x="1256" y="299"/>
                  </a:lnTo>
                  <a:lnTo>
                    <a:pt x="1261" y="292"/>
                  </a:lnTo>
                  <a:lnTo>
                    <a:pt x="1266" y="283"/>
                  </a:lnTo>
                  <a:lnTo>
                    <a:pt x="1275" y="278"/>
                  </a:lnTo>
                  <a:lnTo>
                    <a:pt x="1285" y="278"/>
                  </a:lnTo>
                  <a:lnTo>
                    <a:pt x="1296" y="281"/>
                  </a:lnTo>
                  <a:lnTo>
                    <a:pt x="1305" y="284"/>
                  </a:lnTo>
                  <a:lnTo>
                    <a:pt x="1314" y="287"/>
                  </a:lnTo>
                  <a:lnTo>
                    <a:pt x="1321" y="290"/>
                  </a:lnTo>
                  <a:lnTo>
                    <a:pt x="1327" y="294"/>
                  </a:lnTo>
                  <a:lnTo>
                    <a:pt x="1332" y="298"/>
                  </a:lnTo>
                  <a:lnTo>
                    <a:pt x="1339" y="298"/>
                  </a:lnTo>
                  <a:lnTo>
                    <a:pt x="1349" y="295"/>
                  </a:lnTo>
                  <a:lnTo>
                    <a:pt x="1362" y="291"/>
                  </a:lnTo>
                  <a:lnTo>
                    <a:pt x="1372" y="291"/>
                  </a:lnTo>
                  <a:lnTo>
                    <a:pt x="1377" y="297"/>
                  </a:lnTo>
                  <a:lnTo>
                    <a:pt x="1377" y="305"/>
                  </a:lnTo>
                  <a:lnTo>
                    <a:pt x="1376" y="314"/>
                  </a:lnTo>
                  <a:lnTo>
                    <a:pt x="1379" y="319"/>
                  </a:lnTo>
                  <a:lnTo>
                    <a:pt x="1385" y="323"/>
                  </a:lnTo>
                  <a:lnTo>
                    <a:pt x="1390" y="329"/>
                  </a:lnTo>
                  <a:lnTo>
                    <a:pt x="1390" y="335"/>
                  </a:lnTo>
                  <a:lnTo>
                    <a:pt x="1387" y="342"/>
                  </a:lnTo>
                  <a:lnTo>
                    <a:pt x="1384" y="348"/>
                  </a:lnTo>
                  <a:close/>
                </a:path>
              </a:pathLst>
            </a:custGeom>
            <a:solidFill>
              <a:srgbClr val="DA9FC0">
                <a:alpha val="12900"/>
              </a:srgbClr>
            </a:solidFill>
            <a:ln>
              <a:noFill/>
            </a:ln>
          </p:spPr>
          <p:txBody>
            <a:bodyPr anchor="ctr"/>
            <a:lstStyle/>
            <a:p>
              <a:pPr algn="ctr">
                <a:buNone/>
              </a:pPr>
            </a:p>
          </p:txBody>
        </p:sp>
        <p:sp>
          <p:nvSpPr>
            <p:cNvPr id="673" name="addition:spatial:55"/>
            <p:cNvSpPr>
              <a:spLocks noGrp="1"/>
            </p:cNvSpPr>
            <p:nvPr/>
          </p:nvSpPr>
          <p:spPr>
            <a:xfrm>
              <a:off x="5648325" y="1666875"/>
              <a:ext cx="1856232" cy="725714"/>
            </a:xfrm>
            <a:custGeom>
              <a:avLst/>
              <a:gdLst/>
              <a:ahLst/>
              <a:cxnLst/>
              <a:rect l="l" t="t" r="r" b="b"/>
              <a:pathLst>
                <a:path w="1400" h="429">
                  <a:moveTo>
                    <a:pt x="0" y="0"/>
                  </a:moveTo>
                  <a:moveTo>
                    <a:pt x="1397" y="359"/>
                  </a:moveTo>
                  <a:lnTo>
                    <a:pt x="1392" y="365"/>
                  </a:lnTo>
                  <a:lnTo>
                    <a:pt x="1388" y="370"/>
                  </a:lnTo>
                  <a:lnTo>
                    <a:pt x="1385" y="375"/>
                  </a:lnTo>
                  <a:lnTo>
                    <a:pt x="1380" y="380"/>
                  </a:lnTo>
                  <a:lnTo>
                    <a:pt x="1372" y="384"/>
                  </a:lnTo>
                  <a:lnTo>
                    <a:pt x="1365" y="387"/>
                  </a:lnTo>
                  <a:lnTo>
                    <a:pt x="1361" y="392"/>
                  </a:lnTo>
                  <a:lnTo>
                    <a:pt x="1360" y="398"/>
                  </a:lnTo>
                  <a:lnTo>
                    <a:pt x="1356" y="404"/>
                  </a:lnTo>
                  <a:lnTo>
                    <a:pt x="1349" y="407"/>
                  </a:lnTo>
                  <a:lnTo>
                    <a:pt x="1339" y="408"/>
                  </a:lnTo>
                  <a:lnTo>
                    <a:pt x="1330" y="409"/>
                  </a:lnTo>
                  <a:lnTo>
                    <a:pt x="1324" y="413"/>
                  </a:lnTo>
                  <a:lnTo>
                    <a:pt x="1318" y="420"/>
                  </a:lnTo>
                  <a:lnTo>
                    <a:pt x="1311" y="427"/>
                  </a:lnTo>
                  <a:lnTo>
                    <a:pt x="1302" y="429"/>
                  </a:lnTo>
                  <a:lnTo>
                    <a:pt x="1293" y="425"/>
                  </a:lnTo>
                  <a:lnTo>
                    <a:pt x="1284" y="419"/>
                  </a:lnTo>
                  <a:lnTo>
                    <a:pt x="1278" y="414"/>
                  </a:lnTo>
                  <a:lnTo>
                    <a:pt x="1271" y="412"/>
                  </a:lnTo>
                  <a:lnTo>
                    <a:pt x="1265" y="411"/>
                  </a:lnTo>
                  <a:lnTo>
                    <a:pt x="1259" y="409"/>
                  </a:lnTo>
                  <a:lnTo>
                    <a:pt x="1254" y="407"/>
                  </a:lnTo>
                  <a:lnTo>
                    <a:pt x="1247" y="407"/>
                  </a:lnTo>
                  <a:lnTo>
                    <a:pt x="1237" y="408"/>
                  </a:lnTo>
                  <a:lnTo>
                    <a:pt x="1227" y="408"/>
                  </a:lnTo>
                  <a:lnTo>
                    <a:pt x="1220" y="405"/>
                  </a:lnTo>
                  <a:lnTo>
                    <a:pt x="1219" y="398"/>
                  </a:lnTo>
                  <a:lnTo>
                    <a:pt x="1223" y="391"/>
                  </a:lnTo>
                  <a:lnTo>
                    <a:pt x="1225" y="384"/>
                  </a:lnTo>
                  <a:lnTo>
                    <a:pt x="1222" y="380"/>
                  </a:lnTo>
                  <a:lnTo>
                    <a:pt x="1216" y="375"/>
                  </a:lnTo>
                  <a:lnTo>
                    <a:pt x="1213" y="370"/>
                  </a:lnTo>
                  <a:lnTo>
                    <a:pt x="1215" y="365"/>
                  </a:lnTo>
                  <a:lnTo>
                    <a:pt x="1221" y="359"/>
                  </a:lnTo>
                  <a:lnTo>
                    <a:pt x="1226" y="354"/>
                  </a:lnTo>
                  <a:lnTo>
                    <a:pt x="1227" y="349"/>
                  </a:lnTo>
                  <a:lnTo>
                    <a:pt x="1224" y="344"/>
                  </a:lnTo>
                  <a:lnTo>
                    <a:pt x="1222" y="338"/>
                  </a:lnTo>
                  <a:lnTo>
                    <a:pt x="1222" y="332"/>
                  </a:lnTo>
                  <a:lnTo>
                    <a:pt x="1223" y="327"/>
                  </a:lnTo>
                  <a:lnTo>
                    <a:pt x="1223" y="320"/>
                  </a:lnTo>
                  <a:lnTo>
                    <a:pt x="1224" y="313"/>
                  </a:lnTo>
                  <a:lnTo>
                    <a:pt x="1228" y="308"/>
                  </a:lnTo>
                  <a:lnTo>
                    <a:pt x="1237" y="307"/>
                  </a:lnTo>
                  <a:lnTo>
                    <a:pt x="1248" y="310"/>
                  </a:lnTo>
                  <a:lnTo>
                    <a:pt x="1258" y="313"/>
                  </a:lnTo>
                  <a:lnTo>
                    <a:pt x="1264" y="313"/>
                  </a:lnTo>
                  <a:lnTo>
                    <a:pt x="1267" y="308"/>
                  </a:lnTo>
                  <a:lnTo>
                    <a:pt x="1271" y="301"/>
                  </a:lnTo>
                  <a:lnTo>
                    <a:pt x="1277" y="297"/>
                  </a:lnTo>
                  <a:lnTo>
                    <a:pt x="1285" y="297"/>
                  </a:lnTo>
                  <a:lnTo>
                    <a:pt x="1292" y="298"/>
                  </a:lnTo>
                  <a:lnTo>
                    <a:pt x="1300" y="299"/>
                  </a:lnTo>
                  <a:lnTo>
                    <a:pt x="1308" y="298"/>
                  </a:lnTo>
                  <a:lnTo>
                    <a:pt x="1317" y="297"/>
                  </a:lnTo>
                  <a:lnTo>
                    <a:pt x="1325" y="299"/>
                  </a:lnTo>
                  <a:lnTo>
                    <a:pt x="1332" y="304"/>
                  </a:lnTo>
                  <a:lnTo>
                    <a:pt x="1339" y="308"/>
                  </a:lnTo>
                  <a:lnTo>
                    <a:pt x="1347" y="310"/>
                  </a:lnTo>
                  <a:lnTo>
                    <a:pt x="1355" y="313"/>
                  </a:lnTo>
                  <a:lnTo>
                    <a:pt x="1360" y="319"/>
                  </a:lnTo>
                  <a:lnTo>
                    <a:pt x="1360" y="326"/>
                  </a:lnTo>
                  <a:lnTo>
                    <a:pt x="1358" y="333"/>
                  </a:lnTo>
                  <a:lnTo>
                    <a:pt x="1361" y="338"/>
                  </a:lnTo>
                  <a:lnTo>
                    <a:pt x="1370" y="340"/>
                  </a:lnTo>
                  <a:lnTo>
                    <a:pt x="1384" y="343"/>
                  </a:lnTo>
                  <a:lnTo>
                    <a:pt x="1396" y="347"/>
                  </a:lnTo>
                  <a:lnTo>
                    <a:pt x="1400" y="353"/>
                  </a:lnTo>
                  <a:close/>
                </a:path>
              </a:pathLst>
            </a:custGeom>
            <a:solidFill>
              <a:srgbClr val="CC79A7">
                <a:alpha val="10500"/>
              </a:srgbClr>
            </a:solidFill>
            <a:ln>
              <a:noFill/>
            </a:ln>
          </p:spPr>
          <p:txBody>
            <a:bodyPr anchor="ctr"/>
            <a:lstStyle/>
            <a:p>
              <a:pPr algn="ctr">
                <a:buNone/>
              </a:pPr>
            </a:p>
          </p:txBody>
        </p:sp>
        <p:sp>
          <p:nvSpPr>
            <p:cNvPr id="674" name="addition:spatial:56"/>
            <p:cNvSpPr>
              <a:spLocks noGrp="1"/>
            </p:cNvSpPr>
            <p:nvPr/>
          </p:nvSpPr>
          <p:spPr>
            <a:xfrm>
              <a:off x="5648325" y="1666875"/>
              <a:ext cx="1726296" cy="619140"/>
            </a:xfrm>
            <a:custGeom>
              <a:avLst/>
              <a:gdLst/>
              <a:ahLst/>
              <a:cxnLst/>
              <a:rect l="l" t="t" r="r" b="b"/>
              <a:pathLst>
                <a:path w="1302" h="366">
                  <a:moveTo>
                    <a:pt x="0" y="0"/>
                  </a:moveTo>
                  <a:moveTo>
                    <a:pt x="1294" y="339"/>
                  </a:moveTo>
                  <a:lnTo>
                    <a:pt x="1295" y="341"/>
                  </a:lnTo>
                  <a:lnTo>
                    <a:pt x="1298" y="344"/>
                  </a:lnTo>
                  <a:lnTo>
                    <a:pt x="1301" y="347"/>
                  </a:lnTo>
                  <a:lnTo>
                    <a:pt x="1302" y="350"/>
                  </a:lnTo>
                  <a:lnTo>
                    <a:pt x="1299" y="352"/>
                  </a:lnTo>
                  <a:lnTo>
                    <a:pt x="1294" y="352"/>
                  </a:lnTo>
                  <a:lnTo>
                    <a:pt x="1289" y="353"/>
                  </a:lnTo>
                  <a:lnTo>
                    <a:pt x="1287" y="354"/>
                  </a:lnTo>
                  <a:lnTo>
                    <a:pt x="1286" y="356"/>
                  </a:lnTo>
                  <a:lnTo>
                    <a:pt x="1285" y="358"/>
                  </a:lnTo>
                  <a:lnTo>
                    <a:pt x="1282" y="360"/>
                  </a:lnTo>
                  <a:lnTo>
                    <a:pt x="1279" y="361"/>
                  </a:lnTo>
                  <a:lnTo>
                    <a:pt x="1276" y="362"/>
                  </a:lnTo>
                  <a:lnTo>
                    <a:pt x="1273" y="363"/>
                  </a:lnTo>
                  <a:lnTo>
                    <a:pt x="1270" y="365"/>
                  </a:lnTo>
                  <a:lnTo>
                    <a:pt x="1266" y="366"/>
                  </a:lnTo>
                  <a:lnTo>
                    <a:pt x="1262" y="366"/>
                  </a:lnTo>
                  <a:lnTo>
                    <a:pt x="1259" y="365"/>
                  </a:lnTo>
                  <a:lnTo>
                    <a:pt x="1255" y="365"/>
                  </a:lnTo>
                  <a:lnTo>
                    <a:pt x="1251" y="366"/>
                  </a:lnTo>
                  <a:lnTo>
                    <a:pt x="1247" y="366"/>
                  </a:lnTo>
                  <a:lnTo>
                    <a:pt x="1243" y="364"/>
                  </a:lnTo>
                  <a:lnTo>
                    <a:pt x="1242" y="360"/>
                  </a:lnTo>
                  <a:lnTo>
                    <a:pt x="1241" y="357"/>
                  </a:lnTo>
                  <a:lnTo>
                    <a:pt x="1240" y="355"/>
                  </a:lnTo>
                  <a:lnTo>
                    <a:pt x="1236" y="355"/>
                  </a:lnTo>
                  <a:lnTo>
                    <a:pt x="1231" y="355"/>
                  </a:lnTo>
                  <a:lnTo>
                    <a:pt x="1227" y="355"/>
                  </a:lnTo>
                  <a:lnTo>
                    <a:pt x="1224" y="353"/>
                  </a:lnTo>
                  <a:lnTo>
                    <a:pt x="1223" y="351"/>
                  </a:lnTo>
                  <a:lnTo>
                    <a:pt x="1222" y="349"/>
                  </a:lnTo>
                  <a:lnTo>
                    <a:pt x="1221" y="346"/>
                  </a:lnTo>
                  <a:lnTo>
                    <a:pt x="1221" y="344"/>
                  </a:lnTo>
                  <a:lnTo>
                    <a:pt x="1223" y="342"/>
                  </a:lnTo>
                  <a:lnTo>
                    <a:pt x="1226" y="339"/>
                  </a:lnTo>
                  <a:lnTo>
                    <a:pt x="1228" y="337"/>
                  </a:lnTo>
                  <a:lnTo>
                    <a:pt x="1228" y="335"/>
                  </a:lnTo>
                  <a:lnTo>
                    <a:pt x="1227" y="333"/>
                  </a:lnTo>
                  <a:lnTo>
                    <a:pt x="1228" y="330"/>
                  </a:lnTo>
                  <a:lnTo>
                    <a:pt x="1231" y="328"/>
                  </a:lnTo>
                  <a:lnTo>
                    <a:pt x="1234" y="327"/>
                  </a:lnTo>
                  <a:lnTo>
                    <a:pt x="1237" y="326"/>
                  </a:lnTo>
                  <a:lnTo>
                    <a:pt x="1238" y="324"/>
                  </a:lnTo>
                  <a:lnTo>
                    <a:pt x="1237" y="320"/>
                  </a:lnTo>
                  <a:lnTo>
                    <a:pt x="1238" y="317"/>
                  </a:lnTo>
                  <a:lnTo>
                    <a:pt x="1240" y="315"/>
                  </a:lnTo>
                  <a:lnTo>
                    <a:pt x="1244" y="314"/>
                  </a:lnTo>
                  <a:lnTo>
                    <a:pt x="1248" y="315"/>
                  </a:lnTo>
                  <a:lnTo>
                    <a:pt x="1251" y="315"/>
                  </a:lnTo>
                  <a:lnTo>
                    <a:pt x="1254" y="315"/>
                  </a:lnTo>
                  <a:lnTo>
                    <a:pt x="1257" y="316"/>
                  </a:lnTo>
                  <a:lnTo>
                    <a:pt x="1259" y="317"/>
                  </a:lnTo>
                  <a:lnTo>
                    <a:pt x="1262" y="318"/>
                  </a:lnTo>
                  <a:lnTo>
                    <a:pt x="1264" y="317"/>
                  </a:lnTo>
                  <a:lnTo>
                    <a:pt x="1267" y="315"/>
                  </a:lnTo>
                  <a:lnTo>
                    <a:pt x="1271" y="313"/>
                  </a:lnTo>
                  <a:lnTo>
                    <a:pt x="1274" y="313"/>
                  </a:lnTo>
                  <a:lnTo>
                    <a:pt x="1276" y="315"/>
                  </a:lnTo>
                  <a:lnTo>
                    <a:pt x="1278" y="318"/>
                  </a:lnTo>
                  <a:lnTo>
                    <a:pt x="1279" y="320"/>
                  </a:lnTo>
                  <a:lnTo>
                    <a:pt x="1282" y="321"/>
                  </a:lnTo>
                  <a:lnTo>
                    <a:pt x="1286" y="321"/>
                  </a:lnTo>
                  <a:lnTo>
                    <a:pt x="1289" y="323"/>
                  </a:lnTo>
                  <a:lnTo>
                    <a:pt x="1289" y="326"/>
                  </a:lnTo>
                  <a:lnTo>
                    <a:pt x="1289" y="329"/>
                  </a:lnTo>
                  <a:lnTo>
                    <a:pt x="1289" y="331"/>
                  </a:lnTo>
                  <a:lnTo>
                    <a:pt x="1290" y="333"/>
                  </a:lnTo>
                  <a:lnTo>
                    <a:pt x="1291" y="335"/>
                  </a:lnTo>
                  <a:lnTo>
                    <a:pt x="1293" y="337"/>
                  </a:lnTo>
                  <a:close/>
                </a:path>
              </a:pathLst>
            </a:custGeom>
            <a:solidFill>
              <a:srgbClr val="DA9FC0">
                <a:alpha val="9600"/>
              </a:srgbClr>
            </a:solidFill>
            <a:ln>
              <a:noFill/>
            </a:ln>
          </p:spPr>
          <p:txBody>
            <a:bodyPr anchor="ctr"/>
            <a:lstStyle/>
            <a:p>
              <a:pPr algn="ctr">
                <a:buNone/>
              </a:pPr>
            </a:p>
          </p:txBody>
        </p:sp>
        <p:sp>
          <p:nvSpPr>
            <p:cNvPr id="675" name="addition:spatial:57"/>
            <p:cNvSpPr>
              <a:spLocks noGrp="1"/>
            </p:cNvSpPr>
            <p:nvPr/>
          </p:nvSpPr>
          <p:spPr>
            <a:xfrm>
              <a:off x="5648325" y="1666875"/>
              <a:ext cx="1758117" cy="583616"/>
            </a:xfrm>
            <a:custGeom>
              <a:avLst/>
              <a:gdLst/>
              <a:ahLst/>
              <a:cxnLst/>
              <a:rect l="l" t="t" r="r" b="b"/>
              <a:pathLst>
                <a:path w="1326" h="345">
                  <a:moveTo>
                    <a:pt x="0" y="0"/>
                  </a:moveTo>
                  <a:moveTo>
                    <a:pt x="1326" y="319"/>
                  </a:moveTo>
                  <a:lnTo>
                    <a:pt x="1325" y="321"/>
                  </a:lnTo>
                  <a:lnTo>
                    <a:pt x="1322" y="323"/>
                  </a:lnTo>
                  <a:lnTo>
                    <a:pt x="1320" y="325"/>
                  </a:lnTo>
                  <a:lnTo>
                    <a:pt x="1320" y="327"/>
                  </a:lnTo>
                  <a:lnTo>
                    <a:pt x="1319" y="329"/>
                  </a:lnTo>
                  <a:lnTo>
                    <a:pt x="1317" y="331"/>
                  </a:lnTo>
                  <a:lnTo>
                    <a:pt x="1313" y="332"/>
                  </a:lnTo>
                  <a:lnTo>
                    <a:pt x="1310" y="333"/>
                  </a:lnTo>
                  <a:lnTo>
                    <a:pt x="1308" y="335"/>
                  </a:lnTo>
                  <a:lnTo>
                    <a:pt x="1308" y="338"/>
                  </a:lnTo>
                  <a:lnTo>
                    <a:pt x="1307" y="342"/>
                  </a:lnTo>
                  <a:lnTo>
                    <a:pt x="1305" y="345"/>
                  </a:lnTo>
                  <a:lnTo>
                    <a:pt x="1302" y="345"/>
                  </a:lnTo>
                  <a:lnTo>
                    <a:pt x="1298" y="344"/>
                  </a:lnTo>
                  <a:lnTo>
                    <a:pt x="1294" y="342"/>
                  </a:lnTo>
                  <a:lnTo>
                    <a:pt x="1291" y="342"/>
                  </a:lnTo>
                  <a:lnTo>
                    <a:pt x="1288" y="342"/>
                  </a:lnTo>
                  <a:lnTo>
                    <a:pt x="1286" y="341"/>
                  </a:lnTo>
                  <a:lnTo>
                    <a:pt x="1284" y="341"/>
                  </a:lnTo>
                  <a:lnTo>
                    <a:pt x="1282" y="340"/>
                  </a:lnTo>
                  <a:lnTo>
                    <a:pt x="1279" y="341"/>
                  </a:lnTo>
                  <a:lnTo>
                    <a:pt x="1275" y="342"/>
                  </a:lnTo>
                  <a:lnTo>
                    <a:pt x="1272" y="343"/>
                  </a:lnTo>
                  <a:lnTo>
                    <a:pt x="1270" y="341"/>
                  </a:lnTo>
                  <a:lnTo>
                    <a:pt x="1269" y="339"/>
                  </a:lnTo>
                  <a:lnTo>
                    <a:pt x="1268" y="336"/>
                  </a:lnTo>
                  <a:lnTo>
                    <a:pt x="1266" y="335"/>
                  </a:lnTo>
                  <a:lnTo>
                    <a:pt x="1263" y="334"/>
                  </a:lnTo>
                  <a:lnTo>
                    <a:pt x="1260" y="333"/>
                  </a:lnTo>
                  <a:lnTo>
                    <a:pt x="1259" y="330"/>
                  </a:lnTo>
                  <a:lnTo>
                    <a:pt x="1260" y="327"/>
                  </a:lnTo>
                  <a:lnTo>
                    <a:pt x="1262" y="325"/>
                  </a:lnTo>
                  <a:lnTo>
                    <a:pt x="1263" y="323"/>
                  </a:lnTo>
                  <a:lnTo>
                    <a:pt x="1262" y="321"/>
                  </a:lnTo>
                  <a:lnTo>
                    <a:pt x="1260" y="319"/>
                  </a:lnTo>
                  <a:lnTo>
                    <a:pt x="1258" y="317"/>
                  </a:lnTo>
                  <a:lnTo>
                    <a:pt x="1257" y="314"/>
                  </a:lnTo>
                  <a:lnTo>
                    <a:pt x="1256" y="312"/>
                  </a:lnTo>
                  <a:lnTo>
                    <a:pt x="1254" y="309"/>
                  </a:lnTo>
                  <a:lnTo>
                    <a:pt x="1253" y="306"/>
                  </a:lnTo>
                  <a:lnTo>
                    <a:pt x="1255" y="304"/>
                  </a:lnTo>
                  <a:lnTo>
                    <a:pt x="1259" y="303"/>
                  </a:lnTo>
                  <a:lnTo>
                    <a:pt x="1264" y="304"/>
                  </a:lnTo>
                  <a:lnTo>
                    <a:pt x="1267" y="303"/>
                  </a:lnTo>
                  <a:lnTo>
                    <a:pt x="1268" y="301"/>
                  </a:lnTo>
                  <a:lnTo>
                    <a:pt x="1268" y="299"/>
                  </a:lnTo>
                  <a:lnTo>
                    <a:pt x="1270" y="297"/>
                  </a:lnTo>
                  <a:lnTo>
                    <a:pt x="1273" y="296"/>
                  </a:lnTo>
                  <a:lnTo>
                    <a:pt x="1277" y="296"/>
                  </a:lnTo>
                  <a:lnTo>
                    <a:pt x="1280" y="296"/>
                  </a:lnTo>
                  <a:lnTo>
                    <a:pt x="1282" y="295"/>
                  </a:lnTo>
                  <a:lnTo>
                    <a:pt x="1286" y="293"/>
                  </a:lnTo>
                  <a:lnTo>
                    <a:pt x="1289" y="292"/>
                  </a:lnTo>
                  <a:lnTo>
                    <a:pt x="1293" y="292"/>
                  </a:lnTo>
                  <a:lnTo>
                    <a:pt x="1296" y="293"/>
                  </a:lnTo>
                  <a:lnTo>
                    <a:pt x="1300" y="293"/>
                  </a:lnTo>
                  <a:lnTo>
                    <a:pt x="1304" y="294"/>
                  </a:lnTo>
                  <a:lnTo>
                    <a:pt x="1307" y="296"/>
                  </a:lnTo>
                  <a:lnTo>
                    <a:pt x="1308" y="298"/>
                  </a:lnTo>
                  <a:lnTo>
                    <a:pt x="1309" y="302"/>
                  </a:lnTo>
                  <a:lnTo>
                    <a:pt x="1310" y="304"/>
                  </a:lnTo>
                  <a:lnTo>
                    <a:pt x="1312" y="305"/>
                  </a:lnTo>
                  <a:lnTo>
                    <a:pt x="1317" y="305"/>
                  </a:lnTo>
                  <a:lnTo>
                    <a:pt x="1322" y="305"/>
                  </a:lnTo>
                  <a:lnTo>
                    <a:pt x="1326" y="307"/>
                  </a:lnTo>
                  <a:lnTo>
                    <a:pt x="1326" y="309"/>
                  </a:lnTo>
                  <a:lnTo>
                    <a:pt x="1326" y="312"/>
                  </a:lnTo>
                  <a:lnTo>
                    <a:pt x="1326" y="314"/>
                  </a:lnTo>
                  <a:lnTo>
                    <a:pt x="1326" y="316"/>
                  </a:lnTo>
                  <a:close/>
                </a:path>
              </a:pathLst>
            </a:custGeom>
            <a:solidFill>
              <a:srgbClr val="DA9FC0">
                <a:alpha val="9600"/>
              </a:srgbClr>
            </a:solidFill>
            <a:ln>
              <a:noFill/>
            </a:ln>
          </p:spPr>
          <p:txBody>
            <a:bodyPr anchor="ctr"/>
            <a:lstStyle/>
            <a:p>
              <a:pPr algn="ctr">
                <a:buNone/>
              </a:pPr>
            </a:p>
          </p:txBody>
        </p:sp>
        <p:sp>
          <p:nvSpPr>
            <p:cNvPr id="676" name="addition:spatial:58"/>
            <p:cNvSpPr>
              <a:spLocks noGrp="1"/>
            </p:cNvSpPr>
            <p:nvPr/>
          </p:nvSpPr>
          <p:spPr>
            <a:xfrm>
              <a:off x="5648325" y="1666875"/>
              <a:ext cx="1804523" cy="595457"/>
            </a:xfrm>
            <a:custGeom>
              <a:avLst/>
              <a:gdLst/>
              <a:ahLst/>
              <a:cxnLst/>
              <a:rect l="l" t="t" r="r" b="b"/>
              <a:pathLst>
                <a:path w="1361" h="352">
                  <a:moveTo>
                    <a:pt x="0" y="0"/>
                  </a:moveTo>
                  <a:moveTo>
                    <a:pt x="1359" y="324"/>
                  </a:moveTo>
                  <a:lnTo>
                    <a:pt x="1359" y="327"/>
                  </a:lnTo>
                  <a:lnTo>
                    <a:pt x="1357" y="329"/>
                  </a:lnTo>
                  <a:lnTo>
                    <a:pt x="1353" y="331"/>
                  </a:lnTo>
                  <a:lnTo>
                    <a:pt x="1349" y="332"/>
                  </a:lnTo>
                  <a:lnTo>
                    <a:pt x="1348" y="334"/>
                  </a:lnTo>
                  <a:lnTo>
                    <a:pt x="1349" y="337"/>
                  </a:lnTo>
                  <a:lnTo>
                    <a:pt x="1350" y="341"/>
                  </a:lnTo>
                  <a:lnTo>
                    <a:pt x="1350" y="344"/>
                  </a:lnTo>
                  <a:lnTo>
                    <a:pt x="1348" y="346"/>
                  </a:lnTo>
                  <a:lnTo>
                    <a:pt x="1345" y="348"/>
                  </a:lnTo>
                  <a:lnTo>
                    <a:pt x="1343" y="349"/>
                  </a:lnTo>
                  <a:lnTo>
                    <a:pt x="1340" y="350"/>
                  </a:lnTo>
                  <a:lnTo>
                    <a:pt x="1336" y="350"/>
                  </a:lnTo>
                  <a:lnTo>
                    <a:pt x="1333" y="348"/>
                  </a:lnTo>
                  <a:lnTo>
                    <a:pt x="1330" y="347"/>
                  </a:lnTo>
                  <a:lnTo>
                    <a:pt x="1328" y="347"/>
                  </a:lnTo>
                  <a:lnTo>
                    <a:pt x="1326" y="349"/>
                  </a:lnTo>
                  <a:lnTo>
                    <a:pt x="1323" y="351"/>
                  </a:lnTo>
                  <a:lnTo>
                    <a:pt x="1320" y="352"/>
                  </a:lnTo>
                  <a:lnTo>
                    <a:pt x="1318" y="351"/>
                  </a:lnTo>
                  <a:lnTo>
                    <a:pt x="1315" y="349"/>
                  </a:lnTo>
                  <a:lnTo>
                    <a:pt x="1313" y="348"/>
                  </a:lnTo>
                  <a:lnTo>
                    <a:pt x="1310" y="348"/>
                  </a:lnTo>
                  <a:lnTo>
                    <a:pt x="1306" y="348"/>
                  </a:lnTo>
                  <a:lnTo>
                    <a:pt x="1303" y="348"/>
                  </a:lnTo>
                  <a:lnTo>
                    <a:pt x="1300" y="346"/>
                  </a:lnTo>
                  <a:lnTo>
                    <a:pt x="1299" y="343"/>
                  </a:lnTo>
                  <a:lnTo>
                    <a:pt x="1298" y="340"/>
                  </a:lnTo>
                  <a:lnTo>
                    <a:pt x="1297" y="338"/>
                  </a:lnTo>
                  <a:lnTo>
                    <a:pt x="1296" y="335"/>
                  </a:lnTo>
                  <a:lnTo>
                    <a:pt x="1296" y="333"/>
                  </a:lnTo>
                  <a:lnTo>
                    <a:pt x="1296" y="330"/>
                  </a:lnTo>
                  <a:lnTo>
                    <a:pt x="1295" y="328"/>
                  </a:lnTo>
                  <a:lnTo>
                    <a:pt x="1292" y="327"/>
                  </a:lnTo>
                  <a:lnTo>
                    <a:pt x="1286" y="324"/>
                  </a:lnTo>
                  <a:lnTo>
                    <a:pt x="1283" y="322"/>
                  </a:lnTo>
                  <a:lnTo>
                    <a:pt x="1282" y="319"/>
                  </a:lnTo>
                  <a:lnTo>
                    <a:pt x="1285" y="317"/>
                  </a:lnTo>
                  <a:lnTo>
                    <a:pt x="1289" y="315"/>
                  </a:lnTo>
                  <a:lnTo>
                    <a:pt x="1291" y="313"/>
                  </a:lnTo>
                  <a:lnTo>
                    <a:pt x="1292" y="311"/>
                  </a:lnTo>
                  <a:lnTo>
                    <a:pt x="1293" y="309"/>
                  </a:lnTo>
                  <a:lnTo>
                    <a:pt x="1295" y="307"/>
                  </a:lnTo>
                  <a:lnTo>
                    <a:pt x="1298" y="306"/>
                  </a:lnTo>
                  <a:lnTo>
                    <a:pt x="1301" y="305"/>
                  </a:lnTo>
                  <a:lnTo>
                    <a:pt x="1303" y="303"/>
                  </a:lnTo>
                  <a:lnTo>
                    <a:pt x="1306" y="301"/>
                  </a:lnTo>
                  <a:lnTo>
                    <a:pt x="1309" y="300"/>
                  </a:lnTo>
                  <a:lnTo>
                    <a:pt x="1312" y="299"/>
                  </a:lnTo>
                  <a:lnTo>
                    <a:pt x="1316" y="299"/>
                  </a:lnTo>
                  <a:lnTo>
                    <a:pt x="1319" y="298"/>
                  </a:lnTo>
                  <a:lnTo>
                    <a:pt x="1322" y="295"/>
                  </a:lnTo>
                  <a:lnTo>
                    <a:pt x="1326" y="293"/>
                  </a:lnTo>
                  <a:lnTo>
                    <a:pt x="1331" y="293"/>
                  </a:lnTo>
                  <a:lnTo>
                    <a:pt x="1334" y="296"/>
                  </a:lnTo>
                  <a:lnTo>
                    <a:pt x="1336" y="300"/>
                  </a:lnTo>
                  <a:lnTo>
                    <a:pt x="1338" y="303"/>
                  </a:lnTo>
                  <a:lnTo>
                    <a:pt x="1340" y="304"/>
                  </a:lnTo>
                  <a:lnTo>
                    <a:pt x="1344" y="304"/>
                  </a:lnTo>
                  <a:lnTo>
                    <a:pt x="1347" y="305"/>
                  </a:lnTo>
                  <a:lnTo>
                    <a:pt x="1350" y="305"/>
                  </a:lnTo>
                  <a:lnTo>
                    <a:pt x="1353" y="307"/>
                  </a:lnTo>
                  <a:lnTo>
                    <a:pt x="1355" y="308"/>
                  </a:lnTo>
                  <a:lnTo>
                    <a:pt x="1358" y="309"/>
                  </a:lnTo>
                  <a:lnTo>
                    <a:pt x="1361" y="311"/>
                  </a:lnTo>
                  <a:lnTo>
                    <a:pt x="1360" y="314"/>
                  </a:lnTo>
                  <a:lnTo>
                    <a:pt x="1359" y="317"/>
                  </a:lnTo>
                  <a:lnTo>
                    <a:pt x="1357" y="320"/>
                  </a:lnTo>
                  <a:lnTo>
                    <a:pt x="1358" y="322"/>
                  </a:lnTo>
                  <a:close/>
                </a:path>
              </a:pathLst>
            </a:custGeom>
            <a:solidFill>
              <a:srgbClr val="DA9FC0">
                <a:alpha val="9600"/>
              </a:srgbClr>
            </a:solidFill>
            <a:ln>
              <a:noFill/>
            </a:ln>
          </p:spPr>
          <p:txBody>
            <a:bodyPr anchor="ctr"/>
            <a:lstStyle/>
            <a:p>
              <a:pPr algn="ctr">
                <a:buNone/>
              </a:pPr>
            </a:p>
          </p:txBody>
        </p:sp>
        <p:sp>
          <p:nvSpPr>
            <p:cNvPr id="677" name="addition:spatial:59"/>
            <p:cNvSpPr>
              <a:spLocks noGrp="1"/>
            </p:cNvSpPr>
            <p:nvPr/>
          </p:nvSpPr>
          <p:spPr>
            <a:xfrm>
              <a:off x="5648325" y="1666875"/>
              <a:ext cx="1846951" cy="642823"/>
            </a:xfrm>
            <a:custGeom>
              <a:avLst/>
              <a:gdLst/>
              <a:ahLst/>
              <a:cxnLst/>
              <a:rect l="l" t="t" r="r" b="b"/>
              <a:pathLst>
                <a:path w="1393" h="380">
                  <a:moveTo>
                    <a:pt x="0" y="0"/>
                  </a:moveTo>
                  <a:moveTo>
                    <a:pt x="1392" y="347"/>
                  </a:moveTo>
                  <a:lnTo>
                    <a:pt x="1393" y="350"/>
                  </a:lnTo>
                  <a:lnTo>
                    <a:pt x="1393" y="352"/>
                  </a:lnTo>
                  <a:lnTo>
                    <a:pt x="1392" y="355"/>
                  </a:lnTo>
                  <a:lnTo>
                    <a:pt x="1389" y="357"/>
                  </a:lnTo>
                  <a:lnTo>
                    <a:pt x="1386" y="359"/>
                  </a:lnTo>
                  <a:lnTo>
                    <a:pt x="1384" y="361"/>
                  </a:lnTo>
                  <a:lnTo>
                    <a:pt x="1382" y="364"/>
                  </a:lnTo>
                  <a:lnTo>
                    <a:pt x="1379" y="365"/>
                  </a:lnTo>
                  <a:lnTo>
                    <a:pt x="1375" y="366"/>
                  </a:lnTo>
                  <a:lnTo>
                    <a:pt x="1371" y="367"/>
                  </a:lnTo>
                  <a:lnTo>
                    <a:pt x="1369" y="368"/>
                  </a:lnTo>
                  <a:lnTo>
                    <a:pt x="1367" y="372"/>
                  </a:lnTo>
                  <a:lnTo>
                    <a:pt x="1366" y="377"/>
                  </a:lnTo>
                  <a:lnTo>
                    <a:pt x="1363" y="380"/>
                  </a:lnTo>
                  <a:lnTo>
                    <a:pt x="1358" y="380"/>
                  </a:lnTo>
                  <a:lnTo>
                    <a:pt x="1354" y="378"/>
                  </a:lnTo>
                  <a:lnTo>
                    <a:pt x="1350" y="375"/>
                  </a:lnTo>
                  <a:lnTo>
                    <a:pt x="1346" y="374"/>
                  </a:lnTo>
                  <a:lnTo>
                    <a:pt x="1343" y="374"/>
                  </a:lnTo>
                  <a:lnTo>
                    <a:pt x="1340" y="373"/>
                  </a:lnTo>
                  <a:lnTo>
                    <a:pt x="1337" y="372"/>
                  </a:lnTo>
                  <a:lnTo>
                    <a:pt x="1335" y="371"/>
                  </a:lnTo>
                  <a:lnTo>
                    <a:pt x="1332" y="371"/>
                  </a:lnTo>
                  <a:lnTo>
                    <a:pt x="1328" y="371"/>
                  </a:lnTo>
                  <a:lnTo>
                    <a:pt x="1324" y="371"/>
                  </a:lnTo>
                  <a:lnTo>
                    <a:pt x="1322" y="369"/>
                  </a:lnTo>
                  <a:lnTo>
                    <a:pt x="1321" y="366"/>
                  </a:lnTo>
                  <a:lnTo>
                    <a:pt x="1321" y="364"/>
                  </a:lnTo>
                  <a:lnTo>
                    <a:pt x="1319" y="362"/>
                  </a:lnTo>
                  <a:lnTo>
                    <a:pt x="1315" y="360"/>
                  </a:lnTo>
                  <a:lnTo>
                    <a:pt x="1312" y="358"/>
                  </a:lnTo>
                  <a:lnTo>
                    <a:pt x="1312" y="355"/>
                  </a:lnTo>
                  <a:lnTo>
                    <a:pt x="1316" y="352"/>
                  </a:lnTo>
                  <a:lnTo>
                    <a:pt x="1320" y="349"/>
                  </a:lnTo>
                  <a:lnTo>
                    <a:pt x="1322" y="347"/>
                  </a:lnTo>
                  <a:lnTo>
                    <a:pt x="1321" y="345"/>
                  </a:lnTo>
                  <a:lnTo>
                    <a:pt x="1320" y="342"/>
                  </a:lnTo>
                  <a:lnTo>
                    <a:pt x="1319" y="340"/>
                  </a:lnTo>
                  <a:lnTo>
                    <a:pt x="1318" y="337"/>
                  </a:lnTo>
                  <a:lnTo>
                    <a:pt x="1318" y="334"/>
                  </a:lnTo>
                  <a:lnTo>
                    <a:pt x="1317" y="331"/>
                  </a:lnTo>
                  <a:lnTo>
                    <a:pt x="1317" y="327"/>
                  </a:lnTo>
                  <a:lnTo>
                    <a:pt x="1319" y="325"/>
                  </a:lnTo>
                  <a:lnTo>
                    <a:pt x="1324" y="325"/>
                  </a:lnTo>
                  <a:lnTo>
                    <a:pt x="1328" y="325"/>
                  </a:lnTo>
                  <a:lnTo>
                    <a:pt x="1332" y="325"/>
                  </a:lnTo>
                  <a:lnTo>
                    <a:pt x="1333" y="324"/>
                  </a:lnTo>
                  <a:lnTo>
                    <a:pt x="1335" y="321"/>
                  </a:lnTo>
                  <a:lnTo>
                    <a:pt x="1337" y="319"/>
                  </a:lnTo>
                  <a:lnTo>
                    <a:pt x="1340" y="319"/>
                  </a:lnTo>
                  <a:lnTo>
                    <a:pt x="1343" y="320"/>
                  </a:lnTo>
                  <a:lnTo>
                    <a:pt x="1346" y="321"/>
                  </a:lnTo>
                  <a:lnTo>
                    <a:pt x="1349" y="320"/>
                  </a:lnTo>
                  <a:lnTo>
                    <a:pt x="1353" y="318"/>
                  </a:lnTo>
                  <a:lnTo>
                    <a:pt x="1357" y="317"/>
                  </a:lnTo>
                  <a:lnTo>
                    <a:pt x="1361" y="317"/>
                  </a:lnTo>
                  <a:lnTo>
                    <a:pt x="1364" y="318"/>
                  </a:lnTo>
                  <a:lnTo>
                    <a:pt x="1368" y="319"/>
                  </a:lnTo>
                  <a:lnTo>
                    <a:pt x="1372" y="321"/>
                  </a:lnTo>
                  <a:lnTo>
                    <a:pt x="1374" y="323"/>
                  </a:lnTo>
                  <a:lnTo>
                    <a:pt x="1376" y="326"/>
                  </a:lnTo>
                  <a:lnTo>
                    <a:pt x="1375" y="330"/>
                  </a:lnTo>
                  <a:lnTo>
                    <a:pt x="1375" y="333"/>
                  </a:lnTo>
                  <a:lnTo>
                    <a:pt x="1378" y="335"/>
                  </a:lnTo>
                  <a:lnTo>
                    <a:pt x="1384" y="335"/>
                  </a:lnTo>
                  <a:lnTo>
                    <a:pt x="1389" y="336"/>
                  </a:lnTo>
                  <a:lnTo>
                    <a:pt x="1393" y="338"/>
                  </a:lnTo>
                  <a:lnTo>
                    <a:pt x="1393" y="341"/>
                  </a:lnTo>
                  <a:lnTo>
                    <a:pt x="1392" y="344"/>
                  </a:lnTo>
                  <a:close/>
                </a:path>
              </a:pathLst>
            </a:custGeom>
            <a:solidFill>
              <a:srgbClr val="DA9FC0">
                <a:alpha val="9600"/>
              </a:srgbClr>
            </a:solidFill>
            <a:ln>
              <a:noFill/>
            </a:ln>
          </p:spPr>
          <p:txBody>
            <a:bodyPr anchor="ctr"/>
            <a:lstStyle/>
            <a:p>
              <a:pPr algn="ctr">
                <a:buNone/>
              </a:pPr>
            </a:p>
          </p:txBody>
        </p:sp>
        <p:sp>
          <p:nvSpPr>
            <p:cNvPr id="678" name="addition:spatial:60"/>
            <p:cNvSpPr>
              <a:spLocks noGrp="1"/>
            </p:cNvSpPr>
            <p:nvPr/>
          </p:nvSpPr>
          <p:spPr>
            <a:xfrm>
              <a:off x="5648325" y="1666875"/>
              <a:ext cx="1832366" cy="681731"/>
            </a:xfrm>
            <a:custGeom>
              <a:avLst/>
              <a:gdLst/>
              <a:ahLst/>
              <a:cxnLst/>
              <a:rect l="l" t="t" r="r" b="b"/>
              <a:pathLst>
                <a:path w="1382" h="403">
                  <a:moveTo>
                    <a:pt x="0" y="0"/>
                  </a:moveTo>
                  <a:moveTo>
                    <a:pt x="1381" y="372"/>
                  </a:moveTo>
                  <a:lnTo>
                    <a:pt x="1376" y="374"/>
                  </a:lnTo>
                  <a:lnTo>
                    <a:pt x="1368" y="377"/>
                  </a:lnTo>
                  <a:lnTo>
                    <a:pt x="1363" y="378"/>
                  </a:lnTo>
                  <a:lnTo>
                    <a:pt x="1361" y="380"/>
                  </a:lnTo>
                  <a:lnTo>
                    <a:pt x="1362" y="383"/>
                  </a:lnTo>
                  <a:lnTo>
                    <a:pt x="1362" y="386"/>
                  </a:lnTo>
                  <a:lnTo>
                    <a:pt x="1361" y="389"/>
                  </a:lnTo>
                  <a:lnTo>
                    <a:pt x="1358" y="391"/>
                  </a:lnTo>
                  <a:lnTo>
                    <a:pt x="1355" y="394"/>
                  </a:lnTo>
                  <a:lnTo>
                    <a:pt x="1353" y="397"/>
                  </a:lnTo>
                  <a:lnTo>
                    <a:pt x="1350" y="399"/>
                  </a:lnTo>
                  <a:lnTo>
                    <a:pt x="1345" y="400"/>
                  </a:lnTo>
                  <a:lnTo>
                    <a:pt x="1340" y="399"/>
                  </a:lnTo>
                  <a:lnTo>
                    <a:pt x="1336" y="399"/>
                  </a:lnTo>
                  <a:lnTo>
                    <a:pt x="1333" y="400"/>
                  </a:lnTo>
                  <a:lnTo>
                    <a:pt x="1329" y="402"/>
                  </a:lnTo>
                  <a:lnTo>
                    <a:pt x="1326" y="403"/>
                  </a:lnTo>
                  <a:lnTo>
                    <a:pt x="1322" y="401"/>
                  </a:lnTo>
                  <a:lnTo>
                    <a:pt x="1319" y="398"/>
                  </a:lnTo>
                  <a:lnTo>
                    <a:pt x="1317" y="396"/>
                  </a:lnTo>
                  <a:lnTo>
                    <a:pt x="1314" y="396"/>
                  </a:lnTo>
                  <a:lnTo>
                    <a:pt x="1310" y="397"/>
                  </a:lnTo>
                  <a:lnTo>
                    <a:pt x="1304" y="399"/>
                  </a:lnTo>
                  <a:lnTo>
                    <a:pt x="1300" y="399"/>
                  </a:lnTo>
                  <a:lnTo>
                    <a:pt x="1296" y="398"/>
                  </a:lnTo>
                  <a:lnTo>
                    <a:pt x="1294" y="395"/>
                  </a:lnTo>
                  <a:lnTo>
                    <a:pt x="1292" y="393"/>
                  </a:lnTo>
                  <a:lnTo>
                    <a:pt x="1290" y="390"/>
                  </a:lnTo>
                  <a:lnTo>
                    <a:pt x="1290" y="387"/>
                  </a:lnTo>
                  <a:lnTo>
                    <a:pt x="1291" y="384"/>
                  </a:lnTo>
                  <a:lnTo>
                    <a:pt x="1293" y="381"/>
                  </a:lnTo>
                  <a:lnTo>
                    <a:pt x="1292" y="378"/>
                  </a:lnTo>
                  <a:lnTo>
                    <a:pt x="1287" y="377"/>
                  </a:lnTo>
                  <a:lnTo>
                    <a:pt x="1282" y="374"/>
                  </a:lnTo>
                  <a:lnTo>
                    <a:pt x="1280" y="372"/>
                  </a:lnTo>
                  <a:lnTo>
                    <a:pt x="1280" y="369"/>
                  </a:lnTo>
                  <a:lnTo>
                    <a:pt x="1283" y="366"/>
                  </a:lnTo>
                  <a:lnTo>
                    <a:pt x="1284" y="364"/>
                  </a:lnTo>
                  <a:lnTo>
                    <a:pt x="1282" y="361"/>
                  </a:lnTo>
                  <a:lnTo>
                    <a:pt x="1280" y="358"/>
                  </a:lnTo>
                  <a:lnTo>
                    <a:pt x="1280" y="355"/>
                  </a:lnTo>
                  <a:lnTo>
                    <a:pt x="1283" y="352"/>
                  </a:lnTo>
                  <a:lnTo>
                    <a:pt x="1287" y="351"/>
                  </a:lnTo>
                  <a:lnTo>
                    <a:pt x="1292" y="351"/>
                  </a:lnTo>
                  <a:lnTo>
                    <a:pt x="1295" y="350"/>
                  </a:lnTo>
                  <a:lnTo>
                    <a:pt x="1299" y="349"/>
                  </a:lnTo>
                  <a:lnTo>
                    <a:pt x="1303" y="348"/>
                  </a:lnTo>
                  <a:lnTo>
                    <a:pt x="1307" y="348"/>
                  </a:lnTo>
                  <a:lnTo>
                    <a:pt x="1310" y="347"/>
                  </a:lnTo>
                  <a:lnTo>
                    <a:pt x="1313" y="344"/>
                  </a:lnTo>
                  <a:lnTo>
                    <a:pt x="1316" y="340"/>
                  </a:lnTo>
                  <a:lnTo>
                    <a:pt x="1321" y="337"/>
                  </a:lnTo>
                  <a:lnTo>
                    <a:pt x="1326" y="337"/>
                  </a:lnTo>
                  <a:lnTo>
                    <a:pt x="1331" y="340"/>
                  </a:lnTo>
                  <a:lnTo>
                    <a:pt x="1335" y="343"/>
                  </a:lnTo>
                  <a:lnTo>
                    <a:pt x="1339" y="345"/>
                  </a:lnTo>
                  <a:lnTo>
                    <a:pt x="1344" y="345"/>
                  </a:lnTo>
                  <a:lnTo>
                    <a:pt x="1349" y="346"/>
                  </a:lnTo>
                  <a:lnTo>
                    <a:pt x="1353" y="347"/>
                  </a:lnTo>
                  <a:lnTo>
                    <a:pt x="1356" y="350"/>
                  </a:lnTo>
                  <a:lnTo>
                    <a:pt x="1358" y="352"/>
                  </a:lnTo>
                  <a:lnTo>
                    <a:pt x="1361" y="353"/>
                  </a:lnTo>
                  <a:lnTo>
                    <a:pt x="1365" y="355"/>
                  </a:lnTo>
                  <a:lnTo>
                    <a:pt x="1368" y="357"/>
                  </a:lnTo>
                  <a:lnTo>
                    <a:pt x="1370" y="359"/>
                  </a:lnTo>
                  <a:lnTo>
                    <a:pt x="1371" y="361"/>
                  </a:lnTo>
                  <a:lnTo>
                    <a:pt x="1374" y="364"/>
                  </a:lnTo>
                  <a:lnTo>
                    <a:pt x="1378" y="366"/>
                  </a:lnTo>
                  <a:lnTo>
                    <a:pt x="1382" y="369"/>
                  </a:lnTo>
                  <a:close/>
                </a:path>
              </a:pathLst>
            </a:custGeom>
            <a:solidFill>
              <a:srgbClr val="DA9FC0">
                <a:alpha val="9600"/>
              </a:srgbClr>
            </a:solidFill>
            <a:ln>
              <a:noFill/>
            </a:ln>
          </p:spPr>
          <p:txBody>
            <a:bodyPr anchor="ctr"/>
            <a:lstStyle/>
            <a:p>
              <a:pPr algn="ctr">
                <a:buNone/>
              </a:pPr>
            </a:p>
          </p:txBody>
        </p:sp>
        <p:sp>
          <p:nvSpPr>
            <p:cNvPr id="679" name="addition:spatial:61"/>
            <p:cNvSpPr>
              <a:spLocks noGrp="1"/>
            </p:cNvSpPr>
            <p:nvPr/>
          </p:nvSpPr>
          <p:spPr>
            <a:xfrm>
              <a:off x="5648325" y="1666875"/>
              <a:ext cx="1763420" cy="688497"/>
            </a:xfrm>
            <a:custGeom>
              <a:avLst/>
              <a:gdLst/>
              <a:ahLst/>
              <a:cxnLst/>
              <a:rect l="l" t="t" r="r" b="b"/>
              <a:pathLst>
                <a:path w="1330" h="407">
                  <a:moveTo>
                    <a:pt x="0" y="0"/>
                  </a:moveTo>
                  <a:moveTo>
                    <a:pt x="1330" y="374"/>
                  </a:moveTo>
                  <a:lnTo>
                    <a:pt x="1330" y="377"/>
                  </a:lnTo>
                  <a:lnTo>
                    <a:pt x="1328" y="380"/>
                  </a:lnTo>
                  <a:lnTo>
                    <a:pt x="1326" y="383"/>
                  </a:lnTo>
                  <a:lnTo>
                    <a:pt x="1324" y="385"/>
                  </a:lnTo>
                  <a:lnTo>
                    <a:pt x="1321" y="387"/>
                  </a:lnTo>
                  <a:lnTo>
                    <a:pt x="1318" y="389"/>
                  </a:lnTo>
                  <a:lnTo>
                    <a:pt x="1314" y="390"/>
                  </a:lnTo>
                  <a:lnTo>
                    <a:pt x="1311" y="391"/>
                  </a:lnTo>
                  <a:lnTo>
                    <a:pt x="1309" y="394"/>
                  </a:lnTo>
                  <a:lnTo>
                    <a:pt x="1308" y="397"/>
                  </a:lnTo>
                  <a:lnTo>
                    <a:pt x="1306" y="400"/>
                  </a:lnTo>
                  <a:lnTo>
                    <a:pt x="1302" y="401"/>
                  </a:lnTo>
                  <a:lnTo>
                    <a:pt x="1298" y="401"/>
                  </a:lnTo>
                  <a:lnTo>
                    <a:pt x="1293" y="401"/>
                  </a:lnTo>
                  <a:lnTo>
                    <a:pt x="1290" y="402"/>
                  </a:lnTo>
                  <a:lnTo>
                    <a:pt x="1286" y="405"/>
                  </a:lnTo>
                  <a:lnTo>
                    <a:pt x="1282" y="407"/>
                  </a:lnTo>
                  <a:lnTo>
                    <a:pt x="1278" y="407"/>
                  </a:lnTo>
                  <a:lnTo>
                    <a:pt x="1274" y="405"/>
                  </a:lnTo>
                  <a:lnTo>
                    <a:pt x="1271" y="402"/>
                  </a:lnTo>
                  <a:lnTo>
                    <a:pt x="1268" y="400"/>
                  </a:lnTo>
                  <a:lnTo>
                    <a:pt x="1265" y="398"/>
                  </a:lnTo>
                  <a:lnTo>
                    <a:pt x="1262" y="397"/>
                  </a:lnTo>
                  <a:lnTo>
                    <a:pt x="1260" y="396"/>
                  </a:lnTo>
                  <a:lnTo>
                    <a:pt x="1257" y="395"/>
                  </a:lnTo>
                  <a:lnTo>
                    <a:pt x="1253" y="395"/>
                  </a:lnTo>
                  <a:lnTo>
                    <a:pt x="1248" y="395"/>
                  </a:lnTo>
                  <a:lnTo>
                    <a:pt x="1243" y="394"/>
                  </a:lnTo>
                  <a:lnTo>
                    <a:pt x="1241" y="392"/>
                  </a:lnTo>
                  <a:lnTo>
                    <a:pt x="1242" y="388"/>
                  </a:lnTo>
                  <a:lnTo>
                    <a:pt x="1245" y="385"/>
                  </a:lnTo>
                  <a:lnTo>
                    <a:pt x="1247" y="382"/>
                  </a:lnTo>
                  <a:lnTo>
                    <a:pt x="1246" y="379"/>
                  </a:lnTo>
                  <a:lnTo>
                    <a:pt x="1245" y="377"/>
                  </a:lnTo>
                  <a:lnTo>
                    <a:pt x="1244" y="374"/>
                  </a:lnTo>
                  <a:lnTo>
                    <a:pt x="1246" y="372"/>
                  </a:lnTo>
                  <a:lnTo>
                    <a:pt x="1249" y="370"/>
                  </a:lnTo>
                  <a:lnTo>
                    <a:pt x="1250" y="367"/>
                  </a:lnTo>
                  <a:lnTo>
                    <a:pt x="1251" y="365"/>
                  </a:lnTo>
                  <a:lnTo>
                    <a:pt x="1250" y="362"/>
                  </a:lnTo>
                  <a:lnTo>
                    <a:pt x="1251" y="359"/>
                  </a:lnTo>
                  <a:lnTo>
                    <a:pt x="1252" y="357"/>
                  </a:lnTo>
                  <a:lnTo>
                    <a:pt x="1254" y="355"/>
                  </a:lnTo>
                  <a:lnTo>
                    <a:pt x="1254" y="352"/>
                  </a:lnTo>
                  <a:lnTo>
                    <a:pt x="1255" y="349"/>
                  </a:lnTo>
                  <a:lnTo>
                    <a:pt x="1258" y="347"/>
                  </a:lnTo>
                  <a:lnTo>
                    <a:pt x="1263" y="347"/>
                  </a:lnTo>
                  <a:lnTo>
                    <a:pt x="1268" y="350"/>
                  </a:lnTo>
                  <a:lnTo>
                    <a:pt x="1271" y="352"/>
                  </a:lnTo>
                  <a:lnTo>
                    <a:pt x="1274" y="351"/>
                  </a:lnTo>
                  <a:lnTo>
                    <a:pt x="1276" y="349"/>
                  </a:lnTo>
                  <a:lnTo>
                    <a:pt x="1278" y="346"/>
                  </a:lnTo>
                  <a:lnTo>
                    <a:pt x="1282" y="345"/>
                  </a:lnTo>
                  <a:lnTo>
                    <a:pt x="1285" y="345"/>
                  </a:lnTo>
                  <a:lnTo>
                    <a:pt x="1288" y="345"/>
                  </a:lnTo>
                  <a:lnTo>
                    <a:pt x="1292" y="346"/>
                  </a:lnTo>
                  <a:lnTo>
                    <a:pt x="1296" y="346"/>
                  </a:lnTo>
                  <a:lnTo>
                    <a:pt x="1299" y="347"/>
                  </a:lnTo>
                  <a:lnTo>
                    <a:pt x="1302" y="349"/>
                  </a:lnTo>
                  <a:lnTo>
                    <a:pt x="1304" y="352"/>
                  </a:lnTo>
                  <a:lnTo>
                    <a:pt x="1307" y="354"/>
                  </a:lnTo>
                  <a:lnTo>
                    <a:pt x="1310" y="355"/>
                  </a:lnTo>
                  <a:lnTo>
                    <a:pt x="1314" y="357"/>
                  </a:lnTo>
                  <a:lnTo>
                    <a:pt x="1315" y="360"/>
                  </a:lnTo>
                  <a:lnTo>
                    <a:pt x="1315" y="363"/>
                  </a:lnTo>
                  <a:lnTo>
                    <a:pt x="1314" y="366"/>
                  </a:lnTo>
                  <a:lnTo>
                    <a:pt x="1315" y="368"/>
                  </a:lnTo>
                  <a:lnTo>
                    <a:pt x="1320" y="370"/>
                  </a:lnTo>
                  <a:lnTo>
                    <a:pt x="1326" y="372"/>
                  </a:lnTo>
                  <a:close/>
                </a:path>
              </a:pathLst>
            </a:custGeom>
            <a:solidFill>
              <a:srgbClr val="DA9FC0">
                <a:alpha val="9600"/>
              </a:srgbClr>
            </a:solidFill>
            <a:ln>
              <a:noFill/>
            </a:ln>
          </p:spPr>
          <p:txBody>
            <a:bodyPr anchor="ctr"/>
            <a:lstStyle/>
            <a:p>
              <a:pPr algn="ctr">
                <a:buNone/>
              </a:pPr>
            </a:p>
          </p:txBody>
        </p:sp>
        <p:sp>
          <p:nvSpPr>
            <p:cNvPr id="680" name="addition:spatial:62"/>
            <p:cNvSpPr>
              <a:spLocks noGrp="1"/>
            </p:cNvSpPr>
            <p:nvPr/>
          </p:nvSpPr>
          <p:spPr>
            <a:xfrm>
              <a:off x="5648325" y="1666875"/>
              <a:ext cx="1703756" cy="661431"/>
            </a:xfrm>
            <a:custGeom>
              <a:avLst/>
              <a:gdLst/>
              <a:ahLst/>
              <a:cxnLst/>
              <a:rect l="l" t="t" r="r" b="b"/>
              <a:pathLst>
                <a:path w="1285" h="391">
                  <a:moveTo>
                    <a:pt x="0" y="0"/>
                  </a:moveTo>
                  <a:moveTo>
                    <a:pt x="1281" y="364"/>
                  </a:moveTo>
                  <a:lnTo>
                    <a:pt x="1282" y="366"/>
                  </a:lnTo>
                  <a:lnTo>
                    <a:pt x="1284" y="369"/>
                  </a:lnTo>
                  <a:lnTo>
                    <a:pt x="1285" y="371"/>
                  </a:lnTo>
                  <a:lnTo>
                    <a:pt x="1283" y="374"/>
                  </a:lnTo>
                  <a:lnTo>
                    <a:pt x="1279" y="375"/>
                  </a:lnTo>
                  <a:lnTo>
                    <a:pt x="1274" y="375"/>
                  </a:lnTo>
                  <a:lnTo>
                    <a:pt x="1271" y="376"/>
                  </a:lnTo>
                  <a:lnTo>
                    <a:pt x="1270" y="378"/>
                  </a:lnTo>
                  <a:lnTo>
                    <a:pt x="1268" y="380"/>
                  </a:lnTo>
                  <a:lnTo>
                    <a:pt x="1267" y="382"/>
                  </a:lnTo>
                  <a:lnTo>
                    <a:pt x="1265" y="384"/>
                  </a:lnTo>
                  <a:lnTo>
                    <a:pt x="1263" y="386"/>
                  </a:lnTo>
                  <a:lnTo>
                    <a:pt x="1260" y="389"/>
                  </a:lnTo>
                  <a:lnTo>
                    <a:pt x="1257" y="391"/>
                  </a:lnTo>
                  <a:lnTo>
                    <a:pt x="1254" y="391"/>
                  </a:lnTo>
                  <a:lnTo>
                    <a:pt x="1250" y="390"/>
                  </a:lnTo>
                  <a:lnTo>
                    <a:pt x="1247" y="388"/>
                  </a:lnTo>
                  <a:lnTo>
                    <a:pt x="1244" y="387"/>
                  </a:lnTo>
                  <a:lnTo>
                    <a:pt x="1241" y="387"/>
                  </a:lnTo>
                  <a:lnTo>
                    <a:pt x="1238" y="388"/>
                  </a:lnTo>
                  <a:lnTo>
                    <a:pt x="1235" y="388"/>
                  </a:lnTo>
                  <a:lnTo>
                    <a:pt x="1233" y="386"/>
                  </a:lnTo>
                  <a:lnTo>
                    <a:pt x="1231" y="384"/>
                  </a:lnTo>
                  <a:lnTo>
                    <a:pt x="1230" y="382"/>
                  </a:lnTo>
                  <a:lnTo>
                    <a:pt x="1228" y="382"/>
                  </a:lnTo>
                  <a:lnTo>
                    <a:pt x="1224" y="382"/>
                  </a:lnTo>
                  <a:lnTo>
                    <a:pt x="1221" y="381"/>
                  </a:lnTo>
                  <a:lnTo>
                    <a:pt x="1219" y="380"/>
                  </a:lnTo>
                  <a:lnTo>
                    <a:pt x="1218" y="378"/>
                  </a:lnTo>
                  <a:lnTo>
                    <a:pt x="1216" y="376"/>
                  </a:lnTo>
                  <a:lnTo>
                    <a:pt x="1215" y="374"/>
                  </a:lnTo>
                  <a:lnTo>
                    <a:pt x="1216" y="371"/>
                  </a:lnTo>
                  <a:lnTo>
                    <a:pt x="1218" y="368"/>
                  </a:lnTo>
                  <a:lnTo>
                    <a:pt x="1222" y="366"/>
                  </a:lnTo>
                  <a:lnTo>
                    <a:pt x="1224" y="364"/>
                  </a:lnTo>
                  <a:lnTo>
                    <a:pt x="1223" y="362"/>
                  </a:lnTo>
                  <a:lnTo>
                    <a:pt x="1220" y="360"/>
                  </a:lnTo>
                  <a:lnTo>
                    <a:pt x="1218" y="357"/>
                  </a:lnTo>
                  <a:lnTo>
                    <a:pt x="1218" y="355"/>
                  </a:lnTo>
                  <a:lnTo>
                    <a:pt x="1220" y="353"/>
                  </a:lnTo>
                  <a:lnTo>
                    <a:pt x="1222" y="351"/>
                  </a:lnTo>
                  <a:lnTo>
                    <a:pt x="1223" y="349"/>
                  </a:lnTo>
                  <a:lnTo>
                    <a:pt x="1224" y="347"/>
                  </a:lnTo>
                  <a:lnTo>
                    <a:pt x="1225" y="345"/>
                  </a:lnTo>
                  <a:lnTo>
                    <a:pt x="1227" y="343"/>
                  </a:lnTo>
                  <a:lnTo>
                    <a:pt x="1230" y="343"/>
                  </a:lnTo>
                  <a:lnTo>
                    <a:pt x="1232" y="342"/>
                  </a:lnTo>
                  <a:lnTo>
                    <a:pt x="1234" y="342"/>
                  </a:lnTo>
                  <a:lnTo>
                    <a:pt x="1236" y="341"/>
                  </a:lnTo>
                  <a:lnTo>
                    <a:pt x="1239" y="341"/>
                  </a:lnTo>
                  <a:lnTo>
                    <a:pt x="1242" y="342"/>
                  </a:lnTo>
                  <a:lnTo>
                    <a:pt x="1244" y="343"/>
                  </a:lnTo>
                  <a:lnTo>
                    <a:pt x="1246" y="342"/>
                  </a:lnTo>
                  <a:lnTo>
                    <a:pt x="1249" y="340"/>
                  </a:lnTo>
                  <a:lnTo>
                    <a:pt x="1253" y="337"/>
                  </a:lnTo>
                  <a:lnTo>
                    <a:pt x="1257" y="336"/>
                  </a:lnTo>
                  <a:lnTo>
                    <a:pt x="1259" y="338"/>
                  </a:lnTo>
                  <a:lnTo>
                    <a:pt x="1261" y="341"/>
                  </a:lnTo>
                  <a:lnTo>
                    <a:pt x="1263" y="343"/>
                  </a:lnTo>
                  <a:lnTo>
                    <a:pt x="1265" y="345"/>
                  </a:lnTo>
                  <a:lnTo>
                    <a:pt x="1267" y="347"/>
                  </a:lnTo>
                  <a:lnTo>
                    <a:pt x="1269" y="348"/>
                  </a:lnTo>
                  <a:lnTo>
                    <a:pt x="1271" y="350"/>
                  </a:lnTo>
                  <a:lnTo>
                    <a:pt x="1272" y="352"/>
                  </a:lnTo>
                  <a:lnTo>
                    <a:pt x="1275" y="354"/>
                  </a:lnTo>
                  <a:lnTo>
                    <a:pt x="1278" y="355"/>
                  </a:lnTo>
                  <a:lnTo>
                    <a:pt x="1281" y="357"/>
                  </a:lnTo>
                  <a:lnTo>
                    <a:pt x="1281" y="359"/>
                  </a:lnTo>
                  <a:lnTo>
                    <a:pt x="1281" y="362"/>
                  </a:lnTo>
                  <a:close/>
                </a:path>
              </a:pathLst>
            </a:custGeom>
            <a:solidFill>
              <a:srgbClr val="DA9FC0">
                <a:alpha val="9600"/>
              </a:srgbClr>
            </a:solidFill>
            <a:ln>
              <a:noFill/>
            </a:ln>
          </p:spPr>
          <p:txBody>
            <a:bodyPr anchor="ctr"/>
            <a:lstStyle/>
            <a:p>
              <a:pPr algn="ctr">
                <a:buNone/>
              </a:pPr>
            </a:p>
          </p:txBody>
        </p:sp>
        <p:sp>
          <p:nvSpPr>
            <p:cNvPr id="681" name="addition:spatial:63"/>
            <p:cNvSpPr>
              <a:spLocks noGrp="1"/>
            </p:cNvSpPr>
            <p:nvPr/>
          </p:nvSpPr>
          <p:spPr>
            <a:xfrm>
              <a:off x="5648325" y="1666875"/>
              <a:ext cx="1808500" cy="666506"/>
            </a:xfrm>
            <a:custGeom>
              <a:avLst/>
              <a:gdLst/>
              <a:ahLst/>
              <a:cxnLst/>
              <a:rect l="l" t="t" r="r" b="b"/>
              <a:pathLst>
                <a:path w="1364" h="394">
                  <a:moveTo>
                    <a:pt x="0" y="0"/>
                  </a:moveTo>
                  <a:moveTo>
                    <a:pt x="1359" y="360"/>
                  </a:moveTo>
                  <a:lnTo>
                    <a:pt x="1353" y="362"/>
                  </a:lnTo>
                  <a:lnTo>
                    <a:pt x="1347" y="365"/>
                  </a:lnTo>
                  <a:lnTo>
                    <a:pt x="1346" y="367"/>
                  </a:lnTo>
                  <a:lnTo>
                    <a:pt x="1346" y="370"/>
                  </a:lnTo>
                  <a:lnTo>
                    <a:pt x="1345" y="373"/>
                  </a:lnTo>
                  <a:lnTo>
                    <a:pt x="1343" y="375"/>
                  </a:lnTo>
                  <a:lnTo>
                    <a:pt x="1339" y="378"/>
                  </a:lnTo>
                  <a:lnTo>
                    <a:pt x="1337" y="380"/>
                  </a:lnTo>
                  <a:lnTo>
                    <a:pt x="1335" y="383"/>
                  </a:lnTo>
                  <a:lnTo>
                    <a:pt x="1332" y="386"/>
                  </a:lnTo>
                  <a:lnTo>
                    <a:pt x="1328" y="388"/>
                  </a:lnTo>
                  <a:lnTo>
                    <a:pt x="1324" y="388"/>
                  </a:lnTo>
                  <a:lnTo>
                    <a:pt x="1319" y="389"/>
                  </a:lnTo>
                  <a:lnTo>
                    <a:pt x="1316" y="391"/>
                  </a:lnTo>
                  <a:lnTo>
                    <a:pt x="1312" y="394"/>
                  </a:lnTo>
                  <a:lnTo>
                    <a:pt x="1308" y="394"/>
                  </a:lnTo>
                  <a:lnTo>
                    <a:pt x="1303" y="393"/>
                  </a:lnTo>
                  <a:lnTo>
                    <a:pt x="1299" y="389"/>
                  </a:lnTo>
                  <a:lnTo>
                    <a:pt x="1297" y="385"/>
                  </a:lnTo>
                  <a:lnTo>
                    <a:pt x="1294" y="385"/>
                  </a:lnTo>
                  <a:lnTo>
                    <a:pt x="1290" y="387"/>
                  </a:lnTo>
                  <a:lnTo>
                    <a:pt x="1285" y="389"/>
                  </a:lnTo>
                  <a:lnTo>
                    <a:pt x="1280" y="389"/>
                  </a:lnTo>
                  <a:lnTo>
                    <a:pt x="1277" y="388"/>
                  </a:lnTo>
                  <a:lnTo>
                    <a:pt x="1274" y="387"/>
                  </a:lnTo>
                  <a:lnTo>
                    <a:pt x="1270" y="385"/>
                  </a:lnTo>
                  <a:lnTo>
                    <a:pt x="1267" y="383"/>
                  </a:lnTo>
                  <a:lnTo>
                    <a:pt x="1266" y="380"/>
                  </a:lnTo>
                  <a:lnTo>
                    <a:pt x="1267" y="376"/>
                  </a:lnTo>
                  <a:lnTo>
                    <a:pt x="1268" y="372"/>
                  </a:lnTo>
                  <a:lnTo>
                    <a:pt x="1268" y="370"/>
                  </a:lnTo>
                  <a:lnTo>
                    <a:pt x="1264" y="368"/>
                  </a:lnTo>
                  <a:lnTo>
                    <a:pt x="1260" y="365"/>
                  </a:lnTo>
                  <a:lnTo>
                    <a:pt x="1259" y="363"/>
                  </a:lnTo>
                  <a:lnTo>
                    <a:pt x="1261" y="360"/>
                  </a:lnTo>
                  <a:lnTo>
                    <a:pt x="1263" y="357"/>
                  </a:lnTo>
                  <a:lnTo>
                    <a:pt x="1264" y="355"/>
                  </a:lnTo>
                  <a:lnTo>
                    <a:pt x="1261" y="351"/>
                  </a:lnTo>
                  <a:lnTo>
                    <a:pt x="1257" y="348"/>
                  </a:lnTo>
                  <a:lnTo>
                    <a:pt x="1255" y="344"/>
                  </a:lnTo>
                  <a:lnTo>
                    <a:pt x="1256" y="341"/>
                  </a:lnTo>
                  <a:lnTo>
                    <a:pt x="1260" y="339"/>
                  </a:lnTo>
                  <a:lnTo>
                    <a:pt x="1265" y="338"/>
                  </a:lnTo>
                  <a:lnTo>
                    <a:pt x="1268" y="337"/>
                  </a:lnTo>
                  <a:lnTo>
                    <a:pt x="1272" y="336"/>
                  </a:lnTo>
                  <a:lnTo>
                    <a:pt x="1277" y="336"/>
                  </a:lnTo>
                  <a:lnTo>
                    <a:pt x="1281" y="336"/>
                  </a:lnTo>
                  <a:lnTo>
                    <a:pt x="1284" y="335"/>
                  </a:lnTo>
                  <a:lnTo>
                    <a:pt x="1287" y="332"/>
                  </a:lnTo>
                  <a:lnTo>
                    <a:pt x="1289" y="328"/>
                  </a:lnTo>
                  <a:lnTo>
                    <a:pt x="1293" y="325"/>
                  </a:lnTo>
                  <a:lnTo>
                    <a:pt x="1299" y="324"/>
                  </a:lnTo>
                  <a:lnTo>
                    <a:pt x="1304" y="326"/>
                  </a:lnTo>
                  <a:lnTo>
                    <a:pt x="1308" y="328"/>
                  </a:lnTo>
                  <a:lnTo>
                    <a:pt x="1313" y="329"/>
                  </a:lnTo>
                  <a:lnTo>
                    <a:pt x="1318" y="329"/>
                  </a:lnTo>
                  <a:lnTo>
                    <a:pt x="1324" y="328"/>
                  </a:lnTo>
                  <a:lnTo>
                    <a:pt x="1328" y="330"/>
                  </a:lnTo>
                  <a:lnTo>
                    <a:pt x="1331" y="333"/>
                  </a:lnTo>
                  <a:lnTo>
                    <a:pt x="1334" y="336"/>
                  </a:lnTo>
                  <a:lnTo>
                    <a:pt x="1337" y="339"/>
                  </a:lnTo>
                  <a:lnTo>
                    <a:pt x="1340" y="340"/>
                  </a:lnTo>
                  <a:lnTo>
                    <a:pt x="1343" y="342"/>
                  </a:lnTo>
                  <a:lnTo>
                    <a:pt x="1345" y="345"/>
                  </a:lnTo>
                  <a:lnTo>
                    <a:pt x="1348" y="347"/>
                  </a:lnTo>
                  <a:lnTo>
                    <a:pt x="1352" y="349"/>
                  </a:lnTo>
                  <a:lnTo>
                    <a:pt x="1358" y="350"/>
                  </a:lnTo>
                  <a:lnTo>
                    <a:pt x="1363" y="353"/>
                  </a:lnTo>
                  <a:lnTo>
                    <a:pt x="1364" y="356"/>
                  </a:lnTo>
                  <a:close/>
                </a:path>
              </a:pathLst>
            </a:custGeom>
            <a:solidFill>
              <a:srgbClr val="DA9FC0">
                <a:alpha val="9600"/>
              </a:srgbClr>
            </a:solidFill>
            <a:ln>
              <a:noFill/>
            </a:ln>
          </p:spPr>
          <p:txBody>
            <a:bodyPr anchor="ctr"/>
            <a:lstStyle/>
            <a:p>
              <a:pPr algn="ctr">
                <a:buNone/>
              </a:pPr>
            </a:p>
          </p:txBody>
        </p:sp>
        <p:sp>
          <p:nvSpPr>
            <p:cNvPr id="682" name="addition:spatial:64"/>
            <p:cNvSpPr>
              <a:spLocks noGrp="1"/>
            </p:cNvSpPr>
            <p:nvPr/>
          </p:nvSpPr>
          <p:spPr>
            <a:xfrm>
              <a:off x="5648325" y="1666875"/>
              <a:ext cx="1823085" cy="678348"/>
            </a:xfrm>
            <a:custGeom>
              <a:avLst/>
              <a:gdLst/>
              <a:ahLst/>
              <a:cxnLst/>
              <a:rect l="l" t="t" r="r" b="b"/>
              <a:pathLst>
                <a:path w="1375" h="401">
                  <a:moveTo>
                    <a:pt x="0" y="0"/>
                  </a:moveTo>
                  <a:moveTo>
                    <a:pt x="1371" y="354"/>
                  </a:moveTo>
                  <a:lnTo>
                    <a:pt x="1362" y="358"/>
                  </a:lnTo>
                  <a:lnTo>
                    <a:pt x="1354" y="361"/>
                  </a:lnTo>
                  <a:lnTo>
                    <a:pt x="1351" y="364"/>
                  </a:lnTo>
                  <a:lnTo>
                    <a:pt x="1351" y="368"/>
                  </a:lnTo>
                  <a:lnTo>
                    <a:pt x="1352" y="373"/>
                  </a:lnTo>
                  <a:lnTo>
                    <a:pt x="1352" y="377"/>
                  </a:lnTo>
                  <a:lnTo>
                    <a:pt x="1350" y="381"/>
                  </a:lnTo>
                  <a:lnTo>
                    <a:pt x="1349" y="386"/>
                  </a:lnTo>
                  <a:lnTo>
                    <a:pt x="1347" y="391"/>
                  </a:lnTo>
                  <a:lnTo>
                    <a:pt x="1343" y="395"/>
                  </a:lnTo>
                  <a:lnTo>
                    <a:pt x="1337" y="396"/>
                  </a:lnTo>
                  <a:lnTo>
                    <a:pt x="1329" y="395"/>
                  </a:lnTo>
                  <a:lnTo>
                    <a:pt x="1322" y="393"/>
                  </a:lnTo>
                  <a:lnTo>
                    <a:pt x="1318" y="393"/>
                  </a:lnTo>
                  <a:lnTo>
                    <a:pt x="1314" y="397"/>
                  </a:lnTo>
                  <a:lnTo>
                    <a:pt x="1310" y="400"/>
                  </a:lnTo>
                  <a:lnTo>
                    <a:pt x="1305" y="401"/>
                  </a:lnTo>
                  <a:lnTo>
                    <a:pt x="1300" y="398"/>
                  </a:lnTo>
                  <a:lnTo>
                    <a:pt x="1296" y="395"/>
                  </a:lnTo>
                  <a:lnTo>
                    <a:pt x="1292" y="394"/>
                  </a:lnTo>
                  <a:lnTo>
                    <a:pt x="1286" y="396"/>
                  </a:lnTo>
                  <a:lnTo>
                    <a:pt x="1280" y="398"/>
                  </a:lnTo>
                  <a:lnTo>
                    <a:pt x="1273" y="398"/>
                  </a:lnTo>
                  <a:lnTo>
                    <a:pt x="1268" y="396"/>
                  </a:lnTo>
                  <a:lnTo>
                    <a:pt x="1263" y="393"/>
                  </a:lnTo>
                  <a:lnTo>
                    <a:pt x="1258" y="390"/>
                  </a:lnTo>
                  <a:lnTo>
                    <a:pt x="1254" y="387"/>
                  </a:lnTo>
                  <a:lnTo>
                    <a:pt x="1252" y="382"/>
                  </a:lnTo>
                  <a:lnTo>
                    <a:pt x="1254" y="376"/>
                  </a:lnTo>
                  <a:lnTo>
                    <a:pt x="1257" y="371"/>
                  </a:lnTo>
                  <a:lnTo>
                    <a:pt x="1256" y="367"/>
                  </a:lnTo>
                  <a:lnTo>
                    <a:pt x="1250" y="365"/>
                  </a:lnTo>
                  <a:lnTo>
                    <a:pt x="1240" y="362"/>
                  </a:lnTo>
                  <a:lnTo>
                    <a:pt x="1233" y="358"/>
                  </a:lnTo>
                  <a:lnTo>
                    <a:pt x="1230" y="354"/>
                  </a:lnTo>
                  <a:lnTo>
                    <a:pt x="1232" y="350"/>
                  </a:lnTo>
                  <a:lnTo>
                    <a:pt x="1235" y="346"/>
                  </a:lnTo>
                  <a:lnTo>
                    <a:pt x="1235" y="342"/>
                  </a:lnTo>
                  <a:lnTo>
                    <a:pt x="1235" y="337"/>
                  </a:lnTo>
                  <a:lnTo>
                    <a:pt x="1236" y="333"/>
                  </a:lnTo>
                  <a:lnTo>
                    <a:pt x="1240" y="330"/>
                  </a:lnTo>
                  <a:lnTo>
                    <a:pt x="1245" y="327"/>
                  </a:lnTo>
                  <a:lnTo>
                    <a:pt x="1250" y="325"/>
                  </a:lnTo>
                  <a:lnTo>
                    <a:pt x="1254" y="322"/>
                  </a:lnTo>
                  <a:lnTo>
                    <a:pt x="1258" y="319"/>
                  </a:lnTo>
                  <a:lnTo>
                    <a:pt x="1264" y="318"/>
                  </a:lnTo>
                  <a:lnTo>
                    <a:pt x="1271" y="318"/>
                  </a:lnTo>
                  <a:lnTo>
                    <a:pt x="1277" y="317"/>
                  </a:lnTo>
                  <a:lnTo>
                    <a:pt x="1281" y="314"/>
                  </a:lnTo>
                  <a:lnTo>
                    <a:pt x="1285" y="307"/>
                  </a:lnTo>
                  <a:lnTo>
                    <a:pt x="1291" y="301"/>
                  </a:lnTo>
                  <a:lnTo>
                    <a:pt x="1299" y="299"/>
                  </a:lnTo>
                  <a:lnTo>
                    <a:pt x="1306" y="302"/>
                  </a:lnTo>
                  <a:lnTo>
                    <a:pt x="1313" y="307"/>
                  </a:lnTo>
                  <a:lnTo>
                    <a:pt x="1319" y="311"/>
                  </a:lnTo>
                  <a:lnTo>
                    <a:pt x="1324" y="313"/>
                  </a:lnTo>
                  <a:lnTo>
                    <a:pt x="1330" y="314"/>
                  </a:lnTo>
                  <a:lnTo>
                    <a:pt x="1335" y="316"/>
                  </a:lnTo>
                  <a:lnTo>
                    <a:pt x="1340" y="319"/>
                  </a:lnTo>
                  <a:lnTo>
                    <a:pt x="1344" y="321"/>
                  </a:lnTo>
                  <a:lnTo>
                    <a:pt x="1350" y="322"/>
                  </a:lnTo>
                  <a:lnTo>
                    <a:pt x="1357" y="323"/>
                  </a:lnTo>
                  <a:lnTo>
                    <a:pt x="1362" y="325"/>
                  </a:lnTo>
                  <a:lnTo>
                    <a:pt x="1364" y="330"/>
                  </a:lnTo>
                  <a:lnTo>
                    <a:pt x="1363" y="334"/>
                  </a:lnTo>
                  <a:lnTo>
                    <a:pt x="1364" y="338"/>
                  </a:lnTo>
                  <a:lnTo>
                    <a:pt x="1369" y="341"/>
                  </a:lnTo>
                  <a:lnTo>
                    <a:pt x="1374" y="345"/>
                  </a:lnTo>
                  <a:lnTo>
                    <a:pt x="1375" y="349"/>
                  </a:lnTo>
                  <a:close/>
                </a:path>
              </a:pathLst>
            </a:custGeom>
            <a:solidFill>
              <a:srgbClr val="CC79A7">
                <a:alpha val="11100"/>
              </a:srgbClr>
            </a:solidFill>
            <a:ln>
              <a:noFill/>
            </a:ln>
          </p:spPr>
          <p:txBody>
            <a:bodyPr anchor="ctr"/>
            <a:lstStyle/>
            <a:p>
              <a:pPr algn="ctr">
                <a:buNone/>
              </a:pPr>
            </a:p>
          </p:txBody>
        </p:sp>
        <p:sp>
          <p:nvSpPr>
            <p:cNvPr id="683" name="addition:spatial:65"/>
            <p:cNvSpPr>
              <a:spLocks noGrp="1"/>
            </p:cNvSpPr>
            <p:nvPr/>
          </p:nvSpPr>
          <p:spPr>
            <a:xfrm>
              <a:off x="5648325" y="1666875"/>
              <a:ext cx="1736903" cy="619140"/>
            </a:xfrm>
            <a:custGeom>
              <a:avLst/>
              <a:gdLst/>
              <a:ahLst/>
              <a:cxnLst/>
              <a:rect l="l" t="t" r="r" b="b"/>
              <a:pathLst>
                <a:path w="1310" h="366">
                  <a:moveTo>
                    <a:pt x="0" y="0"/>
                  </a:moveTo>
                  <a:moveTo>
                    <a:pt x="1309" y="341"/>
                  </a:moveTo>
                  <a:lnTo>
                    <a:pt x="1310" y="344"/>
                  </a:lnTo>
                  <a:lnTo>
                    <a:pt x="1309" y="346"/>
                  </a:lnTo>
                  <a:lnTo>
                    <a:pt x="1309" y="348"/>
                  </a:lnTo>
                  <a:lnTo>
                    <a:pt x="1308" y="350"/>
                  </a:lnTo>
                  <a:lnTo>
                    <a:pt x="1306" y="352"/>
                  </a:lnTo>
                  <a:lnTo>
                    <a:pt x="1303" y="353"/>
                  </a:lnTo>
                  <a:lnTo>
                    <a:pt x="1298" y="353"/>
                  </a:lnTo>
                  <a:lnTo>
                    <a:pt x="1295" y="354"/>
                  </a:lnTo>
                  <a:lnTo>
                    <a:pt x="1293" y="355"/>
                  </a:lnTo>
                  <a:lnTo>
                    <a:pt x="1293" y="358"/>
                  </a:lnTo>
                  <a:lnTo>
                    <a:pt x="1293" y="362"/>
                  </a:lnTo>
                  <a:lnTo>
                    <a:pt x="1291" y="364"/>
                  </a:lnTo>
                  <a:lnTo>
                    <a:pt x="1288" y="365"/>
                  </a:lnTo>
                  <a:lnTo>
                    <a:pt x="1284" y="365"/>
                  </a:lnTo>
                  <a:lnTo>
                    <a:pt x="1281" y="365"/>
                  </a:lnTo>
                  <a:lnTo>
                    <a:pt x="1278" y="365"/>
                  </a:lnTo>
                  <a:lnTo>
                    <a:pt x="1275" y="366"/>
                  </a:lnTo>
                  <a:lnTo>
                    <a:pt x="1272" y="365"/>
                  </a:lnTo>
                  <a:lnTo>
                    <a:pt x="1269" y="364"/>
                  </a:lnTo>
                  <a:lnTo>
                    <a:pt x="1266" y="363"/>
                  </a:lnTo>
                  <a:lnTo>
                    <a:pt x="1264" y="363"/>
                  </a:lnTo>
                  <a:lnTo>
                    <a:pt x="1261" y="362"/>
                  </a:lnTo>
                  <a:lnTo>
                    <a:pt x="1259" y="361"/>
                  </a:lnTo>
                  <a:lnTo>
                    <a:pt x="1258" y="359"/>
                  </a:lnTo>
                  <a:lnTo>
                    <a:pt x="1257" y="357"/>
                  </a:lnTo>
                  <a:lnTo>
                    <a:pt x="1255" y="356"/>
                  </a:lnTo>
                  <a:lnTo>
                    <a:pt x="1252" y="356"/>
                  </a:lnTo>
                  <a:lnTo>
                    <a:pt x="1248" y="357"/>
                  </a:lnTo>
                  <a:lnTo>
                    <a:pt x="1244" y="356"/>
                  </a:lnTo>
                  <a:lnTo>
                    <a:pt x="1244" y="353"/>
                  </a:lnTo>
                  <a:lnTo>
                    <a:pt x="1245" y="350"/>
                  </a:lnTo>
                  <a:lnTo>
                    <a:pt x="1248" y="347"/>
                  </a:lnTo>
                  <a:lnTo>
                    <a:pt x="1249" y="345"/>
                  </a:lnTo>
                  <a:lnTo>
                    <a:pt x="1249" y="343"/>
                  </a:lnTo>
                  <a:lnTo>
                    <a:pt x="1250" y="341"/>
                  </a:lnTo>
                  <a:lnTo>
                    <a:pt x="1250" y="339"/>
                  </a:lnTo>
                  <a:lnTo>
                    <a:pt x="1251" y="338"/>
                  </a:lnTo>
                  <a:lnTo>
                    <a:pt x="1250" y="335"/>
                  </a:lnTo>
                  <a:lnTo>
                    <a:pt x="1249" y="333"/>
                  </a:lnTo>
                  <a:lnTo>
                    <a:pt x="1249" y="330"/>
                  </a:lnTo>
                  <a:lnTo>
                    <a:pt x="1250" y="328"/>
                  </a:lnTo>
                  <a:lnTo>
                    <a:pt x="1252" y="327"/>
                  </a:lnTo>
                  <a:lnTo>
                    <a:pt x="1255" y="326"/>
                  </a:lnTo>
                  <a:lnTo>
                    <a:pt x="1256" y="325"/>
                  </a:lnTo>
                  <a:lnTo>
                    <a:pt x="1256" y="322"/>
                  </a:lnTo>
                  <a:lnTo>
                    <a:pt x="1257" y="320"/>
                  </a:lnTo>
                  <a:lnTo>
                    <a:pt x="1260" y="319"/>
                  </a:lnTo>
                  <a:lnTo>
                    <a:pt x="1263" y="320"/>
                  </a:lnTo>
                  <a:lnTo>
                    <a:pt x="1266" y="321"/>
                  </a:lnTo>
                  <a:lnTo>
                    <a:pt x="1268" y="322"/>
                  </a:lnTo>
                  <a:lnTo>
                    <a:pt x="1270" y="321"/>
                  </a:lnTo>
                  <a:lnTo>
                    <a:pt x="1272" y="320"/>
                  </a:lnTo>
                  <a:lnTo>
                    <a:pt x="1274" y="319"/>
                  </a:lnTo>
                  <a:lnTo>
                    <a:pt x="1277" y="318"/>
                  </a:lnTo>
                  <a:lnTo>
                    <a:pt x="1280" y="318"/>
                  </a:lnTo>
                  <a:lnTo>
                    <a:pt x="1283" y="317"/>
                  </a:lnTo>
                  <a:lnTo>
                    <a:pt x="1286" y="317"/>
                  </a:lnTo>
                  <a:lnTo>
                    <a:pt x="1289" y="318"/>
                  </a:lnTo>
                  <a:lnTo>
                    <a:pt x="1291" y="321"/>
                  </a:lnTo>
                  <a:lnTo>
                    <a:pt x="1291" y="324"/>
                  </a:lnTo>
                  <a:lnTo>
                    <a:pt x="1292" y="326"/>
                  </a:lnTo>
                  <a:lnTo>
                    <a:pt x="1294" y="327"/>
                  </a:lnTo>
                  <a:lnTo>
                    <a:pt x="1298" y="328"/>
                  </a:lnTo>
                  <a:lnTo>
                    <a:pt x="1301" y="329"/>
                  </a:lnTo>
                  <a:lnTo>
                    <a:pt x="1302" y="331"/>
                  </a:lnTo>
                  <a:lnTo>
                    <a:pt x="1302" y="334"/>
                  </a:lnTo>
                  <a:lnTo>
                    <a:pt x="1302" y="336"/>
                  </a:lnTo>
                  <a:lnTo>
                    <a:pt x="1304" y="337"/>
                  </a:lnTo>
                  <a:lnTo>
                    <a:pt x="1307" y="339"/>
                  </a:lnTo>
                  <a:close/>
                </a:path>
              </a:pathLst>
            </a:custGeom>
            <a:solidFill>
              <a:srgbClr val="CC79A7">
                <a:alpha val="10800"/>
              </a:srgbClr>
            </a:solidFill>
            <a:ln>
              <a:noFill/>
            </a:ln>
          </p:spPr>
          <p:txBody>
            <a:bodyPr anchor="ctr"/>
            <a:lstStyle/>
            <a:p>
              <a:pPr algn="ctr">
                <a:buNone/>
              </a:pPr>
            </a:p>
          </p:txBody>
        </p:sp>
        <p:sp>
          <p:nvSpPr>
            <p:cNvPr id="684" name="addition:spatial:66"/>
            <p:cNvSpPr>
              <a:spLocks noGrp="1"/>
            </p:cNvSpPr>
            <p:nvPr/>
          </p:nvSpPr>
          <p:spPr>
            <a:xfrm>
              <a:off x="5648325" y="1666875"/>
              <a:ext cx="1778005" cy="597149"/>
            </a:xfrm>
            <a:custGeom>
              <a:avLst/>
              <a:gdLst/>
              <a:ahLst/>
              <a:cxnLst/>
              <a:rect l="l" t="t" r="r" b="b"/>
              <a:pathLst>
                <a:path w="1341" h="353">
                  <a:moveTo>
                    <a:pt x="0" y="0"/>
                  </a:moveTo>
                  <a:moveTo>
                    <a:pt x="1339" y="334"/>
                  </a:moveTo>
                  <a:lnTo>
                    <a:pt x="1337" y="336"/>
                  </a:lnTo>
                  <a:lnTo>
                    <a:pt x="1336" y="337"/>
                  </a:lnTo>
                  <a:lnTo>
                    <a:pt x="1337" y="338"/>
                  </a:lnTo>
                  <a:lnTo>
                    <a:pt x="1339" y="341"/>
                  </a:lnTo>
                  <a:lnTo>
                    <a:pt x="1341" y="343"/>
                  </a:lnTo>
                  <a:lnTo>
                    <a:pt x="1341" y="345"/>
                  </a:lnTo>
                  <a:lnTo>
                    <a:pt x="1339" y="346"/>
                  </a:lnTo>
                  <a:lnTo>
                    <a:pt x="1337" y="347"/>
                  </a:lnTo>
                  <a:lnTo>
                    <a:pt x="1335" y="347"/>
                  </a:lnTo>
                  <a:lnTo>
                    <a:pt x="1333" y="348"/>
                  </a:lnTo>
                  <a:lnTo>
                    <a:pt x="1331" y="348"/>
                  </a:lnTo>
                  <a:lnTo>
                    <a:pt x="1329" y="348"/>
                  </a:lnTo>
                  <a:lnTo>
                    <a:pt x="1327" y="348"/>
                  </a:lnTo>
                  <a:lnTo>
                    <a:pt x="1326" y="349"/>
                  </a:lnTo>
                  <a:lnTo>
                    <a:pt x="1325" y="351"/>
                  </a:lnTo>
                  <a:lnTo>
                    <a:pt x="1323" y="352"/>
                  </a:lnTo>
                  <a:lnTo>
                    <a:pt x="1321" y="353"/>
                  </a:lnTo>
                  <a:lnTo>
                    <a:pt x="1319" y="352"/>
                  </a:lnTo>
                  <a:lnTo>
                    <a:pt x="1317" y="351"/>
                  </a:lnTo>
                  <a:lnTo>
                    <a:pt x="1314" y="351"/>
                  </a:lnTo>
                  <a:lnTo>
                    <a:pt x="1312" y="352"/>
                  </a:lnTo>
                  <a:lnTo>
                    <a:pt x="1309" y="352"/>
                  </a:lnTo>
                  <a:lnTo>
                    <a:pt x="1306" y="352"/>
                  </a:lnTo>
                  <a:lnTo>
                    <a:pt x="1304" y="350"/>
                  </a:lnTo>
                  <a:lnTo>
                    <a:pt x="1304" y="348"/>
                  </a:lnTo>
                  <a:lnTo>
                    <a:pt x="1303" y="346"/>
                  </a:lnTo>
                  <a:lnTo>
                    <a:pt x="1302" y="345"/>
                  </a:lnTo>
                  <a:lnTo>
                    <a:pt x="1300" y="344"/>
                  </a:lnTo>
                  <a:lnTo>
                    <a:pt x="1299" y="342"/>
                  </a:lnTo>
                  <a:lnTo>
                    <a:pt x="1297" y="341"/>
                  </a:lnTo>
                  <a:lnTo>
                    <a:pt x="1295" y="340"/>
                  </a:lnTo>
                  <a:lnTo>
                    <a:pt x="1292" y="339"/>
                  </a:lnTo>
                  <a:lnTo>
                    <a:pt x="1289" y="338"/>
                  </a:lnTo>
                  <a:lnTo>
                    <a:pt x="1288" y="336"/>
                  </a:lnTo>
                  <a:lnTo>
                    <a:pt x="1289" y="334"/>
                  </a:lnTo>
                  <a:lnTo>
                    <a:pt x="1292" y="333"/>
                  </a:lnTo>
                  <a:lnTo>
                    <a:pt x="1294" y="331"/>
                  </a:lnTo>
                  <a:lnTo>
                    <a:pt x="1295" y="330"/>
                  </a:lnTo>
                  <a:lnTo>
                    <a:pt x="1295" y="328"/>
                  </a:lnTo>
                  <a:lnTo>
                    <a:pt x="1295" y="326"/>
                  </a:lnTo>
                  <a:lnTo>
                    <a:pt x="1297" y="325"/>
                  </a:lnTo>
                  <a:lnTo>
                    <a:pt x="1299" y="324"/>
                  </a:lnTo>
                  <a:lnTo>
                    <a:pt x="1301" y="324"/>
                  </a:lnTo>
                  <a:lnTo>
                    <a:pt x="1303" y="323"/>
                  </a:lnTo>
                  <a:lnTo>
                    <a:pt x="1304" y="321"/>
                  </a:lnTo>
                  <a:lnTo>
                    <a:pt x="1305" y="319"/>
                  </a:lnTo>
                  <a:lnTo>
                    <a:pt x="1307" y="318"/>
                  </a:lnTo>
                  <a:lnTo>
                    <a:pt x="1310" y="317"/>
                  </a:lnTo>
                  <a:lnTo>
                    <a:pt x="1312" y="316"/>
                  </a:lnTo>
                  <a:lnTo>
                    <a:pt x="1314" y="315"/>
                  </a:lnTo>
                  <a:lnTo>
                    <a:pt x="1316" y="314"/>
                  </a:lnTo>
                  <a:lnTo>
                    <a:pt x="1319" y="315"/>
                  </a:lnTo>
                  <a:lnTo>
                    <a:pt x="1321" y="317"/>
                  </a:lnTo>
                  <a:lnTo>
                    <a:pt x="1322" y="319"/>
                  </a:lnTo>
                  <a:lnTo>
                    <a:pt x="1324" y="320"/>
                  </a:lnTo>
                  <a:lnTo>
                    <a:pt x="1326" y="320"/>
                  </a:lnTo>
                  <a:lnTo>
                    <a:pt x="1328" y="319"/>
                  </a:lnTo>
                  <a:lnTo>
                    <a:pt x="1331" y="318"/>
                  </a:lnTo>
                  <a:lnTo>
                    <a:pt x="1332" y="319"/>
                  </a:lnTo>
                  <a:lnTo>
                    <a:pt x="1334" y="320"/>
                  </a:lnTo>
                  <a:lnTo>
                    <a:pt x="1335" y="321"/>
                  </a:lnTo>
                  <a:lnTo>
                    <a:pt x="1337" y="322"/>
                  </a:lnTo>
                  <a:lnTo>
                    <a:pt x="1338" y="323"/>
                  </a:lnTo>
                  <a:lnTo>
                    <a:pt x="1339" y="325"/>
                  </a:lnTo>
                  <a:lnTo>
                    <a:pt x="1338" y="326"/>
                  </a:lnTo>
                  <a:lnTo>
                    <a:pt x="1338" y="328"/>
                  </a:lnTo>
                  <a:lnTo>
                    <a:pt x="1339" y="330"/>
                  </a:lnTo>
                  <a:lnTo>
                    <a:pt x="1340" y="331"/>
                  </a:lnTo>
                  <a:lnTo>
                    <a:pt x="1340" y="333"/>
                  </a:lnTo>
                  <a:close/>
                </a:path>
              </a:pathLst>
            </a:custGeom>
            <a:solidFill>
              <a:srgbClr val="CC79A7">
                <a:alpha val="10800"/>
              </a:srgbClr>
            </a:solidFill>
            <a:ln>
              <a:noFill/>
            </a:ln>
          </p:spPr>
          <p:txBody>
            <a:bodyPr anchor="ctr"/>
            <a:lstStyle/>
            <a:p>
              <a:pPr algn="ctr">
                <a:buNone/>
              </a:pPr>
            </a:p>
          </p:txBody>
        </p:sp>
        <p:sp>
          <p:nvSpPr>
            <p:cNvPr id="685" name="addition:spatial:67"/>
            <p:cNvSpPr>
              <a:spLocks noGrp="1"/>
            </p:cNvSpPr>
            <p:nvPr/>
          </p:nvSpPr>
          <p:spPr>
            <a:xfrm>
              <a:off x="5648325" y="1666875"/>
              <a:ext cx="1821759" cy="659740"/>
            </a:xfrm>
            <a:custGeom>
              <a:avLst/>
              <a:gdLst/>
              <a:ahLst/>
              <a:cxnLst/>
              <a:rect l="l" t="t" r="r" b="b"/>
              <a:pathLst>
                <a:path w="1374" h="390">
                  <a:moveTo>
                    <a:pt x="0" y="0"/>
                  </a:moveTo>
                  <a:moveTo>
                    <a:pt x="1367" y="365"/>
                  </a:moveTo>
                  <a:lnTo>
                    <a:pt x="1366" y="367"/>
                  </a:lnTo>
                  <a:lnTo>
                    <a:pt x="1365" y="369"/>
                  </a:lnTo>
                  <a:lnTo>
                    <a:pt x="1364" y="371"/>
                  </a:lnTo>
                  <a:lnTo>
                    <a:pt x="1362" y="373"/>
                  </a:lnTo>
                  <a:lnTo>
                    <a:pt x="1362" y="375"/>
                  </a:lnTo>
                  <a:lnTo>
                    <a:pt x="1362" y="377"/>
                  </a:lnTo>
                  <a:lnTo>
                    <a:pt x="1362" y="380"/>
                  </a:lnTo>
                  <a:lnTo>
                    <a:pt x="1360" y="382"/>
                  </a:lnTo>
                  <a:lnTo>
                    <a:pt x="1357" y="382"/>
                  </a:lnTo>
                  <a:lnTo>
                    <a:pt x="1354" y="383"/>
                  </a:lnTo>
                  <a:lnTo>
                    <a:pt x="1352" y="385"/>
                  </a:lnTo>
                  <a:lnTo>
                    <a:pt x="1351" y="387"/>
                  </a:lnTo>
                  <a:lnTo>
                    <a:pt x="1349" y="390"/>
                  </a:lnTo>
                  <a:lnTo>
                    <a:pt x="1346" y="390"/>
                  </a:lnTo>
                  <a:lnTo>
                    <a:pt x="1343" y="388"/>
                  </a:lnTo>
                  <a:lnTo>
                    <a:pt x="1340" y="386"/>
                  </a:lnTo>
                  <a:lnTo>
                    <a:pt x="1337" y="385"/>
                  </a:lnTo>
                  <a:lnTo>
                    <a:pt x="1335" y="385"/>
                  </a:lnTo>
                  <a:lnTo>
                    <a:pt x="1333" y="386"/>
                  </a:lnTo>
                  <a:lnTo>
                    <a:pt x="1331" y="387"/>
                  </a:lnTo>
                  <a:lnTo>
                    <a:pt x="1328" y="387"/>
                  </a:lnTo>
                  <a:lnTo>
                    <a:pt x="1326" y="387"/>
                  </a:lnTo>
                  <a:lnTo>
                    <a:pt x="1322" y="388"/>
                  </a:lnTo>
                  <a:lnTo>
                    <a:pt x="1319" y="388"/>
                  </a:lnTo>
                  <a:lnTo>
                    <a:pt x="1316" y="386"/>
                  </a:lnTo>
                  <a:lnTo>
                    <a:pt x="1316" y="383"/>
                  </a:lnTo>
                  <a:lnTo>
                    <a:pt x="1316" y="380"/>
                  </a:lnTo>
                  <a:lnTo>
                    <a:pt x="1316" y="378"/>
                  </a:lnTo>
                  <a:lnTo>
                    <a:pt x="1314" y="376"/>
                  </a:lnTo>
                  <a:lnTo>
                    <a:pt x="1311" y="375"/>
                  </a:lnTo>
                  <a:lnTo>
                    <a:pt x="1308" y="374"/>
                  </a:lnTo>
                  <a:lnTo>
                    <a:pt x="1308" y="371"/>
                  </a:lnTo>
                  <a:lnTo>
                    <a:pt x="1309" y="369"/>
                  </a:lnTo>
                  <a:lnTo>
                    <a:pt x="1309" y="367"/>
                  </a:lnTo>
                  <a:lnTo>
                    <a:pt x="1308" y="365"/>
                  </a:lnTo>
                  <a:lnTo>
                    <a:pt x="1305" y="363"/>
                  </a:lnTo>
                  <a:lnTo>
                    <a:pt x="1303" y="361"/>
                  </a:lnTo>
                  <a:lnTo>
                    <a:pt x="1303" y="359"/>
                  </a:lnTo>
                  <a:lnTo>
                    <a:pt x="1303" y="356"/>
                  </a:lnTo>
                  <a:lnTo>
                    <a:pt x="1304" y="354"/>
                  </a:lnTo>
                  <a:lnTo>
                    <a:pt x="1305" y="352"/>
                  </a:lnTo>
                  <a:lnTo>
                    <a:pt x="1307" y="350"/>
                  </a:lnTo>
                  <a:lnTo>
                    <a:pt x="1310" y="350"/>
                  </a:lnTo>
                  <a:lnTo>
                    <a:pt x="1315" y="350"/>
                  </a:lnTo>
                  <a:lnTo>
                    <a:pt x="1318" y="351"/>
                  </a:lnTo>
                  <a:lnTo>
                    <a:pt x="1320" y="349"/>
                  </a:lnTo>
                  <a:lnTo>
                    <a:pt x="1321" y="346"/>
                  </a:lnTo>
                  <a:lnTo>
                    <a:pt x="1322" y="343"/>
                  </a:lnTo>
                  <a:lnTo>
                    <a:pt x="1324" y="341"/>
                  </a:lnTo>
                  <a:lnTo>
                    <a:pt x="1328" y="341"/>
                  </a:lnTo>
                  <a:lnTo>
                    <a:pt x="1331" y="341"/>
                  </a:lnTo>
                  <a:lnTo>
                    <a:pt x="1335" y="342"/>
                  </a:lnTo>
                  <a:lnTo>
                    <a:pt x="1338" y="341"/>
                  </a:lnTo>
                  <a:lnTo>
                    <a:pt x="1342" y="341"/>
                  </a:lnTo>
                  <a:lnTo>
                    <a:pt x="1345" y="342"/>
                  </a:lnTo>
                  <a:lnTo>
                    <a:pt x="1348" y="343"/>
                  </a:lnTo>
                  <a:lnTo>
                    <a:pt x="1351" y="345"/>
                  </a:lnTo>
                  <a:lnTo>
                    <a:pt x="1353" y="345"/>
                  </a:lnTo>
                  <a:lnTo>
                    <a:pt x="1356" y="346"/>
                  </a:lnTo>
                  <a:lnTo>
                    <a:pt x="1358" y="348"/>
                  </a:lnTo>
                  <a:lnTo>
                    <a:pt x="1359" y="350"/>
                  </a:lnTo>
                  <a:lnTo>
                    <a:pt x="1360" y="352"/>
                  </a:lnTo>
                  <a:lnTo>
                    <a:pt x="1362" y="353"/>
                  </a:lnTo>
                  <a:lnTo>
                    <a:pt x="1366" y="354"/>
                  </a:lnTo>
                  <a:lnTo>
                    <a:pt x="1371" y="354"/>
                  </a:lnTo>
                  <a:lnTo>
                    <a:pt x="1374" y="356"/>
                  </a:lnTo>
                  <a:lnTo>
                    <a:pt x="1374" y="358"/>
                  </a:lnTo>
                  <a:lnTo>
                    <a:pt x="1372" y="361"/>
                  </a:lnTo>
                  <a:lnTo>
                    <a:pt x="1369" y="363"/>
                  </a:lnTo>
                  <a:close/>
                </a:path>
              </a:pathLst>
            </a:custGeom>
            <a:solidFill>
              <a:srgbClr val="CC79A7">
                <a:alpha val="10800"/>
              </a:srgbClr>
            </a:solidFill>
            <a:ln>
              <a:noFill/>
            </a:ln>
          </p:spPr>
          <p:txBody>
            <a:bodyPr anchor="ctr"/>
            <a:lstStyle/>
            <a:p>
              <a:pPr algn="ctr">
                <a:buNone/>
              </a:pPr>
            </a:p>
          </p:txBody>
        </p:sp>
        <p:sp>
          <p:nvSpPr>
            <p:cNvPr id="686" name="addition:spatial:68"/>
            <p:cNvSpPr>
              <a:spLocks noGrp="1"/>
            </p:cNvSpPr>
            <p:nvPr/>
          </p:nvSpPr>
          <p:spPr>
            <a:xfrm>
              <a:off x="5648325" y="1666875"/>
              <a:ext cx="1754139" cy="676656"/>
            </a:xfrm>
            <a:custGeom>
              <a:avLst/>
              <a:gdLst/>
              <a:ahLst/>
              <a:cxnLst/>
              <a:rect l="l" t="t" r="r" b="b"/>
              <a:pathLst>
                <a:path w="1323" h="400">
                  <a:moveTo>
                    <a:pt x="0" y="0"/>
                  </a:moveTo>
                  <a:moveTo>
                    <a:pt x="1317" y="379"/>
                  </a:moveTo>
                  <a:lnTo>
                    <a:pt x="1314" y="380"/>
                  </a:lnTo>
                  <a:lnTo>
                    <a:pt x="1314" y="382"/>
                  </a:lnTo>
                  <a:lnTo>
                    <a:pt x="1315" y="384"/>
                  </a:lnTo>
                  <a:lnTo>
                    <a:pt x="1317" y="386"/>
                  </a:lnTo>
                  <a:lnTo>
                    <a:pt x="1316" y="388"/>
                  </a:lnTo>
                  <a:lnTo>
                    <a:pt x="1314" y="389"/>
                  </a:lnTo>
                  <a:lnTo>
                    <a:pt x="1312" y="390"/>
                  </a:lnTo>
                  <a:lnTo>
                    <a:pt x="1311" y="392"/>
                  </a:lnTo>
                  <a:lnTo>
                    <a:pt x="1310" y="393"/>
                  </a:lnTo>
                  <a:lnTo>
                    <a:pt x="1309" y="395"/>
                  </a:lnTo>
                  <a:lnTo>
                    <a:pt x="1307" y="397"/>
                  </a:lnTo>
                  <a:lnTo>
                    <a:pt x="1304" y="397"/>
                  </a:lnTo>
                  <a:lnTo>
                    <a:pt x="1302" y="397"/>
                  </a:lnTo>
                  <a:lnTo>
                    <a:pt x="1300" y="398"/>
                  </a:lnTo>
                  <a:lnTo>
                    <a:pt x="1298" y="398"/>
                  </a:lnTo>
                  <a:lnTo>
                    <a:pt x="1296" y="398"/>
                  </a:lnTo>
                  <a:lnTo>
                    <a:pt x="1294" y="396"/>
                  </a:lnTo>
                  <a:lnTo>
                    <a:pt x="1292" y="395"/>
                  </a:lnTo>
                  <a:lnTo>
                    <a:pt x="1290" y="395"/>
                  </a:lnTo>
                  <a:lnTo>
                    <a:pt x="1288" y="397"/>
                  </a:lnTo>
                  <a:lnTo>
                    <a:pt x="1285" y="399"/>
                  </a:lnTo>
                  <a:lnTo>
                    <a:pt x="1281" y="400"/>
                  </a:lnTo>
                  <a:lnTo>
                    <a:pt x="1279" y="399"/>
                  </a:lnTo>
                  <a:lnTo>
                    <a:pt x="1277" y="397"/>
                  </a:lnTo>
                  <a:lnTo>
                    <a:pt x="1277" y="394"/>
                  </a:lnTo>
                  <a:lnTo>
                    <a:pt x="1275" y="393"/>
                  </a:lnTo>
                  <a:lnTo>
                    <a:pt x="1273" y="392"/>
                  </a:lnTo>
                  <a:lnTo>
                    <a:pt x="1272" y="390"/>
                  </a:lnTo>
                  <a:lnTo>
                    <a:pt x="1271" y="388"/>
                  </a:lnTo>
                  <a:lnTo>
                    <a:pt x="1270" y="387"/>
                  </a:lnTo>
                  <a:lnTo>
                    <a:pt x="1269" y="385"/>
                  </a:lnTo>
                  <a:lnTo>
                    <a:pt x="1267" y="384"/>
                  </a:lnTo>
                  <a:lnTo>
                    <a:pt x="1265" y="382"/>
                  </a:lnTo>
                  <a:lnTo>
                    <a:pt x="1264" y="380"/>
                  </a:lnTo>
                  <a:lnTo>
                    <a:pt x="1265" y="379"/>
                  </a:lnTo>
                  <a:lnTo>
                    <a:pt x="1265" y="377"/>
                  </a:lnTo>
                  <a:lnTo>
                    <a:pt x="1263" y="375"/>
                  </a:lnTo>
                  <a:lnTo>
                    <a:pt x="1261" y="373"/>
                  </a:lnTo>
                  <a:lnTo>
                    <a:pt x="1260" y="371"/>
                  </a:lnTo>
                  <a:lnTo>
                    <a:pt x="1261" y="369"/>
                  </a:lnTo>
                  <a:lnTo>
                    <a:pt x="1265" y="368"/>
                  </a:lnTo>
                  <a:lnTo>
                    <a:pt x="1269" y="368"/>
                  </a:lnTo>
                  <a:lnTo>
                    <a:pt x="1272" y="367"/>
                  </a:lnTo>
                  <a:lnTo>
                    <a:pt x="1273" y="366"/>
                  </a:lnTo>
                  <a:lnTo>
                    <a:pt x="1275" y="365"/>
                  </a:lnTo>
                  <a:lnTo>
                    <a:pt x="1276" y="363"/>
                  </a:lnTo>
                  <a:lnTo>
                    <a:pt x="1278" y="362"/>
                  </a:lnTo>
                  <a:lnTo>
                    <a:pt x="1280" y="361"/>
                  </a:lnTo>
                  <a:lnTo>
                    <a:pt x="1282" y="359"/>
                  </a:lnTo>
                  <a:lnTo>
                    <a:pt x="1285" y="357"/>
                  </a:lnTo>
                  <a:lnTo>
                    <a:pt x="1288" y="356"/>
                  </a:lnTo>
                  <a:lnTo>
                    <a:pt x="1291" y="357"/>
                  </a:lnTo>
                  <a:lnTo>
                    <a:pt x="1294" y="359"/>
                  </a:lnTo>
                  <a:lnTo>
                    <a:pt x="1297" y="360"/>
                  </a:lnTo>
                  <a:lnTo>
                    <a:pt x="1300" y="360"/>
                  </a:lnTo>
                  <a:lnTo>
                    <a:pt x="1303" y="359"/>
                  </a:lnTo>
                  <a:lnTo>
                    <a:pt x="1305" y="360"/>
                  </a:lnTo>
                  <a:lnTo>
                    <a:pt x="1307" y="361"/>
                  </a:lnTo>
                  <a:lnTo>
                    <a:pt x="1308" y="364"/>
                  </a:lnTo>
                  <a:lnTo>
                    <a:pt x="1309" y="365"/>
                  </a:lnTo>
                  <a:lnTo>
                    <a:pt x="1311" y="366"/>
                  </a:lnTo>
                  <a:lnTo>
                    <a:pt x="1314" y="366"/>
                  </a:lnTo>
                  <a:lnTo>
                    <a:pt x="1317" y="367"/>
                  </a:lnTo>
                  <a:lnTo>
                    <a:pt x="1319" y="368"/>
                  </a:lnTo>
                  <a:lnTo>
                    <a:pt x="1320" y="369"/>
                  </a:lnTo>
                  <a:lnTo>
                    <a:pt x="1322" y="371"/>
                  </a:lnTo>
                  <a:lnTo>
                    <a:pt x="1323" y="373"/>
                  </a:lnTo>
                  <a:lnTo>
                    <a:pt x="1323" y="375"/>
                  </a:lnTo>
                  <a:lnTo>
                    <a:pt x="1321" y="377"/>
                  </a:lnTo>
                  <a:close/>
                </a:path>
              </a:pathLst>
            </a:custGeom>
            <a:solidFill>
              <a:srgbClr val="CC79A7">
                <a:alpha val="10800"/>
              </a:srgbClr>
            </a:solidFill>
            <a:ln>
              <a:noFill/>
            </a:ln>
          </p:spPr>
          <p:txBody>
            <a:bodyPr anchor="ctr"/>
            <a:lstStyle/>
            <a:p>
              <a:pPr algn="ctr">
                <a:buNone/>
              </a:pPr>
            </a:p>
          </p:txBody>
        </p:sp>
        <p:sp>
          <p:nvSpPr>
            <p:cNvPr id="687" name="addition:spatial:69"/>
            <p:cNvSpPr>
              <a:spLocks noGrp="1"/>
            </p:cNvSpPr>
            <p:nvPr/>
          </p:nvSpPr>
          <p:spPr>
            <a:xfrm>
              <a:off x="5648325" y="1666875"/>
              <a:ext cx="892317" cy="979460"/>
            </a:xfrm>
            <a:custGeom>
              <a:avLst/>
              <a:gdLst/>
              <a:ahLst/>
              <a:cxnLst/>
              <a:rect l="l" t="t" r="r" b="b"/>
              <a:pathLst>
                <a:path w="673" h="579">
                  <a:moveTo>
                    <a:pt x="0" y="0"/>
                  </a:moveTo>
                  <a:moveTo>
                    <a:pt x="662" y="506"/>
                  </a:moveTo>
                  <a:lnTo>
                    <a:pt x="650" y="512"/>
                  </a:lnTo>
                  <a:lnTo>
                    <a:pt x="640" y="516"/>
                  </a:lnTo>
                  <a:lnTo>
                    <a:pt x="639" y="522"/>
                  </a:lnTo>
                  <a:lnTo>
                    <a:pt x="644" y="529"/>
                  </a:lnTo>
                  <a:lnTo>
                    <a:pt x="649" y="537"/>
                  </a:lnTo>
                  <a:lnTo>
                    <a:pt x="647" y="544"/>
                  </a:lnTo>
                  <a:lnTo>
                    <a:pt x="639" y="549"/>
                  </a:lnTo>
                  <a:lnTo>
                    <a:pt x="629" y="551"/>
                  </a:lnTo>
                  <a:lnTo>
                    <a:pt x="622" y="555"/>
                  </a:lnTo>
                  <a:lnTo>
                    <a:pt x="619" y="562"/>
                  </a:lnTo>
                  <a:lnTo>
                    <a:pt x="615" y="569"/>
                  </a:lnTo>
                  <a:lnTo>
                    <a:pt x="607" y="573"/>
                  </a:lnTo>
                  <a:lnTo>
                    <a:pt x="598" y="573"/>
                  </a:lnTo>
                  <a:lnTo>
                    <a:pt x="589" y="572"/>
                  </a:lnTo>
                  <a:lnTo>
                    <a:pt x="581" y="572"/>
                  </a:lnTo>
                  <a:lnTo>
                    <a:pt x="573" y="573"/>
                  </a:lnTo>
                  <a:lnTo>
                    <a:pt x="566" y="571"/>
                  </a:lnTo>
                  <a:lnTo>
                    <a:pt x="559" y="568"/>
                  </a:lnTo>
                  <a:lnTo>
                    <a:pt x="553" y="564"/>
                  </a:lnTo>
                  <a:lnTo>
                    <a:pt x="546" y="565"/>
                  </a:lnTo>
                  <a:lnTo>
                    <a:pt x="537" y="570"/>
                  </a:lnTo>
                  <a:lnTo>
                    <a:pt x="524" y="577"/>
                  </a:lnTo>
                  <a:lnTo>
                    <a:pt x="513" y="579"/>
                  </a:lnTo>
                  <a:lnTo>
                    <a:pt x="505" y="574"/>
                  </a:lnTo>
                  <a:lnTo>
                    <a:pt x="503" y="564"/>
                  </a:lnTo>
                  <a:lnTo>
                    <a:pt x="501" y="556"/>
                  </a:lnTo>
                  <a:lnTo>
                    <a:pt x="498" y="549"/>
                  </a:lnTo>
                  <a:lnTo>
                    <a:pt x="491" y="545"/>
                  </a:lnTo>
                  <a:lnTo>
                    <a:pt x="485" y="541"/>
                  </a:lnTo>
                  <a:lnTo>
                    <a:pt x="482" y="535"/>
                  </a:lnTo>
                  <a:lnTo>
                    <a:pt x="480" y="529"/>
                  </a:lnTo>
                  <a:lnTo>
                    <a:pt x="476" y="523"/>
                  </a:lnTo>
                  <a:lnTo>
                    <a:pt x="469" y="518"/>
                  </a:lnTo>
                  <a:lnTo>
                    <a:pt x="462" y="512"/>
                  </a:lnTo>
                  <a:lnTo>
                    <a:pt x="460" y="506"/>
                  </a:lnTo>
                  <a:lnTo>
                    <a:pt x="461" y="500"/>
                  </a:lnTo>
                  <a:lnTo>
                    <a:pt x="462" y="494"/>
                  </a:lnTo>
                  <a:lnTo>
                    <a:pt x="459" y="487"/>
                  </a:lnTo>
                  <a:lnTo>
                    <a:pt x="453" y="479"/>
                  </a:lnTo>
                  <a:lnTo>
                    <a:pt x="450" y="471"/>
                  </a:lnTo>
                  <a:lnTo>
                    <a:pt x="457" y="465"/>
                  </a:lnTo>
                  <a:lnTo>
                    <a:pt x="470" y="464"/>
                  </a:lnTo>
                  <a:lnTo>
                    <a:pt x="486" y="465"/>
                  </a:lnTo>
                  <a:lnTo>
                    <a:pt x="496" y="464"/>
                  </a:lnTo>
                  <a:lnTo>
                    <a:pt x="501" y="460"/>
                  </a:lnTo>
                  <a:lnTo>
                    <a:pt x="505" y="453"/>
                  </a:lnTo>
                  <a:lnTo>
                    <a:pt x="510" y="447"/>
                  </a:lnTo>
                  <a:lnTo>
                    <a:pt x="518" y="443"/>
                  </a:lnTo>
                  <a:lnTo>
                    <a:pt x="526" y="439"/>
                  </a:lnTo>
                  <a:lnTo>
                    <a:pt x="535" y="434"/>
                  </a:lnTo>
                  <a:lnTo>
                    <a:pt x="545" y="429"/>
                  </a:lnTo>
                  <a:lnTo>
                    <a:pt x="557" y="428"/>
                  </a:lnTo>
                  <a:lnTo>
                    <a:pt x="568" y="432"/>
                  </a:lnTo>
                  <a:lnTo>
                    <a:pt x="578" y="438"/>
                  </a:lnTo>
                  <a:lnTo>
                    <a:pt x="587" y="442"/>
                  </a:lnTo>
                  <a:lnTo>
                    <a:pt x="597" y="442"/>
                  </a:lnTo>
                  <a:lnTo>
                    <a:pt x="608" y="441"/>
                  </a:lnTo>
                  <a:lnTo>
                    <a:pt x="618" y="442"/>
                  </a:lnTo>
                  <a:lnTo>
                    <a:pt x="624" y="449"/>
                  </a:lnTo>
                  <a:lnTo>
                    <a:pt x="627" y="457"/>
                  </a:lnTo>
                  <a:lnTo>
                    <a:pt x="629" y="463"/>
                  </a:lnTo>
                  <a:lnTo>
                    <a:pt x="637" y="466"/>
                  </a:lnTo>
                  <a:lnTo>
                    <a:pt x="648" y="466"/>
                  </a:lnTo>
                  <a:lnTo>
                    <a:pt x="660" y="468"/>
                  </a:lnTo>
                  <a:lnTo>
                    <a:pt x="667" y="473"/>
                  </a:lnTo>
                  <a:lnTo>
                    <a:pt x="671" y="479"/>
                  </a:lnTo>
                  <a:lnTo>
                    <a:pt x="672" y="486"/>
                  </a:lnTo>
                  <a:lnTo>
                    <a:pt x="673" y="492"/>
                  </a:lnTo>
                  <a:lnTo>
                    <a:pt x="670" y="499"/>
                  </a:lnTo>
                  <a:close/>
                </a:path>
              </a:pathLst>
            </a:custGeom>
            <a:solidFill>
              <a:srgbClr val="A7CEE4">
                <a:alpha val="12900"/>
              </a:srgbClr>
            </a:solidFill>
            <a:ln>
              <a:noFill/>
            </a:ln>
          </p:spPr>
          <p:txBody>
            <a:bodyPr anchor="ctr"/>
            <a:lstStyle/>
            <a:p>
              <a:pPr algn="ctr">
                <a:buNone/>
              </a:pPr>
            </a:p>
          </p:txBody>
        </p:sp>
        <p:sp>
          <p:nvSpPr>
            <p:cNvPr id="688" name="addition:spatial:70"/>
            <p:cNvSpPr>
              <a:spLocks noGrp="1"/>
            </p:cNvSpPr>
            <p:nvPr/>
          </p:nvSpPr>
          <p:spPr>
            <a:xfrm>
              <a:off x="5648325" y="1666875"/>
              <a:ext cx="853867" cy="977768"/>
            </a:xfrm>
            <a:custGeom>
              <a:avLst/>
              <a:gdLst/>
              <a:ahLst/>
              <a:cxnLst/>
              <a:rect l="l" t="t" r="r" b="b"/>
              <a:pathLst>
                <a:path w="644" h="578">
                  <a:moveTo>
                    <a:pt x="0" y="0"/>
                  </a:moveTo>
                  <a:moveTo>
                    <a:pt x="633" y="511"/>
                  </a:moveTo>
                  <a:lnTo>
                    <a:pt x="640" y="516"/>
                  </a:lnTo>
                  <a:lnTo>
                    <a:pt x="644" y="522"/>
                  </a:lnTo>
                  <a:lnTo>
                    <a:pt x="643" y="528"/>
                  </a:lnTo>
                  <a:lnTo>
                    <a:pt x="638" y="532"/>
                  </a:lnTo>
                  <a:lnTo>
                    <a:pt x="633" y="536"/>
                  </a:lnTo>
                  <a:lnTo>
                    <a:pt x="631" y="541"/>
                  </a:lnTo>
                  <a:lnTo>
                    <a:pt x="633" y="548"/>
                  </a:lnTo>
                  <a:lnTo>
                    <a:pt x="631" y="554"/>
                  </a:lnTo>
                  <a:lnTo>
                    <a:pt x="625" y="557"/>
                  </a:lnTo>
                  <a:lnTo>
                    <a:pt x="614" y="556"/>
                  </a:lnTo>
                  <a:lnTo>
                    <a:pt x="603" y="554"/>
                  </a:lnTo>
                  <a:lnTo>
                    <a:pt x="596" y="555"/>
                  </a:lnTo>
                  <a:lnTo>
                    <a:pt x="591" y="558"/>
                  </a:lnTo>
                  <a:lnTo>
                    <a:pt x="586" y="564"/>
                  </a:lnTo>
                  <a:lnTo>
                    <a:pt x="580" y="568"/>
                  </a:lnTo>
                  <a:lnTo>
                    <a:pt x="572" y="571"/>
                  </a:lnTo>
                  <a:lnTo>
                    <a:pt x="564" y="574"/>
                  </a:lnTo>
                  <a:lnTo>
                    <a:pt x="554" y="577"/>
                  </a:lnTo>
                  <a:lnTo>
                    <a:pt x="544" y="578"/>
                  </a:lnTo>
                  <a:lnTo>
                    <a:pt x="535" y="576"/>
                  </a:lnTo>
                  <a:lnTo>
                    <a:pt x="528" y="569"/>
                  </a:lnTo>
                  <a:lnTo>
                    <a:pt x="523" y="561"/>
                  </a:lnTo>
                  <a:lnTo>
                    <a:pt x="517" y="557"/>
                  </a:lnTo>
                  <a:lnTo>
                    <a:pt x="509" y="556"/>
                  </a:lnTo>
                  <a:lnTo>
                    <a:pt x="498" y="556"/>
                  </a:lnTo>
                  <a:lnTo>
                    <a:pt x="489" y="555"/>
                  </a:lnTo>
                  <a:lnTo>
                    <a:pt x="485" y="550"/>
                  </a:lnTo>
                  <a:lnTo>
                    <a:pt x="483" y="544"/>
                  </a:lnTo>
                  <a:lnTo>
                    <a:pt x="481" y="539"/>
                  </a:lnTo>
                  <a:lnTo>
                    <a:pt x="474" y="536"/>
                  </a:lnTo>
                  <a:lnTo>
                    <a:pt x="466" y="532"/>
                  </a:lnTo>
                  <a:lnTo>
                    <a:pt x="459" y="528"/>
                  </a:lnTo>
                  <a:lnTo>
                    <a:pt x="457" y="523"/>
                  </a:lnTo>
                  <a:lnTo>
                    <a:pt x="458" y="517"/>
                  </a:lnTo>
                  <a:lnTo>
                    <a:pt x="459" y="511"/>
                  </a:lnTo>
                  <a:lnTo>
                    <a:pt x="461" y="505"/>
                  </a:lnTo>
                  <a:lnTo>
                    <a:pt x="466" y="500"/>
                  </a:lnTo>
                  <a:lnTo>
                    <a:pt x="475" y="496"/>
                  </a:lnTo>
                  <a:lnTo>
                    <a:pt x="487" y="493"/>
                  </a:lnTo>
                  <a:lnTo>
                    <a:pt x="495" y="490"/>
                  </a:lnTo>
                  <a:lnTo>
                    <a:pt x="496" y="485"/>
                  </a:lnTo>
                  <a:lnTo>
                    <a:pt x="493" y="478"/>
                  </a:lnTo>
                  <a:lnTo>
                    <a:pt x="490" y="469"/>
                  </a:lnTo>
                  <a:lnTo>
                    <a:pt x="494" y="463"/>
                  </a:lnTo>
                  <a:lnTo>
                    <a:pt x="503" y="460"/>
                  </a:lnTo>
                  <a:lnTo>
                    <a:pt x="512" y="459"/>
                  </a:lnTo>
                  <a:lnTo>
                    <a:pt x="521" y="458"/>
                  </a:lnTo>
                  <a:lnTo>
                    <a:pt x="527" y="455"/>
                  </a:lnTo>
                  <a:lnTo>
                    <a:pt x="534" y="452"/>
                  </a:lnTo>
                  <a:lnTo>
                    <a:pt x="542" y="452"/>
                  </a:lnTo>
                  <a:lnTo>
                    <a:pt x="549" y="453"/>
                  </a:lnTo>
                  <a:lnTo>
                    <a:pt x="556" y="455"/>
                  </a:lnTo>
                  <a:lnTo>
                    <a:pt x="562" y="455"/>
                  </a:lnTo>
                  <a:lnTo>
                    <a:pt x="569" y="454"/>
                  </a:lnTo>
                  <a:lnTo>
                    <a:pt x="575" y="455"/>
                  </a:lnTo>
                  <a:lnTo>
                    <a:pt x="580" y="459"/>
                  </a:lnTo>
                  <a:lnTo>
                    <a:pt x="584" y="462"/>
                  </a:lnTo>
                  <a:lnTo>
                    <a:pt x="590" y="463"/>
                  </a:lnTo>
                  <a:lnTo>
                    <a:pt x="600" y="461"/>
                  </a:lnTo>
                  <a:lnTo>
                    <a:pt x="611" y="458"/>
                  </a:lnTo>
                  <a:lnTo>
                    <a:pt x="621" y="460"/>
                  </a:lnTo>
                  <a:lnTo>
                    <a:pt x="624" y="466"/>
                  </a:lnTo>
                  <a:lnTo>
                    <a:pt x="621" y="474"/>
                  </a:lnTo>
                  <a:lnTo>
                    <a:pt x="618" y="482"/>
                  </a:lnTo>
                  <a:lnTo>
                    <a:pt x="618" y="488"/>
                  </a:lnTo>
                  <a:lnTo>
                    <a:pt x="621" y="492"/>
                  </a:lnTo>
                  <a:lnTo>
                    <a:pt x="625" y="497"/>
                  </a:lnTo>
                  <a:lnTo>
                    <a:pt x="627" y="501"/>
                  </a:lnTo>
                  <a:lnTo>
                    <a:pt x="629" y="506"/>
                  </a:lnTo>
                  <a:close/>
                </a:path>
              </a:pathLst>
            </a:custGeom>
            <a:solidFill>
              <a:srgbClr val="59A3CD">
                <a:alpha val="12900"/>
              </a:srgbClr>
            </a:solidFill>
            <a:ln>
              <a:noFill/>
            </a:ln>
          </p:spPr>
          <p:txBody>
            <a:bodyPr anchor="ctr"/>
            <a:lstStyle/>
            <a:p>
              <a:pPr algn="ctr">
                <a:buNone/>
              </a:pPr>
            </a:p>
          </p:txBody>
        </p:sp>
        <p:sp>
          <p:nvSpPr>
            <p:cNvPr id="689" name="addition:spatial:71"/>
            <p:cNvSpPr>
              <a:spLocks noGrp="1"/>
            </p:cNvSpPr>
            <p:nvPr/>
          </p:nvSpPr>
          <p:spPr>
            <a:xfrm>
              <a:off x="5648325" y="1666875"/>
              <a:ext cx="828675" cy="972693"/>
            </a:xfrm>
            <a:custGeom>
              <a:avLst/>
              <a:gdLst/>
              <a:ahLst/>
              <a:cxnLst/>
              <a:rect l="l" t="t" r="r" b="b"/>
              <a:pathLst>
                <a:path w="625" h="575">
                  <a:moveTo>
                    <a:pt x="0" y="0"/>
                  </a:moveTo>
                  <a:moveTo>
                    <a:pt x="622" y="516"/>
                  </a:moveTo>
                  <a:lnTo>
                    <a:pt x="622" y="521"/>
                  </a:lnTo>
                  <a:lnTo>
                    <a:pt x="622" y="525"/>
                  </a:lnTo>
                  <a:lnTo>
                    <a:pt x="624" y="530"/>
                  </a:lnTo>
                  <a:lnTo>
                    <a:pt x="625" y="535"/>
                  </a:lnTo>
                  <a:lnTo>
                    <a:pt x="622" y="540"/>
                  </a:lnTo>
                  <a:lnTo>
                    <a:pt x="617" y="543"/>
                  </a:lnTo>
                  <a:lnTo>
                    <a:pt x="613" y="546"/>
                  </a:lnTo>
                  <a:lnTo>
                    <a:pt x="610" y="550"/>
                  </a:lnTo>
                  <a:lnTo>
                    <a:pt x="607" y="555"/>
                  </a:lnTo>
                  <a:lnTo>
                    <a:pt x="601" y="557"/>
                  </a:lnTo>
                  <a:lnTo>
                    <a:pt x="593" y="556"/>
                  </a:lnTo>
                  <a:lnTo>
                    <a:pt x="584" y="555"/>
                  </a:lnTo>
                  <a:lnTo>
                    <a:pt x="577" y="555"/>
                  </a:lnTo>
                  <a:lnTo>
                    <a:pt x="573" y="559"/>
                  </a:lnTo>
                  <a:lnTo>
                    <a:pt x="569" y="567"/>
                  </a:lnTo>
                  <a:lnTo>
                    <a:pt x="563" y="573"/>
                  </a:lnTo>
                  <a:lnTo>
                    <a:pt x="555" y="575"/>
                  </a:lnTo>
                  <a:lnTo>
                    <a:pt x="546" y="574"/>
                  </a:lnTo>
                  <a:lnTo>
                    <a:pt x="538" y="571"/>
                  </a:lnTo>
                  <a:lnTo>
                    <a:pt x="530" y="568"/>
                  </a:lnTo>
                  <a:lnTo>
                    <a:pt x="523" y="566"/>
                  </a:lnTo>
                  <a:lnTo>
                    <a:pt x="517" y="562"/>
                  </a:lnTo>
                  <a:lnTo>
                    <a:pt x="512" y="558"/>
                  </a:lnTo>
                  <a:lnTo>
                    <a:pt x="508" y="554"/>
                  </a:lnTo>
                  <a:lnTo>
                    <a:pt x="501" y="552"/>
                  </a:lnTo>
                  <a:lnTo>
                    <a:pt x="493" y="552"/>
                  </a:lnTo>
                  <a:lnTo>
                    <a:pt x="485" y="551"/>
                  </a:lnTo>
                  <a:lnTo>
                    <a:pt x="480" y="547"/>
                  </a:lnTo>
                  <a:lnTo>
                    <a:pt x="479" y="542"/>
                  </a:lnTo>
                  <a:lnTo>
                    <a:pt x="479" y="537"/>
                  </a:lnTo>
                  <a:lnTo>
                    <a:pt x="476" y="533"/>
                  </a:lnTo>
                  <a:lnTo>
                    <a:pt x="468" y="530"/>
                  </a:lnTo>
                  <a:lnTo>
                    <a:pt x="461" y="526"/>
                  </a:lnTo>
                  <a:lnTo>
                    <a:pt x="459" y="521"/>
                  </a:lnTo>
                  <a:lnTo>
                    <a:pt x="465" y="516"/>
                  </a:lnTo>
                  <a:lnTo>
                    <a:pt x="473" y="511"/>
                  </a:lnTo>
                  <a:lnTo>
                    <a:pt x="480" y="507"/>
                  </a:lnTo>
                  <a:lnTo>
                    <a:pt x="484" y="504"/>
                  </a:lnTo>
                  <a:lnTo>
                    <a:pt x="488" y="500"/>
                  </a:lnTo>
                  <a:lnTo>
                    <a:pt x="491" y="496"/>
                  </a:lnTo>
                  <a:lnTo>
                    <a:pt x="495" y="493"/>
                  </a:lnTo>
                  <a:lnTo>
                    <a:pt x="496" y="488"/>
                  </a:lnTo>
                  <a:lnTo>
                    <a:pt x="496" y="481"/>
                  </a:lnTo>
                  <a:lnTo>
                    <a:pt x="496" y="474"/>
                  </a:lnTo>
                  <a:lnTo>
                    <a:pt x="500" y="469"/>
                  </a:lnTo>
                  <a:lnTo>
                    <a:pt x="508" y="468"/>
                  </a:lnTo>
                  <a:lnTo>
                    <a:pt x="518" y="470"/>
                  </a:lnTo>
                  <a:lnTo>
                    <a:pt x="526" y="471"/>
                  </a:lnTo>
                  <a:lnTo>
                    <a:pt x="531" y="470"/>
                  </a:lnTo>
                  <a:lnTo>
                    <a:pt x="536" y="466"/>
                  </a:lnTo>
                  <a:lnTo>
                    <a:pt x="541" y="463"/>
                  </a:lnTo>
                  <a:lnTo>
                    <a:pt x="547" y="464"/>
                  </a:lnTo>
                  <a:lnTo>
                    <a:pt x="553" y="467"/>
                  </a:lnTo>
                  <a:lnTo>
                    <a:pt x="558" y="470"/>
                  </a:lnTo>
                  <a:lnTo>
                    <a:pt x="563" y="471"/>
                  </a:lnTo>
                  <a:lnTo>
                    <a:pt x="568" y="470"/>
                  </a:lnTo>
                  <a:lnTo>
                    <a:pt x="574" y="469"/>
                  </a:lnTo>
                  <a:lnTo>
                    <a:pt x="580" y="470"/>
                  </a:lnTo>
                  <a:lnTo>
                    <a:pt x="586" y="472"/>
                  </a:lnTo>
                  <a:lnTo>
                    <a:pt x="593" y="473"/>
                  </a:lnTo>
                  <a:lnTo>
                    <a:pt x="601" y="474"/>
                  </a:lnTo>
                  <a:lnTo>
                    <a:pt x="607" y="477"/>
                  </a:lnTo>
                  <a:lnTo>
                    <a:pt x="608" y="483"/>
                  </a:lnTo>
                  <a:lnTo>
                    <a:pt x="605" y="490"/>
                  </a:lnTo>
                  <a:lnTo>
                    <a:pt x="600" y="497"/>
                  </a:lnTo>
                  <a:lnTo>
                    <a:pt x="600" y="501"/>
                  </a:lnTo>
                  <a:lnTo>
                    <a:pt x="606" y="504"/>
                  </a:lnTo>
                  <a:lnTo>
                    <a:pt x="614" y="507"/>
                  </a:lnTo>
                  <a:lnTo>
                    <a:pt x="620" y="511"/>
                  </a:lnTo>
                  <a:close/>
                </a:path>
              </a:pathLst>
            </a:custGeom>
            <a:solidFill>
              <a:srgbClr val="0675B4">
                <a:alpha val="10500"/>
              </a:srgbClr>
            </a:solidFill>
            <a:ln>
              <a:noFill/>
            </a:ln>
          </p:spPr>
          <p:txBody>
            <a:bodyPr anchor="ctr"/>
            <a:lstStyle/>
            <a:p>
              <a:pPr algn="ctr">
                <a:buNone/>
              </a:pPr>
            </a:p>
          </p:txBody>
        </p:sp>
        <p:sp>
          <p:nvSpPr>
            <p:cNvPr id="690" name="addition:spatial:72"/>
            <p:cNvSpPr>
              <a:spLocks noGrp="1"/>
            </p:cNvSpPr>
            <p:nvPr/>
          </p:nvSpPr>
          <p:spPr>
            <a:xfrm>
              <a:off x="5648325" y="1666875"/>
              <a:ext cx="731886" cy="884728"/>
            </a:xfrm>
            <a:custGeom>
              <a:avLst/>
              <a:gdLst/>
              <a:ahLst/>
              <a:cxnLst/>
              <a:rect l="l" t="t" r="r" b="b"/>
              <a:pathLst>
                <a:path w="552" h="523">
                  <a:moveTo>
                    <a:pt x="0" y="0"/>
                  </a:moveTo>
                  <a:moveTo>
                    <a:pt x="552" y="498"/>
                  </a:moveTo>
                  <a:lnTo>
                    <a:pt x="552" y="501"/>
                  </a:lnTo>
                  <a:lnTo>
                    <a:pt x="550" y="502"/>
                  </a:lnTo>
                  <a:lnTo>
                    <a:pt x="549" y="504"/>
                  </a:lnTo>
                  <a:lnTo>
                    <a:pt x="549" y="506"/>
                  </a:lnTo>
                  <a:lnTo>
                    <a:pt x="550" y="508"/>
                  </a:lnTo>
                  <a:lnTo>
                    <a:pt x="551" y="511"/>
                  </a:lnTo>
                  <a:lnTo>
                    <a:pt x="549" y="513"/>
                  </a:lnTo>
                  <a:lnTo>
                    <a:pt x="545" y="513"/>
                  </a:lnTo>
                  <a:lnTo>
                    <a:pt x="541" y="513"/>
                  </a:lnTo>
                  <a:lnTo>
                    <a:pt x="538" y="513"/>
                  </a:lnTo>
                  <a:lnTo>
                    <a:pt x="536" y="514"/>
                  </a:lnTo>
                  <a:lnTo>
                    <a:pt x="534" y="516"/>
                  </a:lnTo>
                  <a:lnTo>
                    <a:pt x="532" y="517"/>
                  </a:lnTo>
                  <a:lnTo>
                    <a:pt x="530" y="518"/>
                  </a:lnTo>
                  <a:lnTo>
                    <a:pt x="527" y="520"/>
                  </a:lnTo>
                  <a:lnTo>
                    <a:pt x="524" y="522"/>
                  </a:lnTo>
                  <a:lnTo>
                    <a:pt x="521" y="523"/>
                  </a:lnTo>
                  <a:lnTo>
                    <a:pt x="517" y="523"/>
                  </a:lnTo>
                  <a:lnTo>
                    <a:pt x="514" y="521"/>
                  </a:lnTo>
                  <a:lnTo>
                    <a:pt x="511" y="519"/>
                  </a:lnTo>
                  <a:lnTo>
                    <a:pt x="509" y="517"/>
                  </a:lnTo>
                  <a:lnTo>
                    <a:pt x="506" y="516"/>
                  </a:lnTo>
                  <a:lnTo>
                    <a:pt x="503" y="517"/>
                  </a:lnTo>
                  <a:lnTo>
                    <a:pt x="499" y="517"/>
                  </a:lnTo>
                  <a:lnTo>
                    <a:pt x="497" y="515"/>
                  </a:lnTo>
                  <a:lnTo>
                    <a:pt x="496" y="513"/>
                  </a:lnTo>
                  <a:lnTo>
                    <a:pt x="495" y="511"/>
                  </a:lnTo>
                  <a:lnTo>
                    <a:pt x="493" y="510"/>
                  </a:lnTo>
                  <a:lnTo>
                    <a:pt x="490" y="509"/>
                  </a:lnTo>
                  <a:lnTo>
                    <a:pt x="487" y="508"/>
                  </a:lnTo>
                  <a:lnTo>
                    <a:pt x="486" y="507"/>
                  </a:lnTo>
                  <a:lnTo>
                    <a:pt x="485" y="505"/>
                  </a:lnTo>
                  <a:lnTo>
                    <a:pt x="484" y="503"/>
                  </a:lnTo>
                  <a:lnTo>
                    <a:pt x="484" y="501"/>
                  </a:lnTo>
                  <a:lnTo>
                    <a:pt x="484" y="498"/>
                  </a:lnTo>
                  <a:lnTo>
                    <a:pt x="487" y="496"/>
                  </a:lnTo>
                  <a:lnTo>
                    <a:pt x="492" y="495"/>
                  </a:lnTo>
                  <a:lnTo>
                    <a:pt x="495" y="494"/>
                  </a:lnTo>
                  <a:lnTo>
                    <a:pt x="496" y="492"/>
                  </a:lnTo>
                  <a:lnTo>
                    <a:pt x="495" y="490"/>
                  </a:lnTo>
                  <a:lnTo>
                    <a:pt x="493" y="487"/>
                  </a:lnTo>
                  <a:lnTo>
                    <a:pt x="494" y="485"/>
                  </a:lnTo>
                  <a:lnTo>
                    <a:pt x="496" y="483"/>
                  </a:lnTo>
                  <a:lnTo>
                    <a:pt x="499" y="482"/>
                  </a:lnTo>
                  <a:lnTo>
                    <a:pt x="501" y="481"/>
                  </a:lnTo>
                  <a:lnTo>
                    <a:pt x="503" y="480"/>
                  </a:lnTo>
                  <a:lnTo>
                    <a:pt x="505" y="478"/>
                  </a:lnTo>
                  <a:lnTo>
                    <a:pt x="508" y="478"/>
                  </a:lnTo>
                  <a:lnTo>
                    <a:pt x="511" y="478"/>
                  </a:lnTo>
                  <a:lnTo>
                    <a:pt x="513" y="478"/>
                  </a:lnTo>
                  <a:lnTo>
                    <a:pt x="516" y="478"/>
                  </a:lnTo>
                  <a:lnTo>
                    <a:pt x="518" y="477"/>
                  </a:lnTo>
                  <a:lnTo>
                    <a:pt x="520" y="477"/>
                  </a:lnTo>
                  <a:lnTo>
                    <a:pt x="522" y="479"/>
                  </a:lnTo>
                  <a:lnTo>
                    <a:pt x="524" y="480"/>
                  </a:lnTo>
                  <a:lnTo>
                    <a:pt x="526" y="481"/>
                  </a:lnTo>
                  <a:lnTo>
                    <a:pt x="529" y="479"/>
                  </a:lnTo>
                  <a:lnTo>
                    <a:pt x="533" y="478"/>
                  </a:lnTo>
                  <a:lnTo>
                    <a:pt x="537" y="477"/>
                  </a:lnTo>
                  <a:lnTo>
                    <a:pt x="539" y="479"/>
                  </a:lnTo>
                  <a:lnTo>
                    <a:pt x="540" y="481"/>
                  </a:lnTo>
                  <a:lnTo>
                    <a:pt x="540" y="484"/>
                  </a:lnTo>
                  <a:lnTo>
                    <a:pt x="540" y="486"/>
                  </a:lnTo>
                  <a:lnTo>
                    <a:pt x="542" y="488"/>
                  </a:lnTo>
                  <a:lnTo>
                    <a:pt x="543" y="490"/>
                  </a:lnTo>
                  <a:lnTo>
                    <a:pt x="543" y="492"/>
                  </a:lnTo>
                  <a:lnTo>
                    <a:pt x="544" y="493"/>
                  </a:lnTo>
                  <a:lnTo>
                    <a:pt x="546" y="495"/>
                  </a:lnTo>
                  <a:lnTo>
                    <a:pt x="549" y="497"/>
                  </a:lnTo>
                  <a:close/>
                </a:path>
              </a:pathLst>
            </a:custGeom>
            <a:solidFill>
              <a:srgbClr val="59A3CD">
                <a:alpha val="9600"/>
              </a:srgbClr>
            </a:solidFill>
            <a:ln>
              <a:noFill/>
            </a:ln>
          </p:spPr>
          <p:txBody>
            <a:bodyPr anchor="ctr"/>
            <a:lstStyle/>
            <a:p>
              <a:pPr algn="ctr">
                <a:buNone/>
              </a:pPr>
            </a:p>
          </p:txBody>
        </p:sp>
        <p:sp>
          <p:nvSpPr>
            <p:cNvPr id="691" name="addition:spatial:73"/>
            <p:cNvSpPr>
              <a:spLocks noGrp="1"/>
            </p:cNvSpPr>
            <p:nvPr/>
          </p:nvSpPr>
          <p:spPr>
            <a:xfrm>
              <a:off x="5648325" y="1666875"/>
              <a:ext cx="765033" cy="855970"/>
            </a:xfrm>
            <a:custGeom>
              <a:avLst/>
              <a:gdLst/>
              <a:ahLst/>
              <a:cxnLst/>
              <a:rect l="l" t="t" r="r" b="b"/>
              <a:pathLst>
                <a:path w="577" h="506">
                  <a:moveTo>
                    <a:pt x="0" y="0"/>
                  </a:moveTo>
                  <a:moveTo>
                    <a:pt x="575" y="481"/>
                  </a:moveTo>
                  <a:lnTo>
                    <a:pt x="577" y="483"/>
                  </a:lnTo>
                  <a:lnTo>
                    <a:pt x="576" y="485"/>
                  </a:lnTo>
                  <a:lnTo>
                    <a:pt x="575" y="487"/>
                  </a:lnTo>
                  <a:lnTo>
                    <a:pt x="574" y="489"/>
                  </a:lnTo>
                  <a:lnTo>
                    <a:pt x="573" y="491"/>
                  </a:lnTo>
                  <a:lnTo>
                    <a:pt x="572" y="492"/>
                  </a:lnTo>
                  <a:lnTo>
                    <a:pt x="569" y="493"/>
                  </a:lnTo>
                  <a:lnTo>
                    <a:pt x="567" y="494"/>
                  </a:lnTo>
                  <a:lnTo>
                    <a:pt x="565" y="495"/>
                  </a:lnTo>
                  <a:lnTo>
                    <a:pt x="564" y="497"/>
                  </a:lnTo>
                  <a:lnTo>
                    <a:pt x="562" y="499"/>
                  </a:lnTo>
                  <a:lnTo>
                    <a:pt x="560" y="499"/>
                  </a:lnTo>
                  <a:lnTo>
                    <a:pt x="556" y="499"/>
                  </a:lnTo>
                  <a:lnTo>
                    <a:pt x="553" y="499"/>
                  </a:lnTo>
                  <a:lnTo>
                    <a:pt x="551" y="500"/>
                  </a:lnTo>
                  <a:lnTo>
                    <a:pt x="549" y="503"/>
                  </a:lnTo>
                  <a:lnTo>
                    <a:pt x="546" y="505"/>
                  </a:lnTo>
                  <a:lnTo>
                    <a:pt x="542" y="506"/>
                  </a:lnTo>
                  <a:lnTo>
                    <a:pt x="539" y="505"/>
                  </a:lnTo>
                  <a:lnTo>
                    <a:pt x="536" y="502"/>
                  </a:lnTo>
                  <a:lnTo>
                    <a:pt x="534" y="501"/>
                  </a:lnTo>
                  <a:lnTo>
                    <a:pt x="531" y="499"/>
                  </a:lnTo>
                  <a:lnTo>
                    <a:pt x="529" y="498"/>
                  </a:lnTo>
                  <a:lnTo>
                    <a:pt x="527" y="497"/>
                  </a:lnTo>
                  <a:lnTo>
                    <a:pt x="526" y="495"/>
                  </a:lnTo>
                  <a:lnTo>
                    <a:pt x="523" y="495"/>
                  </a:lnTo>
                  <a:lnTo>
                    <a:pt x="520" y="495"/>
                  </a:lnTo>
                  <a:lnTo>
                    <a:pt x="516" y="494"/>
                  </a:lnTo>
                  <a:lnTo>
                    <a:pt x="513" y="493"/>
                  </a:lnTo>
                  <a:lnTo>
                    <a:pt x="513" y="491"/>
                  </a:lnTo>
                  <a:lnTo>
                    <a:pt x="514" y="489"/>
                  </a:lnTo>
                  <a:lnTo>
                    <a:pt x="515" y="487"/>
                  </a:lnTo>
                  <a:lnTo>
                    <a:pt x="514" y="485"/>
                  </a:lnTo>
                  <a:lnTo>
                    <a:pt x="512" y="483"/>
                  </a:lnTo>
                  <a:lnTo>
                    <a:pt x="512" y="481"/>
                  </a:lnTo>
                  <a:lnTo>
                    <a:pt x="513" y="479"/>
                  </a:lnTo>
                  <a:lnTo>
                    <a:pt x="517" y="478"/>
                  </a:lnTo>
                  <a:lnTo>
                    <a:pt x="520" y="476"/>
                  </a:lnTo>
                  <a:lnTo>
                    <a:pt x="521" y="475"/>
                  </a:lnTo>
                  <a:lnTo>
                    <a:pt x="521" y="473"/>
                  </a:lnTo>
                  <a:lnTo>
                    <a:pt x="522" y="471"/>
                  </a:lnTo>
                  <a:lnTo>
                    <a:pt x="523" y="469"/>
                  </a:lnTo>
                  <a:lnTo>
                    <a:pt x="524" y="467"/>
                  </a:lnTo>
                  <a:lnTo>
                    <a:pt x="525" y="465"/>
                  </a:lnTo>
                  <a:lnTo>
                    <a:pt x="525" y="462"/>
                  </a:lnTo>
                  <a:lnTo>
                    <a:pt x="527" y="460"/>
                  </a:lnTo>
                  <a:lnTo>
                    <a:pt x="530" y="460"/>
                  </a:lnTo>
                  <a:lnTo>
                    <a:pt x="534" y="461"/>
                  </a:lnTo>
                  <a:lnTo>
                    <a:pt x="537" y="463"/>
                  </a:lnTo>
                  <a:lnTo>
                    <a:pt x="539" y="464"/>
                  </a:lnTo>
                  <a:lnTo>
                    <a:pt x="541" y="463"/>
                  </a:lnTo>
                  <a:lnTo>
                    <a:pt x="543" y="461"/>
                  </a:lnTo>
                  <a:lnTo>
                    <a:pt x="545" y="460"/>
                  </a:lnTo>
                  <a:lnTo>
                    <a:pt x="547" y="461"/>
                  </a:lnTo>
                  <a:lnTo>
                    <a:pt x="549" y="462"/>
                  </a:lnTo>
                  <a:lnTo>
                    <a:pt x="551" y="462"/>
                  </a:lnTo>
                  <a:lnTo>
                    <a:pt x="554" y="462"/>
                  </a:lnTo>
                  <a:lnTo>
                    <a:pt x="557" y="462"/>
                  </a:lnTo>
                  <a:lnTo>
                    <a:pt x="559" y="463"/>
                  </a:lnTo>
                  <a:lnTo>
                    <a:pt x="561" y="464"/>
                  </a:lnTo>
                  <a:lnTo>
                    <a:pt x="563" y="465"/>
                  </a:lnTo>
                  <a:lnTo>
                    <a:pt x="565" y="466"/>
                  </a:lnTo>
                  <a:lnTo>
                    <a:pt x="567" y="468"/>
                  </a:lnTo>
                  <a:lnTo>
                    <a:pt x="568" y="470"/>
                  </a:lnTo>
                  <a:lnTo>
                    <a:pt x="567" y="472"/>
                  </a:lnTo>
                  <a:lnTo>
                    <a:pt x="565" y="475"/>
                  </a:lnTo>
                  <a:lnTo>
                    <a:pt x="565" y="477"/>
                  </a:lnTo>
                  <a:lnTo>
                    <a:pt x="567" y="478"/>
                  </a:lnTo>
                  <a:lnTo>
                    <a:pt x="572" y="479"/>
                  </a:lnTo>
                  <a:close/>
                </a:path>
              </a:pathLst>
            </a:custGeom>
            <a:solidFill>
              <a:srgbClr val="59A3CD">
                <a:alpha val="9600"/>
              </a:srgbClr>
            </a:solidFill>
            <a:ln>
              <a:noFill/>
            </a:ln>
          </p:spPr>
          <p:txBody>
            <a:bodyPr anchor="ctr"/>
            <a:lstStyle/>
            <a:p>
              <a:pPr algn="ctr">
                <a:buNone/>
              </a:pPr>
            </a:p>
          </p:txBody>
        </p:sp>
        <p:sp>
          <p:nvSpPr>
            <p:cNvPr id="692" name="addition:spatial:74"/>
            <p:cNvSpPr>
              <a:spLocks noGrp="1"/>
            </p:cNvSpPr>
            <p:nvPr/>
          </p:nvSpPr>
          <p:spPr>
            <a:xfrm>
              <a:off x="5648325" y="1666875"/>
              <a:ext cx="807461" cy="862736"/>
            </a:xfrm>
            <a:custGeom>
              <a:avLst/>
              <a:gdLst/>
              <a:ahLst/>
              <a:cxnLst/>
              <a:rect l="l" t="t" r="r" b="b"/>
              <a:pathLst>
                <a:path w="609" h="510">
                  <a:moveTo>
                    <a:pt x="0" y="0"/>
                  </a:moveTo>
                  <a:moveTo>
                    <a:pt x="609" y="486"/>
                  </a:moveTo>
                  <a:lnTo>
                    <a:pt x="609" y="488"/>
                  </a:lnTo>
                  <a:lnTo>
                    <a:pt x="608" y="490"/>
                  </a:lnTo>
                  <a:lnTo>
                    <a:pt x="608" y="492"/>
                  </a:lnTo>
                  <a:lnTo>
                    <a:pt x="607" y="494"/>
                  </a:lnTo>
                  <a:lnTo>
                    <a:pt x="604" y="496"/>
                  </a:lnTo>
                  <a:lnTo>
                    <a:pt x="600" y="497"/>
                  </a:lnTo>
                  <a:lnTo>
                    <a:pt x="596" y="497"/>
                  </a:lnTo>
                  <a:lnTo>
                    <a:pt x="593" y="498"/>
                  </a:lnTo>
                  <a:lnTo>
                    <a:pt x="593" y="500"/>
                  </a:lnTo>
                  <a:lnTo>
                    <a:pt x="593" y="504"/>
                  </a:lnTo>
                  <a:lnTo>
                    <a:pt x="592" y="507"/>
                  </a:lnTo>
                  <a:lnTo>
                    <a:pt x="589" y="508"/>
                  </a:lnTo>
                  <a:lnTo>
                    <a:pt x="586" y="508"/>
                  </a:lnTo>
                  <a:lnTo>
                    <a:pt x="582" y="508"/>
                  </a:lnTo>
                  <a:lnTo>
                    <a:pt x="579" y="509"/>
                  </a:lnTo>
                  <a:lnTo>
                    <a:pt x="576" y="509"/>
                  </a:lnTo>
                  <a:lnTo>
                    <a:pt x="573" y="510"/>
                  </a:lnTo>
                  <a:lnTo>
                    <a:pt x="570" y="509"/>
                  </a:lnTo>
                  <a:lnTo>
                    <a:pt x="568" y="508"/>
                  </a:lnTo>
                  <a:lnTo>
                    <a:pt x="565" y="507"/>
                  </a:lnTo>
                  <a:lnTo>
                    <a:pt x="563" y="507"/>
                  </a:lnTo>
                  <a:lnTo>
                    <a:pt x="560" y="506"/>
                  </a:lnTo>
                  <a:lnTo>
                    <a:pt x="559" y="505"/>
                  </a:lnTo>
                  <a:lnTo>
                    <a:pt x="557" y="503"/>
                  </a:lnTo>
                  <a:lnTo>
                    <a:pt x="556" y="502"/>
                  </a:lnTo>
                  <a:lnTo>
                    <a:pt x="553" y="501"/>
                  </a:lnTo>
                  <a:lnTo>
                    <a:pt x="549" y="502"/>
                  </a:lnTo>
                  <a:lnTo>
                    <a:pt x="545" y="502"/>
                  </a:lnTo>
                  <a:lnTo>
                    <a:pt x="543" y="500"/>
                  </a:lnTo>
                  <a:lnTo>
                    <a:pt x="544" y="497"/>
                  </a:lnTo>
                  <a:lnTo>
                    <a:pt x="547" y="494"/>
                  </a:lnTo>
                  <a:lnTo>
                    <a:pt x="548" y="492"/>
                  </a:lnTo>
                  <a:lnTo>
                    <a:pt x="549" y="490"/>
                  </a:lnTo>
                  <a:lnTo>
                    <a:pt x="548" y="488"/>
                  </a:lnTo>
                  <a:lnTo>
                    <a:pt x="549" y="486"/>
                  </a:lnTo>
                  <a:lnTo>
                    <a:pt x="549" y="484"/>
                  </a:lnTo>
                  <a:lnTo>
                    <a:pt x="549" y="482"/>
                  </a:lnTo>
                  <a:lnTo>
                    <a:pt x="548" y="480"/>
                  </a:lnTo>
                  <a:lnTo>
                    <a:pt x="546" y="477"/>
                  </a:lnTo>
                  <a:lnTo>
                    <a:pt x="546" y="475"/>
                  </a:lnTo>
                  <a:lnTo>
                    <a:pt x="548" y="474"/>
                  </a:lnTo>
                  <a:lnTo>
                    <a:pt x="551" y="473"/>
                  </a:lnTo>
                  <a:lnTo>
                    <a:pt x="553" y="471"/>
                  </a:lnTo>
                  <a:lnTo>
                    <a:pt x="553" y="469"/>
                  </a:lnTo>
                  <a:lnTo>
                    <a:pt x="553" y="466"/>
                  </a:lnTo>
                  <a:lnTo>
                    <a:pt x="555" y="465"/>
                  </a:lnTo>
                  <a:lnTo>
                    <a:pt x="558" y="465"/>
                  </a:lnTo>
                  <a:lnTo>
                    <a:pt x="562" y="466"/>
                  </a:lnTo>
                  <a:lnTo>
                    <a:pt x="565" y="467"/>
                  </a:lnTo>
                  <a:lnTo>
                    <a:pt x="567" y="467"/>
                  </a:lnTo>
                  <a:lnTo>
                    <a:pt x="568" y="466"/>
                  </a:lnTo>
                  <a:lnTo>
                    <a:pt x="570" y="464"/>
                  </a:lnTo>
                  <a:lnTo>
                    <a:pt x="573" y="463"/>
                  </a:lnTo>
                  <a:lnTo>
                    <a:pt x="576" y="463"/>
                  </a:lnTo>
                  <a:lnTo>
                    <a:pt x="579" y="462"/>
                  </a:lnTo>
                  <a:lnTo>
                    <a:pt x="582" y="461"/>
                  </a:lnTo>
                  <a:lnTo>
                    <a:pt x="586" y="462"/>
                  </a:lnTo>
                  <a:lnTo>
                    <a:pt x="588" y="464"/>
                  </a:lnTo>
                  <a:lnTo>
                    <a:pt x="589" y="467"/>
                  </a:lnTo>
                  <a:lnTo>
                    <a:pt x="590" y="470"/>
                  </a:lnTo>
                  <a:lnTo>
                    <a:pt x="592" y="471"/>
                  </a:lnTo>
                  <a:lnTo>
                    <a:pt x="595" y="472"/>
                  </a:lnTo>
                  <a:lnTo>
                    <a:pt x="599" y="473"/>
                  </a:lnTo>
                  <a:lnTo>
                    <a:pt x="601" y="474"/>
                  </a:lnTo>
                  <a:lnTo>
                    <a:pt x="601" y="476"/>
                  </a:lnTo>
                  <a:lnTo>
                    <a:pt x="601" y="479"/>
                  </a:lnTo>
                  <a:lnTo>
                    <a:pt x="603" y="480"/>
                  </a:lnTo>
                  <a:lnTo>
                    <a:pt x="605" y="482"/>
                  </a:lnTo>
                  <a:lnTo>
                    <a:pt x="608" y="484"/>
                  </a:lnTo>
                  <a:close/>
                </a:path>
              </a:pathLst>
            </a:custGeom>
            <a:solidFill>
              <a:srgbClr val="59A3CD">
                <a:alpha val="9600"/>
              </a:srgbClr>
            </a:solidFill>
            <a:ln>
              <a:noFill/>
            </a:ln>
          </p:spPr>
          <p:txBody>
            <a:bodyPr anchor="ctr"/>
            <a:lstStyle/>
            <a:p>
              <a:pPr algn="ctr">
                <a:buNone/>
              </a:pPr>
            </a:p>
          </p:txBody>
        </p:sp>
        <p:sp>
          <p:nvSpPr>
            <p:cNvPr id="693" name="addition:spatial:75"/>
            <p:cNvSpPr>
              <a:spLocks noGrp="1"/>
            </p:cNvSpPr>
            <p:nvPr/>
          </p:nvSpPr>
          <p:spPr>
            <a:xfrm>
              <a:off x="5648325" y="1666875"/>
              <a:ext cx="840608" cy="896569"/>
            </a:xfrm>
            <a:custGeom>
              <a:avLst/>
              <a:gdLst/>
              <a:ahLst/>
              <a:cxnLst/>
              <a:rect l="l" t="t" r="r" b="b"/>
              <a:pathLst>
                <a:path w="634" h="530">
                  <a:moveTo>
                    <a:pt x="0" y="0"/>
                  </a:moveTo>
                  <a:moveTo>
                    <a:pt x="626" y="505"/>
                  </a:moveTo>
                  <a:lnTo>
                    <a:pt x="625" y="507"/>
                  </a:lnTo>
                  <a:lnTo>
                    <a:pt x="624" y="509"/>
                  </a:lnTo>
                  <a:lnTo>
                    <a:pt x="623" y="511"/>
                  </a:lnTo>
                  <a:lnTo>
                    <a:pt x="623" y="513"/>
                  </a:lnTo>
                  <a:lnTo>
                    <a:pt x="623" y="515"/>
                  </a:lnTo>
                  <a:lnTo>
                    <a:pt x="624" y="518"/>
                  </a:lnTo>
                  <a:lnTo>
                    <a:pt x="625" y="521"/>
                  </a:lnTo>
                  <a:lnTo>
                    <a:pt x="623" y="523"/>
                  </a:lnTo>
                  <a:lnTo>
                    <a:pt x="620" y="524"/>
                  </a:lnTo>
                  <a:lnTo>
                    <a:pt x="616" y="524"/>
                  </a:lnTo>
                  <a:lnTo>
                    <a:pt x="613" y="525"/>
                  </a:lnTo>
                  <a:lnTo>
                    <a:pt x="611" y="526"/>
                  </a:lnTo>
                  <a:lnTo>
                    <a:pt x="610" y="528"/>
                  </a:lnTo>
                  <a:lnTo>
                    <a:pt x="608" y="530"/>
                  </a:lnTo>
                  <a:lnTo>
                    <a:pt x="605" y="529"/>
                  </a:lnTo>
                  <a:lnTo>
                    <a:pt x="602" y="527"/>
                  </a:lnTo>
                  <a:lnTo>
                    <a:pt x="600" y="526"/>
                  </a:lnTo>
                  <a:lnTo>
                    <a:pt x="598" y="527"/>
                  </a:lnTo>
                  <a:lnTo>
                    <a:pt x="595" y="528"/>
                  </a:lnTo>
                  <a:lnTo>
                    <a:pt x="592" y="529"/>
                  </a:lnTo>
                  <a:lnTo>
                    <a:pt x="589" y="529"/>
                  </a:lnTo>
                  <a:lnTo>
                    <a:pt x="586" y="529"/>
                  </a:lnTo>
                  <a:lnTo>
                    <a:pt x="583" y="529"/>
                  </a:lnTo>
                  <a:lnTo>
                    <a:pt x="579" y="529"/>
                  </a:lnTo>
                  <a:lnTo>
                    <a:pt x="576" y="527"/>
                  </a:lnTo>
                  <a:lnTo>
                    <a:pt x="575" y="524"/>
                  </a:lnTo>
                  <a:lnTo>
                    <a:pt x="576" y="520"/>
                  </a:lnTo>
                  <a:lnTo>
                    <a:pt x="577" y="517"/>
                  </a:lnTo>
                  <a:lnTo>
                    <a:pt x="575" y="516"/>
                  </a:lnTo>
                  <a:lnTo>
                    <a:pt x="571" y="515"/>
                  </a:lnTo>
                  <a:lnTo>
                    <a:pt x="567" y="514"/>
                  </a:lnTo>
                  <a:lnTo>
                    <a:pt x="565" y="512"/>
                  </a:lnTo>
                  <a:lnTo>
                    <a:pt x="564" y="509"/>
                  </a:lnTo>
                  <a:lnTo>
                    <a:pt x="564" y="507"/>
                  </a:lnTo>
                  <a:lnTo>
                    <a:pt x="563" y="505"/>
                  </a:lnTo>
                  <a:lnTo>
                    <a:pt x="562" y="503"/>
                  </a:lnTo>
                  <a:lnTo>
                    <a:pt x="561" y="500"/>
                  </a:lnTo>
                  <a:lnTo>
                    <a:pt x="561" y="498"/>
                  </a:lnTo>
                  <a:lnTo>
                    <a:pt x="563" y="496"/>
                  </a:lnTo>
                  <a:lnTo>
                    <a:pt x="564" y="494"/>
                  </a:lnTo>
                  <a:lnTo>
                    <a:pt x="566" y="492"/>
                  </a:lnTo>
                  <a:lnTo>
                    <a:pt x="567" y="490"/>
                  </a:lnTo>
                  <a:lnTo>
                    <a:pt x="570" y="489"/>
                  </a:lnTo>
                  <a:lnTo>
                    <a:pt x="575" y="489"/>
                  </a:lnTo>
                  <a:lnTo>
                    <a:pt x="579" y="489"/>
                  </a:lnTo>
                  <a:lnTo>
                    <a:pt x="581" y="488"/>
                  </a:lnTo>
                  <a:lnTo>
                    <a:pt x="582" y="485"/>
                  </a:lnTo>
                  <a:lnTo>
                    <a:pt x="583" y="481"/>
                  </a:lnTo>
                  <a:lnTo>
                    <a:pt x="585" y="478"/>
                  </a:lnTo>
                  <a:lnTo>
                    <a:pt x="589" y="478"/>
                  </a:lnTo>
                  <a:lnTo>
                    <a:pt x="593" y="478"/>
                  </a:lnTo>
                  <a:lnTo>
                    <a:pt x="597" y="479"/>
                  </a:lnTo>
                  <a:lnTo>
                    <a:pt x="600" y="480"/>
                  </a:lnTo>
                  <a:lnTo>
                    <a:pt x="604" y="480"/>
                  </a:lnTo>
                  <a:lnTo>
                    <a:pt x="607" y="482"/>
                  </a:lnTo>
                  <a:lnTo>
                    <a:pt x="609" y="483"/>
                  </a:lnTo>
                  <a:lnTo>
                    <a:pt x="612" y="485"/>
                  </a:lnTo>
                  <a:lnTo>
                    <a:pt x="614" y="485"/>
                  </a:lnTo>
                  <a:lnTo>
                    <a:pt x="618" y="485"/>
                  </a:lnTo>
                  <a:lnTo>
                    <a:pt x="621" y="486"/>
                  </a:lnTo>
                  <a:lnTo>
                    <a:pt x="622" y="487"/>
                  </a:lnTo>
                  <a:lnTo>
                    <a:pt x="623" y="490"/>
                  </a:lnTo>
                  <a:lnTo>
                    <a:pt x="624" y="492"/>
                  </a:lnTo>
                  <a:lnTo>
                    <a:pt x="626" y="493"/>
                  </a:lnTo>
                  <a:lnTo>
                    <a:pt x="630" y="493"/>
                  </a:lnTo>
                  <a:lnTo>
                    <a:pt x="634" y="495"/>
                  </a:lnTo>
                  <a:lnTo>
                    <a:pt x="634" y="497"/>
                  </a:lnTo>
                  <a:lnTo>
                    <a:pt x="632" y="500"/>
                  </a:lnTo>
                  <a:lnTo>
                    <a:pt x="628" y="503"/>
                  </a:lnTo>
                  <a:close/>
                </a:path>
              </a:pathLst>
            </a:custGeom>
            <a:solidFill>
              <a:srgbClr val="59A3CD">
                <a:alpha val="9600"/>
              </a:srgbClr>
            </a:solidFill>
            <a:ln>
              <a:noFill/>
            </a:ln>
          </p:spPr>
          <p:txBody>
            <a:bodyPr anchor="ctr"/>
            <a:lstStyle/>
            <a:p>
              <a:pPr algn="ctr">
                <a:buNone/>
              </a:pPr>
            </a:p>
          </p:txBody>
        </p:sp>
        <p:sp>
          <p:nvSpPr>
            <p:cNvPr id="694" name="addition:spatial:76"/>
            <p:cNvSpPr>
              <a:spLocks noGrp="1"/>
            </p:cNvSpPr>
            <p:nvPr/>
          </p:nvSpPr>
          <p:spPr>
            <a:xfrm>
              <a:off x="5648325" y="1666875"/>
              <a:ext cx="822046" cy="933785"/>
            </a:xfrm>
            <a:custGeom>
              <a:avLst/>
              <a:gdLst/>
              <a:ahLst/>
              <a:cxnLst/>
              <a:rect l="l" t="t" r="r" b="b"/>
              <a:pathLst>
                <a:path w="620" h="552">
                  <a:moveTo>
                    <a:pt x="0" y="0"/>
                  </a:moveTo>
                  <a:moveTo>
                    <a:pt x="616" y="526"/>
                  </a:moveTo>
                  <a:lnTo>
                    <a:pt x="615" y="528"/>
                  </a:lnTo>
                  <a:lnTo>
                    <a:pt x="612" y="530"/>
                  </a:lnTo>
                  <a:lnTo>
                    <a:pt x="610" y="532"/>
                  </a:lnTo>
                  <a:lnTo>
                    <a:pt x="609" y="534"/>
                  </a:lnTo>
                  <a:lnTo>
                    <a:pt x="608" y="537"/>
                  </a:lnTo>
                  <a:lnTo>
                    <a:pt x="606" y="538"/>
                  </a:lnTo>
                  <a:lnTo>
                    <a:pt x="603" y="540"/>
                  </a:lnTo>
                  <a:lnTo>
                    <a:pt x="601" y="541"/>
                  </a:lnTo>
                  <a:lnTo>
                    <a:pt x="600" y="544"/>
                  </a:lnTo>
                  <a:lnTo>
                    <a:pt x="600" y="547"/>
                  </a:lnTo>
                  <a:lnTo>
                    <a:pt x="599" y="551"/>
                  </a:lnTo>
                  <a:lnTo>
                    <a:pt x="595" y="552"/>
                  </a:lnTo>
                  <a:lnTo>
                    <a:pt x="590" y="551"/>
                  </a:lnTo>
                  <a:lnTo>
                    <a:pt x="586" y="549"/>
                  </a:lnTo>
                  <a:lnTo>
                    <a:pt x="582" y="548"/>
                  </a:lnTo>
                  <a:lnTo>
                    <a:pt x="579" y="548"/>
                  </a:lnTo>
                  <a:lnTo>
                    <a:pt x="577" y="549"/>
                  </a:lnTo>
                  <a:lnTo>
                    <a:pt x="574" y="549"/>
                  </a:lnTo>
                  <a:lnTo>
                    <a:pt x="571" y="550"/>
                  </a:lnTo>
                  <a:lnTo>
                    <a:pt x="568" y="550"/>
                  </a:lnTo>
                  <a:lnTo>
                    <a:pt x="565" y="550"/>
                  </a:lnTo>
                  <a:lnTo>
                    <a:pt x="561" y="551"/>
                  </a:lnTo>
                  <a:lnTo>
                    <a:pt x="557" y="550"/>
                  </a:lnTo>
                  <a:lnTo>
                    <a:pt x="555" y="548"/>
                  </a:lnTo>
                  <a:lnTo>
                    <a:pt x="554" y="546"/>
                  </a:lnTo>
                  <a:lnTo>
                    <a:pt x="552" y="544"/>
                  </a:lnTo>
                  <a:lnTo>
                    <a:pt x="549" y="542"/>
                  </a:lnTo>
                  <a:lnTo>
                    <a:pt x="545" y="542"/>
                  </a:lnTo>
                  <a:lnTo>
                    <a:pt x="542" y="540"/>
                  </a:lnTo>
                  <a:lnTo>
                    <a:pt x="542" y="537"/>
                  </a:lnTo>
                  <a:lnTo>
                    <a:pt x="544" y="534"/>
                  </a:lnTo>
                  <a:lnTo>
                    <a:pt x="545" y="532"/>
                  </a:lnTo>
                  <a:lnTo>
                    <a:pt x="544" y="530"/>
                  </a:lnTo>
                  <a:lnTo>
                    <a:pt x="540" y="528"/>
                  </a:lnTo>
                  <a:lnTo>
                    <a:pt x="536" y="526"/>
                  </a:lnTo>
                  <a:lnTo>
                    <a:pt x="534" y="524"/>
                  </a:lnTo>
                  <a:lnTo>
                    <a:pt x="533" y="521"/>
                  </a:lnTo>
                  <a:lnTo>
                    <a:pt x="532" y="519"/>
                  </a:lnTo>
                  <a:lnTo>
                    <a:pt x="532" y="516"/>
                  </a:lnTo>
                  <a:lnTo>
                    <a:pt x="533" y="514"/>
                  </a:lnTo>
                  <a:lnTo>
                    <a:pt x="537" y="512"/>
                  </a:lnTo>
                  <a:lnTo>
                    <a:pt x="542" y="512"/>
                  </a:lnTo>
                  <a:lnTo>
                    <a:pt x="547" y="512"/>
                  </a:lnTo>
                  <a:lnTo>
                    <a:pt x="549" y="510"/>
                  </a:lnTo>
                  <a:lnTo>
                    <a:pt x="550" y="508"/>
                  </a:lnTo>
                  <a:lnTo>
                    <a:pt x="551" y="505"/>
                  </a:lnTo>
                  <a:lnTo>
                    <a:pt x="553" y="503"/>
                  </a:lnTo>
                  <a:lnTo>
                    <a:pt x="558" y="503"/>
                  </a:lnTo>
                  <a:lnTo>
                    <a:pt x="562" y="503"/>
                  </a:lnTo>
                  <a:lnTo>
                    <a:pt x="566" y="503"/>
                  </a:lnTo>
                  <a:lnTo>
                    <a:pt x="569" y="501"/>
                  </a:lnTo>
                  <a:lnTo>
                    <a:pt x="573" y="499"/>
                  </a:lnTo>
                  <a:lnTo>
                    <a:pt x="578" y="498"/>
                  </a:lnTo>
                  <a:lnTo>
                    <a:pt x="582" y="499"/>
                  </a:lnTo>
                  <a:lnTo>
                    <a:pt x="586" y="500"/>
                  </a:lnTo>
                  <a:lnTo>
                    <a:pt x="590" y="501"/>
                  </a:lnTo>
                  <a:lnTo>
                    <a:pt x="594" y="503"/>
                  </a:lnTo>
                  <a:lnTo>
                    <a:pt x="597" y="504"/>
                  </a:lnTo>
                  <a:lnTo>
                    <a:pt x="598" y="507"/>
                  </a:lnTo>
                  <a:lnTo>
                    <a:pt x="599" y="510"/>
                  </a:lnTo>
                  <a:lnTo>
                    <a:pt x="602" y="511"/>
                  </a:lnTo>
                  <a:lnTo>
                    <a:pt x="606" y="511"/>
                  </a:lnTo>
                  <a:lnTo>
                    <a:pt x="612" y="511"/>
                  </a:lnTo>
                  <a:lnTo>
                    <a:pt x="618" y="511"/>
                  </a:lnTo>
                  <a:lnTo>
                    <a:pt x="620" y="513"/>
                  </a:lnTo>
                  <a:lnTo>
                    <a:pt x="619" y="516"/>
                  </a:lnTo>
                  <a:lnTo>
                    <a:pt x="617" y="519"/>
                  </a:lnTo>
                  <a:lnTo>
                    <a:pt x="616" y="521"/>
                  </a:lnTo>
                  <a:lnTo>
                    <a:pt x="616" y="524"/>
                  </a:lnTo>
                  <a:close/>
                </a:path>
              </a:pathLst>
            </a:custGeom>
            <a:solidFill>
              <a:srgbClr val="59A3CD">
                <a:alpha val="9600"/>
              </a:srgbClr>
            </a:solidFill>
            <a:ln>
              <a:noFill/>
            </a:ln>
          </p:spPr>
          <p:txBody>
            <a:bodyPr anchor="ctr"/>
            <a:lstStyle/>
            <a:p>
              <a:pPr algn="ctr">
                <a:buNone/>
              </a:pPr>
            </a:p>
          </p:txBody>
        </p:sp>
        <p:sp>
          <p:nvSpPr>
            <p:cNvPr id="695" name="addition:spatial:77"/>
            <p:cNvSpPr>
              <a:spLocks noGrp="1"/>
            </p:cNvSpPr>
            <p:nvPr/>
          </p:nvSpPr>
          <p:spPr>
            <a:xfrm>
              <a:off x="5648325" y="1666875"/>
              <a:ext cx="758403" cy="937169"/>
            </a:xfrm>
            <a:custGeom>
              <a:avLst/>
              <a:gdLst/>
              <a:ahLst/>
              <a:cxnLst/>
              <a:rect l="l" t="t" r="r" b="b"/>
              <a:pathLst>
                <a:path w="572" h="554">
                  <a:moveTo>
                    <a:pt x="0" y="0"/>
                  </a:moveTo>
                  <a:moveTo>
                    <a:pt x="571" y="528"/>
                  </a:moveTo>
                  <a:lnTo>
                    <a:pt x="571" y="531"/>
                  </a:lnTo>
                  <a:lnTo>
                    <a:pt x="568" y="533"/>
                  </a:lnTo>
                  <a:lnTo>
                    <a:pt x="565" y="534"/>
                  </a:lnTo>
                  <a:lnTo>
                    <a:pt x="562" y="536"/>
                  </a:lnTo>
                  <a:lnTo>
                    <a:pt x="562" y="538"/>
                  </a:lnTo>
                  <a:lnTo>
                    <a:pt x="565" y="541"/>
                  </a:lnTo>
                  <a:lnTo>
                    <a:pt x="566" y="544"/>
                  </a:lnTo>
                  <a:lnTo>
                    <a:pt x="566" y="547"/>
                  </a:lnTo>
                  <a:lnTo>
                    <a:pt x="563" y="548"/>
                  </a:lnTo>
                  <a:lnTo>
                    <a:pt x="559" y="549"/>
                  </a:lnTo>
                  <a:lnTo>
                    <a:pt x="556" y="549"/>
                  </a:lnTo>
                  <a:lnTo>
                    <a:pt x="553" y="550"/>
                  </a:lnTo>
                  <a:lnTo>
                    <a:pt x="551" y="550"/>
                  </a:lnTo>
                  <a:lnTo>
                    <a:pt x="548" y="550"/>
                  </a:lnTo>
                  <a:lnTo>
                    <a:pt x="545" y="549"/>
                  </a:lnTo>
                  <a:lnTo>
                    <a:pt x="543" y="550"/>
                  </a:lnTo>
                  <a:lnTo>
                    <a:pt x="541" y="552"/>
                  </a:lnTo>
                  <a:lnTo>
                    <a:pt x="538" y="554"/>
                  </a:lnTo>
                  <a:lnTo>
                    <a:pt x="535" y="554"/>
                  </a:lnTo>
                  <a:lnTo>
                    <a:pt x="532" y="553"/>
                  </a:lnTo>
                  <a:lnTo>
                    <a:pt x="530" y="551"/>
                  </a:lnTo>
                  <a:lnTo>
                    <a:pt x="527" y="550"/>
                  </a:lnTo>
                  <a:lnTo>
                    <a:pt x="524" y="550"/>
                  </a:lnTo>
                  <a:lnTo>
                    <a:pt x="519" y="551"/>
                  </a:lnTo>
                  <a:lnTo>
                    <a:pt x="516" y="550"/>
                  </a:lnTo>
                  <a:lnTo>
                    <a:pt x="514" y="548"/>
                  </a:lnTo>
                  <a:lnTo>
                    <a:pt x="514" y="544"/>
                  </a:lnTo>
                  <a:lnTo>
                    <a:pt x="513" y="542"/>
                  </a:lnTo>
                  <a:lnTo>
                    <a:pt x="512" y="540"/>
                  </a:lnTo>
                  <a:lnTo>
                    <a:pt x="510" y="538"/>
                  </a:lnTo>
                  <a:lnTo>
                    <a:pt x="509" y="536"/>
                  </a:lnTo>
                  <a:lnTo>
                    <a:pt x="507" y="534"/>
                  </a:lnTo>
                  <a:lnTo>
                    <a:pt x="505" y="532"/>
                  </a:lnTo>
                  <a:lnTo>
                    <a:pt x="501" y="531"/>
                  </a:lnTo>
                  <a:lnTo>
                    <a:pt x="497" y="528"/>
                  </a:lnTo>
                  <a:lnTo>
                    <a:pt x="495" y="526"/>
                  </a:lnTo>
                  <a:lnTo>
                    <a:pt x="496" y="523"/>
                  </a:lnTo>
                  <a:lnTo>
                    <a:pt x="500" y="522"/>
                  </a:lnTo>
                  <a:lnTo>
                    <a:pt x="504" y="520"/>
                  </a:lnTo>
                  <a:lnTo>
                    <a:pt x="506" y="519"/>
                  </a:lnTo>
                  <a:lnTo>
                    <a:pt x="507" y="516"/>
                  </a:lnTo>
                  <a:lnTo>
                    <a:pt x="507" y="514"/>
                  </a:lnTo>
                  <a:lnTo>
                    <a:pt x="509" y="512"/>
                  </a:lnTo>
                  <a:lnTo>
                    <a:pt x="513" y="511"/>
                  </a:lnTo>
                  <a:lnTo>
                    <a:pt x="516" y="511"/>
                  </a:lnTo>
                  <a:lnTo>
                    <a:pt x="519" y="509"/>
                  </a:lnTo>
                  <a:lnTo>
                    <a:pt x="521" y="507"/>
                  </a:lnTo>
                  <a:lnTo>
                    <a:pt x="524" y="506"/>
                  </a:lnTo>
                  <a:lnTo>
                    <a:pt x="527" y="504"/>
                  </a:lnTo>
                  <a:lnTo>
                    <a:pt x="530" y="504"/>
                  </a:lnTo>
                  <a:lnTo>
                    <a:pt x="534" y="503"/>
                  </a:lnTo>
                  <a:lnTo>
                    <a:pt x="538" y="501"/>
                  </a:lnTo>
                  <a:lnTo>
                    <a:pt x="541" y="500"/>
                  </a:lnTo>
                  <a:lnTo>
                    <a:pt x="545" y="501"/>
                  </a:lnTo>
                  <a:lnTo>
                    <a:pt x="548" y="505"/>
                  </a:lnTo>
                  <a:lnTo>
                    <a:pt x="550" y="508"/>
                  </a:lnTo>
                  <a:lnTo>
                    <a:pt x="551" y="510"/>
                  </a:lnTo>
                  <a:lnTo>
                    <a:pt x="554" y="510"/>
                  </a:lnTo>
                  <a:lnTo>
                    <a:pt x="558" y="509"/>
                  </a:lnTo>
                  <a:lnTo>
                    <a:pt x="562" y="509"/>
                  </a:lnTo>
                  <a:lnTo>
                    <a:pt x="565" y="510"/>
                  </a:lnTo>
                  <a:lnTo>
                    <a:pt x="567" y="512"/>
                  </a:lnTo>
                  <a:lnTo>
                    <a:pt x="568" y="513"/>
                  </a:lnTo>
                  <a:lnTo>
                    <a:pt x="570" y="515"/>
                  </a:lnTo>
                  <a:lnTo>
                    <a:pt x="572" y="517"/>
                  </a:lnTo>
                  <a:lnTo>
                    <a:pt x="572" y="519"/>
                  </a:lnTo>
                  <a:lnTo>
                    <a:pt x="571" y="522"/>
                  </a:lnTo>
                  <a:lnTo>
                    <a:pt x="570" y="524"/>
                  </a:lnTo>
                  <a:lnTo>
                    <a:pt x="570" y="526"/>
                  </a:lnTo>
                  <a:close/>
                </a:path>
              </a:pathLst>
            </a:custGeom>
            <a:solidFill>
              <a:srgbClr val="59A3CD">
                <a:alpha val="9600"/>
              </a:srgbClr>
            </a:solidFill>
            <a:ln>
              <a:noFill/>
            </a:ln>
          </p:spPr>
          <p:txBody>
            <a:bodyPr anchor="ctr"/>
            <a:lstStyle/>
            <a:p>
              <a:pPr algn="ctr">
                <a:buNone/>
              </a:pPr>
            </a:p>
          </p:txBody>
        </p:sp>
        <p:sp>
          <p:nvSpPr>
            <p:cNvPr id="696" name="addition:spatial:78"/>
            <p:cNvSpPr>
              <a:spLocks noGrp="1"/>
            </p:cNvSpPr>
            <p:nvPr/>
          </p:nvSpPr>
          <p:spPr>
            <a:xfrm>
              <a:off x="5648325" y="1666875"/>
              <a:ext cx="709346" cy="918561"/>
            </a:xfrm>
            <a:custGeom>
              <a:avLst/>
              <a:gdLst/>
              <a:ahLst/>
              <a:cxnLst/>
              <a:rect l="l" t="t" r="r" b="b"/>
              <a:pathLst>
                <a:path w="535" h="543">
                  <a:moveTo>
                    <a:pt x="0" y="0"/>
                  </a:moveTo>
                  <a:moveTo>
                    <a:pt x="530" y="519"/>
                  </a:moveTo>
                  <a:lnTo>
                    <a:pt x="532" y="521"/>
                  </a:lnTo>
                  <a:lnTo>
                    <a:pt x="533" y="523"/>
                  </a:lnTo>
                  <a:lnTo>
                    <a:pt x="532" y="525"/>
                  </a:lnTo>
                  <a:lnTo>
                    <a:pt x="530" y="526"/>
                  </a:lnTo>
                  <a:lnTo>
                    <a:pt x="529" y="528"/>
                  </a:lnTo>
                  <a:lnTo>
                    <a:pt x="529" y="530"/>
                  </a:lnTo>
                  <a:lnTo>
                    <a:pt x="530" y="532"/>
                  </a:lnTo>
                  <a:lnTo>
                    <a:pt x="529" y="535"/>
                  </a:lnTo>
                  <a:lnTo>
                    <a:pt x="528" y="536"/>
                  </a:lnTo>
                  <a:lnTo>
                    <a:pt x="525" y="537"/>
                  </a:lnTo>
                  <a:lnTo>
                    <a:pt x="523" y="537"/>
                  </a:lnTo>
                  <a:lnTo>
                    <a:pt x="521" y="538"/>
                  </a:lnTo>
                  <a:lnTo>
                    <a:pt x="519" y="538"/>
                  </a:lnTo>
                  <a:lnTo>
                    <a:pt x="516" y="538"/>
                  </a:lnTo>
                  <a:lnTo>
                    <a:pt x="514" y="537"/>
                  </a:lnTo>
                  <a:lnTo>
                    <a:pt x="512" y="536"/>
                  </a:lnTo>
                  <a:lnTo>
                    <a:pt x="511" y="538"/>
                  </a:lnTo>
                  <a:lnTo>
                    <a:pt x="508" y="540"/>
                  </a:lnTo>
                  <a:lnTo>
                    <a:pt x="505" y="543"/>
                  </a:lnTo>
                  <a:lnTo>
                    <a:pt x="503" y="543"/>
                  </a:lnTo>
                  <a:lnTo>
                    <a:pt x="500" y="541"/>
                  </a:lnTo>
                  <a:lnTo>
                    <a:pt x="498" y="539"/>
                  </a:lnTo>
                  <a:lnTo>
                    <a:pt x="496" y="538"/>
                  </a:lnTo>
                  <a:lnTo>
                    <a:pt x="494" y="537"/>
                  </a:lnTo>
                  <a:lnTo>
                    <a:pt x="491" y="536"/>
                  </a:lnTo>
                  <a:lnTo>
                    <a:pt x="489" y="534"/>
                  </a:lnTo>
                  <a:lnTo>
                    <a:pt x="488" y="532"/>
                  </a:lnTo>
                  <a:lnTo>
                    <a:pt x="487" y="531"/>
                  </a:lnTo>
                  <a:lnTo>
                    <a:pt x="485" y="529"/>
                  </a:lnTo>
                  <a:lnTo>
                    <a:pt x="483" y="528"/>
                  </a:lnTo>
                  <a:lnTo>
                    <a:pt x="481" y="527"/>
                  </a:lnTo>
                  <a:lnTo>
                    <a:pt x="481" y="525"/>
                  </a:lnTo>
                  <a:lnTo>
                    <a:pt x="481" y="523"/>
                  </a:lnTo>
                  <a:lnTo>
                    <a:pt x="479" y="521"/>
                  </a:lnTo>
                  <a:lnTo>
                    <a:pt x="476" y="519"/>
                  </a:lnTo>
                  <a:lnTo>
                    <a:pt x="473" y="517"/>
                  </a:lnTo>
                  <a:lnTo>
                    <a:pt x="473" y="515"/>
                  </a:lnTo>
                  <a:lnTo>
                    <a:pt x="475" y="513"/>
                  </a:lnTo>
                  <a:lnTo>
                    <a:pt x="479" y="512"/>
                  </a:lnTo>
                  <a:lnTo>
                    <a:pt x="483" y="511"/>
                  </a:lnTo>
                  <a:lnTo>
                    <a:pt x="485" y="510"/>
                  </a:lnTo>
                  <a:lnTo>
                    <a:pt x="486" y="508"/>
                  </a:lnTo>
                  <a:lnTo>
                    <a:pt x="487" y="507"/>
                  </a:lnTo>
                  <a:lnTo>
                    <a:pt x="489" y="505"/>
                  </a:lnTo>
                  <a:lnTo>
                    <a:pt x="491" y="504"/>
                  </a:lnTo>
                  <a:lnTo>
                    <a:pt x="492" y="502"/>
                  </a:lnTo>
                  <a:lnTo>
                    <a:pt x="494" y="500"/>
                  </a:lnTo>
                  <a:lnTo>
                    <a:pt x="496" y="498"/>
                  </a:lnTo>
                  <a:lnTo>
                    <a:pt x="499" y="498"/>
                  </a:lnTo>
                  <a:lnTo>
                    <a:pt x="503" y="498"/>
                  </a:lnTo>
                  <a:lnTo>
                    <a:pt x="506" y="499"/>
                  </a:lnTo>
                  <a:lnTo>
                    <a:pt x="508" y="499"/>
                  </a:lnTo>
                  <a:lnTo>
                    <a:pt x="511" y="498"/>
                  </a:lnTo>
                  <a:lnTo>
                    <a:pt x="514" y="497"/>
                  </a:lnTo>
                  <a:lnTo>
                    <a:pt x="516" y="498"/>
                  </a:lnTo>
                  <a:lnTo>
                    <a:pt x="518" y="501"/>
                  </a:lnTo>
                  <a:lnTo>
                    <a:pt x="519" y="503"/>
                  </a:lnTo>
                  <a:lnTo>
                    <a:pt x="520" y="504"/>
                  </a:lnTo>
                  <a:lnTo>
                    <a:pt x="523" y="504"/>
                  </a:lnTo>
                  <a:lnTo>
                    <a:pt x="526" y="503"/>
                  </a:lnTo>
                  <a:lnTo>
                    <a:pt x="528" y="504"/>
                  </a:lnTo>
                  <a:lnTo>
                    <a:pt x="530" y="505"/>
                  </a:lnTo>
                  <a:lnTo>
                    <a:pt x="532" y="506"/>
                  </a:lnTo>
                  <a:lnTo>
                    <a:pt x="534" y="507"/>
                  </a:lnTo>
                  <a:lnTo>
                    <a:pt x="535" y="509"/>
                  </a:lnTo>
                  <a:lnTo>
                    <a:pt x="535" y="511"/>
                  </a:lnTo>
                  <a:lnTo>
                    <a:pt x="533" y="514"/>
                  </a:lnTo>
                  <a:lnTo>
                    <a:pt x="530" y="516"/>
                  </a:lnTo>
                  <a:lnTo>
                    <a:pt x="529" y="518"/>
                  </a:lnTo>
                  <a:close/>
                </a:path>
              </a:pathLst>
            </a:custGeom>
            <a:solidFill>
              <a:srgbClr val="59A3CD">
                <a:alpha val="9600"/>
              </a:srgbClr>
            </a:solidFill>
            <a:ln>
              <a:noFill/>
            </a:ln>
          </p:spPr>
          <p:txBody>
            <a:bodyPr anchor="ctr"/>
            <a:lstStyle/>
            <a:p>
              <a:pPr algn="ctr">
                <a:buNone/>
              </a:pPr>
            </a:p>
          </p:txBody>
        </p:sp>
        <p:sp>
          <p:nvSpPr>
            <p:cNvPr id="697" name="addition:spatial:79"/>
            <p:cNvSpPr>
              <a:spLocks noGrp="1"/>
            </p:cNvSpPr>
            <p:nvPr/>
          </p:nvSpPr>
          <p:spPr>
            <a:xfrm>
              <a:off x="5648325" y="1666875"/>
              <a:ext cx="800832" cy="920252"/>
            </a:xfrm>
            <a:custGeom>
              <a:avLst/>
              <a:gdLst/>
              <a:ahLst/>
              <a:cxnLst/>
              <a:rect l="l" t="t" r="r" b="b"/>
              <a:pathLst>
                <a:path w="604" h="544">
                  <a:moveTo>
                    <a:pt x="0" y="0"/>
                  </a:moveTo>
                  <a:moveTo>
                    <a:pt x="602" y="516"/>
                  </a:moveTo>
                  <a:lnTo>
                    <a:pt x="599" y="518"/>
                  </a:lnTo>
                  <a:lnTo>
                    <a:pt x="595" y="520"/>
                  </a:lnTo>
                  <a:lnTo>
                    <a:pt x="593" y="522"/>
                  </a:lnTo>
                  <a:lnTo>
                    <a:pt x="593" y="525"/>
                  </a:lnTo>
                  <a:lnTo>
                    <a:pt x="593" y="528"/>
                  </a:lnTo>
                  <a:lnTo>
                    <a:pt x="592" y="530"/>
                  </a:lnTo>
                  <a:lnTo>
                    <a:pt x="588" y="531"/>
                  </a:lnTo>
                  <a:lnTo>
                    <a:pt x="583" y="532"/>
                  </a:lnTo>
                  <a:lnTo>
                    <a:pt x="580" y="533"/>
                  </a:lnTo>
                  <a:lnTo>
                    <a:pt x="579" y="536"/>
                  </a:lnTo>
                  <a:lnTo>
                    <a:pt x="578" y="540"/>
                  </a:lnTo>
                  <a:lnTo>
                    <a:pt x="576" y="543"/>
                  </a:lnTo>
                  <a:lnTo>
                    <a:pt x="572" y="544"/>
                  </a:lnTo>
                  <a:lnTo>
                    <a:pt x="567" y="543"/>
                  </a:lnTo>
                  <a:lnTo>
                    <a:pt x="563" y="542"/>
                  </a:lnTo>
                  <a:lnTo>
                    <a:pt x="559" y="542"/>
                  </a:lnTo>
                  <a:lnTo>
                    <a:pt x="556" y="541"/>
                  </a:lnTo>
                  <a:lnTo>
                    <a:pt x="553" y="540"/>
                  </a:lnTo>
                  <a:lnTo>
                    <a:pt x="551" y="539"/>
                  </a:lnTo>
                  <a:lnTo>
                    <a:pt x="548" y="538"/>
                  </a:lnTo>
                  <a:lnTo>
                    <a:pt x="545" y="540"/>
                  </a:lnTo>
                  <a:lnTo>
                    <a:pt x="540" y="542"/>
                  </a:lnTo>
                  <a:lnTo>
                    <a:pt x="536" y="543"/>
                  </a:lnTo>
                  <a:lnTo>
                    <a:pt x="533" y="541"/>
                  </a:lnTo>
                  <a:lnTo>
                    <a:pt x="531" y="538"/>
                  </a:lnTo>
                  <a:lnTo>
                    <a:pt x="531" y="535"/>
                  </a:lnTo>
                  <a:lnTo>
                    <a:pt x="529" y="533"/>
                  </a:lnTo>
                  <a:lnTo>
                    <a:pt x="526" y="532"/>
                  </a:lnTo>
                  <a:lnTo>
                    <a:pt x="522" y="530"/>
                  </a:lnTo>
                  <a:lnTo>
                    <a:pt x="521" y="528"/>
                  </a:lnTo>
                  <a:lnTo>
                    <a:pt x="522" y="525"/>
                  </a:lnTo>
                  <a:lnTo>
                    <a:pt x="523" y="522"/>
                  </a:lnTo>
                  <a:lnTo>
                    <a:pt x="523" y="520"/>
                  </a:lnTo>
                  <a:lnTo>
                    <a:pt x="521" y="518"/>
                  </a:lnTo>
                  <a:lnTo>
                    <a:pt x="520" y="516"/>
                  </a:lnTo>
                  <a:lnTo>
                    <a:pt x="519" y="514"/>
                  </a:lnTo>
                  <a:lnTo>
                    <a:pt x="519" y="511"/>
                  </a:lnTo>
                  <a:lnTo>
                    <a:pt x="517" y="509"/>
                  </a:lnTo>
                  <a:lnTo>
                    <a:pt x="514" y="505"/>
                  </a:lnTo>
                  <a:lnTo>
                    <a:pt x="512" y="502"/>
                  </a:lnTo>
                  <a:lnTo>
                    <a:pt x="513" y="499"/>
                  </a:lnTo>
                  <a:lnTo>
                    <a:pt x="519" y="499"/>
                  </a:lnTo>
                  <a:lnTo>
                    <a:pt x="525" y="499"/>
                  </a:lnTo>
                  <a:lnTo>
                    <a:pt x="529" y="499"/>
                  </a:lnTo>
                  <a:lnTo>
                    <a:pt x="531" y="497"/>
                  </a:lnTo>
                  <a:lnTo>
                    <a:pt x="532" y="495"/>
                  </a:lnTo>
                  <a:lnTo>
                    <a:pt x="534" y="493"/>
                  </a:lnTo>
                  <a:lnTo>
                    <a:pt x="537" y="491"/>
                  </a:lnTo>
                  <a:lnTo>
                    <a:pt x="541" y="491"/>
                  </a:lnTo>
                  <a:lnTo>
                    <a:pt x="545" y="490"/>
                  </a:lnTo>
                  <a:lnTo>
                    <a:pt x="548" y="489"/>
                  </a:lnTo>
                  <a:lnTo>
                    <a:pt x="552" y="487"/>
                  </a:lnTo>
                  <a:lnTo>
                    <a:pt x="557" y="487"/>
                  </a:lnTo>
                  <a:lnTo>
                    <a:pt x="561" y="488"/>
                  </a:lnTo>
                  <a:lnTo>
                    <a:pt x="565" y="489"/>
                  </a:lnTo>
                  <a:lnTo>
                    <a:pt x="570" y="489"/>
                  </a:lnTo>
                  <a:lnTo>
                    <a:pt x="575" y="489"/>
                  </a:lnTo>
                  <a:lnTo>
                    <a:pt x="579" y="490"/>
                  </a:lnTo>
                  <a:lnTo>
                    <a:pt x="582" y="493"/>
                  </a:lnTo>
                  <a:lnTo>
                    <a:pt x="582" y="497"/>
                  </a:lnTo>
                  <a:lnTo>
                    <a:pt x="582" y="500"/>
                  </a:lnTo>
                  <a:lnTo>
                    <a:pt x="585" y="501"/>
                  </a:lnTo>
                  <a:lnTo>
                    <a:pt x="590" y="501"/>
                  </a:lnTo>
                  <a:lnTo>
                    <a:pt x="596" y="502"/>
                  </a:lnTo>
                  <a:lnTo>
                    <a:pt x="601" y="503"/>
                  </a:lnTo>
                  <a:lnTo>
                    <a:pt x="603" y="505"/>
                  </a:lnTo>
                  <a:lnTo>
                    <a:pt x="603" y="508"/>
                  </a:lnTo>
                  <a:lnTo>
                    <a:pt x="604" y="511"/>
                  </a:lnTo>
                  <a:lnTo>
                    <a:pt x="604" y="513"/>
                  </a:lnTo>
                  <a:close/>
                </a:path>
              </a:pathLst>
            </a:custGeom>
            <a:solidFill>
              <a:srgbClr val="59A3CD">
                <a:alpha val="9600"/>
              </a:srgbClr>
            </a:solidFill>
            <a:ln>
              <a:noFill/>
            </a:ln>
          </p:spPr>
          <p:txBody>
            <a:bodyPr anchor="ctr"/>
            <a:lstStyle/>
            <a:p>
              <a:pPr algn="ctr">
                <a:buNone/>
              </a:pPr>
            </a:p>
          </p:txBody>
        </p:sp>
        <p:sp>
          <p:nvSpPr>
            <p:cNvPr id="698" name="addition:spatial:80"/>
            <p:cNvSpPr>
              <a:spLocks noGrp="1"/>
            </p:cNvSpPr>
            <p:nvPr/>
          </p:nvSpPr>
          <p:spPr>
            <a:xfrm>
              <a:off x="5648325" y="1666875"/>
              <a:ext cx="828675" cy="935477"/>
            </a:xfrm>
            <a:custGeom>
              <a:avLst/>
              <a:gdLst/>
              <a:ahLst/>
              <a:cxnLst/>
              <a:rect l="l" t="t" r="r" b="b"/>
              <a:pathLst>
                <a:path w="625" h="553">
                  <a:moveTo>
                    <a:pt x="0" y="0"/>
                  </a:moveTo>
                  <a:moveTo>
                    <a:pt x="624" y="511"/>
                  </a:moveTo>
                  <a:lnTo>
                    <a:pt x="617" y="515"/>
                  </a:lnTo>
                  <a:lnTo>
                    <a:pt x="609" y="517"/>
                  </a:lnTo>
                  <a:lnTo>
                    <a:pt x="603" y="520"/>
                  </a:lnTo>
                  <a:lnTo>
                    <a:pt x="602" y="523"/>
                  </a:lnTo>
                  <a:lnTo>
                    <a:pt x="603" y="527"/>
                  </a:lnTo>
                  <a:lnTo>
                    <a:pt x="602" y="531"/>
                  </a:lnTo>
                  <a:lnTo>
                    <a:pt x="599" y="534"/>
                  </a:lnTo>
                  <a:lnTo>
                    <a:pt x="594" y="536"/>
                  </a:lnTo>
                  <a:lnTo>
                    <a:pt x="590" y="538"/>
                  </a:lnTo>
                  <a:lnTo>
                    <a:pt x="587" y="542"/>
                  </a:lnTo>
                  <a:lnTo>
                    <a:pt x="584" y="545"/>
                  </a:lnTo>
                  <a:lnTo>
                    <a:pt x="579" y="547"/>
                  </a:lnTo>
                  <a:lnTo>
                    <a:pt x="574" y="548"/>
                  </a:lnTo>
                  <a:lnTo>
                    <a:pt x="568" y="549"/>
                  </a:lnTo>
                  <a:lnTo>
                    <a:pt x="564" y="551"/>
                  </a:lnTo>
                  <a:lnTo>
                    <a:pt x="559" y="552"/>
                  </a:lnTo>
                  <a:lnTo>
                    <a:pt x="554" y="553"/>
                  </a:lnTo>
                  <a:lnTo>
                    <a:pt x="549" y="550"/>
                  </a:lnTo>
                  <a:lnTo>
                    <a:pt x="545" y="545"/>
                  </a:lnTo>
                  <a:lnTo>
                    <a:pt x="543" y="541"/>
                  </a:lnTo>
                  <a:lnTo>
                    <a:pt x="539" y="542"/>
                  </a:lnTo>
                  <a:lnTo>
                    <a:pt x="534" y="544"/>
                  </a:lnTo>
                  <a:lnTo>
                    <a:pt x="527" y="547"/>
                  </a:lnTo>
                  <a:lnTo>
                    <a:pt x="521" y="547"/>
                  </a:lnTo>
                  <a:lnTo>
                    <a:pt x="518" y="545"/>
                  </a:lnTo>
                  <a:lnTo>
                    <a:pt x="515" y="541"/>
                  </a:lnTo>
                  <a:lnTo>
                    <a:pt x="513" y="538"/>
                  </a:lnTo>
                  <a:lnTo>
                    <a:pt x="510" y="535"/>
                  </a:lnTo>
                  <a:lnTo>
                    <a:pt x="509" y="532"/>
                  </a:lnTo>
                  <a:lnTo>
                    <a:pt x="510" y="527"/>
                  </a:lnTo>
                  <a:lnTo>
                    <a:pt x="511" y="523"/>
                  </a:lnTo>
                  <a:lnTo>
                    <a:pt x="511" y="520"/>
                  </a:lnTo>
                  <a:lnTo>
                    <a:pt x="507" y="518"/>
                  </a:lnTo>
                  <a:lnTo>
                    <a:pt x="503" y="515"/>
                  </a:lnTo>
                  <a:lnTo>
                    <a:pt x="502" y="511"/>
                  </a:lnTo>
                  <a:lnTo>
                    <a:pt x="504" y="508"/>
                  </a:lnTo>
                  <a:lnTo>
                    <a:pt x="507" y="505"/>
                  </a:lnTo>
                  <a:lnTo>
                    <a:pt x="507" y="502"/>
                  </a:lnTo>
                  <a:lnTo>
                    <a:pt x="504" y="497"/>
                  </a:lnTo>
                  <a:lnTo>
                    <a:pt x="499" y="492"/>
                  </a:lnTo>
                  <a:lnTo>
                    <a:pt x="498" y="488"/>
                  </a:lnTo>
                  <a:lnTo>
                    <a:pt x="502" y="485"/>
                  </a:lnTo>
                  <a:lnTo>
                    <a:pt x="508" y="484"/>
                  </a:lnTo>
                  <a:lnTo>
                    <a:pt x="514" y="483"/>
                  </a:lnTo>
                  <a:lnTo>
                    <a:pt x="518" y="482"/>
                  </a:lnTo>
                  <a:lnTo>
                    <a:pt x="523" y="481"/>
                  </a:lnTo>
                  <a:lnTo>
                    <a:pt x="527" y="480"/>
                  </a:lnTo>
                  <a:lnTo>
                    <a:pt x="532" y="480"/>
                  </a:lnTo>
                  <a:lnTo>
                    <a:pt x="535" y="479"/>
                  </a:lnTo>
                  <a:lnTo>
                    <a:pt x="539" y="475"/>
                  </a:lnTo>
                  <a:lnTo>
                    <a:pt x="543" y="470"/>
                  </a:lnTo>
                  <a:lnTo>
                    <a:pt x="548" y="467"/>
                  </a:lnTo>
                  <a:lnTo>
                    <a:pt x="554" y="467"/>
                  </a:lnTo>
                  <a:lnTo>
                    <a:pt x="560" y="471"/>
                  </a:lnTo>
                  <a:lnTo>
                    <a:pt x="565" y="474"/>
                  </a:lnTo>
                  <a:lnTo>
                    <a:pt x="570" y="475"/>
                  </a:lnTo>
                  <a:lnTo>
                    <a:pt x="577" y="474"/>
                  </a:lnTo>
                  <a:lnTo>
                    <a:pt x="583" y="475"/>
                  </a:lnTo>
                  <a:lnTo>
                    <a:pt x="588" y="477"/>
                  </a:lnTo>
                  <a:lnTo>
                    <a:pt x="591" y="481"/>
                  </a:lnTo>
                  <a:lnTo>
                    <a:pt x="593" y="485"/>
                  </a:lnTo>
                  <a:lnTo>
                    <a:pt x="596" y="488"/>
                  </a:lnTo>
                  <a:lnTo>
                    <a:pt x="600" y="490"/>
                  </a:lnTo>
                  <a:lnTo>
                    <a:pt x="604" y="492"/>
                  </a:lnTo>
                  <a:lnTo>
                    <a:pt x="608" y="495"/>
                  </a:lnTo>
                  <a:lnTo>
                    <a:pt x="611" y="498"/>
                  </a:lnTo>
                  <a:lnTo>
                    <a:pt x="616" y="500"/>
                  </a:lnTo>
                  <a:lnTo>
                    <a:pt x="621" y="503"/>
                  </a:lnTo>
                  <a:lnTo>
                    <a:pt x="625" y="507"/>
                  </a:lnTo>
                  <a:close/>
                </a:path>
              </a:pathLst>
            </a:custGeom>
            <a:solidFill>
              <a:srgbClr val="0675B4">
                <a:alpha val="11100"/>
              </a:srgbClr>
            </a:solidFill>
            <a:ln>
              <a:noFill/>
            </a:ln>
          </p:spPr>
          <p:txBody>
            <a:bodyPr anchor="ctr"/>
            <a:lstStyle/>
            <a:p>
              <a:pPr algn="ctr">
                <a:buNone/>
              </a:pPr>
            </a:p>
          </p:txBody>
        </p:sp>
        <p:sp>
          <p:nvSpPr>
            <p:cNvPr id="699" name="addition:spatial:81"/>
            <p:cNvSpPr>
              <a:spLocks noGrp="1"/>
            </p:cNvSpPr>
            <p:nvPr/>
          </p:nvSpPr>
          <p:spPr>
            <a:xfrm>
              <a:off x="5648325" y="1666875"/>
              <a:ext cx="737189" cy="883036"/>
            </a:xfrm>
            <a:custGeom>
              <a:avLst/>
              <a:gdLst/>
              <a:ahLst/>
              <a:cxnLst/>
              <a:rect l="l" t="t" r="r" b="b"/>
              <a:pathLst>
                <a:path w="556" h="522">
                  <a:moveTo>
                    <a:pt x="0" y="0"/>
                  </a:moveTo>
                  <a:moveTo>
                    <a:pt x="556" y="500"/>
                  </a:moveTo>
                  <a:lnTo>
                    <a:pt x="555" y="502"/>
                  </a:lnTo>
                  <a:lnTo>
                    <a:pt x="554" y="504"/>
                  </a:lnTo>
                  <a:lnTo>
                    <a:pt x="553" y="505"/>
                  </a:lnTo>
                  <a:lnTo>
                    <a:pt x="554" y="507"/>
                  </a:lnTo>
                  <a:lnTo>
                    <a:pt x="555" y="509"/>
                  </a:lnTo>
                  <a:lnTo>
                    <a:pt x="555" y="511"/>
                  </a:lnTo>
                  <a:lnTo>
                    <a:pt x="554" y="513"/>
                  </a:lnTo>
                  <a:lnTo>
                    <a:pt x="553" y="514"/>
                  </a:lnTo>
                  <a:lnTo>
                    <a:pt x="551" y="515"/>
                  </a:lnTo>
                  <a:lnTo>
                    <a:pt x="550" y="517"/>
                  </a:lnTo>
                  <a:lnTo>
                    <a:pt x="547" y="517"/>
                  </a:lnTo>
                  <a:lnTo>
                    <a:pt x="545" y="516"/>
                  </a:lnTo>
                  <a:lnTo>
                    <a:pt x="542" y="515"/>
                  </a:lnTo>
                  <a:lnTo>
                    <a:pt x="540" y="515"/>
                  </a:lnTo>
                  <a:lnTo>
                    <a:pt x="539" y="517"/>
                  </a:lnTo>
                  <a:lnTo>
                    <a:pt x="537" y="520"/>
                  </a:lnTo>
                  <a:lnTo>
                    <a:pt x="535" y="522"/>
                  </a:lnTo>
                  <a:lnTo>
                    <a:pt x="532" y="522"/>
                  </a:lnTo>
                  <a:lnTo>
                    <a:pt x="530" y="521"/>
                  </a:lnTo>
                  <a:lnTo>
                    <a:pt x="527" y="520"/>
                  </a:lnTo>
                  <a:lnTo>
                    <a:pt x="525" y="519"/>
                  </a:lnTo>
                  <a:lnTo>
                    <a:pt x="522" y="519"/>
                  </a:lnTo>
                  <a:lnTo>
                    <a:pt x="520" y="518"/>
                  </a:lnTo>
                  <a:lnTo>
                    <a:pt x="518" y="517"/>
                  </a:lnTo>
                  <a:lnTo>
                    <a:pt x="516" y="515"/>
                  </a:lnTo>
                  <a:lnTo>
                    <a:pt x="514" y="514"/>
                  </a:lnTo>
                  <a:lnTo>
                    <a:pt x="512" y="513"/>
                  </a:lnTo>
                  <a:lnTo>
                    <a:pt x="510" y="511"/>
                  </a:lnTo>
                  <a:lnTo>
                    <a:pt x="509" y="510"/>
                  </a:lnTo>
                  <a:lnTo>
                    <a:pt x="509" y="508"/>
                  </a:lnTo>
                  <a:lnTo>
                    <a:pt x="508" y="506"/>
                  </a:lnTo>
                  <a:lnTo>
                    <a:pt x="506" y="505"/>
                  </a:lnTo>
                  <a:lnTo>
                    <a:pt x="503" y="504"/>
                  </a:lnTo>
                  <a:lnTo>
                    <a:pt x="499" y="502"/>
                  </a:lnTo>
                  <a:lnTo>
                    <a:pt x="499" y="500"/>
                  </a:lnTo>
                  <a:lnTo>
                    <a:pt x="500" y="498"/>
                  </a:lnTo>
                  <a:lnTo>
                    <a:pt x="504" y="497"/>
                  </a:lnTo>
                  <a:lnTo>
                    <a:pt x="507" y="495"/>
                  </a:lnTo>
                  <a:lnTo>
                    <a:pt x="509" y="494"/>
                  </a:lnTo>
                  <a:lnTo>
                    <a:pt x="509" y="492"/>
                  </a:lnTo>
                  <a:lnTo>
                    <a:pt x="510" y="491"/>
                  </a:lnTo>
                  <a:lnTo>
                    <a:pt x="512" y="490"/>
                  </a:lnTo>
                  <a:lnTo>
                    <a:pt x="514" y="488"/>
                  </a:lnTo>
                  <a:lnTo>
                    <a:pt x="515" y="486"/>
                  </a:lnTo>
                  <a:lnTo>
                    <a:pt x="516" y="484"/>
                  </a:lnTo>
                  <a:lnTo>
                    <a:pt x="517" y="482"/>
                  </a:lnTo>
                  <a:lnTo>
                    <a:pt x="520" y="482"/>
                  </a:lnTo>
                  <a:lnTo>
                    <a:pt x="523" y="482"/>
                  </a:lnTo>
                  <a:lnTo>
                    <a:pt x="526" y="482"/>
                  </a:lnTo>
                  <a:lnTo>
                    <a:pt x="528" y="481"/>
                  </a:lnTo>
                  <a:lnTo>
                    <a:pt x="530" y="479"/>
                  </a:lnTo>
                  <a:lnTo>
                    <a:pt x="532" y="478"/>
                  </a:lnTo>
                  <a:lnTo>
                    <a:pt x="535" y="479"/>
                  </a:lnTo>
                  <a:lnTo>
                    <a:pt x="537" y="482"/>
                  </a:lnTo>
                  <a:lnTo>
                    <a:pt x="538" y="484"/>
                  </a:lnTo>
                  <a:lnTo>
                    <a:pt x="540" y="485"/>
                  </a:lnTo>
                  <a:lnTo>
                    <a:pt x="542" y="484"/>
                  </a:lnTo>
                  <a:lnTo>
                    <a:pt x="544" y="484"/>
                  </a:lnTo>
                  <a:lnTo>
                    <a:pt x="547" y="484"/>
                  </a:lnTo>
                  <a:lnTo>
                    <a:pt x="549" y="484"/>
                  </a:lnTo>
                  <a:lnTo>
                    <a:pt x="551" y="485"/>
                  </a:lnTo>
                  <a:lnTo>
                    <a:pt x="553" y="486"/>
                  </a:lnTo>
                  <a:lnTo>
                    <a:pt x="555" y="487"/>
                  </a:lnTo>
                  <a:lnTo>
                    <a:pt x="555" y="489"/>
                  </a:lnTo>
                  <a:lnTo>
                    <a:pt x="554" y="492"/>
                  </a:lnTo>
                  <a:lnTo>
                    <a:pt x="552" y="494"/>
                  </a:lnTo>
                  <a:lnTo>
                    <a:pt x="552" y="496"/>
                  </a:lnTo>
                  <a:lnTo>
                    <a:pt x="553" y="497"/>
                  </a:lnTo>
                  <a:lnTo>
                    <a:pt x="555" y="498"/>
                  </a:lnTo>
                  <a:close/>
                </a:path>
              </a:pathLst>
            </a:custGeom>
            <a:solidFill>
              <a:srgbClr val="0072B2">
                <a:alpha val="10800"/>
              </a:srgbClr>
            </a:solidFill>
            <a:ln>
              <a:noFill/>
            </a:ln>
          </p:spPr>
          <p:txBody>
            <a:bodyPr anchor="ctr"/>
            <a:lstStyle/>
            <a:p>
              <a:pPr algn="ctr">
                <a:buNone/>
              </a:pPr>
            </a:p>
          </p:txBody>
        </p:sp>
        <p:sp>
          <p:nvSpPr>
            <p:cNvPr id="700" name="addition:spatial:82"/>
            <p:cNvSpPr>
              <a:spLocks noGrp="1"/>
            </p:cNvSpPr>
            <p:nvPr/>
          </p:nvSpPr>
          <p:spPr>
            <a:xfrm>
              <a:off x="5648325" y="1666875"/>
              <a:ext cx="788899" cy="864428"/>
            </a:xfrm>
            <a:custGeom>
              <a:avLst/>
              <a:gdLst/>
              <a:ahLst/>
              <a:cxnLst/>
              <a:rect l="l" t="t" r="r" b="b"/>
              <a:pathLst>
                <a:path w="595" h="511">
                  <a:moveTo>
                    <a:pt x="0" y="0"/>
                  </a:moveTo>
                  <a:moveTo>
                    <a:pt x="594" y="494"/>
                  </a:moveTo>
                  <a:lnTo>
                    <a:pt x="591" y="496"/>
                  </a:lnTo>
                  <a:lnTo>
                    <a:pt x="588" y="497"/>
                  </a:lnTo>
                  <a:lnTo>
                    <a:pt x="587" y="498"/>
                  </a:lnTo>
                  <a:lnTo>
                    <a:pt x="587" y="499"/>
                  </a:lnTo>
                  <a:lnTo>
                    <a:pt x="587" y="501"/>
                  </a:lnTo>
                  <a:lnTo>
                    <a:pt x="586" y="502"/>
                  </a:lnTo>
                  <a:lnTo>
                    <a:pt x="585" y="503"/>
                  </a:lnTo>
                  <a:lnTo>
                    <a:pt x="583" y="504"/>
                  </a:lnTo>
                  <a:lnTo>
                    <a:pt x="582" y="505"/>
                  </a:lnTo>
                  <a:lnTo>
                    <a:pt x="581" y="506"/>
                  </a:lnTo>
                  <a:lnTo>
                    <a:pt x="579" y="507"/>
                  </a:lnTo>
                  <a:lnTo>
                    <a:pt x="578" y="508"/>
                  </a:lnTo>
                  <a:lnTo>
                    <a:pt x="576" y="508"/>
                  </a:lnTo>
                  <a:lnTo>
                    <a:pt x="574" y="509"/>
                  </a:lnTo>
                  <a:lnTo>
                    <a:pt x="572" y="510"/>
                  </a:lnTo>
                  <a:lnTo>
                    <a:pt x="570" y="511"/>
                  </a:lnTo>
                  <a:lnTo>
                    <a:pt x="568" y="510"/>
                  </a:lnTo>
                  <a:lnTo>
                    <a:pt x="567" y="508"/>
                  </a:lnTo>
                  <a:lnTo>
                    <a:pt x="565" y="507"/>
                  </a:lnTo>
                  <a:lnTo>
                    <a:pt x="564" y="506"/>
                  </a:lnTo>
                  <a:lnTo>
                    <a:pt x="563" y="507"/>
                  </a:lnTo>
                  <a:lnTo>
                    <a:pt x="560" y="508"/>
                  </a:lnTo>
                  <a:lnTo>
                    <a:pt x="558" y="508"/>
                  </a:lnTo>
                  <a:lnTo>
                    <a:pt x="557" y="508"/>
                  </a:lnTo>
                  <a:lnTo>
                    <a:pt x="555" y="507"/>
                  </a:lnTo>
                  <a:lnTo>
                    <a:pt x="554" y="506"/>
                  </a:lnTo>
                  <a:lnTo>
                    <a:pt x="553" y="505"/>
                  </a:lnTo>
                  <a:lnTo>
                    <a:pt x="552" y="504"/>
                  </a:lnTo>
                  <a:lnTo>
                    <a:pt x="552" y="502"/>
                  </a:lnTo>
                  <a:lnTo>
                    <a:pt x="553" y="500"/>
                  </a:lnTo>
                  <a:lnTo>
                    <a:pt x="553" y="499"/>
                  </a:lnTo>
                  <a:lnTo>
                    <a:pt x="552" y="498"/>
                  </a:lnTo>
                  <a:lnTo>
                    <a:pt x="550" y="497"/>
                  </a:lnTo>
                  <a:lnTo>
                    <a:pt x="549" y="496"/>
                  </a:lnTo>
                  <a:lnTo>
                    <a:pt x="550" y="494"/>
                  </a:lnTo>
                  <a:lnTo>
                    <a:pt x="551" y="493"/>
                  </a:lnTo>
                  <a:lnTo>
                    <a:pt x="552" y="492"/>
                  </a:lnTo>
                  <a:lnTo>
                    <a:pt x="551" y="491"/>
                  </a:lnTo>
                  <a:lnTo>
                    <a:pt x="549" y="489"/>
                  </a:lnTo>
                  <a:lnTo>
                    <a:pt x="548" y="487"/>
                  </a:lnTo>
                  <a:lnTo>
                    <a:pt x="548" y="485"/>
                  </a:lnTo>
                  <a:lnTo>
                    <a:pt x="550" y="484"/>
                  </a:lnTo>
                  <a:lnTo>
                    <a:pt x="552" y="484"/>
                  </a:lnTo>
                  <a:lnTo>
                    <a:pt x="554" y="483"/>
                  </a:lnTo>
                  <a:lnTo>
                    <a:pt x="555" y="483"/>
                  </a:lnTo>
                  <a:lnTo>
                    <a:pt x="557" y="483"/>
                  </a:lnTo>
                  <a:lnTo>
                    <a:pt x="559" y="483"/>
                  </a:lnTo>
                  <a:lnTo>
                    <a:pt x="560" y="483"/>
                  </a:lnTo>
                  <a:lnTo>
                    <a:pt x="561" y="482"/>
                  </a:lnTo>
                  <a:lnTo>
                    <a:pt x="563" y="480"/>
                  </a:lnTo>
                  <a:lnTo>
                    <a:pt x="564" y="478"/>
                  </a:lnTo>
                  <a:lnTo>
                    <a:pt x="566" y="478"/>
                  </a:lnTo>
                  <a:lnTo>
                    <a:pt x="568" y="478"/>
                  </a:lnTo>
                  <a:lnTo>
                    <a:pt x="570" y="479"/>
                  </a:lnTo>
                  <a:lnTo>
                    <a:pt x="572" y="480"/>
                  </a:lnTo>
                  <a:lnTo>
                    <a:pt x="575" y="480"/>
                  </a:lnTo>
                  <a:lnTo>
                    <a:pt x="577" y="479"/>
                  </a:lnTo>
                  <a:lnTo>
                    <a:pt x="579" y="480"/>
                  </a:lnTo>
                  <a:lnTo>
                    <a:pt x="581" y="481"/>
                  </a:lnTo>
                  <a:lnTo>
                    <a:pt x="582" y="483"/>
                  </a:lnTo>
                  <a:lnTo>
                    <a:pt x="583" y="484"/>
                  </a:lnTo>
                  <a:lnTo>
                    <a:pt x="584" y="485"/>
                  </a:lnTo>
                  <a:lnTo>
                    <a:pt x="585" y="486"/>
                  </a:lnTo>
                  <a:lnTo>
                    <a:pt x="587" y="487"/>
                  </a:lnTo>
                  <a:lnTo>
                    <a:pt x="588" y="488"/>
                  </a:lnTo>
                  <a:lnTo>
                    <a:pt x="589" y="489"/>
                  </a:lnTo>
                  <a:lnTo>
                    <a:pt x="592" y="490"/>
                  </a:lnTo>
                  <a:lnTo>
                    <a:pt x="594" y="491"/>
                  </a:lnTo>
                  <a:lnTo>
                    <a:pt x="595" y="493"/>
                  </a:lnTo>
                  <a:close/>
                </a:path>
              </a:pathLst>
            </a:custGeom>
            <a:solidFill>
              <a:srgbClr val="0072B2">
                <a:alpha val="10800"/>
              </a:srgbClr>
            </a:solidFill>
            <a:ln>
              <a:noFill/>
            </a:ln>
          </p:spPr>
          <p:txBody>
            <a:bodyPr anchor="ctr"/>
            <a:lstStyle/>
            <a:p>
              <a:pPr algn="ctr">
                <a:buNone/>
              </a:pPr>
            </a:p>
          </p:txBody>
        </p:sp>
        <p:sp>
          <p:nvSpPr>
            <p:cNvPr id="701" name="addition:spatial:83"/>
            <p:cNvSpPr>
              <a:spLocks noGrp="1"/>
            </p:cNvSpPr>
            <p:nvPr/>
          </p:nvSpPr>
          <p:spPr>
            <a:xfrm>
              <a:off x="5648325" y="1666875"/>
              <a:ext cx="820720" cy="920252"/>
            </a:xfrm>
            <a:custGeom>
              <a:avLst/>
              <a:gdLst/>
              <a:ahLst/>
              <a:cxnLst/>
              <a:rect l="l" t="t" r="r" b="b"/>
              <a:pathLst>
                <a:path w="619" h="544">
                  <a:moveTo>
                    <a:pt x="0" y="0"/>
                  </a:moveTo>
                  <a:moveTo>
                    <a:pt x="617" y="521"/>
                  </a:moveTo>
                  <a:lnTo>
                    <a:pt x="619" y="523"/>
                  </a:lnTo>
                  <a:lnTo>
                    <a:pt x="618" y="525"/>
                  </a:lnTo>
                  <a:lnTo>
                    <a:pt x="615" y="526"/>
                  </a:lnTo>
                  <a:lnTo>
                    <a:pt x="612" y="527"/>
                  </a:lnTo>
                  <a:lnTo>
                    <a:pt x="611" y="529"/>
                  </a:lnTo>
                  <a:lnTo>
                    <a:pt x="611" y="531"/>
                  </a:lnTo>
                  <a:lnTo>
                    <a:pt x="610" y="532"/>
                  </a:lnTo>
                  <a:lnTo>
                    <a:pt x="608" y="533"/>
                  </a:lnTo>
                  <a:lnTo>
                    <a:pt x="605" y="534"/>
                  </a:lnTo>
                  <a:lnTo>
                    <a:pt x="603" y="535"/>
                  </a:lnTo>
                  <a:lnTo>
                    <a:pt x="601" y="536"/>
                  </a:lnTo>
                  <a:lnTo>
                    <a:pt x="599" y="537"/>
                  </a:lnTo>
                  <a:lnTo>
                    <a:pt x="597" y="538"/>
                  </a:lnTo>
                  <a:lnTo>
                    <a:pt x="594" y="539"/>
                  </a:lnTo>
                  <a:lnTo>
                    <a:pt x="591" y="540"/>
                  </a:lnTo>
                  <a:lnTo>
                    <a:pt x="589" y="541"/>
                  </a:lnTo>
                  <a:lnTo>
                    <a:pt x="586" y="543"/>
                  </a:lnTo>
                  <a:lnTo>
                    <a:pt x="583" y="544"/>
                  </a:lnTo>
                  <a:lnTo>
                    <a:pt x="580" y="543"/>
                  </a:lnTo>
                  <a:lnTo>
                    <a:pt x="577" y="540"/>
                  </a:lnTo>
                  <a:lnTo>
                    <a:pt x="576" y="537"/>
                  </a:lnTo>
                  <a:lnTo>
                    <a:pt x="574" y="536"/>
                  </a:lnTo>
                  <a:lnTo>
                    <a:pt x="572" y="536"/>
                  </a:lnTo>
                  <a:lnTo>
                    <a:pt x="569" y="536"/>
                  </a:lnTo>
                  <a:lnTo>
                    <a:pt x="566" y="536"/>
                  </a:lnTo>
                  <a:lnTo>
                    <a:pt x="564" y="535"/>
                  </a:lnTo>
                  <a:lnTo>
                    <a:pt x="562" y="534"/>
                  </a:lnTo>
                  <a:lnTo>
                    <a:pt x="560" y="533"/>
                  </a:lnTo>
                  <a:lnTo>
                    <a:pt x="558" y="531"/>
                  </a:lnTo>
                  <a:lnTo>
                    <a:pt x="557" y="530"/>
                  </a:lnTo>
                  <a:lnTo>
                    <a:pt x="557" y="528"/>
                  </a:lnTo>
                  <a:lnTo>
                    <a:pt x="558" y="526"/>
                  </a:lnTo>
                  <a:lnTo>
                    <a:pt x="559" y="524"/>
                  </a:lnTo>
                  <a:lnTo>
                    <a:pt x="558" y="522"/>
                  </a:lnTo>
                  <a:lnTo>
                    <a:pt x="557" y="521"/>
                  </a:lnTo>
                  <a:lnTo>
                    <a:pt x="558" y="519"/>
                  </a:lnTo>
                  <a:lnTo>
                    <a:pt x="560" y="517"/>
                  </a:lnTo>
                  <a:lnTo>
                    <a:pt x="564" y="516"/>
                  </a:lnTo>
                  <a:lnTo>
                    <a:pt x="566" y="515"/>
                  </a:lnTo>
                  <a:lnTo>
                    <a:pt x="566" y="513"/>
                  </a:lnTo>
                  <a:lnTo>
                    <a:pt x="564" y="511"/>
                  </a:lnTo>
                  <a:lnTo>
                    <a:pt x="563" y="508"/>
                  </a:lnTo>
                  <a:lnTo>
                    <a:pt x="564" y="506"/>
                  </a:lnTo>
                  <a:lnTo>
                    <a:pt x="566" y="505"/>
                  </a:lnTo>
                  <a:lnTo>
                    <a:pt x="568" y="504"/>
                  </a:lnTo>
                  <a:lnTo>
                    <a:pt x="570" y="503"/>
                  </a:lnTo>
                  <a:lnTo>
                    <a:pt x="573" y="502"/>
                  </a:lnTo>
                  <a:lnTo>
                    <a:pt x="575" y="503"/>
                  </a:lnTo>
                  <a:lnTo>
                    <a:pt x="578" y="504"/>
                  </a:lnTo>
                  <a:lnTo>
                    <a:pt x="580" y="504"/>
                  </a:lnTo>
                  <a:lnTo>
                    <a:pt x="582" y="503"/>
                  </a:lnTo>
                  <a:lnTo>
                    <a:pt x="583" y="502"/>
                  </a:lnTo>
                  <a:lnTo>
                    <a:pt x="585" y="500"/>
                  </a:lnTo>
                  <a:lnTo>
                    <a:pt x="588" y="500"/>
                  </a:lnTo>
                  <a:lnTo>
                    <a:pt x="590" y="501"/>
                  </a:lnTo>
                  <a:lnTo>
                    <a:pt x="592" y="503"/>
                  </a:lnTo>
                  <a:lnTo>
                    <a:pt x="594" y="503"/>
                  </a:lnTo>
                  <a:lnTo>
                    <a:pt x="597" y="503"/>
                  </a:lnTo>
                  <a:lnTo>
                    <a:pt x="600" y="502"/>
                  </a:lnTo>
                  <a:lnTo>
                    <a:pt x="603" y="503"/>
                  </a:lnTo>
                  <a:lnTo>
                    <a:pt x="604" y="505"/>
                  </a:lnTo>
                  <a:lnTo>
                    <a:pt x="605" y="507"/>
                  </a:lnTo>
                  <a:lnTo>
                    <a:pt x="605" y="509"/>
                  </a:lnTo>
                  <a:lnTo>
                    <a:pt x="606" y="511"/>
                  </a:lnTo>
                  <a:lnTo>
                    <a:pt x="607" y="513"/>
                  </a:lnTo>
                  <a:lnTo>
                    <a:pt x="607" y="514"/>
                  </a:lnTo>
                  <a:lnTo>
                    <a:pt x="608" y="516"/>
                  </a:lnTo>
                  <a:lnTo>
                    <a:pt x="610" y="517"/>
                  </a:lnTo>
                  <a:lnTo>
                    <a:pt x="613" y="519"/>
                  </a:lnTo>
                  <a:close/>
                </a:path>
              </a:pathLst>
            </a:custGeom>
            <a:solidFill>
              <a:srgbClr val="0072B2">
                <a:alpha val="10800"/>
              </a:srgbClr>
            </a:solidFill>
            <a:ln>
              <a:noFill/>
            </a:ln>
          </p:spPr>
          <p:txBody>
            <a:bodyPr anchor="ctr"/>
            <a:lstStyle/>
            <a:p>
              <a:pPr algn="ctr">
                <a:buNone/>
              </a:pPr>
            </a:p>
          </p:txBody>
        </p:sp>
        <p:sp>
          <p:nvSpPr>
            <p:cNvPr id="702" name="addition:spatial:84"/>
            <p:cNvSpPr>
              <a:spLocks noGrp="1"/>
            </p:cNvSpPr>
            <p:nvPr/>
          </p:nvSpPr>
          <p:spPr>
            <a:xfrm>
              <a:off x="5648325" y="1666875"/>
              <a:ext cx="754426" cy="930402"/>
            </a:xfrm>
            <a:custGeom>
              <a:avLst/>
              <a:gdLst/>
              <a:ahLst/>
              <a:cxnLst/>
              <a:rect l="l" t="t" r="r" b="b"/>
              <a:pathLst>
                <a:path w="569" h="550">
                  <a:moveTo>
                    <a:pt x="0" y="0"/>
                  </a:moveTo>
                  <a:moveTo>
                    <a:pt x="567" y="532"/>
                  </a:moveTo>
                  <a:lnTo>
                    <a:pt x="567" y="533"/>
                  </a:lnTo>
                  <a:lnTo>
                    <a:pt x="567" y="535"/>
                  </a:lnTo>
                  <a:lnTo>
                    <a:pt x="567" y="536"/>
                  </a:lnTo>
                  <a:lnTo>
                    <a:pt x="566" y="538"/>
                  </a:lnTo>
                  <a:lnTo>
                    <a:pt x="565" y="539"/>
                  </a:lnTo>
                  <a:lnTo>
                    <a:pt x="565" y="540"/>
                  </a:lnTo>
                  <a:lnTo>
                    <a:pt x="566" y="543"/>
                  </a:lnTo>
                  <a:lnTo>
                    <a:pt x="567" y="545"/>
                  </a:lnTo>
                  <a:lnTo>
                    <a:pt x="566" y="546"/>
                  </a:lnTo>
                  <a:lnTo>
                    <a:pt x="563" y="546"/>
                  </a:lnTo>
                  <a:lnTo>
                    <a:pt x="560" y="546"/>
                  </a:lnTo>
                  <a:lnTo>
                    <a:pt x="557" y="545"/>
                  </a:lnTo>
                  <a:lnTo>
                    <a:pt x="555" y="545"/>
                  </a:lnTo>
                  <a:lnTo>
                    <a:pt x="554" y="546"/>
                  </a:lnTo>
                  <a:lnTo>
                    <a:pt x="553" y="547"/>
                  </a:lnTo>
                  <a:lnTo>
                    <a:pt x="551" y="548"/>
                  </a:lnTo>
                  <a:lnTo>
                    <a:pt x="549" y="548"/>
                  </a:lnTo>
                  <a:lnTo>
                    <a:pt x="547" y="549"/>
                  </a:lnTo>
                  <a:lnTo>
                    <a:pt x="545" y="550"/>
                  </a:lnTo>
                  <a:lnTo>
                    <a:pt x="542" y="550"/>
                  </a:lnTo>
                  <a:lnTo>
                    <a:pt x="540" y="549"/>
                  </a:lnTo>
                  <a:lnTo>
                    <a:pt x="538" y="548"/>
                  </a:lnTo>
                  <a:lnTo>
                    <a:pt x="537" y="546"/>
                  </a:lnTo>
                  <a:lnTo>
                    <a:pt x="534" y="546"/>
                  </a:lnTo>
                  <a:lnTo>
                    <a:pt x="532" y="546"/>
                  </a:lnTo>
                  <a:lnTo>
                    <a:pt x="529" y="545"/>
                  </a:lnTo>
                  <a:lnTo>
                    <a:pt x="528" y="543"/>
                  </a:lnTo>
                  <a:lnTo>
                    <a:pt x="528" y="541"/>
                  </a:lnTo>
                  <a:lnTo>
                    <a:pt x="529" y="539"/>
                  </a:lnTo>
                  <a:lnTo>
                    <a:pt x="528" y="538"/>
                  </a:lnTo>
                  <a:lnTo>
                    <a:pt x="525" y="537"/>
                  </a:lnTo>
                  <a:lnTo>
                    <a:pt x="522" y="536"/>
                  </a:lnTo>
                  <a:lnTo>
                    <a:pt x="519" y="535"/>
                  </a:lnTo>
                  <a:lnTo>
                    <a:pt x="518" y="534"/>
                  </a:lnTo>
                  <a:lnTo>
                    <a:pt x="518" y="532"/>
                  </a:lnTo>
                  <a:lnTo>
                    <a:pt x="518" y="530"/>
                  </a:lnTo>
                  <a:lnTo>
                    <a:pt x="518" y="529"/>
                  </a:lnTo>
                  <a:lnTo>
                    <a:pt x="520" y="527"/>
                  </a:lnTo>
                  <a:lnTo>
                    <a:pt x="523" y="526"/>
                  </a:lnTo>
                  <a:lnTo>
                    <a:pt x="526" y="526"/>
                  </a:lnTo>
                  <a:lnTo>
                    <a:pt x="527" y="525"/>
                  </a:lnTo>
                  <a:lnTo>
                    <a:pt x="527" y="523"/>
                  </a:lnTo>
                  <a:lnTo>
                    <a:pt x="527" y="521"/>
                  </a:lnTo>
                  <a:lnTo>
                    <a:pt x="528" y="519"/>
                  </a:lnTo>
                  <a:lnTo>
                    <a:pt x="531" y="519"/>
                  </a:lnTo>
                  <a:lnTo>
                    <a:pt x="534" y="519"/>
                  </a:lnTo>
                  <a:lnTo>
                    <a:pt x="536" y="518"/>
                  </a:lnTo>
                  <a:lnTo>
                    <a:pt x="538" y="517"/>
                  </a:lnTo>
                  <a:lnTo>
                    <a:pt x="540" y="515"/>
                  </a:lnTo>
                  <a:lnTo>
                    <a:pt x="542" y="514"/>
                  </a:lnTo>
                  <a:lnTo>
                    <a:pt x="544" y="513"/>
                  </a:lnTo>
                  <a:lnTo>
                    <a:pt x="547" y="514"/>
                  </a:lnTo>
                  <a:lnTo>
                    <a:pt x="549" y="515"/>
                  </a:lnTo>
                  <a:lnTo>
                    <a:pt x="552" y="515"/>
                  </a:lnTo>
                  <a:lnTo>
                    <a:pt x="553" y="516"/>
                  </a:lnTo>
                  <a:lnTo>
                    <a:pt x="555" y="517"/>
                  </a:lnTo>
                  <a:lnTo>
                    <a:pt x="556" y="519"/>
                  </a:lnTo>
                  <a:lnTo>
                    <a:pt x="557" y="520"/>
                  </a:lnTo>
                  <a:lnTo>
                    <a:pt x="560" y="519"/>
                  </a:lnTo>
                  <a:lnTo>
                    <a:pt x="563" y="518"/>
                  </a:lnTo>
                  <a:lnTo>
                    <a:pt x="566" y="518"/>
                  </a:lnTo>
                  <a:lnTo>
                    <a:pt x="568" y="519"/>
                  </a:lnTo>
                  <a:lnTo>
                    <a:pt x="568" y="521"/>
                  </a:lnTo>
                  <a:lnTo>
                    <a:pt x="567" y="523"/>
                  </a:lnTo>
                  <a:lnTo>
                    <a:pt x="567" y="525"/>
                  </a:lnTo>
                  <a:lnTo>
                    <a:pt x="568" y="526"/>
                  </a:lnTo>
                  <a:lnTo>
                    <a:pt x="569" y="527"/>
                  </a:lnTo>
                  <a:lnTo>
                    <a:pt x="569" y="529"/>
                  </a:lnTo>
                  <a:lnTo>
                    <a:pt x="568" y="530"/>
                  </a:lnTo>
                  <a:close/>
                </a:path>
              </a:pathLst>
            </a:custGeom>
            <a:solidFill>
              <a:srgbClr val="0072B2">
                <a:alpha val="10800"/>
              </a:srgbClr>
            </a:solidFill>
            <a:ln>
              <a:noFill/>
            </a:ln>
          </p:spPr>
          <p:txBody>
            <a:bodyPr anchor="ctr"/>
            <a:lstStyle/>
            <a:p>
              <a:pPr algn="ctr">
                <a:buNone/>
              </a:pPr>
            </a:p>
          </p:txBody>
        </p:sp>
        <p:sp>
          <p:nvSpPr>
            <p:cNvPr id="703" name="addition:spatial:85"/>
            <p:cNvSpPr>
              <a:spLocks noGrp="1"/>
            </p:cNvSpPr>
            <p:nvPr/>
          </p:nvSpPr>
          <p:spPr>
            <a:xfrm>
              <a:off x="5648325" y="1666875"/>
              <a:ext cx="1569842" cy="950702"/>
            </a:xfrm>
            <a:custGeom>
              <a:avLst/>
              <a:gdLst/>
              <a:ahLst/>
              <a:cxnLst/>
              <a:rect l="l" t="t" r="r" b="b"/>
              <a:pathLst>
                <a:path w="1184" h="562">
                  <a:moveTo>
                    <a:pt x="0" y="0"/>
                  </a:moveTo>
                  <a:moveTo>
                    <a:pt x="1181" y="505"/>
                  </a:moveTo>
                  <a:lnTo>
                    <a:pt x="1176" y="510"/>
                  </a:lnTo>
                  <a:lnTo>
                    <a:pt x="1172" y="516"/>
                  </a:lnTo>
                  <a:lnTo>
                    <a:pt x="1168" y="521"/>
                  </a:lnTo>
                  <a:lnTo>
                    <a:pt x="1159" y="525"/>
                  </a:lnTo>
                  <a:lnTo>
                    <a:pt x="1148" y="527"/>
                  </a:lnTo>
                  <a:lnTo>
                    <a:pt x="1139" y="530"/>
                  </a:lnTo>
                  <a:lnTo>
                    <a:pt x="1136" y="534"/>
                  </a:lnTo>
                  <a:lnTo>
                    <a:pt x="1139" y="542"/>
                  </a:lnTo>
                  <a:lnTo>
                    <a:pt x="1141" y="552"/>
                  </a:lnTo>
                  <a:lnTo>
                    <a:pt x="1138" y="558"/>
                  </a:lnTo>
                  <a:lnTo>
                    <a:pt x="1128" y="561"/>
                  </a:lnTo>
                  <a:lnTo>
                    <a:pt x="1116" y="560"/>
                  </a:lnTo>
                  <a:lnTo>
                    <a:pt x="1105" y="559"/>
                  </a:lnTo>
                  <a:lnTo>
                    <a:pt x="1097" y="560"/>
                  </a:lnTo>
                  <a:lnTo>
                    <a:pt x="1089" y="562"/>
                  </a:lnTo>
                  <a:lnTo>
                    <a:pt x="1082" y="562"/>
                  </a:lnTo>
                  <a:lnTo>
                    <a:pt x="1074" y="561"/>
                  </a:lnTo>
                  <a:lnTo>
                    <a:pt x="1067" y="559"/>
                  </a:lnTo>
                  <a:lnTo>
                    <a:pt x="1060" y="559"/>
                  </a:lnTo>
                  <a:lnTo>
                    <a:pt x="1053" y="560"/>
                  </a:lnTo>
                  <a:lnTo>
                    <a:pt x="1046" y="560"/>
                  </a:lnTo>
                  <a:lnTo>
                    <a:pt x="1039" y="558"/>
                  </a:lnTo>
                  <a:lnTo>
                    <a:pt x="1035" y="554"/>
                  </a:lnTo>
                  <a:lnTo>
                    <a:pt x="1029" y="552"/>
                  </a:lnTo>
                  <a:lnTo>
                    <a:pt x="1019" y="552"/>
                  </a:lnTo>
                  <a:lnTo>
                    <a:pt x="1007" y="553"/>
                  </a:lnTo>
                  <a:lnTo>
                    <a:pt x="997" y="551"/>
                  </a:lnTo>
                  <a:lnTo>
                    <a:pt x="994" y="545"/>
                  </a:lnTo>
                  <a:lnTo>
                    <a:pt x="998" y="536"/>
                  </a:lnTo>
                  <a:lnTo>
                    <a:pt x="1003" y="528"/>
                  </a:lnTo>
                  <a:lnTo>
                    <a:pt x="1005" y="523"/>
                  </a:lnTo>
                  <a:lnTo>
                    <a:pt x="1002" y="519"/>
                  </a:lnTo>
                  <a:lnTo>
                    <a:pt x="996" y="514"/>
                  </a:lnTo>
                  <a:lnTo>
                    <a:pt x="992" y="510"/>
                  </a:lnTo>
                  <a:lnTo>
                    <a:pt x="989" y="505"/>
                  </a:lnTo>
                  <a:lnTo>
                    <a:pt x="984" y="500"/>
                  </a:lnTo>
                  <a:lnTo>
                    <a:pt x="978" y="494"/>
                  </a:lnTo>
                  <a:lnTo>
                    <a:pt x="973" y="488"/>
                  </a:lnTo>
                  <a:lnTo>
                    <a:pt x="975" y="482"/>
                  </a:lnTo>
                  <a:lnTo>
                    <a:pt x="983" y="478"/>
                  </a:lnTo>
                  <a:lnTo>
                    <a:pt x="991" y="476"/>
                  </a:lnTo>
                  <a:lnTo>
                    <a:pt x="996" y="472"/>
                  </a:lnTo>
                  <a:lnTo>
                    <a:pt x="998" y="466"/>
                  </a:lnTo>
                  <a:lnTo>
                    <a:pt x="999" y="460"/>
                  </a:lnTo>
                  <a:lnTo>
                    <a:pt x="1005" y="457"/>
                  </a:lnTo>
                  <a:lnTo>
                    <a:pt x="1016" y="457"/>
                  </a:lnTo>
                  <a:lnTo>
                    <a:pt x="1027" y="459"/>
                  </a:lnTo>
                  <a:lnTo>
                    <a:pt x="1036" y="460"/>
                  </a:lnTo>
                  <a:lnTo>
                    <a:pt x="1042" y="456"/>
                  </a:lnTo>
                  <a:lnTo>
                    <a:pt x="1048" y="450"/>
                  </a:lnTo>
                  <a:lnTo>
                    <a:pt x="1056" y="445"/>
                  </a:lnTo>
                  <a:lnTo>
                    <a:pt x="1065" y="443"/>
                  </a:lnTo>
                  <a:lnTo>
                    <a:pt x="1076" y="441"/>
                  </a:lnTo>
                  <a:lnTo>
                    <a:pt x="1086" y="441"/>
                  </a:lnTo>
                  <a:lnTo>
                    <a:pt x="1097" y="441"/>
                  </a:lnTo>
                  <a:lnTo>
                    <a:pt x="1107" y="444"/>
                  </a:lnTo>
                  <a:lnTo>
                    <a:pt x="1114" y="450"/>
                  </a:lnTo>
                  <a:lnTo>
                    <a:pt x="1118" y="458"/>
                  </a:lnTo>
                  <a:lnTo>
                    <a:pt x="1123" y="464"/>
                  </a:lnTo>
                  <a:lnTo>
                    <a:pt x="1131" y="466"/>
                  </a:lnTo>
                  <a:lnTo>
                    <a:pt x="1143" y="465"/>
                  </a:lnTo>
                  <a:lnTo>
                    <a:pt x="1155" y="466"/>
                  </a:lnTo>
                  <a:lnTo>
                    <a:pt x="1162" y="469"/>
                  </a:lnTo>
                  <a:lnTo>
                    <a:pt x="1165" y="475"/>
                  </a:lnTo>
                  <a:lnTo>
                    <a:pt x="1166" y="480"/>
                  </a:lnTo>
                  <a:lnTo>
                    <a:pt x="1170" y="485"/>
                  </a:lnTo>
                  <a:lnTo>
                    <a:pt x="1177" y="489"/>
                  </a:lnTo>
                  <a:lnTo>
                    <a:pt x="1183" y="494"/>
                  </a:lnTo>
                  <a:lnTo>
                    <a:pt x="1184" y="499"/>
                  </a:lnTo>
                  <a:close/>
                </a:path>
              </a:pathLst>
            </a:custGeom>
            <a:solidFill>
              <a:srgbClr val="F5DAC5">
                <a:alpha val="12900"/>
              </a:srgbClr>
            </a:solidFill>
            <a:ln>
              <a:noFill/>
            </a:ln>
          </p:spPr>
          <p:txBody>
            <a:bodyPr anchor="ctr"/>
            <a:lstStyle/>
            <a:p>
              <a:pPr algn="ctr">
                <a:buNone/>
              </a:pPr>
            </a:p>
          </p:txBody>
        </p:sp>
        <p:sp>
          <p:nvSpPr>
            <p:cNvPr id="704" name="addition:spatial:86"/>
            <p:cNvSpPr>
              <a:spLocks noGrp="1"/>
            </p:cNvSpPr>
            <p:nvPr/>
          </p:nvSpPr>
          <p:spPr>
            <a:xfrm>
              <a:off x="5648325" y="1666875"/>
              <a:ext cx="1543324" cy="952393"/>
            </a:xfrm>
            <a:custGeom>
              <a:avLst/>
              <a:gdLst/>
              <a:ahLst/>
              <a:cxnLst/>
              <a:rect l="l" t="t" r="r" b="b"/>
              <a:pathLst>
                <a:path w="1164" h="563">
                  <a:moveTo>
                    <a:pt x="0" y="0"/>
                  </a:moveTo>
                  <a:moveTo>
                    <a:pt x="1141" y="510"/>
                  </a:moveTo>
                  <a:lnTo>
                    <a:pt x="1140" y="514"/>
                  </a:lnTo>
                  <a:lnTo>
                    <a:pt x="1140" y="518"/>
                  </a:lnTo>
                  <a:lnTo>
                    <a:pt x="1139" y="523"/>
                  </a:lnTo>
                  <a:lnTo>
                    <a:pt x="1136" y="527"/>
                  </a:lnTo>
                  <a:lnTo>
                    <a:pt x="1132" y="531"/>
                  </a:lnTo>
                  <a:lnTo>
                    <a:pt x="1131" y="535"/>
                  </a:lnTo>
                  <a:lnTo>
                    <a:pt x="1130" y="540"/>
                  </a:lnTo>
                  <a:lnTo>
                    <a:pt x="1126" y="545"/>
                  </a:lnTo>
                  <a:lnTo>
                    <a:pt x="1120" y="548"/>
                  </a:lnTo>
                  <a:lnTo>
                    <a:pt x="1113" y="549"/>
                  </a:lnTo>
                  <a:lnTo>
                    <a:pt x="1107" y="552"/>
                  </a:lnTo>
                  <a:lnTo>
                    <a:pt x="1103" y="556"/>
                  </a:lnTo>
                  <a:lnTo>
                    <a:pt x="1099" y="561"/>
                  </a:lnTo>
                  <a:lnTo>
                    <a:pt x="1092" y="563"/>
                  </a:lnTo>
                  <a:lnTo>
                    <a:pt x="1084" y="560"/>
                  </a:lnTo>
                  <a:lnTo>
                    <a:pt x="1076" y="555"/>
                  </a:lnTo>
                  <a:lnTo>
                    <a:pt x="1071" y="551"/>
                  </a:lnTo>
                  <a:lnTo>
                    <a:pt x="1066" y="551"/>
                  </a:lnTo>
                  <a:lnTo>
                    <a:pt x="1060" y="555"/>
                  </a:lnTo>
                  <a:lnTo>
                    <a:pt x="1053" y="558"/>
                  </a:lnTo>
                  <a:lnTo>
                    <a:pt x="1046" y="560"/>
                  </a:lnTo>
                  <a:lnTo>
                    <a:pt x="1039" y="559"/>
                  </a:lnTo>
                  <a:lnTo>
                    <a:pt x="1032" y="558"/>
                  </a:lnTo>
                  <a:lnTo>
                    <a:pt x="1024" y="556"/>
                  </a:lnTo>
                  <a:lnTo>
                    <a:pt x="1018" y="553"/>
                  </a:lnTo>
                  <a:lnTo>
                    <a:pt x="1015" y="548"/>
                  </a:lnTo>
                  <a:lnTo>
                    <a:pt x="1015" y="542"/>
                  </a:lnTo>
                  <a:lnTo>
                    <a:pt x="1014" y="537"/>
                  </a:lnTo>
                  <a:lnTo>
                    <a:pt x="1010" y="533"/>
                  </a:lnTo>
                  <a:lnTo>
                    <a:pt x="1002" y="531"/>
                  </a:lnTo>
                  <a:lnTo>
                    <a:pt x="995" y="528"/>
                  </a:lnTo>
                  <a:lnTo>
                    <a:pt x="992" y="523"/>
                  </a:lnTo>
                  <a:lnTo>
                    <a:pt x="994" y="518"/>
                  </a:lnTo>
                  <a:lnTo>
                    <a:pt x="996" y="514"/>
                  </a:lnTo>
                  <a:lnTo>
                    <a:pt x="994" y="510"/>
                  </a:lnTo>
                  <a:lnTo>
                    <a:pt x="987" y="506"/>
                  </a:lnTo>
                  <a:lnTo>
                    <a:pt x="979" y="500"/>
                  </a:lnTo>
                  <a:lnTo>
                    <a:pt x="976" y="495"/>
                  </a:lnTo>
                  <a:lnTo>
                    <a:pt x="978" y="490"/>
                  </a:lnTo>
                  <a:lnTo>
                    <a:pt x="983" y="487"/>
                  </a:lnTo>
                  <a:lnTo>
                    <a:pt x="989" y="483"/>
                  </a:lnTo>
                  <a:lnTo>
                    <a:pt x="994" y="480"/>
                  </a:lnTo>
                  <a:lnTo>
                    <a:pt x="1002" y="478"/>
                  </a:lnTo>
                  <a:lnTo>
                    <a:pt x="1011" y="478"/>
                  </a:lnTo>
                  <a:lnTo>
                    <a:pt x="1020" y="478"/>
                  </a:lnTo>
                  <a:lnTo>
                    <a:pt x="1025" y="475"/>
                  </a:lnTo>
                  <a:lnTo>
                    <a:pt x="1027" y="470"/>
                  </a:lnTo>
                  <a:lnTo>
                    <a:pt x="1030" y="462"/>
                  </a:lnTo>
                  <a:lnTo>
                    <a:pt x="1036" y="457"/>
                  </a:lnTo>
                  <a:lnTo>
                    <a:pt x="1045" y="456"/>
                  </a:lnTo>
                  <a:lnTo>
                    <a:pt x="1055" y="458"/>
                  </a:lnTo>
                  <a:lnTo>
                    <a:pt x="1064" y="460"/>
                  </a:lnTo>
                  <a:lnTo>
                    <a:pt x="1072" y="460"/>
                  </a:lnTo>
                  <a:lnTo>
                    <a:pt x="1081" y="458"/>
                  </a:lnTo>
                  <a:lnTo>
                    <a:pt x="1090" y="458"/>
                  </a:lnTo>
                  <a:lnTo>
                    <a:pt x="1098" y="461"/>
                  </a:lnTo>
                  <a:lnTo>
                    <a:pt x="1104" y="465"/>
                  </a:lnTo>
                  <a:lnTo>
                    <a:pt x="1110" y="469"/>
                  </a:lnTo>
                  <a:lnTo>
                    <a:pt x="1116" y="471"/>
                  </a:lnTo>
                  <a:lnTo>
                    <a:pt x="1122" y="473"/>
                  </a:lnTo>
                  <a:lnTo>
                    <a:pt x="1127" y="477"/>
                  </a:lnTo>
                  <a:lnTo>
                    <a:pt x="1130" y="480"/>
                  </a:lnTo>
                  <a:lnTo>
                    <a:pt x="1134" y="483"/>
                  </a:lnTo>
                  <a:lnTo>
                    <a:pt x="1143" y="485"/>
                  </a:lnTo>
                  <a:lnTo>
                    <a:pt x="1154" y="486"/>
                  </a:lnTo>
                  <a:lnTo>
                    <a:pt x="1163" y="489"/>
                  </a:lnTo>
                  <a:lnTo>
                    <a:pt x="1164" y="494"/>
                  </a:lnTo>
                  <a:lnTo>
                    <a:pt x="1157" y="500"/>
                  </a:lnTo>
                  <a:lnTo>
                    <a:pt x="1147" y="506"/>
                  </a:lnTo>
                  <a:close/>
                </a:path>
              </a:pathLst>
            </a:custGeom>
            <a:solidFill>
              <a:srgbClr val="ECB78D">
                <a:alpha val="12900"/>
              </a:srgbClr>
            </a:solidFill>
            <a:ln>
              <a:noFill/>
            </a:ln>
          </p:spPr>
          <p:txBody>
            <a:bodyPr anchor="ctr"/>
            <a:lstStyle/>
            <a:p>
              <a:pPr algn="ctr">
                <a:buNone/>
              </a:pPr>
            </a:p>
          </p:txBody>
        </p:sp>
        <p:sp>
          <p:nvSpPr>
            <p:cNvPr id="705" name="addition:spatial:87"/>
            <p:cNvSpPr>
              <a:spLocks noGrp="1"/>
            </p:cNvSpPr>
            <p:nvPr/>
          </p:nvSpPr>
          <p:spPr>
            <a:xfrm>
              <a:off x="5648325" y="1666875"/>
              <a:ext cx="1520784" cy="952393"/>
            </a:xfrm>
            <a:custGeom>
              <a:avLst/>
              <a:gdLst/>
              <a:ahLst/>
              <a:cxnLst/>
              <a:rect l="l" t="t" r="r" b="b"/>
              <a:pathLst>
                <a:path w="1147" h="563">
                  <a:moveTo>
                    <a:pt x="0" y="0"/>
                  </a:moveTo>
                  <a:moveTo>
                    <a:pt x="1132" y="515"/>
                  </a:moveTo>
                  <a:lnTo>
                    <a:pt x="1129" y="519"/>
                  </a:lnTo>
                  <a:lnTo>
                    <a:pt x="1130" y="523"/>
                  </a:lnTo>
                  <a:lnTo>
                    <a:pt x="1131" y="527"/>
                  </a:lnTo>
                  <a:lnTo>
                    <a:pt x="1127" y="530"/>
                  </a:lnTo>
                  <a:lnTo>
                    <a:pt x="1120" y="533"/>
                  </a:lnTo>
                  <a:lnTo>
                    <a:pt x="1115" y="535"/>
                  </a:lnTo>
                  <a:lnTo>
                    <a:pt x="1111" y="539"/>
                  </a:lnTo>
                  <a:lnTo>
                    <a:pt x="1109" y="543"/>
                  </a:lnTo>
                  <a:lnTo>
                    <a:pt x="1105" y="546"/>
                  </a:lnTo>
                  <a:lnTo>
                    <a:pt x="1101" y="549"/>
                  </a:lnTo>
                  <a:lnTo>
                    <a:pt x="1095" y="552"/>
                  </a:lnTo>
                  <a:lnTo>
                    <a:pt x="1091" y="556"/>
                  </a:lnTo>
                  <a:lnTo>
                    <a:pt x="1087" y="560"/>
                  </a:lnTo>
                  <a:lnTo>
                    <a:pt x="1081" y="563"/>
                  </a:lnTo>
                  <a:lnTo>
                    <a:pt x="1073" y="562"/>
                  </a:lnTo>
                  <a:lnTo>
                    <a:pt x="1066" y="558"/>
                  </a:lnTo>
                  <a:lnTo>
                    <a:pt x="1060" y="552"/>
                  </a:lnTo>
                  <a:lnTo>
                    <a:pt x="1055" y="550"/>
                  </a:lnTo>
                  <a:lnTo>
                    <a:pt x="1050" y="552"/>
                  </a:lnTo>
                  <a:lnTo>
                    <a:pt x="1045" y="555"/>
                  </a:lnTo>
                  <a:lnTo>
                    <a:pt x="1038" y="557"/>
                  </a:lnTo>
                  <a:lnTo>
                    <a:pt x="1033" y="556"/>
                  </a:lnTo>
                  <a:lnTo>
                    <a:pt x="1028" y="554"/>
                  </a:lnTo>
                  <a:lnTo>
                    <a:pt x="1023" y="553"/>
                  </a:lnTo>
                  <a:lnTo>
                    <a:pt x="1017" y="551"/>
                  </a:lnTo>
                  <a:lnTo>
                    <a:pt x="1012" y="549"/>
                  </a:lnTo>
                  <a:lnTo>
                    <a:pt x="1009" y="545"/>
                  </a:lnTo>
                  <a:lnTo>
                    <a:pt x="1009" y="541"/>
                  </a:lnTo>
                  <a:lnTo>
                    <a:pt x="1007" y="537"/>
                  </a:lnTo>
                  <a:lnTo>
                    <a:pt x="1004" y="534"/>
                  </a:lnTo>
                  <a:lnTo>
                    <a:pt x="999" y="531"/>
                  </a:lnTo>
                  <a:lnTo>
                    <a:pt x="997" y="527"/>
                  </a:lnTo>
                  <a:lnTo>
                    <a:pt x="999" y="522"/>
                  </a:lnTo>
                  <a:lnTo>
                    <a:pt x="1004" y="518"/>
                  </a:lnTo>
                  <a:lnTo>
                    <a:pt x="1006" y="515"/>
                  </a:lnTo>
                  <a:lnTo>
                    <a:pt x="1002" y="512"/>
                  </a:lnTo>
                  <a:lnTo>
                    <a:pt x="993" y="507"/>
                  </a:lnTo>
                  <a:lnTo>
                    <a:pt x="986" y="502"/>
                  </a:lnTo>
                  <a:lnTo>
                    <a:pt x="985" y="497"/>
                  </a:lnTo>
                  <a:lnTo>
                    <a:pt x="988" y="494"/>
                  </a:lnTo>
                  <a:lnTo>
                    <a:pt x="994" y="491"/>
                  </a:lnTo>
                  <a:lnTo>
                    <a:pt x="998" y="488"/>
                  </a:lnTo>
                  <a:lnTo>
                    <a:pt x="1003" y="486"/>
                  </a:lnTo>
                  <a:lnTo>
                    <a:pt x="1009" y="485"/>
                  </a:lnTo>
                  <a:lnTo>
                    <a:pt x="1016" y="484"/>
                  </a:lnTo>
                  <a:lnTo>
                    <a:pt x="1022" y="484"/>
                  </a:lnTo>
                  <a:lnTo>
                    <a:pt x="1026" y="481"/>
                  </a:lnTo>
                  <a:lnTo>
                    <a:pt x="1029" y="477"/>
                  </a:lnTo>
                  <a:lnTo>
                    <a:pt x="1033" y="472"/>
                  </a:lnTo>
                  <a:lnTo>
                    <a:pt x="1039" y="470"/>
                  </a:lnTo>
                  <a:lnTo>
                    <a:pt x="1047" y="471"/>
                  </a:lnTo>
                  <a:lnTo>
                    <a:pt x="1054" y="473"/>
                  </a:lnTo>
                  <a:lnTo>
                    <a:pt x="1061" y="473"/>
                  </a:lnTo>
                  <a:lnTo>
                    <a:pt x="1068" y="471"/>
                  </a:lnTo>
                  <a:lnTo>
                    <a:pt x="1077" y="468"/>
                  </a:lnTo>
                  <a:lnTo>
                    <a:pt x="1085" y="468"/>
                  </a:lnTo>
                  <a:lnTo>
                    <a:pt x="1092" y="472"/>
                  </a:lnTo>
                  <a:lnTo>
                    <a:pt x="1096" y="477"/>
                  </a:lnTo>
                  <a:lnTo>
                    <a:pt x="1100" y="481"/>
                  </a:lnTo>
                  <a:lnTo>
                    <a:pt x="1104" y="484"/>
                  </a:lnTo>
                  <a:lnTo>
                    <a:pt x="1109" y="487"/>
                  </a:lnTo>
                  <a:lnTo>
                    <a:pt x="1113" y="490"/>
                  </a:lnTo>
                  <a:lnTo>
                    <a:pt x="1117" y="492"/>
                  </a:lnTo>
                  <a:lnTo>
                    <a:pt x="1123" y="494"/>
                  </a:lnTo>
                  <a:lnTo>
                    <a:pt x="1132" y="496"/>
                  </a:lnTo>
                  <a:lnTo>
                    <a:pt x="1141" y="498"/>
                  </a:lnTo>
                  <a:lnTo>
                    <a:pt x="1147" y="501"/>
                  </a:lnTo>
                  <a:lnTo>
                    <a:pt x="1145" y="506"/>
                  </a:lnTo>
                  <a:lnTo>
                    <a:pt x="1139" y="511"/>
                  </a:lnTo>
                  <a:close/>
                </a:path>
              </a:pathLst>
            </a:custGeom>
            <a:solidFill>
              <a:srgbClr val="E18B48">
                <a:alpha val="10500"/>
              </a:srgbClr>
            </a:solidFill>
            <a:ln>
              <a:noFill/>
            </a:ln>
          </p:spPr>
          <p:txBody>
            <a:bodyPr anchor="ctr"/>
            <a:lstStyle/>
            <a:p>
              <a:pPr algn="ctr">
                <a:buNone/>
              </a:pPr>
            </a:p>
          </p:txBody>
        </p:sp>
        <p:sp>
          <p:nvSpPr>
            <p:cNvPr id="706" name="addition:spatial:88"/>
            <p:cNvSpPr>
              <a:spLocks noGrp="1"/>
            </p:cNvSpPr>
            <p:nvPr/>
          </p:nvSpPr>
          <p:spPr>
            <a:xfrm>
              <a:off x="5648325" y="1666875"/>
              <a:ext cx="1414714" cy="877961"/>
            </a:xfrm>
            <a:custGeom>
              <a:avLst/>
              <a:gdLst/>
              <a:ahLst/>
              <a:cxnLst/>
              <a:rect l="l" t="t" r="r" b="b"/>
              <a:pathLst>
                <a:path w="1067" h="519">
                  <a:moveTo>
                    <a:pt x="0" y="0"/>
                  </a:moveTo>
                  <a:moveTo>
                    <a:pt x="1065" y="499"/>
                  </a:moveTo>
                  <a:lnTo>
                    <a:pt x="1066" y="501"/>
                  </a:lnTo>
                  <a:lnTo>
                    <a:pt x="1067" y="503"/>
                  </a:lnTo>
                  <a:lnTo>
                    <a:pt x="1065" y="505"/>
                  </a:lnTo>
                  <a:lnTo>
                    <a:pt x="1061" y="506"/>
                  </a:lnTo>
                  <a:lnTo>
                    <a:pt x="1057" y="506"/>
                  </a:lnTo>
                  <a:lnTo>
                    <a:pt x="1055" y="507"/>
                  </a:lnTo>
                  <a:lnTo>
                    <a:pt x="1054" y="509"/>
                  </a:lnTo>
                  <a:lnTo>
                    <a:pt x="1053" y="511"/>
                  </a:lnTo>
                  <a:lnTo>
                    <a:pt x="1052" y="512"/>
                  </a:lnTo>
                  <a:lnTo>
                    <a:pt x="1050" y="514"/>
                  </a:lnTo>
                  <a:lnTo>
                    <a:pt x="1049" y="515"/>
                  </a:lnTo>
                  <a:lnTo>
                    <a:pt x="1047" y="517"/>
                  </a:lnTo>
                  <a:lnTo>
                    <a:pt x="1045" y="519"/>
                  </a:lnTo>
                  <a:lnTo>
                    <a:pt x="1042" y="519"/>
                  </a:lnTo>
                  <a:lnTo>
                    <a:pt x="1038" y="518"/>
                  </a:lnTo>
                  <a:lnTo>
                    <a:pt x="1035" y="516"/>
                  </a:lnTo>
                  <a:lnTo>
                    <a:pt x="1033" y="515"/>
                  </a:lnTo>
                  <a:lnTo>
                    <a:pt x="1030" y="516"/>
                  </a:lnTo>
                  <a:lnTo>
                    <a:pt x="1028" y="517"/>
                  </a:lnTo>
                  <a:lnTo>
                    <a:pt x="1026" y="517"/>
                  </a:lnTo>
                  <a:lnTo>
                    <a:pt x="1024" y="517"/>
                  </a:lnTo>
                  <a:lnTo>
                    <a:pt x="1022" y="515"/>
                  </a:lnTo>
                  <a:lnTo>
                    <a:pt x="1020" y="515"/>
                  </a:lnTo>
                  <a:lnTo>
                    <a:pt x="1018" y="514"/>
                  </a:lnTo>
                  <a:lnTo>
                    <a:pt x="1015" y="514"/>
                  </a:lnTo>
                  <a:lnTo>
                    <a:pt x="1013" y="514"/>
                  </a:lnTo>
                  <a:lnTo>
                    <a:pt x="1011" y="512"/>
                  </a:lnTo>
                  <a:lnTo>
                    <a:pt x="1010" y="511"/>
                  </a:lnTo>
                  <a:lnTo>
                    <a:pt x="1009" y="509"/>
                  </a:lnTo>
                  <a:lnTo>
                    <a:pt x="1007" y="508"/>
                  </a:lnTo>
                  <a:lnTo>
                    <a:pt x="1007" y="506"/>
                  </a:lnTo>
                  <a:lnTo>
                    <a:pt x="1008" y="504"/>
                  </a:lnTo>
                  <a:lnTo>
                    <a:pt x="1011" y="502"/>
                  </a:lnTo>
                  <a:lnTo>
                    <a:pt x="1012" y="501"/>
                  </a:lnTo>
                  <a:lnTo>
                    <a:pt x="1011" y="499"/>
                  </a:lnTo>
                  <a:lnTo>
                    <a:pt x="1007" y="498"/>
                  </a:lnTo>
                  <a:lnTo>
                    <a:pt x="1004" y="496"/>
                  </a:lnTo>
                  <a:lnTo>
                    <a:pt x="1002" y="494"/>
                  </a:lnTo>
                  <a:lnTo>
                    <a:pt x="1003" y="492"/>
                  </a:lnTo>
                  <a:lnTo>
                    <a:pt x="1005" y="491"/>
                  </a:lnTo>
                  <a:lnTo>
                    <a:pt x="1007" y="490"/>
                  </a:lnTo>
                  <a:lnTo>
                    <a:pt x="1008" y="488"/>
                  </a:lnTo>
                  <a:lnTo>
                    <a:pt x="1010" y="487"/>
                  </a:lnTo>
                  <a:lnTo>
                    <a:pt x="1012" y="486"/>
                  </a:lnTo>
                  <a:lnTo>
                    <a:pt x="1014" y="486"/>
                  </a:lnTo>
                  <a:lnTo>
                    <a:pt x="1016" y="485"/>
                  </a:lnTo>
                  <a:lnTo>
                    <a:pt x="1018" y="484"/>
                  </a:lnTo>
                  <a:lnTo>
                    <a:pt x="1020" y="483"/>
                  </a:lnTo>
                  <a:lnTo>
                    <a:pt x="1022" y="482"/>
                  </a:lnTo>
                  <a:lnTo>
                    <a:pt x="1025" y="483"/>
                  </a:lnTo>
                  <a:lnTo>
                    <a:pt x="1028" y="483"/>
                  </a:lnTo>
                  <a:lnTo>
                    <a:pt x="1030" y="483"/>
                  </a:lnTo>
                  <a:lnTo>
                    <a:pt x="1033" y="481"/>
                  </a:lnTo>
                  <a:lnTo>
                    <a:pt x="1036" y="479"/>
                  </a:lnTo>
                  <a:lnTo>
                    <a:pt x="1040" y="478"/>
                  </a:lnTo>
                  <a:lnTo>
                    <a:pt x="1043" y="480"/>
                  </a:lnTo>
                  <a:lnTo>
                    <a:pt x="1045" y="482"/>
                  </a:lnTo>
                  <a:lnTo>
                    <a:pt x="1047" y="484"/>
                  </a:lnTo>
                  <a:lnTo>
                    <a:pt x="1049" y="485"/>
                  </a:lnTo>
                  <a:lnTo>
                    <a:pt x="1051" y="486"/>
                  </a:lnTo>
                  <a:lnTo>
                    <a:pt x="1053" y="488"/>
                  </a:lnTo>
                  <a:lnTo>
                    <a:pt x="1055" y="489"/>
                  </a:lnTo>
                  <a:lnTo>
                    <a:pt x="1057" y="490"/>
                  </a:lnTo>
                  <a:lnTo>
                    <a:pt x="1060" y="490"/>
                  </a:lnTo>
                  <a:lnTo>
                    <a:pt x="1064" y="491"/>
                  </a:lnTo>
                  <a:lnTo>
                    <a:pt x="1067" y="492"/>
                  </a:lnTo>
                  <a:lnTo>
                    <a:pt x="1067" y="494"/>
                  </a:lnTo>
                  <a:lnTo>
                    <a:pt x="1066" y="496"/>
                  </a:lnTo>
                  <a:lnTo>
                    <a:pt x="1064" y="498"/>
                  </a:lnTo>
                  <a:close/>
                </a:path>
              </a:pathLst>
            </a:custGeom>
            <a:solidFill>
              <a:srgbClr val="ECB78D">
                <a:alpha val="9600"/>
              </a:srgbClr>
            </a:solidFill>
            <a:ln>
              <a:noFill/>
            </a:ln>
          </p:spPr>
          <p:txBody>
            <a:bodyPr anchor="ctr"/>
            <a:lstStyle/>
            <a:p>
              <a:pPr algn="ctr">
                <a:buNone/>
              </a:pPr>
            </a:p>
          </p:txBody>
        </p:sp>
        <p:sp>
          <p:nvSpPr>
            <p:cNvPr id="707" name="addition:spatial:89"/>
            <p:cNvSpPr>
              <a:spLocks noGrp="1"/>
            </p:cNvSpPr>
            <p:nvPr/>
          </p:nvSpPr>
          <p:spPr>
            <a:xfrm>
              <a:off x="5648325" y="1666875"/>
              <a:ext cx="1445209" cy="852587"/>
            </a:xfrm>
            <a:custGeom>
              <a:avLst/>
              <a:gdLst/>
              <a:ahLst/>
              <a:cxnLst/>
              <a:rect l="l" t="t" r="r" b="b"/>
              <a:pathLst>
                <a:path w="1090" h="504">
                  <a:moveTo>
                    <a:pt x="0" y="0"/>
                  </a:moveTo>
                  <a:moveTo>
                    <a:pt x="1089" y="485"/>
                  </a:moveTo>
                  <a:lnTo>
                    <a:pt x="1088" y="486"/>
                  </a:lnTo>
                  <a:lnTo>
                    <a:pt x="1085" y="488"/>
                  </a:lnTo>
                  <a:lnTo>
                    <a:pt x="1082" y="489"/>
                  </a:lnTo>
                  <a:lnTo>
                    <a:pt x="1081" y="490"/>
                  </a:lnTo>
                  <a:lnTo>
                    <a:pt x="1081" y="492"/>
                  </a:lnTo>
                  <a:lnTo>
                    <a:pt x="1081" y="494"/>
                  </a:lnTo>
                  <a:lnTo>
                    <a:pt x="1080" y="496"/>
                  </a:lnTo>
                  <a:lnTo>
                    <a:pt x="1078" y="497"/>
                  </a:lnTo>
                  <a:lnTo>
                    <a:pt x="1074" y="497"/>
                  </a:lnTo>
                  <a:lnTo>
                    <a:pt x="1072" y="498"/>
                  </a:lnTo>
                  <a:lnTo>
                    <a:pt x="1070" y="499"/>
                  </a:lnTo>
                  <a:lnTo>
                    <a:pt x="1069" y="501"/>
                  </a:lnTo>
                  <a:lnTo>
                    <a:pt x="1068" y="503"/>
                  </a:lnTo>
                  <a:lnTo>
                    <a:pt x="1065" y="504"/>
                  </a:lnTo>
                  <a:lnTo>
                    <a:pt x="1062" y="503"/>
                  </a:lnTo>
                  <a:lnTo>
                    <a:pt x="1059" y="502"/>
                  </a:lnTo>
                  <a:lnTo>
                    <a:pt x="1057" y="502"/>
                  </a:lnTo>
                  <a:lnTo>
                    <a:pt x="1054" y="501"/>
                  </a:lnTo>
                  <a:lnTo>
                    <a:pt x="1053" y="501"/>
                  </a:lnTo>
                  <a:lnTo>
                    <a:pt x="1051" y="500"/>
                  </a:lnTo>
                  <a:lnTo>
                    <a:pt x="1049" y="499"/>
                  </a:lnTo>
                  <a:lnTo>
                    <a:pt x="1047" y="500"/>
                  </a:lnTo>
                  <a:lnTo>
                    <a:pt x="1044" y="501"/>
                  </a:lnTo>
                  <a:lnTo>
                    <a:pt x="1040" y="502"/>
                  </a:lnTo>
                  <a:lnTo>
                    <a:pt x="1038" y="501"/>
                  </a:lnTo>
                  <a:lnTo>
                    <a:pt x="1037" y="499"/>
                  </a:lnTo>
                  <a:lnTo>
                    <a:pt x="1038" y="496"/>
                  </a:lnTo>
                  <a:lnTo>
                    <a:pt x="1037" y="495"/>
                  </a:lnTo>
                  <a:lnTo>
                    <a:pt x="1036" y="494"/>
                  </a:lnTo>
                  <a:lnTo>
                    <a:pt x="1034" y="493"/>
                  </a:lnTo>
                  <a:lnTo>
                    <a:pt x="1033" y="491"/>
                  </a:lnTo>
                  <a:lnTo>
                    <a:pt x="1033" y="489"/>
                  </a:lnTo>
                  <a:lnTo>
                    <a:pt x="1034" y="488"/>
                  </a:lnTo>
                  <a:lnTo>
                    <a:pt x="1034" y="486"/>
                  </a:lnTo>
                  <a:lnTo>
                    <a:pt x="1033" y="485"/>
                  </a:lnTo>
                  <a:lnTo>
                    <a:pt x="1032" y="483"/>
                  </a:lnTo>
                  <a:lnTo>
                    <a:pt x="1032" y="482"/>
                  </a:lnTo>
                  <a:lnTo>
                    <a:pt x="1032" y="480"/>
                  </a:lnTo>
                  <a:lnTo>
                    <a:pt x="1032" y="479"/>
                  </a:lnTo>
                  <a:lnTo>
                    <a:pt x="1030" y="476"/>
                  </a:lnTo>
                  <a:lnTo>
                    <a:pt x="1029" y="474"/>
                  </a:lnTo>
                  <a:lnTo>
                    <a:pt x="1030" y="473"/>
                  </a:lnTo>
                  <a:lnTo>
                    <a:pt x="1033" y="472"/>
                  </a:lnTo>
                  <a:lnTo>
                    <a:pt x="1037" y="473"/>
                  </a:lnTo>
                  <a:lnTo>
                    <a:pt x="1041" y="473"/>
                  </a:lnTo>
                  <a:lnTo>
                    <a:pt x="1042" y="472"/>
                  </a:lnTo>
                  <a:lnTo>
                    <a:pt x="1043" y="471"/>
                  </a:lnTo>
                  <a:lnTo>
                    <a:pt x="1045" y="469"/>
                  </a:lnTo>
                  <a:lnTo>
                    <a:pt x="1047" y="468"/>
                  </a:lnTo>
                  <a:lnTo>
                    <a:pt x="1049" y="468"/>
                  </a:lnTo>
                  <a:lnTo>
                    <a:pt x="1051" y="467"/>
                  </a:lnTo>
                  <a:lnTo>
                    <a:pt x="1054" y="467"/>
                  </a:lnTo>
                  <a:lnTo>
                    <a:pt x="1057" y="466"/>
                  </a:lnTo>
                  <a:lnTo>
                    <a:pt x="1060" y="466"/>
                  </a:lnTo>
                  <a:lnTo>
                    <a:pt x="1063" y="467"/>
                  </a:lnTo>
                  <a:lnTo>
                    <a:pt x="1065" y="468"/>
                  </a:lnTo>
                  <a:lnTo>
                    <a:pt x="1068" y="468"/>
                  </a:lnTo>
                  <a:lnTo>
                    <a:pt x="1071" y="468"/>
                  </a:lnTo>
                  <a:lnTo>
                    <a:pt x="1074" y="469"/>
                  </a:lnTo>
                  <a:lnTo>
                    <a:pt x="1076" y="471"/>
                  </a:lnTo>
                  <a:lnTo>
                    <a:pt x="1076" y="473"/>
                  </a:lnTo>
                  <a:lnTo>
                    <a:pt x="1076" y="475"/>
                  </a:lnTo>
                  <a:lnTo>
                    <a:pt x="1078" y="476"/>
                  </a:lnTo>
                  <a:lnTo>
                    <a:pt x="1081" y="477"/>
                  </a:lnTo>
                  <a:lnTo>
                    <a:pt x="1085" y="477"/>
                  </a:lnTo>
                  <a:lnTo>
                    <a:pt x="1088" y="478"/>
                  </a:lnTo>
                  <a:lnTo>
                    <a:pt x="1090" y="480"/>
                  </a:lnTo>
                  <a:lnTo>
                    <a:pt x="1090" y="481"/>
                  </a:lnTo>
                  <a:lnTo>
                    <a:pt x="1090" y="483"/>
                  </a:lnTo>
                  <a:close/>
                </a:path>
              </a:pathLst>
            </a:custGeom>
            <a:solidFill>
              <a:srgbClr val="ECB78D">
                <a:alpha val="9600"/>
              </a:srgbClr>
            </a:solidFill>
            <a:ln>
              <a:noFill/>
            </a:ln>
          </p:spPr>
          <p:txBody>
            <a:bodyPr anchor="ctr"/>
            <a:lstStyle/>
            <a:p>
              <a:pPr algn="ctr">
                <a:buNone/>
              </a:pPr>
            </a:p>
          </p:txBody>
        </p:sp>
        <p:sp>
          <p:nvSpPr>
            <p:cNvPr id="708" name="addition:spatial:90"/>
            <p:cNvSpPr>
              <a:spLocks noGrp="1"/>
            </p:cNvSpPr>
            <p:nvPr/>
          </p:nvSpPr>
          <p:spPr>
            <a:xfrm>
              <a:off x="5648325" y="1666875"/>
              <a:ext cx="1479682" cy="861045"/>
            </a:xfrm>
            <a:custGeom>
              <a:avLst/>
              <a:gdLst/>
              <a:ahLst/>
              <a:cxnLst/>
              <a:rect l="l" t="t" r="r" b="b"/>
              <a:pathLst>
                <a:path w="1116" h="509">
                  <a:moveTo>
                    <a:pt x="0" y="0"/>
                  </a:moveTo>
                  <a:moveTo>
                    <a:pt x="1109" y="489"/>
                  </a:moveTo>
                  <a:lnTo>
                    <a:pt x="1108" y="490"/>
                  </a:lnTo>
                  <a:lnTo>
                    <a:pt x="1109" y="492"/>
                  </a:lnTo>
                  <a:lnTo>
                    <a:pt x="1110" y="494"/>
                  </a:lnTo>
                  <a:lnTo>
                    <a:pt x="1110" y="495"/>
                  </a:lnTo>
                  <a:lnTo>
                    <a:pt x="1110" y="497"/>
                  </a:lnTo>
                  <a:lnTo>
                    <a:pt x="1110" y="499"/>
                  </a:lnTo>
                  <a:lnTo>
                    <a:pt x="1110" y="501"/>
                  </a:lnTo>
                  <a:lnTo>
                    <a:pt x="1110" y="503"/>
                  </a:lnTo>
                  <a:lnTo>
                    <a:pt x="1107" y="504"/>
                  </a:lnTo>
                  <a:lnTo>
                    <a:pt x="1104" y="504"/>
                  </a:lnTo>
                  <a:lnTo>
                    <a:pt x="1101" y="504"/>
                  </a:lnTo>
                  <a:lnTo>
                    <a:pt x="1098" y="504"/>
                  </a:lnTo>
                  <a:lnTo>
                    <a:pt x="1097" y="505"/>
                  </a:lnTo>
                  <a:lnTo>
                    <a:pt x="1096" y="507"/>
                  </a:lnTo>
                  <a:lnTo>
                    <a:pt x="1094" y="508"/>
                  </a:lnTo>
                  <a:lnTo>
                    <a:pt x="1092" y="507"/>
                  </a:lnTo>
                  <a:lnTo>
                    <a:pt x="1089" y="507"/>
                  </a:lnTo>
                  <a:lnTo>
                    <a:pt x="1087" y="506"/>
                  </a:lnTo>
                  <a:lnTo>
                    <a:pt x="1085" y="507"/>
                  </a:lnTo>
                  <a:lnTo>
                    <a:pt x="1082" y="508"/>
                  </a:lnTo>
                  <a:lnTo>
                    <a:pt x="1079" y="509"/>
                  </a:lnTo>
                  <a:lnTo>
                    <a:pt x="1076" y="508"/>
                  </a:lnTo>
                  <a:lnTo>
                    <a:pt x="1073" y="507"/>
                  </a:lnTo>
                  <a:lnTo>
                    <a:pt x="1071" y="506"/>
                  </a:lnTo>
                  <a:lnTo>
                    <a:pt x="1068" y="505"/>
                  </a:lnTo>
                  <a:lnTo>
                    <a:pt x="1067" y="503"/>
                  </a:lnTo>
                  <a:lnTo>
                    <a:pt x="1066" y="501"/>
                  </a:lnTo>
                  <a:lnTo>
                    <a:pt x="1067" y="498"/>
                  </a:lnTo>
                  <a:lnTo>
                    <a:pt x="1066" y="497"/>
                  </a:lnTo>
                  <a:lnTo>
                    <a:pt x="1064" y="496"/>
                  </a:lnTo>
                  <a:lnTo>
                    <a:pt x="1059" y="495"/>
                  </a:lnTo>
                  <a:lnTo>
                    <a:pt x="1055" y="494"/>
                  </a:lnTo>
                  <a:lnTo>
                    <a:pt x="1053" y="493"/>
                  </a:lnTo>
                  <a:lnTo>
                    <a:pt x="1053" y="491"/>
                  </a:lnTo>
                  <a:lnTo>
                    <a:pt x="1054" y="489"/>
                  </a:lnTo>
                  <a:lnTo>
                    <a:pt x="1055" y="487"/>
                  </a:lnTo>
                  <a:lnTo>
                    <a:pt x="1054" y="485"/>
                  </a:lnTo>
                  <a:lnTo>
                    <a:pt x="1055" y="483"/>
                  </a:lnTo>
                  <a:lnTo>
                    <a:pt x="1056" y="482"/>
                  </a:lnTo>
                  <a:lnTo>
                    <a:pt x="1059" y="481"/>
                  </a:lnTo>
                  <a:lnTo>
                    <a:pt x="1061" y="479"/>
                  </a:lnTo>
                  <a:lnTo>
                    <a:pt x="1062" y="478"/>
                  </a:lnTo>
                  <a:lnTo>
                    <a:pt x="1064" y="477"/>
                  </a:lnTo>
                  <a:lnTo>
                    <a:pt x="1066" y="476"/>
                  </a:lnTo>
                  <a:lnTo>
                    <a:pt x="1069" y="475"/>
                  </a:lnTo>
                  <a:lnTo>
                    <a:pt x="1072" y="475"/>
                  </a:lnTo>
                  <a:lnTo>
                    <a:pt x="1074" y="473"/>
                  </a:lnTo>
                  <a:lnTo>
                    <a:pt x="1075" y="471"/>
                  </a:lnTo>
                  <a:lnTo>
                    <a:pt x="1077" y="468"/>
                  </a:lnTo>
                  <a:lnTo>
                    <a:pt x="1080" y="466"/>
                  </a:lnTo>
                  <a:lnTo>
                    <a:pt x="1083" y="467"/>
                  </a:lnTo>
                  <a:lnTo>
                    <a:pt x="1087" y="469"/>
                  </a:lnTo>
                  <a:lnTo>
                    <a:pt x="1089" y="471"/>
                  </a:lnTo>
                  <a:lnTo>
                    <a:pt x="1092" y="471"/>
                  </a:lnTo>
                  <a:lnTo>
                    <a:pt x="1094" y="472"/>
                  </a:lnTo>
                  <a:lnTo>
                    <a:pt x="1097" y="472"/>
                  </a:lnTo>
                  <a:lnTo>
                    <a:pt x="1099" y="473"/>
                  </a:lnTo>
                  <a:lnTo>
                    <a:pt x="1101" y="473"/>
                  </a:lnTo>
                  <a:lnTo>
                    <a:pt x="1103" y="473"/>
                  </a:lnTo>
                  <a:lnTo>
                    <a:pt x="1106" y="473"/>
                  </a:lnTo>
                  <a:lnTo>
                    <a:pt x="1109" y="474"/>
                  </a:lnTo>
                  <a:lnTo>
                    <a:pt x="1110" y="475"/>
                  </a:lnTo>
                  <a:lnTo>
                    <a:pt x="1110" y="477"/>
                  </a:lnTo>
                  <a:lnTo>
                    <a:pt x="1110" y="479"/>
                  </a:lnTo>
                  <a:lnTo>
                    <a:pt x="1112" y="480"/>
                  </a:lnTo>
                  <a:lnTo>
                    <a:pt x="1114" y="482"/>
                  </a:lnTo>
                  <a:lnTo>
                    <a:pt x="1116" y="483"/>
                  </a:lnTo>
                  <a:lnTo>
                    <a:pt x="1115" y="485"/>
                  </a:lnTo>
                  <a:lnTo>
                    <a:pt x="1112" y="487"/>
                  </a:lnTo>
                  <a:close/>
                </a:path>
              </a:pathLst>
            </a:custGeom>
            <a:solidFill>
              <a:srgbClr val="ECB78D">
                <a:alpha val="9600"/>
              </a:srgbClr>
            </a:solidFill>
            <a:ln>
              <a:noFill/>
            </a:ln>
          </p:spPr>
          <p:txBody>
            <a:bodyPr anchor="ctr"/>
            <a:lstStyle/>
            <a:p>
              <a:pPr algn="ctr">
                <a:buNone/>
              </a:pPr>
            </a:p>
          </p:txBody>
        </p:sp>
        <p:sp>
          <p:nvSpPr>
            <p:cNvPr id="709" name="addition:spatial:91"/>
            <p:cNvSpPr>
              <a:spLocks noGrp="1"/>
            </p:cNvSpPr>
            <p:nvPr/>
          </p:nvSpPr>
          <p:spPr>
            <a:xfrm>
              <a:off x="5648325" y="1666875"/>
              <a:ext cx="1514155" cy="891494"/>
            </a:xfrm>
            <a:custGeom>
              <a:avLst/>
              <a:gdLst/>
              <a:ahLst/>
              <a:cxnLst/>
              <a:rect l="l" t="t" r="r" b="b"/>
              <a:pathLst>
                <a:path w="1142" h="527">
                  <a:moveTo>
                    <a:pt x="0" y="0"/>
                  </a:moveTo>
                  <a:moveTo>
                    <a:pt x="1134" y="505"/>
                  </a:moveTo>
                  <a:lnTo>
                    <a:pt x="1136" y="507"/>
                  </a:lnTo>
                  <a:lnTo>
                    <a:pt x="1137" y="509"/>
                  </a:lnTo>
                  <a:lnTo>
                    <a:pt x="1136" y="510"/>
                  </a:lnTo>
                  <a:lnTo>
                    <a:pt x="1134" y="512"/>
                  </a:lnTo>
                  <a:lnTo>
                    <a:pt x="1133" y="514"/>
                  </a:lnTo>
                  <a:lnTo>
                    <a:pt x="1132" y="515"/>
                  </a:lnTo>
                  <a:lnTo>
                    <a:pt x="1132" y="518"/>
                  </a:lnTo>
                  <a:lnTo>
                    <a:pt x="1131" y="519"/>
                  </a:lnTo>
                  <a:lnTo>
                    <a:pt x="1129" y="521"/>
                  </a:lnTo>
                  <a:lnTo>
                    <a:pt x="1127" y="522"/>
                  </a:lnTo>
                  <a:lnTo>
                    <a:pt x="1126" y="523"/>
                  </a:lnTo>
                  <a:lnTo>
                    <a:pt x="1124" y="525"/>
                  </a:lnTo>
                  <a:lnTo>
                    <a:pt x="1121" y="525"/>
                  </a:lnTo>
                  <a:lnTo>
                    <a:pt x="1118" y="524"/>
                  </a:lnTo>
                  <a:lnTo>
                    <a:pt x="1115" y="522"/>
                  </a:lnTo>
                  <a:lnTo>
                    <a:pt x="1113" y="521"/>
                  </a:lnTo>
                  <a:lnTo>
                    <a:pt x="1111" y="522"/>
                  </a:lnTo>
                  <a:lnTo>
                    <a:pt x="1109" y="525"/>
                  </a:lnTo>
                  <a:lnTo>
                    <a:pt x="1106" y="527"/>
                  </a:lnTo>
                  <a:lnTo>
                    <a:pt x="1103" y="527"/>
                  </a:lnTo>
                  <a:lnTo>
                    <a:pt x="1100" y="527"/>
                  </a:lnTo>
                  <a:lnTo>
                    <a:pt x="1098" y="525"/>
                  </a:lnTo>
                  <a:lnTo>
                    <a:pt x="1095" y="524"/>
                  </a:lnTo>
                  <a:lnTo>
                    <a:pt x="1093" y="523"/>
                  </a:lnTo>
                  <a:lnTo>
                    <a:pt x="1090" y="522"/>
                  </a:lnTo>
                  <a:lnTo>
                    <a:pt x="1089" y="520"/>
                  </a:lnTo>
                  <a:lnTo>
                    <a:pt x="1088" y="518"/>
                  </a:lnTo>
                  <a:lnTo>
                    <a:pt x="1086" y="516"/>
                  </a:lnTo>
                  <a:lnTo>
                    <a:pt x="1083" y="515"/>
                  </a:lnTo>
                  <a:lnTo>
                    <a:pt x="1080" y="514"/>
                  </a:lnTo>
                  <a:lnTo>
                    <a:pt x="1079" y="512"/>
                  </a:lnTo>
                  <a:lnTo>
                    <a:pt x="1079" y="510"/>
                  </a:lnTo>
                  <a:lnTo>
                    <a:pt x="1080" y="508"/>
                  </a:lnTo>
                  <a:lnTo>
                    <a:pt x="1078" y="507"/>
                  </a:lnTo>
                  <a:lnTo>
                    <a:pt x="1075" y="505"/>
                  </a:lnTo>
                  <a:lnTo>
                    <a:pt x="1071" y="503"/>
                  </a:lnTo>
                  <a:lnTo>
                    <a:pt x="1070" y="501"/>
                  </a:lnTo>
                  <a:lnTo>
                    <a:pt x="1071" y="499"/>
                  </a:lnTo>
                  <a:lnTo>
                    <a:pt x="1075" y="497"/>
                  </a:lnTo>
                  <a:lnTo>
                    <a:pt x="1078" y="496"/>
                  </a:lnTo>
                  <a:lnTo>
                    <a:pt x="1081" y="495"/>
                  </a:lnTo>
                  <a:lnTo>
                    <a:pt x="1083" y="494"/>
                  </a:lnTo>
                  <a:lnTo>
                    <a:pt x="1085" y="493"/>
                  </a:lnTo>
                  <a:lnTo>
                    <a:pt x="1088" y="492"/>
                  </a:lnTo>
                  <a:lnTo>
                    <a:pt x="1089" y="490"/>
                  </a:lnTo>
                  <a:lnTo>
                    <a:pt x="1091" y="488"/>
                  </a:lnTo>
                  <a:lnTo>
                    <a:pt x="1092" y="486"/>
                  </a:lnTo>
                  <a:lnTo>
                    <a:pt x="1094" y="484"/>
                  </a:lnTo>
                  <a:lnTo>
                    <a:pt x="1098" y="483"/>
                  </a:lnTo>
                  <a:lnTo>
                    <a:pt x="1102" y="484"/>
                  </a:lnTo>
                  <a:lnTo>
                    <a:pt x="1105" y="485"/>
                  </a:lnTo>
                  <a:lnTo>
                    <a:pt x="1108" y="485"/>
                  </a:lnTo>
                  <a:lnTo>
                    <a:pt x="1112" y="483"/>
                  </a:lnTo>
                  <a:lnTo>
                    <a:pt x="1115" y="483"/>
                  </a:lnTo>
                  <a:lnTo>
                    <a:pt x="1118" y="484"/>
                  </a:lnTo>
                  <a:lnTo>
                    <a:pt x="1120" y="486"/>
                  </a:lnTo>
                  <a:lnTo>
                    <a:pt x="1122" y="488"/>
                  </a:lnTo>
                  <a:lnTo>
                    <a:pt x="1124" y="489"/>
                  </a:lnTo>
                  <a:lnTo>
                    <a:pt x="1126" y="490"/>
                  </a:lnTo>
                  <a:lnTo>
                    <a:pt x="1129" y="490"/>
                  </a:lnTo>
                  <a:lnTo>
                    <a:pt x="1131" y="491"/>
                  </a:lnTo>
                  <a:lnTo>
                    <a:pt x="1133" y="491"/>
                  </a:lnTo>
                  <a:lnTo>
                    <a:pt x="1136" y="492"/>
                  </a:lnTo>
                  <a:lnTo>
                    <a:pt x="1139" y="493"/>
                  </a:lnTo>
                  <a:lnTo>
                    <a:pt x="1142" y="494"/>
                  </a:lnTo>
                  <a:lnTo>
                    <a:pt x="1142" y="497"/>
                  </a:lnTo>
                  <a:lnTo>
                    <a:pt x="1139" y="499"/>
                  </a:lnTo>
                  <a:lnTo>
                    <a:pt x="1135" y="502"/>
                  </a:lnTo>
                  <a:lnTo>
                    <a:pt x="1134" y="503"/>
                  </a:lnTo>
                  <a:close/>
                </a:path>
              </a:pathLst>
            </a:custGeom>
            <a:solidFill>
              <a:srgbClr val="ECB78D">
                <a:alpha val="9600"/>
              </a:srgbClr>
            </a:solidFill>
            <a:ln>
              <a:noFill/>
            </a:ln>
          </p:spPr>
          <p:txBody>
            <a:bodyPr anchor="ctr"/>
            <a:lstStyle/>
            <a:p>
              <a:pPr algn="ctr">
                <a:buNone/>
              </a:pPr>
            </a:p>
          </p:txBody>
        </p:sp>
        <p:sp>
          <p:nvSpPr>
            <p:cNvPr id="710" name="addition:spatial:92"/>
            <p:cNvSpPr>
              <a:spLocks noGrp="1"/>
            </p:cNvSpPr>
            <p:nvPr/>
          </p:nvSpPr>
          <p:spPr>
            <a:xfrm>
              <a:off x="5648325" y="1666875"/>
              <a:ext cx="1491615" cy="925327"/>
            </a:xfrm>
            <a:custGeom>
              <a:avLst/>
              <a:gdLst/>
              <a:ahLst/>
              <a:cxnLst/>
              <a:rect l="l" t="t" r="r" b="b"/>
              <a:pathLst>
                <a:path w="1125" h="547">
                  <a:moveTo>
                    <a:pt x="0" y="0"/>
                  </a:moveTo>
                  <a:moveTo>
                    <a:pt x="1119" y="523"/>
                  </a:moveTo>
                  <a:lnTo>
                    <a:pt x="1121" y="524"/>
                  </a:lnTo>
                  <a:lnTo>
                    <a:pt x="1124" y="527"/>
                  </a:lnTo>
                  <a:lnTo>
                    <a:pt x="1125" y="529"/>
                  </a:lnTo>
                  <a:lnTo>
                    <a:pt x="1123" y="530"/>
                  </a:lnTo>
                  <a:lnTo>
                    <a:pt x="1120" y="532"/>
                  </a:lnTo>
                  <a:lnTo>
                    <a:pt x="1119" y="533"/>
                  </a:lnTo>
                  <a:lnTo>
                    <a:pt x="1119" y="535"/>
                  </a:lnTo>
                  <a:lnTo>
                    <a:pt x="1119" y="538"/>
                  </a:lnTo>
                  <a:lnTo>
                    <a:pt x="1118" y="540"/>
                  </a:lnTo>
                  <a:lnTo>
                    <a:pt x="1115" y="540"/>
                  </a:lnTo>
                  <a:lnTo>
                    <a:pt x="1110" y="540"/>
                  </a:lnTo>
                  <a:lnTo>
                    <a:pt x="1106" y="539"/>
                  </a:lnTo>
                  <a:lnTo>
                    <a:pt x="1103" y="539"/>
                  </a:lnTo>
                  <a:lnTo>
                    <a:pt x="1101" y="540"/>
                  </a:lnTo>
                  <a:lnTo>
                    <a:pt x="1098" y="542"/>
                  </a:lnTo>
                  <a:lnTo>
                    <a:pt x="1096" y="542"/>
                  </a:lnTo>
                  <a:lnTo>
                    <a:pt x="1092" y="543"/>
                  </a:lnTo>
                  <a:lnTo>
                    <a:pt x="1089" y="545"/>
                  </a:lnTo>
                  <a:lnTo>
                    <a:pt x="1085" y="546"/>
                  </a:lnTo>
                  <a:lnTo>
                    <a:pt x="1080" y="547"/>
                  </a:lnTo>
                  <a:lnTo>
                    <a:pt x="1076" y="545"/>
                  </a:lnTo>
                  <a:lnTo>
                    <a:pt x="1074" y="543"/>
                  </a:lnTo>
                  <a:lnTo>
                    <a:pt x="1072" y="540"/>
                  </a:lnTo>
                  <a:lnTo>
                    <a:pt x="1069" y="538"/>
                  </a:lnTo>
                  <a:lnTo>
                    <a:pt x="1065" y="538"/>
                  </a:lnTo>
                  <a:lnTo>
                    <a:pt x="1061" y="538"/>
                  </a:lnTo>
                  <a:lnTo>
                    <a:pt x="1058" y="537"/>
                  </a:lnTo>
                  <a:lnTo>
                    <a:pt x="1056" y="535"/>
                  </a:lnTo>
                  <a:lnTo>
                    <a:pt x="1056" y="533"/>
                  </a:lnTo>
                  <a:lnTo>
                    <a:pt x="1054" y="531"/>
                  </a:lnTo>
                  <a:lnTo>
                    <a:pt x="1051" y="530"/>
                  </a:lnTo>
                  <a:lnTo>
                    <a:pt x="1047" y="528"/>
                  </a:lnTo>
                  <a:lnTo>
                    <a:pt x="1045" y="527"/>
                  </a:lnTo>
                  <a:lnTo>
                    <a:pt x="1045" y="525"/>
                  </a:lnTo>
                  <a:lnTo>
                    <a:pt x="1044" y="523"/>
                  </a:lnTo>
                  <a:lnTo>
                    <a:pt x="1044" y="521"/>
                  </a:lnTo>
                  <a:lnTo>
                    <a:pt x="1044" y="518"/>
                  </a:lnTo>
                  <a:lnTo>
                    <a:pt x="1047" y="517"/>
                  </a:lnTo>
                  <a:lnTo>
                    <a:pt x="1052" y="515"/>
                  </a:lnTo>
                  <a:lnTo>
                    <a:pt x="1058" y="515"/>
                  </a:lnTo>
                  <a:lnTo>
                    <a:pt x="1061" y="514"/>
                  </a:lnTo>
                  <a:lnTo>
                    <a:pt x="1062" y="512"/>
                  </a:lnTo>
                  <a:lnTo>
                    <a:pt x="1061" y="509"/>
                  </a:lnTo>
                  <a:lnTo>
                    <a:pt x="1061" y="506"/>
                  </a:lnTo>
                  <a:lnTo>
                    <a:pt x="1064" y="505"/>
                  </a:lnTo>
                  <a:lnTo>
                    <a:pt x="1067" y="504"/>
                  </a:lnTo>
                  <a:lnTo>
                    <a:pt x="1071" y="503"/>
                  </a:lnTo>
                  <a:lnTo>
                    <a:pt x="1075" y="502"/>
                  </a:lnTo>
                  <a:lnTo>
                    <a:pt x="1078" y="501"/>
                  </a:lnTo>
                  <a:lnTo>
                    <a:pt x="1082" y="501"/>
                  </a:lnTo>
                  <a:lnTo>
                    <a:pt x="1086" y="501"/>
                  </a:lnTo>
                  <a:lnTo>
                    <a:pt x="1089" y="502"/>
                  </a:lnTo>
                  <a:lnTo>
                    <a:pt x="1092" y="502"/>
                  </a:lnTo>
                  <a:lnTo>
                    <a:pt x="1095" y="502"/>
                  </a:lnTo>
                  <a:lnTo>
                    <a:pt x="1098" y="502"/>
                  </a:lnTo>
                  <a:lnTo>
                    <a:pt x="1101" y="503"/>
                  </a:lnTo>
                  <a:lnTo>
                    <a:pt x="1102" y="505"/>
                  </a:lnTo>
                  <a:lnTo>
                    <a:pt x="1104" y="507"/>
                  </a:lnTo>
                  <a:lnTo>
                    <a:pt x="1107" y="507"/>
                  </a:lnTo>
                  <a:lnTo>
                    <a:pt x="1112" y="506"/>
                  </a:lnTo>
                  <a:lnTo>
                    <a:pt x="1117" y="505"/>
                  </a:lnTo>
                  <a:lnTo>
                    <a:pt x="1120" y="506"/>
                  </a:lnTo>
                  <a:lnTo>
                    <a:pt x="1121" y="508"/>
                  </a:lnTo>
                  <a:lnTo>
                    <a:pt x="1120" y="511"/>
                  </a:lnTo>
                  <a:lnTo>
                    <a:pt x="1119" y="514"/>
                  </a:lnTo>
                  <a:lnTo>
                    <a:pt x="1119" y="515"/>
                  </a:lnTo>
                  <a:lnTo>
                    <a:pt x="1119" y="517"/>
                  </a:lnTo>
                  <a:lnTo>
                    <a:pt x="1119" y="519"/>
                  </a:lnTo>
                  <a:lnTo>
                    <a:pt x="1118" y="521"/>
                  </a:lnTo>
                  <a:close/>
                </a:path>
              </a:pathLst>
            </a:custGeom>
            <a:solidFill>
              <a:srgbClr val="ECB78D">
                <a:alpha val="9600"/>
              </a:srgbClr>
            </a:solidFill>
            <a:ln>
              <a:noFill/>
            </a:ln>
          </p:spPr>
          <p:txBody>
            <a:bodyPr anchor="ctr"/>
            <a:lstStyle/>
            <a:p>
              <a:pPr algn="ctr">
                <a:buNone/>
              </a:pPr>
            </a:p>
          </p:txBody>
        </p:sp>
        <p:sp>
          <p:nvSpPr>
            <p:cNvPr id="711" name="addition:spatial:93"/>
            <p:cNvSpPr>
              <a:spLocks noGrp="1"/>
            </p:cNvSpPr>
            <p:nvPr/>
          </p:nvSpPr>
          <p:spPr>
            <a:xfrm>
              <a:off x="5648325" y="1666875"/>
              <a:ext cx="1445209" cy="923635"/>
            </a:xfrm>
            <a:custGeom>
              <a:avLst/>
              <a:gdLst/>
              <a:ahLst/>
              <a:cxnLst/>
              <a:rect l="l" t="t" r="r" b="b"/>
              <a:pathLst>
                <a:path w="1090" h="546">
                  <a:moveTo>
                    <a:pt x="0" y="0"/>
                  </a:moveTo>
                  <a:moveTo>
                    <a:pt x="1088" y="525"/>
                  </a:moveTo>
                  <a:lnTo>
                    <a:pt x="1090" y="527"/>
                  </a:lnTo>
                  <a:lnTo>
                    <a:pt x="1090" y="529"/>
                  </a:lnTo>
                  <a:lnTo>
                    <a:pt x="1089" y="531"/>
                  </a:lnTo>
                  <a:lnTo>
                    <a:pt x="1087" y="532"/>
                  </a:lnTo>
                  <a:lnTo>
                    <a:pt x="1085" y="534"/>
                  </a:lnTo>
                  <a:lnTo>
                    <a:pt x="1083" y="535"/>
                  </a:lnTo>
                  <a:lnTo>
                    <a:pt x="1079" y="536"/>
                  </a:lnTo>
                  <a:lnTo>
                    <a:pt x="1075" y="536"/>
                  </a:lnTo>
                  <a:lnTo>
                    <a:pt x="1072" y="537"/>
                  </a:lnTo>
                  <a:lnTo>
                    <a:pt x="1071" y="539"/>
                  </a:lnTo>
                  <a:lnTo>
                    <a:pt x="1071" y="542"/>
                  </a:lnTo>
                  <a:lnTo>
                    <a:pt x="1069" y="545"/>
                  </a:lnTo>
                  <a:lnTo>
                    <a:pt x="1066" y="546"/>
                  </a:lnTo>
                  <a:lnTo>
                    <a:pt x="1062" y="546"/>
                  </a:lnTo>
                  <a:lnTo>
                    <a:pt x="1058" y="545"/>
                  </a:lnTo>
                  <a:lnTo>
                    <a:pt x="1055" y="545"/>
                  </a:lnTo>
                  <a:lnTo>
                    <a:pt x="1052" y="546"/>
                  </a:lnTo>
                  <a:lnTo>
                    <a:pt x="1048" y="546"/>
                  </a:lnTo>
                  <a:lnTo>
                    <a:pt x="1045" y="546"/>
                  </a:lnTo>
                  <a:lnTo>
                    <a:pt x="1042" y="545"/>
                  </a:lnTo>
                  <a:lnTo>
                    <a:pt x="1039" y="543"/>
                  </a:lnTo>
                  <a:lnTo>
                    <a:pt x="1037" y="543"/>
                  </a:lnTo>
                  <a:lnTo>
                    <a:pt x="1034" y="542"/>
                  </a:lnTo>
                  <a:lnTo>
                    <a:pt x="1032" y="541"/>
                  </a:lnTo>
                  <a:lnTo>
                    <a:pt x="1031" y="539"/>
                  </a:lnTo>
                  <a:lnTo>
                    <a:pt x="1029" y="538"/>
                  </a:lnTo>
                  <a:lnTo>
                    <a:pt x="1027" y="537"/>
                  </a:lnTo>
                  <a:lnTo>
                    <a:pt x="1022" y="537"/>
                  </a:lnTo>
                  <a:lnTo>
                    <a:pt x="1018" y="537"/>
                  </a:lnTo>
                  <a:lnTo>
                    <a:pt x="1016" y="535"/>
                  </a:lnTo>
                  <a:lnTo>
                    <a:pt x="1017" y="533"/>
                  </a:lnTo>
                  <a:lnTo>
                    <a:pt x="1020" y="530"/>
                  </a:lnTo>
                  <a:lnTo>
                    <a:pt x="1023" y="528"/>
                  </a:lnTo>
                  <a:lnTo>
                    <a:pt x="1023" y="526"/>
                  </a:lnTo>
                  <a:lnTo>
                    <a:pt x="1023" y="525"/>
                  </a:lnTo>
                  <a:lnTo>
                    <a:pt x="1023" y="523"/>
                  </a:lnTo>
                  <a:lnTo>
                    <a:pt x="1024" y="521"/>
                  </a:lnTo>
                  <a:lnTo>
                    <a:pt x="1024" y="519"/>
                  </a:lnTo>
                  <a:lnTo>
                    <a:pt x="1024" y="518"/>
                  </a:lnTo>
                  <a:lnTo>
                    <a:pt x="1024" y="515"/>
                  </a:lnTo>
                  <a:lnTo>
                    <a:pt x="1024" y="513"/>
                  </a:lnTo>
                  <a:lnTo>
                    <a:pt x="1026" y="512"/>
                  </a:lnTo>
                  <a:lnTo>
                    <a:pt x="1029" y="511"/>
                  </a:lnTo>
                  <a:lnTo>
                    <a:pt x="1031" y="510"/>
                  </a:lnTo>
                  <a:lnTo>
                    <a:pt x="1032" y="508"/>
                  </a:lnTo>
                  <a:lnTo>
                    <a:pt x="1033" y="506"/>
                  </a:lnTo>
                  <a:lnTo>
                    <a:pt x="1035" y="504"/>
                  </a:lnTo>
                  <a:lnTo>
                    <a:pt x="1038" y="504"/>
                  </a:lnTo>
                  <a:lnTo>
                    <a:pt x="1042" y="506"/>
                  </a:lnTo>
                  <a:lnTo>
                    <a:pt x="1045" y="507"/>
                  </a:lnTo>
                  <a:lnTo>
                    <a:pt x="1047" y="508"/>
                  </a:lnTo>
                  <a:lnTo>
                    <a:pt x="1049" y="507"/>
                  </a:lnTo>
                  <a:lnTo>
                    <a:pt x="1051" y="505"/>
                  </a:lnTo>
                  <a:lnTo>
                    <a:pt x="1054" y="504"/>
                  </a:lnTo>
                  <a:lnTo>
                    <a:pt x="1057" y="504"/>
                  </a:lnTo>
                  <a:lnTo>
                    <a:pt x="1060" y="503"/>
                  </a:lnTo>
                  <a:lnTo>
                    <a:pt x="1063" y="503"/>
                  </a:lnTo>
                  <a:lnTo>
                    <a:pt x="1067" y="504"/>
                  </a:lnTo>
                  <a:lnTo>
                    <a:pt x="1069" y="506"/>
                  </a:lnTo>
                  <a:lnTo>
                    <a:pt x="1070" y="508"/>
                  </a:lnTo>
                  <a:lnTo>
                    <a:pt x="1070" y="511"/>
                  </a:lnTo>
                  <a:lnTo>
                    <a:pt x="1072" y="513"/>
                  </a:lnTo>
                  <a:lnTo>
                    <a:pt x="1075" y="513"/>
                  </a:lnTo>
                  <a:lnTo>
                    <a:pt x="1079" y="514"/>
                  </a:lnTo>
                  <a:lnTo>
                    <a:pt x="1081" y="515"/>
                  </a:lnTo>
                  <a:lnTo>
                    <a:pt x="1082" y="517"/>
                  </a:lnTo>
                  <a:lnTo>
                    <a:pt x="1081" y="520"/>
                  </a:lnTo>
                  <a:lnTo>
                    <a:pt x="1082" y="521"/>
                  </a:lnTo>
                  <a:lnTo>
                    <a:pt x="1084" y="523"/>
                  </a:lnTo>
                  <a:close/>
                </a:path>
              </a:pathLst>
            </a:custGeom>
            <a:solidFill>
              <a:srgbClr val="ECB78D">
                <a:alpha val="9600"/>
              </a:srgbClr>
            </a:solidFill>
            <a:ln>
              <a:noFill/>
            </a:ln>
          </p:spPr>
          <p:txBody>
            <a:bodyPr anchor="ctr"/>
            <a:lstStyle/>
            <a:p>
              <a:pPr algn="ctr">
                <a:buNone/>
              </a:pPr>
            </a:p>
          </p:txBody>
        </p:sp>
        <p:sp>
          <p:nvSpPr>
            <p:cNvPr id="712" name="addition:spatial:94"/>
            <p:cNvSpPr>
              <a:spLocks noGrp="1"/>
            </p:cNvSpPr>
            <p:nvPr/>
          </p:nvSpPr>
          <p:spPr>
            <a:xfrm>
              <a:off x="5648325" y="1666875"/>
              <a:ext cx="1393500" cy="910102"/>
            </a:xfrm>
            <a:custGeom>
              <a:avLst/>
              <a:gdLst/>
              <a:ahLst/>
              <a:cxnLst/>
              <a:rect l="l" t="t" r="r" b="b"/>
              <a:pathLst>
                <a:path w="1051" h="538">
                  <a:moveTo>
                    <a:pt x="0" y="0"/>
                  </a:moveTo>
                  <a:moveTo>
                    <a:pt x="1046" y="517"/>
                  </a:moveTo>
                  <a:lnTo>
                    <a:pt x="1049" y="519"/>
                  </a:lnTo>
                  <a:lnTo>
                    <a:pt x="1051" y="521"/>
                  </a:lnTo>
                  <a:lnTo>
                    <a:pt x="1050" y="522"/>
                  </a:lnTo>
                  <a:lnTo>
                    <a:pt x="1048" y="523"/>
                  </a:lnTo>
                  <a:lnTo>
                    <a:pt x="1046" y="525"/>
                  </a:lnTo>
                  <a:lnTo>
                    <a:pt x="1046" y="526"/>
                  </a:lnTo>
                  <a:lnTo>
                    <a:pt x="1046" y="528"/>
                  </a:lnTo>
                  <a:lnTo>
                    <a:pt x="1045" y="529"/>
                  </a:lnTo>
                  <a:lnTo>
                    <a:pt x="1043" y="530"/>
                  </a:lnTo>
                  <a:lnTo>
                    <a:pt x="1041" y="531"/>
                  </a:lnTo>
                  <a:lnTo>
                    <a:pt x="1038" y="531"/>
                  </a:lnTo>
                  <a:lnTo>
                    <a:pt x="1037" y="532"/>
                  </a:lnTo>
                  <a:lnTo>
                    <a:pt x="1035" y="532"/>
                  </a:lnTo>
                  <a:lnTo>
                    <a:pt x="1032" y="532"/>
                  </a:lnTo>
                  <a:lnTo>
                    <a:pt x="1030" y="532"/>
                  </a:lnTo>
                  <a:lnTo>
                    <a:pt x="1028" y="533"/>
                  </a:lnTo>
                  <a:lnTo>
                    <a:pt x="1026" y="535"/>
                  </a:lnTo>
                  <a:lnTo>
                    <a:pt x="1023" y="537"/>
                  </a:lnTo>
                  <a:lnTo>
                    <a:pt x="1020" y="538"/>
                  </a:lnTo>
                  <a:lnTo>
                    <a:pt x="1017" y="537"/>
                  </a:lnTo>
                  <a:lnTo>
                    <a:pt x="1015" y="535"/>
                  </a:lnTo>
                  <a:lnTo>
                    <a:pt x="1013" y="533"/>
                  </a:lnTo>
                  <a:lnTo>
                    <a:pt x="1011" y="531"/>
                  </a:lnTo>
                  <a:lnTo>
                    <a:pt x="1009" y="531"/>
                  </a:lnTo>
                  <a:lnTo>
                    <a:pt x="1006" y="530"/>
                  </a:lnTo>
                  <a:lnTo>
                    <a:pt x="1004" y="529"/>
                  </a:lnTo>
                  <a:lnTo>
                    <a:pt x="1003" y="528"/>
                  </a:lnTo>
                  <a:lnTo>
                    <a:pt x="1001" y="527"/>
                  </a:lnTo>
                  <a:lnTo>
                    <a:pt x="999" y="526"/>
                  </a:lnTo>
                  <a:lnTo>
                    <a:pt x="996" y="525"/>
                  </a:lnTo>
                  <a:lnTo>
                    <a:pt x="995" y="524"/>
                  </a:lnTo>
                  <a:lnTo>
                    <a:pt x="995" y="522"/>
                  </a:lnTo>
                  <a:lnTo>
                    <a:pt x="995" y="520"/>
                  </a:lnTo>
                  <a:lnTo>
                    <a:pt x="994" y="519"/>
                  </a:lnTo>
                  <a:lnTo>
                    <a:pt x="993" y="517"/>
                  </a:lnTo>
                  <a:lnTo>
                    <a:pt x="992" y="515"/>
                  </a:lnTo>
                  <a:lnTo>
                    <a:pt x="993" y="514"/>
                  </a:lnTo>
                  <a:lnTo>
                    <a:pt x="997" y="512"/>
                  </a:lnTo>
                  <a:lnTo>
                    <a:pt x="1001" y="512"/>
                  </a:lnTo>
                  <a:lnTo>
                    <a:pt x="1004" y="511"/>
                  </a:lnTo>
                  <a:lnTo>
                    <a:pt x="1004" y="509"/>
                  </a:lnTo>
                  <a:lnTo>
                    <a:pt x="1004" y="507"/>
                  </a:lnTo>
                  <a:lnTo>
                    <a:pt x="1004" y="505"/>
                  </a:lnTo>
                  <a:lnTo>
                    <a:pt x="1005" y="504"/>
                  </a:lnTo>
                  <a:lnTo>
                    <a:pt x="1007" y="502"/>
                  </a:lnTo>
                  <a:lnTo>
                    <a:pt x="1009" y="501"/>
                  </a:lnTo>
                  <a:lnTo>
                    <a:pt x="1011" y="500"/>
                  </a:lnTo>
                  <a:lnTo>
                    <a:pt x="1013" y="499"/>
                  </a:lnTo>
                  <a:lnTo>
                    <a:pt x="1016" y="499"/>
                  </a:lnTo>
                  <a:lnTo>
                    <a:pt x="1019" y="500"/>
                  </a:lnTo>
                  <a:lnTo>
                    <a:pt x="1022" y="501"/>
                  </a:lnTo>
                  <a:lnTo>
                    <a:pt x="1023" y="501"/>
                  </a:lnTo>
                  <a:lnTo>
                    <a:pt x="1025" y="500"/>
                  </a:lnTo>
                  <a:lnTo>
                    <a:pt x="1028" y="499"/>
                  </a:lnTo>
                  <a:lnTo>
                    <a:pt x="1030" y="500"/>
                  </a:lnTo>
                  <a:lnTo>
                    <a:pt x="1031" y="501"/>
                  </a:lnTo>
                  <a:lnTo>
                    <a:pt x="1032" y="503"/>
                  </a:lnTo>
                  <a:lnTo>
                    <a:pt x="1034" y="503"/>
                  </a:lnTo>
                  <a:lnTo>
                    <a:pt x="1037" y="502"/>
                  </a:lnTo>
                  <a:lnTo>
                    <a:pt x="1040" y="502"/>
                  </a:lnTo>
                  <a:lnTo>
                    <a:pt x="1042" y="503"/>
                  </a:lnTo>
                  <a:lnTo>
                    <a:pt x="1043" y="504"/>
                  </a:lnTo>
                  <a:lnTo>
                    <a:pt x="1044" y="506"/>
                  </a:lnTo>
                  <a:lnTo>
                    <a:pt x="1045" y="507"/>
                  </a:lnTo>
                  <a:lnTo>
                    <a:pt x="1045" y="509"/>
                  </a:lnTo>
                  <a:lnTo>
                    <a:pt x="1045" y="511"/>
                  </a:lnTo>
                  <a:lnTo>
                    <a:pt x="1043" y="513"/>
                  </a:lnTo>
                  <a:lnTo>
                    <a:pt x="1042" y="514"/>
                  </a:lnTo>
                  <a:lnTo>
                    <a:pt x="1043" y="516"/>
                  </a:lnTo>
                  <a:close/>
                </a:path>
              </a:pathLst>
            </a:custGeom>
            <a:solidFill>
              <a:srgbClr val="ECB78D">
                <a:alpha val="9600"/>
              </a:srgbClr>
            </a:solidFill>
            <a:ln>
              <a:noFill/>
            </a:ln>
          </p:spPr>
          <p:txBody>
            <a:bodyPr anchor="ctr"/>
            <a:lstStyle/>
            <a:p>
              <a:pPr algn="ctr">
                <a:buNone/>
              </a:pPr>
            </a:p>
          </p:txBody>
        </p:sp>
        <p:sp>
          <p:nvSpPr>
            <p:cNvPr id="713" name="addition:spatial:95"/>
            <p:cNvSpPr>
              <a:spLocks noGrp="1"/>
            </p:cNvSpPr>
            <p:nvPr/>
          </p:nvSpPr>
          <p:spPr>
            <a:xfrm>
              <a:off x="5648325" y="1666875"/>
              <a:ext cx="1470401" cy="911794"/>
            </a:xfrm>
            <a:custGeom>
              <a:avLst/>
              <a:gdLst/>
              <a:ahLst/>
              <a:cxnLst/>
              <a:rect l="l" t="t" r="r" b="b"/>
              <a:pathLst>
                <a:path w="1109" h="539">
                  <a:moveTo>
                    <a:pt x="0" y="0"/>
                  </a:moveTo>
                  <a:moveTo>
                    <a:pt x="1102" y="514"/>
                  </a:moveTo>
                  <a:lnTo>
                    <a:pt x="1100" y="516"/>
                  </a:lnTo>
                  <a:lnTo>
                    <a:pt x="1100" y="518"/>
                  </a:lnTo>
                  <a:lnTo>
                    <a:pt x="1103" y="520"/>
                  </a:lnTo>
                  <a:lnTo>
                    <a:pt x="1106" y="522"/>
                  </a:lnTo>
                  <a:lnTo>
                    <a:pt x="1107" y="525"/>
                  </a:lnTo>
                  <a:lnTo>
                    <a:pt x="1105" y="527"/>
                  </a:lnTo>
                  <a:lnTo>
                    <a:pt x="1101" y="528"/>
                  </a:lnTo>
                  <a:lnTo>
                    <a:pt x="1097" y="529"/>
                  </a:lnTo>
                  <a:lnTo>
                    <a:pt x="1095" y="530"/>
                  </a:lnTo>
                  <a:lnTo>
                    <a:pt x="1095" y="532"/>
                  </a:lnTo>
                  <a:lnTo>
                    <a:pt x="1093" y="534"/>
                  </a:lnTo>
                  <a:lnTo>
                    <a:pt x="1090" y="535"/>
                  </a:lnTo>
                  <a:lnTo>
                    <a:pt x="1086" y="534"/>
                  </a:lnTo>
                  <a:lnTo>
                    <a:pt x="1082" y="534"/>
                  </a:lnTo>
                  <a:lnTo>
                    <a:pt x="1080" y="534"/>
                  </a:lnTo>
                  <a:lnTo>
                    <a:pt x="1077" y="535"/>
                  </a:lnTo>
                  <a:lnTo>
                    <a:pt x="1074" y="535"/>
                  </a:lnTo>
                  <a:lnTo>
                    <a:pt x="1071" y="535"/>
                  </a:lnTo>
                  <a:lnTo>
                    <a:pt x="1068" y="536"/>
                  </a:lnTo>
                  <a:lnTo>
                    <a:pt x="1064" y="537"/>
                  </a:lnTo>
                  <a:lnTo>
                    <a:pt x="1059" y="538"/>
                  </a:lnTo>
                  <a:lnTo>
                    <a:pt x="1054" y="539"/>
                  </a:lnTo>
                  <a:lnTo>
                    <a:pt x="1050" y="537"/>
                  </a:lnTo>
                  <a:lnTo>
                    <a:pt x="1049" y="534"/>
                  </a:lnTo>
                  <a:lnTo>
                    <a:pt x="1048" y="531"/>
                  </a:lnTo>
                  <a:lnTo>
                    <a:pt x="1047" y="528"/>
                  </a:lnTo>
                  <a:lnTo>
                    <a:pt x="1044" y="527"/>
                  </a:lnTo>
                  <a:lnTo>
                    <a:pt x="1040" y="527"/>
                  </a:lnTo>
                  <a:lnTo>
                    <a:pt x="1036" y="525"/>
                  </a:lnTo>
                  <a:lnTo>
                    <a:pt x="1034" y="524"/>
                  </a:lnTo>
                  <a:lnTo>
                    <a:pt x="1033" y="522"/>
                  </a:lnTo>
                  <a:lnTo>
                    <a:pt x="1031" y="520"/>
                  </a:lnTo>
                  <a:lnTo>
                    <a:pt x="1028" y="518"/>
                  </a:lnTo>
                  <a:lnTo>
                    <a:pt x="1026" y="516"/>
                  </a:lnTo>
                  <a:lnTo>
                    <a:pt x="1025" y="514"/>
                  </a:lnTo>
                  <a:lnTo>
                    <a:pt x="1026" y="512"/>
                  </a:lnTo>
                  <a:lnTo>
                    <a:pt x="1027" y="510"/>
                  </a:lnTo>
                  <a:lnTo>
                    <a:pt x="1027" y="508"/>
                  </a:lnTo>
                  <a:lnTo>
                    <a:pt x="1026" y="505"/>
                  </a:lnTo>
                  <a:lnTo>
                    <a:pt x="1029" y="503"/>
                  </a:lnTo>
                  <a:lnTo>
                    <a:pt x="1033" y="502"/>
                  </a:lnTo>
                  <a:lnTo>
                    <a:pt x="1040" y="502"/>
                  </a:lnTo>
                  <a:lnTo>
                    <a:pt x="1044" y="502"/>
                  </a:lnTo>
                  <a:lnTo>
                    <a:pt x="1046" y="500"/>
                  </a:lnTo>
                  <a:lnTo>
                    <a:pt x="1046" y="498"/>
                  </a:lnTo>
                  <a:lnTo>
                    <a:pt x="1047" y="494"/>
                  </a:lnTo>
                  <a:lnTo>
                    <a:pt x="1050" y="492"/>
                  </a:lnTo>
                  <a:lnTo>
                    <a:pt x="1054" y="491"/>
                  </a:lnTo>
                  <a:lnTo>
                    <a:pt x="1058" y="491"/>
                  </a:lnTo>
                  <a:lnTo>
                    <a:pt x="1062" y="490"/>
                  </a:lnTo>
                  <a:lnTo>
                    <a:pt x="1066" y="490"/>
                  </a:lnTo>
                  <a:lnTo>
                    <a:pt x="1071" y="490"/>
                  </a:lnTo>
                  <a:lnTo>
                    <a:pt x="1074" y="492"/>
                  </a:lnTo>
                  <a:lnTo>
                    <a:pt x="1078" y="494"/>
                  </a:lnTo>
                  <a:lnTo>
                    <a:pt x="1081" y="494"/>
                  </a:lnTo>
                  <a:lnTo>
                    <a:pt x="1084" y="493"/>
                  </a:lnTo>
                  <a:lnTo>
                    <a:pt x="1088" y="493"/>
                  </a:lnTo>
                  <a:lnTo>
                    <a:pt x="1091" y="494"/>
                  </a:lnTo>
                  <a:lnTo>
                    <a:pt x="1093" y="496"/>
                  </a:lnTo>
                  <a:lnTo>
                    <a:pt x="1094" y="498"/>
                  </a:lnTo>
                  <a:lnTo>
                    <a:pt x="1096" y="499"/>
                  </a:lnTo>
                  <a:lnTo>
                    <a:pt x="1100" y="499"/>
                  </a:lnTo>
                  <a:lnTo>
                    <a:pt x="1105" y="499"/>
                  </a:lnTo>
                  <a:lnTo>
                    <a:pt x="1109" y="501"/>
                  </a:lnTo>
                  <a:lnTo>
                    <a:pt x="1109" y="503"/>
                  </a:lnTo>
                  <a:lnTo>
                    <a:pt x="1108" y="506"/>
                  </a:lnTo>
                  <a:lnTo>
                    <a:pt x="1106" y="508"/>
                  </a:lnTo>
                  <a:lnTo>
                    <a:pt x="1105" y="510"/>
                  </a:lnTo>
                  <a:lnTo>
                    <a:pt x="1104" y="512"/>
                  </a:lnTo>
                  <a:close/>
                </a:path>
              </a:pathLst>
            </a:custGeom>
            <a:solidFill>
              <a:srgbClr val="ECB78D">
                <a:alpha val="9600"/>
              </a:srgbClr>
            </a:solidFill>
            <a:ln>
              <a:noFill/>
            </a:ln>
          </p:spPr>
          <p:txBody>
            <a:bodyPr anchor="ctr"/>
            <a:lstStyle/>
            <a:p>
              <a:pPr algn="ctr">
                <a:buNone/>
              </a:pPr>
            </a:p>
          </p:txBody>
        </p:sp>
        <p:sp>
          <p:nvSpPr>
            <p:cNvPr id="714" name="addition:spatial:96"/>
            <p:cNvSpPr>
              <a:spLocks noGrp="1"/>
            </p:cNvSpPr>
            <p:nvPr/>
          </p:nvSpPr>
          <p:spPr>
            <a:xfrm>
              <a:off x="5648325" y="1666875"/>
              <a:ext cx="1494267" cy="928710"/>
            </a:xfrm>
            <a:custGeom>
              <a:avLst/>
              <a:gdLst/>
              <a:ahLst/>
              <a:cxnLst/>
              <a:rect l="l" t="t" r="r" b="b"/>
              <a:pathLst>
                <a:path w="1127" h="549">
                  <a:moveTo>
                    <a:pt x="0" y="0"/>
                  </a:moveTo>
                  <a:moveTo>
                    <a:pt x="1127" y="510"/>
                  </a:moveTo>
                  <a:lnTo>
                    <a:pt x="1126" y="513"/>
                  </a:lnTo>
                  <a:lnTo>
                    <a:pt x="1124" y="516"/>
                  </a:lnTo>
                  <a:lnTo>
                    <a:pt x="1124" y="519"/>
                  </a:lnTo>
                  <a:lnTo>
                    <a:pt x="1124" y="522"/>
                  </a:lnTo>
                  <a:lnTo>
                    <a:pt x="1122" y="525"/>
                  </a:lnTo>
                  <a:lnTo>
                    <a:pt x="1118" y="527"/>
                  </a:lnTo>
                  <a:lnTo>
                    <a:pt x="1114" y="529"/>
                  </a:lnTo>
                  <a:lnTo>
                    <a:pt x="1111" y="531"/>
                  </a:lnTo>
                  <a:lnTo>
                    <a:pt x="1108" y="533"/>
                  </a:lnTo>
                  <a:lnTo>
                    <a:pt x="1105" y="535"/>
                  </a:lnTo>
                  <a:lnTo>
                    <a:pt x="1100" y="536"/>
                  </a:lnTo>
                  <a:lnTo>
                    <a:pt x="1094" y="536"/>
                  </a:lnTo>
                  <a:lnTo>
                    <a:pt x="1089" y="536"/>
                  </a:lnTo>
                  <a:lnTo>
                    <a:pt x="1085" y="539"/>
                  </a:lnTo>
                  <a:lnTo>
                    <a:pt x="1082" y="543"/>
                  </a:lnTo>
                  <a:lnTo>
                    <a:pt x="1077" y="547"/>
                  </a:lnTo>
                  <a:lnTo>
                    <a:pt x="1071" y="549"/>
                  </a:lnTo>
                  <a:lnTo>
                    <a:pt x="1064" y="547"/>
                  </a:lnTo>
                  <a:lnTo>
                    <a:pt x="1059" y="544"/>
                  </a:lnTo>
                  <a:lnTo>
                    <a:pt x="1054" y="541"/>
                  </a:lnTo>
                  <a:lnTo>
                    <a:pt x="1049" y="540"/>
                  </a:lnTo>
                  <a:lnTo>
                    <a:pt x="1045" y="538"/>
                  </a:lnTo>
                  <a:lnTo>
                    <a:pt x="1041" y="536"/>
                  </a:lnTo>
                  <a:lnTo>
                    <a:pt x="1038" y="534"/>
                  </a:lnTo>
                  <a:lnTo>
                    <a:pt x="1034" y="533"/>
                  </a:lnTo>
                  <a:lnTo>
                    <a:pt x="1028" y="533"/>
                  </a:lnTo>
                  <a:lnTo>
                    <a:pt x="1022" y="533"/>
                  </a:lnTo>
                  <a:lnTo>
                    <a:pt x="1018" y="531"/>
                  </a:lnTo>
                  <a:lnTo>
                    <a:pt x="1017" y="528"/>
                  </a:lnTo>
                  <a:lnTo>
                    <a:pt x="1017" y="524"/>
                  </a:lnTo>
                  <a:lnTo>
                    <a:pt x="1017" y="521"/>
                  </a:lnTo>
                  <a:lnTo>
                    <a:pt x="1013" y="519"/>
                  </a:lnTo>
                  <a:lnTo>
                    <a:pt x="1009" y="516"/>
                  </a:lnTo>
                  <a:lnTo>
                    <a:pt x="1008" y="513"/>
                  </a:lnTo>
                  <a:lnTo>
                    <a:pt x="1011" y="510"/>
                  </a:lnTo>
                  <a:lnTo>
                    <a:pt x="1018" y="507"/>
                  </a:lnTo>
                  <a:lnTo>
                    <a:pt x="1024" y="505"/>
                  </a:lnTo>
                  <a:lnTo>
                    <a:pt x="1026" y="502"/>
                  </a:lnTo>
                  <a:lnTo>
                    <a:pt x="1027" y="500"/>
                  </a:lnTo>
                  <a:lnTo>
                    <a:pt x="1027" y="497"/>
                  </a:lnTo>
                  <a:lnTo>
                    <a:pt x="1028" y="494"/>
                  </a:lnTo>
                  <a:lnTo>
                    <a:pt x="1029" y="491"/>
                  </a:lnTo>
                  <a:lnTo>
                    <a:pt x="1030" y="487"/>
                  </a:lnTo>
                  <a:lnTo>
                    <a:pt x="1030" y="483"/>
                  </a:lnTo>
                  <a:lnTo>
                    <a:pt x="1033" y="480"/>
                  </a:lnTo>
                  <a:lnTo>
                    <a:pt x="1039" y="479"/>
                  </a:lnTo>
                  <a:lnTo>
                    <a:pt x="1046" y="481"/>
                  </a:lnTo>
                  <a:lnTo>
                    <a:pt x="1051" y="482"/>
                  </a:lnTo>
                  <a:lnTo>
                    <a:pt x="1055" y="482"/>
                  </a:lnTo>
                  <a:lnTo>
                    <a:pt x="1058" y="480"/>
                  </a:lnTo>
                  <a:lnTo>
                    <a:pt x="1061" y="477"/>
                  </a:lnTo>
                  <a:lnTo>
                    <a:pt x="1065" y="477"/>
                  </a:lnTo>
                  <a:lnTo>
                    <a:pt x="1069" y="478"/>
                  </a:lnTo>
                  <a:lnTo>
                    <a:pt x="1073" y="480"/>
                  </a:lnTo>
                  <a:lnTo>
                    <a:pt x="1077" y="481"/>
                  </a:lnTo>
                  <a:lnTo>
                    <a:pt x="1081" y="480"/>
                  </a:lnTo>
                  <a:lnTo>
                    <a:pt x="1086" y="479"/>
                  </a:lnTo>
                  <a:lnTo>
                    <a:pt x="1091" y="479"/>
                  </a:lnTo>
                  <a:lnTo>
                    <a:pt x="1095" y="481"/>
                  </a:lnTo>
                  <a:lnTo>
                    <a:pt x="1100" y="482"/>
                  </a:lnTo>
                  <a:lnTo>
                    <a:pt x="1104" y="484"/>
                  </a:lnTo>
                  <a:lnTo>
                    <a:pt x="1108" y="486"/>
                  </a:lnTo>
                  <a:lnTo>
                    <a:pt x="1110" y="490"/>
                  </a:lnTo>
                  <a:lnTo>
                    <a:pt x="1108" y="494"/>
                  </a:lnTo>
                  <a:lnTo>
                    <a:pt x="1105" y="498"/>
                  </a:lnTo>
                  <a:lnTo>
                    <a:pt x="1105" y="501"/>
                  </a:lnTo>
                  <a:lnTo>
                    <a:pt x="1110" y="503"/>
                  </a:lnTo>
                  <a:lnTo>
                    <a:pt x="1118" y="504"/>
                  </a:lnTo>
                  <a:lnTo>
                    <a:pt x="1125" y="507"/>
                  </a:lnTo>
                  <a:close/>
                </a:path>
              </a:pathLst>
            </a:custGeom>
            <a:solidFill>
              <a:srgbClr val="E18B48">
                <a:alpha val="11100"/>
              </a:srgbClr>
            </a:solidFill>
            <a:ln>
              <a:noFill/>
            </a:ln>
          </p:spPr>
          <p:txBody>
            <a:bodyPr anchor="ctr"/>
            <a:lstStyle/>
            <a:p>
              <a:pPr algn="ctr">
                <a:buNone/>
              </a:pPr>
            </a:p>
          </p:txBody>
        </p:sp>
        <p:sp>
          <p:nvSpPr>
            <p:cNvPr id="715" name="addition:spatial:97"/>
            <p:cNvSpPr>
              <a:spLocks noGrp="1"/>
            </p:cNvSpPr>
            <p:nvPr/>
          </p:nvSpPr>
          <p:spPr>
            <a:xfrm>
              <a:off x="5648325" y="1666875"/>
              <a:ext cx="1423995" cy="879653"/>
            </a:xfrm>
            <a:custGeom>
              <a:avLst/>
              <a:gdLst/>
              <a:ahLst/>
              <a:cxnLst/>
              <a:rect l="l" t="t" r="r" b="b"/>
              <a:pathLst>
                <a:path w="1074" h="520">
                  <a:moveTo>
                    <a:pt x="0" y="0"/>
                  </a:moveTo>
                  <a:moveTo>
                    <a:pt x="1073" y="501"/>
                  </a:moveTo>
                  <a:lnTo>
                    <a:pt x="1074" y="503"/>
                  </a:lnTo>
                  <a:lnTo>
                    <a:pt x="1074" y="504"/>
                  </a:lnTo>
                  <a:lnTo>
                    <a:pt x="1073" y="506"/>
                  </a:lnTo>
                  <a:lnTo>
                    <a:pt x="1071" y="507"/>
                  </a:lnTo>
                  <a:lnTo>
                    <a:pt x="1069" y="508"/>
                  </a:lnTo>
                  <a:lnTo>
                    <a:pt x="1068" y="509"/>
                  </a:lnTo>
                  <a:lnTo>
                    <a:pt x="1068" y="511"/>
                  </a:lnTo>
                  <a:lnTo>
                    <a:pt x="1066" y="512"/>
                  </a:lnTo>
                  <a:lnTo>
                    <a:pt x="1063" y="512"/>
                  </a:lnTo>
                  <a:lnTo>
                    <a:pt x="1060" y="512"/>
                  </a:lnTo>
                  <a:lnTo>
                    <a:pt x="1058" y="513"/>
                  </a:lnTo>
                  <a:lnTo>
                    <a:pt x="1057" y="514"/>
                  </a:lnTo>
                  <a:lnTo>
                    <a:pt x="1056" y="517"/>
                  </a:lnTo>
                  <a:lnTo>
                    <a:pt x="1054" y="519"/>
                  </a:lnTo>
                  <a:lnTo>
                    <a:pt x="1051" y="520"/>
                  </a:lnTo>
                  <a:lnTo>
                    <a:pt x="1048" y="519"/>
                  </a:lnTo>
                  <a:lnTo>
                    <a:pt x="1046" y="519"/>
                  </a:lnTo>
                  <a:lnTo>
                    <a:pt x="1043" y="518"/>
                  </a:lnTo>
                  <a:lnTo>
                    <a:pt x="1041" y="517"/>
                  </a:lnTo>
                  <a:lnTo>
                    <a:pt x="1039" y="516"/>
                  </a:lnTo>
                  <a:lnTo>
                    <a:pt x="1037" y="515"/>
                  </a:lnTo>
                  <a:lnTo>
                    <a:pt x="1036" y="514"/>
                  </a:lnTo>
                  <a:lnTo>
                    <a:pt x="1034" y="514"/>
                  </a:lnTo>
                  <a:lnTo>
                    <a:pt x="1031" y="514"/>
                  </a:lnTo>
                  <a:lnTo>
                    <a:pt x="1028" y="515"/>
                  </a:lnTo>
                  <a:lnTo>
                    <a:pt x="1026" y="514"/>
                  </a:lnTo>
                  <a:lnTo>
                    <a:pt x="1026" y="512"/>
                  </a:lnTo>
                  <a:lnTo>
                    <a:pt x="1026" y="511"/>
                  </a:lnTo>
                  <a:lnTo>
                    <a:pt x="1025" y="509"/>
                  </a:lnTo>
                  <a:lnTo>
                    <a:pt x="1023" y="508"/>
                  </a:lnTo>
                  <a:lnTo>
                    <a:pt x="1021" y="507"/>
                  </a:lnTo>
                  <a:lnTo>
                    <a:pt x="1020" y="506"/>
                  </a:lnTo>
                  <a:lnTo>
                    <a:pt x="1021" y="504"/>
                  </a:lnTo>
                  <a:lnTo>
                    <a:pt x="1023" y="502"/>
                  </a:lnTo>
                  <a:lnTo>
                    <a:pt x="1025" y="501"/>
                  </a:lnTo>
                  <a:lnTo>
                    <a:pt x="1025" y="500"/>
                  </a:lnTo>
                  <a:lnTo>
                    <a:pt x="1026" y="498"/>
                  </a:lnTo>
                  <a:lnTo>
                    <a:pt x="1026" y="497"/>
                  </a:lnTo>
                  <a:lnTo>
                    <a:pt x="1027" y="496"/>
                  </a:lnTo>
                  <a:lnTo>
                    <a:pt x="1027" y="494"/>
                  </a:lnTo>
                  <a:lnTo>
                    <a:pt x="1026" y="492"/>
                  </a:lnTo>
                  <a:lnTo>
                    <a:pt x="1025" y="490"/>
                  </a:lnTo>
                  <a:lnTo>
                    <a:pt x="1025" y="488"/>
                  </a:lnTo>
                  <a:lnTo>
                    <a:pt x="1028" y="487"/>
                  </a:lnTo>
                  <a:lnTo>
                    <a:pt x="1031" y="488"/>
                  </a:lnTo>
                  <a:lnTo>
                    <a:pt x="1034" y="488"/>
                  </a:lnTo>
                  <a:lnTo>
                    <a:pt x="1035" y="488"/>
                  </a:lnTo>
                  <a:lnTo>
                    <a:pt x="1037" y="486"/>
                  </a:lnTo>
                  <a:lnTo>
                    <a:pt x="1038" y="485"/>
                  </a:lnTo>
                  <a:lnTo>
                    <a:pt x="1040" y="485"/>
                  </a:lnTo>
                  <a:lnTo>
                    <a:pt x="1042" y="485"/>
                  </a:lnTo>
                  <a:lnTo>
                    <a:pt x="1043" y="486"/>
                  </a:lnTo>
                  <a:lnTo>
                    <a:pt x="1045" y="485"/>
                  </a:lnTo>
                  <a:lnTo>
                    <a:pt x="1047" y="485"/>
                  </a:lnTo>
                  <a:lnTo>
                    <a:pt x="1050" y="484"/>
                  </a:lnTo>
                  <a:lnTo>
                    <a:pt x="1052" y="485"/>
                  </a:lnTo>
                  <a:lnTo>
                    <a:pt x="1054" y="485"/>
                  </a:lnTo>
                  <a:lnTo>
                    <a:pt x="1056" y="485"/>
                  </a:lnTo>
                  <a:lnTo>
                    <a:pt x="1059" y="485"/>
                  </a:lnTo>
                  <a:lnTo>
                    <a:pt x="1062" y="486"/>
                  </a:lnTo>
                  <a:lnTo>
                    <a:pt x="1063" y="488"/>
                  </a:lnTo>
                  <a:lnTo>
                    <a:pt x="1063" y="490"/>
                  </a:lnTo>
                  <a:lnTo>
                    <a:pt x="1062" y="493"/>
                  </a:lnTo>
                  <a:lnTo>
                    <a:pt x="1062" y="494"/>
                  </a:lnTo>
                  <a:lnTo>
                    <a:pt x="1065" y="495"/>
                  </a:lnTo>
                  <a:lnTo>
                    <a:pt x="1068" y="495"/>
                  </a:lnTo>
                  <a:lnTo>
                    <a:pt x="1071" y="496"/>
                  </a:lnTo>
                  <a:lnTo>
                    <a:pt x="1072" y="498"/>
                  </a:lnTo>
                  <a:lnTo>
                    <a:pt x="1073" y="499"/>
                  </a:lnTo>
                  <a:close/>
                </a:path>
              </a:pathLst>
            </a:custGeom>
            <a:solidFill>
              <a:srgbClr val="DE8036">
                <a:alpha val="10800"/>
              </a:srgbClr>
            </a:solidFill>
            <a:ln>
              <a:noFill/>
            </a:ln>
          </p:spPr>
          <p:txBody>
            <a:bodyPr anchor="ctr"/>
            <a:lstStyle/>
            <a:p>
              <a:pPr algn="ctr">
                <a:buNone/>
              </a:pPr>
            </a:p>
          </p:txBody>
        </p:sp>
        <p:sp>
          <p:nvSpPr>
            <p:cNvPr id="716" name="addition:spatial:98"/>
            <p:cNvSpPr>
              <a:spLocks noGrp="1"/>
            </p:cNvSpPr>
            <p:nvPr/>
          </p:nvSpPr>
          <p:spPr>
            <a:xfrm>
              <a:off x="5648325" y="1666875"/>
              <a:ext cx="1463772" cy="864428"/>
            </a:xfrm>
            <a:custGeom>
              <a:avLst/>
              <a:gdLst/>
              <a:ahLst/>
              <a:cxnLst/>
              <a:rect l="l" t="t" r="r" b="b"/>
              <a:pathLst>
                <a:path w="1104" h="511">
                  <a:moveTo>
                    <a:pt x="0" y="0"/>
                  </a:moveTo>
                  <a:moveTo>
                    <a:pt x="1103" y="496"/>
                  </a:moveTo>
                  <a:lnTo>
                    <a:pt x="1102" y="497"/>
                  </a:lnTo>
                  <a:lnTo>
                    <a:pt x="1102" y="498"/>
                  </a:lnTo>
                  <a:lnTo>
                    <a:pt x="1103" y="499"/>
                  </a:lnTo>
                  <a:lnTo>
                    <a:pt x="1102" y="501"/>
                  </a:lnTo>
                  <a:lnTo>
                    <a:pt x="1101" y="502"/>
                  </a:lnTo>
                  <a:lnTo>
                    <a:pt x="1099" y="502"/>
                  </a:lnTo>
                  <a:lnTo>
                    <a:pt x="1097" y="503"/>
                  </a:lnTo>
                  <a:lnTo>
                    <a:pt x="1096" y="504"/>
                  </a:lnTo>
                  <a:lnTo>
                    <a:pt x="1094" y="504"/>
                  </a:lnTo>
                  <a:lnTo>
                    <a:pt x="1093" y="505"/>
                  </a:lnTo>
                  <a:lnTo>
                    <a:pt x="1091" y="506"/>
                  </a:lnTo>
                  <a:lnTo>
                    <a:pt x="1090" y="506"/>
                  </a:lnTo>
                  <a:lnTo>
                    <a:pt x="1089" y="508"/>
                  </a:lnTo>
                  <a:lnTo>
                    <a:pt x="1087" y="510"/>
                  </a:lnTo>
                  <a:lnTo>
                    <a:pt x="1085" y="511"/>
                  </a:lnTo>
                  <a:lnTo>
                    <a:pt x="1083" y="510"/>
                  </a:lnTo>
                  <a:lnTo>
                    <a:pt x="1081" y="509"/>
                  </a:lnTo>
                  <a:lnTo>
                    <a:pt x="1079" y="508"/>
                  </a:lnTo>
                  <a:lnTo>
                    <a:pt x="1077" y="507"/>
                  </a:lnTo>
                  <a:lnTo>
                    <a:pt x="1076" y="507"/>
                  </a:lnTo>
                  <a:lnTo>
                    <a:pt x="1074" y="507"/>
                  </a:lnTo>
                  <a:lnTo>
                    <a:pt x="1072" y="507"/>
                  </a:lnTo>
                  <a:lnTo>
                    <a:pt x="1071" y="507"/>
                  </a:lnTo>
                  <a:lnTo>
                    <a:pt x="1070" y="506"/>
                  </a:lnTo>
                  <a:lnTo>
                    <a:pt x="1068" y="506"/>
                  </a:lnTo>
                  <a:lnTo>
                    <a:pt x="1066" y="505"/>
                  </a:lnTo>
                  <a:lnTo>
                    <a:pt x="1065" y="505"/>
                  </a:lnTo>
                  <a:lnTo>
                    <a:pt x="1064" y="504"/>
                  </a:lnTo>
                  <a:lnTo>
                    <a:pt x="1064" y="502"/>
                  </a:lnTo>
                  <a:lnTo>
                    <a:pt x="1063" y="502"/>
                  </a:lnTo>
                  <a:lnTo>
                    <a:pt x="1062" y="501"/>
                  </a:lnTo>
                  <a:lnTo>
                    <a:pt x="1061" y="500"/>
                  </a:lnTo>
                  <a:lnTo>
                    <a:pt x="1061" y="498"/>
                  </a:lnTo>
                  <a:lnTo>
                    <a:pt x="1063" y="497"/>
                  </a:lnTo>
                  <a:lnTo>
                    <a:pt x="1066" y="496"/>
                  </a:lnTo>
                  <a:lnTo>
                    <a:pt x="1067" y="495"/>
                  </a:lnTo>
                  <a:lnTo>
                    <a:pt x="1066" y="494"/>
                  </a:lnTo>
                  <a:lnTo>
                    <a:pt x="1065" y="493"/>
                  </a:lnTo>
                  <a:lnTo>
                    <a:pt x="1064" y="491"/>
                  </a:lnTo>
                  <a:lnTo>
                    <a:pt x="1063" y="490"/>
                  </a:lnTo>
                  <a:lnTo>
                    <a:pt x="1064" y="489"/>
                  </a:lnTo>
                  <a:lnTo>
                    <a:pt x="1065" y="488"/>
                  </a:lnTo>
                  <a:lnTo>
                    <a:pt x="1066" y="487"/>
                  </a:lnTo>
                  <a:lnTo>
                    <a:pt x="1067" y="486"/>
                  </a:lnTo>
                  <a:lnTo>
                    <a:pt x="1069" y="486"/>
                  </a:lnTo>
                  <a:lnTo>
                    <a:pt x="1071" y="486"/>
                  </a:lnTo>
                  <a:lnTo>
                    <a:pt x="1072" y="486"/>
                  </a:lnTo>
                  <a:lnTo>
                    <a:pt x="1073" y="485"/>
                  </a:lnTo>
                  <a:lnTo>
                    <a:pt x="1074" y="484"/>
                  </a:lnTo>
                  <a:lnTo>
                    <a:pt x="1076" y="483"/>
                  </a:lnTo>
                  <a:lnTo>
                    <a:pt x="1077" y="483"/>
                  </a:lnTo>
                  <a:lnTo>
                    <a:pt x="1079" y="484"/>
                  </a:lnTo>
                  <a:lnTo>
                    <a:pt x="1080" y="485"/>
                  </a:lnTo>
                  <a:lnTo>
                    <a:pt x="1082" y="484"/>
                  </a:lnTo>
                  <a:lnTo>
                    <a:pt x="1084" y="483"/>
                  </a:lnTo>
                  <a:lnTo>
                    <a:pt x="1086" y="482"/>
                  </a:lnTo>
                  <a:lnTo>
                    <a:pt x="1089" y="483"/>
                  </a:lnTo>
                  <a:lnTo>
                    <a:pt x="1090" y="483"/>
                  </a:lnTo>
                  <a:lnTo>
                    <a:pt x="1092" y="485"/>
                  </a:lnTo>
                  <a:lnTo>
                    <a:pt x="1093" y="486"/>
                  </a:lnTo>
                  <a:lnTo>
                    <a:pt x="1094" y="487"/>
                  </a:lnTo>
                  <a:lnTo>
                    <a:pt x="1095" y="488"/>
                  </a:lnTo>
                  <a:lnTo>
                    <a:pt x="1095" y="489"/>
                  </a:lnTo>
                  <a:lnTo>
                    <a:pt x="1095" y="490"/>
                  </a:lnTo>
                  <a:lnTo>
                    <a:pt x="1097" y="491"/>
                  </a:lnTo>
                  <a:lnTo>
                    <a:pt x="1100" y="492"/>
                  </a:lnTo>
                  <a:lnTo>
                    <a:pt x="1103" y="492"/>
                  </a:lnTo>
                  <a:lnTo>
                    <a:pt x="1104" y="493"/>
                  </a:lnTo>
                  <a:lnTo>
                    <a:pt x="1104" y="495"/>
                  </a:lnTo>
                  <a:close/>
                </a:path>
              </a:pathLst>
            </a:custGeom>
            <a:solidFill>
              <a:srgbClr val="DE8036">
                <a:alpha val="10800"/>
              </a:srgbClr>
            </a:solidFill>
            <a:ln>
              <a:noFill/>
            </a:ln>
          </p:spPr>
          <p:txBody>
            <a:bodyPr anchor="ctr"/>
            <a:lstStyle/>
            <a:p>
              <a:pPr algn="ctr">
                <a:buNone/>
              </a:pPr>
            </a:p>
          </p:txBody>
        </p:sp>
        <p:sp>
          <p:nvSpPr>
            <p:cNvPr id="717" name="addition:spatial:99"/>
            <p:cNvSpPr>
              <a:spLocks noGrp="1"/>
            </p:cNvSpPr>
            <p:nvPr/>
          </p:nvSpPr>
          <p:spPr>
            <a:xfrm>
              <a:off x="5648325" y="1666875"/>
              <a:ext cx="1494267" cy="905027"/>
            </a:xfrm>
            <a:custGeom>
              <a:avLst/>
              <a:gdLst/>
              <a:ahLst/>
              <a:cxnLst/>
              <a:rect l="l" t="t" r="r" b="b"/>
              <a:pathLst>
                <a:path w="1127" h="535">
                  <a:moveTo>
                    <a:pt x="0" y="0"/>
                  </a:moveTo>
                  <a:moveTo>
                    <a:pt x="1126" y="518"/>
                  </a:moveTo>
                  <a:lnTo>
                    <a:pt x="1123" y="520"/>
                  </a:lnTo>
                  <a:lnTo>
                    <a:pt x="1120" y="521"/>
                  </a:lnTo>
                  <a:lnTo>
                    <a:pt x="1118" y="522"/>
                  </a:lnTo>
                  <a:lnTo>
                    <a:pt x="1118" y="523"/>
                  </a:lnTo>
                  <a:lnTo>
                    <a:pt x="1119" y="525"/>
                  </a:lnTo>
                  <a:lnTo>
                    <a:pt x="1119" y="527"/>
                  </a:lnTo>
                  <a:lnTo>
                    <a:pt x="1118" y="528"/>
                  </a:lnTo>
                  <a:lnTo>
                    <a:pt x="1115" y="529"/>
                  </a:lnTo>
                  <a:lnTo>
                    <a:pt x="1112" y="530"/>
                  </a:lnTo>
                  <a:lnTo>
                    <a:pt x="1111" y="531"/>
                  </a:lnTo>
                  <a:lnTo>
                    <a:pt x="1110" y="533"/>
                  </a:lnTo>
                  <a:lnTo>
                    <a:pt x="1108" y="534"/>
                  </a:lnTo>
                  <a:lnTo>
                    <a:pt x="1106" y="535"/>
                  </a:lnTo>
                  <a:lnTo>
                    <a:pt x="1103" y="535"/>
                  </a:lnTo>
                  <a:lnTo>
                    <a:pt x="1101" y="535"/>
                  </a:lnTo>
                  <a:lnTo>
                    <a:pt x="1099" y="534"/>
                  </a:lnTo>
                  <a:lnTo>
                    <a:pt x="1097" y="534"/>
                  </a:lnTo>
                  <a:lnTo>
                    <a:pt x="1095" y="534"/>
                  </a:lnTo>
                  <a:lnTo>
                    <a:pt x="1093" y="532"/>
                  </a:lnTo>
                  <a:lnTo>
                    <a:pt x="1092" y="532"/>
                  </a:lnTo>
                  <a:lnTo>
                    <a:pt x="1090" y="532"/>
                  </a:lnTo>
                  <a:lnTo>
                    <a:pt x="1087" y="533"/>
                  </a:lnTo>
                  <a:lnTo>
                    <a:pt x="1084" y="535"/>
                  </a:lnTo>
                  <a:lnTo>
                    <a:pt x="1081" y="534"/>
                  </a:lnTo>
                  <a:lnTo>
                    <a:pt x="1080" y="533"/>
                  </a:lnTo>
                  <a:lnTo>
                    <a:pt x="1080" y="531"/>
                  </a:lnTo>
                  <a:lnTo>
                    <a:pt x="1079" y="529"/>
                  </a:lnTo>
                  <a:lnTo>
                    <a:pt x="1078" y="528"/>
                  </a:lnTo>
                  <a:lnTo>
                    <a:pt x="1077" y="526"/>
                  </a:lnTo>
                  <a:lnTo>
                    <a:pt x="1075" y="525"/>
                  </a:lnTo>
                  <a:lnTo>
                    <a:pt x="1075" y="524"/>
                  </a:lnTo>
                  <a:lnTo>
                    <a:pt x="1075" y="522"/>
                  </a:lnTo>
                  <a:lnTo>
                    <a:pt x="1074" y="521"/>
                  </a:lnTo>
                  <a:lnTo>
                    <a:pt x="1073" y="520"/>
                  </a:lnTo>
                  <a:lnTo>
                    <a:pt x="1071" y="518"/>
                  </a:lnTo>
                  <a:lnTo>
                    <a:pt x="1071" y="517"/>
                  </a:lnTo>
                  <a:lnTo>
                    <a:pt x="1072" y="515"/>
                  </a:lnTo>
                  <a:lnTo>
                    <a:pt x="1072" y="514"/>
                  </a:lnTo>
                  <a:lnTo>
                    <a:pt x="1070" y="512"/>
                  </a:lnTo>
                  <a:lnTo>
                    <a:pt x="1069" y="510"/>
                  </a:lnTo>
                  <a:lnTo>
                    <a:pt x="1069" y="508"/>
                  </a:lnTo>
                  <a:lnTo>
                    <a:pt x="1071" y="507"/>
                  </a:lnTo>
                  <a:lnTo>
                    <a:pt x="1075" y="507"/>
                  </a:lnTo>
                  <a:lnTo>
                    <a:pt x="1079" y="507"/>
                  </a:lnTo>
                  <a:lnTo>
                    <a:pt x="1081" y="507"/>
                  </a:lnTo>
                  <a:lnTo>
                    <a:pt x="1082" y="506"/>
                  </a:lnTo>
                  <a:lnTo>
                    <a:pt x="1083" y="505"/>
                  </a:lnTo>
                  <a:lnTo>
                    <a:pt x="1085" y="503"/>
                  </a:lnTo>
                  <a:lnTo>
                    <a:pt x="1087" y="503"/>
                  </a:lnTo>
                  <a:lnTo>
                    <a:pt x="1089" y="502"/>
                  </a:lnTo>
                  <a:lnTo>
                    <a:pt x="1092" y="500"/>
                  </a:lnTo>
                  <a:lnTo>
                    <a:pt x="1094" y="500"/>
                  </a:lnTo>
                  <a:lnTo>
                    <a:pt x="1097" y="500"/>
                  </a:lnTo>
                  <a:lnTo>
                    <a:pt x="1100" y="501"/>
                  </a:lnTo>
                  <a:lnTo>
                    <a:pt x="1102" y="502"/>
                  </a:lnTo>
                  <a:lnTo>
                    <a:pt x="1105" y="503"/>
                  </a:lnTo>
                  <a:lnTo>
                    <a:pt x="1108" y="503"/>
                  </a:lnTo>
                  <a:lnTo>
                    <a:pt x="1111" y="503"/>
                  </a:lnTo>
                  <a:lnTo>
                    <a:pt x="1113" y="504"/>
                  </a:lnTo>
                  <a:lnTo>
                    <a:pt x="1114" y="506"/>
                  </a:lnTo>
                  <a:lnTo>
                    <a:pt x="1114" y="508"/>
                  </a:lnTo>
                  <a:lnTo>
                    <a:pt x="1115" y="509"/>
                  </a:lnTo>
                  <a:lnTo>
                    <a:pt x="1118" y="509"/>
                  </a:lnTo>
                  <a:lnTo>
                    <a:pt x="1121" y="510"/>
                  </a:lnTo>
                  <a:lnTo>
                    <a:pt x="1124" y="510"/>
                  </a:lnTo>
                  <a:lnTo>
                    <a:pt x="1126" y="512"/>
                  </a:lnTo>
                  <a:lnTo>
                    <a:pt x="1126" y="513"/>
                  </a:lnTo>
                  <a:lnTo>
                    <a:pt x="1127" y="515"/>
                  </a:lnTo>
                  <a:lnTo>
                    <a:pt x="1127" y="516"/>
                  </a:lnTo>
                  <a:close/>
                </a:path>
              </a:pathLst>
            </a:custGeom>
            <a:solidFill>
              <a:srgbClr val="DE8036">
                <a:alpha val="10800"/>
              </a:srgbClr>
            </a:solidFill>
            <a:ln>
              <a:noFill/>
            </a:ln>
          </p:spPr>
          <p:txBody>
            <a:bodyPr anchor="ctr"/>
            <a:lstStyle/>
            <a:p>
              <a:pPr algn="ctr">
                <a:buNone/>
              </a:pPr>
            </a:p>
          </p:txBody>
        </p:sp>
        <p:sp>
          <p:nvSpPr>
            <p:cNvPr id="718" name="addition:spatial:100"/>
            <p:cNvSpPr>
              <a:spLocks noGrp="1"/>
            </p:cNvSpPr>
            <p:nvPr/>
          </p:nvSpPr>
          <p:spPr>
            <a:xfrm>
              <a:off x="5648325" y="1666875"/>
              <a:ext cx="1435928" cy="916869"/>
            </a:xfrm>
            <a:custGeom>
              <a:avLst/>
              <a:gdLst/>
              <a:ahLst/>
              <a:cxnLst/>
              <a:rect l="l" t="t" r="r" b="b"/>
              <a:pathLst>
                <a:path w="1083" h="542">
                  <a:moveTo>
                    <a:pt x="0" y="0"/>
                  </a:moveTo>
                  <a:moveTo>
                    <a:pt x="1080" y="528"/>
                  </a:moveTo>
                  <a:lnTo>
                    <a:pt x="1079" y="529"/>
                  </a:lnTo>
                  <a:lnTo>
                    <a:pt x="1079" y="530"/>
                  </a:lnTo>
                  <a:lnTo>
                    <a:pt x="1078" y="531"/>
                  </a:lnTo>
                  <a:lnTo>
                    <a:pt x="1078" y="532"/>
                  </a:lnTo>
                  <a:lnTo>
                    <a:pt x="1077" y="533"/>
                  </a:lnTo>
                  <a:lnTo>
                    <a:pt x="1077" y="535"/>
                  </a:lnTo>
                  <a:lnTo>
                    <a:pt x="1078" y="537"/>
                  </a:lnTo>
                  <a:lnTo>
                    <a:pt x="1079" y="539"/>
                  </a:lnTo>
                  <a:lnTo>
                    <a:pt x="1078" y="540"/>
                  </a:lnTo>
                  <a:lnTo>
                    <a:pt x="1075" y="540"/>
                  </a:lnTo>
                  <a:lnTo>
                    <a:pt x="1072" y="539"/>
                  </a:lnTo>
                  <a:lnTo>
                    <a:pt x="1069" y="539"/>
                  </a:lnTo>
                  <a:lnTo>
                    <a:pt x="1068" y="539"/>
                  </a:lnTo>
                  <a:lnTo>
                    <a:pt x="1067" y="540"/>
                  </a:lnTo>
                  <a:lnTo>
                    <a:pt x="1065" y="541"/>
                  </a:lnTo>
                  <a:lnTo>
                    <a:pt x="1064" y="541"/>
                  </a:lnTo>
                  <a:lnTo>
                    <a:pt x="1062" y="541"/>
                  </a:lnTo>
                  <a:lnTo>
                    <a:pt x="1060" y="541"/>
                  </a:lnTo>
                  <a:lnTo>
                    <a:pt x="1058" y="542"/>
                  </a:lnTo>
                  <a:lnTo>
                    <a:pt x="1056" y="542"/>
                  </a:lnTo>
                  <a:lnTo>
                    <a:pt x="1054" y="542"/>
                  </a:lnTo>
                  <a:lnTo>
                    <a:pt x="1052" y="541"/>
                  </a:lnTo>
                  <a:lnTo>
                    <a:pt x="1050" y="540"/>
                  </a:lnTo>
                  <a:lnTo>
                    <a:pt x="1048" y="540"/>
                  </a:lnTo>
                  <a:lnTo>
                    <a:pt x="1046" y="540"/>
                  </a:lnTo>
                  <a:lnTo>
                    <a:pt x="1043" y="539"/>
                  </a:lnTo>
                  <a:lnTo>
                    <a:pt x="1043" y="537"/>
                  </a:lnTo>
                  <a:lnTo>
                    <a:pt x="1043" y="535"/>
                  </a:lnTo>
                  <a:lnTo>
                    <a:pt x="1044" y="534"/>
                  </a:lnTo>
                  <a:lnTo>
                    <a:pt x="1043" y="533"/>
                  </a:lnTo>
                  <a:lnTo>
                    <a:pt x="1041" y="532"/>
                  </a:lnTo>
                  <a:lnTo>
                    <a:pt x="1037" y="531"/>
                  </a:lnTo>
                  <a:lnTo>
                    <a:pt x="1035" y="530"/>
                  </a:lnTo>
                  <a:lnTo>
                    <a:pt x="1034" y="529"/>
                  </a:lnTo>
                  <a:lnTo>
                    <a:pt x="1033" y="528"/>
                  </a:lnTo>
                  <a:lnTo>
                    <a:pt x="1033" y="526"/>
                  </a:lnTo>
                  <a:lnTo>
                    <a:pt x="1033" y="525"/>
                  </a:lnTo>
                  <a:lnTo>
                    <a:pt x="1034" y="524"/>
                  </a:lnTo>
                  <a:lnTo>
                    <a:pt x="1036" y="523"/>
                  </a:lnTo>
                  <a:lnTo>
                    <a:pt x="1039" y="522"/>
                  </a:lnTo>
                  <a:lnTo>
                    <a:pt x="1040" y="521"/>
                  </a:lnTo>
                  <a:lnTo>
                    <a:pt x="1041" y="520"/>
                  </a:lnTo>
                  <a:lnTo>
                    <a:pt x="1041" y="518"/>
                  </a:lnTo>
                  <a:lnTo>
                    <a:pt x="1042" y="517"/>
                  </a:lnTo>
                  <a:lnTo>
                    <a:pt x="1045" y="517"/>
                  </a:lnTo>
                  <a:lnTo>
                    <a:pt x="1048" y="517"/>
                  </a:lnTo>
                  <a:lnTo>
                    <a:pt x="1050" y="517"/>
                  </a:lnTo>
                  <a:lnTo>
                    <a:pt x="1051" y="515"/>
                  </a:lnTo>
                  <a:lnTo>
                    <a:pt x="1053" y="513"/>
                  </a:lnTo>
                  <a:lnTo>
                    <a:pt x="1055" y="512"/>
                  </a:lnTo>
                  <a:lnTo>
                    <a:pt x="1057" y="511"/>
                  </a:lnTo>
                  <a:lnTo>
                    <a:pt x="1060" y="512"/>
                  </a:lnTo>
                  <a:lnTo>
                    <a:pt x="1062" y="513"/>
                  </a:lnTo>
                  <a:lnTo>
                    <a:pt x="1065" y="514"/>
                  </a:lnTo>
                  <a:lnTo>
                    <a:pt x="1067" y="514"/>
                  </a:lnTo>
                  <a:lnTo>
                    <a:pt x="1068" y="515"/>
                  </a:lnTo>
                  <a:lnTo>
                    <a:pt x="1069" y="516"/>
                  </a:lnTo>
                  <a:lnTo>
                    <a:pt x="1071" y="517"/>
                  </a:lnTo>
                  <a:lnTo>
                    <a:pt x="1073" y="517"/>
                  </a:lnTo>
                  <a:lnTo>
                    <a:pt x="1076" y="517"/>
                  </a:lnTo>
                  <a:lnTo>
                    <a:pt x="1079" y="516"/>
                  </a:lnTo>
                  <a:lnTo>
                    <a:pt x="1080" y="517"/>
                  </a:lnTo>
                  <a:lnTo>
                    <a:pt x="1080" y="519"/>
                  </a:lnTo>
                  <a:lnTo>
                    <a:pt x="1080" y="520"/>
                  </a:lnTo>
                  <a:lnTo>
                    <a:pt x="1080" y="522"/>
                  </a:lnTo>
                  <a:lnTo>
                    <a:pt x="1081" y="523"/>
                  </a:lnTo>
                  <a:lnTo>
                    <a:pt x="1083" y="524"/>
                  </a:lnTo>
                  <a:lnTo>
                    <a:pt x="1083" y="525"/>
                  </a:lnTo>
                  <a:lnTo>
                    <a:pt x="1082" y="526"/>
                  </a:lnTo>
                  <a:close/>
                </a:path>
              </a:pathLst>
            </a:custGeom>
            <a:solidFill>
              <a:srgbClr val="DE8036">
                <a:alpha val="10800"/>
              </a:srgbClr>
            </a:solidFill>
            <a:ln>
              <a:noFill/>
            </a:ln>
          </p:spPr>
          <p:txBody>
            <a:bodyPr anchor="ctr"/>
            <a:lstStyle/>
            <a:p>
              <a:pPr algn="ctr">
                <a:buNone/>
              </a:pPr>
            </a:p>
          </p:txBody>
        </p:sp>
        <p:sp>
          <p:nvSpPr>
            <p:cNvPr id="719" name="addition:spatial:101"/>
            <p:cNvSpPr>
              <a:spLocks noGrp="1"/>
            </p:cNvSpPr>
            <p:nvPr/>
          </p:nvSpPr>
          <p:spPr>
            <a:xfrm>
              <a:off x="5648325" y="1666875"/>
              <a:ext cx="1412062" cy="1434511"/>
            </a:xfrm>
            <a:custGeom>
              <a:avLst/>
              <a:gdLst/>
              <a:ahLst/>
              <a:cxnLst/>
              <a:rect l="l" t="t" r="r" b="b"/>
              <a:pathLst>
                <a:path w="1065" h="848">
                  <a:moveTo>
                    <a:pt x="0" y="0"/>
                  </a:moveTo>
                  <a:moveTo>
                    <a:pt x="203" y="266"/>
                  </a:moveTo>
                  <a:lnTo>
                    <a:pt x="1065" y="266"/>
                  </a:lnTo>
                  <a:lnTo>
                    <a:pt x="1065" y="848"/>
                  </a:lnTo>
                  <a:lnTo>
                    <a:pt x="203" y="762"/>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0" name="addition:spatial:102"/>
            <p:cNvSpPr>
              <a:spLocks noGrp="1"/>
            </p:cNvSpPr>
            <p:nvPr/>
          </p:nvSpPr>
          <p:spPr>
            <a:xfrm>
              <a:off x="5648325" y="1666875"/>
              <a:ext cx="1539347" cy="1341471"/>
            </a:xfrm>
            <a:custGeom>
              <a:avLst/>
              <a:gdLst/>
              <a:ahLst/>
              <a:cxnLst/>
              <a:rect l="l" t="t" r="r" b="b"/>
              <a:pathLst>
                <a:path w="1161" h="793">
                  <a:moveTo>
                    <a:pt x="0" y="0"/>
                  </a:moveTo>
                  <a:moveTo>
                    <a:pt x="299" y="211"/>
                  </a:moveTo>
                  <a:lnTo>
                    <a:pt x="1161" y="211"/>
                  </a:lnTo>
                  <a:lnTo>
                    <a:pt x="1161" y="793"/>
                  </a:lnTo>
                  <a:lnTo>
                    <a:pt x="299" y="707"/>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1" name="addition:spatial:103"/>
            <p:cNvSpPr>
              <a:spLocks noGrp="1"/>
            </p:cNvSpPr>
            <p:nvPr/>
          </p:nvSpPr>
          <p:spPr>
            <a:xfrm>
              <a:off x="5648325" y="1666875"/>
              <a:ext cx="1667957" cy="1246739"/>
            </a:xfrm>
            <a:custGeom>
              <a:avLst/>
              <a:gdLst/>
              <a:ahLst/>
              <a:cxnLst/>
              <a:rect l="l" t="t" r="r" b="b"/>
              <a:pathLst>
                <a:path w="1258" h="737">
                  <a:moveTo>
                    <a:pt x="0" y="0"/>
                  </a:moveTo>
                  <a:moveTo>
                    <a:pt x="396" y="155"/>
                  </a:moveTo>
                  <a:lnTo>
                    <a:pt x="1258" y="155"/>
                  </a:lnTo>
                  <a:lnTo>
                    <a:pt x="1258" y="737"/>
                  </a:lnTo>
                  <a:lnTo>
                    <a:pt x="396" y="651"/>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2" name="addition:spatial:104"/>
            <p:cNvSpPr>
              <a:spLocks noGrp="1"/>
            </p:cNvSpPr>
            <p:nvPr/>
          </p:nvSpPr>
          <p:spPr>
            <a:xfrm>
              <a:off x="5648325" y="1666875"/>
              <a:ext cx="1795242" cy="1153698"/>
            </a:xfrm>
            <a:custGeom>
              <a:avLst/>
              <a:gdLst/>
              <a:ahLst/>
              <a:cxnLst/>
              <a:rect l="l" t="t" r="r" b="b"/>
              <a:pathLst>
                <a:path w="1354" h="682">
                  <a:moveTo>
                    <a:pt x="0" y="0"/>
                  </a:moveTo>
                  <a:moveTo>
                    <a:pt x="492" y="100"/>
                  </a:moveTo>
                  <a:lnTo>
                    <a:pt x="1354" y="100"/>
                  </a:lnTo>
                  <a:lnTo>
                    <a:pt x="1354" y="682"/>
                  </a:lnTo>
                  <a:lnTo>
                    <a:pt x="492" y="596"/>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3" name="addition:spatial:105"/>
            <p:cNvSpPr>
              <a:spLocks noGrp="1"/>
            </p:cNvSpPr>
            <p:nvPr/>
          </p:nvSpPr>
          <p:spPr>
            <a:xfrm>
              <a:off x="5648325" y="1666875"/>
              <a:ext cx="701391" cy="1256889"/>
            </a:xfrm>
            <a:custGeom>
              <a:avLst/>
              <a:gdLst/>
              <a:ahLst/>
              <a:cxnLst/>
              <a:rect l="l" t="t" r="r" b="b"/>
              <a:pathLst>
                <a:path w="529" h="743">
                  <a:moveTo>
                    <a:pt x="0" y="0"/>
                  </a:moveTo>
                  <a:moveTo>
                    <a:pt x="529" y="580"/>
                  </a:moveTo>
                  <a:lnTo>
                    <a:pt x="518" y="596"/>
                  </a:lnTo>
                  <a:lnTo>
                    <a:pt x="493" y="608"/>
                  </a:lnTo>
                  <a:lnTo>
                    <a:pt x="467" y="617"/>
                  </a:lnTo>
                  <a:lnTo>
                    <a:pt x="451" y="626"/>
                  </a:lnTo>
                  <a:lnTo>
                    <a:pt x="449" y="639"/>
                  </a:lnTo>
                  <a:lnTo>
                    <a:pt x="452" y="655"/>
                  </a:lnTo>
                  <a:lnTo>
                    <a:pt x="450" y="672"/>
                  </a:lnTo>
                  <a:lnTo>
                    <a:pt x="441" y="685"/>
                  </a:lnTo>
                  <a:lnTo>
                    <a:pt x="431" y="697"/>
                  </a:lnTo>
                  <a:lnTo>
                    <a:pt x="421" y="711"/>
                  </a:lnTo>
                  <a:lnTo>
                    <a:pt x="410" y="725"/>
                  </a:lnTo>
                  <a:lnTo>
                    <a:pt x="395" y="733"/>
                  </a:lnTo>
                  <a:lnTo>
                    <a:pt x="376" y="732"/>
                  </a:lnTo>
                  <a:lnTo>
                    <a:pt x="358" y="728"/>
                  </a:lnTo>
                  <a:lnTo>
                    <a:pt x="343" y="727"/>
                  </a:lnTo>
                  <a:lnTo>
                    <a:pt x="330" y="734"/>
                  </a:lnTo>
                  <a:lnTo>
                    <a:pt x="317" y="743"/>
                  </a:lnTo>
                  <a:lnTo>
                    <a:pt x="303" y="743"/>
                  </a:lnTo>
                  <a:lnTo>
                    <a:pt x="290" y="732"/>
                  </a:lnTo>
                  <a:lnTo>
                    <a:pt x="281" y="716"/>
                  </a:lnTo>
                  <a:lnTo>
                    <a:pt x="273" y="706"/>
                  </a:lnTo>
                  <a:lnTo>
                    <a:pt x="260" y="709"/>
                  </a:lnTo>
                  <a:lnTo>
                    <a:pt x="241" y="718"/>
                  </a:lnTo>
                  <a:lnTo>
                    <a:pt x="222" y="723"/>
                  </a:lnTo>
                  <a:lnTo>
                    <a:pt x="206" y="719"/>
                  </a:lnTo>
                  <a:lnTo>
                    <a:pt x="196" y="707"/>
                  </a:lnTo>
                  <a:lnTo>
                    <a:pt x="189" y="694"/>
                  </a:lnTo>
                  <a:lnTo>
                    <a:pt x="182" y="680"/>
                  </a:lnTo>
                  <a:lnTo>
                    <a:pt x="178" y="665"/>
                  </a:lnTo>
                  <a:lnTo>
                    <a:pt x="181" y="647"/>
                  </a:lnTo>
                  <a:lnTo>
                    <a:pt x="189" y="629"/>
                  </a:lnTo>
                  <a:lnTo>
                    <a:pt x="193" y="615"/>
                  </a:lnTo>
                  <a:lnTo>
                    <a:pt x="185" y="604"/>
                  </a:lnTo>
                  <a:lnTo>
                    <a:pt x="166" y="594"/>
                  </a:lnTo>
                  <a:lnTo>
                    <a:pt x="149" y="580"/>
                  </a:lnTo>
                  <a:lnTo>
                    <a:pt x="143" y="565"/>
                  </a:lnTo>
                  <a:lnTo>
                    <a:pt x="151" y="551"/>
                  </a:lnTo>
                  <a:lnTo>
                    <a:pt x="160" y="539"/>
                  </a:lnTo>
                  <a:lnTo>
                    <a:pt x="162" y="526"/>
                  </a:lnTo>
                  <a:lnTo>
                    <a:pt x="157" y="509"/>
                  </a:lnTo>
                  <a:lnTo>
                    <a:pt x="153" y="491"/>
                  </a:lnTo>
                  <a:lnTo>
                    <a:pt x="158" y="477"/>
                  </a:lnTo>
                  <a:lnTo>
                    <a:pt x="172" y="469"/>
                  </a:lnTo>
                  <a:lnTo>
                    <a:pt x="190" y="466"/>
                  </a:lnTo>
                  <a:lnTo>
                    <a:pt x="204" y="461"/>
                  </a:lnTo>
                  <a:lnTo>
                    <a:pt x="217" y="456"/>
                  </a:lnTo>
                  <a:lnTo>
                    <a:pt x="231" y="452"/>
                  </a:lnTo>
                  <a:lnTo>
                    <a:pt x="246" y="452"/>
                  </a:lnTo>
                  <a:lnTo>
                    <a:pt x="260" y="451"/>
                  </a:lnTo>
                  <a:lnTo>
                    <a:pt x="272" y="441"/>
                  </a:lnTo>
                  <a:lnTo>
                    <a:pt x="284" y="422"/>
                  </a:lnTo>
                  <a:lnTo>
                    <a:pt x="300" y="402"/>
                  </a:lnTo>
                  <a:lnTo>
                    <a:pt x="320" y="392"/>
                  </a:lnTo>
                  <a:lnTo>
                    <a:pt x="339" y="400"/>
                  </a:lnTo>
                  <a:lnTo>
                    <a:pt x="355" y="419"/>
                  </a:lnTo>
                  <a:lnTo>
                    <a:pt x="369" y="435"/>
                  </a:lnTo>
                  <a:lnTo>
                    <a:pt x="383" y="443"/>
                  </a:lnTo>
                  <a:lnTo>
                    <a:pt x="401" y="446"/>
                  </a:lnTo>
                  <a:lnTo>
                    <a:pt x="418" y="450"/>
                  </a:lnTo>
                  <a:lnTo>
                    <a:pt x="431" y="460"/>
                  </a:lnTo>
                  <a:lnTo>
                    <a:pt x="440" y="473"/>
                  </a:lnTo>
                  <a:lnTo>
                    <a:pt x="450" y="484"/>
                  </a:lnTo>
                  <a:lnTo>
                    <a:pt x="464" y="491"/>
                  </a:lnTo>
                  <a:lnTo>
                    <a:pt x="479" y="500"/>
                  </a:lnTo>
                  <a:lnTo>
                    <a:pt x="488" y="511"/>
                  </a:lnTo>
                  <a:lnTo>
                    <a:pt x="492" y="525"/>
                  </a:lnTo>
                  <a:lnTo>
                    <a:pt x="497" y="538"/>
                  </a:lnTo>
                  <a:lnTo>
                    <a:pt x="508" y="551"/>
                  </a:lnTo>
                  <a:lnTo>
                    <a:pt x="522" y="564"/>
                  </a:lnTo>
                  <a:close/>
                </a:path>
              </a:pathLst>
            </a:custGeom>
            <a:solidFill>
              <a:srgbClr val="A7CEE4">
                <a:alpha val="43000"/>
              </a:srgbClr>
            </a:solidFill>
            <a:ln>
              <a:noFill/>
            </a:ln>
          </p:spPr>
          <p:txBody>
            <a:bodyPr anchor="ctr"/>
            <a:lstStyle/>
            <a:p>
              <a:pPr algn="ctr">
                <a:buNone/>
              </a:pPr>
            </a:p>
          </p:txBody>
        </p:sp>
        <p:sp>
          <p:nvSpPr>
            <p:cNvPr id="724" name="addition:spatial:106"/>
            <p:cNvSpPr>
              <a:spLocks noGrp="1"/>
            </p:cNvSpPr>
            <p:nvPr/>
          </p:nvSpPr>
          <p:spPr>
            <a:xfrm>
              <a:off x="5648325" y="1666875"/>
              <a:ext cx="649681" cy="1238280"/>
            </a:xfrm>
            <a:custGeom>
              <a:avLst/>
              <a:gdLst/>
              <a:ahLst/>
              <a:cxnLst/>
              <a:rect l="l" t="t" r="r" b="b"/>
              <a:pathLst>
                <a:path w="490" h="732">
                  <a:moveTo>
                    <a:pt x="0" y="0"/>
                  </a:moveTo>
                  <a:moveTo>
                    <a:pt x="464" y="585"/>
                  </a:moveTo>
                  <a:lnTo>
                    <a:pt x="458" y="597"/>
                  </a:lnTo>
                  <a:lnTo>
                    <a:pt x="452" y="608"/>
                  </a:lnTo>
                  <a:lnTo>
                    <a:pt x="444" y="618"/>
                  </a:lnTo>
                  <a:lnTo>
                    <a:pt x="434" y="628"/>
                  </a:lnTo>
                  <a:lnTo>
                    <a:pt x="428" y="638"/>
                  </a:lnTo>
                  <a:lnTo>
                    <a:pt x="427" y="651"/>
                  </a:lnTo>
                  <a:lnTo>
                    <a:pt x="426" y="666"/>
                  </a:lnTo>
                  <a:lnTo>
                    <a:pt x="420" y="679"/>
                  </a:lnTo>
                  <a:lnTo>
                    <a:pt x="406" y="685"/>
                  </a:lnTo>
                  <a:lnTo>
                    <a:pt x="391" y="688"/>
                  </a:lnTo>
                  <a:lnTo>
                    <a:pt x="379" y="694"/>
                  </a:lnTo>
                  <a:lnTo>
                    <a:pt x="372" y="707"/>
                  </a:lnTo>
                  <a:lnTo>
                    <a:pt x="365" y="723"/>
                  </a:lnTo>
                  <a:lnTo>
                    <a:pt x="353" y="732"/>
                  </a:lnTo>
                  <a:lnTo>
                    <a:pt x="338" y="729"/>
                  </a:lnTo>
                  <a:lnTo>
                    <a:pt x="323" y="717"/>
                  </a:lnTo>
                  <a:lnTo>
                    <a:pt x="311" y="705"/>
                  </a:lnTo>
                  <a:lnTo>
                    <a:pt x="301" y="701"/>
                  </a:lnTo>
                  <a:lnTo>
                    <a:pt x="291" y="703"/>
                  </a:lnTo>
                  <a:lnTo>
                    <a:pt x="281" y="705"/>
                  </a:lnTo>
                  <a:lnTo>
                    <a:pt x="270" y="705"/>
                  </a:lnTo>
                  <a:lnTo>
                    <a:pt x="259" y="706"/>
                  </a:lnTo>
                  <a:lnTo>
                    <a:pt x="245" y="708"/>
                  </a:lnTo>
                  <a:lnTo>
                    <a:pt x="228" y="711"/>
                  </a:lnTo>
                  <a:lnTo>
                    <a:pt x="214" y="707"/>
                  </a:lnTo>
                  <a:lnTo>
                    <a:pt x="207" y="695"/>
                  </a:lnTo>
                  <a:lnTo>
                    <a:pt x="209" y="677"/>
                  </a:lnTo>
                  <a:lnTo>
                    <a:pt x="212" y="660"/>
                  </a:lnTo>
                  <a:lnTo>
                    <a:pt x="208" y="648"/>
                  </a:lnTo>
                  <a:lnTo>
                    <a:pt x="197" y="641"/>
                  </a:lnTo>
                  <a:lnTo>
                    <a:pt x="184" y="633"/>
                  </a:lnTo>
                  <a:lnTo>
                    <a:pt x="179" y="621"/>
                  </a:lnTo>
                  <a:lnTo>
                    <a:pt x="182" y="608"/>
                  </a:lnTo>
                  <a:lnTo>
                    <a:pt x="188" y="596"/>
                  </a:lnTo>
                  <a:lnTo>
                    <a:pt x="187" y="585"/>
                  </a:lnTo>
                  <a:lnTo>
                    <a:pt x="179" y="574"/>
                  </a:lnTo>
                  <a:lnTo>
                    <a:pt x="169" y="561"/>
                  </a:lnTo>
                  <a:lnTo>
                    <a:pt x="163" y="547"/>
                  </a:lnTo>
                  <a:lnTo>
                    <a:pt x="164" y="534"/>
                  </a:lnTo>
                  <a:lnTo>
                    <a:pt x="165" y="522"/>
                  </a:lnTo>
                  <a:lnTo>
                    <a:pt x="167" y="508"/>
                  </a:lnTo>
                  <a:lnTo>
                    <a:pt x="172" y="496"/>
                  </a:lnTo>
                  <a:lnTo>
                    <a:pt x="184" y="489"/>
                  </a:lnTo>
                  <a:lnTo>
                    <a:pt x="203" y="490"/>
                  </a:lnTo>
                  <a:lnTo>
                    <a:pt x="223" y="495"/>
                  </a:lnTo>
                  <a:lnTo>
                    <a:pt x="236" y="495"/>
                  </a:lnTo>
                  <a:lnTo>
                    <a:pt x="241" y="484"/>
                  </a:lnTo>
                  <a:lnTo>
                    <a:pt x="245" y="466"/>
                  </a:lnTo>
                  <a:lnTo>
                    <a:pt x="253" y="450"/>
                  </a:lnTo>
                  <a:lnTo>
                    <a:pt x="267" y="444"/>
                  </a:lnTo>
                  <a:lnTo>
                    <a:pt x="283" y="446"/>
                  </a:lnTo>
                  <a:lnTo>
                    <a:pt x="298" y="448"/>
                  </a:lnTo>
                  <a:lnTo>
                    <a:pt x="313" y="446"/>
                  </a:lnTo>
                  <a:lnTo>
                    <a:pt x="329" y="444"/>
                  </a:lnTo>
                  <a:lnTo>
                    <a:pt x="345" y="445"/>
                  </a:lnTo>
                  <a:lnTo>
                    <a:pt x="360" y="452"/>
                  </a:lnTo>
                  <a:lnTo>
                    <a:pt x="372" y="462"/>
                  </a:lnTo>
                  <a:lnTo>
                    <a:pt x="385" y="469"/>
                  </a:lnTo>
                  <a:lnTo>
                    <a:pt x="399" y="473"/>
                  </a:lnTo>
                  <a:lnTo>
                    <a:pt x="411" y="480"/>
                  </a:lnTo>
                  <a:lnTo>
                    <a:pt x="418" y="493"/>
                  </a:lnTo>
                  <a:lnTo>
                    <a:pt x="420" y="507"/>
                  </a:lnTo>
                  <a:lnTo>
                    <a:pt x="423" y="518"/>
                  </a:lnTo>
                  <a:lnTo>
                    <a:pt x="436" y="523"/>
                  </a:lnTo>
                  <a:lnTo>
                    <a:pt x="458" y="526"/>
                  </a:lnTo>
                  <a:lnTo>
                    <a:pt x="480" y="531"/>
                  </a:lnTo>
                  <a:lnTo>
                    <a:pt x="490" y="542"/>
                  </a:lnTo>
                  <a:lnTo>
                    <a:pt x="486" y="558"/>
                  </a:lnTo>
                  <a:lnTo>
                    <a:pt x="475" y="572"/>
                  </a:lnTo>
                  <a:close/>
                </a:path>
              </a:pathLst>
            </a:custGeom>
            <a:solidFill>
              <a:srgbClr val="59A3CD">
                <a:alpha val="43000"/>
              </a:srgbClr>
            </a:solidFill>
            <a:ln>
              <a:noFill/>
            </a:ln>
          </p:spPr>
          <p:txBody>
            <a:bodyPr anchor="ctr"/>
            <a:lstStyle/>
            <a:p>
              <a:pPr algn="ctr">
                <a:buNone/>
              </a:pPr>
            </a:p>
          </p:txBody>
        </p:sp>
        <p:sp>
          <p:nvSpPr>
            <p:cNvPr id="725" name="addition:spatial:107"/>
            <p:cNvSpPr>
              <a:spLocks noGrp="1"/>
            </p:cNvSpPr>
            <p:nvPr/>
          </p:nvSpPr>
          <p:spPr>
            <a:xfrm>
              <a:off x="5648325" y="1666875"/>
              <a:ext cx="617860" cy="1216289"/>
            </a:xfrm>
            <a:custGeom>
              <a:avLst/>
              <a:gdLst/>
              <a:ahLst/>
              <a:cxnLst/>
              <a:rect l="l" t="t" r="r" b="b"/>
              <a:pathLst>
                <a:path w="466" h="719">
                  <a:moveTo>
                    <a:pt x="0" y="0"/>
                  </a:moveTo>
                  <a:moveTo>
                    <a:pt x="455" y="590"/>
                  </a:moveTo>
                  <a:lnTo>
                    <a:pt x="437" y="600"/>
                  </a:lnTo>
                  <a:lnTo>
                    <a:pt x="423" y="609"/>
                  </a:lnTo>
                  <a:lnTo>
                    <a:pt x="418" y="618"/>
                  </a:lnTo>
                  <a:lnTo>
                    <a:pt x="418" y="628"/>
                  </a:lnTo>
                  <a:lnTo>
                    <a:pt x="415" y="639"/>
                  </a:lnTo>
                  <a:lnTo>
                    <a:pt x="408" y="648"/>
                  </a:lnTo>
                  <a:lnTo>
                    <a:pt x="400" y="655"/>
                  </a:lnTo>
                  <a:lnTo>
                    <a:pt x="393" y="664"/>
                  </a:lnTo>
                  <a:lnTo>
                    <a:pt x="388" y="676"/>
                  </a:lnTo>
                  <a:lnTo>
                    <a:pt x="381" y="686"/>
                  </a:lnTo>
                  <a:lnTo>
                    <a:pt x="370" y="693"/>
                  </a:lnTo>
                  <a:lnTo>
                    <a:pt x="357" y="695"/>
                  </a:lnTo>
                  <a:lnTo>
                    <a:pt x="345" y="699"/>
                  </a:lnTo>
                  <a:lnTo>
                    <a:pt x="336" y="706"/>
                  </a:lnTo>
                  <a:lnTo>
                    <a:pt x="326" y="716"/>
                  </a:lnTo>
                  <a:lnTo>
                    <a:pt x="315" y="719"/>
                  </a:lnTo>
                  <a:lnTo>
                    <a:pt x="302" y="712"/>
                  </a:lnTo>
                  <a:lnTo>
                    <a:pt x="292" y="698"/>
                  </a:lnTo>
                  <a:lnTo>
                    <a:pt x="285" y="686"/>
                  </a:lnTo>
                  <a:lnTo>
                    <a:pt x="277" y="683"/>
                  </a:lnTo>
                  <a:lnTo>
                    <a:pt x="267" y="689"/>
                  </a:lnTo>
                  <a:lnTo>
                    <a:pt x="254" y="696"/>
                  </a:lnTo>
                  <a:lnTo>
                    <a:pt x="242" y="698"/>
                  </a:lnTo>
                  <a:lnTo>
                    <a:pt x="232" y="695"/>
                  </a:lnTo>
                  <a:lnTo>
                    <a:pt x="223" y="689"/>
                  </a:lnTo>
                  <a:lnTo>
                    <a:pt x="214" y="683"/>
                  </a:lnTo>
                  <a:lnTo>
                    <a:pt x="206" y="675"/>
                  </a:lnTo>
                  <a:lnTo>
                    <a:pt x="203" y="664"/>
                  </a:lnTo>
                  <a:lnTo>
                    <a:pt x="205" y="650"/>
                  </a:lnTo>
                  <a:lnTo>
                    <a:pt x="209" y="637"/>
                  </a:lnTo>
                  <a:lnTo>
                    <a:pt x="208" y="627"/>
                  </a:lnTo>
                  <a:lnTo>
                    <a:pt x="199" y="619"/>
                  </a:lnTo>
                  <a:lnTo>
                    <a:pt x="189" y="611"/>
                  </a:lnTo>
                  <a:lnTo>
                    <a:pt x="185" y="601"/>
                  </a:lnTo>
                  <a:lnTo>
                    <a:pt x="190" y="590"/>
                  </a:lnTo>
                  <a:lnTo>
                    <a:pt x="197" y="581"/>
                  </a:lnTo>
                  <a:lnTo>
                    <a:pt x="198" y="571"/>
                  </a:lnTo>
                  <a:lnTo>
                    <a:pt x="191" y="560"/>
                  </a:lnTo>
                  <a:lnTo>
                    <a:pt x="180" y="546"/>
                  </a:lnTo>
                  <a:lnTo>
                    <a:pt x="175" y="532"/>
                  </a:lnTo>
                  <a:lnTo>
                    <a:pt x="179" y="522"/>
                  </a:lnTo>
                  <a:lnTo>
                    <a:pt x="189" y="515"/>
                  </a:lnTo>
                  <a:lnTo>
                    <a:pt x="199" y="509"/>
                  </a:lnTo>
                  <a:lnTo>
                    <a:pt x="209" y="504"/>
                  </a:lnTo>
                  <a:lnTo>
                    <a:pt x="220" y="501"/>
                  </a:lnTo>
                  <a:lnTo>
                    <a:pt x="232" y="501"/>
                  </a:lnTo>
                  <a:lnTo>
                    <a:pt x="244" y="503"/>
                  </a:lnTo>
                  <a:lnTo>
                    <a:pt x="253" y="500"/>
                  </a:lnTo>
                  <a:lnTo>
                    <a:pt x="259" y="490"/>
                  </a:lnTo>
                  <a:lnTo>
                    <a:pt x="266" y="474"/>
                  </a:lnTo>
                  <a:lnTo>
                    <a:pt x="277" y="461"/>
                  </a:lnTo>
                  <a:lnTo>
                    <a:pt x="290" y="459"/>
                  </a:lnTo>
                  <a:lnTo>
                    <a:pt x="303" y="466"/>
                  </a:lnTo>
                  <a:lnTo>
                    <a:pt x="316" y="474"/>
                  </a:lnTo>
                  <a:lnTo>
                    <a:pt x="328" y="477"/>
                  </a:lnTo>
                  <a:lnTo>
                    <a:pt x="343" y="475"/>
                  </a:lnTo>
                  <a:lnTo>
                    <a:pt x="357" y="475"/>
                  </a:lnTo>
                  <a:lnTo>
                    <a:pt x="369" y="481"/>
                  </a:lnTo>
                  <a:lnTo>
                    <a:pt x="378" y="492"/>
                  </a:lnTo>
                  <a:lnTo>
                    <a:pt x="384" y="504"/>
                  </a:lnTo>
                  <a:lnTo>
                    <a:pt x="392" y="512"/>
                  </a:lnTo>
                  <a:lnTo>
                    <a:pt x="401" y="518"/>
                  </a:lnTo>
                  <a:lnTo>
                    <a:pt x="409" y="526"/>
                  </a:lnTo>
                  <a:lnTo>
                    <a:pt x="414" y="535"/>
                  </a:lnTo>
                  <a:lnTo>
                    <a:pt x="420" y="543"/>
                  </a:lnTo>
                  <a:lnTo>
                    <a:pt x="431" y="550"/>
                  </a:lnTo>
                  <a:lnTo>
                    <a:pt x="448" y="556"/>
                  </a:lnTo>
                  <a:lnTo>
                    <a:pt x="463" y="565"/>
                  </a:lnTo>
                  <a:lnTo>
                    <a:pt x="466" y="577"/>
                  </a:lnTo>
                  <a:close/>
                </a:path>
              </a:pathLst>
            </a:custGeom>
            <a:solidFill>
              <a:srgbClr val="0675B4">
                <a:alpha val="35000"/>
              </a:srgbClr>
            </a:solidFill>
            <a:ln>
              <a:noFill/>
            </a:ln>
          </p:spPr>
          <p:txBody>
            <a:bodyPr anchor="ctr"/>
            <a:lstStyle/>
            <a:p>
              <a:pPr algn="ctr">
                <a:buNone/>
              </a:pPr>
            </a:p>
          </p:txBody>
        </p:sp>
        <p:sp>
          <p:nvSpPr>
            <p:cNvPr id="726" name="addition:spatial:108"/>
            <p:cNvSpPr>
              <a:spLocks noGrp="1"/>
            </p:cNvSpPr>
            <p:nvPr/>
          </p:nvSpPr>
          <p:spPr>
            <a:xfrm>
              <a:off x="5648325" y="1666875"/>
              <a:ext cx="413675" cy="1033592"/>
            </a:xfrm>
            <a:custGeom>
              <a:avLst/>
              <a:gdLst/>
              <a:ahLst/>
              <a:cxnLst/>
              <a:rect l="l" t="t" r="r" b="b"/>
              <a:pathLst>
                <a:path w="312" h="611">
                  <a:moveTo>
                    <a:pt x="0" y="0"/>
                  </a:moveTo>
                  <a:moveTo>
                    <a:pt x="309" y="556"/>
                  </a:moveTo>
                  <a:lnTo>
                    <a:pt x="308" y="561"/>
                  </a:lnTo>
                  <a:lnTo>
                    <a:pt x="305" y="565"/>
                  </a:lnTo>
                  <a:lnTo>
                    <a:pt x="301" y="569"/>
                  </a:lnTo>
                  <a:lnTo>
                    <a:pt x="298" y="572"/>
                  </a:lnTo>
                  <a:lnTo>
                    <a:pt x="296" y="576"/>
                  </a:lnTo>
                  <a:lnTo>
                    <a:pt x="295" y="581"/>
                  </a:lnTo>
                  <a:lnTo>
                    <a:pt x="292" y="585"/>
                  </a:lnTo>
                  <a:lnTo>
                    <a:pt x="287" y="588"/>
                  </a:lnTo>
                  <a:lnTo>
                    <a:pt x="281" y="589"/>
                  </a:lnTo>
                  <a:lnTo>
                    <a:pt x="277" y="591"/>
                  </a:lnTo>
                  <a:lnTo>
                    <a:pt x="275" y="597"/>
                  </a:lnTo>
                  <a:lnTo>
                    <a:pt x="274" y="604"/>
                  </a:lnTo>
                  <a:lnTo>
                    <a:pt x="271" y="610"/>
                  </a:lnTo>
                  <a:lnTo>
                    <a:pt x="265" y="611"/>
                  </a:lnTo>
                  <a:lnTo>
                    <a:pt x="258" y="608"/>
                  </a:lnTo>
                  <a:lnTo>
                    <a:pt x="253" y="604"/>
                  </a:lnTo>
                  <a:lnTo>
                    <a:pt x="248" y="602"/>
                  </a:lnTo>
                  <a:lnTo>
                    <a:pt x="244" y="601"/>
                  </a:lnTo>
                  <a:lnTo>
                    <a:pt x="240" y="600"/>
                  </a:lnTo>
                  <a:lnTo>
                    <a:pt x="237" y="599"/>
                  </a:lnTo>
                  <a:lnTo>
                    <a:pt x="233" y="598"/>
                  </a:lnTo>
                  <a:lnTo>
                    <a:pt x="229" y="599"/>
                  </a:lnTo>
                  <a:lnTo>
                    <a:pt x="223" y="601"/>
                  </a:lnTo>
                  <a:lnTo>
                    <a:pt x="218" y="602"/>
                  </a:lnTo>
                  <a:lnTo>
                    <a:pt x="214" y="599"/>
                  </a:lnTo>
                  <a:lnTo>
                    <a:pt x="213" y="594"/>
                  </a:lnTo>
                  <a:lnTo>
                    <a:pt x="213" y="588"/>
                  </a:lnTo>
                  <a:lnTo>
                    <a:pt x="211" y="584"/>
                  </a:lnTo>
                  <a:lnTo>
                    <a:pt x="207" y="582"/>
                  </a:lnTo>
                  <a:lnTo>
                    <a:pt x="202" y="579"/>
                  </a:lnTo>
                  <a:lnTo>
                    <a:pt x="200" y="575"/>
                  </a:lnTo>
                  <a:lnTo>
                    <a:pt x="202" y="570"/>
                  </a:lnTo>
                  <a:lnTo>
                    <a:pt x="206" y="564"/>
                  </a:lnTo>
                  <a:lnTo>
                    <a:pt x="208" y="560"/>
                  </a:lnTo>
                  <a:lnTo>
                    <a:pt x="207" y="556"/>
                  </a:lnTo>
                  <a:lnTo>
                    <a:pt x="204" y="552"/>
                  </a:lnTo>
                  <a:lnTo>
                    <a:pt x="202" y="548"/>
                  </a:lnTo>
                  <a:lnTo>
                    <a:pt x="201" y="543"/>
                  </a:lnTo>
                  <a:lnTo>
                    <a:pt x="200" y="539"/>
                  </a:lnTo>
                  <a:lnTo>
                    <a:pt x="198" y="533"/>
                  </a:lnTo>
                  <a:lnTo>
                    <a:pt x="197" y="527"/>
                  </a:lnTo>
                  <a:lnTo>
                    <a:pt x="199" y="523"/>
                  </a:lnTo>
                  <a:lnTo>
                    <a:pt x="205" y="522"/>
                  </a:lnTo>
                  <a:lnTo>
                    <a:pt x="213" y="523"/>
                  </a:lnTo>
                  <a:lnTo>
                    <a:pt x="218" y="523"/>
                  </a:lnTo>
                  <a:lnTo>
                    <a:pt x="221" y="521"/>
                  </a:lnTo>
                  <a:lnTo>
                    <a:pt x="223" y="516"/>
                  </a:lnTo>
                  <a:lnTo>
                    <a:pt x="225" y="511"/>
                  </a:lnTo>
                  <a:lnTo>
                    <a:pt x="229" y="509"/>
                  </a:lnTo>
                  <a:lnTo>
                    <a:pt x="234" y="510"/>
                  </a:lnTo>
                  <a:lnTo>
                    <a:pt x="239" y="510"/>
                  </a:lnTo>
                  <a:lnTo>
                    <a:pt x="244" y="509"/>
                  </a:lnTo>
                  <a:lnTo>
                    <a:pt x="249" y="506"/>
                  </a:lnTo>
                  <a:lnTo>
                    <a:pt x="254" y="505"/>
                  </a:lnTo>
                  <a:lnTo>
                    <a:pt x="260" y="505"/>
                  </a:lnTo>
                  <a:lnTo>
                    <a:pt x="265" y="507"/>
                  </a:lnTo>
                  <a:lnTo>
                    <a:pt x="271" y="509"/>
                  </a:lnTo>
                  <a:lnTo>
                    <a:pt x="276" y="510"/>
                  </a:lnTo>
                  <a:lnTo>
                    <a:pt x="281" y="513"/>
                  </a:lnTo>
                  <a:lnTo>
                    <a:pt x="284" y="518"/>
                  </a:lnTo>
                  <a:lnTo>
                    <a:pt x="284" y="525"/>
                  </a:lnTo>
                  <a:lnTo>
                    <a:pt x="285" y="530"/>
                  </a:lnTo>
                  <a:lnTo>
                    <a:pt x="288" y="533"/>
                  </a:lnTo>
                  <a:lnTo>
                    <a:pt x="295" y="534"/>
                  </a:lnTo>
                  <a:lnTo>
                    <a:pt x="304" y="534"/>
                  </a:lnTo>
                  <a:lnTo>
                    <a:pt x="310" y="537"/>
                  </a:lnTo>
                  <a:lnTo>
                    <a:pt x="312" y="542"/>
                  </a:lnTo>
                  <a:lnTo>
                    <a:pt x="311" y="547"/>
                  </a:lnTo>
                  <a:lnTo>
                    <a:pt x="309" y="552"/>
                  </a:lnTo>
                  <a:close/>
                </a:path>
              </a:pathLst>
            </a:custGeom>
            <a:solidFill>
              <a:srgbClr val="59A3CD">
                <a:alpha val="32000"/>
              </a:srgbClr>
            </a:solidFill>
            <a:ln>
              <a:noFill/>
            </a:ln>
          </p:spPr>
          <p:txBody>
            <a:bodyPr anchor="ctr"/>
            <a:lstStyle/>
            <a:p>
              <a:pPr algn="ctr">
                <a:buNone/>
              </a:pPr>
            </a:p>
          </p:txBody>
        </p:sp>
        <p:sp>
          <p:nvSpPr>
            <p:cNvPr id="727" name="addition:spatial:109"/>
            <p:cNvSpPr>
              <a:spLocks noGrp="1"/>
            </p:cNvSpPr>
            <p:nvPr/>
          </p:nvSpPr>
          <p:spPr>
            <a:xfrm>
              <a:off x="5648325" y="1666875"/>
              <a:ext cx="462732" cy="962543"/>
            </a:xfrm>
            <a:custGeom>
              <a:avLst/>
              <a:gdLst/>
              <a:ahLst/>
              <a:cxnLst/>
              <a:rect l="l" t="t" r="r" b="b"/>
              <a:pathLst>
                <a:path w="349" h="569">
                  <a:moveTo>
                    <a:pt x="0" y="0"/>
                  </a:moveTo>
                  <a:moveTo>
                    <a:pt x="345" y="517"/>
                  </a:moveTo>
                  <a:lnTo>
                    <a:pt x="348" y="521"/>
                  </a:lnTo>
                  <a:lnTo>
                    <a:pt x="349" y="526"/>
                  </a:lnTo>
                  <a:lnTo>
                    <a:pt x="348" y="530"/>
                  </a:lnTo>
                  <a:lnTo>
                    <a:pt x="346" y="534"/>
                  </a:lnTo>
                  <a:lnTo>
                    <a:pt x="344" y="539"/>
                  </a:lnTo>
                  <a:lnTo>
                    <a:pt x="343" y="543"/>
                  </a:lnTo>
                  <a:lnTo>
                    <a:pt x="339" y="546"/>
                  </a:lnTo>
                  <a:lnTo>
                    <a:pt x="333" y="547"/>
                  </a:lnTo>
                  <a:lnTo>
                    <a:pt x="326" y="546"/>
                  </a:lnTo>
                  <a:lnTo>
                    <a:pt x="321" y="547"/>
                  </a:lnTo>
                  <a:lnTo>
                    <a:pt x="319" y="550"/>
                  </a:lnTo>
                  <a:lnTo>
                    <a:pt x="318" y="557"/>
                  </a:lnTo>
                  <a:lnTo>
                    <a:pt x="316" y="564"/>
                  </a:lnTo>
                  <a:lnTo>
                    <a:pt x="311" y="568"/>
                  </a:lnTo>
                  <a:lnTo>
                    <a:pt x="305" y="569"/>
                  </a:lnTo>
                  <a:lnTo>
                    <a:pt x="299" y="567"/>
                  </a:lnTo>
                  <a:lnTo>
                    <a:pt x="294" y="567"/>
                  </a:lnTo>
                  <a:lnTo>
                    <a:pt x="288" y="566"/>
                  </a:lnTo>
                  <a:lnTo>
                    <a:pt x="283" y="565"/>
                  </a:lnTo>
                  <a:lnTo>
                    <a:pt x="279" y="562"/>
                  </a:lnTo>
                  <a:lnTo>
                    <a:pt x="275" y="559"/>
                  </a:lnTo>
                  <a:lnTo>
                    <a:pt x="271" y="557"/>
                  </a:lnTo>
                  <a:lnTo>
                    <a:pt x="266" y="557"/>
                  </a:lnTo>
                  <a:lnTo>
                    <a:pt x="261" y="557"/>
                  </a:lnTo>
                  <a:lnTo>
                    <a:pt x="257" y="554"/>
                  </a:lnTo>
                  <a:lnTo>
                    <a:pt x="256" y="550"/>
                  </a:lnTo>
                  <a:lnTo>
                    <a:pt x="255" y="545"/>
                  </a:lnTo>
                  <a:lnTo>
                    <a:pt x="252" y="543"/>
                  </a:lnTo>
                  <a:lnTo>
                    <a:pt x="246" y="542"/>
                  </a:lnTo>
                  <a:lnTo>
                    <a:pt x="240" y="540"/>
                  </a:lnTo>
                  <a:lnTo>
                    <a:pt x="236" y="537"/>
                  </a:lnTo>
                  <a:lnTo>
                    <a:pt x="237" y="531"/>
                  </a:lnTo>
                  <a:lnTo>
                    <a:pt x="241" y="526"/>
                  </a:lnTo>
                  <a:lnTo>
                    <a:pt x="246" y="521"/>
                  </a:lnTo>
                  <a:lnTo>
                    <a:pt x="248" y="517"/>
                  </a:lnTo>
                  <a:lnTo>
                    <a:pt x="250" y="513"/>
                  </a:lnTo>
                  <a:lnTo>
                    <a:pt x="251" y="509"/>
                  </a:lnTo>
                  <a:lnTo>
                    <a:pt x="253" y="506"/>
                  </a:lnTo>
                  <a:lnTo>
                    <a:pt x="254" y="502"/>
                  </a:lnTo>
                  <a:lnTo>
                    <a:pt x="252" y="497"/>
                  </a:lnTo>
                  <a:lnTo>
                    <a:pt x="251" y="491"/>
                  </a:lnTo>
                  <a:lnTo>
                    <a:pt x="251" y="485"/>
                  </a:lnTo>
                  <a:lnTo>
                    <a:pt x="255" y="482"/>
                  </a:lnTo>
                  <a:lnTo>
                    <a:pt x="260" y="481"/>
                  </a:lnTo>
                  <a:lnTo>
                    <a:pt x="265" y="481"/>
                  </a:lnTo>
                  <a:lnTo>
                    <a:pt x="268" y="478"/>
                  </a:lnTo>
                  <a:lnTo>
                    <a:pt x="270" y="473"/>
                  </a:lnTo>
                  <a:lnTo>
                    <a:pt x="273" y="470"/>
                  </a:lnTo>
                  <a:lnTo>
                    <a:pt x="277" y="469"/>
                  </a:lnTo>
                  <a:lnTo>
                    <a:pt x="282" y="472"/>
                  </a:lnTo>
                  <a:lnTo>
                    <a:pt x="286" y="475"/>
                  </a:lnTo>
                  <a:lnTo>
                    <a:pt x="289" y="476"/>
                  </a:lnTo>
                  <a:lnTo>
                    <a:pt x="293" y="474"/>
                  </a:lnTo>
                  <a:lnTo>
                    <a:pt x="296" y="472"/>
                  </a:lnTo>
                  <a:lnTo>
                    <a:pt x="301" y="471"/>
                  </a:lnTo>
                  <a:lnTo>
                    <a:pt x="305" y="471"/>
                  </a:lnTo>
                  <a:lnTo>
                    <a:pt x="310" y="471"/>
                  </a:lnTo>
                  <a:lnTo>
                    <a:pt x="316" y="470"/>
                  </a:lnTo>
                  <a:lnTo>
                    <a:pt x="321" y="470"/>
                  </a:lnTo>
                  <a:lnTo>
                    <a:pt x="325" y="475"/>
                  </a:lnTo>
                  <a:lnTo>
                    <a:pt x="325" y="482"/>
                  </a:lnTo>
                  <a:lnTo>
                    <a:pt x="324" y="489"/>
                  </a:lnTo>
                  <a:lnTo>
                    <a:pt x="324" y="493"/>
                  </a:lnTo>
                  <a:lnTo>
                    <a:pt x="329" y="495"/>
                  </a:lnTo>
                  <a:lnTo>
                    <a:pt x="335" y="497"/>
                  </a:lnTo>
                  <a:lnTo>
                    <a:pt x="339" y="500"/>
                  </a:lnTo>
                  <a:lnTo>
                    <a:pt x="341" y="504"/>
                  </a:lnTo>
                  <a:lnTo>
                    <a:pt x="341" y="509"/>
                  </a:lnTo>
                  <a:lnTo>
                    <a:pt x="342" y="513"/>
                  </a:lnTo>
                  <a:close/>
                </a:path>
              </a:pathLst>
            </a:custGeom>
            <a:solidFill>
              <a:srgbClr val="59A3CD">
                <a:alpha val="32000"/>
              </a:srgbClr>
            </a:solidFill>
            <a:ln>
              <a:noFill/>
            </a:ln>
          </p:spPr>
          <p:txBody>
            <a:bodyPr anchor="ctr"/>
            <a:lstStyle/>
            <a:p>
              <a:pPr algn="ctr">
                <a:buNone/>
              </a:pPr>
            </a:p>
          </p:txBody>
        </p:sp>
        <p:sp>
          <p:nvSpPr>
            <p:cNvPr id="728" name="addition:spatial:110"/>
            <p:cNvSpPr>
              <a:spLocks noGrp="1"/>
            </p:cNvSpPr>
            <p:nvPr/>
          </p:nvSpPr>
          <p:spPr>
            <a:xfrm>
              <a:off x="5648325" y="1666875"/>
              <a:ext cx="542285" cy="992993"/>
            </a:xfrm>
            <a:custGeom>
              <a:avLst/>
              <a:gdLst/>
              <a:ahLst/>
              <a:cxnLst/>
              <a:rect l="l" t="t" r="r" b="b"/>
              <a:pathLst>
                <a:path w="409" h="587">
                  <a:moveTo>
                    <a:pt x="0" y="0"/>
                  </a:moveTo>
                  <a:moveTo>
                    <a:pt x="404" y="528"/>
                  </a:moveTo>
                  <a:lnTo>
                    <a:pt x="399" y="532"/>
                  </a:lnTo>
                  <a:lnTo>
                    <a:pt x="397" y="537"/>
                  </a:lnTo>
                  <a:lnTo>
                    <a:pt x="396" y="541"/>
                  </a:lnTo>
                  <a:lnTo>
                    <a:pt x="395" y="546"/>
                  </a:lnTo>
                  <a:lnTo>
                    <a:pt x="392" y="550"/>
                  </a:lnTo>
                  <a:lnTo>
                    <a:pt x="388" y="553"/>
                  </a:lnTo>
                  <a:lnTo>
                    <a:pt x="384" y="556"/>
                  </a:lnTo>
                  <a:lnTo>
                    <a:pt x="381" y="560"/>
                  </a:lnTo>
                  <a:lnTo>
                    <a:pt x="379" y="564"/>
                  </a:lnTo>
                  <a:lnTo>
                    <a:pt x="375" y="568"/>
                  </a:lnTo>
                  <a:lnTo>
                    <a:pt x="370" y="570"/>
                  </a:lnTo>
                  <a:lnTo>
                    <a:pt x="366" y="573"/>
                  </a:lnTo>
                  <a:lnTo>
                    <a:pt x="362" y="577"/>
                  </a:lnTo>
                  <a:lnTo>
                    <a:pt x="359" y="583"/>
                  </a:lnTo>
                  <a:lnTo>
                    <a:pt x="354" y="587"/>
                  </a:lnTo>
                  <a:lnTo>
                    <a:pt x="348" y="587"/>
                  </a:lnTo>
                  <a:lnTo>
                    <a:pt x="343" y="581"/>
                  </a:lnTo>
                  <a:lnTo>
                    <a:pt x="338" y="574"/>
                  </a:lnTo>
                  <a:lnTo>
                    <a:pt x="335" y="570"/>
                  </a:lnTo>
                  <a:lnTo>
                    <a:pt x="331" y="571"/>
                  </a:lnTo>
                  <a:lnTo>
                    <a:pt x="327" y="573"/>
                  </a:lnTo>
                  <a:lnTo>
                    <a:pt x="322" y="574"/>
                  </a:lnTo>
                  <a:lnTo>
                    <a:pt x="318" y="574"/>
                  </a:lnTo>
                  <a:lnTo>
                    <a:pt x="315" y="572"/>
                  </a:lnTo>
                  <a:lnTo>
                    <a:pt x="311" y="570"/>
                  </a:lnTo>
                  <a:lnTo>
                    <a:pt x="306" y="568"/>
                  </a:lnTo>
                  <a:lnTo>
                    <a:pt x="303" y="565"/>
                  </a:lnTo>
                  <a:lnTo>
                    <a:pt x="302" y="560"/>
                  </a:lnTo>
                  <a:lnTo>
                    <a:pt x="303" y="554"/>
                  </a:lnTo>
                  <a:lnTo>
                    <a:pt x="303" y="550"/>
                  </a:lnTo>
                  <a:lnTo>
                    <a:pt x="300" y="546"/>
                  </a:lnTo>
                  <a:lnTo>
                    <a:pt x="297" y="542"/>
                  </a:lnTo>
                  <a:lnTo>
                    <a:pt x="295" y="538"/>
                  </a:lnTo>
                  <a:lnTo>
                    <a:pt x="298" y="532"/>
                  </a:lnTo>
                  <a:lnTo>
                    <a:pt x="302" y="528"/>
                  </a:lnTo>
                  <a:lnTo>
                    <a:pt x="305" y="524"/>
                  </a:lnTo>
                  <a:lnTo>
                    <a:pt x="304" y="520"/>
                  </a:lnTo>
                  <a:lnTo>
                    <a:pt x="299" y="515"/>
                  </a:lnTo>
                  <a:lnTo>
                    <a:pt x="295" y="508"/>
                  </a:lnTo>
                  <a:lnTo>
                    <a:pt x="294" y="503"/>
                  </a:lnTo>
                  <a:lnTo>
                    <a:pt x="296" y="498"/>
                  </a:lnTo>
                  <a:lnTo>
                    <a:pt x="299" y="494"/>
                  </a:lnTo>
                  <a:lnTo>
                    <a:pt x="302" y="491"/>
                  </a:lnTo>
                  <a:lnTo>
                    <a:pt x="306" y="488"/>
                  </a:lnTo>
                  <a:lnTo>
                    <a:pt x="311" y="487"/>
                  </a:lnTo>
                  <a:lnTo>
                    <a:pt x="316" y="488"/>
                  </a:lnTo>
                  <a:lnTo>
                    <a:pt x="321" y="489"/>
                  </a:lnTo>
                  <a:lnTo>
                    <a:pt x="324" y="487"/>
                  </a:lnTo>
                  <a:lnTo>
                    <a:pt x="326" y="482"/>
                  </a:lnTo>
                  <a:lnTo>
                    <a:pt x="329" y="476"/>
                  </a:lnTo>
                  <a:lnTo>
                    <a:pt x="333" y="474"/>
                  </a:lnTo>
                  <a:lnTo>
                    <a:pt x="338" y="475"/>
                  </a:lnTo>
                  <a:lnTo>
                    <a:pt x="343" y="478"/>
                  </a:lnTo>
                  <a:lnTo>
                    <a:pt x="348" y="478"/>
                  </a:lnTo>
                  <a:lnTo>
                    <a:pt x="353" y="476"/>
                  </a:lnTo>
                  <a:lnTo>
                    <a:pt x="359" y="474"/>
                  </a:lnTo>
                  <a:lnTo>
                    <a:pt x="365" y="475"/>
                  </a:lnTo>
                  <a:lnTo>
                    <a:pt x="370" y="478"/>
                  </a:lnTo>
                  <a:lnTo>
                    <a:pt x="373" y="484"/>
                  </a:lnTo>
                  <a:lnTo>
                    <a:pt x="376" y="489"/>
                  </a:lnTo>
                  <a:lnTo>
                    <a:pt x="379" y="492"/>
                  </a:lnTo>
                  <a:lnTo>
                    <a:pt x="382" y="496"/>
                  </a:lnTo>
                  <a:lnTo>
                    <a:pt x="384" y="501"/>
                  </a:lnTo>
                  <a:lnTo>
                    <a:pt x="385" y="505"/>
                  </a:lnTo>
                  <a:lnTo>
                    <a:pt x="389" y="508"/>
                  </a:lnTo>
                  <a:lnTo>
                    <a:pt x="396" y="510"/>
                  </a:lnTo>
                  <a:lnTo>
                    <a:pt x="404" y="513"/>
                  </a:lnTo>
                  <a:lnTo>
                    <a:pt x="409" y="517"/>
                  </a:lnTo>
                  <a:lnTo>
                    <a:pt x="409" y="523"/>
                  </a:lnTo>
                  <a:close/>
                </a:path>
              </a:pathLst>
            </a:custGeom>
            <a:solidFill>
              <a:srgbClr val="59A3CD">
                <a:alpha val="32000"/>
              </a:srgbClr>
            </a:solidFill>
            <a:ln>
              <a:noFill/>
            </a:ln>
          </p:spPr>
          <p:txBody>
            <a:bodyPr anchor="ctr"/>
            <a:lstStyle/>
            <a:p>
              <a:pPr algn="ctr">
                <a:buNone/>
              </a:pPr>
            </a:p>
          </p:txBody>
        </p:sp>
        <p:sp>
          <p:nvSpPr>
            <p:cNvPr id="729" name="addition:spatial:111"/>
            <p:cNvSpPr>
              <a:spLocks noGrp="1"/>
            </p:cNvSpPr>
            <p:nvPr/>
          </p:nvSpPr>
          <p:spPr>
            <a:xfrm>
              <a:off x="5648325" y="1666875"/>
              <a:ext cx="587365" cy="1069116"/>
            </a:xfrm>
            <a:custGeom>
              <a:avLst/>
              <a:gdLst/>
              <a:ahLst/>
              <a:cxnLst/>
              <a:rect l="l" t="t" r="r" b="b"/>
              <a:pathLst>
                <a:path w="443" h="632">
                  <a:moveTo>
                    <a:pt x="0" y="0"/>
                  </a:moveTo>
                  <a:moveTo>
                    <a:pt x="435" y="571"/>
                  </a:moveTo>
                  <a:lnTo>
                    <a:pt x="436" y="576"/>
                  </a:lnTo>
                  <a:lnTo>
                    <a:pt x="435" y="581"/>
                  </a:lnTo>
                  <a:lnTo>
                    <a:pt x="435" y="586"/>
                  </a:lnTo>
                  <a:lnTo>
                    <a:pt x="437" y="591"/>
                  </a:lnTo>
                  <a:lnTo>
                    <a:pt x="441" y="598"/>
                  </a:lnTo>
                  <a:lnTo>
                    <a:pt x="443" y="605"/>
                  </a:lnTo>
                  <a:lnTo>
                    <a:pt x="440" y="610"/>
                  </a:lnTo>
                  <a:lnTo>
                    <a:pt x="432" y="611"/>
                  </a:lnTo>
                  <a:lnTo>
                    <a:pt x="424" y="609"/>
                  </a:lnTo>
                  <a:lnTo>
                    <a:pt x="418" y="609"/>
                  </a:lnTo>
                  <a:lnTo>
                    <a:pt x="415" y="612"/>
                  </a:lnTo>
                  <a:lnTo>
                    <a:pt x="413" y="616"/>
                  </a:lnTo>
                  <a:lnTo>
                    <a:pt x="410" y="620"/>
                  </a:lnTo>
                  <a:lnTo>
                    <a:pt x="406" y="623"/>
                  </a:lnTo>
                  <a:lnTo>
                    <a:pt x="401" y="625"/>
                  </a:lnTo>
                  <a:lnTo>
                    <a:pt x="396" y="628"/>
                  </a:lnTo>
                  <a:lnTo>
                    <a:pt x="391" y="631"/>
                  </a:lnTo>
                  <a:lnTo>
                    <a:pt x="385" y="632"/>
                  </a:lnTo>
                  <a:lnTo>
                    <a:pt x="379" y="630"/>
                  </a:lnTo>
                  <a:lnTo>
                    <a:pt x="374" y="626"/>
                  </a:lnTo>
                  <a:lnTo>
                    <a:pt x="368" y="624"/>
                  </a:lnTo>
                  <a:lnTo>
                    <a:pt x="362" y="624"/>
                  </a:lnTo>
                  <a:lnTo>
                    <a:pt x="356" y="624"/>
                  </a:lnTo>
                  <a:lnTo>
                    <a:pt x="350" y="621"/>
                  </a:lnTo>
                  <a:lnTo>
                    <a:pt x="347" y="615"/>
                  </a:lnTo>
                  <a:lnTo>
                    <a:pt x="347" y="608"/>
                  </a:lnTo>
                  <a:lnTo>
                    <a:pt x="346" y="602"/>
                  </a:lnTo>
                  <a:lnTo>
                    <a:pt x="342" y="599"/>
                  </a:lnTo>
                  <a:lnTo>
                    <a:pt x="335" y="598"/>
                  </a:lnTo>
                  <a:lnTo>
                    <a:pt x="328" y="596"/>
                  </a:lnTo>
                  <a:lnTo>
                    <a:pt x="323" y="593"/>
                  </a:lnTo>
                  <a:lnTo>
                    <a:pt x="320" y="588"/>
                  </a:lnTo>
                  <a:lnTo>
                    <a:pt x="319" y="582"/>
                  </a:lnTo>
                  <a:lnTo>
                    <a:pt x="319" y="577"/>
                  </a:lnTo>
                  <a:lnTo>
                    <a:pt x="319" y="571"/>
                  </a:lnTo>
                  <a:lnTo>
                    <a:pt x="323" y="566"/>
                  </a:lnTo>
                  <a:lnTo>
                    <a:pt x="330" y="562"/>
                  </a:lnTo>
                  <a:lnTo>
                    <a:pt x="336" y="558"/>
                  </a:lnTo>
                  <a:lnTo>
                    <a:pt x="338" y="554"/>
                  </a:lnTo>
                  <a:lnTo>
                    <a:pt x="337" y="549"/>
                  </a:lnTo>
                  <a:lnTo>
                    <a:pt x="336" y="542"/>
                  </a:lnTo>
                  <a:lnTo>
                    <a:pt x="339" y="537"/>
                  </a:lnTo>
                  <a:lnTo>
                    <a:pt x="345" y="535"/>
                  </a:lnTo>
                  <a:lnTo>
                    <a:pt x="351" y="533"/>
                  </a:lnTo>
                  <a:lnTo>
                    <a:pt x="355" y="530"/>
                  </a:lnTo>
                  <a:lnTo>
                    <a:pt x="357" y="525"/>
                  </a:lnTo>
                  <a:lnTo>
                    <a:pt x="360" y="518"/>
                  </a:lnTo>
                  <a:lnTo>
                    <a:pt x="364" y="513"/>
                  </a:lnTo>
                  <a:lnTo>
                    <a:pt x="370" y="513"/>
                  </a:lnTo>
                  <a:lnTo>
                    <a:pt x="376" y="514"/>
                  </a:lnTo>
                  <a:lnTo>
                    <a:pt x="381" y="515"/>
                  </a:lnTo>
                  <a:lnTo>
                    <a:pt x="386" y="517"/>
                  </a:lnTo>
                  <a:lnTo>
                    <a:pt x="390" y="519"/>
                  </a:lnTo>
                  <a:lnTo>
                    <a:pt x="394" y="522"/>
                  </a:lnTo>
                  <a:lnTo>
                    <a:pt x="397" y="526"/>
                  </a:lnTo>
                  <a:lnTo>
                    <a:pt x="400" y="526"/>
                  </a:lnTo>
                  <a:lnTo>
                    <a:pt x="406" y="523"/>
                  </a:lnTo>
                  <a:lnTo>
                    <a:pt x="413" y="519"/>
                  </a:lnTo>
                  <a:lnTo>
                    <a:pt x="419" y="518"/>
                  </a:lnTo>
                  <a:lnTo>
                    <a:pt x="423" y="521"/>
                  </a:lnTo>
                  <a:lnTo>
                    <a:pt x="423" y="528"/>
                  </a:lnTo>
                  <a:lnTo>
                    <a:pt x="424" y="535"/>
                  </a:lnTo>
                  <a:lnTo>
                    <a:pt x="425" y="539"/>
                  </a:lnTo>
                  <a:lnTo>
                    <a:pt x="429" y="543"/>
                  </a:lnTo>
                  <a:lnTo>
                    <a:pt x="432" y="547"/>
                  </a:lnTo>
                  <a:lnTo>
                    <a:pt x="433" y="552"/>
                  </a:lnTo>
                  <a:lnTo>
                    <a:pt x="432" y="557"/>
                  </a:lnTo>
                  <a:lnTo>
                    <a:pt x="431" y="562"/>
                  </a:lnTo>
                  <a:lnTo>
                    <a:pt x="433" y="567"/>
                  </a:lnTo>
                  <a:close/>
                </a:path>
              </a:pathLst>
            </a:custGeom>
            <a:solidFill>
              <a:srgbClr val="59A3CD">
                <a:alpha val="32000"/>
              </a:srgbClr>
            </a:solidFill>
            <a:ln>
              <a:noFill/>
            </a:ln>
          </p:spPr>
          <p:txBody>
            <a:bodyPr anchor="ctr"/>
            <a:lstStyle/>
            <a:p>
              <a:pPr algn="ctr">
                <a:buNone/>
              </a:pPr>
            </a:p>
          </p:txBody>
        </p:sp>
        <p:sp>
          <p:nvSpPr>
            <p:cNvPr id="730" name="addition:spatial:112"/>
            <p:cNvSpPr>
              <a:spLocks noGrp="1"/>
            </p:cNvSpPr>
            <p:nvPr/>
          </p:nvSpPr>
          <p:spPr>
            <a:xfrm>
              <a:off x="5648325" y="1666875"/>
              <a:ext cx="563499" cy="1145240"/>
            </a:xfrm>
            <a:custGeom>
              <a:avLst/>
              <a:gdLst/>
              <a:ahLst/>
              <a:cxnLst/>
              <a:rect l="l" t="t" r="r" b="b"/>
              <a:pathLst>
                <a:path w="425" h="677">
                  <a:moveTo>
                    <a:pt x="0" y="0"/>
                  </a:moveTo>
                  <a:moveTo>
                    <a:pt x="422" y="619"/>
                  </a:moveTo>
                  <a:lnTo>
                    <a:pt x="417" y="624"/>
                  </a:lnTo>
                  <a:lnTo>
                    <a:pt x="409" y="628"/>
                  </a:lnTo>
                  <a:lnTo>
                    <a:pt x="401" y="632"/>
                  </a:lnTo>
                  <a:lnTo>
                    <a:pt x="398" y="635"/>
                  </a:lnTo>
                  <a:lnTo>
                    <a:pt x="399" y="641"/>
                  </a:lnTo>
                  <a:lnTo>
                    <a:pt x="402" y="648"/>
                  </a:lnTo>
                  <a:lnTo>
                    <a:pt x="403" y="656"/>
                  </a:lnTo>
                  <a:lnTo>
                    <a:pt x="399" y="660"/>
                  </a:lnTo>
                  <a:lnTo>
                    <a:pt x="391" y="662"/>
                  </a:lnTo>
                  <a:lnTo>
                    <a:pt x="384" y="663"/>
                  </a:lnTo>
                  <a:lnTo>
                    <a:pt x="380" y="667"/>
                  </a:lnTo>
                  <a:lnTo>
                    <a:pt x="376" y="672"/>
                  </a:lnTo>
                  <a:lnTo>
                    <a:pt x="372" y="676"/>
                  </a:lnTo>
                  <a:lnTo>
                    <a:pt x="365" y="677"/>
                  </a:lnTo>
                  <a:lnTo>
                    <a:pt x="359" y="675"/>
                  </a:lnTo>
                  <a:lnTo>
                    <a:pt x="353" y="674"/>
                  </a:lnTo>
                  <a:lnTo>
                    <a:pt x="348" y="673"/>
                  </a:lnTo>
                  <a:lnTo>
                    <a:pt x="343" y="673"/>
                  </a:lnTo>
                  <a:lnTo>
                    <a:pt x="339" y="671"/>
                  </a:lnTo>
                  <a:lnTo>
                    <a:pt x="335" y="668"/>
                  </a:lnTo>
                  <a:lnTo>
                    <a:pt x="331" y="667"/>
                  </a:lnTo>
                  <a:lnTo>
                    <a:pt x="325" y="669"/>
                  </a:lnTo>
                  <a:lnTo>
                    <a:pt x="316" y="673"/>
                  </a:lnTo>
                  <a:lnTo>
                    <a:pt x="307" y="675"/>
                  </a:lnTo>
                  <a:lnTo>
                    <a:pt x="301" y="672"/>
                  </a:lnTo>
                  <a:lnTo>
                    <a:pt x="300" y="665"/>
                  </a:lnTo>
                  <a:lnTo>
                    <a:pt x="301" y="657"/>
                  </a:lnTo>
                  <a:lnTo>
                    <a:pt x="301" y="650"/>
                  </a:lnTo>
                  <a:lnTo>
                    <a:pt x="299" y="646"/>
                  </a:lnTo>
                  <a:lnTo>
                    <a:pt x="295" y="642"/>
                  </a:lnTo>
                  <a:lnTo>
                    <a:pt x="291" y="638"/>
                  </a:lnTo>
                  <a:lnTo>
                    <a:pt x="290" y="633"/>
                  </a:lnTo>
                  <a:lnTo>
                    <a:pt x="289" y="628"/>
                  </a:lnTo>
                  <a:lnTo>
                    <a:pt x="285" y="624"/>
                  </a:lnTo>
                  <a:lnTo>
                    <a:pt x="280" y="619"/>
                  </a:lnTo>
                  <a:lnTo>
                    <a:pt x="278" y="614"/>
                  </a:lnTo>
                  <a:lnTo>
                    <a:pt x="278" y="609"/>
                  </a:lnTo>
                  <a:lnTo>
                    <a:pt x="281" y="604"/>
                  </a:lnTo>
                  <a:lnTo>
                    <a:pt x="282" y="599"/>
                  </a:lnTo>
                  <a:lnTo>
                    <a:pt x="280" y="593"/>
                  </a:lnTo>
                  <a:lnTo>
                    <a:pt x="278" y="586"/>
                  </a:lnTo>
                  <a:lnTo>
                    <a:pt x="280" y="581"/>
                  </a:lnTo>
                  <a:lnTo>
                    <a:pt x="288" y="579"/>
                  </a:lnTo>
                  <a:lnTo>
                    <a:pt x="298" y="580"/>
                  </a:lnTo>
                  <a:lnTo>
                    <a:pt x="306" y="581"/>
                  </a:lnTo>
                  <a:lnTo>
                    <a:pt x="311" y="580"/>
                  </a:lnTo>
                  <a:lnTo>
                    <a:pt x="314" y="575"/>
                  </a:lnTo>
                  <a:lnTo>
                    <a:pt x="317" y="569"/>
                  </a:lnTo>
                  <a:lnTo>
                    <a:pt x="322" y="564"/>
                  </a:lnTo>
                  <a:lnTo>
                    <a:pt x="328" y="561"/>
                  </a:lnTo>
                  <a:lnTo>
                    <a:pt x="335" y="559"/>
                  </a:lnTo>
                  <a:lnTo>
                    <a:pt x="342" y="556"/>
                  </a:lnTo>
                  <a:lnTo>
                    <a:pt x="350" y="555"/>
                  </a:lnTo>
                  <a:lnTo>
                    <a:pt x="357" y="557"/>
                  </a:lnTo>
                  <a:lnTo>
                    <a:pt x="364" y="563"/>
                  </a:lnTo>
                  <a:lnTo>
                    <a:pt x="369" y="568"/>
                  </a:lnTo>
                  <a:lnTo>
                    <a:pt x="375" y="571"/>
                  </a:lnTo>
                  <a:lnTo>
                    <a:pt x="382" y="570"/>
                  </a:lnTo>
                  <a:lnTo>
                    <a:pt x="390" y="570"/>
                  </a:lnTo>
                  <a:lnTo>
                    <a:pt x="395" y="574"/>
                  </a:lnTo>
                  <a:lnTo>
                    <a:pt x="397" y="580"/>
                  </a:lnTo>
                  <a:lnTo>
                    <a:pt x="398" y="586"/>
                  </a:lnTo>
                  <a:lnTo>
                    <a:pt x="402" y="589"/>
                  </a:lnTo>
                  <a:lnTo>
                    <a:pt x="408" y="591"/>
                  </a:lnTo>
                  <a:lnTo>
                    <a:pt x="417" y="593"/>
                  </a:lnTo>
                  <a:lnTo>
                    <a:pt x="423" y="597"/>
                  </a:lnTo>
                  <a:lnTo>
                    <a:pt x="425" y="602"/>
                  </a:lnTo>
                  <a:lnTo>
                    <a:pt x="425" y="608"/>
                  </a:lnTo>
                  <a:lnTo>
                    <a:pt x="424" y="613"/>
                  </a:lnTo>
                  <a:close/>
                </a:path>
              </a:pathLst>
            </a:custGeom>
            <a:solidFill>
              <a:srgbClr val="59A3CD">
                <a:alpha val="32000"/>
              </a:srgbClr>
            </a:solidFill>
            <a:ln>
              <a:noFill/>
            </a:ln>
          </p:spPr>
          <p:txBody>
            <a:bodyPr anchor="ctr"/>
            <a:lstStyle/>
            <a:p>
              <a:pPr algn="ctr">
                <a:buNone/>
              </a:pPr>
            </a:p>
          </p:txBody>
        </p:sp>
        <p:sp>
          <p:nvSpPr>
            <p:cNvPr id="731" name="addition:spatial:113"/>
            <p:cNvSpPr>
              <a:spLocks noGrp="1"/>
            </p:cNvSpPr>
            <p:nvPr/>
          </p:nvSpPr>
          <p:spPr>
            <a:xfrm>
              <a:off x="5648325" y="1666875"/>
              <a:ext cx="465384" cy="1155390"/>
            </a:xfrm>
            <a:custGeom>
              <a:avLst/>
              <a:gdLst/>
              <a:ahLst/>
              <a:cxnLst/>
              <a:rect l="l" t="t" r="r" b="b"/>
              <a:pathLst>
                <a:path w="351" h="683">
                  <a:moveTo>
                    <a:pt x="0" y="0"/>
                  </a:moveTo>
                  <a:moveTo>
                    <a:pt x="351" y="624"/>
                  </a:moveTo>
                  <a:lnTo>
                    <a:pt x="350" y="630"/>
                  </a:lnTo>
                  <a:lnTo>
                    <a:pt x="345" y="635"/>
                  </a:lnTo>
                  <a:lnTo>
                    <a:pt x="339" y="639"/>
                  </a:lnTo>
                  <a:lnTo>
                    <a:pt x="334" y="643"/>
                  </a:lnTo>
                  <a:lnTo>
                    <a:pt x="331" y="647"/>
                  </a:lnTo>
                  <a:lnTo>
                    <a:pt x="328" y="651"/>
                  </a:lnTo>
                  <a:lnTo>
                    <a:pt x="323" y="654"/>
                  </a:lnTo>
                  <a:lnTo>
                    <a:pt x="320" y="657"/>
                  </a:lnTo>
                  <a:lnTo>
                    <a:pt x="318" y="663"/>
                  </a:lnTo>
                  <a:lnTo>
                    <a:pt x="317" y="670"/>
                  </a:lnTo>
                  <a:lnTo>
                    <a:pt x="316" y="679"/>
                  </a:lnTo>
                  <a:lnTo>
                    <a:pt x="311" y="683"/>
                  </a:lnTo>
                  <a:lnTo>
                    <a:pt x="304" y="683"/>
                  </a:lnTo>
                  <a:lnTo>
                    <a:pt x="296" y="678"/>
                  </a:lnTo>
                  <a:lnTo>
                    <a:pt x="290" y="675"/>
                  </a:lnTo>
                  <a:lnTo>
                    <a:pt x="285" y="675"/>
                  </a:lnTo>
                  <a:lnTo>
                    <a:pt x="281" y="677"/>
                  </a:lnTo>
                  <a:lnTo>
                    <a:pt x="277" y="679"/>
                  </a:lnTo>
                  <a:lnTo>
                    <a:pt x="272" y="678"/>
                  </a:lnTo>
                  <a:lnTo>
                    <a:pt x="268" y="676"/>
                  </a:lnTo>
                  <a:lnTo>
                    <a:pt x="264" y="674"/>
                  </a:lnTo>
                  <a:lnTo>
                    <a:pt x="260" y="674"/>
                  </a:lnTo>
                  <a:lnTo>
                    <a:pt x="255" y="674"/>
                  </a:lnTo>
                  <a:lnTo>
                    <a:pt x="250" y="672"/>
                  </a:lnTo>
                  <a:lnTo>
                    <a:pt x="247" y="669"/>
                  </a:lnTo>
                  <a:lnTo>
                    <a:pt x="244" y="665"/>
                  </a:lnTo>
                  <a:lnTo>
                    <a:pt x="239" y="663"/>
                  </a:lnTo>
                  <a:lnTo>
                    <a:pt x="233" y="661"/>
                  </a:lnTo>
                  <a:lnTo>
                    <a:pt x="229" y="657"/>
                  </a:lnTo>
                  <a:lnTo>
                    <a:pt x="230" y="651"/>
                  </a:lnTo>
                  <a:lnTo>
                    <a:pt x="234" y="643"/>
                  </a:lnTo>
                  <a:lnTo>
                    <a:pt x="239" y="637"/>
                  </a:lnTo>
                  <a:lnTo>
                    <a:pt x="240" y="632"/>
                  </a:lnTo>
                  <a:lnTo>
                    <a:pt x="235" y="629"/>
                  </a:lnTo>
                  <a:lnTo>
                    <a:pt x="229" y="624"/>
                  </a:lnTo>
                  <a:lnTo>
                    <a:pt x="224" y="619"/>
                  </a:lnTo>
                  <a:lnTo>
                    <a:pt x="223" y="614"/>
                  </a:lnTo>
                  <a:lnTo>
                    <a:pt x="223" y="609"/>
                  </a:lnTo>
                  <a:lnTo>
                    <a:pt x="223" y="603"/>
                  </a:lnTo>
                  <a:lnTo>
                    <a:pt x="223" y="598"/>
                  </a:lnTo>
                  <a:lnTo>
                    <a:pt x="226" y="593"/>
                  </a:lnTo>
                  <a:lnTo>
                    <a:pt x="231" y="591"/>
                  </a:lnTo>
                  <a:lnTo>
                    <a:pt x="237" y="589"/>
                  </a:lnTo>
                  <a:lnTo>
                    <a:pt x="241" y="587"/>
                  </a:lnTo>
                  <a:lnTo>
                    <a:pt x="243" y="582"/>
                  </a:lnTo>
                  <a:lnTo>
                    <a:pt x="245" y="577"/>
                  </a:lnTo>
                  <a:lnTo>
                    <a:pt x="249" y="574"/>
                  </a:lnTo>
                  <a:lnTo>
                    <a:pt x="255" y="575"/>
                  </a:lnTo>
                  <a:lnTo>
                    <a:pt x="262" y="578"/>
                  </a:lnTo>
                  <a:lnTo>
                    <a:pt x="267" y="578"/>
                  </a:lnTo>
                  <a:lnTo>
                    <a:pt x="271" y="573"/>
                  </a:lnTo>
                  <a:lnTo>
                    <a:pt x="276" y="567"/>
                  </a:lnTo>
                  <a:lnTo>
                    <a:pt x="282" y="562"/>
                  </a:lnTo>
                  <a:lnTo>
                    <a:pt x="289" y="561"/>
                  </a:lnTo>
                  <a:lnTo>
                    <a:pt x="295" y="564"/>
                  </a:lnTo>
                  <a:lnTo>
                    <a:pt x="301" y="568"/>
                  </a:lnTo>
                  <a:lnTo>
                    <a:pt x="307" y="571"/>
                  </a:lnTo>
                  <a:lnTo>
                    <a:pt x="311" y="575"/>
                  </a:lnTo>
                  <a:lnTo>
                    <a:pt x="315" y="581"/>
                  </a:lnTo>
                  <a:lnTo>
                    <a:pt x="317" y="587"/>
                  </a:lnTo>
                  <a:lnTo>
                    <a:pt x="320" y="591"/>
                  </a:lnTo>
                  <a:lnTo>
                    <a:pt x="326" y="592"/>
                  </a:lnTo>
                  <a:lnTo>
                    <a:pt x="334" y="592"/>
                  </a:lnTo>
                  <a:lnTo>
                    <a:pt x="342" y="594"/>
                  </a:lnTo>
                  <a:lnTo>
                    <a:pt x="345" y="598"/>
                  </a:lnTo>
                  <a:lnTo>
                    <a:pt x="345" y="604"/>
                  </a:lnTo>
                  <a:lnTo>
                    <a:pt x="343" y="610"/>
                  </a:lnTo>
                  <a:lnTo>
                    <a:pt x="344" y="615"/>
                  </a:lnTo>
                  <a:lnTo>
                    <a:pt x="348" y="619"/>
                  </a:lnTo>
                  <a:close/>
                </a:path>
              </a:pathLst>
            </a:custGeom>
            <a:solidFill>
              <a:srgbClr val="59A3CD">
                <a:alpha val="32000"/>
              </a:srgbClr>
            </a:solidFill>
            <a:ln>
              <a:noFill/>
            </a:ln>
          </p:spPr>
          <p:txBody>
            <a:bodyPr anchor="ctr"/>
            <a:lstStyle/>
            <a:p>
              <a:pPr algn="ctr">
                <a:buNone/>
              </a:pPr>
            </a:p>
          </p:txBody>
        </p:sp>
        <p:sp>
          <p:nvSpPr>
            <p:cNvPr id="732" name="addition:spatial:114"/>
            <p:cNvSpPr>
              <a:spLocks noGrp="1"/>
            </p:cNvSpPr>
            <p:nvPr/>
          </p:nvSpPr>
          <p:spPr>
            <a:xfrm>
              <a:off x="5648325" y="1666875"/>
              <a:ext cx="365943" cy="1113099"/>
            </a:xfrm>
            <a:custGeom>
              <a:avLst/>
              <a:gdLst/>
              <a:ahLst/>
              <a:cxnLst/>
              <a:rect l="l" t="t" r="r" b="b"/>
              <a:pathLst>
                <a:path w="276" h="658">
                  <a:moveTo>
                    <a:pt x="0" y="0"/>
                  </a:moveTo>
                  <a:moveTo>
                    <a:pt x="275" y="604"/>
                  </a:moveTo>
                  <a:lnTo>
                    <a:pt x="274" y="608"/>
                  </a:lnTo>
                  <a:lnTo>
                    <a:pt x="271" y="612"/>
                  </a:lnTo>
                  <a:lnTo>
                    <a:pt x="269" y="615"/>
                  </a:lnTo>
                  <a:lnTo>
                    <a:pt x="271" y="620"/>
                  </a:lnTo>
                  <a:lnTo>
                    <a:pt x="275" y="626"/>
                  </a:lnTo>
                  <a:lnTo>
                    <a:pt x="276" y="632"/>
                  </a:lnTo>
                  <a:lnTo>
                    <a:pt x="275" y="636"/>
                  </a:lnTo>
                  <a:lnTo>
                    <a:pt x="270" y="638"/>
                  </a:lnTo>
                  <a:lnTo>
                    <a:pt x="266" y="640"/>
                  </a:lnTo>
                  <a:lnTo>
                    <a:pt x="262" y="641"/>
                  </a:lnTo>
                  <a:lnTo>
                    <a:pt x="258" y="642"/>
                  </a:lnTo>
                  <a:lnTo>
                    <a:pt x="254" y="642"/>
                  </a:lnTo>
                  <a:lnTo>
                    <a:pt x="250" y="642"/>
                  </a:lnTo>
                  <a:lnTo>
                    <a:pt x="247" y="642"/>
                  </a:lnTo>
                  <a:lnTo>
                    <a:pt x="244" y="646"/>
                  </a:lnTo>
                  <a:lnTo>
                    <a:pt x="241" y="652"/>
                  </a:lnTo>
                  <a:lnTo>
                    <a:pt x="237" y="657"/>
                  </a:lnTo>
                  <a:lnTo>
                    <a:pt x="232" y="658"/>
                  </a:lnTo>
                  <a:lnTo>
                    <a:pt x="227" y="655"/>
                  </a:lnTo>
                  <a:lnTo>
                    <a:pt x="223" y="651"/>
                  </a:lnTo>
                  <a:lnTo>
                    <a:pt x="219" y="648"/>
                  </a:lnTo>
                  <a:lnTo>
                    <a:pt x="213" y="648"/>
                  </a:lnTo>
                  <a:lnTo>
                    <a:pt x="208" y="648"/>
                  </a:lnTo>
                  <a:lnTo>
                    <a:pt x="203" y="646"/>
                  </a:lnTo>
                  <a:lnTo>
                    <a:pt x="201" y="641"/>
                  </a:lnTo>
                  <a:lnTo>
                    <a:pt x="199" y="636"/>
                  </a:lnTo>
                  <a:lnTo>
                    <a:pt x="197" y="632"/>
                  </a:lnTo>
                  <a:lnTo>
                    <a:pt x="193" y="630"/>
                  </a:lnTo>
                  <a:lnTo>
                    <a:pt x="190" y="627"/>
                  </a:lnTo>
                  <a:lnTo>
                    <a:pt x="187" y="623"/>
                  </a:lnTo>
                  <a:lnTo>
                    <a:pt x="185" y="620"/>
                  </a:lnTo>
                  <a:lnTo>
                    <a:pt x="182" y="617"/>
                  </a:lnTo>
                  <a:lnTo>
                    <a:pt x="176" y="613"/>
                  </a:lnTo>
                  <a:lnTo>
                    <a:pt x="172" y="609"/>
                  </a:lnTo>
                  <a:lnTo>
                    <a:pt x="170" y="604"/>
                  </a:lnTo>
                  <a:lnTo>
                    <a:pt x="175" y="599"/>
                  </a:lnTo>
                  <a:lnTo>
                    <a:pt x="182" y="596"/>
                  </a:lnTo>
                  <a:lnTo>
                    <a:pt x="188" y="593"/>
                  </a:lnTo>
                  <a:lnTo>
                    <a:pt x="190" y="590"/>
                  </a:lnTo>
                  <a:lnTo>
                    <a:pt x="190" y="585"/>
                  </a:lnTo>
                  <a:lnTo>
                    <a:pt x="191" y="580"/>
                  </a:lnTo>
                  <a:lnTo>
                    <a:pt x="193" y="577"/>
                  </a:lnTo>
                  <a:lnTo>
                    <a:pt x="197" y="574"/>
                  </a:lnTo>
                  <a:lnTo>
                    <a:pt x="200" y="571"/>
                  </a:lnTo>
                  <a:lnTo>
                    <a:pt x="203" y="567"/>
                  </a:lnTo>
                  <a:lnTo>
                    <a:pt x="206" y="562"/>
                  </a:lnTo>
                  <a:lnTo>
                    <a:pt x="210" y="560"/>
                  </a:lnTo>
                  <a:lnTo>
                    <a:pt x="215" y="559"/>
                  </a:lnTo>
                  <a:lnTo>
                    <a:pt x="219" y="558"/>
                  </a:lnTo>
                  <a:lnTo>
                    <a:pt x="223" y="556"/>
                  </a:lnTo>
                  <a:lnTo>
                    <a:pt x="228" y="553"/>
                  </a:lnTo>
                  <a:lnTo>
                    <a:pt x="232" y="552"/>
                  </a:lnTo>
                  <a:lnTo>
                    <a:pt x="236" y="554"/>
                  </a:lnTo>
                  <a:lnTo>
                    <a:pt x="240" y="560"/>
                  </a:lnTo>
                  <a:lnTo>
                    <a:pt x="242" y="566"/>
                  </a:lnTo>
                  <a:lnTo>
                    <a:pt x="245" y="567"/>
                  </a:lnTo>
                  <a:lnTo>
                    <a:pt x="249" y="565"/>
                  </a:lnTo>
                  <a:lnTo>
                    <a:pt x="254" y="562"/>
                  </a:lnTo>
                  <a:lnTo>
                    <a:pt x="259" y="561"/>
                  </a:lnTo>
                  <a:lnTo>
                    <a:pt x="263" y="563"/>
                  </a:lnTo>
                  <a:lnTo>
                    <a:pt x="265" y="567"/>
                  </a:lnTo>
                  <a:lnTo>
                    <a:pt x="268" y="570"/>
                  </a:lnTo>
                  <a:lnTo>
                    <a:pt x="270" y="574"/>
                  </a:lnTo>
                  <a:lnTo>
                    <a:pt x="271" y="578"/>
                  </a:lnTo>
                  <a:lnTo>
                    <a:pt x="270" y="583"/>
                  </a:lnTo>
                  <a:lnTo>
                    <a:pt x="268" y="589"/>
                  </a:lnTo>
                  <a:lnTo>
                    <a:pt x="268" y="593"/>
                  </a:lnTo>
                  <a:lnTo>
                    <a:pt x="270" y="596"/>
                  </a:lnTo>
                  <a:lnTo>
                    <a:pt x="274" y="600"/>
                  </a:lnTo>
                  <a:close/>
                </a:path>
              </a:pathLst>
            </a:custGeom>
            <a:solidFill>
              <a:srgbClr val="59A3CD">
                <a:alpha val="32000"/>
              </a:srgbClr>
            </a:solidFill>
            <a:ln>
              <a:noFill/>
            </a:ln>
          </p:spPr>
          <p:txBody>
            <a:bodyPr anchor="ctr"/>
            <a:lstStyle/>
            <a:p>
              <a:pPr algn="ctr">
                <a:buNone/>
              </a:pPr>
            </a:p>
          </p:txBody>
        </p:sp>
        <p:sp>
          <p:nvSpPr>
            <p:cNvPr id="733" name="addition:spatial:115"/>
            <p:cNvSpPr>
              <a:spLocks noGrp="1"/>
            </p:cNvSpPr>
            <p:nvPr/>
          </p:nvSpPr>
          <p:spPr>
            <a:xfrm>
              <a:off x="5648325" y="1666875"/>
              <a:ext cx="513116" cy="1130016"/>
            </a:xfrm>
            <a:custGeom>
              <a:avLst/>
              <a:gdLst/>
              <a:ahLst/>
              <a:cxnLst/>
              <a:rect l="l" t="t" r="r" b="b"/>
              <a:pathLst>
                <a:path w="387" h="668">
                  <a:moveTo>
                    <a:pt x="0" y="0"/>
                  </a:moveTo>
                  <a:moveTo>
                    <a:pt x="376" y="596"/>
                  </a:moveTo>
                  <a:lnTo>
                    <a:pt x="383" y="602"/>
                  </a:lnTo>
                  <a:lnTo>
                    <a:pt x="387" y="608"/>
                  </a:lnTo>
                  <a:lnTo>
                    <a:pt x="384" y="613"/>
                  </a:lnTo>
                  <a:lnTo>
                    <a:pt x="379" y="617"/>
                  </a:lnTo>
                  <a:lnTo>
                    <a:pt x="376" y="622"/>
                  </a:lnTo>
                  <a:lnTo>
                    <a:pt x="376" y="628"/>
                  </a:lnTo>
                  <a:lnTo>
                    <a:pt x="377" y="635"/>
                  </a:lnTo>
                  <a:lnTo>
                    <a:pt x="376" y="641"/>
                  </a:lnTo>
                  <a:lnTo>
                    <a:pt x="370" y="644"/>
                  </a:lnTo>
                  <a:lnTo>
                    <a:pt x="363" y="644"/>
                  </a:lnTo>
                  <a:lnTo>
                    <a:pt x="356" y="645"/>
                  </a:lnTo>
                  <a:lnTo>
                    <a:pt x="351" y="646"/>
                  </a:lnTo>
                  <a:lnTo>
                    <a:pt x="346" y="648"/>
                  </a:lnTo>
                  <a:lnTo>
                    <a:pt x="340" y="648"/>
                  </a:lnTo>
                  <a:lnTo>
                    <a:pt x="335" y="648"/>
                  </a:lnTo>
                  <a:lnTo>
                    <a:pt x="329" y="651"/>
                  </a:lnTo>
                  <a:lnTo>
                    <a:pt x="324" y="656"/>
                  </a:lnTo>
                  <a:lnTo>
                    <a:pt x="316" y="664"/>
                  </a:lnTo>
                  <a:lnTo>
                    <a:pt x="308" y="668"/>
                  </a:lnTo>
                  <a:lnTo>
                    <a:pt x="300" y="666"/>
                  </a:lnTo>
                  <a:lnTo>
                    <a:pt x="294" y="659"/>
                  </a:lnTo>
                  <a:lnTo>
                    <a:pt x="290" y="650"/>
                  </a:lnTo>
                  <a:lnTo>
                    <a:pt x="285" y="646"/>
                  </a:lnTo>
                  <a:lnTo>
                    <a:pt x="278" y="644"/>
                  </a:lnTo>
                  <a:lnTo>
                    <a:pt x="271" y="643"/>
                  </a:lnTo>
                  <a:lnTo>
                    <a:pt x="265" y="639"/>
                  </a:lnTo>
                  <a:lnTo>
                    <a:pt x="261" y="634"/>
                  </a:lnTo>
                  <a:lnTo>
                    <a:pt x="258" y="629"/>
                  </a:lnTo>
                  <a:lnTo>
                    <a:pt x="253" y="626"/>
                  </a:lnTo>
                  <a:lnTo>
                    <a:pt x="247" y="622"/>
                  </a:lnTo>
                  <a:lnTo>
                    <a:pt x="242" y="618"/>
                  </a:lnTo>
                  <a:lnTo>
                    <a:pt x="240" y="612"/>
                  </a:lnTo>
                  <a:lnTo>
                    <a:pt x="239" y="607"/>
                  </a:lnTo>
                  <a:lnTo>
                    <a:pt x="236" y="602"/>
                  </a:lnTo>
                  <a:lnTo>
                    <a:pt x="232" y="596"/>
                  </a:lnTo>
                  <a:lnTo>
                    <a:pt x="229" y="590"/>
                  </a:lnTo>
                  <a:lnTo>
                    <a:pt x="232" y="584"/>
                  </a:lnTo>
                  <a:lnTo>
                    <a:pt x="241" y="579"/>
                  </a:lnTo>
                  <a:lnTo>
                    <a:pt x="253" y="577"/>
                  </a:lnTo>
                  <a:lnTo>
                    <a:pt x="261" y="574"/>
                  </a:lnTo>
                  <a:lnTo>
                    <a:pt x="264" y="570"/>
                  </a:lnTo>
                  <a:lnTo>
                    <a:pt x="263" y="563"/>
                  </a:lnTo>
                  <a:lnTo>
                    <a:pt x="263" y="556"/>
                  </a:lnTo>
                  <a:lnTo>
                    <a:pt x="267" y="550"/>
                  </a:lnTo>
                  <a:lnTo>
                    <a:pt x="272" y="546"/>
                  </a:lnTo>
                  <a:lnTo>
                    <a:pt x="278" y="542"/>
                  </a:lnTo>
                  <a:lnTo>
                    <a:pt x="283" y="537"/>
                  </a:lnTo>
                  <a:lnTo>
                    <a:pt x="290" y="534"/>
                  </a:lnTo>
                  <a:lnTo>
                    <a:pt x="297" y="534"/>
                  </a:lnTo>
                  <a:lnTo>
                    <a:pt x="305" y="536"/>
                  </a:lnTo>
                  <a:lnTo>
                    <a:pt x="312" y="538"/>
                  </a:lnTo>
                  <a:lnTo>
                    <a:pt x="317" y="537"/>
                  </a:lnTo>
                  <a:lnTo>
                    <a:pt x="323" y="535"/>
                  </a:lnTo>
                  <a:lnTo>
                    <a:pt x="329" y="533"/>
                  </a:lnTo>
                  <a:lnTo>
                    <a:pt x="334" y="537"/>
                  </a:lnTo>
                  <a:lnTo>
                    <a:pt x="338" y="543"/>
                  </a:lnTo>
                  <a:lnTo>
                    <a:pt x="341" y="548"/>
                  </a:lnTo>
                  <a:lnTo>
                    <a:pt x="345" y="549"/>
                  </a:lnTo>
                  <a:lnTo>
                    <a:pt x="353" y="546"/>
                  </a:lnTo>
                  <a:lnTo>
                    <a:pt x="362" y="544"/>
                  </a:lnTo>
                  <a:lnTo>
                    <a:pt x="369" y="545"/>
                  </a:lnTo>
                  <a:lnTo>
                    <a:pt x="373" y="550"/>
                  </a:lnTo>
                  <a:lnTo>
                    <a:pt x="374" y="556"/>
                  </a:lnTo>
                  <a:lnTo>
                    <a:pt x="375" y="562"/>
                  </a:lnTo>
                  <a:lnTo>
                    <a:pt x="376" y="568"/>
                  </a:lnTo>
                  <a:lnTo>
                    <a:pt x="375" y="575"/>
                  </a:lnTo>
                  <a:lnTo>
                    <a:pt x="372" y="581"/>
                  </a:lnTo>
                  <a:lnTo>
                    <a:pt x="369" y="587"/>
                  </a:lnTo>
                  <a:lnTo>
                    <a:pt x="370" y="591"/>
                  </a:lnTo>
                  <a:close/>
                </a:path>
              </a:pathLst>
            </a:custGeom>
            <a:solidFill>
              <a:srgbClr val="59A3CD">
                <a:alpha val="32000"/>
              </a:srgbClr>
            </a:solidFill>
            <a:ln>
              <a:noFill/>
            </a:ln>
          </p:spPr>
          <p:txBody>
            <a:bodyPr anchor="ctr"/>
            <a:lstStyle/>
            <a:p>
              <a:pPr algn="ctr">
                <a:buNone/>
              </a:pPr>
            </a:p>
          </p:txBody>
        </p:sp>
        <p:sp>
          <p:nvSpPr>
            <p:cNvPr id="734" name="addition:spatial:116"/>
            <p:cNvSpPr>
              <a:spLocks noGrp="1"/>
            </p:cNvSpPr>
            <p:nvPr/>
          </p:nvSpPr>
          <p:spPr>
            <a:xfrm>
              <a:off x="5648325" y="1666875"/>
              <a:ext cx="550240" cy="1180765"/>
            </a:xfrm>
            <a:custGeom>
              <a:avLst/>
              <a:gdLst/>
              <a:ahLst/>
              <a:cxnLst/>
              <a:rect l="l" t="t" r="r" b="b"/>
              <a:pathLst>
                <a:path w="415" h="698">
                  <a:moveTo>
                    <a:pt x="0" y="0"/>
                  </a:moveTo>
                  <a:moveTo>
                    <a:pt x="413" y="585"/>
                  </a:moveTo>
                  <a:lnTo>
                    <a:pt x="415" y="594"/>
                  </a:lnTo>
                  <a:lnTo>
                    <a:pt x="409" y="603"/>
                  </a:lnTo>
                  <a:lnTo>
                    <a:pt x="400" y="610"/>
                  </a:lnTo>
                  <a:lnTo>
                    <a:pt x="396" y="617"/>
                  </a:lnTo>
                  <a:lnTo>
                    <a:pt x="400" y="627"/>
                  </a:lnTo>
                  <a:lnTo>
                    <a:pt x="405" y="640"/>
                  </a:lnTo>
                  <a:lnTo>
                    <a:pt x="407" y="652"/>
                  </a:lnTo>
                  <a:lnTo>
                    <a:pt x="402" y="660"/>
                  </a:lnTo>
                  <a:lnTo>
                    <a:pt x="393" y="665"/>
                  </a:lnTo>
                  <a:lnTo>
                    <a:pt x="384" y="668"/>
                  </a:lnTo>
                  <a:lnTo>
                    <a:pt x="375" y="671"/>
                  </a:lnTo>
                  <a:lnTo>
                    <a:pt x="366" y="672"/>
                  </a:lnTo>
                  <a:lnTo>
                    <a:pt x="356" y="670"/>
                  </a:lnTo>
                  <a:lnTo>
                    <a:pt x="346" y="666"/>
                  </a:lnTo>
                  <a:lnTo>
                    <a:pt x="339" y="666"/>
                  </a:lnTo>
                  <a:lnTo>
                    <a:pt x="333" y="674"/>
                  </a:lnTo>
                  <a:lnTo>
                    <a:pt x="325" y="686"/>
                  </a:lnTo>
                  <a:lnTo>
                    <a:pt x="315" y="696"/>
                  </a:lnTo>
                  <a:lnTo>
                    <a:pt x="304" y="698"/>
                  </a:lnTo>
                  <a:lnTo>
                    <a:pt x="294" y="690"/>
                  </a:lnTo>
                  <a:lnTo>
                    <a:pt x="286" y="681"/>
                  </a:lnTo>
                  <a:lnTo>
                    <a:pt x="277" y="677"/>
                  </a:lnTo>
                  <a:lnTo>
                    <a:pt x="265" y="676"/>
                  </a:lnTo>
                  <a:lnTo>
                    <a:pt x="253" y="674"/>
                  </a:lnTo>
                  <a:lnTo>
                    <a:pt x="244" y="668"/>
                  </a:lnTo>
                  <a:lnTo>
                    <a:pt x="239" y="658"/>
                  </a:lnTo>
                  <a:lnTo>
                    <a:pt x="235" y="648"/>
                  </a:lnTo>
                  <a:lnTo>
                    <a:pt x="229" y="640"/>
                  </a:lnTo>
                  <a:lnTo>
                    <a:pt x="222" y="633"/>
                  </a:lnTo>
                  <a:lnTo>
                    <a:pt x="216" y="626"/>
                  </a:lnTo>
                  <a:lnTo>
                    <a:pt x="213" y="618"/>
                  </a:lnTo>
                  <a:lnTo>
                    <a:pt x="209" y="610"/>
                  </a:lnTo>
                  <a:lnTo>
                    <a:pt x="200" y="602"/>
                  </a:lnTo>
                  <a:lnTo>
                    <a:pt x="187" y="595"/>
                  </a:lnTo>
                  <a:lnTo>
                    <a:pt x="175" y="585"/>
                  </a:lnTo>
                  <a:lnTo>
                    <a:pt x="172" y="574"/>
                  </a:lnTo>
                  <a:lnTo>
                    <a:pt x="182" y="565"/>
                  </a:lnTo>
                  <a:lnTo>
                    <a:pt x="198" y="558"/>
                  </a:lnTo>
                  <a:lnTo>
                    <a:pt x="212" y="553"/>
                  </a:lnTo>
                  <a:lnTo>
                    <a:pt x="218" y="546"/>
                  </a:lnTo>
                  <a:lnTo>
                    <a:pt x="220" y="538"/>
                  </a:lnTo>
                  <a:lnTo>
                    <a:pt x="223" y="529"/>
                  </a:lnTo>
                  <a:lnTo>
                    <a:pt x="230" y="522"/>
                  </a:lnTo>
                  <a:lnTo>
                    <a:pt x="238" y="516"/>
                  </a:lnTo>
                  <a:lnTo>
                    <a:pt x="246" y="509"/>
                  </a:lnTo>
                  <a:lnTo>
                    <a:pt x="252" y="500"/>
                  </a:lnTo>
                  <a:lnTo>
                    <a:pt x="260" y="491"/>
                  </a:lnTo>
                  <a:lnTo>
                    <a:pt x="271" y="487"/>
                  </a:lnTo>
                  <a:lnTo>
                    <a:pt x="283" y="487"/>
                  </a:lnTo>
                  <a:lnTo>
                    <a:pt x="294" y="486"/>
                  </a:lnTo>
                  <a:lnTo>
                    <a:pt x="304" y="482"/>
                  </a:lnTo>
                  <a:lnTo>
                    <a:pt x="315" y="475"/>
                  </a:lnTo>
                  <a:lnTo>
                    <a:pt x="326" y="473"/>
                  </a:lnTo>
                  <a:lnTo>
                    <a:pt x="336" y="480"/>
                  </a:lnTo>
                  <a:lnTo>
                    <a:pt x="343" y="493"/>
                  </a:lnTo>
                  <a:lnTo>
                    <a:pt x="348" y="505"/>
                  </a:lnTo>
                  <a:lnTo>
                    <a:pt x="354" y="510"/>
                  </a:lnTo>
                  <a:lnTo>
                    <a:pt x="364" y="507"/>
                  </a:lnTo>
                  <a:lnTo>
                    <a:pt x="376" y="503"/>
                  </a:lnTo>
                  <a:lnTo>
                    <a:pt x="387" y="503"/>
                  </a:lnTo>
                  <a:lnTo>
                    <a:pt x="396" y="507"/>
                  </a:lnTo>
                  <a:lnTo>
                    <a:pt x="402" y="513"/>
                  </a:lnTo>
                  <a:lnTo>
                    <a:pt x="409" y="520"/>
                  </a:lnTo>
                  <a:lnTo>
                    <a:pt x="414" y="528"/>
                  </a:lnTo>
                  <a:lnTo>
                    <a:pt x="415" y="538"/>
                  </a:lnTo>
                  <a:lnTo>
                    <a:pt x="410" y="550"/>
                  </a:lnTo>
                  <a:lnTo>
                    <a:pt x="403" y="560"/>
                  </a:lnTo>
                  <a:lnTo>
                    <a:pt x="401" y="569"/>
                  </a:lnTo>
                  <a:lnTo>
                    <a:pt x="406" y="577"/>
                  </a:lnTo>
                  <a:close/>
                </a:path>
              </a:pathLst>
            </a:custGeom>
            <a:solidFill>
              <a:srgbClr val="0675B4">
                <a:alpha val="37000"/>
              </a:srgbClr>
            </a:solidFill>
            <a:ln>
              <a:noFill/>
            </a:ln>
          </p:spPr>
          <p:txBody>
            <a:bodyPr anchor="ctr"/>
            <a:lstStyle/>
            <a:p>
              <a:pPr algn="ctr">
                <a:buNone/>
              </a:pPr>
            </a:p>
          </p:txBody>
        </p:sp>
        <p:sp>
          <p:nvSpPr>
            <p:cNvPr id="735" name="addition:spatial:117"/>
            <p:cNvSpPr>
              <a:spLocks noGrp="1"/>
            </p:cNvSpPr>
            <p:nvPr/>
          </p:nvSpPr>
          <p:spPr>
            <a:xfrm>
              <a:off x="5648325" y="1666875"/>
              <a:ext cx="424282" cy="1028517"/>
            </a:xfrm>
            <a:custGeom>
              <a:avLst/>
              <a:gdLst/>
              <a:ahLst/>
              <a:cxnLst/>
              <a:rect l="l" t="t" r="r" b="b"/>
              <a:pathLst>
                <a:path w="320" h="608">
                  <a:moveTo>
                    <a:pt x="0" y="0"/>
                  </a:moveTo>
                  <a:moveTo>
                    <a:pt x="314" y="561"/>
                  </a:moveTo>
                  <a:lnTo>
                    <a:pt x="315" y="565"/>
                  </a:lnTo>
                  <a:lnTo>
                    <a:pt x="315" y="569"/>
                  </a:lnTo>
                  <a:lnTo>
                    <a:pt x="313" y="573"/>
                  </a:lnTo>
                  <a:lnTo>
                    <a:pt x="308" y="575"/>
                  </a:lnTo>
                  <a:lnTo>
                    <a:pt x="303" y="577"/>
                  </a:lnTo>
                  <a:lnTo>
                    <a:pt x="302" y="580"/>
                  </a:lnTo>
                  <a:lnTo>
                    <a:pt x="303" y="586"/>
                  </a:lnTo>
                  <a:lnTo>
                    <a:pt x="304" y="592"/>
                  </a:lnTo>
                  <a:lnTo>
                    <a:pt x="304" y="598"/>
                  </a:lnTo>
                  <a:lnTo>
                    <a:pt x="300" y="601"/>
                  </a:lnTo>
                  <a:lnTo>
                    <a:pt x="296" y="602"/>
                  </a:lnTo>
                  <a:lnTo>
                    <a:pt x="292" y="602"/>
                  </a:lnTo>
                  <a:lnTo>
                    <a:pt x="288" y="603"/>
                  </a:lnTo>
                  <a:lnTo>
                    <a:pt x="284" y="603"/>
                  </a:lnTo>
                  <a:lnTo>
                    <a:pt x="280" y="601"/>
                  </a:lnTo>
                  <a:lnTo>
                    <a:pt x="277" y="599"/>
                  </a:lnTo>
                  <a:lnTo>
                    <a:pt x="274" y="599"/>
                  </a:lnTo>
                  <a:lnTo>
                    <a:pt x="271" y="601"/>
                  </a:lnTo>
                  <a:lnTo>
                    <a:pt x="267" y="605"/>
                  </a:lnTo>
                  <a:lnTo>
                    <a:pt x="263" y="608"/>
                  </a:lnTo>
                  <a:lnTo>
                    <a:pt x="260" y="606"/>
                  </a:lnTo>
                  <a:lnTo>
                    <a:pt x="257" y="602"/>
                  </a:lnTo>
                  <a:lnTo>
                    <a:pt x="255" y="599"/>
                  </a:lnTo>
                  <a:lnTo>
                    <a:pt x="251" y="598"/>
                  </a:lnTo>
                  <a:lnTo>
                    <a:pt x="246" y="598"/>
                  </a:lnTo>
                  <a:lnTo>
                    <a:pt x="241" y="597"/>
                  </a:lnTo>
                  <a:lnTo>
                    <a:pt x="239" y="593"/>
                  </a:lnTo>
                  <a:lnTo>
                    <a:pt x="238" y="588"/>
                  </a:lnTo>
                  <a:lnTo>
                    <a:pt x="239" y="583"/>
                  </a:lnTo>
                  <a:lnTo>
                    <a:pt x="238" y="578"/>
                  </a:lnTo>
                  <a:lnTo>
                    <a:pt x="236" y="575"/>
                  </a:lnTo>
                  <a:lnTo>
                    <a:pt x="235" y="571"/>
                  </a:lnTo>
                  <a:lnTo>
                    <a:pt x="234" y="568"/>
                  </a:lnTo>
                  <a:lnTo>
                    <a:pt x="232" y="564"/>
                  </a:lnTo>
                  <a:lnTo>
                    <a:pt x="228" y="561"/>
                  </a:lnTo>
                  <a:lnTo>
                    <a:pt x="223" y="556"/>
                  </a:lnTo>
                  <a:lnTo>
                    <a:pt x="219" y="551"/>
                  </a:lnTo>
                  <a:lnTo>
                    <a:pt x="219" y="546"/>
                  </a:lnTo>
                  <a:lnTo>
                    <a:pt x="224" y="543"/>
                  </a:lnTo>
                  <a:lnTo>
                    <a:pt x="230" y="541"/>
                  </a:lnTo>
                  <a:lnTo>
                    <a:pt x="234" y="539"/>
                  </a:lnTo>
                  <a:lnTo>
                    <a:pt x="235" y="536"/>
                  </a:lnTo>
                  <a:lnTo>
                    <a:pt x="236" y="532"/>
                  </a:lnTo>
                  <a:lnTo>
                    <a:pt x="238" y="528"/>
                  </a:lnTo>
                  <a:lnTo>
                    <a:pt x="242" y="527"/>
                  </a:lnTo>
                  <a:lnTo>
                    <a:pt x="246" y="526"/>
                  </a:lnTo>
                  <a:lnTo>
                    <a:pt x="250" y="524"/>
                  </a:lnTo>
                  <a:lnTo>
                    <a:pt x="253" y="521"/>
                  </a:lnTo>
                  <a:lnTo>
                    <a:pt x="256" y="517"/>
                  </a:lnTo>
                  <a:lnTo>
                    <a:pt x="261" y="516"/>
                  </a:lnTo>
                  <a:lnTo>
                    <a:pt x="265" y="515"/>
                  </a:lnTo>
                  <a:lnTo>
                    <a:pt x="270" y="514"/>
                  </a:lnTo>
                  <a:lnTo>
                    <a:pt x="275" y="512"/>
                  </a:lnTo>
                  <a:lnTo>
                    <a:pt x="280" y="510"/>
                  </a:lnTo>
                  <a:lnTo>
                    <a:pt x="285" y="511"/>
                  </a:lnTo>
                  <a:lnTo>
                    <a:pt x="289" y="516"/>
                  </a:lnTo>
                  <a:lnTo>
                    <a:pt x="291" y="523"/>
                  </a:lnTo>
                  <a:lnTo>
                    <a:pt x="292" y="528"/>
                  </a:lnTo>
                  <a:lnTo>
                    <a:pt x="295" y="530"/>
                  </a:lnTo>
                  <a:lnTo>
                    <a:pt x="300" y="529"/>
                  </a:lnTo>
                  <a:lnTo>
                    <a:pt x="306" y="529"/>
                  </a:lnTo>
                  <a:lnTo>
                    <a:pt x="310" y="530"/>
                  </a:lnTo>
                  <a:lnTo>
                    <a:pt x="313" y="533"/>
                  </a:lnTo>
                  <a:lnTo>
                    <a:pt x="315" y="536"/>
                  </a:lnTo>
                  <a:lnTo>
                    <a:pt x="317" y="540"/>
                  </a:lnTo>
                  <a:lnTo>
                    <a:pt x="319" y="543"/>
                  </a:lnTo>
                  <a:lnTo>
                    <a:pt x="320" y="548"/>
                  </a:lnTo>
                  <a:lnTo>
                    <a:pt x="317" y="552"/>
                  </a:lnTo>
                  <a:lnTo>
                    <a:pt x="315" y="557"/>
                  </a:lnTo>
                  <a:close/>
                </a:path>
              </a:pathLst>
            </a:custGeom>
            <a:solidFill>
              <a:srgbClr val="0072B2">
                <a:alpha val="36000"/>
              </a:srgbClr>
            </a:solidFill>
            <a:ln>
              <a:noFill/>
            </a:ln>
          </p:spPr>
          <p:txBody>
            <a:bodyPr anchor="ctr"/>
            <a:lstStyle/>
            <a:p>
              <a:pPr algn="ctr">
                <a:buNone/>
              </a:pPr>
            </a:p>
          </p:txBody>
        </p:sp>
        <p:sp>
          <p:nvSpPr>
            <p:cNvPr id="736" name="addition:spatial:118"/>
            <p:cNvSpPr>
              <a:spLocks noGrp="1"/>
            </p:cNvSpPr>
            <p:nvPr/>
          </p:nvSpPr>
          <p:spPr>
            <a:xfrm>
              <a:off x="5648325" y="1666875"/>
              <a:ext cx="495879" cy="987918"/>
            </a:xfrm>
            <a:custGeom>
              <a:avLst/>
              <a:gdLst/>
              <a:ahLst/>
              <a:cxnLst/>
              <a:rect l="l" t="t" r="r" b="b"/>
              <a:pathLst>
                <a:path w="374" h="584">
                  <a:moveTo>
                    <a:pt x="0" y="0"/>
                  </a:moveTo>
                  <a:moveTo>
                    <a:pt x="366" y="547"/>
                  </a:moveTo>
                  <a:lnTo>
                    <a:pt x="363" y="549"/>
                  </a:lnTo>
                  <a:lnTo>
                    <a:pt x="363" y="552"/>
                  </a:lnTo>
                  <a:lnTo>
                    <a:pt x="365" y="555"/>
                  </a:lnTo>
                  <a:lnTo>
                    <a:pt x="367" y="559"/>
                  </a:lnTo>
                  <a:lnTo>
                    <a:pt x="367" y="563"/>
                  </a:lnTo>
                  <a:lnTo>
                    <a:pt x="365" y="565"/>
                  </a:lnTo>
                  <a:lnTo>
                    <a:pt x="362" y="567"/>
                  </a:lnTo>
                  <a:lnTo>
                    <a:pt x="360" y="569"/>
                  </a:lnTo>
                  <a:lnTo>
                    <a:pt x="359" y="572"/>
                  </a:lnTo>
                  <a:lnTo>
                    <a:pt x="357" y="576"/>
                  </a:lnTo>
                  <a:lnTo>
                    <a:pt x="355" y="577"/>
                  </a:lnTo>
                  <a:lnTo>
                    <a:pt x="352" y="578"/>
                  </a:lnTo>
                  <a:lnTo>
                    <a:pt x="349" y="578"/>
                  </a:lnTo>
                  <a:lnTo>
                    <a:pt x="346" y="579"/>
                  </a:lnTo>
                  <a:lnTo>
                    <a:pt x="344" y="580"/>
                  </a:lnTo>
                  <a:lnTo>
                    <a:pt x="341" y="579"/>
                  </a:lnTo>
                  <a:lnTo>
                    <a:pt x="338" y="577"/>
                  </a:lnTo>
                  <a:lnTo>
                    <a:pt x="336" y="576"/>
                  </a:lnTo>
                  <a:lnTo>
                    <a:pt x="334" y="576"/>
                  </a:lnTo>
                  <a:lnTo>
                    <a:pt x="330" y="579"/>
                  </a:lnTo>
                  <a:lnTo>
                    <a:pt x="326" y="583"/>
                  </a:lnTo>
                  <a:lnTo>
                    <a:pt x="322" y="584"/>
                  </a:lnTo>
                  <a:lnTo>
                    <a:pt x="319" y="582"/>
                  </a:lnTo>
                  <a:lnTo>
                    <a:pt x="317" y="578"/>
                  </a:lnTo>
                  <a:lnTo>
                    <a:pt x="316" y="574"/>
                  </a:lnTo>
                  <a:lnTo>
                    <a:pt x="315" y="571"/>
                  </a:lnTo>
                  <a:lnTo>
                    <a:pt x="312" y="568"/>
                  </a:lnTo>
                  <a:lnTo>
                    <a:pt x="310" y="566"/>
                  </a:lnTo>
                  <a:lnTo>
                    <a:pt x="309" y="563"/>
                  </a:lnTo>
                  <a:lnTo>
                    <a:pt x="307" y="560"/>
                  </a:lnTo>
                  <a:lnTo>
                    <a:pt x="305" y="558"/>
                  </a:lnTo>
                  <a:lnTo>
                    <a:pt x="302" y="556"/>
                  </a:lnTo>
                  <a:lnTo>
                    <a:pt x="299" y="553"/>
                  </a:lnTo>
                  <a:lnTo>
                    <a:pt x="298" y="550"/>
                  </a:lnTo>
                  <a:lnTo>
                    <a:pt x="299" y="547"/>
                  </a:lnTo>
                  <a:lnTo>
                    <a:pt x="300" y="544"/>
                  </a:lnTo>
                  <a:lnTo>
                    <a:pt x="298" y="541"/>
                  </a:lnTo>
                  <a:lnTo>
                    <a:pt x="296" y="537"/>
                  </a:lnTo>
                  <a:lnTo>
                    <a:pt x="294" y="533"/>
                  </a:lnTo>
                  <a:lnTo>
                    <a:pt x="296" y="530"/>
                  </a:lnTo>
                  <a:lnTo>
                    <a:pt x="301" y="529"/>
                  </a:lnTo>
                  <a:lnTo>
                    <a:pt x="307" y="529"/>
                  </a:lnTo>
                  <a:lnTo>
                    <a:pt x="310" y="528"/>
                  </a:lnTo>
                  <a:lnTo>
                    <a:pt x="312" y="526"/>
                  </a:lnTo>
                  <a:lnTo>
                    <a:pt x="314" y="523"/>
                  </a:lnTo>
                  <a:lnTo>
                    <a:pt x="315" y="520"/>
                  </a:lnTo>
                  <a:lnTo>
                    <a:pt x="318" y="518"/>
                  </a:lnTo>
                  <a:lnTo>
                    <a:pt x="321" y="515"/>
                  </a:lnTo>
                  <a:lnTo>
                    <a:pt x="324" y="512"/>
                  </a:lnTo>
                  <a:lnTo>
                    <a:pt x="327" y="509"/>
                  </a:lnTo>
                  <a:lnTo>
                    <a:pt x="331" y="509"/>
                  </a:lnTo>
                  <a:lnTo>
                    <a:pt x="335" y="511"/>
                  </a:lnTo>
                  <a:lnTo>
                    <a:pt x="339" y="514"/>
                  </a:lnTo>
                  <a:lnTo>
                    <a:pt x="342" y="516"/>
                  </a:lnTo>
                  <a:lnTo>
                    <a:pt x="346" y="515"/>
                  </a:lnTo>
                  <a:lnTo>
                    <a:pt x="349" y="514"/>
                  </a:lnTo>
                  <a:lnTo>
                    <a:pt x="353" y="515"/>
                  </a:lnTo>
                  <a:lnTo>
                    <a:pt x="355" y="517"/>
                  </a:lnTo>
                  <a:lnTo>
                    <a:pt x="356" y="521"/>
                  </a:lnTo>
                  <a:lnTo>
                    <a:pt x="358" y="524"/>
                  </a:lnTo>
                  <a:lnTo>
                    <a:pt x="360" y="525"/>
                  </a:lnTo>
                  <a:lnTo>
                    <a:pt x="364" y="525"/>
                  </a:lnTo>
                  <a:lnTo>
                    <a:pt x="368" y="526"/>
                  </a:lnTo>
                  <a:lnTo>
                    <a:pt x="370" y="528"/>
                  </a:lnTo>
                  <a:lnTo>
                    <a:pt x="372" y="531"/>
                  </a:lnTo>
                  <a:lnTo>
                    <a:pt x="373" y="534"/>
                  </a:lnTo>
                  <a:lnTo>
                    <a:pt x="374" y="537"/>
                  </a:lnTo>
                  <a:lnTo>
                    <a:pt x="373" y="540"/>
                  </a:lnTo>
                  <a:lnTo>
                    <a:pt x="371" y="544"/>
                  </a:lnTo>
                  <a:close/>
                </a:path>
              </a:pathLst>
            </a:custGeom>
            <a:solidFill>
              <a:srgbClr val="0072B2">
                <a:alpha val="36000"/>
              </a:srgbClr>
            </a:solidFill>
            <a:ln>
              <a:noFill/>
            </a:ln>
          </p:spPr>
          <p:txBody>
            <a:bodyPr anchor="ctr"/>
            <a:lstStyle/>
            <a:p>
              <a:pPr algn="ctr">
                <a:buNone/>
              </a:pPr>
            </a:p>
          </p:txBody>
        </p:sp>
        <p:sp>
          <p:nvSpPr>
            <p:cNvPr id="737" name="addition:spatial:119"/>
            <p:cNvSpPr>
              <a:spLocks noGrp="1"/>
            </p:cNvSpPr>
            <p:nvPr/>
          </p:nvSpPr>
          <p:spPr>
            <a:xfrm>
              <a:off x="5648325" y="1666875"/>
              <a:ext cx="548914" cy="1113099"/>
            </a:xfrm>
            <a:custGeom>
              <a:avLst/>
              <a:gdLst/>
              <a:ahLst/>
              <a:cxnLst/>
              <a:rect l="l" t="t" r="r" b="b"/>
              <a:pathLst>
                <a:path w="414" h="658">
                  <a:moveTo>
                    <a:pt x="0" y="0"/>
                  </a:moveTo>
                  <a:moveTo>
                    <a:pt x="405" y="607"/>
                  </a:moveTo>
                  <a:lnTo>
                    <a:pt x="411" y="611"/>
                  </a:lnTo>
                  <a:lnTo>
                    <a:pt x="414" y="616"/>
                  </a:lnTo>
                  <a:lnTo>
                    <a:pt x="414" y="620"/>
                  </a:lnTo>
                  <a:lnTo>
                    <a:pt x="413" y="624"/>
                  </a:lnTo>
                  <a:lnTo>
                    <a:pt x="412" y="628"/>
                  </a:lnTo>
                  <a:lnTo>
                    <a:pt x="410" y="632"/>
                  </a:lnTo>
                  <a:lnTo>
                    <a:pt x="406" y="634"/>
                  </a:lnTo>
                  <a:lnTo>
                    <a:pt x="401" y="635"/>
                  </a:lnTo>
                  <a:lnTo>
                    <a:pt x="397" y="636"/>
                  </a:lnTo>
                  <a:lnTo>
                    <a:pt x="393" y="638"/>
                  </a:lnTo>
                  <a:lnTo>
                    <a:pt x="392" y="642"/>
                  </a:lnTo>
                  <a:lnTo>
                    <a:pt x="390" y="646"/>
                  </a:lnTo>
                  <a:lnTo>
                    <a:pt x="387" y="649"/>
                  </a:lnTo>
                  <a:lnTo>
                    <a:pt x="382" y="649"/>
                  </a:lnTo>
                  <a:lnTo>
                    <a:pt x="377" y="647"/>
                  </a:lnTo>
                  <a:lnTo>
                    <a:pt x="373" y="648"/>
                  </a:lnTo>
                  <a:lnTo>
                    <a:pt x="368" y="651"/>
                  </a:lnTo>
                  <a:lnTo>
                    <a:pt x="363" y="655"/>
                  </a:lnTo>
                  <a:lnTo>
                    <a:pt x="358" y="658"/>
                  </a:lnTo>
                  <a:lnTo>
                    <a:pt x="352" y="656"/>
                  </a:lnTo>
                  <a:lnTo>
                    <a:pt x="348" y="653"/>
                  </a:lnTo>
                  <a:lnTo>
                    <a:pt x="344" y="649"/>
                  </a:lnTo>
                  <a:lnTo>
                    <a:pt x="340" y="645"/>
                  </a:lnTo>
                  <a:lnTo>
                    <a:pt x="337" y="642"/>
                  </a:lnTo>
                  <a:lnTo>
                    <a:pt x="335" y="638"/>
                  </a:lnTo>
                  <a:lnTo>
                    <a:pt x="333" y="634"/>
                  </a:lnTo>
                  <a:lnTo>
                    <a:pt x="330" y="632"/>
                  </a:lnTo>
                  <a:lnTo>
                    <a:pt x="325" y="631"/>
                  </a:lnTo>
                  <a:lnTo>
                    <a:pt x="317" y="631"/>
                  </a:lnTo>
                  <a:lnTo>
                    <a:pt x="311" y="629"/>
                  </a:lnTo>
                  <a:lnTo>
                    <a:pt x="310" y="625"/>
                  </a:lnTo>
                  <a:lnTo>
                    <a:pt x="311" y="620"/>
                  </a:lnTo>
                  <a:lnTo>
                    <a:pt x="314" y="615"/>
                  </a:lnTo>
                  <a:lnTo>
                    <a:pt x="315" y="611"/>
                  </a:lnTo>
                  <a:lnTo>
                    <a:pt x="314" y="607"/>
                  </a:lnTo>
                  <a:lnTo>
                    <a:pt x="313" y="603"/>
                  </a:lnTo>
                  <a:lnTo>
                    <a:pt x="315" y="598"/>
                  </a:lnTo>
                  <a:lnTo>
                    <a:pt x="319" y="595"/>
                  </a:lnTo>
                  <a:lnTo>
                    <a:pt x="323" y="592"/>
                  </a:lnTo>
                  <a:lnTo>
                    <a:pt x="326" y="589"/>
                  </a:lnTo>
                  <a:lnTo>
                    <a:pt x="328" y="585"/>
                  </a:lnTo>
                  <a:lnTo>
                    <a:pt x="330" y="582"/>
                  </a:lnTo>
                  <a:lnTo>
                    <a:pt x="333" y="579"/>
                  </a:lnTo>
                  <a:lnTo>
                    <a:pt x="336" y="576"/>
                  </a:lnTo>
                  <a:lnTo>
                    <a:pt x="338" y="571"/>
                  </a:lnTo>
                  <a:lnTo>
                    <a:pt x="339" y="565"/>
                  </a:lnTo>
                  <a:lnTo>
                    <a:pt x="341" y="560"/>
                  </a:lnTo>
                  <a:lnTo>
                    <a:pt x="346" y="558"/>
                  </a:lnTo>
                  <a:lnTo>
                    <a:pt x="351" y="560"/>
                  </a:lnTo>
                  <a:lnTo>
                    <a:pt x="357" y="565"/>
                  </a:lnTo>
                  <a:lnTo>
                    <a:pt x="361" y="568"/>
                  </a:lnTo>
                  <a:lnTo>
                    <a:pt x="364" y="568"/>
                  </a:lnTo>
                  <a:lnTo>
                    <a:pt x="368" y="566"/>
                  </a:lnTo>
                  <a:lnTo>
                    <a:pt x="371" y="564"/>
                  </a:lnTo>
                  <a:lnTo>
                    <a:pt x="375" y="564"/>
                  </a:lnTo>
                  <a:lnTo>
                    <a:pt x="378" y="565"/>
                  </a:lnTo>
                  <a:lnTo>
                    <a:pt x="381" y="566"/>
                  </a:lnTo>
                  <a:lnTo>
                    <a:pt x="385" y="566"/>
                  </a:lnTo>
                  <a:lnTo>
                    <a:pt x="390" y="567"/>
                  </a:lnTo>
                  <a:lnTo>
                    <a:pt x="393" y="569"/>
                  </a:lnTo>
                  <a:lnTo>
                    <a:pt x="394" y="573"/>
                  </a:lnTo>
                  <a:lnTo>
                    <a:pt x="396" y="577"/>
                  </a:lnTo>
                  <a:lnTo>
                    <a:pt x="400" y="580"/>
                  </a:lnTo>
                  <a:lnTo>
                    <a:pt x="404" y="582"/>
                  </a:lnTo>
                  <a:lnTo>
                    <a:pt x="406" y="586"/>
                  </a:lnTo>
                  <a:lnTo>
                    <a:pt x="405" y="591"/>
                  </a:lnTo>
                  <a:lnTo>
                    <a:pt x="402" y="596"/>
                  </a:lnTo>
                  <a:lnTo>
                    <a:pt x="399" y="600"/>
                  </a:lnTo>
                  <a:lnTo>
                    <a:pt x="400" y="603"/>
                  </a:lnTo>
                  <a:close/>
                </a:path>
              </a:pathLst>
            </a:custGeom>
            <a:solidFill>
              <a:srgbClr val="0072B2">
                <a:alpha val="36000"/>
              </a:srgbClr>
            </a:solidFill>
            <a:ln>
              <a:noFill/>
            </a:ln>
          </p:spPr>
          <p:txBody>
            <a:bodyPr anchor="ctr"/>
            <a:lstStyle/>
            <a:p>
              <a:pPr algn="ctr">
                <a:buNone/>
              </a:pPr>
            </a:p>
          </p:txBody>
        </p:sp>
        <p:sp>
          <p:nvSpPr>
            <p:cNvPr id="738" name="addition:spatial:120"/>
            <p:cNvSpPr>
              <a:spLocks noGrp="1"/>
            </p:cNvSpPr>
            <p:nvPr/>
          </p:nvSpPr>
          <p:spPr>
            <a:xfrm>
              <a:off x="5648325" y="1666875"/>
              <a:ext cx="458754" cy="1136782"/>
            </a:xfrm>
            <a:custGeom>
              <a:avLst/>
              <a:gdLst/>
              <a:ahLst/>
              <a:cxnLst/>
              <a:rect l="l" t="t" r="r" b="b"/>
              <a:pathLst>
                <a:path w="346" h="672">
                  <a:moveTo>
                    <a:pt x="0" y="0"/>
                  </a:moveTo>
                  <a:moveTo>
                    <a:pt x="341" y="633"/>
                  </a:moveTo>
                  <a:lnTo>
                    <a:pt x="339" y="636"/>
                  </a:lnTo>
                  <a:lnTo>
                    <a:pt x="335" y="639"/>
                  </a:lnTo>
                  <a:lnTo>
                    <a:pt x="331" y="641"/>
                  </a:lnTo>
                  <a:lnTo>
                    <a:pt x="329" y="644"/>
                  </a:lnTo>
                  <a:lnTo>
                    <a:pt x="328" y="647"/>
                  </a:lnTo>
                  <a:lnTo>
                    <a:pt x="330" y="652"/>
                  </a:lnTo>
                  <a:lnTo>
                    <a:pt x="331" y="657"/>
                  </a:lnTo>
                  <a:lnTo>
                    <a:pt x="329" y="660"/>
                  </a:lnTo>
                  <a:lnTo>
                    <a:pt x="324" y="662"/>
                  </a:lnTo>
                  <a:lnTo>
                    <a:pt x="320" y="662"/>
                  </a:lnTo>
                  <a:lnTo>
                    <a:pt x="316" y="664"/>
                  </a:lnTo>
                  <a:lnTo>
                    <a:pt x="314" y="667"/>
                  </a:lnTo>
                  <a:lnTo>
                    <a:pt x="312" y="671"/>
                  </a:lnTo>
                  <a:lnTo>
                    <a:pt x="308" y="672"/>
                  </a:lnTo>
                  <a:lnTo>
                    <a:pt x="304" y="671"/>
                  </a:lnTo>
                  <a:lnTo>
                    <a:pt x="301" y="669"/>
                  </a:lnTo>
                  <a:lnTo>
                    <a:pt x="298" y="668"/>
                  </a:lnTo>
                  <a:lnTo>
                    <a:pt x="295" y="667"/>
                  </a:lnTo>
                  <a:lnTo>
                    <a:pt x="292" y="667"/>
                  </a:lnTo>
                  <a:lnTo>
                    <a:pt x="289" y="666"/>
                  </a:lnTo>
                  <a:lnTo>
                    <a:pt x="287" y="665"/>
                  </a:lnTo>
                  <a:lnTo>
                    <a:pt x="283" y="666"/>
                  </a:lnTo>
                  <a:lnTo>
                    <a:pt x="279" y="668"/>
                  </a:lnTo>
                  <a:lnTo>
                    <a:pt x="273" y="669"/>
                  </a:lnTo>
                  <a:lnTo>
                    <a:pt x="269" y="668"/>
                  </a:lnTo>
                  <a:lnTo>
                    <a:pt x="268" y="664"/>
                  </a:lnTo>
                  <a:lnTo>
                    <a:pt x="268" y="658"/>
                  </a:lnTo>
                  <a:lnTo>
                    <a:pt x="269" y="653"/>
                  </a:lnTo>
                  <a:lnTo>
                    <a:pt x="268" y="650"/>
                  </a:lnTo>
                  <a:lnTo>
                    <a:pt x="265" y="648"/>
                  </a:lnTo>
                  <a:lnTo>
                    <a:pt x="262" y="646"/>
                  </a:lnTo>
                  <a:lnTo>
                    <a:pt x="261" y="642"/>
                  </a:lnTo>
                  <a:lnTo>
                    <a:pt x="261" y="639"/>
                  </a:lnTo>
                  <a:lnTo>
                    <a:pt x="260" y="636"/>
                  </a:lnTo>
                  <a:lnTo>
                    <a:pt x="258" y="633"/>
                  </a:lnTo>
                  <a:lnTo>
                    <a:pt x="256" y="629"/>
                  </a:lnTo>
                  <a:lnTo>
                    <a:pt x="255" y="626"/>
                  </a:lnTo>
                  <a:lnTo>
                    <a:pt x="255" y="622"/>
                  </a:lnTo>
                  <a:lnTo>
                    <a:pt x="256" y="619"/>
                  </a:lnTo>
                  <a:lnTo>
                    <a:pt x="256" y="615"/>
                  </a:lnTo>
                  <a:lnTo>
                    <a:pt x="256" y="611"/>
                  </a:lnTo>
                  <a:lnTo>
                    <a:pt x="257" y="607"/>
                  </a:lnTo>
                  <a:lnTo>
                    <a:pt x="260" y="605"/>
                  </a:lnTo>
                  <a:lnTo>
                    <a:pt x="266" y="606"/>
                  </a:lnTo>
                  <a:lnTo>
                    <a:pt x="272" y="607"/>
                  </a:lnTo>
                  <a:lnTo>
                    <a:pt x="276" y="607"/>
                  </a:lnTo>
                  <a:lnTo>
                    <a:pt x="277" y="604"/>
                  </a:lnTo>
                  <a:lnTo>
                    <a:pt x="279" y="599"/>
                  </a:lnTo>
                  <a:lnTo>
                    <a:pt x="281" y="595"/>
                  </a:lnTo>
                  <a:lnTo>
                    <a:pt x="285" y="593"/>
                  </a:lnTo>
                  <a:lnTo>
                    <a:pt x="289" y="592"/>
                  </a:lnTo>
                  <a:lnTo>
                    <a:pt x="294" y="592"/>
                  </a:lnTo>
                  <a:lnTo>
                    <a:pt x="298" y="591"/>
                  </a:lnTo>
                  <a:lnTo>
                    <a:pt x="303" y="592"/>
                  </a:lnTo>
                  <a:lnTo>
                    <a:pt x="307" y="594"/>
                  </a:lnTo>
                  <a:lnTo>
                    <a:pt x="311" y="598"/>
                  </a:lnTo>
                  <a:lnTo>
                    <a:pt x="314" y="600"/>
                  </a:lnTo>
                  <a:lnTo>
                    <a:pt x="318" y="601"/>
                  </a:lnTo>
                  <a:lnTo>
                    <a:pt x="323" y="601"/>
                  </a:lnTo>
                  <a:lnTo>
                    <a:pt x="326" y="602"/>
                  </a:lnTo>
                  <a:lnTo>
                    <a:pt x="328" y="606"/>
                  </a:lnTo>
                  <a:lnTo>
                    <a:pt x="328" y="610"/>
                  </a:lnTo>
                  <a:lnTo>
                    <a:pt x="330" y="613"/>
                  </a:lnTo>
                  <a:lnTo>
                    <a:pt x="333" y="615"/>
                  </a:lnTo>
                  <a:lnTo>
                    <a:pt x="339" y="616"/>
                  </a:lnTo>
                  <a:lnTo>
                    <a:pt x="344" y="618"/>
                  </a:lnTo>
                  <a:lnTo>
                    <a:pt x="346" y="621"/>
                  </a:lnTo>
                  <a:lnTo>
                    <a:pt x="345" y="625"/>
                  </a:lnTo>
                  <a:lnTo>
                    <a:pt x="343" y="629"/>
                  </a:lnTo>
                  <a:close/>
                </a:path>
              </a:pathLst>
            </a:custGeom>
            <a:solidFill>
              <a:srgbClr val="0072B2">
                <a:alpha val="36000"/>
              </a:srgbClr>
            </a:solidFill>
            <a:ln>
              <a:noFill/>
            </a:ln>
          </p:spPr>
          <p:txBody>
            <a:bodyPr anchor="ctr"/>
            <a:lstStyle/>
            <a:p>
              <a:pPr algn="ctr">
                <a:buNone/>
              </a:pPr>
            </a:p>
          </p:txBody>
        </p:sp>
        <p:sp>
          <p:nvSpPr>
            <p:cNvPr id="739" name="addition:spatial:121"/>
            <p:cNvSpPr>
              <a:spLocks noGrp="1"/>
            </p:cNvSpPr>
            <p:nvPr/>
          </p:nvSpPr>
          <p:spPr>
            <a:xfrm>
              <a:off x="5648325" y="1666875"/>
              <a:ext cx="412349" cy="1021751"/>
            </a:xfrm>
            <a:custGeom>
              <a:avLst/>
              <a:gdLst/>
              <a:ahLst/>
              <a:cxnLst/>
              <a:rect l="l" t="t" r="r" b="b"/>
              <a:pathLst>
                <a:path w="311" h="604">
                  <a:moveTo>
                    <a:pt x="0" y="0"/>
                  </a:moveTo>
                  <a:moveTo>
                    <a:pt x="303" y="565"/>
                  </a:moveTo>
                  <a:lnTo>
                    <a:pt x="307" y="568"/>
                  </a:lnTo>
                  <a:lnTo>
                    <a:pt x="310" y="571"/>
                  </a:lnTo>
                  <a:lnTo>
                    <a:pt x="311" y="575"/>
                  </a:lnTo>
                  <a:lnTo>
                    <a:pt x="309" y="578"/>
                  </a:lnTo>
                  <a:lnTo>
                    <a:pt x="307" y="580"/>
                  </a:lnTo>
                  <a:lnTo>
                    <a:pt x="305" y="582"/>
                  </a:lnTo>
                  <a:lnTo>
                    <a:pt x="304" y="585"/>
                  </a:lnTo>
                  <a:lnTo>
                    <a:pt x="303" y="588"/>
                  </a:lnTo>
                  <a:lnTo>
                    <a:pt x="301" y="590"/>
                  </a:lnTo>
                  <a:lnTo>
                    <a:pt x="299" y="591"/>
                  </a:lnTo>
                  <a:lnTo>
                    <a:pt x="296" y="591"/>
                  </a:lnTo>
                  <a:lnTo>
                    <a:pt x="293" y="593"/>
                  </a:lnTo>
                  <a:lnTo>
                    <a:pt x="291" y="594"/>
                  </a:lnTo>
                  <a:lnTo>
                    <a:pt x="289" y="595"/>
                  </a:lnTo>
                  <a:lnTo>
                    <a:pt x="286" y="596"/>
                  </a:lnTo>
                  <a:lnTo>
                    <a:pt x="283" y="595"/>
                  </a:lnTo>
                  <a:lnTo>
                    <a:pt x="280" y="597"/>
                  </a:lnTo>
                  <a:lnTo>
                    <a:pt x="277" y="600"/>
                  </a:lnTo>
                  <a:lnTo>
                    <a:pt x="273" y="604"/>
                  </a:lnTo>
                  <a:lnTo>
                    <a:pt x="269" y="604"/>
                  </a:lnTo>
                  <a:lnTo>
                    <a:pt x="266" y="602"/>
                  </a:lnTo>
                  <a:lnTo>
                    <a:pt x="264" y="597"/>
                  </a:lnTo>
                  <a:lnTo>
                    <a:pt x="262" y="592"/>
                  </a:lnTo>
                  <a:lnTo>
                    <a:pt x="260" y="590"/>
                  </a:lnTo>
                  <a:lnTo>
                    <a:pt x="257" y="589"/>
                  </a:lnTo>
                  <a:lnTo>
                    <a:pt x="254" y="588"/>
                  </a:lnTo>
                  <a:lnTo>
                    <a:pt x="251" y="586"/>
                  </a:lnTo>
                  <a:lnTo>
                    <a:pt x="249" y="584"/>
                  </a:lnTo>
                  <a:lnTo>
                    <a:pt x="247" y="582"/>
                  </a:lnTo>
                  <a:lnTo>
                    <a:pt x="244" y="580"/>
                  </a:lnTo>
                  <a:lnTo>
                    <a:pt x="241" y="577"/>
                  </a:lnTo>
                  <a:lnTo>
                    <a:pt x="240" y="574"/>
                  </a:lnTo>
                  <a:lnTo>
                    <a:pt x="241" y="571"/>
                  </a:lnTo>
                  <a:lnTo>
                    <a:pt x="242" y="568"/>
                  </a:lnTo>
                  <a:lnTo>
                    <a:pt x="241" y="565"/>
                  </a:lnTo>
                  <a:lnTo>
                    <a:pt x="240" y="561"/>
                  </a:lnTo>
                  <a:lnTo>
                    <a:pt x="240" y="558"/>
                  </a:lnTo>
                  <a:lnTo>
                    <a:pt x="242" y="555"/>
                  </a:lnTo>
                  <a:lnTo>
                    <a:pt x="247" y="553"/>
                  </a:lnTo>
                  <a:lnTo>
                    <a:pt x="251" y="552"/>
                  </a:lnTo>
                  <a:lnTo>
                    <a:pt x="254" y="550"/>
                  </a:lnTo>
                  <a:lnTo>
                    <a:pt x="254" y="547"/>
                  </a:lnTo>
                  <a:lnTo>
                    <a:pt x="254" y="543"/>
                  </a:lnTo>
                  <a:lnTo>
                    <a:pt x="255" y="539"/>
                  </a:lnTo>
                  <a:lnTo>
                    <a:pt x="257" y="536"/>
                  </a:lnTo>
                  <a:lnTo>
                    <a:pt x="259" y="534"/>
                  </a:lnTo>
                  <a:lnTo>
                    <a:pt x="262" y="531"/>
                  </a:lnTo>
                  <a:lnTo>
                    <a:pt x="265" y="529"/>
                  </a:lnTo>
                  <a:lnTo>
                    <a:pt x="268" y="529"/>
                  </a:lnTo>
                  <a:lnTo>
                    <a:pt x="272" y="531"/>
                  </a:lnTo>
                  <a:lnTo>
                    <a:pt x="275" y="534"/>
                  </a:lnTo>
                  <a:lnTo>
                    <a:pt x="277" y="535"/>
                  </a:lnTo>
                  <a:lnTo>
                    <a:pt x="280" y="534"/>
                  </a:lnTo>
                  <a:lnTo>
                    <a:pt x="282" y="531"/>
                  </a:lnTo>
                  <a:lnTo>
                    <a:pt x="285" y="531"/>
                  </a:lnTo>
                  <a:lnTo>
                    <a:pt x="287" y="532"/>
                  </a:lnTo>
                  <a:lnTo>
                    <a:pt x="289" y="535"/>
                  </a:lnTo>
                  <a:lnTo>
                    <a:pt x="290" y="537"/>
                  </a:lnTo>
                  <a:lnTo>
                    <a:pt x="293" y="537"/>
                  </a:lnTo>
                  <a:lnTo>
                    <a:pt x="297" y="537"/>
                  </a:lnTo>
                  <a:lnTo>
                    <a:pt x="300" y="537"/>
                  </a:lnTo>
                  <a:lnTo>
                    <a:pt x="302" y="539"/>
                  </a:lnTo>
                  <a:lnTo>
                    <a:pt x="303" y="543"/>
                  </a:lnTo>
                  <a:lnTo>
                    <a:pt x="304" y="546"/>
                  </a:lnTo>
                  <a:lnTo>
                    <a:pt x="304" y="549"/>
                  </a:lnTo>
                  <a:lnTo>
                    <a:pt x="304" y="553"/>
                  </a:lnTo>
                  <a:lnTo>
                    <a:pt x="303" y="556"/>
                  </a:lnTo>
                  <a:lnTo>
                    <a:pt x="301" y="559"/>
                  </a:lnTo>
                  <a:lnTo>
                    <a:pt x="301" y="562"/>
                  </a:lnTo>
                  <a:close/>
                </a:path>
              </a:pathLst>
            </a:custGeom>
            <a:solidFill>
              <a:srgbClr val="0F7AB7">
                <a:alpha val="32000"/>
              </a:srgbClr>
            </a:solidFill>
            <a:ln>
              <a:noFill/>
            </a:ln>
          </p:spPr>
          <p:txBody>
            <a:bodyPr anchor="ctr"/>
            <a:lstStyle/>
            <a:p>
              <a:pPr algn="ctr">
                <a:buNone/>
              </a:pPr>
            </a:p>
          </p:txBody>
        </p:sp>
        <p:sp>
          <p:nvSpPr>
            <p:cNvPr id="740" name="addition:spatial:122"/>
            <p:cNvSpPr>
              <a:spLocks noGrp="1"/>
            </p:cNvSpPr>
            <p:nvPr/>
          </p:nvSpPr>
          <p:spPr>
            <a:xfrm>
              <a:off x="5648325" y="1666875"/>
              <a:ext cx="518419" cy="1094491"/>
            </a:xfrm>
            <a:custGeom>
              <a:avLst/>
              <a:gdLst/>
              <a:ahLst/>
              <a:cxnLst/>
              <a:rect l="l" t="t" r="r" b="b"/>
              <a:pathLst>
                <a:path w="391" h="647">
                  <a:moveTo>
                    <a:pt x="0" y="0"/>
                  </a:moveTo>
                  <a:moveTo>
                    <a:pt x="391" y="615"/>
                  </a:moveTo>
                  <a:lnTo>
                    <a:pt x="391" y="618"/>
                  </a:lnTo>
                  <a:lnTo>
                    <a:pt x="387" y="621"/>
                  </a:lnTo>
                  <a:lnTo>
                    <a:pt x="382" y="622"/>
                  </a:lnTo>
                  <a:lnTo>
                    <a:pt x="378" y="624"/>
                  </a:lnTo>
                  <a:lnTo>
                    <a:pt x="377" y="626"/>
                  </a:lnTo>
                  <a:lnTo>
                    <a:pt x="377" y="629"/>
                  </a:lnTo>
                  <a:lnTo>
                    <a:pt x="376" y="632"/>
                  </a:lnTo>
                  <a:lnTo>
                    <a:pt x="375" y="635"/>
                  </a:lnTo>
                  <a:lnTo>
                    <a:pt x="372" y="636"/>
                  </a:lnTo>
                  <a:lnTo>
                    <a:pt x="370" y="638"/>
                  </a:lnTo>
                  <a:lnTo>
                    <a:pt x="367" y="641"/>
                  </a:lnTo>
                  <a:lnTo>
                    <a:pt x="365" y="643"/>
                  </a:lnTo>
                  <a:lnTo>
                    <a:pt x="362" y="644"/>
                  </a:lnTo>
                  <a:lnTo>
                    <a:pt x="359" y="644"/>
                  </a:lnTo>
                  <a:lnTo>
                    <a:pt x="355" y="644"/>
                  </a:lnTo>
                  <a:lnTo>
                    <a:pt x="352" y="645"/>
                  </a:lnTo>
                  <a:lnTo>
                    <a:pt x="349" y="647"/>
                  </a:lnTo>
                  <a:lnTo>
                    <a:pt x="346" y="647"/>
                  </a:lnTo>
                  <a:lnTo>
                    <a:pt x="344" y="645"/>
                  </a:lnTo>
                  <a:lnTo>
                    <a:pt x="342" y="641"/>
                  </a:lnTo>
                  <a:lnTo>
                    <a:pt x="340" y="638"/>
                  </a:lnTo>
                  <a:lnTo>
                    <a:pt x="339" y="638"/>
                  </a:lnTo>
                  <a:lnTo>
                    <a:pt x="335" y="639"/>
                  </a:lnTo>
                  <a:lnTo>
                    <a:pt x="331" y="641"/>
                  </a:lnTo>
                  <a:lnTo>
                    <a:pt x="328" y="641"/>
                  </a:lnTo>
                  <a:lnTo>
                    <a:pt x="326" y="639"/>
                  </a:lnTo>
                  <a:lnTo>
                    <a:pt x="324" y="637"/>
                  </a:lnTo>
                  <a:lnTo>
                    <a:pt x="323" y="634"/>
                  </a:lnTo>
                  <a:lnTo>
                    <a:pt x="322" y="631"/>
                  </a:lnTo>
                  <a:lnTo>
                    <a:pt x="322" y="628"/>
                  </a:lnTo>
                  <a:lnTo>
                    <a:pt x="323" y="625"/>
                  </a:lnTo>
                  <a:lnTo>
                    <a:pt x="325" y="622"/>
                  </a:lnTo>
                  <a:lnTo>
                    <a:pt x="325" y="620"/>
                  </a:lnTo>
                  <a:lnTo>
                    <a:pt x="323" y="617"/>
                  </a:lnTo>
                  <a:lnTo>
                    <a:pt x="320" y="615"/>
                  </a:lnTo>
                  <a:lnTo>
                    <a:pt x="319" y="612"/>
                  </a:lnTo>
                  <a:lnTo>
                    <a:pt x="321" y="610"/>
                  </a:lnTo>
                  <a:lnTo>
                    <a:pt x="323" y="607"/>
                  </a:lnTo>
                  <a:lnTo>
                    <a:pt x="324" y="605"/>
                  </a:lnTo>
                  <a:lnTo>
                    <a:pt x="323" y="602"/>
                  </a:lnTo>
                  <a:lnTo>
                    <a:pt x="321" y="598"/>
                  </a:lnTo>
                  <a:lnTo>
                    <a:pt x="320" y="595"/>
                  </a:lnTo>
                  <a:lnTo>
                    <a:pt x="322" y="593"/>
                  </a:lnTo>
                  <a:lnTo>
                    <a:pt x="326" y="592"/>
                  </a:lnTo>
                  <a:lnTo>
                    <a:pt x="329" y="592"/>
                  </a:lnTo>
                  <a:lnTo>
                    <a:pt x="332" y="591"/>
                  </a:lnTo>
                  <a:lnTo>
                    <a:pt x="334" y="590"/>
                  </a:lnTo>
                  <a:lnTo>
                    <a:pt x="337" y="590"/>
                  </a:lnTo>
                  <a:lnTo>
                    <a:pt x="339" y="590"/>
                  </a:lnTo>
                  <a:lnTo>
                    <a:pt x="342" y="590"/>
                  </a:lnTo>
                  <a:lnTo>
                    <a:pt x="344" y="587"/>
                  </a:lnTo>
                  <a:lnTo>
                    <a:pt x="346" y="583"/>
                  </a:lnTo>
                  <a:lnTo>
                    <a:pt x="350" y="581"/>
                  </a:lnTo>
                  <a:lnTo>
                    <a:pt x="353" y="581"/>
                  </a:lnTo>
                  <a:lnTo>
                    <a:pt x="356" y="584"/>
                  </a:lnTo>
                  <a:lnTo>
                    <a:pt x="359" y="587"/>
                  </a:lnTo>
                  <a:lnTo>
                    <a:pt x="361" y="588"/>
                  </a:lnTo>
                  <a:lnTo>
                    <a:pt x="365" y="589"/>
                  </a:lnTo>
                  <a:lnTo>
                    <a:pt x="369" y="589"/>
                  </a:lnTo>
                  <a:lnTo>
                    <a:pt x="371" y="591"/>
                  </a:lnTo>
                  <a:lnTo>
                    <a:pt x="373" y="594"/>
                  </a:lnTo>
                  <a:lnTo>
                    <a:pt x="374" y="597"/>
                  </a:lnTo>
                  <a:lnTo>
                    <a:pt x="376" y="599"/>
                  </a:lnTo>
                  <a:lnTo>
                    <a:pt x="378" y="601"/>
                  </a:lnTo>
                  <a:lnTo>
                    <a:pt x="380" y="603"/>
                  </a:lnTo>
                  <a:lnTo>
                    <a:pt x="382" y="605"/>
                  </a:lnTo>
                  <a:lnTo>
                    <a:pt x="384" y="607"/>
                  </a:lnTo>
                  <a:lnTo>
                    <a:pt x="386" y="609"/>
                  </a:lnTo>
                  <a:lnTo>
                    <a:pt x="389" y="612"/>
                  </a:lnTo>
                  <a:close/>
                </a:path>
              </a:pathLst>
            </a:custGeom>
            <a:solidFill>
              <a:srgbClr val="0F7AB7">
                <a:alpha val="32000"/>
              </a:srgbClr>
            </a:solidFill>
            <a:ln>
              <a:noFill/>
            </a:ln>
          </p:spPr>
          <p:txBody>
            <a:bodyPr anchor="ctr"/>
            <a:lstStyle/>
            <a:p>
              <a:pPr algn="ctr">
                <a:buNone/>
              </a:pPr>
            </a:p>
          </p:txBody>
        </p:sp>
        <p:sp>
          <p:nvSpPr>
            <p:cNvPr id="741" name="addition:spatial:123"/>
            <p:cNvSpPr>
              <a:spLocks noGrp="1"/>
            </p:cNvSpPr>
            <p:nvPr/>
          </p:nvSpPr>
          <p:spPr>
            <a:xfrm>
              <a:off x="5648325" y="1666875"/>
              <a:ext cx="582061" cy="1052200"/>
            </a:xfrm>
            <a:custGeom>
              <a:avLst/>
              <a:gdLst/>
              <a:ahLst/>
              <a:cxnLst/>
              <a:rect l="l" t="t" r="r" b="b"/>
              <a:pathLst>
                <a:path w="439" h="622">
                  <a:moveTo>
                    <a:pt x="0" y="0"/>
                  </a:moveTo>
                  <a:moveTo>
                    <a:pt x="439" y="594"/>
                  </a:moveTo>
                  <a:lnTo>
                    <a:pt x="439" y="597"/>
                  </a:lnTo>
                  <a:lnTo>
                    <a:pt x="437" y="599"/>
                  </a:lnTo>
                  <a:lnTo>
                    <a:pt x="434" y="601"/>
                  </a:lnTo>
                  <a:lnTo>
                    <a:pt x="432" y="603"/>
                  </a:lnTo>
                  <a:lnTo>
                    <a:pt x="431" y="605"/>
                  </a:lnTo>
                  <a:lnTo>
                    <a:pt x="430" y="607"/>
                  </a:lnTo>
                  <a:lnTo>
                    <a:pt x="429" y="609"/>
                  </a:lnTo>
                  <a:lnTo>
                    <a:pt x="428" y="611"/>
                  </a:lnTo>
                  <a:lnTo>
                    <a:pt x="428" y="614"/>
                  </a:lnTo>
                  <a:lnTo>
                    <a:pt x="427" y="617"/>
                  </a:lnTo>
                  <a:lnTo>
                    <a:pt x="426" y="621"/>
                  </a:lnTo>
                  <a:lnTo>
                    <a:pt x="424" y="622"/>
                  </a:lnTo>
                  <a:lnTo>
                    <a:pt x="422" y="622"/>
                  </a:lnTo>
                  <a:lnTo>
                    <a:pt x="419" y="619"/>
                  </a:lnTo>
                  <a:lnTo>
                    <a:pt x="416" y="617"/>
                  </a:lnTo>
                  <a:lnTo>
                    <a:pt x="415" y="618"/>
                  </a:lnTo>
                  <a:lnTo>
                    <a:pt x="413" y="619"/>
                  </a:lnTo>
                  <a:lnTo>
                    <a:pt x="412" y="621"/>
                  </a:lnTo>
                  <a:lnTo>
                    <a:pt x="410" y="621"/>
                  </a:lnTo>
                  <a:lnTo>
                    <a:pt x="408" y="619"/>
                  </a:lnTo>
                  <a:lnTo>
                    <a:pt x="407" y="619"/>
                  </a:lnTo>
                  <a:lnTo>
                    <a:pt x="405" y="618"/>
                  </a:lnTo>
                  <a:lnTo>
                    <a:pt x="403" y="619"/>
                  </a:lnTo>
                  <a:lnTo>
                    <a:pt x="401" y="618"/>
                  </a:lnTo>
                  <a:lnTo>
                    <a:pt x="400" y="616"/>
                  </a:lnTo>
                  <a:lnTo>
                    <a:pt x="398" y="614"/>
                  </a:lnTo>
                  <a:lnTo>
                    <a:pt x="397" y="613"/>
                  </a:lnTo>
                  <a:lnTo>
                    <a:pt x="395" y="611"/>
                  </a:lnTo>
                  <a:lnTo>
                    <a:pt x="393" y="609"/>
                  </a:lnTo>
                  <a:lnTo>
                    <a:pt x="394" y="606"/>
                  </a:lnTo>
                  <a:lnTo>
                    <a:pt x="395" y="603"/>
                  </a:lnTo>
                  <a:lnTo>
                    <a:pt x="397" y="600"/>
                  </a:lnTo>
                  <a:lnTo>
                    <a:pt x="396" y="598"/>
                  </a:lnTo>
                  <a:lnTo>
                    <a:pt x="394" y="596"/>
                  </a:lnTo>
                  <a:lnTo>
                    <a:pt x="391" y="594"/>
                  </a:lnTo>
                  <a:lnTo>
                    <a:pt x="389" y="592"/>
                  </a:lnTo>
                  <a:lnTo>
                    <a:pt x="388" y="589"/>
                  </a:lnTo>
                  <a:lnTo>
                    <a:pt x="389" y="587"/>
                  </a:lnTo>
                  <a:lnTo>
                    <a:pt x="390" y="584"/>
                  </a:lnTo>
                  <a:lnTo>
                    <a:pt x="390" y="582"/>
                  </a:lnTo>
                  <a:lnTo>
                    <a:pt x="391" y="580"/>
                  </a:lnTo>
                  <a:lnTo>
                    <a:pt x="393" y="578"/>
                  </a:lnTo>
                  <a:lnTo>
                    <a:pt x="395" y="578"/>
                  </a:lnTo>
                  <a:lnTo>
                    <a:pt x="397" y="577"/>
                  </a:lnTo>
                  <a:lnTo>
                    <a:pt x="398" y="575"/>
                  </a:lnTo>
                  <a:lnTo>
                    <a:pt x="399" y="572"/>
                  </a:lnTo>
                  <a:lnTo>
                    <a:pt x="400" y="571"/>
                  </a:lnTo>
                  <a:lnTo>
                    <a:pt x="403" y="571"/>
                  </a:lnTo>
                  <a:lnTo>
                    <a:pt x="405" y="571"/>
                  </a:lnTo>
                  <a:lnTo>
                    <a:pt x="407" y="571"/>
                  </a:lnTo>
                  <a:lnTo>
                    <a:pt x="409" y="569"/>
                  </a:lnTo>
                  <a:lnTo>
                    <a:pt x="411" y="566"/>
                  </a:lnTo>
                  <a:lnTo>
                    <a:pt x="414" y="563"/>
                  </a:lnTo>
                  <a:lnTo>
                    <a:pt x="417" y="563"/>
                  </a:lnTo>
                  <a:lnTo>
                    <a:pt x="419" y="566"/>
                  </a:lnTo>
                  <a:lnTo>
                    <a:pt x="421" y="568"/>
                  </a:lnTo>
                  <a:lnTo>
                    <a:pt x="423" y="570"/>
                  </a:lnTo>
                  <a:lnTo>
                    <a:pt x="425" y="572"/>
                  </a:lnTo>
                  <a:lnTo>
                    <a:pt x="426" y="574"/>
                  </a:lnTo>
                  <a:lnTo>
                    <a:pt x="427" y="576"/>
                  </a:lnTo>
                  <a:lnTo>
                    <a:pt x="429" y="578"/>
                  </a:lnTo>
                  <a:lnTo>
                    <a:pt x="431" y="578"/>
                  </a:lnTo>
                  <a:lnTo>
                    <a:pt x="434" y="578"/>
                  </a:lnTo>
                  <a:lnTo>
                    <a:pt x="437" y="579"/>
                  </a:lnTo>
                  <a:lnTo>
                    <a:pt x="438" y="581"/>
                  </a:lnTo>
                  <a:lnTo>
                    <a:pt x="438" y="584"/>
                  </a:lnTo>
                  <a:lnTo>
                    <a:pt x="437" y="587"/>
                  </a:lnTo>
                  <a:lnTo>
                    <a:pt x="437" y="590"/>
                  </a:lnTo>
                  <a:lnTo>
                    <a:pt x="438" y="592"/>
                  </a:lnTo>
                  <a:close/>
                </a:path>
              </a:pathLst>
            </a:custGeom>
            <a:solidFill>
              <a:srgbClr val="59A3CD">
                <a:alpha val="24000"/>
              </a:srgbClr>
            </a:solidFill>
            <a:ln>
              <a:noFill/>
            </a:ln>
          </p:spPr>
          <p:txBody>
            <a:bodyPr anchor="ctr"/>
            <a:lstStyle/>
            <a:p>
              <a:pPr algn="ctr">
                <a:buNone/>
              </a:pPr>
            </a:p>
          </p:txBody>
        </p:sp>
        <p:sp>
          <p:nvSpPr>
            <p:cNvPr id="742" name="addition:spatial:124"/>
            <p:cNvSpPr>
              <a:spLocks noGrp="1"/>
            </p:cNvSpPr>
            <p:nvPr/>
          </p:nvSpPr>
          <p:spPr>
            <a:xfrm>
              <a:off x="5648325" y="1666875"/>
              <a:ext cx="550240" cy="1177381"/>
            </a:xfrm>
            <a:custGeom>
              <a:avLst/>
              <a:gdLst/>
              <a:ahLst/>
              <a:cxnLst/>
              <a:rect l="l" t="t" r="r" b="b"/>
              <a:pathLst>
                <a:path w="415" h="696">
                  <a:moveTo>
                    <a:pt x="0" y="0"/>
                  </a:moveTo>
                  <a:moveTo>
                    <a:pt x="412" y="663"/>
                  </a:moveTo>
                  <a:lnTo>
                    <a:pt x="409" y="666"/>
                  </a:lnTo>
                  <a:lnTo>
                    <a:pt x="407" y="668"/>
                  </a:lnTo>
                  <a:lnTo>
                    <a:pt x="407" y="670"/>
                  </a:lnTo>
                  <a:lnTo>
                    <a:pt x="407" y="673"/>
                  </a:lnTo>
                  <a:lnTo>
                    <a:pt x="406" y="676"/>
                  </a:lnTo>
                  <a:lnTo>
                    <a:pt x="404" y="678"/>
                  </a:lnTo>
                  <a:lnTo>
                    <a:pt x="401" y="679"/>
                  </a:lnTo>
                  <a:lnTo>
                    <a:pt x="399" y="681"/>
                  </a:lnTo>
                  <a:lnTo>
                    <a:pt x="398" y="683"/>
                  </a:lnTo>
                  <a:lnTo>
                    <a:pt x="397" y="686"/>
                  </a:lnTo>
                  <a:lnTo>
                    <a:pt x="395" y="688"/>
                  </a:lnTo>
                  <a:lnTo>
                    <a:pt x="393" y="690"/>
                  </a:lnTo>
                  <a:lnTo>
                    <a:pt x="391" y="692"/>
                  </a:lnTo>
                  <a:lnTo>
                    <a:pt x="388" y="694"/>
                  </a:lnTo>
                  <a:lnTo>
                    <a:pt x="386" y="696"/>
                  </a:lnTo>
                  <a:lnTo>
                    <a:pt x="383" y="696"/>
                  </a:lnTo>
                  <a:lnTo>
                    <a:pt x="381" y="693"/>
                  </a:lnTo>
                  <a:lnTo>
                    <a:pt x="378" y="690"/>
                  </a:lnTo>
                  <a:lnTo>
                    <a:pt x="377" y="687"/>
                  </a:lnTo>
                  <a:lnTo>
                    <a:pt x="375" y="687"/>
                  </a:lnTo>
                  <a:lnTo>
                    <a:pt x="373" y="689"/>
                  </a:lnTo>
                  <a:lnTo>
                    <a:pt x="370" y="691"/>
                  </a:lnTo>
                  <a:lnTo>
                    <a:pt x="368" y="691"/>
                  </a:lnTo>
                  <a:lnTo>
                    <a:pt x="366" y="689"/>
                  </a:lnTo>
                  <a:lnTo>
                    <a:pt x="364" y="687"/>
                  </a:lnTo>
                  <a:lnTo>
                    <a:pt x="363" y="686"/>
                  </a:lnTo>
                  <a:lnTo>
                    <a:pt x="361" y="684"/>
                  </a:lnTo>
                  <a:lnTo>
                    <a:pt x="360" y="682"/>
                  </a:lnTo>
                  <a:lnTo>
                    <a:pt x="360" y="679"/>
                  </a:lnTo>
                  <a:lnTo>
                    <a:pt x="360" y="676"/>
                  </a:lnTo>
                  <a:lnTo>
                    <a:pt x="359" y="673"/>
                  </a:lnTo>
                  <a:lnTo>
                    <a:pt x="358" y="671"/>
                  </a:lnTo>
                  <a:lnTo>
                    <a:pt x="357" y="668"/>
                  </a:lnTo>
                  <a:lnTo>
                    <a:pt x="357" y="666"/>
                  </a:lnTo>
                  <a:lnTo>
                    <a:pt x="359" y="663"/>
                  </a:lnTo>
                  <a:lnTo>
                    <a:pt x="361" y="661"/>
                  </a:lnTo>
                  <a:lnTo>
                    <a:pt x="360" y="658"/>
                  </a:lnTo>
                  <a:lnTo>
                    <a:pt x="358" y="655"/>
                  </a:lnTo>
                  <a:lnTo>
                    <a:pt x="355" y="652"/>
                  </a:lnTo>
                  <a:lnTo>
                    <a:pt x="354" y="648"/>
                  </a:lnTo>
                  <a:lnTo>
                    <a:pt x="355" y="646"/>
                  </a:lnTo>
                  <a:lnTo>
                    <a:pt x="358" y="644"/>
                  </a:lnTo>
                  <a:lnTo>
                    <a:pt x="360" y="643"/>
                  </a:lnTo>
                  <a:lnTo>
                    <a:pt x="362" y="642"/>
                  </a:lnTo>
                  <a:lnTo>
                    <a:pt x="364" y="641"/>
                  </a:lnTo>
                  <a:lnTo>
                    <a:pt x="366" y="640"/>
                  </a:lnTo>
                  <a:lnTo>
                    <a:pt x="369" y="640"/>
                  </a:lnTo>
                  <a:lnTo>
                    <a:pt x="370" y="639"/>
                  </a:lnTo>
                  <a:lnTo>
                    <a:pt x="372" y="637"/>
                  </a:lnTo>
                  <a:lnTo>
                    <a:pt x="373" y="634"/>
                  </a:lnTo>
                  <a:lnTo>
                    <a:pt x="375" y="632"/>
                  </a:lnTo>
                  <a:lnTo>
                    <a:pt x="378" y="632"/>
                  </a:lnTo>
                  <a:lnTo>
                    <a:pt x="381" y="633"/>
                  </a:lnTo>
                  <a:lnTo>
                    <a:pt x="383" y="635"/>
                  </a:lnTo>
                  <a:lnTo>
                    <a:pt x="386" y="634"/>
                  </a:lnTo>
                  <a:lnTo>
                    <a:pt x="389" y="633"/>
                  </a:lnTo>
                  <a:lnTo>
                    <a:pt x="393" y="632"/>
                  </a:lnTo>
                  <a:lnTo>
                    <a:pt x="395" y="634"/>
                  </a:lnTo>
                  <a:lnTo>
                    <a:pt x="397" y="638"/>
                  </a:lnTo>
                  <a:lnTo>
                    <a:pt x="397" y="641"/>
                  </a:lnTo>
                  <a:lnTo>
                    <a:pt x="399" y="644"/>
                  </a:lnTo>
                  <a:lnTo>
                    <a:pt x="401" y="646"/>
                  </a:lnTo>
                  <a:lnTo>
                    <a:pt x="402" y="647"/>
                  </a:lnTo>
                  <a:lnTo>
                    <a:pt x="404" y="649"/>
                  </a:lnTo>
                  <a:lnTo>
                    <a:pt x="406" y="651"/>
                  </a:lnTo>
                  <a:lnTo>
                    <a:pt x="408" y="653"/>
                  </a:lnTo>
                  <a:lnTo>
                    <a:pt x="412" y="654"/>
                  </a:lnTo>
                  <a:lnTo>
                    <a:pt x="414" y="657"/>
                  </a:lnTo>
                  <a:lnTo>
                    <a:pt x="415" y="660"/>
                  </a:lnTo>
                  <a:close/>
                </a:path>
              </a:pathLst>
            </a:custGeom>
            <a:solidFill>
              <a:srgbClr val="59A3CD">
                <a:alpha val="24000"/>
              </a:srgbClr>
            </a:solidFill>
            <a:ln>
              <a:noFill/>
            </a:ln>
          </p:spPr>
          <p:txBody>
            <a:bodyPr anchor="ctr"/>
            <a:lstStyle/>
            <a:p>
              <a:pPr algn="ctr">
                <a:buNone/>
              </a:pPr>
            </a:p>
          </p:txBody>
        </p:sp>
        <p:sp>
          <p:nvSpPr>
            <p:cNvPr id="743" name="addition:spatial:125"/>
            <p:cNvSpPr>
              <a:spLocks noGrp="1"/>
            </p:cNvSpPr>
            <p:nvPr/>
          </p:nvSpPr>
          <p:spPr>
            <a:xfrm>
              <a:off x="5648325" y="1666875"/>
              <a:ext cx="432237" cy="1207831"/>
            </a:xfrm>
            <a:custGeom>
              <a:avLst/>
              <a:gdLst/>
              <a:ahLst/>
              <a:cxnLst/>
              <a:rect l="l" t="t" r="r" b="b"/>
              <a:pathLst>
                <a:path w="326" h="714">
                  <a:moveTo>
                    <a:pt x="0" y="0"/>
                  </a:moveTo>
                  <a:moveTo>
                    <a:pt x="320" y="680"/>
                  </a:moveTo>
                  <a:lnTo>
                    <a:pt x="323" y="683"/>
                  </a:lnTo>
                  <a:lnTo>
                    <a:pt x="324" y="686"/>
                  </a:lnTo>
                  <a:lnTo>
                    <a:pt x="325" y="689"/>
                  </a:lnTo>
                  <a:lnTo>
                    <a:pt x="324" y="691"/>
                  </a:lnTo>
                  <a:lnTo>
                    <a:pt x="324" y="694"/>
                  </a:lnTo>
                  <a:lnTo>
                    <a:pt x="323" y="697"/>
                  </a:lnTo>
                  <a:lnTo>
                    <a:pt x="323" y="699"/>
                  </a:lnTo>
                  <a:lnTo>
                    <a:pt x="321" y="701"/>
                  </a:lnTo>
                  <a:lnTo>
                    <a:pt x="319" y="702"/>
                  </a:lnTo>
                  <a:lnTo>
                    <a:pt x="317" y="703"/>
                  </a:lnTo>
                  <a:lnTo>
                    <a:pt x="316" y="705"/>
                  </a:lnTo>
                  <a:lnTo>
                    <a:pt x="314" y="707"/>
                  </a:lnTo>
                  <a:lnTo>
                    <a:pt x="313" y="709"/>
                  </a:lnTo>
                  <a:lnTo>
                    <a:pt x="311" y="708"/>
                  </a:lnTo>
                  <a:lnTo>
                    <a:pt x="308" y="706"/>
                  </a:lnTo>
                  <a:lnTo>
                    <a:pt x="306" y="705"/>
                  </a:lnTo>
                  <a:lnTo>
                    <a:pt x="305" y="707"/>
                  </a:lnTo>
                  <a:lnTo>
                    <a:pt x="302" y="710"/>
                  </a:lnTo>
                  <a:lnTo>
                    <a:pt x="300" y="713"/>
                  </a:lnTo>
                  <a:lnTo>
                    <a:pt x="297" y="714"/>
                  </a:lnTo>
                  <a:lnTo>
                    <a:pt x="295" y="713"/>
                  </a:lnTo>
                  <a:lnTo>
                    <a:pt x="292" y="710"/>
                  </a:lnTo>
                  <a:lnTo>
                    <a:pt x="290" y="708"/>
                  </a:lnTo>
                  <a:lnTo>
                    <a:pt x="289" y="706"/>
                  </a:lnTo>
                  <a:lnTo>
                    <a:pt x="287" y="703"/>
                  </a:lnTo>
                  <a:lnTo>
                    <a:pt x="286" y="700"/>
                  </a:lnTo>
                  <a:lnTo>
                    <a:pt x="285" y="697"/>
                  </a:lnTo>
                  <a:lnTo>
                    <a:pt x="284" y="696"/>
                  </a:lnTo>
                  <a:lnTo>
                    <a:pt x="281" y="695"/>
                  </a:lnTo>
                  <a:lnTo>
                    <a:pt x="277" y="694"/>
                  </a:lnTo>
                  <a:lnTo>
                    <a:pt x="275" y="692"/>
                  </a:lnTo>
                  <a:lnTo>
                    <a:pt x="275" y="689"/>
                  </a:lnTo>
                  <a:lnTo>
                    <a:pt x="276" y="686"/>
                  </a:lnTo>
                  <a:lnTo>
                    <a:pt x="276" y="683"/>
                  </a:lnTo>
                  <a:lnTo>
                    <a:pt x="274" y="680"/>
                  </a:lnTo>
                  <a:lnTo>
                    <a:pt x="273" y="678"/>
                  </a:lnTo>
                  <a:lnTo>
                    <a:pt x="272" y="674"/>
                  </a:lnTo>
                  <a:lnTo>
                    <a:pt x="274" y="672"/>
                  </a:lnTo>
                  <a:lnTo>
                    <a:pt x="277" y="670"/>
                  </a:lnTo>
                  <a:lnTo>
                    <a:pt x="279" y="668"/>
                  </a:lnTo>
                  <a:lnTo>
                    <a:pt x="281" y="666"/>
                  </a:lnTo>
                  <a:lnTo>
                    <a:pt x="283" y="665"/>
                  </a:lnTo>
                  <a:lnTo>
                    <a:pt x="285" y="663"/>
                  </a:lnTo>
                  <a:lnTo>
                    <a:pt x="286" y="661"/>
                  </a:lnTo>
                  <a:lnTo>
                    <a:pt x="288" y="659"/>
                  </a:lnTo>
                  <a:lnTo>
                    <a:pt x="289" y="655"/>
                  </a:lnTo>
                  <a:lnTo>
                    <a:pt x="289" y="651"/>
                  </a:lnTo>
                  <a:lnTo>
                    <a:pt x="291" y="648"/>
                  </a:lnTo>
                  <a:lnTo>
                    <a:pt x="294" y="648"/>
                  </a:lnTo>
                  <a:lnTo>
                    <a:pt x="298" y="650"/>
                  </a:lnTo>
                  <a:lnTo>
                    <a:pt x="300" y="652"/>
                  </a:lnTo>
                  <a:lnTo>
                    <a:pt x="303" y="653"/>
                  </a:lnTo>
                  <a:lnTo>
                    <a:pt x="305" y="652"/>
                  </a:lnTo>
                  <a:lnTo>
                    <a:pt x="307" y="651"/>
                  </a:lnTo>
                  <a:lnTo>
                    <a:pt x="309" y="652"/>
                  </a:lnTo>
                  <a:lnTo>
                    <a:pt x="311" y="653"/>
                  </a:lnTo>
                  <a:lnTo>
                    <a:pt x="312" y="655"/>
                  </a:lnTo>
                  <a:lnTo>
                    <a:pt x="314" y="656"/>
                  </a:lnTo>
                  <a:lnTo>
                    <a:pt x="316" y="656"/>
                  </a:lnTo>
                  <a:lnTo>
                    <a:pt x="318" y="657"/>
                  </a:lnTo>
                  <a:lnTo>
                    <a:pt x="319" y="659"/>
                  </a:lnTo>
                  <a:lnTo>
                    <a:pt x="320" y="660"/>
                  </a:lnTo>
                  <a:lnTo>
                    <a:pt x="322" y="662"/>
                  </a:lnTo>
                  <a:lnTo>
                    <a:pt x="324" y="663"/>
                  </a:lnTo>
                  <a:lnTo>
                    <a:pt x="326" y="665"/>
                  </a:lnTo>
                  <a:lnTo>
                    <a:pt x="326" y="669"/>
                  </a:lnTo>
                  <a:lnTo>
                    <a:pt x="324" y="672"/>
                  </a:lnTo>
                  <a:lnTo>
                    <a:pt x="321" y="676"/>
                  </a:lnTo>
                  <a:lnTo>
                    <a:pt x="320" y="678"/>
                  </a:lnTo>
                  <a:close/>
                </a:path>
              </a:pathLst>
            </a:custGeom>
            <a:solidFill>
              <a:srgbClr val="59A3CD">
                <a:alpha val="24000"/>
              </a:srgbClr>
            </a:solidFill>
            <a:ln>
              <a:noFill/>
            </a:ln>
          </p:spPr>
          <p:txBody>
            <a:bodyPr anchor="ctr"/>
            <a:lstStyle/>
            <a:p>
              <a:pPr algn="ctr">
                <a:buNone/>
              </a:pPr>
            </a:p>
          </p:txBody>
        </p:sp>
        <p:sp>
          <p:nvSpPr>
            <p:cNvPr id="744" name="addition:spatial:126"/>
            <p:cNvSpPr>
              <a:spLocks noGrp="1"/>
            </p:cNvSpPr>
            <p:nvPr/>
          </p:nvSpPr>
          <p:spPr>
            <a:xfrm>
              <a:off x="5648325" y="1666875"/>
              <a:ext cx="346055" cy="1146932"/>
            </a:xfrm>
            <a:custGeom>
              <a:avLst/>
              <a:gdLst/>
              <a:ahLst/>
              <a:cxnLst/>
              <a:rect l="l" t="t" r="r" b="b"/>
              <a:pathLst>
                <a:path w="261" h="678">
                  <a:moveTo>
                    <a:pt x="0" y="0"/>
                  </a:moveTo>
                  <a:moveTo>
                    <a:pt x="254" y="646"/>
                  </a:moveTo>
                  <a:lnTo>
                    <a:pt x="252" y="648"/>
                  </a:lnTo>
                  <a:lnTo>
                    <a:pt x="253" y="650"/>
                  </a:lnTo>
                  <a:lnTo>
                    <a:pt x="255" y="653"/>
                  </a:lnTo>
                  <a:lnTo>
                    <a:pt x="257" y="657"/>
                  </a:lnTo>
                  <a:lnTo>
                    <a:pt x="257" y="660"/>
                  </a:lnTo>
                  <a:lnTo>
                    <a:pt x="255" y="662"/>
                  </a:lnTo>
                  <a:lnTo>
                    <a:pt x="253" y="664"/>
                  </a:lnTo>
                  <a:lnTo>
                    <a:pt x="251" y="666"/>
                  </a:lnTo>
                  <a:lnTo>
                    <a:pt x="250" y="668"/>
                  </a:lnTo>
                  <a:lnTo>
                    <a:pt x="249" y="670"/>
                  </a:lnTo>
                  <a:lnTo>
                    <a:pt x="247" y="672"/>
                  </a:lnTo>
                  <a:lnTo>
                    <a:pt x="244" y="672"/>
                  </a:lnTo>
                  <a:lnTo>
                    <a:pt x="242" y="672"/>
                  </a:lnTo>
                  <a:lnTo>
                    <a:pt x="240" y="674"/>
                  </a:lnTo>
                  <a:lnTo>
                    <a:pt x="238" y="674"/>
                  </a:lnTo>
                  <a:lnTo>
                    <a:pt x="236" y="674"/>
                  </a:lnTo>
                  <a:lnTo>
                    <a:pt x="234" y="672"/>
                  </a:lnTo>
                  <a:lnTo>
                    <a:pt x="232" y="671"/>
                  </a:lnTo>
                  <a:lnTo>
                    <a:pt x="229" y="672"/>
                  </a:lnTo>
                  <a:lnTo>
                    <a:pt x="227" y="675"/>
                  </a:lnTo>
                  <a:lnTo>
                    <a:pt x="223" y="678"/>
                  </a:lnTo>
                  <a:lnTo>
                    <a:pt x="220" y="678"/>
                  </a:lnTo>
                  <a:lnTo>
                    <a:pt x="217" y="676"/>
                  </a:lnTo>
                  <a:lnTo>
                    <a:pt x="216" y="672"/>
                  </a:lnTo>
                  <a:lnTo>
                    <a:pt x="215" y="669"/>
                  </a:lnTo>
                  <a:lnTo>
                    <a:pt x="214" y="666"/>
                  </a:lnTo>
                  <a:lnTo>
                    <a:pt x="212" y="664"/>
                  </a:lnTo>
                  <a:lnTo>
                    <a:pt x="210" y="662"/>
                  </a:lnTo>
                  <a:lnTo>
                    <a:pt x="209" y="660"/>
                  </a:lnTo>
                  <a:lnTo>
                    <a:pt x="208" y="657"/>
                  </a:lnTo>
                  <a:lnTo>
                    <a:pt x="205" y="656"/>
                  </a:lnTo>
                  <a:lnTo>
                    <a:pt x="202" y="654"/>
                  </a:lnTo>
                  <a:lnTo>
                    <a:pt x="200" y="651"/>
                  </a:lnTo>
                  <a:lnTo>
                    <a:pt x="200" y="649"/>
                  </a:lnTo>
                  <a:lnTo>
                    <a:pt x="201" y="646"/>
                  </a:lnTo>
                  <a:lnTo>
                    <a:pt x="201" y="643"/>
                  </a:lnTo>
                  <a:lnTo>
                    <a:pt x="200" y="641"/>
                  </a:lnTo>
                  <a:lnTo>
                    <a:pt x="198" y="637"/>
                  </a:lnTo>
                  <a:lnTo>
                    <a:pt x="198" y="634"/>
                  </a:lnTo>
                  <a:lnTo>
                    <a:pt x="200" y="632"/>
                  </a:lnTo>
                  <a:lnTo>
                    <a:pt x="204" y="631"/>
                  </a:lnTo>
                  <a:lnTo>
                    <a:pt x="208" y="630"/>
                  </a:lnTo>
                  <a:lnTo>
                    <a:pt x="210" y="629"/>
                  </a:lnTo>
                  <a:lnTo>
                    <a:pt x="212" y="627"/>
                  </a:lnTo>
                  <a:lnTo>
                    <a:pt x="213" y="625"/>
                  </a:lnTo>
                  <a:lnTo>
                    <a:pt x="215" y="623"/>
                  </a:lnTo>
                  <a:lnTo>
                    <a:pt x="217" y="621"/>
                  </a:lnTo>
                  <a:lnTo>
                    <a:pt x="219" y="618"/>
                  </a:lnTo>
                  <a:lnTo>
                    <a:pt x="221" y="615"/>
                  </a:lnTo>
                  <a:lnTo>
                    <a:pt x="224" y="613"/>
                  </a:lnTo>
                  <a:lnTo>
                    <a:pt x="228" y="613"/>
                  </a:lnTo>
                  <a:lnTo>
                    <a:pt x="231" y="615"/>
                  </a:lnTo>
                  <a:lnTo>
                    <a:pt x="234" y="618"/>
                  </a:lnTo>
                  <a:lnTo>
                    <a:pt x="236" y="619"/>
                  </a:lnTo>
                  <a:lnTo>
                    <a:pt x="239" y="619"/>
                  </a:lnTo>
                  <a:lnTo>
                    <a:pt x="242" y="618"/>
                  </a:lnTo>
                  <a:lnTo>
                    <a:pt x="245" y="618"/>
                  </a:lnTo>
                  <a:lnTo>
                    <a:pt x="247" y="621"/>
                  </a:lnTo>
                  <a:lnTo>
                    <a:pt x="248" y="623"/>
                  </a:lnTo>
                  <a:lnTo>
                    <a:pt x="249" y="625"/>
                  </a:lnTo>
                  <a:lnTo>
                    <a:pt x="251" y="626"/>
                  </a:lnTo>
                  <a:lnTo>
                    <a:pt x="254" y="626"/>
                  </a:lnTo>
                  <a:lnTo>
                    <a:pt x="257" y="628"/>
                  </a:lnTo>
                  <a:lnTo>
                    <a:pt x="258" y="630"/>
                  </a:lnTo>
                  <a:lnTo>
                    <a:pt x="259" y="632"/>
                  </a:lnTo>
                  <a:lnTo>
                    <a:pt x="261" y="635"/>
                  </a:lnTo>
                  <a:lnTo>
                    <a:pt x="261" y="637"/>
                  </a:lnTo>
                  <a:lnTo>
                    <a:pt x="261" y="640"/>
                  </a:lnTo>
                  <a:lnTo>
                    <a:pt x="258" y="643"/>
                  </a:lnTo>
                  <a:close/>
                </a:path>
              </a:pathLst>
            </a:custGeom>
            <a:solidFill>
              <a:srgbClr val="59A3CD">
                <a:alpha val="24000"/>
              </a:srgbClr>
            </a:solidFill>
            <a:ln>
              <a:noFill/>
            </a:ln>
          </p:spPr>
          <p:txBody>
            <a:bodyPr anchor="ctr"/>
            <a:lstStyle/>
            <a:p>
              <a:pPr algn="ctr">
                <a:buNone/>
              </a:pPr>
            </a:p>
          </p:txBody>
        </p:sp>
        <p:sp>
          <p:nvSpPr>
            <p:cNvPr id="745" name="addition:spatial:127"/>
            <p:cNvSpPr>
              <a:spLocks noGrp="1"/>
            </p:cNvSpPr>
            <p:nvPr/>
          </p:nvSpPr>
          <p:spPr>
            <a:xfrm>
              <a:off x="5648325" y="1666875"/>
              <a:ext cx="303627" cy="1021751"/>
            </a:xfrm>
            <a:custGeom>
              <a:avLst/>
              <a:gdLst/>
              <a:ahLst/>
              <a:cxnLst/>
              <a:rect l="l" t="t" r="r" b="b"/>
              <a:pathLst>
                <a:path w="229" h="604">
                  <a:moveTo>
                    <a:pt x="0" y="0"/>
                  </a:moveTo>
                  <a:moveTo>
                    <a:pt x="227" y="575"/>
                  </a:moveTo>
                  <a:lnTo>
                    <a:pt x="225" y="577"/>
                  </a:lnTo>
                  <a:lnTo>
                    <a:pt x="224" y="579"/>
                  </a:lnTo>
                  <a:lnTo>
                    <a:pt x="225" y="581"/>
                  </a:lnTo>
                  <a:lnTo>
                    <a:pt x="227" y="585"/>
                  </a:lnTo>
                  <a:lnTo>
                    <a:pt x="229" y="588"/>
                  </a:lnTo>
                  <a:lnTo>
                    <a:pt x="229" y="591"/>
                  </a:lnTo>
                  <a:lnTo>
                    <a:pt x="227" y="593"/>
                  </a:lnTo>
                  <a:lnTo>
                    <a:pt x="224" y="594"/>
                  </a:lnTo>
                  <a:lnTo>
                    <a:pt x="222" y="594"/>
                  </a:lnTo>
                  <a:lnTo>
                    <a:pt x="220" y="595"/>
                  </a:lnTo>
                  <a:lnTo>
                    <a:pt x="218" y="596"/>
                  </a:lnTo>
                  <a:lnTo>
                    <a:pt x="216" y="596"/>
                  </a:lnTo>
                  <a:lnTo>
                    <a:pt x="215" y="597"/>
                  </a:lnTo>
                  <a:lnTo>
                    <a:pt x="213" y="598"/>
                  </a:lnTo>
                  <a:lnTo>
                    <a:pt x="211" y="600"/>
                  </a:lnTo>
                  <a:lnTo>
                    <a:pt x="210" y="603"/>
                  </a:lnTo>
                  <a:lnTo>
                    <a:pt x="207" y="604"/>
                  </a:lnTo>
                  <a:lnTo>
                    <a:pt x="205" y="603"/>
                  </a:lnTo>
                  <a:lnTo>
                    <a:pt x="202" y="602"/>
                  </a:lnTo>
                  <a:lnTo>
                    <a:pt x="200" y="600"/>
                  </a:lnTo>
                  <a:lnTo>
                    <a:pt x="197" y="601"/>
                  </a:lnTo>
                  <a:lnTo>
                    <a:pt x="194" y="602"/>
                  </a:lnTo>
                  <a:lnTo>
                    <a:pt x="191" y="601"/>
                  </a:lnTo>
                  <a:lnTo>
                    <a:pt x="189" y="599"/>
                  </a:lnTo>
                  <a:lnTo>
                    <a:pt x="188" y="595"/>
                  </a:lnTo>
                  <a:lnTo>
                    <a:pt x="188" y="592"/>
                  </a:lnTo>
                  <a:lnTo>
                    <a:pt x="186" y="590"/>
                  </a:lnTo>
                  <a:lnTo>
                    <a:pt x="184" y="589"/>
                  </a:lnTo>
                  <a:lnTo>
                    <a:pt x="182" y="588"/>
                  </a:lnTo>
                  <a:lnTo>
                    <a:pt x="181" y="586"/>
                  </a:lnTo>
                  <a:lnTo>
                    <a:pt x="179" y="584"/>
                  </a:lnTo>
                  <a:lnTo>
                    <a:pt x="176" y="583"/>
                  </a:lnTo>
                  <a:lnTo>
                    <a:pt x="174" y="580"/>
                  </a:lnTo>
                  <a:lnTo>
                    <a:pt x="172" y="578"/>
                  </a:lnTo>
                  <a:lnTo>
                    <a:pt x="173" y="575"/>
                  </a:lnTo>
                  <a:lnTo>
                    <a:pt x="176" y="573"/>
                  </a:lnTo>
                  <a:lnTo>
                    <a:pt x="179" y="571"/>
                  </a:lnTo>
                  <a:lnTo>
                    <a:pt x="181" y="569"/>
                  </a:lnTo>
                  <a:lnTo>
                    <a:pt x="181" y="566"/>
                  </a:lnTo>
                  <a:lnTo>
                    <a:pt x="181" y="564"/>
                  </a:lnTo>
                  <a:lnTo>
                    <a:pt x="182" y="561"/>
                  </a:lnTo>
                  <a:lnTo>
                    <a:pt x="184" y="560"/>
                  </a:lnTo>
                  <a:lnTo>
                    <a:pt x="187" y="559"/>
                  </a:lnTo>
                  <a:lnTo>
                    <a:pt x="188" y="557"/>
                  </a:lnTo>
                  <a:lnTo>
                    <a:pt x="190" y="555"/>
                  </a:lnTo>
                  <a:lnTo>
                    <a:pt x="191" y="552"/>
                  </a:lnTo>
                  <a:lnTo>
                    <a:pt x="193" y="550"/>
                  </a:lnTo>
                  <a:lnTo>
                    <a:pt x="195" y="549"/>
                  </a:lnTo>
                  <a:lnTo>
                    <a:pt x="198" y="548"/>
                  </a:lnTo>
                  <a:lnTo>
                    <a:pt x="200" y="547"/>
                  </a:lnTo>
                  <a:lnTo>
                    <a:pt x="202" y="546"/>
                  </a:lnTo>
                  <a:lnTo>
                    <a:pt x="205" y="547"/>
                  </a:lnTo>
                  <a:lnTo>
                    <a:pt x="207" y="549"/>
                  </a:lnTo>
                  <a:lnTo>
                    <a:pt x="208" y="553"/>
                  </a:lnTo>
                  <a:lnTo>
                    <a:pt x="210" y="554"/>
                  </a:lnTo>
                  <a:lnTo>
                    <a:pt x="212" y="554"/>
                  </a:lnTo>
                  <a:lnTo>
                    <a:pt x="214" y="551"/>
                  </a:lnTo>
                  <a:lnTo>
                    <a:pt x="217" y="550"/>
                  </a:lnTo>
                  <a:lnTo>
                    <a:pt x="219" y="551"/>
                  </a:lnTo>
                  <a:lnTo>
                    <a:pt x="221" y="553"/>
                  </a:lnTo>
                  <a:lnTo>
                    <a:pt x="222" y="555"/>
                  </a:lnTo>
                  <a:lnTo>
                    <a:pt x="223" y="557"/>
                  </a:lnTo>
                  <a:lnTo>
                    <a:pt x="224" y="558"/>
                  </a:lnTo>
                  <a:lnTo>
                    <a:pt x="225" y="561"/>
                  </a:lnTo>
                  <a:lnTo>
                    <a:pt x="225" y="563"/>
                  </a:lnTo>
                  <a:lnTo>
                    <a:pt x="225" y="566"/>
                  </a:lnTo>
                  <a:lnTo>
                    <a:pt x="225" y="568"/>
                  </a:lnTo>
                  <a:lnTo>
                    <a:pt x="226" y="570"/>
                  </a:lnTo>
                  <a:lnTo>
                    <a:pt x="227" y="573"/>
                  </a:lnTo>
                  <a:close/>
                </a:path>
              </a:pathLst>
            </a:custGeom>
            <a:solidFill>
              <a:srgbClr val="59A3CD">
                <a:alpha val="24000"/>
              </a:srgbClr>
            </a:solidFill>
            <a:ln>
              <a:noFill/>
            </a:ln>
          </p:spPr>
          <p:txBody>
            <a:bodyPr anchor="ctr"/>
            <a:lstStyle/>
            <a:p>
              <a:pPr algn="ctr">
                <a:buNone/>
              </a:pPr>
            </a:p>
          </p:txBody>
        </p:sp>
        <p:sp>
          <p:nvSpPr>
            <p:cNvPr id="746" name="addition:spatial:128"/>
            <p:cNvSpPr>
              <a:spLocks noGrp="1"/>
            </p:cNvSpPr>
            <p:nvPr/>
          </p:nvSpPr>
          <p:spPr>
            <a:xfrm>
              <a:off x="5648325" y="1666875"/>
              <a:ext cx="372572" cy="921944"/>
            </a:xfrm>
            <a:custGeom>
              <a:avLst/>
              <a:gdLst/>
              <a:ahLst/>
              <a:cxnLst/>
              <a:rect l="l" t="t" r="r" b="b"/>
              <a:pathLst>
                <a:path w="281" h="545">
                  <a:moveTo>
                    <a:pt x="0" y="0"/>
                  </a:moveTo>
                  <a:moveTo>
                    <a:pt x="275" y="515"/>
                  </a:moveTo>
                  <a:lnTo>
                    <a:pt x="276" y="517"/>
                  </a:lnTo>
                  <a:lnTo>
                    <a:pt x="278" y="520"/>
                  </a:lnTo>
                  <a:lnTo>
                    <a:pt x="280" y="523"/>
                  </a:lnTo>
                  <a:lnTo>
                    <a:pt x="281" y="526"/>
                  </a:lnTo>
                  <a:lnTo>
                    <a:pt x="279" y="528"/>
                  </a:lnTo>
                  <a:lnTo>
                    <a:pt x="277" y="530"/>
                  </a:lnTo>
                  <a:lnTo>
                    <a:pt x="275" y="531"/>
                  </a:lnTo>
                  <a:lnTo>
                    <a:pt x="273" y="533"/>
                  </a:lnTo>
                  <a:lnTo>
                    <a:pt x="271" y="534"/>
                  </a:lnTo>
                  <a:lnTo>
                    <a:pt x="268" y="534"/>
                  </a:lnTo>
                  <a:lnTo>
                    <a:pt x="265" y="534"/>
                  </a:lnTo>
                  <a:lnTo>
                    <a:pt x="263" y="535"/>
                  </a:lnTo>
                  <a:lnTo>
                    <a:pt x="262" y="538"/>
                  </a:lnTo>
                  <a:lnTo>
                    <a:pt x="261" y="542"/>
                  </a:lnTo>
                  <a:lnTo>
                    <a:pt x="258" y="545"/>
                  </a:lnTo>
                  <a:lnTo>
                    <a:pt x="255" y="545"/>
                  </a:lnTo>
                  <a:lnTo>
                    <a:pt x="252" y="543"/>
                  </a:lnTo>
                  <a:lnTo>
                    <a:pt x="249" y="542"/>
                  </a:lnTo>
                  <a:lnTo>
                    <a:pt x="246" y="541"/>
                  </a:lnTo>
                  <a:lnTo>
                    <a:pt x="243" y="542"/>
                  </a:lnTo>
                  <a:lnTo>
                    <a:pt x="240" y="542"/>
                  </a:lnTo>
                  <a:lnTo>
                    <a:pt x="237" y="540"/>
                  </a:lnTo>
                  <a:lnTo>
                    <a:pt x="235" y="538"/>
                  </a:lnTo>
                  <a:lnTo>
                    <a:pt x="233" y="536"/>
                  </a:lnTo>
                  <a:lnTo>
                    <a:pt x="231" y="535"/>
                  </a:lnTo>
                  <a:lnTo>
                    <a:pt x="229" y="533"/>
                  </a:lnTo>
                  <a:lnTo>
                    <a:pt x="227" y="532"/>
                  </a:lnTo>
                  <a:lnTo>
                    <a:pt x="226" y="530"/>
                  </a:lnTo>
                  <a:lnTo>
                    <a:pt x="225" y="528"/>
                  </a:lnTo>
                  <a:lnTo>
                    <a:pt x="222" y="527"/>
                  </a:lnTo>
                  <a:lnTo>
                    <a:pt x="219" y="525"/>
                  </a:lnTo>
                  <a:lnTo>
                    <a:pt x="216" y="523"/>
                  </a:lnTo>
                  <a:lnTo>
                    <a:pt x="216" y="521"/>
                  </a:lnTo>
                  <a:lnTo>
                    <a:pt x="218" y="518"/>
                  </a:lnTo>
                  <a:lnTo>
                    <a:pt x="222" y="515"/>
                  </a:lnTo>
                  <a:lnTo>
                    <a:pt x="225" y="513"/>
                  </a:lnTo>
                  <a:lnTo>
                    <a:pt x="225" y="511"/>
                  </a:lnTo>
                  <a:lnTo>
                    <a:pt x="225" y="508"/>
                  </a:lnTo>
                  <a:lnTo>
                    <a:pt x="226" y="506"/>
                  </a:lnTo>
                  <a:lnTo>
                    <a:pt x="227" y="504"/>
                  </a:lnTo>
                  <a:lnTo>
                    <a:pt x="228" y="502"/>
                  </a:lnTo>
                  <a:lnTo>
                    <a:pt x="229" y="499"/>
                  </a:lnTo>
                  <a:lnTo>
                    <a:pt x="229" y="496"/>
                  </a:lnTo>
                  <a:lnTo>
                    <a:pt x="231" y="494"/>
                  </a:lnTo>
                  <a:lnTo>
                    <a:pt x="233" y="493"/>
                  </a:lnTo>
                  <a:lnTo>
                    <a:pt x="236" y="492"/>
                  </a:lnTo>
                  <a:lnTo>
                    <a:pt x="238" y="491"/>
                  </a:lnTo>
                  <a:lnTo>
                    <a:pt x="240" y="489"/>
                  </a:lnTo>
                  <a:lnTo>
                    <a:pt x="242" y="487"/>
                  </a:lnTo>
                  <a:lnTo>
                    <a:pt x="244" y="486"/>
                  </a:lnTo>
                  <a:lnTo>
                    <a:pt x="247" y="488"/>
                  </a:lnTo>
                  <a:lnTo>
                    <a:pt x="249" y="491"/>
                  </a:lnTo>
                  <a:lnTo>
                    <a:pt x="251" y="493"/>
                  </a:lnTo>
                  <a:lnTo>
                    <a:pt x="253" y="493"/>
                  </a:lnTo>
                  <a:lnTo>
                    <a:pt x="255" y="491"/>
                  </a:lnTo>
                  <a:lnTo>
                    <a:pt x="258" y="489"/>
                  </a:lnTo>
                  <a:lnTo>
                    <a:pt x="260" y="489"/>
                  </a:lnTo>
                  <a:lnTo>
                    <a:pt x="263" y="490"/>
                  </a:lnTo>
                  <a:lnTo>
                    <a:pt x="265" y="491"/>
                  </a:lnTo>
                  <a:lnTo>
                    <a:pt x="267" y="492"/>
                  </a:lnTo>
                  <a:lnTo>
                    <a:pt x="269" y="493"/>
                  </a:lnTo>
                  <a:lnTo>
                    <a:pt x="270" y="496"/>
                  </a:lnTo>
                  <a:lnTo>
                    <a:pt x="269" y="500"/>
                  </a:lnTo>
                  <a:lnTo>
                    <a:pt x="269" y="503"/>
                  </a:lnTo>
                  <a:lnTo>
                    <a:pt x="270" y="505"/>
                  </a:lnTo>
                  <a:lnTo>
                    <a:pt x="273" y="506"/>
                  </a:lnTo>
                  <a:lnTo>
                    <a:pt x="276" y="508"/>
                  </a:lnTo>
                  <a:lnTo>
                    <a:pt x="277" y="510"/>
                  </a:lnTo>
                  <a:lnTo>
                    <a:pt x="276" y="513"/>
                  </a:lnTo>
                  <a:close/>
                </a:path>
              </a:pathLst>
            </a:custGeom>
            <a:solidFill>
              <a:srgbClr val="59A3CD">
                <a:alpha val="24000"/>
              </a:srgbClr>
            </a:solidFill>
            <a:ln>
              <a:noFill/>
            </a:ln>
          </p:spPr>
          <p:txBody>
            <a:bodyPr anchor="ctr"/>
            <a:lstStyle/>
            <a:p>
              <a:pPr algn="ctr">
                <a:buNone/>
              </a:pPr>
            </a:p>
          </p:txBody>
        </p:sp>
        <p:sp>
          <p:nvSpPr>
            <p:cNvPr id="747" name="addition:spatial:129"/>
            <p:cNvSpPr>
              <a:spLocks noGrp="1"/>
            </p:cNvSpPr>
            <p:nvPr/>
          </p:nvSpPr>
          <p:spPr>
            <a:xfrm>
              <a:off x="5648325" y="1666875"/>
              <a:ext cx="472013" cy="876270"/>
            </a:xfrm>
            <a:custGeom>
              <a:avLst/>
              <a:gdLst/>
              <a:ahLst/>
              <a:cxnLst/>
              <a:rect l="l" t="t" r="r" b="b"/>
              <a:pathLst>
                <a:path w="356" h="518">
                  <a:moveTo>
                    <a:pt x="0" y="0"/>
                  </a:moveTo>
                  <a:moveTo>
                    <a:pt x="356" y="488"/>
                  </a:moveTo>
                  <a:lnTo>
                    <a:pt x="353" y="491"/>
                  </a:lnTo>
                  <a:lnTo>
                    <a:pt x="351" y="493"/>
                  </a:lnTo>
                  <a:lnTo>
                    <a:pt x="349" y="495"/>
                  </a:lnTo>
                  <a:lnTo>
                    <a:pt x="350" y="497"/>
                  </a:lnTo>
                  <a:lnTo>
                    <a:pt x="349" y="500"/>
                  </a:lnTo>
                  <a:lnTo>
                    <a:pt x="348" y="502"/>
                  </a:lnTo>
                  <a:lnTo>
                    <a:pt x="345" y="503"/>
                  </a:lnTo>
                  <a:lnTo>
                    <a:pt x="342" y="504"/>
                  </a:lnTo>
                  <a:lnTo>
                    <a:pt x="340" y="505"/>
                  </a:lnTo>
                  <a:lnTo>
                    <a:pt x="339" y="507"/>
                  </a:lnTo>
                  <a:lnTo>
                    <a:pt x="337" y="510"/>
                  </a:lnTo>
                  <a:lnTo>
                    <a:pt x="335" y="511"/>
                  </a:lnTo>
                  <a:lnTo>
                    <a:pt x="332" y="513"/>
                  </a:lnTo>
                  <a:lnTo>
                    <a:pt x="330" y="514"/>
                  </a:lnTo>
                  <a:lnTo>
                    <a:pt x="328" y="517"/>
                  </a:lnTo>
                  <a:lnTo>
                    <a:pt x="325" y="518"/>
                  </a:lnTo>
                  <a:lnTo>
                    <a:pt x="322" y="518"/>
                  </a:lnTo>
                  <a:lnTo>
                    <a:pt x="319" y="515"/>
                  </a:lnTo>
                  <a:lnTo>
                    <a:pt x="317" y="511"/>
                  </a:lnTo>
                  <a:lnTo>
                    <a:pt x="315" y="509"/>
                  </a:lnTo>
                  <a:lnTo>
                    <a:pt x="313" y="509"/>
                  </a:lnTo>
                  <a:lnTo>
                    <a:pt x="311" y="510"/>
                  </a:lnTo>
                  <a:lnTo>
                    <a:pt x="308" y="511"/>
                  </a:lnTo>
                  <a:lnTo>
                    <a:pt x="306" y="511"/>
                  </a:lnTo>
                  <a:lnTo>
                    <a:pt x="304" y="509"/>
                  </a:lnTo>
                  <a:lnTo>
                    <a:pt x="303" y="507"/>
                  </a:lnTo>
                  <a:lnTo>
                    <a:pt x="301" y="506"/>
                  </a:lnTo>
                  <a:lnTo>
                    <a:pt x="299" y="505"/>
                  </a:lnTo>
                  <a:lnTo>
                    <a:pt x="298" y="503"/>
                  </a:lnTo>
                  <a:lnTo>
                    <a:pt x="298" y="500"/>
                  </a:lnTo>
                  <a:lnTo>
                    <a:pt x="298" y="497"/>
                  </a:lnTo>
                  <a:lnTo>
                    <a:pt x="298" y="495"/>
                  </a:lnTo>
                  <a:lnTo>
                    <a:pt x="297" y="493"/>
                  </a:lnTo>
                  <a:lnTo>
                    <a:pt x="296" y="491"/>
                  </a:lnTo>
                  <a:lnTo>
                    <a:pt x="298" y="488"/>
                  </a:lnTo>
                  <a:lnTo>
                    <a:pt x="301" y="486"/>
                  </a:lnTo>
                  <a:lnTo>
                    <a:pt x="303" y="484"/>
                  </a:lnTo>
                  <a:lnTo>
                    <a:pt x="302" y="482"/>
                  </a:lnTo>
                  <a:lnTo>
                    <a:pt x="300" y="479"/>
                  </a:lnTo>
                  <a:lnTo>
                    <a:pt x="298" y="476"/>
                  </a:lnTo>
                  <a:lnTo>
                    <a:pt x="297" y="473"/>
                  </a:lnTo>
                  <a:lnTo>
                    <a:pt x="299" y="471"/>
                  </a:lnTo>
                  <a:lnTo>
                    <a:pt x="301" y="469"/>
                  </a:lnTo>
                  <a:lnTo>
                    <a:pt x="303" y="468"/>
                  </a:lnTo>
                  <a:lnTo>
                    <a:pt x="305" y="467"/>
                  </a:lnTo>
                  <a:lnTo>
                    <a:pt x="307" y="466"/>
                  </a:lnTo>
                  <a:lnTo>
                    <a:pt x="310" y="467"/>
                  </a:lnTo>
                  <a:lnTo>
                    <a:pt x="312" y="467"/>
                  </a:lnTo>
                  <a:lnTo>
                    <a:pt x="314" y="466"/>
                  </a:lnTo>
                  <a:lnTo>
                    <a:pt x="315" y="464"/>
                  </a:lnTo>
                  <a:lnTo>
                    <a:pt x="317" y="462"/>
                  </a:lnTo>
                  <a:lnTo>
                    <a:pt x="319" y="461"/>
                  </a:lnTo>
                  <a:lnTo>
                    <a:pt x="322" y="462"/>
                  </a:lnTo>
                  <a:lnTo>
                    <a:pt x="324" y="463"/>
                  </a:lnTo>
                  <a:lnTo>
                    <a:pt x="326" y="464"/>
                  </a:lnTo>
                  <a:lnTo>
                    <a:pt x="329" y="463"/>
                  </a:lnTo>
                  <a:lnTo>
                    <a:pt x="332" y="462"/>
                  </a:lnTo>
                  <a:lnTo>
                    <a:pt x="336" y="462"/>
                  </a:lnTo>
                  <a:lnTo>
                    <a:pt x="338" y="464"/>
                  </a:lnTo>
                  <a:lnTo>
                    <a:pt x="339" y="467"/>
                  </a:lnTo>
                  <a:lnTo>
                    <a:pt x="340" y="470"/>
                  </a:lnTo>
                  <a:lnTo>
                    <a:pt x="341" y="472"/>
                  </a:lnTo>
                  <a:lnTo>
                    <a:pt x="342" y="474"/>
                  </a:lnTo>
                  <a:lnTo>
                    <a:pt x="344" y="476"/>
                  </a:lnTo>
                  <a:lnTo>
                    <a:pt x="345" y="478"/>
                  </a:lnTo>
                  <a:lnTo>
                    <a:pt x="347" y="480"/>
                  </a:lnTo>
                  <a:lnTo>
                    <a:pt x="350" y="481"/>
                  </a:lnTo>
                  <a:lnTo>
                    <a:pt x="353" y="483"/>
                  </a:lnTo>
                  <a:lnTo>
                    <a:pt x="356" y="485"/>
                  </a:lnTo>
                  <a:close/>
                </a:path>
              </a:pathLst>
            </a:custGeom>
            <a:solidFill>
              <a:srgbClr val="59A3CD">
                <a:alpha val="24000"/>
              </a:srgbClr>
            </a:solidFill>
            <a:ln>
              <a:noFill/>
            </a:ln>
          </p:spPr>
          <p:txBody>
            <a:bodyPr anchor="ctr"/>
            <a:lstStyle/>
            <a:p>
              <a:pPr algn="ctr">
                <a:buNone/>
              </a:pPr>
            </a:p>
          </p:txBody>
        </p:sp>
        <p:sp>
          <p:nvSpPr>
            <p:cNvPr id="748" name="addition:spatial:130"/>
            <p:cNvSpPr>
              <a:spLocks noGrp="1"/>
            </p:cNvSpPr>
            <p:nvPr/>
          </p:nvSpPr>
          <p:spPr>
            <a:xfrm>
              <a:off x="5648325" y="1666875"/>
              <a:ext cx="551566" cy="937169"/>
            </a:xfrm>
            <a:custGeom>
              <a:avLst/>
              <a:gdLst/>
              <a:ahLst/>
              <a:cxnLst/>
              <a:rect l="l" t="t" r="r" b="b"/>
              <a:pathLst>
                <a:path w="416" h="554">
                  <a:moveTo>
                    <a:pt x="0" y="0"/>
                  </a:moveTo>
                  <a:moveTo>
                    <a:pt x="414" y="522"/>
                  </a:moveTo>
                  <a:lnTo>
                    <a:pt x="412" y="525"/>
                  </a:lnTo>
                  <a:lnTo>
                    <a:pt x="411" y="527"/>
                  </a:lnTo>
                  <a:lnTo>
                    <a:pt x="412" y="530"/>
                  </a:lnTo>
                  <a:lnTo>
                    <a:pt x="414" y="533"/>
                  </a:lnTo>
                  <a:lnTo>
                    <a:pt x="416" y="537"/>
                  </a:lnTo>
                  <a:lnTo>
                    <a:pt x="416" y="541"/>
                  </a:lnTo>
                  <a:lnTo>
                    <a:pt x="414" y="543"/>
                  </a:lnTo>
                  <a:lnTo>
                    <a:pt x="412" y="543"/>
                  </a:lnTo>
                  <a:lnTo>
                    <a:pt x="410" y="544"/>
                  </a:lnTo>
                  <a:lnTo>
                    <a:pt x="409" y="545"/>
                  </a:lnTo>
                  <a:lnTo>
                    <a:pt x="407" y="547"/>
                  </a:lnTo>
                  <a:lnTo>
                    <a:pt x="406" y="548"/>
                  </a:lnTo>
                  <a:lnTo>
                    <a:pt x="404" y="548"/>
                  </a:lnTo>
                  <a:lnTo>
                    <a:pt x="403" y="549"/>
                  </a:lnTo>
                  <a:lnTo>
                    <a:pt x="401" y="551"/>
                  </a:lnTo>
                  <a:lnTo>
                    <a:pt x="400" y="553"/>
                  </a:lnTo>
                  <a:lnTo>
                    <a:pt x="398" y="554"/>
                  </a:lnTo>
                  <a:lnTo>
                    <a:pt x="396" y="553"/>
                  </a:lnTo>
                  <a:lnTo>
                    <a:pt x="394" y="552"/>
                  </a:lnTo>
                  <a:lnTo>
                    <a:pt x="392" y="551"/>
                  </a:lnTo>
                  <a:lnTo>
                    <a:pt x="390" y="552"/>
                  </a:lnTo>
                  <a:lnTo>
                    <a:pt x="387" y="554"/>
                  </a:lnTo>
                  <a:lnTo>
                    <a:pt x="385" y="553"/>
                  </a:lnTo>
                  <a:lnTo>
                    <a:pt x="383" y="550"/>
                  </a:lnTo>
                  <a:lnTo>
                    <a:pt x="383" y="546"/>
                  </a:lnTo>
                  <a:lnTo>
                    <a:pt x="383" y="542"/>
                  </a:lnTo>
                  <a:lnTo>
                    <a:pt x="382" y="540"/>
                  </a:lnTo>
                  <a:lnTo>
                    <a:pt x="380" y="538"/>
                  </a:lnTo>
                  <a:lnTo>
                    <a:pt x="378" y="537"/>
                  </a:lnTo>
                  <a:lnTo>
                    <a:pt x="376" y="535"/>
                  </a:lnTo>
                  <a:lnTo>
                    <a:pt x="375" y="533"/>
                  </a:lnTo>
                  <a:lnTo>
                    <a:pt x="373" y="531"/>
                  </a:lnTo>
                  <a:lnTo>
                    <a:pt x="371" y="528"/>
                  </a:lnTo>
                  <a:lnTo>
                    <a:pt x="370" y="525"/>
                  </a:lnTo>
                  <a:lnTo>
                    <a:pt x="370" y="522"/>
                  </a:lnTo>
                  <a:lnTo>
                    <a:pt x="372" y="519"/>
                  </a:lnTo>
                  <a:lnTo>
                    <a:pt x="374" y="517"/>
                  </a:lnTo>
                  <a:lnTo>
                    <a:pt x="375" y="515"/>
                  </a:lnTo>
                  <a:lnTo>
                    <a:pt x="375" y="512"/>
                  </a:lnTo>
                  <a:lnTo>
                    <a:pt x="375" y="509"/>
                  </a:lnTo>
                  <a:lnTo>
                    <a:pt x="376" y="506"/>
                  </a:lnTo>
                  <a:lnTo>
                    <a:pt x="379" y="505"/>
                  </a:lnTo>
                  <a:lnTo>
                    <a:pt x="381" y="504"/>
                  </a:lnTo>
                  <a:lnTo>
                    <a:pt x="383" y="503"/>
                  </a:lnTo>
                  <a:lnTo>
                    <a:pt x="384" y="500"/>
                  </a:lnTo>
                  <a:lnTo>
                    <a:pt x="384" y="497"/>
                  </a:lnTo>
                  <a:lnTo>
                    <a:pt x="386" y="494"/>
                  </a:lnTo>
                  <a:lnTo>
                    <a:pt x="388" y="492"/>
                  </a:lnTo>
                  <a:lnTo>
                    <a:pt x="390" y="491"/>
                  </a:lnTo>
                  <a:lnTo>
                    <a:pt x="392" y="489"/>
                  </a:lnTo>
                  <a:lnTo>
                    <a:pt x="394" y="488"/>
                  </a:lnTo>
                  <a:lnTo>
                    <a:pt x="396" y="489"/>
                  </a:lnTo>
                  <a:lnTo>
                    <a:pt x="398" y="493"/>
                  </a:lnTo>
                  <a:lnTo>
                    <a:pt x="399" y="496"/>
                  </a:lnTo>
                  <a:lnTo>
                    <a:pt x="401" y="498"/>
                  </a:lnTo>
                  <a:lnTo>
                    <a:pt x="402" y="497"/>
                  </a:lnTo>
                  <a:lnTo>
                    <a:pt x="405" y="495"/>
                  </a:lnTo>
                  <a:lnTo>
                    <a:pt x="407" y="494"/>
                  </a:lnTo>
                  <a:lnTo>
                    <a:pt x="408" y="495"/>
                  </a:lnTo>
                  <a:lnTo>
                    <a:pt x="409" y="498"/>
                  </a:lnTo>
                  <a:lnTo>
                    <a:pt x="410" y="500"/>
                  </a:lnTo>
                  <a:lnTo>
                    <a:pt x="411" y="502"/>
                  </a:lnTo>
                  <a:lnTo>
                    <a:pt x="413" y="503"/>
                  </a:lnTo>
                  <a:lnTo>
                    <a:pt x="414" y="505"/>
                  </a:lnTo>
                  <a:lnTo>
                    <a:pt x="414" y="508"/>
                  </a:lnTo>
                  <a:lnTo>
                    <a:pt x="414" y="511"/>
                  </a:lnTo>
                  <a:lnTo>
                    <a:pt x="414" y="514"/>
                  </a:lnTo>
                  <a:lnTo>
                    <a:pt x="414" y="517"/>
                  </a:lnTo>
                  <a:lnTo>
                    <a:pt x="415" y="520"/>
                  </a:lnTo>
                  <a:close/>
                </a:path>
              </a:pathLst>
            </a:custGeom>
            <a:solidFill>
              <a:srgbClr val="59A3CD">
                <a:alpha val="24000"/>
              </a:srgbClr>
            </a:solidFill>
            <a:ln>
              <a:noFill/>
            </a:ln>
          </p:spPr>
          <p:txBody>
            <a:bodyPr anchor="ctr"/>
            <a:lstStyle/>
            <a:p>
              <a:pPr algn="ctr">
                <a:buNone/>
              </a:pPr>
            </a:p>
          </p:txBody>
        </p:sp>
        <p:sp>
          <p:nvSpPr>
            <p:cNvPr id="749" name="addition:spatial:131"/>
            <p:cNvSpPr>
              <a:spLocks noGrp="1"/>
            </p:cNvSpPr>
            <p:nvPr/>
          </p:nvSpPr>
          <p:spPr>
            <a:xfrm>
              <a:off x="5648325" y="1666875"/>
              <a:ext cx="1111087" cy="1260272"/>
            </a:xfrm>
            <a:custGeom>
              <a:avLst/>
              <a:gdLst/>
              <a:ahLst/>
              <a:cxnLst/>
              <a:rect l="l" t="t" r="r" b="b"/>
              <a:pathLst>
                <a:path w="838" h="745">
                  <a:moveTo>
                    <a:pt x="0" y="0"/>
                  </a:moveTo>
                  <a:moveTo>
                    <a:pt x="820" y="596"/>
                  </a:moveTo>
                  <a:lnTo>
                    <a:pt x="825" y="608"/>
                  </a:lnTo>
                  <a:lnTo>
                    <a:pt x="832" y="621"/>
                  </a:lnTo>
                  <a:lnTo>
                    <a:pt x="838" y="635"/>
                  </a:lnTo>
                  <a:lnTo>
                    <a:pt x="836" y="648"/>
                  </a:lnTo>
                  <a:lnTo>
                    <a:pt x="825" y="657"/>
                  </a:lnTo>
                  <a:lnTo>
                    <a:pt x="811" y="664"/>
                  </a:lnTo>
                  <a:lnTo>
                    <a:pt x="802" y="673"/>
                  </a:lnTo>
                  <a:lnTo>
                    <a:pt x="799" y="685"/>
                  </a:lnTo>
                  <a:lnTo>
                    <a:pt x="795" y="699"/>
                  </a:lnTo>
                  <a:lnTo>
                    <a:pt x="784" y="706"/>
                  </a:lnTo>
                  <a:lnTo>
                    <a:pt x="765" y="705"/>
                  </a:lnTo>
                  <a:lnTo>
                    <a:pt x="745" y="700"/>
                  </a:lnTo>
                  <a:lnTo>
                    <a:pt x="730" y="699"/>
                  </a:lnTo>
                  <a:lnTo>
                    <a:pt x="720" y="708"/>
                  </a:lnTo>
                  <a:lnTo>
                    <a:pt x="710" y="724"/>
                  </a:lnTo>
                  <a:lnTo>
                    <a:pt x="696" y="738"/>
                  </a:lnTo>
                  <a:lnTo>
                    <a:pt x="679" y="745"/>
                  </a:lnTo>
                  <a:lnTo>
                    <a:pt x="661" y="745"/>
                  </a:lnTo>
                  <a:lnTo>
                    <a:pt x="642" y="743"/>
                  </a:lnTo>
                  <a:lnTo>
                    <a:pt x="624" y="740"/>
                  </a:lnTo>
                  <a:lnTo>
                    <a:pt x="607" y="733"/>
                  </a:lnTo>
                  <a:lnTo>
                    <a:pt x="594" y="720"/>
                  </a:lnTo>
                  <a:lnTo>
                    <a:pt x="586" y="703"/>
                  </a:lnTo>
                  <a:lnTo>
                    <a:pt x="578" y="691"/>
                  </a:lnTo>
                  <a:lnTo>
                    <a:pt x="563" y="688"/>
                  </a:lnTo>
                  <a:lnTo>
                    <a:pt x="542" y="689"/>
                  </a:lnTo>
                  <a:lnTo>
                    <a:pt x="522" y="688"/>
                  </a:lnTo>
                  <a:lnTo>
                    <a:pt x="509" y="679"/>
                  </a:lnTo>
                  <a:lnTo>
                    <a:pt x="507" y="665"/>
                  </a:lnTo>
                  <a:lnTo>
                    <a:pt x="507" y="652"/>
                  </a:lnTo>
                  <a:lnTo>
                    <a:pt x="500" y="642"/>
                  </a:lnTo>
                  <a:lnTo>
                    <a:pt x="486" y="633"/>
                  </a:lnTo>
                  <a:lnTo>
                    <a:pt x="473" y="622"/>
                  </a:lnTo>
                  <a:lnTo>
                    <a:pt x="470" y="609"/>
                  </a:lnTo>
                  <a:lnTo>
                    <a:pt x="477" y="596"/>
                  </a:lnTo>
                  <a:lnTo>
                    <a:pt x="489" y="584"/>
                  </a:lnTo>
                  <a:lnTo>
                    <a:pt x="499" y="572"/>
                  </a:lnTo>
                  <a:lnTo>
                    <a:pt x="509" y="561"/>
                  </a:lnTo>
                  <a:lnTo>
                    <a:pt x="521" y="552"/>
                  </a:lnTo>
                  <a:lnTo>
                    <a:pt x="537" y="545"/>
                  </a:lnTo>
                  <a:lnTo>
                    <a:pt x="550" y="538"/>
                  </a:lnTo>
                  <a:lnTo>
                    <a:pt x="554" y="527"/>
                  </a:lnTo>
                  <a:lnTo>
                    <a:pt x="550" y="508"/>
                  </a:lnTo>
                  <a:lnTo>
                    <a:pt x="547" y="487"/>
                  </a:lnTo>
                  <a:lnTo>
                    <a:pt x="554" y="472"/>
                  </a:lnTo>
                  <a:lnTo>
                    <a:pt x="572" y="468"/>
                  </a:lnTo>
                  <a:lnTo>
                    <a:pt x="593" y="471"/>
                  </a:lnTo>
                  <a:lnTo>
                    <a:pt x="612" y="475"/>
                  </a:lnTo>
                  <a:lnTo>
                    <a:pt x="626" y="472"/>
                  </a:lnTo>
                  <a:lnTo>
                    <a:pt x="637" y="466"/>
                  </a:lnTo>
                  <a:lnTo>
                    <a:pt x="650" y="462"/>
                  </a:lnTo>
                  <a:lnTo>
                    <a:pt x="664" y="465"/>
                  </a:lnTo>
                  <a:lnTo>
                    <a:pt x="676" y="470"/>
                  </a:lnTo>
                  <a:lnTo>
                    <a:pt x="687" y="473"/>
                  </a:lnTo>
                  <a:lnTo>
                    <a:pt x="699" y="471"/>
                  </a:lnTo>
                  <a:lnTo>
                    <a:pt x="712" y="471"/>
                  </a:lnTo>
                  <a:lnTo>
                    <a:pt x="724" y="474"/>
                  </a:lnTo>
                  <a:lnTo>
                    <a:pt x="733" y="481"/>
                  </a:lnTo>
                  <a:lnTo>
                    <a:pt x="744" y="486"/>
                  </a:lnTo>
                  <a:lnTo>
                    <a:pt x="761" y="486"/>
                  </a:lnTo>
                  <a:lnTo>
                    <a:pt x="782" y="486"/>
                  </a:lnTo>
                  <a:lnTo>
                    <a:pt x="799" y="491"/>
                  </a:lnTo>
                  <a:lnTo>
                    <a:pt x="803" y="506"/>
                  </a:lnTo>
                  <a:lnTo>
                    <a:pt x="795" y="526"/>
                  </a:lnTo>
                  <a:lnTo>
                    <a:pt x="784" y="544"/>
                  </a:lnTo>
                  <a:lnTo>
                    <a:pt x="781" y="556"/>
                  </a:lnTo>
                  <a:lnTo>
                    <a:pt x="790" y="565"/>
                  </a:lnTo>
                  <a:lnTo>
                    <a:pt x="803" y="574"/>
                  </a:lnTo>
                  <a:lnTo>
                    <a:pt x="814" y="584"/>
                  </a:lnTo>
                  <a:close/>
                </a:path>
              </a:pathLst>
            </a:custGeom>
            <a:solidFill>
              <a:srgbClr val="F5DAC5">
                <a:alpha val="43000"/>
              </a:srgbClr>
            </a:solidFill>
            <a:ln>
              <a:noFill/>
            </a:ln>
          </p:spPr>
          <p:txBody>
            <a:bodyPr anchor="ctr"/>
            <a:lstStyle/>
            <a:p>
              <a:pPr algn="ctr">
                <a:buNone/>
              </a:pPr>
            </a:p>
          </p:txBody>
        </p:sp>
        <p:sp>
          <p:nvSpPr>
            <p:cNvPr id="750" name="addition:spatial:132"/>
            <p:cNvSpPr>
              <a:spLocks noGrp="1"/>
            </p:cNvSpPr>
            <p:nvPr/>
          </p:nvSpPr>
          <p:spPr>
            <a:xfrm>
              <a:off x="5648325" y="1666875"/>
              <a:ext cx="1075289" cy="1223056"/>
            </a:xfrm>
            <a:custGeom>
              <a:avLst/>
              <a:gdLst/>
              <a:ahLst/>
              <a:cxnLst/>
              <a:rect l="l" t="t" r="r" b="b"/>
              <a:pathLst>
                <a:path w="811" h="723">
                  <a:moveTo>
                    <a:pt x="0" y="0"/>
                  </a:moveTo>
                  <a:moveTo>
                    <a:pt x="800" y="601"/>
                  </a:moveTo>
                  <a:lnTo>
                    <a:pt x="808" y="612"/>
                  </a:lnTo>
                  <a:lnTo>
                    <a:pt x="811" y="623"/>
                  </a:lnTo>
                  <a:lnTo>
                    <a:pt x="808" y="633"/>
                  </a:lnTo>
                  <a:lnTo>
                    <a:pt x="805" y="643"/>
                  </a:lnTo>
                  <a:lnTo>
                    <a:pt x="803" y="654"/>
                  </a:lnTo>
                  <a:lnTo>
                    <a:pt x="800" y="666"/>
                  </a:lnTo>
                  <a:lnTo>
                    <a:pt x="789" y="673"/>
                  </a:lnTo>
                  <a:lnTo>
                    <a:pt x="771" y="674"/>
                  </a:lnTo>
                  <a:lnTo>
                    <a:pt x="750" y="672"/>
                  </a:lnTo>
                  <a:lnTo>
                    <a:pt x="736" y="672"/>
                  </a:lnTo>
                  <a:lnTo>
                    <a:pt x="730" y="681"/>
                  </a:lnTo>
                  <a:lnTo>
                    <a:pt x="727" y="698"/>
                  </a:lnTo>
                  <a:lnTo>
                    <a:pt x="721" y="713"/>
                  </a:lnTo>
                  <a:lnTo>
                    <a:pt x="708" y="722"/>
                  </a:lnTo>
                  <a:lnTo>
                    <a:pt x="692" y="723"/>
                  </a:lnTo>
                  <a:lnTo>
                    <a:pt x="676" y="722"/>
                  </a:lnTo>
                  <a:lnTo>
                    <a:pt x="661" y="722"/>
                  </a:lnTo>
                  <a:lnTo>
                    <a:pt x="645" y="722"/>
                  </a:lnTo>
                  <a:lnTo>
                    <a:pt x="630" y="719"/>
                  </a:lnTo>
                  <a:lnTo>
                    <a:pt x="617" y="711"/>
                  </a:lnTo>
                  <a:lnTo>
                    <a:pt x="606" y="703"/>
                  </a:lnTo>
                  <a:lnTo>
                    <a:pt x="594" y="699"/>
                  </a:lnTo>
                  <a:lnTo>
                    <a:pt x="580" y="699"/>
                  </a:lnTo>
                  <a:lnTo>
                    <a:pt x="566" y="697"/>
                  </a:lnTo>
                  <a:lnTo>
                    <a:pt x="557" y="690"/>
                  </a:lnTo>
                  <a:lnTo>
                    <a:pt x="554" y="678"/>
                  </a:lnTo>
                  <a:lnTo>
                    <a:pt x="551" y="668"/>
                  </a:lnTo>
                  <a:lnTo>
                    <a:pt x="542" y="663"/>
                  </a:lnTo>
                  <a:lnTo>
                    <a:pt x="524" y="661"/>
                  </a:lnTo>
                  <a:lnTo>
                    <a:pt x="505" y="657"/>
                  </a:lnTo>
                  <a:lnTo>
                    <a:pt x="494" y="649"/>
                  </a:lnTo>
                  <a:lnTo>
                    <a:pt x="497" y="636"/>
                  </a:lnTo>
                  <a:lnTo>
                    <a:pt x="508" y="623"/>
                  </a:lnTo>
                  <a:lnTo>
                    <a:pt x="518" y="611"/>
                  </a:lnTo>
                  <a:lnTo>
                    <a:pt x="525" y="601"/>
                  </a:lnTo>
                  <a:lnTo>
                    <a:pt x="530" y="591"/>
                  </a:lnTo>
                  <a:lnTo>
                    <a:pt x="538" y="583"/>
                  </a:lnTo>
                  <a:lnTo>
                    <a:pt x="545" y="574"/>
                  </a:lnTo>
                  <a:lnTo>
                    <a:pt x="547" y="565"/>
                  </a:lnTo>
                  <a:lnTo>
                    <a:pt x="543" y="553"/>
                  </a:lnTo>
                  <a:lnTo>
                    <a:pt x="538" y="538"/>
                  </a:lnTo>
                  <a:lnTo>
                    <a:pt x="540" y="526"/>
                  </a:lnTo>
                  <a:lnTo>
                    <a:pt x="551" y="519"/>
                  </a:lnTo>
                  <a:lnTo>
                    <a:pt x="567" y="516"/>
                  </a:lnTo>
                  <a:lnTo>
                    <a:pt x="580" y="513"/>
                  </a:lnTo>
                  <a:lnTo>
                    <a:pt x="587" y="505"/>
                  </a:lnTo>
                  <a:lnTo>
                    <a:pt x="592" y="494"/>
                  </a:lnTo>
                  <a:lnTo>
                    <a:pt x="601" y="485"/>
                  </a:lnTo>
                  <a:lnTo>
                    <a:pt x="614" y="485"/>
                  </a:lnTo>
                  <a:lnTo>
                    <a:pt x="627" y="492"/>
                  </a:lnTo>
                  <a:lnTo>
                    <a:pt x="639" y="499"/>
                  </a:lnTo>
                  <a:lnTo>
                    <a:pt x="648" y="500"/>
                  </a:lnTo>
                  <a:lnTo>
                    <a:pt x="658" y="498"/>
                  </a:lnTo>
                  <a:lnTo>
                    <a:pt x="668" y="495"/>
                  </a:lnTo>
                  <a:lnTo>
                    <a:pt x="679" y="494"/>
                  </a:lnTo>
                  <a:lnTo>
                    <a:pt x="690" y="493"/>
                  </a:lnTo>
                  <a:lnTo>
                    <a:pt x="704" y="490"/>
                  </a:lnTo>
                  <a:lnTo>
                    <a:pt x="721" y="486"/>
                  </a:lnTo>
                  <a:lnTo>
                    <a:pt x="737" y="488"/>
                  </a:lnTo>
                  <a:lnTo>
                    <a:pt x="746" y="498"/>
                  </a:lnTo>
                  <a:lnTo>
                    <a:pt x="746" y="515"/>
                  </a:lnTo>
                  <a:lnTo>
                    <a:pt x="743" y="532"/>
                  </a:lnTo>
                  <a:lnTo>
                    <a:pt x="746" y="542"/>
                  </a:lnTo>
                  <a:lnTo>
                    <a:pt x="757" y="548"/>
                  </a:lnTo>
                  <a:lnTo>
                    <a:pt x="773" y="553"/>
                  </a:lnTo>
                  <a:lnTo>
                    <a:pt x="784" y="561"/>
                  </a:lnTo>
                  <a:lnTo>
                    <a:pt x="787" y="571"/>
                  </a:lnTo>
                  <a:lnTo>
                    <a:pt x="788" y="581"/>
                  </a:lnTo>
                  <a:lnTo>
                    <a:pt x="791" y="591"/>
                  </a:lnTo>
                  <a:close/>
                </a:path>
              </a:pathLst>
            </a:custGeom>
            <a:solidFill>
              <a:srgbClr val="ECB78D">
                <a:alpha val="43000"/>
              </a:srgbClr>
            </a:solidFill>
            <a:ln>
              <a:noFill/>
            </a:ln>
          </p:spPr>
          <p:txBody>
            <a:bodyPr anchor="ctr"/>
            <a:lstStyle/>
            <a:p>
              <a:pPr algn="ctr">
                <a:buNone/>
              </a:pPr>
            </a:p>
          </p:txBody>
        </p:sp>
        <p:sp>
          <p:nvSpPr>
            <p:cNvPr id="751" name="addition:spatial:133"/>
            <p:cNvSpPr>
              <a:spLocks noGrp="1"/>
            </p:cNvSpPr>
            <p:nvPr/>
          </p:nvSpPr>
          <p:spPr>
            <a:xfrm>
              <a:off x="5648325" y="1666875"/>
              <a:ext cx="1056726" cy="1202756"/>
            </a:xfrm>
            <a:custGeom>
              <a:avLst/>
              <a:gdLst/>
              <a:ahLst/>
              <a:cxnLst/>
              <a:rect l="l" t="t" r="r" b="b"/>
              <a:pathLst>
                <a:path w="797" h="711">
                  <a:moveTo>
                    <a:pt x="0" y="0"/>
                  </a:moveTo>
                  <a:moveTo>
                    <a:pt x="794" y="606"/>
                  </a:moveTo>
                  <a:lnTo>
                    <a:pt x="782" y="615"/>
                  </a:lnTo>
                  <a:lnTo>
                    <a:pt x="770" y="623"/>
                  </a:lnTo>
                  <a:lnTo>
                    <a:pt x="763" y="630"/>
                  </a:lnTo>
                  <a:lnTo>
                    <a:pt x="763" y="639"/>
                  </a:lnTo>
                  <a:lnTo>
                    <a:pt x="764" y="650"/>
                  </a:lnTo>
                  <a:lnTo>
                    <a:pt x="758" y="658"/>
                  </a:lnTo>
                  <a:lnTo>
                    <a:pt x="745" y="663"/>
                  </a:lnTo>
                  <a:lnTo>
                    <a:pt x="730" y="665"/>
                  </a:lnTo>
                  <a:lnTo>
                    <a:pt x="720" y="670"/>
                  </a:lnTo>
                  <a:lnTo>
                    <a:pt x="716" y="679"/>
                  </a:lnTo>
                  <a:lnTo>
                    <a:pt x="712" y="692"/>
                  </a:lnTo>
                  <a:lnTo>
                    <a:pt x="705" y="703"/>
                  </a:lnTo>
                  <a:lnTo>
                    <a:pt x="694" y="708"/>
                  </a:lnTo>
                  <a:lnTo>
                    <a:pt x="681" y="710"/>
                  </a:lnTo>
                  <a:lnTo>
                    <a:pt x="669" y="711"/>
                  </a:lnTo>
                  <a:lnTo>
                    <a:pt x="657" y="711"/>
                  </a:lnTo>
                  <a:lnTo>
                    <a:pt x="645" y="708"/>
                  </a:lnTo>
                  <a:lnTo>
                    <a:pt x="635" y="700"/>
                  </a:lnTo>
                  <a:lnTo>
                    <a:pt x="627" y="690"/>
                  </a:lnTo>
                  <a:lnTo>
                    <a:pt x="620" y="685"/>
                  </a:lnTo>
                  <a:lnTo>
                    <a:pt x="611" y="688"/>
                  </a:lnTo>
                  <a:lnTo>
                    <a:pt x="598" y="696"/>
                  </a:lnTo>
                  <a:lnTo>
                    <a:pt x="584" y="701"/>
                  </a:lnTo>
                  <a:lnTo>
                    <a:pt x="574" y="698"/>
                  </a:lnTo>
                  <a:lnTo>
                    <a:pt x="569" y="689"/>
                  </a:lnTo>
                  <a:lnTo>
                    <a:pt x="566" y="679"/>
                  </a:lnTo>
                  <a:lnTo>
                    <a:pt x="561" y="672"/>
                  </a:lnTo>
                  <a:lnTo>
                    <a:pt x="552" y="667"/>
                  </a:lnTo>
                  <a:lnTo>
                    <a:pt x="543" y="661"/>
                  </a:lnTo>
                  <a:lnTo>
                    <a:pt x="540" y="652"/>
                  </a:lnTo>
                  <a:lnTo>
                    <a:pt x="542" y="641"/>
                  </a:lnTo>
                  <a:lnTo>
                    <a:pt x="544" y="632"/>
                  </a:lnTo>
                  <a:lnTo>
                    <a:pt x="544" y="623"/>
                  </a:lnTo>
                  <a:lnTo>
                    <a:pt x="542" y="615"/>
                  </a:lnTo>
                  <a:lnTo>
                    <a:pt x="543" y="606"/>
                  </a:lnTo>
                  <a:lnTo>
                    <a:pt x="548" y="598"/>
                  </a:lnTo>
                  <a:lnTo>
                    <a:pt x="550" y="590"/>
                  </a:lnTo>
                  <a:lnTo>
                    <a:pt x="545" y="581"/>
                  </a:lnTo>
                  <a:lnTo>
                    <a:pt x="533" y="569"/>
                  </a:lnTo>
                  <a:lnTo>
                    <a:pt x="523" y="556"/>
                  </a:lnTo>
                  <a:lnTo>
                    <a:pt x="523" y="544"/>
                  </a:lnTo>
                  <a:lnTo>
                    <a:pt x="535" y="539"/>
                  </a:lnTo>
                  <a:lnTo>
                    <a:pt x="552" y="539"/>
                  </a:lnTo>
                  <a:lnTo>
                    <a:pt x="565" y="538"/>
                  </a:lnTo>
                  <a:lnTo>
                    <a:pt x="573" y="534"/>
                  </a:lnTo>
                  <a:lnTo>
                    <a:pt x="579" y="528"/>
                  </a:lnTo>
                  <a:lnTo>
                    <a:pt x="586" y="523"/>
                  </a:lnTo>
                  <a:lnTo>
                    <a:pt x="595" y="520"/>
                  </a:lnTo>
                  <a:lnTo>
                    <a:pt x="604" y="518"/>
                  </a:lnTo>
                  <a:lnTo>
                    <a:pt x="613" y="513"/>
                  </a:lnTo>
                  <a:lnTo>
                    <a:pt x="623" y="506"/>
                  </a:lnTo>
                  <a:lnTo>
                    <a:pt x="634" y="501"/>
                  </a:lnTo>
                  <a:lnTo>
                    <a:pt x="646" y="502"/>
                  </a:lnTo>
                  <a:lnTo>
                    <a:pt x="658" y="507"/>
                  </a:lnTo>
                  <a:lnTo>
                    <a:pt x="669" y="509"/>
                  </a:lnTo>
                  <a:lnTo>
                    <a:pt x="683" y="508"/>
                  </a:lnTo>
                  <a:lnTo>
                    <a:pt x="699" y="504"/>
                  </a:lnTo>
                  <a:lnTo>
                    <a:pt x="713" y="506"/>
                  </a:lnTo>
                  <a:lnTo>
                    <a:pt x="722" y="516"/>
                  </a:lnTo>
                  <a:lnTo>
                    <a:pt x="724" y="531"/>
                  </a:lnTo>
                  <a:lnTo>
                    <a:pt x="725" y="544"/>
                  </a:lnTo>
                  <a:lnTo>
                    <a:pt x="730" y="552"/>
                  </a:lnTo>
                  <a:lnTo>
                    <a:pt x="742" y="555"/>
                  </a:lnTo>
                  <a:lnTo>
                    <a:pt x="756" y="558"/>
                  </a:lnTo>
                  <a:lnTo>
                    <a:pt x="769" y="563"/>
                  </a:lnTo>
                  <a:lnTo>
                    <a:pt x="777" y="570"/>
                  </a:lnTo>
                  <a:lnTo>
                    <a:pt x="785" y="578"/>
                  </a:lnTo>
                  <a:lnTo>
                    <a:pt x="793" y="586"/>
                  </a:lnTo>
                  <a:lnTo>
                    <a:pt x="797" y="596"/>
                  </a:lnTo>
                  <a:close/>
                </a:path>
              </a:pathLst>
            </a:custGeom>
            <a:solidFill>
              <a:srgbClr val="E18B48">
                <a:alpha val="35000"/>
              </a:srgbClr>
            </a:solidFill>
            <a:ln>
              <a:noFill/>
            </a:ln>
          </p:spPr>
          <p:txBody>
            <a:bodyPr anchor="ctr"/>
            <a:lstStyle/>
            <a:p>
              <a:pPr algn="ctr">
                <a:buNone/>
              </a:pPr>
            </a:p>
          </p:txBody>
        </p:sp>
        <p:sp>
          <p:nvSpPr>
            <p:cNvPr id="752" name="addition:spatial:134"/>
            <p:cNvSpPr>
              <a:spLocks noGrp="1"/>
            </p:cNvSpPr>
            <p:nvPr/>
          </p:nvSpPr>
          <p:spPr>
            <a:xfrm>
              <a:off x="5648325" y="1666875"/>
              <a:ext cx="859170" cy="1053892"/>
            </a:xfrm>
            <a:custGeom>
              <a:avLst/>
              <a:gdLst/>
              <a:ahLst/>
              <a:cxnLst/>
              <a:rect l="l" t="t" r="r" b="b"/>
              <a:pathLst>
                <a:path w="648" h="623">
                  <a:moveTo>
                    <a:pt x="0" y="0"/>
                  </a:moveTo>
                  <a:moveTo>
                    <a:pt x="638" y="577"/>
                  </a:moveTo>
                  <a:lnTo>
                    <a:pt x="642" y="580"/>
                  </a:lnTo>
                  <a:lnTo>
                    <a:pt x="644" y="584"/>
                  </a:lnTo>
                  <a:lnTo>
                    <a:pt x="643" y="588"/>
                  </a:lnTo>
                  <a:lnTo>
                    <a:pt x="641" y="591"/>
                  </a:lnTo>
                  <a:lnTo>
                    <a:pt x="640" y="595"/>
                  </a:lnTo>
                  <a:lnTo>
                    <a:pt x="640" y="599"/>
                  </a:lnTo>
                  <a:lnTo>
                    <a:pt x="639" y="603"/>
                  </a:lnTo>
                  <a:lnTo>
                    <a:pt x="636" y="606"/>
                  </a:lnTo>
                  <a:lnTo>
                    <a:pt x="632" y="607"/>
                  </a:lnTo>
                  <a:lnTo>
                    <a:pt x="629" y="609"/>
                  </a:lnTo>
                  <a:lnTo>
                    <a:pt x="626" y="612"/>
                  </a:lnTo>
                  <a:lnTo>
                    <a:pt x="623" y="615"/>
                  </a:lnTo>
                  <a:lnTo>
                    <a:pt x="619" y="616"/>
                  </a:lnTo>
                  <a:lnTo>
                    <a:pt x="614" y="613"/>
                  </a:lnTo>
                  <a:lnTo>
                    <a:pt x="609" y="611"/>
                  </a:lnTo>
                  <a:lnTo>
                    <a:pt x="605" y="611"/>
                  </a:lnTo>
                  <a:lnTo>
                    <a:pt x="602" y="614"/>
                  </a:lnTo>
                  <a:lnTo>
                    <a:pt x="598" y="620"/>
                  </a:lnTo>
                  <a:lnTo>
                    <a:pt x="592" y="623"/>
                  </a:lnTo>
                  <a:lnTo>
                    <a:pt x="587" y="623"/>
                  </a:lnTo>
                  <a:lnTo>
                    <a:pt x="582" y="621"/>
                  </a:lnTo>
                  <a:lnTo>
                    <a:pt x="578" y="618"/>
                  </a:lnTo>
                  <a:lnTo>
                    <a:pt x="573" y="615"/>
                  </a:lnTo>
                  <a:lnTo>
                    <a:pt x="569" y="612"/>
                  </a:lnTo>
                  <a:lnTo>
                    <a:pt x="566" y="608"/>
                  </a:lnTo>
                  <a:lnTo>
                    <a:pt x="564" y="604"/>
                  </a:lnTo>
                  <a:lnTo>
                    <a:pt x="562" y="601"/>
                  </a:lnTo>
                  <a:lnTo>
                    <a:pt x="557" y="599"/>
                  </a:lnTo>
                  <a:lnTo>
                    <a:pt x="551" y="598"/>
                  </a:lnTo>
                  <a:lnTo>
                    <a:pt x="546" y="595"/>
                  </a:lnTo>
                  <a:lnTo>
                    <a:pt x="544" y="592"/>
                  </a:lnTo>
                  <a:lnTo>
                    <a:pt x="544" y="587"/>
                  </a:lnTo>
                  <a:lnTo>
                    <a:pt x="545" y="584"/>
                  </a:lnTo>
                  <a:lnTo>
                    <a:pt x="542" y="580"/>
                  </a:lnTo>
                  <a:lnTo>
                    <a:pt x="537" y="577"/>
                  </a:lnTo>
                  <a:lnTo>
                    <a:pt x="533" y="572"/>
                  </a:lnTo>
                  <a:lnTo>
                    <a:pt x="534" y="568"/>
                  </a:lnTo>
                  <a:lnTo>
                    <a:pt x="539" y="565"/>
                  </a:lnTo>
                  <a:lnTo>
                    <a:pt x="545" y="562"/>
                  </a:lnTo>
                  <a:lnTo>
                    <a:pt x="550" y="560"/>
                  </a:lnTo>
                  <a:lnTo>
                    <a:pt x="554" y="557"/>
                  </a:lnTo>
                  <a:lnTo>
                    <a:pt x="557" y="555"/>
                  </a:lnTo>
                  <a:lnTo>
                    <a:pt x="561" y="552"/>
                  </a:lnTo>
                  <a:lnTo>
                    <a:pt x="564" y="550"/>
                  </a:lnTo>
                  <a:lnTo>
                    <a:pt x="566" y="546"/>
                  </a:lnTo>
                  <a:lnTo>
                    <a:pt x="568" y="540"/>
                  </a:lnTo>
                  <a:lnTo>
                    <a:pt x="570" y="535"/>
                  </a:lnTo>
                  <a:lnTo>
                    <a:pt x="575" y="532"/>
                  </a:lnTo>
                  <a:lnTo>
                    <a:pt x="581" y="533"/>
                  </a:lnTo>
                  <a:lnTo>
                    <a:pt x="588" y="536"/>
                  </a:lnTo>
                  <a:lnTo>
                    <a:pt x="593" y="537"/>
                  </a:lnTo>
                  <a:lnTo>
                    <a:pt x="598" y="536"/>
                  </a:lnTo>
                  <a:lnTo>
                    <a:pt x="602" y="534"/>
                  </a:lnTo>
                  <a:lnTo>
                    <a:pt x="607" y="534"/>
                  </a:lnTo>
                  <a:lnTo>
                    <a:pt x="611" y="536"/>
                  </a:lnTo>
                  <a:lnTo>
                    <a:pt x="614" y="540"/>
                  </a:lnTo>
                  <a:lnTo>
                    <a:pt x="617" y="542"/>
                  </a:lnTo>
                  <a:lnTo>
                    <a:pt x="621" y="543"/>
                  </a:lnTo>
                  <a:lnTo>
                    <a:pt x="625" y="543"/>
                  </a:lnTo>
                  <a:lnTo>
                    <a:pt x="629" y="544"/>
                  </a:lnTo>
                  <a:lnTo>
                    <a:pt x="632" y="546"/>
                  </a:lnTo>
                  <a:lnTo>
                    <a:pt x="636" y="548"/>
                  </a:lnTo>
                  <a:lnTo>
                    <a:pt x="641" y="550"/>
                  </a:lnTo>
                  <a:lnTo>
                    <a:pt x="645" y="552"/>
                  </a:lnTo>
                  <a:lnTo>
                    <a:pt x="648" y="556"/>
                  </a:lnTo>
                  <a:lnTo>
                    <a:pt x="646" y="561"/>
                  </a:lnTo>
                  <a:lnTo>
                    <a:pt x="640" y="566"/>
                  </a:lnTo>
                  <a:lnTo>
                    <a:pt x="635" y="570"/>
                  </a:lnTo>
                  <a:lnTo>
                    <a:pt x="634" y="574"/>
                  </a:lnTo>
                  <a:close/>
                </a:path>
              </a:pathLst>
            </a:custGeom>
            <a:solidFill>
              <a:srgbClr val="ECB78D">
                <a:alpha val="32000"/>
              </a:srgbClr>
            </a:solidFill>
            <a:ln>
              <a:noFill/>
            </a:ln>
          </p:spPr>
          <p:txBody>
            <a:bodyPr anchor="ctr"/>
            <a:lstStyle/>
            <a:p>
              <a:pPr algn="ctr">
                <a:buNone/>
              </a:pPr>
            </a:p>
          </p:txBody>
        </p:sp>
        <p:sp>
          <p:nvSpPr>
            <p:cNvPr id="753" name="addition:spatial:135"/>
            <p:cNvSpPr>
              <a:spLocks noGrp="1"/>
            </p:cNvSpPr>
            <p:nvPr/>
          </p:nvSpPr>
          <p:spPr>
            <a:xfrm>
              <a:off x="5648325" y="1666875"/>
              <a:ext cx="918835" cy="992993"/>
            </a:xfrm>
            <a:custGeom>
              <a:avLst/>
              <a:gdLst/>
              <a:ahLst/>
              <a:cxnLst/>
              <a:rect l="l" t="t" r="r" b="b"/>
              <a:pathLst>
                <a:path w="693" h="587">
                  <a:moveTo>
                    <a:pt x="0" y="0"/>
                  </a:moveTo>
                  <a:moveTo>
                    <a:pt x="693" y="543"/>
                  </a:moveTo>
                  <a:lnTo>
                    <a:pt x="693" y="547"/>
                  </a:lnTo>
                  <a:lnTo>
                    <a:pt x="691" y="551"/>
                  </a:lnTo>
                  <a:lnTo>
                    <a:pt x="688" y="554"/>
                  </a:lnTo>
                  <a:lnTo>
                    <a:pt x="686" y="557"/>
                  </a:lnTo>
                  <a:lnTo>
                    <a:pt x="685" y="561"/>
                  </a:lnTo>
                  <a:lnTo>
                    <a:pt x="683" y="565"/>
                  </a:lnTo>
                  <a:lnTo>
                    <a:pt x="679" y="567"/>
                  </a:lnTo>
                  <a:lnTo>
                    <a:pt x="672" y="567"/>
                  </a:lnTo>
                  <a:lnTo>
                    <a:pt x="666" y="567"/>
                  </a:lnTo>
                  <a:lnTo>
                    <a:pt x="663" y="570"/>
                  </a:lnTo>
                  <a:lnTo>
                    <a:pt x="662" y="575"/>
                  </a:lnTo>
                  <a:lnTo>
                    <a:pt x="661" y="581"/>
                  </a:lnTo>
                  <a:lnTo>
                    <a:pt x="658" y="586"/>
                  </a:lnTo>
                  <a:lnTo>
                    <a:pt x="652" y="587"/>
                  </a:lnTo>
                  <a:lnTo>
                    <a:pt x="647" y="587"/>
                  </a:lnTo>
                  <a:lnTo>
                    <a:pt x="641" y="586"/>
                  </a:lnTo>
                  <a:lnTo>
                    <a:pt x="636" y="585"/>
                  </a:lnTo>
                  <a:lnTo>
                    <a:pt x="631" y="583"/>
                  </a:lnTo>
                  <a:lnTo>
                    <a:pt x="627" y="581"/>
                  </a:lnTo>
                  <a:lnTo>
                    <a:pt x="624" y="578"/>
                  </a:lnTo>
                  <a:lnTo>
                    <a:pt x="621" y="577"/>
                  </a:lnTo>
                  <a:lnTo>
                    <a:pt x="616" y="577"/>
                  </a:lnTo>
                  <a:lnTo>
                    <a:pt x="611" y="579"/>
                  </a:lnTo>
                  <a:lnTo>
                    <a:pt x="607" y="579"/>
                  </a:lnTo>
                  <a:lnTo>
                    <a:pt x="604" y="576"/>
                  </a:lnTo>
                  <a:lnTo>
                    <a:pt x="603" y="572"/>
                  </a:lnTo>
                  <a:lnTo>
                    <a:pt x="602" y="568"/>
                  </a:lnTo>
                  <a:lnTo>
                    <a:pt x="598" y="567"/>
                  </a:lnTo>
                  <a:lnTo>
                    <a:pt x="593" y="566"/>
                  </a:lnTo>
                  <a:lnTo>
                    <a:pt x="589" y="563"/>
                  </a:lnTo>
                  <a:lnTo>
                    <a:pt x="588" y="559"/>
                  </a:lnTo>
                  <a:lnTo>
                    <a:pt x="591" y="554"/>
                  </a:lnTo>
                  <a:lnTo>
                    <a:pt x="594" y="550"/>
                  </a:lnTo>
                  <a:lnTo>
                    <a:pt x="597" y="546"/>
                  </a:lnTo>
                  <a:lnTo>
                    <a:pt x="597" y="543"/>
                  </a:lnTo>
                  <a:lnTo>
                    <a:pt x="598" y="540"/>
                  </a:lnTo>
                  <a:lnTo>
                    <a:pt x="599" y="537"/>
                  </a:lnTo>
                  <a:lnTo>
                    <a:pt x="599" y="533"/>
                  </a:lnTo>
                  <a:lnTo>
                    <a:pt x="597" y="529"/>
                  </a:lnTo>
                  <a:lnTo>
                    <a:pt x="593" y="524"/>
                  </a:lnTo>
                  <a:lnTo>
                    <a:pt x="592" y="519"/>
                  </a:lnTo>
                  <a:lnTo>
                    <a:pt x="594" y="515"/>
                  </a:lnTo>
                  <a:lnTo>
                    <a:pt x="599" y="514"/>
                  </a:lnTo>
                  <a:lnTo>
                    <a:pt x="605" y="514"/>
                  </a:lnTo>
                  <a:lnTo>
                    <a:pt x="609" y="513"/>
                  </a:lnTo>
                  <a:lnTo>
                    <a:pt x="611" y="510"/>
                  </a:lnTo>
                  <a:lnTo>
                    <a:pt x="613" y="507"/>
                  </a:lnTo>
                  <a:lnTo>
                    <a:pt x="616" y="505"/>
                  </a:lnTo>
                  <a:lnTo>
                    <a:pt x="620" y="505"/>
                  </a:lnTo>
                  <a:lnTo>
                    <a:pt x="625" y="506"/>
                  </a:lnTo>
                  <a:lnTo>
                    <a:pt x="628" y="507"/>
                  </a:lnTo>
                  <a:lnTo>
                    <a:pt x="632" y="505"/>
                  </a:lnTo>
                  <a:lnTo>
                    <a:pt x="636" y="503"/>
                  </a:lnTo>
                  <a:lnTo>
                    <a:pt x="640" y="503"/>
                  </a:lnTo>
                  <a:lnTo>
                    <a:pt x="645" y="503"/>
                  </a:lnTo>
                  <a:lnTo>
                    <a:pt x="649" y="503"/>
                  </a:lnTo>
                  <a:lnTo>
                    <a:pt x="655" y="502"/>
                  </a:lnTo>
                  <a:lnTo>
                    <a:pt x="661" y="502"/>
                  </a:lnTo>
                  <a:lnTo>
                    <a:pt x="666" y="504"/>
                  </a:lnTo>
                  <a:lnTo>
                    <a:pt x="667" y="510"/>
                  </a:lnTo>
                  <a:lnTo>
                    <a:pt x="667" y="516"/>
                  </a:lnTo>
                  <a:lnTo>
                    <a:pt x="667" y="521"/>
                  </a:lnTo>
                  <a:lnTo>
                    <a:pt x="670" y="523"/>
                  </a:lnTo>
                  <a:lnTo>
                    <a:pt x="676" y="524"/>
                  </a:lnTo>
                  <a:lnTo>
                    <a:pt x="682" y="526"/>
                  </a:lnTo>
                  <a:lnTo>
                    <a:pt x="686" y="528"/>
                  </a:lnTo>
                  <a:lnTo>
                    <a:pt x="688" y="532"/>
                  </a:lnTo>
                  <a:lnTo>
                    <a:pt x="689" y="536"/>
                  </a:lnTo>
                  <a:lnTo>
                    <a:pt x="691" y="539"/>
                  </a:lnTo>
                  <a:close/>
                </a:path>
              </a:pathLst>
            </a:custGeom>
            <a:solidFill>
              <a:srgbClr val="ECB78D">
                <a:alpha val="32000"/>
              </a:srgbClr>
            </a:solidFill>
            <a:ln>
              <a:noFill/>
            </a:ln>
          </p:spPr>
          <p:txBody>
            <a:bodyPr anchor="ctr"/>
            <a:lstStyle/>
            <a:p>
              <a:pPr algn="ctr">
                <a:buNone/>
              </a:pPr>
            </a:p>
          </p:txBody>
        </p:sp>
        <p:sp>
          <p:nvSpPr>
            <p:cNvPr id="754" name="addition:spatial:136"/>
            <p:cNvSpPr>
              <a:spLocks noGrp="1"/>
            </p:cNvSpPr>
            <p:nvPr/>
          </p:nvSpPr>
          <p:spPr>
            <a:xfrm>
              <a:off x="5648325" y="1666875"/>
              <a:ext cx="977174" cy="1021751"/>
            </a:xfrm>
            <a:custGeom>
              <a:avLst/>
              <a:gdLst/>
              <a:ahLst/>
              <a:cxnLst/>
              <a:rect l="l" t="t" r="r" b="b"/>
              <a:pathLst>
                <a:path w="737" h="604">
                  <a:moveTo>
                    <a:pt x="0" y="0"/>
                  </a:moveTo>
                  <a:moveTo>
                    <a:pt x="728" y="552"/>
                  </a:moveTo>
                  <a:lnTo>
                    <a:pt x="733" y="556"/>
                  </a:lnTo>
                  <a:lnTo>
                    <a:pt x="737" y="561"/>
                  </a:lnTo>
                  <a:lnTo>
                    <a:pt x="737" y="565"/>
                  </a:lnTo>
                  <a:lnTo>
                    <a:pt x="734" y="568"/>
                  </a:lnTo>
                  <a:lnTo>
                    <a:pt x="730" y="571"/>
                  </a:lnTo>
                  <a:lnTo>
                    <a:pt x="729" y="575"/>
                  </a:lnTo>
                  <a:lnTo>
                    <a:pt x="729" y="579"/>
                  </a:lnTo>
                  <a:lnTo>
                    <a:pt x="729" y="584"/>
                  </a:lnTo>
                  <a:lnTo>
                    <a:pt x="727" y="587"/>
                  </a:lnTo>
                  <a:lnTo>
                    <a:pt x="722" y="588"/>
                  </a:lnTo>
                  <a:lnTo>
                    <a:pt x="717" y="588"/>
                  </a:lnTo>
                  <a:lnTo>
                    <a:pt x="713" y="589"/>
                  </a:lnTo>
                  <a:lnTo>
                    <a:pt x="709" y="590"/>
                  </a:lnTo>
                  <a:lnTo>
                    <a:pt x="705" y="591"/>
                  </a:lnTo>
                  <a:lnTo>
                    <a:pt x="701" y="591"/>
                  </a:lnTo>
                  <a:lnTo>
                    <a:pt x="697" y="591"/>
                  </a:lnTo>
                  <a:lnTo>
                    <a:pt x="694" y="594"/>
                  </a:lnTo>
                  <a:lnTo>
                    <a:pt x="689" y="599"/>
                  </a:lnTo>
                  <a:lnTo>
                    <a:pt x="683" y="603"/>
                  </a:lnTo>
                  <a:lnTo>
                    <a:pt x="677" y="604"/>
                  </a:lnTo>
                  <a:lnTo>
                    <a:pt x="672" y="600"/>
                  </a:lnTo>
                  <a:lnTo>
                    <a:pt x="669" y="594"/>
                  </a:lnTo>
                  <a:lnTo>
                    <a:pt x="667" y="588"/>
                  </a:lnTo>
                  <a:lnTo>
                    <a:pt x="663" y="586"/>
                  </a:lnTo>
                  <a:lnTo>
                    <a:pt x="658" y="585"/>
                  </a:lnTo>
                  <a:lnTo>
                    <a:pt x="653" y="583"/>
                  </a:lnTo>
                  <a:lnTo>
                    <a:pt x="650" y="580"/>
                  </a:lnTo>
                  <a:lnTo>
                    <a:pt x="647" y="577"/>
                  </a:lnTo>
                  <a:lnTo>
                    <a:pt x="644" y="574"/>
                  </a:lnTo>
                  <a:lnTo>
                    <a:pt x="640" y="571"/>
                  </a:lnTo>
                  <a:lnTo>
                    <a:pt x="636" y="568"/>
                  </a:lnTo>
                  <a:lnTo>
                    <a:pt x="634" y="564"/>
                  </a:lnTo>
                  <a:lnTo>
                    <a:pt x="634" y="560"/>
                  </a:lnTo>
                  <a:lnTo>
                    <a:pt x="633" y="556"/>
                  </a:lnTo>
                  <a:lnTo>
                    <a:pt x="631" y="552"/>
                  </a:lnTo>
                  <a:lnTo>
                    <a:pt x="628" y="548"/>
                  </a:lnTo>
                  <a:lnTo>
                    <a:pt x="628" y="543"/>
                  </a:lnTo>
                  <a:lnTo>
                    <a:pt x="632" y="540"/>
                  </a:lnTo>
                  <a:lnTo>
                    <a:pt x="640" y="537"/>
                  </a:lnTo>
                  <a:lnTo>
                    <a:pt x="648" y="536"/>
                  </a:lnTo>
                  <a:lnTo>
                    <a:pt x="652" y="534"/>
                  </a:lnTo>
                  <a:lnTo>
                    <a:pt x="652" y="530"/>
                  </a:lnTo>
                  <a:lnTo>
                    <a:pt x="652" y="524"/>
                  </a:lnTo>
                  <a:lnTo>
                    <a:pt x="653" y="520"/>
                  </a:lnTo>
                  <a:lnTo>
                    <a:pt x="657" y="516"/>
                  </a:lnTo>
                  <a:lnTo>
                    <a:pt x="661" y="513"/>
                  </a:lnTo>
                  <a:lnTo>
                    <a:pt x="665" y="510"/>
                  </a:lnTo>
                  <a:lnTo>
                    <a:pt x="669" y="508"/>
                  </a:lnTo>
                  <a:lnTo>
                    <a:pt x="674" y="507"/>
                  </a:lnTo>
                  <a:lnTo>
                    <a:pt x="680" y="508"/>
                  </a:lnTo>
                  <a:lnTo>
                    <a:pt x="685" y="510"/>
                  </a:lnTo>
                  <a:lnTo>
                    <a:pt x="689" y="511"/>
                  </a:lnTo>
                  <a:lnTo>
                    <a:pt x="693" y="510"/>
                  </a:lnTo>
                  <a:lnTo>
                    <a:pt x="698" y="508"/>
                  </a:lnTo>
                  <a:lnTo>
                    <a:pt x="702" y="508"/>
                  </a:lnTo>
                  <a:lnTo>
                    <a:pt x="705" y="512"/>
                  </a:lnTo>
                  <a:lnTo>
                    <a:pt x="707" y="517"/>
                  </a:lnTo>
                  <a:lnTo>
                    <a:pt x="709" y="519"/>
                  </a:lnTo>
                  <a:lnTo>
                    <a:pt x="714" y="518"/>
                  </a:lnTo>
                  <a:lnTo>
                    <a:pt x="720" y="517"/>
                  </a:lnTo>
                  <a:lnTo>
                    <a:pt x="725" y="517"/>
                  </a:lnTo>
                  <a:lnTo>
                    <a:pt x="729" y="519"/>
                  </a:lnTo>
                  <a:lnTo>
                    <a:pt x="730" y="523"/>
                  </a:lnTo>
                  <a:lnTo>
                    <a:pt x="731" y="528"/>
                  </a:lnTo>
                  <a:lnTo>
                    <a:pt x="731" y="532"/>
                  </a:lnTo>
                  <a:lnTo>
                    <a:pt x="731" y="537"/>
                  </a:lnTo>
                  <a:lnTo>
                    <a:pt x="729" y="541"/>
                  </a:lnTo>
                  <a:lnTo>
                    <a:pt x="726" y="545"/>
                  </a:lnTo>
                  <a:lnTo>
                    <a:pt x="725" y="549"/>
                  </a:lnTo>
                  <a:close/>
                </a:path>
              </a:pathLst>
            </a:custGeom>
            <a:solidFill>
              <a:srgbClr val="ECB78D">
                <a:alpha val="32000"/>
              </a:srgbClr>
            </a:solidFill>
            <a:ln>
              <a:noFill/>
            </a:ln>
          </p:spPr>
          <p:txBody>
            <a:bodyPr anchor="ctr"/>
            <a:lstStyle/>
            <a:p>
              <a:pPr algn="ctr">
                <a:buNone/>
              </a:pPr>
            </a:p>
          </p:txBody>
        </p:sp>
        <p:sp>
          <p:nvSpPr>
            <p:cNvPr id="755" name="addition:spatial:137"/>
            <p:cNvSpPr>
              <a:spLocks noGrp="1"/>
            </p:cNvSpPr>
            <p:nvPr/>
          </p:nvSpPr>
          <p:spPr>
            <a:xfrm>
              <a:off x="5648325" y="1666875"/>
              <a:ext cx="1051423" cy="1084341"/>
            </a:xfrm>
            <a:custGeom>
              <a:avLst/>
              <a:gdLst/>
              <a:ahLst/>
              <a:cxnLst/>
              <a:rect l="l" t="t" r="r" b="b"/>
              <a:pathLst>
                <a:path w="793" h="641">
                  <a:moveTo>
                    <a:pt x="0" y="0"/>
                  </a:moveTo>
                  <a:moveTo>
                    <a:pt x="789" y="589"/>
                  </a:moveTo>
                  <a:lnTo>
                    <a:pt x="792" y="594"/>
                  </a:lnTo>
                  <a:lnTo>
                    <a:pt x="793" y="599"/>
                  </a:lnTo>
                  <a:lnTo>
                    <a:pt x="788" y="603"/>
                  </a:lnTo>
                  <a:lnTo>
                    <a:pt x="780" y="606"/>
                  </a:lnTo>
                  <a:lnTo>
                    <a:pt x="774" y="608"/>
                  </a:lnTo>
                  <a:lnTo>
                    <a:pt x="771" y="611"/>
                  </a:lnTo>
                  <a:lnTo>
                    <a:pt x="771" y="616"/>
                  </a:lnTo>
                  <a:lnTo>
                    <a:pt x="770" y="621"/>
                  </a:lnTo>
                  <a:lnTo>
                    <a:pt x="766" y="624"/>
                  </a:lnTo>
                  <a:lnTo>
                    <a:pt x="761" y="625"/>
                  </a:lnTo>
                  <a:lnTo>
                    <a:pt x="755" y="626"/>
                  </a:lnTo>
                  <a:lnTo>
                    <a:pt x="751" y="629"/>
                  </a:lnTo>
                  <a:lnTo>
                    <a:pt x="747" y="633"/>
                  </a:lnTo>
                  <a:lnTo>
                    <a:pt x="743" y="637"/>
                  </a:lnTo>
                  <a:lnTo>
                    <a:pt x="737" y="639"/>
                  </a:lnTo>
                  <a:lnTo>
                    <a:pt x="731" y="640"/>
                  </a:lnTo>
                  <a:lnTo>
                    <a:pt x="725" y="640"/>
                  </a:lnTo>
                  <a:lnTo>
                    <a:pt x="720" y="641"/>
                  </a:lnTo>
                  <a:lnTo>
                    <a:pt x="714" y="640"/>
                  </a:lnTo>
                  <a:lnTo>
                    <a:pt x="709" y="637"/>
                  </a:lnTo>
                  <a:lnTo>
                    <a:pt x="706" y="631"/>
                  </a:lnTo>
                  <a:lnTo>
                    <a:pt x="704" y="625"/>
                  </a:lnTo>
                  <a:lnTo>
                    <a:pt x="701" y="623"/>
                  </a:lnTo>
                  <a:lnTo>
                    <a:pt x="696" y="625"/>
                  </a:lnTo>
                  <a:lnTo>
                    <a:pt x="688" y="627"/>
                  </a:lnTo>
                  <a:lnTo>
                    <a:pt x="682" y="627"/>
                  </a:lnTo>
                  <a:lnTo>
                    <a:pt x="678" y="624"/>
                  </a:lnTo>
                  <a:lnTo>
                    <a:pt x="677" y="619"/>
                  </a:lnTo>
                  <a:lnTo>
                    <a:pt x="677" y="615"/>
                  </a:lnTo>
                  <a:lnTo>
                    <a:pt x="675" y="611"/>
                  </a:lnTo>
                  <a:lnTo>
                    <a:pt x="674" y="607"/>
                  </a:lnTo>
                  <a:lnTo>
                    <a:pt x="674" y="602"/>
                  </a:lnTo>
                  <a:lnTo>
                    <a:pt x="676" y="598"/>
                  </a:lnTo>
                  <a:lnTo>
                    <a:pt x="678" y="593"/>
                  </a:lnTo>
                  <a:lnTo>
                    <a:pt x="678" y="589"/>
                  </a:lnTo>
                  <a:lnTo>
                    <a:pt x="677" y="585"/>
                  </a:lnTo>
                  <a:lnTo>
                    <a:pt x="677" y="581"/>
                  </a:lnTo>
                  <a:lnTo>
                    <a:pt x="680" y="577"/>
                  </a:lnTo>
                  <a:lnTo>
                    <a:pt x="684" y="574"/>
                  </a:lnTo>
                  <a:lnTo>
                    <a:pt x="687" y="571"/>
                  </a:lnTo>
                  <a:lnTo>
                    <a:pt x="685" y="566"/>
                  </a:lnTo>
                  <a:lnTo>
                    <a:pt x="682" y="559"/>
                  </a:lnTo>
                  <a:lnTo>
                    <a:pt x="681" y="553"/>
                  </a:lnTo>
                  <a:lnTo>
                    <a:pt x="684" y="549"/>
                  </a:lnTo>
                  <a:lnTo>
                    <a:pt x="690" y="548"/>
                  </a:lnTo>
                  <a:lnTo>
                    <a:pt x="697" y="549"/>
                  </a:lnTo>
                  <a:lnTo>
                    <a:pt x="702" y="550"/>
                  </a:lnTo>
                  <a:lnTo>
                    <a:pt x="706" y="549"/>
                  </a:lnTo>
                  <a:lnTo>
                    <a:pt x="709" y="548"/>
                  </a:lnTo>
                  <a:lnTo>
                    <a:pt x="713" y="548"/>
                  </a:lnTo>
                  <a:lnTo>
                    <a:pt x="717" y="547"/>
                  </a:lnTo>
                  <a:lnTo>
                    <a:pt x="721" y="545"/>
                  </a:lnTo>
                  <a:lnTo>
                    <a:pt x="725" y="542"/>
                  </a:lnTo>
                  <a:lnTo>
                    <a:pt x="730" y="538"/>
                  </a:lnTo>
                  <a:lnTo>
                    <a:pt x="735" y="538"/>
                  </a:lnTo>
                  <a:lnTo>
                    <a:pt x="739" y="542"/>
                  </a:lnTo>
                  <a:lnTo>
                    <a:pt x="743" y="546"/>
                  </a:lnTo>
                  <a:lnTo>
                    <a:pt x="747" y="548"/>
                  </a:lnTo>
                  <a:lnTo>
                    <a:pt x="753" y="549"/>
                  </a:lnTo>
                  <a:lnTo>
                    <a:pt x="760" y="549"/>
                  </a:lnTo>
                  <a:lnTo>
                    <a:pt x="765" y="552"/>
                  </a:lnTo>
                  <a:lnTo>
                    <a:pt x="766" y="557"/>
                  </a:lnTo>
                  <a:lnTo>
                    <a:pt x="766" y="563"/>
                  </a:lnTo>
                  <a:lnTo>
                    <a:pt x="766" y="568"/>
                  </a:lnTo>
                  <a:lnTo>
                    <a:pt x="768" y="572"/>
                  </a:lnTo>
                  <a:lnTo>
                    <a:pt x="773" y="574"/>
                  </a:lnTo>
                  <a:lnTo>
                    <a:pt x="778" y="577"/>
                  </a:lnTo>
                  <a:lnTo>
                    <a:pt x="781" y="581"/>
                  </a:lnTo>
                  <a:lnTo>
                    <a:pt x="785" y="585"/>
                  </a:lnTo>
                  <a:close/>
                </a:path>
              </a:pathLst>
            </a:custGeom>
            <a:solidFill>
              <a:srgbClr val="ECB78D">
                <a:alpha val="32000"/>
              </a:srgbClr>
            </a:solidFill>
            <a:ln>
              <a:noFill/>
            </a:ln>
          </p:spPr>
          <p:txBody>
            <a:bodyPr anchor="ctr"/>
            <a:lstStyle/>
            <a:p>
              <a:pPr algn="ctr">
                <a:buNone/>
              </a:pPr>
            </a:p>
          </p:txBody>
        </p:sp>
        <p:sp>
          <p:nvSpPr>
            <p:cNvPr id="756" name="addition:spatial:138"/>
            <p:cNvSpPr>
              <a:spLocks noGrp="1"/>
            </p:cNvSpPr>
            <p:nvPr/>
          </p:nvSpPr>
          <p:spPr>
            <a:xfrm>
              <a:off x="5648325" y="1666875"/>
              <a:ext cx="1014298" cy="1146932"/>
            </a:xfrm>
            <a:custGeom>
              <a:avLst/>
              <a:gdLst/>
              <a:ahLst/>
              <a:cxnLst/>
              <a:rect l="l" t="t" r="r" b="b"/>
              <a:pathLst>
                <a:path w="765" h="678">
                  <a:moveTo>
                    <a:pt x="0" y="0"/>
                  </a:moveTo>
                  <a:moveTo>
                    <a:pt x="765" y="630"/>
                  </a:moveTo>
                  <a:lnTo>
                    <a:pt x="765" y="635"/>
                  </a:lnTo>
                  <a:lnTo>
                    <a:pt x="760" y="639"/>
                  </a:lnTo>
                  <a:lnTo>
                    <a:pt x="751" y="642"/>
                  </a:lnTo>
                  <a:lnTo>
                    <a:pt x="742" y="644"/>
                  </a:lnTo>
                  <a:lnTo>
                    <a:pt x="736" y="647"/>
                  </a:lnTo>
                  <a:lnTo>
                    <a:pt x="736" y="651"/>
                  </a:lnTo>
                  <a:lnTo>
                    <a:pt x="739" y="658"/>
                  </a:lnTo>
                  <a:lnTo>
                    <a:pt x="740" y="664"/>
                  </a:lnTo>
                  <a:lnTo>
                    <a:pt x="736" y="669"/>
                  </a:lnTo>
                  <a:lnTo>
                    <a:pt x="730" y="671"/>
                  </a:lnTo>
                  <a:lnTo>
                    <a:pt x="723" y="673"/>
                  </a:lnTo>
                  <a:lnTo>
                    <a:pt x="718" y="675"/>
                  </a:lnTo>
                  <a:lnTo>
                    <a:pt x="712" y="677"/>
                  </a:lnTo>
                  <a:lnTo>
                    <a:pt x="706" y="678"/>
                  </a:lnTo>
                  <a:lnTo>
                    <a:pt x="700" y="677"/>
                  </a:lnTo>
                  <a:lnTo>
                    <a:pt x="695" y="676"/>
                  </a:lnTo>
                  <a:lnTo>
                    <a:pt x="690" y="676"/>
                  </a:lnTo>
                  <a:lnTo>
                    <a:pt x="685" y="678"/>
                  </a:lnTo>
                  <a:lnTo>
                    <a:pt x="680" y="678"/>
                  </a:lnTo>
                  <a:lnTo>
                    <a:pt x="675" y="676"/>
                  </a:lnTo>
                  <a:lnTo>
                    <a:pt x="672" y="672"/>
                  </a:lnTo>
                  <a:lnTo>
                    <a:pt x="669" y="669"/>
                  </a:lnTo>
                  <a:lnTo>
                    <a:pt x="663" y="670"/>
                  </a:lnTo>
                  <a:lnTo>
                    <a:pt x="655" y="672"/>
                  </a:lnTo>
                  <a:lnTo>
                    <a:pt x="647" y="674"/>
                  </a:lnTo>
                  <a:lnTo>
                    <a:pt x="641" y="672"/>
                  </a:lnTo>
                  <a:lnTo>
                    <a:pt x="639" y="666"/>
                  </a:lnTo>
                  <a:lnTo>
                    <a:pt x="640" y="660"/>
                  </a:lnTo>
                  <a:lnTo>
                    <a:pt x="640" y="654"/>
                  </a:lnTo>
                  <a:lnTo>
                    <a:pt x="639" y="650"/>
                  </a:lnTo>
                  <a:lnTo>
                    <a:pt x="638" y="646"/>
                  </a:lnTo>
                  <a:lnTo>
                    <a:pt x="638" y="642"/>
                  </a:lnTo>
                  <a:lnTo>
                    <a:pt x="638" y="638"/>
                  </a:lnTo>
                  <a:lnTo>
                    <a:pt x="635" y="634"/>
                  </a:lnTo>
                  <a:lnTo>
                    <a:pt x="629" y="630"/>
                  </a:lnTo>
                  <a:lnTo>
                    <a:pt x="623" y="625"/>
                  </a:lnTo>
                  <a:lnTo>
                    <a:pt x="620" y="620"/>
                  </a:lnTo>
                  <a:lnTo>
                    <a:pt x="623" y="616"/>
                  </a:lnTo>
                  <a:lnTo>
                    <a:pt x="628" y="613"/>
                  </a:lnTo>
                  <a:lnTo>
                    <a:pt x="631" y="609"/>
                  </a:lnTo>
                  <a:lnTo>
                    <a:pt x="631" y="605"/>
                  </a:lnTo>
                  <a:lnTo>
                    <a:pt x="630" y="599"/>
                  </a:lnTo>
                  <a:lnTo>
                    <a:pt x="632" y="595"/>
                  </a:lnTo>
                  <a:lnTo>
                    <a:pt x="638" y="593"/>
                  </a:lnTo>
                  <a:lnTo>
                    <a:pt x="646" y="593"/>
                  </a:lnTo>
                  <a:lnTo>
                    <a:pt x="653" y="594"/>
                  </a:lnTo>
                  <a:lnTo>
                    <a:pt x="658" y="593"/>
                  </a:lnTo>
                  <a:lnTo>
                    <a:pt x="662" y="590"/>
                  </a:lnTo>
                  <a:lnTo>
                    <a:pt x="666" y="587"/>
                  </a:lnTo>
                  <a:lnTo>
                    <a:pt x="672" y="585"/>
                  </a:lnTo>
                  <a:lnTo>
                    <a:pt x="677" y="582"/>
                  </a:lnTo>
                  <a:lnTo>
                    <a:pt x="684" y="578"/>
                  </a:lnTo>
                  <a:lnTo>
                    <a:pt x="691" y="574"/>
                  </a:lnTo>
                  <a:lnTo>
                    <a:pt x="699" y="573"/>
                  </a:lnTo>
                  <a:lnTo>
                    <a:pt x="706" y="576"/>
                  </a:lnTo>
                  <a:lnTo>
                    <a:pt x="711" y="583"/>
                  </a:lnTo>
                  <a:lnTo>
                    <a:pt x="715" y="589"/>
                  </a:lnTo>
                  <a:lnTo>
                    <a:pt x="719" y="592"/>
                  </a:lnTo>
                  <a:lnTo>
                    <a:pt x="726" y="593"/>
                  </a:lnTo>
                  <a:lnTo>
                    <a:pt x="734" y="593"/>
                  </a:lnTo>
                  <a:lnTo>
                    <a:pt x="740" y="595"/>
                  </a:lnTo>
                  <a:lnTo>
                    <a:pt x="743" y="599"/>
                  </a:lnTo>
                  <a:lnTo>
                    <a:pt x="745" y="603"/>
                  </a:lnTo>
                  <a:lnTo>
                    <a:pt x="749" y="606"/>
                  </a:lnTo>
                  <a:lnTo>
                    <a:pt x="754" y="609"/>
                  </a:lnTo>
                  <a:lnTo>
                    <a:pt x="760" y="612"/>
                  </a:lnTo>
                  <a:lnTo>
                    <a:pt x="762" y="616"/>
                  </a:lnTo>
                  <a:lnTo>
                    <a:pt x="763" y="621"/>
                  </a:lnTo>
                  <a:lnTo>
                    <a:pt x="764" y="625"/>
                  </a:lnTo>
                  <a:close/>
                </a:path>
              </a:pathLst>
            </a:custGeom>
            <a:solidFill>
              <a:srgbClr val="ECB78D">
                <a:alpha val="32000"/>
              </a:srgbClr>
            </a:solidFill>
            <a:ln>
              <a:noFill/>
            </a:ln>
          </p:spPr>
          <p:txBody>
            <a:bodyPr anchor="ctr"/>
            <a:lstStyle/>
            <a:p>
              <a:pPr algn="ctr">
                <a:buNone/>
              </a:pPr>
            </a:p>
          </p:txBody>
        </p:sp>
        <p:sp>
          <p:nvSpPr>
            <p:cNvPr id="757" name="addition:spatial:139"/>
            <p:cNvSpPr>
              <a:spLocks noGrp="1"/>
            </p:cNvSpPr>
            <p:nvPr/>
          </p:nvSpPr>
          <p:spPr>
            <a:xfrm>
              <a:off x="5648325" y="1666875"/>
              <a:ext cx="916183" cy="1160465"/>
            </a:xfrm>
            <a:custGeom>
              <a:avLst/>
              <a:gdLst/>
              <a:ahLst/>
              <a:cxnLst/>
              <a:rect l="l" t="t" r="r" b="b"/>
              <a:pathLst>
                <a:path w="691" h="686">
                  <a:moveTo>
                    <a:pt x="0" y="0"/>
                  </a:moveTo>
                  <a:moveTo>
                    <a:pt x="687" y="635"/>
                  </a:moveTo>
                  <a:lnTo>
                    <a:pt x="690" y="639"/>
                  </a:lnTo>
                  <a:lnTo>
                    <a:pt x="691" y="644"/>
                  </a:lnTo>
                  <a:lnTo>
                    <a:pt x="690" y="648"/>
                  </a:lnTo>
                  <a:lnTo>
                    <a:pt x="688" y="652"/>
                  </a:lnTo>
                  <a:lnTo>
                    <a:pt x="686" y="656"/>
                  </a:lnTo>
                  <a:lnTo>
                    <a:pt x="684" y="661"/>
                  </a:lnTo>
                  <a:lnTo>
                    <a:pt x="680" y="664"/>
                  </a:lnTo>
                  <a:lnTo>
                    <a:pt x="673" y="665"/>
                  </a:lnTo>
                  <a:lnTo>
                    <a:pt x="665" y="664"/>
                  </a:lnTo>
                  <a:lnTo>
                    <a:pt x="659" y="664"/>
                  </a:lnTo>
                  <a:lnTo>
                    <a:pt x="657" y="668"/>
                  </a:lnTo>
                  <a:lnTo>
                    <a:pt x="656" y="675"/>
                  </a:lnTo>
                  <a:lnTo>
                    <a:pt x="653" y="682"/>
                  </a:lnTo>
                  <a:lnTo>
                    <a:pt x="648" y="686"/>
                  </a:lnTo>
                  <a:lnTo>
                    <a:pt x="641" y="686"/>
                  </a:lnTo>
                  <a:lnTo>
                    <a:pt x="634" y="685"/>
                  </a:lnTo>
                  <a:lnTo>
                    <a:pt x="628" y="684"/>
                  </a:lnTo>
                  <a:lnTo>
                    <a:pt x="622" y="684"/>
                  </a:lnTo>
                  <a:lnTo>
                    <a:pt x="616" y="683"/>
                  </a:lnTo>
                  <a:lnTo>
                    <a:pt x="611" y="680"/>
                  </a:lnTo>
                  <a:lnTo>
                    <a:pt x="607" y="677"/>
                  </a:lnTo>
                  <a:lnTo>
                    <a:pt x="602" y="675"/>
                  </a:lnTo>
                  <a:lnTo>
                    <a:pt x="597" y="675"/>
                  </a:lnTo>
                  <a:lnTo>
                    <a:pt x="591" y="674"/>
                  </a:lnTo>
                  <a:lnTo>
                    <a:pt x="587" y="672"/>
                  </a:lnTo>
                  <a:lnTo>
                    <a:pt x="586" y="667"/>
                  </a:lnTo>
                  <a:lnTo>
                    <a:pt x="585" y="663"/>
                  </a:lnTo>
                  <a:lnTo>
                    <a:pt x="581" y="661"/>
                  </a:lnTo>
                  <a:lnTo>
                    <a:pt x="574" y="660"/>
                  </a:lnTo>
                  <a:lnTo>
                    <a:pt x="567" y="658"/>
                  </a:lnTo>
                  <a:lnTo>
                    <a:pt x="563" y="654"/>
                  </a:lnTo>
                  <a:lnTo>
                    <a:pt x="565" y="649"/>
                  </a:lnTo>
                  <a:lnTo>
                    <a:pt x="570" y="643"/>
                  </a:lnTo>
                  <a:lnTo>
                    <a:pt x="575" y="639"/>
                  </a:lnTo>
                  <a:lnTo>
                    <a:pt x="577" y="635"/>
                  </a:lnTo>
                  <a:lnTo>
                    <a:pt x="579" y="631"/>
                  </a:lnTo>
                  <a:lnTo>
                    <a:pt x="580" y="627"/>
                  </a:lnTo>
                  <a:lnTo>
                    <a:pt x="582" y="623"/>
                  </a:lnTo>
                  <a:lnTo>
                    <a:pt x="583" y="619"/>
                  </a:lnTo>
                  <a:lnTo>
                    <a:pt x="581" y="614"/>
                  </a:lnTo>
                  <a:lnTo>
                    <a:pt x="579" y="608"/>
                  </a:lnTo>
                  <a:lnTo>
                    <a:pt x="580" y="603"/>
                  </a:lnTo>
                  <a:lnTo>
                    <a:pt x="584" y="600"/>
                  </a:lnTo>
                  <a:lnTo>
                    <a:pt x="591" y="599"/>
                  </a:lnTo>
                  <a:lnTo>
                    <a:pt x="596" y="598"/>
                  </a:lnTo>
                  <a:lnTo>
                    <a:pt x="599" y="596"/>
                  </a:lnTo>
                  <a:lnTo>
                    <a:pt x="601" y="591"/>
                  </a:lnTo>
                  <a:lnTo>
                    <a:pt x="604" y="587"/>
                  </a:lnTo>
                  <a:lnTo>
                    <a:pt x="609" y="587"/>
                  </a:lnTo>
                  <a:lnTo>
                    <a:pt x="615" y="590"/>
                  </a:lnTo>
                  <a:lnTo>
                    <a:pt x="620" y="593"/>
                  </a:lnTo>
                  <a:lnTo>
                    <a:pt x="623" y="593"/>
                  </a:lnTo>
                  <a:lnTo>
                    <a:pt x="627" y="592"/>
                  </a:lnTo>
                  <a:lnTo>
                    <a:pt x="631" y="590"/>
                  </a:lnTo>
                  <a:lnTo>
                    <a:pt x="636" y="589"/>
                  </a:lnTo>
                  <a:lnTo>
                    <a:pt x="641" y="589"/>
                  </a:lnTo>
                  <a:lnTo>
                    <a:pt x="647" y="588"/>
                  </a:lnTo>
                  <a:lnTo>
                    <a:pt x="654" y="587"/>
                  </a:lnTo>
                  <a:lnTo>
                    <a:pt x="660" y="588"/>
                  </a:lnTo>
                  <a:lnTo>
                    <a:pt x="663" y="593"/>
                  </a:lnTo>
                  <a:lnTo>
                    <a:pt x="664" y="600"/>
                  </a:lnTo>
                  <a:lnTo>
                    <a:pt x="662" y="607"/>
                  </a:lnTo>
                  <a:lnTo>
                    <a:pt x="664" y="611"/>
                  </a:lnTo>
                  <a:lnTo>
                    <a:pt x="668" y="613"/>
                  </a:lnTo>
                  <a:lnTo>
                    <a:pt x="675" y="615"/>
                  </a:lnTo>
                  <a:lnTo>
                    <a:pt x="681" y="618"/>
                  </a:lnTo>
                  <a:lnTo>
                    <a:pt x="683" y="622"/>
                  </a:lnTo>
                  <a:lnTo>
                    <a:pt x="683" y="626"/>
                  </a:lnTo>
                  <a:lnTo>
                    <a:pt x="684" y="631"/>
                  </a:lnTo>
                  <a:close/>
                </a:path>
              </a:pathLst>
            </a:custGeom>
            <a:solidFill>
              <a:srgbClr val="ECB78D">
                <a:alpha val="32000"/>
              </a:srgbClr>
            </a:solidFill>
            <a:ln>
              <a:noFill/>
            </a:ln>
          </p:spPr>
          <p:txBody>
            <a:bodyPr anchor="ctr"/>
            <a:lstStyle/>
            <a:p>
              <a:pPr algn="ctr">
                <a:buNone/>
              </a:pPr>
            </a:p>
          </p:txBody>
        </p:sp>
        <p:sp>
          <p:nvSpPr>
            <p:cNvPr id="758" name="addition:spatial:140"/>
            <p:cNvSpPr>
              <a:spLocks noGrp="1"/>
            </p:cNvSpPr>
            <p:nvPr/>
          </p:nvSpPr>
          <p:spPr>
            <a:xfrm>
              <a:off x="5648325" y="1666875"/>
              <a:ext cx="837956" cy="1116482"/>
            </a:xfrm>
            <a:custGeom>
              <a:avLst/>
              <a:gdLst/>
              <a:ahLst/>
              <a:cxnLst/>
              <a:rect l="l" t="t" r="r" b="b"/>
              <a:pathLst>
                <a:path w="632" h="660">
                  <a:moveTo>
                    <a:pt x="0" y="0"/>
                  </a:moveTo>
                  <a:moveTo>
                    <a:pt x="630" y="617"/>
                  </a:moveTo>
                  <a:lnTo>
                    <a:pt x="631" y="621"/>
                  </a:lnTo>
                  <a:lnTo>
                    <a:pt x="632" y="625"/>
                  </a:lnTo>
                  <a:lnTo>
                    <a:pt x="630" y="629"/>
                  </a:lnTo>
                  <a:lnTo>
                    <a:pt x="625" y="632"/>
                  </a:lnTo>
                  <a:lnTo>
                    <a:pt x="618" y="633"/>
                  </a:lnTo>
                  <a:lnTo>
                    <a:pt x="612" y="634"/>
                  </a:lnTo>
                  <a:lnTo>
                    <a:pt x="610" y="637"/>
                  </a:lnTo>
                  <a:lnTo>
                    <a:pt x="611" y="642"/>
                  </a:lnTo>
                  <a:lnTo>
                    <a:pt x="610" y="647"/>
                  </a:lnTo>
                  <a:lnTo>
                    <a:pt x="608" y="651"/>
                  </a:lnTo>
                  <a:lnTo>
                    <a:pt x="603" y="652"/>
                  </a:lnTo>
                  <a:lnTo>
                    <a:pt x="598" y="653"/>
                  </a:lnTo>
                  <a:lnTo>
                    <a:pt x="594" y="655"/>
                  </a:lnTo>
                  <a:lnTo>
                    <a:pt x="590" y="658"/>
                  </a:lnTo>
                  <a:lnTo>
                    <a:pt x="586" y="660"/>
                  </a:lnTo>
                  <a:lnTo>
                    <a:pt x="581" y="660"/>
                  </a:lnTo>
                  <a:lnTo>
                    <a:pt x="576" y="659"/>
                  </a:lnTo>
                  <a:lnTo>
                    <a:pt x="572" y="658"/>
                  </a:lnTo>
                  <a:lnTo>
                    <a:pt x="568" y="658"/>
                  </a:lnTo>
                  <a:lnTo>
                    <a:pt x="564" y="657"/>
                  </a:lnTo>
                  <a:lnTo>
                    <a:pt x="560" y="655"/>
                  </a:lnTo>
                  <a:lnTo>
                    <a:pt x="558" y="651"/>
                  </a:lnTo>
                  <a:lnTo>
                    <a:pt x="556" y="647"/>
                  </a:lnTo>
                  <a:lnTo>
                    <a:pt x="554" y="646"/>
                  </a:lnTo>
                  <a:lnTo>
                    <a:pt x="548" y="648"/>
                  </a:lnTo>
                  <a:lnTo>
                    <a:pt x="542" y="649"/>
                  </a:lnTo>
                  <a:lnTo>
                    <a:pt x="536" y="649"/>
                  </a:lnTo>
                  <a:lnTo>
                    <a:pt x="534" y="645"/>
                  </a:lnTo>
                  <a:lnTo>
                    <a:pt x="535" y="640"/>
                  </a:lnTo>
                  <a:lnTo>
                    <a:pt x="537" y="635"/>
                  </a:lnTo>
                  <a:lnTo>
                    <a:pt x="537" y="631"/>
                  </a:lnTo>
                  <a:lnTo>
                    <a:pt x="537" y="628"/>
                  </a:lnTo>
                  <a:lnTo>
                    <a:pt x="537" y="624"/>
                  </a:lnTo>
                  <a:lnTo>
                    <a:pt x="538" y="621"/>
                  </a:lnTo>
                  <a:lnTo>
                    <a:pt x="539" y="617"/>
                  </a:lnTo>
                  <a:lnTo>
                    <a:pt x="539" y="614"/>
                  </a:lnTo>
                  <a:lnTo>
                    <a:pt x="537" y="610"/>
                  </a:lnTo>
                  <a:lnTo>
                    <a:pt x="536" y="606"/>
                  </a:lnTo>
                  <a:lnTo>
                    <a:pt x="537" y="603"/>
                  </a:lnTo>
                  <a:lnTo>
                    <a:pt x="540" y="600"/>
                  </a:lnTo>
                  <a:lnTo>
                    <a:pt x="542" y="597"/>
                  </a:lnTo>
                  <a:lnTo>
                    <a:pt x="542" y="593"/>
                  </a:lnTo>
                  <a:lnTo>
                    <a:pt x="541" y="588"/>
                  </a:lnTo>
                  <a:lnTo>
                    <a:pt x="541" y="583"/>
                  </a:lnTo>
                  <a:lnTo>
                    <a:pt x="545" y="581"/>
                  </a:lnTo>
                  <a:lnTo>
                    <a:pt x="551" y="582"/>
                  </a:lnTo>
                  <a:lnTo>
                    <a:pt x="556" y="584"/>
                  </a:lnTo>
                  <a:lnTo>
                    <a:pt x="560" y="585"/>
                  </a:lnTo>
                  <a:lnTo>
                    <a:pt x="563" y="584"/>
                  </a:lnTo>
                  <a:lnTo>
                    <a:pt x="565" y="582"/>
                  </a:lnTo>
                  <a:lnTo>
                    <a:pt x="569" y="580"/>
                  </a:lnTo>
                  <a:lnTo>
                    <a:pt x="572" y="579"/>
                  </a:lnTo>
                  <a:lnTo>
                    <a:pt x="576" y="577"/>
                  </a:lnTo>
                  <a:lnTo>
                    <a:pt x="580" y="574"/>
                  </a:lnTo>
                  <a:lnTo>
                    <a:pt x="585" y="572"/>
                  </a:lnTo>
                  <a:lnTo>
                    <a:pt x="590" y="573"/>
                  </a:lnTo>
                  <a:lnTo>
                    <a:pt x="593" y="577"/>
                  </a:lnTo>
                  <a:lnTo>
                    <a:pt x="596" y="582"/>
                  </a:lnTo>
                  <a:lnTo>
                    <a:pt x="599" y="585"/>
                  </a:lnTo>
                  <a:lnTo>
                    <a:pt x="603" y="586"/>
                  </a:lnTo>
                  <a:lnTo>
                    <a:pt x="609" y="587"/>
                  </a:lnTo>
                  <a:lnTo>
                    <a:pt x="613" y="589"/>
                  </a:lnTo>
                  <a:lnTo>
                    <a:pt x="614" y="594"/>
                  </a:lnTo>
                  <a:lnTo>
                    <a:pt x="614" y="598"/>
                  </a:lnTo>
                  <a:lnTo>
                    <a:pt x="615" y="602"/>
                  </a:lnTo>
                  <a:lnTo>
                    <a:pt x="618" y="604"/>
                  </a:lnTo>
                  <a:lnTo>
                    <a:pt x="623" y="607"/>
                  </a:lnTo>
                  <a:lnTo>
                    <a:pt x="627" y="610"/>
                  </a:lnTo>
                  <a:lnTo>
                    <a:pt x="629" y="613"/>
                  </a:lnTo>
                  <a:close/>
                </a:path>
              </a:pathLst>
            </a:custGeom>
            <a:solidFill>
              <a:srgbClr val="ECB78D">
                <a:alpha val="32000"/>
              </a:srgbClr>
            </a:solidFill>
            <a:ln>
              <a:noFill/>
            </a:ln>
          </p:spPr>
          <p:txBody>
            <a:bodyPr anchor="ctr"/>
            <a:lstStyle/>
            <a:p>
              <a:pPr algn="ctr">
                <a:buNone/>
              </a:pPr>
            </a:p>
          </p:txBody>
        </p:sp>
        <p:sp>
          <p:nvSpPr>
            <p:cNvPr id="759" name="addition:spatial:141"/>
            <p:cNvSpPr>
              <a:spLocks noGrp="1"/>
            </p:cNvSpPr>
            <p:nvPr/>
          </p:nvSpPr>
          <p:spPr>
            <a:xfrm>
              <a:off x="5648325" y="1666875"/>
              <a:ext cx="981151" cy="1130016"/>
            </a:xfrm>
            <a:custGeom>
              <a:avLst/>
              <a:gdLst/>
              <a:ahLst/>
              <a:cxnLst/>
              <a:rect l="l" t="t" r="r" b="b"/>
              <a:pathLst>
                <a:path w="740" h="668">
                  <a:moveTo>
                    <a:pt x="0" y="0"/>
                  </a:moveTo>
                  <a:moveTo>
                    <a:pt x="734" y="610"/>
                  </a:moveTo>
                  <a:lnTo>
                    <a:pt x="737" y="615"/>
                  </a:lnTo>
                  <a:lnTo>
                    <a:pt x="740" y="621"/>
                  </a:lnTo>
                  <a:lnTo>
                    <a:pt x="738" y="626"/>
                  </a:lnTo>
                  <a:lnTo>
                    <a:pt x="732" y="630"/>
                  </a:lnTo>
                  <a:lnTo>
                    <a:pt x="723" y="632"/>
                  </a:lnTo>
                  <a:lnTo>
                    <a:pt x="717" y="634"/>
                  </a:lnTo>
                  <a:lnTo>
                    <a:pt x="715" y="638"/>
                  </a:lnTo>
                  <a:lnTo>
                    <a:pt x="714" y="644"/>
                  </a:lnTo>
                  <a:lnTo>
                    <a:pt x="712" y="649"/>
                  </a:lnTo>
                  <a:lnTo>
                    <a:pt x="706" y="651"/>
                  </a:lnTo>
                  <a:lnTo>
                    <a:pt x="698" y="651"/>
                  </a:lnTo>
                  <a:lnTo>
                    <a:pt x="691" y="652"/>
                  </a:lnTo>
                  <a:lnTo>
                    <a:pt x="685" y="655"/>
                  </a:lnTo>
                  <a:lnTo>
                    <a:pt x="681" y="660"/>
                  </a:lnTo>
                  <a:lnTo>
                    <a:pt x="675" y="665"/>
                  </a:lnTo>
                  <a:lnTo>
                    <a:pt x="668" y="668"/>
                  </a:lnTo>
                  <a:lnTo>
                    <a:pt x="660" y="668"/>
                  </a:lnTo>
                  <a:lnTo>
                    <a:pt x="652" y="667"/>
                  </a:lnTo>
                  <a:lnTo>
                    <a:pt x="645" y="666"/>
                  </a:lnTo>
                  <a:lnTo>
                    <a:pt x="638" y="663"/>
                  </a:lnTo>
                  <a:lnTo>
                    <a:pt x="633" y="659"/>
                  </a:lnTo>
                  <a:lnTo>
                    <a:pt x="630" y="652"/>
                  </a:lnTo>
                  <a:lnTo>
                    <a:pt x="627" y="648"/>
                  </a:lnTo>
                  <a:lnTo>
                    <a:pt x="622" y="647"/>
                  </a:lnTo>
                  <a:lnTo>
                    <a:pt x="614" y="649"/>
                  </a:lnTo>
                  <a:lnTo>
                    <a:pt x="604" y="650"/>
                  </a:lnTo>
                  <a:lnTo>
                    <a:pt x="597" y="649"/>
                  </a:lnTo>
                  <a:lnTo>
                    <a:pt x="594" y="644"/>
                  </a:lnTo>
                  <a:lnTo>
                    <a:pt x="595" y="638"/>
                  </a:lnTo>
                  <a:lnTo>
                    <a:pt x="595" y="633"/>
                  </a:lnTo>
                  <a:lnTo>
                    <a:pt x="592" y="629"/>
                  </a:lnTo>
                  <a:lnTo>
                    <a:pt x="589" y="625"/>
                  </a:lnTo>
                  <a:lnTo>
                    <a:pt x="589" y="620"/>
                  </a:lnTo>
                  <a:lnTo>
                    <a:pt x="592" y="615"/>
                  </a:lnTo>
                  <a:lnTo>
                    <a:pt x="595" y="610"/>
                  </a:lnTo>
                  <a:lnTo>
                    <a:pt x="598" y="606"/>
                  </a:lnTo>
                  <a:lnTo>
                    <a:pt x="598" y="601"/>
                  </a:lnTo>
                  <a:lnTo>
                    <a:pt x="600" y="597"/>
                  </a:lnTo>
                  <a:lnTo>
                    <a:pt x="605" y="593"/>
                  </a:lnTo>
                  <a:lnTo>
                    <a:pt x="609" y="590"/>
                  </a:lnTo>
                  <a:lnTo>
                    <a:pt x="611" y="586"/>
                  </a:lnTo>
                  <a:lnTo>
                    <a:pt x="609" y="580"/>
                  </a:lnTo>
                  <a:lnTo>
                    <a:pt x="606" y="572"/>
                  </a:lnTo>
                  <a:lnTo>
                    <a:pt x="607" y="565"/>
                  </a:lnTo>
                  <a:lnTo>
                    <a:pt x="613" y="562"/>
                  </a:lnTo>
                  <a:lnTo>
                    <a:pt x="622" y="564"/>
                  </a:lnTo>
                  <a:lnTo>
                    <a:pt x="630" y="566"/>
                  </a:lnTo>
                  <a:lnTo>
                    <a:pt x="636" y="566"/>
                  </a:lnTo>
                  <a:lnTo>
                    <a:pt x="640" y="565"/>
                  </a:lnTo>
                  <a:lnTo>
                    <a:pt x="644" y="563"/>
                  </a:lnTo>
                  <a:lnTo>
                    <a:pt x="649" y="562"/>
                  </a:lnTo>
                  <a:lnTo>
                    <a:pt x="654" y="562"/>
                  </a:lnTo>
                  <a:lnTo>
                    <a:pt x="659" y="561"/>
                  </a:lnTo>
                  <a:lnTo>
                    <a:pt x="664" y="558"/>
                  </a:lnTo>
                  <a:lnTo>
                    <a:pt x="670" y="557"/>
                  </a:lnTo>
                  <a:lnTo>
                    <a:pt x="676" y="557"/>
                  </a:lnTo>
                  <a:lnTo>
                    <a:pt x="681" y="561"/>
                  </a:lnTo>
                  <a:lnTo>
                    <a:pt x="686" y="565"/>
                  </a:lnTo>
                  <a:lnTo>
                    <a:pt x="691" y="566"/>
                  </a:lnTo>
                  <a:lnTo>
                    <a:pt x="699" y="567"/>
                  </a:lnTo>
                  <a:lnTo>
                    <a:pt x="707" y="568"/>
                  </a:lnTo>
                  <a:lnTo>
                    <a:pt x="712" y="572"/>
                  </a:lnTo>
                  <a:lnTo>
                    <a:pt x="711" y="579"/>
                  </a:lnTo>
                  <a:lnTo>
                    <a:pt x="708" y="586"/>
                  </a:lnTo>
                  <a:lnTo>
                    <a:pt x="708" y="592"/>
                  </a:lnTo>
                  <a:lnTo>
                    <a:pt x="712" y="595"/>
                  </a:lnTo>
                  <a:lnTo>
                    <a:pt x="720" y="597"/>
                  </a:lnTo>
                  <a:lnTo>
                    <a:pt x="726" y="601"/>
                  </a:lnTo>
                  <a:lnTo>
                    <a:pt x="731" y="605"/>
                  </a:lnTo>
                  <a:close/>
                </a:path>
              </a:pathLst>
            </a:custGeom>
            <a:solidFill>
              <a:srgbClr val="ECB78D">
                <a:alpha val="32000"/>
              </a:srgbClr>
            </a:solidFill>
            <a:ln>
              <a:noFill/>
            </a:ln>
          </p:spPr>
          <p:txBody>
            <a:bodyPr anchor="ctr"/>
            <a:lstStyle/>
            <a:p>
              <a:pPr algn="ctr">
                <a:buNone/>
              </a:pPr>
            </a:p>
          </p:txBody>
        </p:sp>
        <p:sp>
          <p:nvSpPr>
            <p:cNvPr id="760" name="addition:spatial:142"/>
            <p:cNvSpPr>
              <a:spLocks noGrp="1"/>
            </p:cNvSpPr>
            <p:nvPr/>
          </p:nvSpPr>
          <p:spPr>
            <a:xfrm>
              <a:off x="5648325" y="1666875"/>
              <a:ext cx="1027557" cy="1177381"/>
            </a:xfrm>
            <a:custGeom>
              <a:avLst/>
              <a:gdLst/>
              <a:ahLst/>
              <a:cxnLst/>
              <a:rect l="l" t="t" r="r" b="b"/>
              <a:pathLst>
                <a:path w="775" h="696">
                  <a:moveTo>
                    <a:pt x="0" y="0"/>
                  </a:moveTo>
                  <a:moveTo>
                    <a:pt x="774" y="601"/>
                  </a:moveTo>
                  <a:lnTo>
                    <a:pt x="775" y="609"/>
                  </a:lnTo>
                  <a:lnTo>
                    <a:pt x="771" y="617"/>
                  </a:lnTo>
                  <a:lnTo>
                    <a:pt x="762" y="624"/>
                  </a:lnTo>
                  <a:lnTo>
                    <a:pt x="755" y="630"/>
                  </a:lnTo>
                  <a:lnTo>
                    <a:pt x="750" y="637"/>
                  </a:lnTo>
                  <a:lnTo>
                    <a:pt x="744" y="643"/>
                  </a:lnTo>
                  <a:lnTo>
                    <a:pt x="736" y="648"/>
                  </a:lnTo>
                  <a:lnTo>
                    <a:pt x="725" y="652"/>
                  </a:lnTo>
                  <a:lnTo>
                    <a:pt x="716" y="655"/>
                  </a:lnTo>
                  <a:lnTo>
                    <a:pt x="713" y="664"/>
                  </a:lnTo>
                  <a:lnTo>
                    <a:pt x="711" y="677"/>
                  </a:lnTo>
                  <a:lnTo>
                    <a:pt x="708" y="689"/>
                  </a:lnTo>
                  <a:lnTo>
                    <a:pt x="698" y="696"/>
                  </a:lnTo>
                  <a:lnTo>
                    <a:pt x="685" y="694"/>
                  </a:lnTo>
                  <a:lnTo>
                    <a:pt x="672" y="687"/>
                  </a:lnTo>
                  <a:lnTo>
                    <a:pt x="661" y="681"/>
                  </a:lnTo>
                  <a:lnTo>
                    <a:pt x="652" y="680"/>
                  </a:lnTo>
                  <a:lnTo>
                    <a:pt x="644" y="681"/>
                  </a:lnTo>
                  <a:lnTo>
                    <a:pt x="636" y="681"/>
                  </a:lnTo>
                  <a:lnTo>
                    <a:pt x="629" y="679"/>
                  </a:lnTo>
                  <a:lnTo>
                    <a:pt x="621" y="677"/>
                  </a:lnTo>
                  <a:lnTo>
                    <a:pt x="613" y="677"/>
                  </a:lnTo>
                  <a:lnTo>
                    <a:pt x="603" y="678"/>
                  </a:lnTo>
                  <a:lnTo>
                    <a:pt x="594" y="677"/>
                  </a:lnTo>
                  <a:lnTo>
                    <a:pt x="589" y="671"/>
                  </a:lnTo>
                  <a:lnTo>
                    <a:pt x="586" y="663"/>
                  </a:lnTo>
                  <a:lnTo>
                    <a:pt x="582" y="657"/>
                  </a:lnTo>
                  <a:lnTo>
                    <a:pt x="573" y="653"/>
                  </a:lnTo>
                  <a:lnTo>
                    <a:pt x="562" y="650"/>
                  </a:lnTo>
                  <a:lnTo>
                    <a:pt x="555" y="643"/>
                  </a:lnTo>
                  <a:lnTo>
                    <a:pt x="558" y="633"/>
                  </a:lnTo>
                  <a:lnTo>
                    <a:pt x="567" y="623"/>
                  </a:lnTo>
                  <a:lnTo>
                    <a:pt x="576" y="614"/>
                  </a:lnTo>
                  <a:lnTo>
                    <a:pt x="577" y="607"/>
                  </a:lnTo>
                  <a:lnTo>
                    <a:pt x="571" y="601"/>
                  </a:lnTo>
                  <a:lnTo>
                    <a:pt x="563" y="594"/>
                  </a:lnTo>
                  <a:lnTo>
                    <a:pt x="558" y="586"/>
                  </a:lnTo>
                  <a:lnTo>
                    <a:pt x="556" y="577"/>
                  </a:lnTo>
                  <a:lnTo>
                    <a:pt x="554" y="569"/>
                  </a:lnTo>
                  <a:lnTo>
                    <a:pt x="552" y="559"/>
                  </a:lnTo>
                  <a:lnTo>
                    <a:pt x="553" y="551"/>
                  </a:lnTo>
                  <a:lnTo>
                    <a:pt x="561" y="545"/>
                  </a:lnTo>
                  <a:lnTo>
                    <a:pt x="573" y="544"/>
                  </a:lnTo>
                  <a:lnTo>
                    <a:pt x="585" y="544"/>
                  </a:lnTo>
                  <a:lnTo>
                    <a:pt x="591" y="540"/>
                  </a:lnTo>
                  <a:lnTo>
                    <a:pt x="595" y="533"/>
                  </a:lnTo>
                  <a:lnTo>
                    <a:pt x="598" y="525"/>
                  </a:lnTo>
                  <a:lnTo>
                    <a:pt x="606" y="520"/>
                  </a:lnTo>
                  <a:lnTo>
                    <a:pt x="616" y="522"/>
                  </a:lnTo>
                  <a:lnTo>
                    <a:pt x="626" y="525"/>
                  </a:lnTo>
                  <a:lnTo>
                    <a:pt x="635" y="525"/>
                  </a:lnTo>
                  <a:lnTo>
                    <a:pt x="643" y="519"/>
                  </a:lnTo>
                  <a:lnTo>
                    <a:pt x="654" y="512"/>
                  </a:lnTo>
                  <a:lnTo>
                    <a:pt x="665" y="508"/>
                  </a:lnTo>
                  <a:lnTo>
                    <a:pt x="677" y="508"/>
                  </a:lnTo>
                  <a:lnTo>
                    <a:pt x="687" y="512"/>
                  </a:lnTo>
                  <a:lnTo>
                    <a:pt x="698" y="515"/>
                  </a:lnTo>
                  <a:lnTo>
                    <a:pt x="708" y="520"/>
                  </a:lnTo>
                  <a:lnTo>
                    <a:pt x="716" y="528"/>
                  </a:lnTo>
                  <a:lnTo>
                    <a:pt x="719" y="538"/>
                  </a:lnTo>
                  <a:lnTo>
                    <a:pt x="721" y="549"/>
                  </a:lnTo>
                  <a:lnTo>
                    <a:pt x="725" y="555"/>
                  </a:lnTo>
                  <a:lnTo>
                    <a:pt x="736" y="557"/>
                  </a:lnTo>
                  <a:lnTo>
                    <a:pt x="753" y="557"/>
                  </a:lnTo>
                  <a:lnTo>
                    <a:pt x="767" y="560"/>
                  </a:lnTo>
                  <a:lnTo>
                    <a:pt x="774" y="568"/>
                  </a:lnTo>
                  <a:lnTo>
                    <a:pt x="773" y="577"/>
                  </a:lnTo>
                  <a:lnTo>
                    <a:pt x="770" y="585"/>
                  </a:lnTo>
                  <a:lnTo>
                    <a:pt x="771" y="593"/>
                  </a:lnTo>
                  <a:close/>
                </a:path>
              </a:pathLst>
            </a:custGeom>
            <a:solidFill>
              <a:srgbClr val="E18B48">
                <a:alpha val="37000"/>
              </a:srgbClr>
            </a:solidFill>
            <a:ln>
              <a:noFill/>
            </a:ln>
          </p:spPr>
          <p:txBody>
            <a:bodyPr anchor="ctr"/>
            <a:lstStyle/>
            <a:p>
              <a:pPr algn="ctr">
                <a:buNone/>
              </a:pPr>
            </a:p>
          </p:txBody>
        </p:sp>
        <p:sp>
          <p:nvSpPr>
            <p:cNvPr id="761" name="addition:spatial:143"/>
            <p:cNvSpPr>
              <a:spLocks noGrp="1"/>
            </p:cNvSpPr>
            <p:nvPr/>
          </p:nvSpPr>
          <p:spPr>
            <a:xfrm>
              <a:off x="5648325" y="1666875"/>
              <a:ext cx="884362" cy="1048817"/>
            </a:xfrm>
            <a:custGeom>
              <a:avLst/>
              <a:gdLst/>
              <a:ahLst/>
              <a:cxnLst/>
              <a:rect l="l" t="t" r="r" b="b"/>
              <a:pathLst>
                <a:path w="667" h="620">
                  <a:moveTo>
                    <a:pt x="0" y="0"/>
                  </a:moveTo>
                  <a:moveTo>
                    <a:pt x="667" y="580"/>
                  </a:moveTo>
                  <a:lnTo>
                    <a:pt x="667" y="584"/>
                  </a:lnTo>
                  <a:lnTo>
                    <a:pt x="666" y="587"/>
                  </a:lnTo>
                  <a:lnTo>
                    <a:pt x="665" y="591"/>
                  </a:lnTo>
                  <a:lnTo>
                    <a:pt x="663" y="595"/>
                  </a:lnTo>
                  <a:lnTo>
                    <a:pt x="660" y="597"/>
                  </a:lnTo>
                  <a:lnTo>
                    <a:pt x="654" y="598"/>
                  </a:lnTo>
                  <a:lnTo>
                    <a:pt x="648" y="599"/>
                  </a:lnTo>
                  <a:lnTo>
                    <a:pt x="645" y="600"/>
                  </a:lnTo>
                  <a:lnTo>
                    <a:pt x="644" y="605"/>
                  </a:lnTo>
                  <a:lnTo>
                    <a:pt x="645" y="610"/>
                  </a:lnTo>
                  <a:lnTo>
                    <a:pt x="643" y="615"/>
                  </a:lnTo>
                  <a:lnTo>
                    <a:pt x="639" y="618"/>
                  </a:lnTo>
                  <a:lnTo>
                    <a:pt x="634" y="618"/>
                  </a:lnTo>
                  <a:lnTo>
                    <a:pt x="629" y="618"/>
                  </a:lnTo>
                  <a:lnTo>
                    <a:pt x="625" y="618"/>
                  </a:lnTo>
                  <a:lnTo>
                    <a:pt x="620" y="620"/>
                  </a:lnTo>
                  <a:lnTo>
                    <a:pt x="616" y="620"/>
                  </a:lnTo>
                  <a:lnTo>
                    <a:pt x="612" y="619"/>
                  </a:lnTo>
                  <a:lnTo>
                    <a:pt x="608" y="617"/>
                  </a:lnTo>
                  <a:lnTo>
                    <a:pt x="605" y="616"/>
                  </a:lnTo>
                  <a:lnTo>
                    <a:pt x="601" y="615"/>
                  </a:lnTo>
                  <a:lnTo>
                    <a:pt x="598" y="614"/>
                  </a:lnTo>
                  <a:lnTo>
                    <a:pt x="595" y="612"/>
                  </a:lnTo>
                  <a:lnTo>
                    <a:pt x="594" y="609"/>
                  </a:lnTo>
                  <a:lnTo>
                    <a:pt x="592" y="607"/>
                  </a:lnTo>
                  <a:lnTo>
                    <a:pt x="588" y="606"/>
                  </a:lnTo>
                  <a:lnTo>
                    <a:pt x="582" y="607"/>
                  </a:lnTo>
                  <a:lnTo>
                    <a:pt x="577" y="607"/>
                  </a:lnTo>
                  <a:lnTo>
                    <a:pt x="574" y="604"/>
                  </a:lnTo>
                  <a:lnTo>
                    <a:pt x="575" y="599"/>
                  </a:lnTo>
                  <a:lnTo>
                    <a:pt x="579" y="594"/>
                  </a:lnTo>
                  <a:lnTo>
                    <a:pt x="581" y="590"/>
                  </a:lnTo>
                  <a:lnTo>
                    <a:pt x="581" y="586"/>
                  </a:lnTo>
                  <a:lnTo>
                    <a:pt x="581" y="583"/>
                  </a:lnTo>
                  <a:lnTo>
                    <a:pt x="581" y="580"/>
                  </a:lnTo>
                  <a:lnTo>
                    <a:pt x="582" y="577"/>
                  </a:lnTo>
                  <a:lnTo>
                    <a:pt x="582" y="574"/>
                  </a:lnTo>
                  <a:lnTo>
                    <a:pt x="580" y="570"/>
                  </a:lnTo>
                  <a:lnTo>
                    <a:pt x="578" y="566"/>
                  </a:lnTo>
                  <a:lnTo>
                    <a:pt x="578" y="562"/>
                  </a:lnTo>
                  <a:lnTo>
                    <a:pt x="581" y="559"/>
                  </a:lnTo>
                  <a:lnTo>
                    <a:pt x="585" y="558"/>
                  </a:lnTo>
                  <a:lnTo>
                    <a:pt x="587" y="555"/>
                  </a:lnTo>
                  <a:lnTo>
                    <a:pt x="588" y="552"/>
                  </a:lnTo>
                  <a:lnTo>
                    <a:pt x="588" y="547"/>
                  </a:lnTo>
                  <a:lnTo>
                    <a:pt x="591" y="545"/>
                  </a:lnTo>
                  <a:lnTo>
                    <a:pt x="595" y="545"/>
                  </a:lnTo>
                  <a:lnTo>
                    <a:pt x="600" y="547"/>
                  </a:lnTo>
                  <a:lnTo>
                    <a:pt x="604" y="549"/>
                  </a:lnTo>
                  <a:lnTo>
                    <a:pt x="607" y="549"/>
                  </a:lnTo>
                  <a:lnTo>
                    <a:pt x="609" y="546"/>
                  </a:lnTo>
                  <a:lnTo>
                    <a:pt x="612" y="544"/>
                  </a:lnTo>
                  <a:lnTo>
                    <a:pt x="616" y="542"/>
                  </a:lnTo>
                  <a:lnTo>
                    <a:pt x="620" y="541"/>
                  </a:lnTo>
                  <a:lnTo>
                    <a:pt x="624" y="540"/>
                  </a:lnTo>
                  <a:lnTo>
                    <a:pt x="629" y="539"/>
                  </a:lnTo>
                  <a:lnTo>
                    <a:pt x="634" y="539"/>
                  </a:lnTo>
                  <a:lnTo>
                    <a:pt x="637" y="543"/>
                  </a:lnTo>
                  <a:lnTo>
                    <a:pt x="639" y="548"/>
                  </a:lnTo>
                  <a:lnTo>
                    <a:pt x="640" y="553"/>
                  </a:lnTo>
                  <a:lnTo>
                    <a:pt x="642" y="556"/>
                  </a:lnTo>
                  <a:lnTo>
                    <a:pt x="647" y="556"/>
                  </a:lnTo>
                  <a:lnTo>
                    <a:pt x="652" y="558"/>
                  </a:lnTo>
                  <a:lnTo>
                    <a:pt x="656" y="560"/>
                  </a:lnTo>
                  <a:lnTo>
                    <a:pt x="656" y="564"/>
                  </a:lnTo>
                  <a:lnTo>
                    <a:pt x="656" y="568"/>
                  </a:lnTo>
                  <a:lnTo>
                    <a:pt x="658" y="571"/>
                  </a:lnTo>
                  <a:lnTo>
                    <a:pt x="662" y="573"/>
                  </a:lnTo>
                  <a:lnTo>
                    <a:pt x="665" y="577"/>
                  </a:lnTo>
                  <a:close/>
                </a:path>
              </a:pathLst>
            </a:custGeom>
            <a:solidFill>
              <a:srgbClr val="DE8036">
                <a:alpha val="36000"/>
              </a:srgbClr>
            </a:solidFill>
            <a:ln>
              <a:noFill/>
            </a:ln>
          </p:spPr>
          <p:txBody>
            <a:bodyPr anchor="ctr"/>
            <a:lstStyle/>
            <a:p>
              <a:pPr algn="ctr">
                <a:buNone/>
              </a:pPr>
            </a:p>
          </p:txBody>
        </p:sp>
        <p:sp>
          <p:nvSpPr>
            <p:cNvPr id="762" name="addition:spatial:144"/>
            <p:cNvSpPr>
              <a:spLocks noGrp="1"/>
            </p:cNvSpPr>
            <p:nvPr/>
          </p:nvSpPr>
          <p:spPr>
            <a:xfrm>
              <a:off x="5648325" y="1666875"/>
              <a:ext cx="950656" cy="1011601"/>
            </a:xfrm>
            <a:custGeom>
              <a:avLst/>
              <a:gdLst/>
              <a:ahLst/>
              <a:cxnLst/>
              <a:rect l="l" t="t" r="r" b="b"/>
              <a:pathLst>
                <a:path w="717" h="598">
                  <a:moveTo>
                    <a:pt x="0" y="0"/>
                  </a:moveTo>
                  <a:moveTo>
                    <a:pt x="709" y="569"/>
                  </a:moveTo>
                  <a:lnTo>
                    <a:pt x="708" y="571"/>
                  </a:lnTo>
                  <a:lnTo>
                    <a:pt x="707" y="573"/>
                  </a:lnTo>
                  <a:lnTo>
                    <a:pt x="706" y="575"/>
                  </a:lnTo>
                  <a:lnTo>
                    <a:pt x="705" y="578"/>
                  </a:lnTo>
                  <a:lnTo>
                    <a:pt x="706" y="581"/>
                  </a:lnTo>
                  <a:lnTo>
                    <a:pt x="707" y="584"/>
                  </a:lnTo>
                  <a:lnTo>
                    <a:pt x="707" y="588"/>
                  </a:lnTo>
                  <a:lnTo>
                    <a:pt x="706" y="590"/>
                  </a:lnTo>
                  <a:lnTo>
                    <a:pt x="702" y="591"/>
                  </a:lnTo>
                  <a:lnTo>
                    <a:pt x="698" y="591"/>
                  </a:lnTo>
                  <a:lnTo>
                    <a:pt x="695" y="592"/>
                  </a:lnTo>
                  <a:lnTo>
                    <a:pt x="694" y="594"/>
                  </a:lnTo>
                  <a:lnTo>
                    <a:pt x="692" y="596"/>
                  </a:lnTo>
                  <a:lnTo>
                    <a:pt x="690" y="598"/>
                  </a:lnTo>
                  <a:lnTo>
                    <a:pt x="687" y="597"/>
                  </a:lnTo>
                  <a:lnTo>
                    <a:pt x="684" y="595"/>
                  </a:lnTo>
                  <a:lnTo>
                    <a:pt x="681" y="594"/>
                  </a:lnTo>
                  <a:lnTo>
                    <a:pt x="679" y="594"/>
                  </a:lnTo>
                  <a:lnTo>
                    <a:pt x="676" y="596"/>
                  </a:lnTo>
                  <a:lnTo>
                    <a:pt x="674" y="597"/>
                  </a:lnTo>
                  <a:lnTo>
                    <a:pt x="671" y="597"/>
                  </a:lnTo>
                  <a:lnTo>
                    <a:pt x="667" y="597"/>
                  </a:lnTo>
                  <a:lnTo>
                    <a:pt x="664" y="597"/>
                  </a:lnTo>
                  <a:lnTo>
                    <a:pt x="660" y="596"/>
                  </a:lnTo>
                  <a:lnTo>
                    <a:pt x="657" y="595"/>
                  </a:lnTo>
                  <a:lnTo>
                    <a:pt x="656" y="591"/>
                  </a:lnTo>
                  <a:lnTo>
                    <a:pt x="657" y="586"/>
                  </a:lnTo>
                  <a:lnTo>
                    <a:pt x="657" y="583"/>
                  </a:lnTo>
                  <a:lnTo>
                    <a:pt x="656" y="581"/>
                  </a:lnTo>
                  <a:lnTo>
                    <a:pt x="652" y="580"/>
                  </a:lnTo>
                  <a:lnTo>
                    <a:pt x="648" y="579"/>
                  </a:lnTo>
                  <a:lnTo>
                    <a:pt x="645" y="576"/>
                  </a:lnTo>
                  <a:lnTo>
                    <a:pt x="644" y="574"/>
                  </a:lnTo>
                  <a:lnTo>
                    <a:pt x="644" y="571"/>
                  </a:lnTo>
                  <a:lnTo>
                    <a:pt x="643" y="569"/>
                  </a:lnTo>
                  <a:lnTo>
                    <a:pt x="642" y="566"/>
                  </a:lnTo>
                  <a:lnTo>
                    <a:pt x="641" y="563"/>
                  </a:lnTo>
                  <a:lnTo>
                    <a:pt x="641" y="560"/>
                  </a:lnTo>
                  <a:lnTo>
                    <a:pt x="643" y="558"/>
                  </a:lnTo>
                  <a:lnTo>
                    <a:pt x="644" y="556"/>
                  </a:lnTo>
                  <a:lnTo>
                    <a:pt x="646" y="553"/>
                  </a:lnTo>
                  <a:lnTo>
                    <a:pt x="647" y="551"/>
                  </a:lnTo>
                  <a:lnTo>
                    <a:pt x="651" y="550"/>
                  </a:lnTo>
                  <a:lnTo>
                    <a:pt x="655" y="550"/>
                  </a:lnTo>
                  <a:lnTo>
                    <a:pt x="659" y="550"/>
                  </a:lnTo>
                  <a:lnTo>
                    <a:pt x="662" y="549"/>
                  </a:lnTo>
                  <a:lnTo>
                    <a:pt x="663" y="545"/>
                  </a:lnTo>
                  <a:lnTo>
                    <a:pt x="664" y="541"/>
                  </a:lnTo>
                  <a:lnTo>
                    <a:pt x="666" y="537"/>
                  </a:lnTo>
                  <a:lnTo>
                    <a:pt x="670" y="536"/>
                  </a:lnTo>
                  <a:lnTo>
                    <a:pt x="674" y="537"/>
                  </a:lnTo>
                  <a:lnTo>
                    <a:pt x="678" y="538"/>
                  </a:lnTo>
                  <a:lnTo>
                    <a:pt x="682" y="539"/>
                  </a:lnTo>
                  <a:lnTo>
                    <a:pt x="685" y="539"/>
                  </a:lnTo>
                  <a:lnTo>
                    <a:pt x="689" y="541"/>
                  </a:lnTo>
                  <a:lnTo>
                    <a:pt x="691" y="543"/>
                  </a:lnTo>
                  <a:lnTo>
                    <a:pt x="694" y="544"/>
                  </a:lnTo>
                  <a:lnTo>
                    <a:pt x="697" y="545"/>
                  </a:lnTo>
                  <a:lnTo>
                    <a:pt x="700" y="545"/>
                  </a:lnTo>
                  <a:lnTo>
                    <a:pt x="703" y="545"/>
                  </a:lnTo>
                  <a:lnTo>
                    <a:pt x="705" y="548"/>
                  </a:lnTo>
                  <a:lnTo>
                    <a:pt x="706" y="550"/>
                  </a:lnTo>
                  <a:lnTo>
                    <a:pt x="707" y="553"/>
                  </a:lnTo>
                  <a:lnTo>
                    <a:pt x="709" y="554"/>
                  </a:lnTo>
                  <a:lnTo>
                    <a:pt x="714" y="555"/>
                  </a:lnTo>
                  <a:lnTo>
                    <a:pt x="717" y="557"/>
                  </a:lnTo>
                  <a:lnTo>
                    <a:pt x="717" y="560"/>
                  </a:lnTo>
                  <a:lnTo>
                    <a:pt x="715" y="563"/>
                  </a:lnTo>
                  <a:lnTo>
                    <a:pt x="711" y="566"/>
                  </a:lnTo>
                  <a:close/>
                </a:path>
              </a:pathLst>
            </a:custGeom>
            <a:solidFill>
              <a:srgbClr val="DE8036">
                <a:alpha val="36000"/>
              </a:srgbClr>
            </a:solidFill>
            <a:ln>
              <a:noFill/>
            </a:ln>
          </p:spPr>
          <p:txBody>
            <a:bodyPr anchor="ctr"/>
            <a:lstStyle/>
            <a:p>
              <a:pPr algn="ctr">
                <a:buNone/>
              </a:pPr>
            </a:p>
          </p:txBody>
        </p:sp>
        <p:sp>
          <p:nvSpPr>
            <p:cNvPr id="763" name="addition:spatial:145"/>
            <p:cNvSpPr>
              <a:spLocks noGrp="1"/>
            </p:cNvSpPr>
            <p:nvPr/>
          </p:nvSpPr>
          <p:spPr>
            <a:xfrm>
              <a:off x="5648325" y="1666875"/>
              <a:ext cx="1003691" cy="1116482"/>
            </a:xfrm>
            <a:custGeom>
              <a:avLst/>
              <a:gdLst/>
              <a:ahLst/>
              <a:cxnLst/>
              <a:rect l="l" t="t" r="r" b="b"/>
              <a:pathLst>
                <a:path w="757" h="660">
                  <a:moveTo>
                    <a:pt x="0" y="0"/>
                  </a:moveTo>
                  <a:moveTo>
                    <a:pt x="753" y="620"/>
                  </a:moveTo>
                  <a:lnTo>
                    <a:pt x="751" y="623"/>
                  </a:lnTo>
                  <a:lnTo>
                    <a:pt x="748" y="626"/>
                  </a:lnTo>
                  <a:lnTo>
                    <a:pt x="745" y="629"/>
                  </a:lnTo>
                  <a:lnTo>
                    <a:pt x="744" y="632"/>
                  </a:lnTo>
                  <a:lnTo>
                    <a:pt x="743" y="636"/>
                  </a:lnTo>
                  <a:lnTo>
                    <a:pt x="741" y="639"/>
                  </a:lnTo>
                  <a:lnTo>
                    <a:pt x="738" y="641"/>
                  </a:lnTo>
                  <a:lnTo>
                    <a:pt x="735" y="643"/>
                  </a:lnTo>
                  <a:lnTo>
                    <a:pt x="734" y="647"/>
                  </a:lnTo>
                  <a:lnTo>
                    <a:pt x="733" y="652"/>
                  </a:lnTo>
                  <a:lnTo>
                    <a:pt x="732" y="657"/>
                  </a:lnTo>
                  <a:lnTo>
                    <a:pt x="729" y="660"/>
                  </a:lnTo>
                  <a:lnTo>
                    <a:pt x="723" y="658"/>
                  </a:lnTo>
                  <a:lnTo>
                    <a:pt x="717" y="655"/>
                  </a:lnTo>
                  <a:lnTo>
                    <a:pt x="713" y="653"/>
                  </a:lnTo>
                  <a:lnTo>
                    <a:pt x="710" y="652"/>
                  </a:lnTo>
                  <a:lnTo>
                    <a:pt x="707" y="654"/>
                  </a:lnTo>
                  <a:lnTo>
                    <a:pt x="704" y="655"/>
                  </a:lnTo>
                  <a:lnTo>
                    <a:pt x="701" y="656"/>
                  </a:lnTo>
                  <a:lnTo>
                    <a:pt x="698" y="656"/>
                  </a:lnTo>
                  <a:lnTo>
                    <a:pt x="694" y="657"/>
                  </a:lnTo>
                  <a:lnTo>
                    <a:pt x="689" y="657"/>
                  </a:lnTo>
                  <a:lnTo>
                    <a:pt x="685" y="657"/>
                  </a:lnTo>
                  <a:lnTo>
                    <a:pt x="682" y="654"/>
                  </a:lnTo>
                  <a:lnTo>
                    <a:pt x="681" y="650"/>
                  </a:lnTo>
                  <a:lnTo>
                    <a:pt x="679" y="647"/>
                  </a:lnTo>
                  <a:lnTo>
                    <a:pt x="675" y="645"/>
                  </a:lnTo>
                  <a:lnTo>
                    <a:pt x="671" y="643"/>
                  </a:lnTo>
                  <a:lnTo>
                    <a:pt x="667" y="641"/>
                  </a:lnTo>
                  <a:lnTo>
                    <a:pt x="667" y="637"/>
                  </a:lnTo>
                  <a:lnTo>
                    <a:pt x="669" y="632"/>
                  </a:lnTo>
                  <a:lnTo>
                    <a:pt x="671" y="628"/>
                  </a:lnTo>
                  <a:lnTo>
                    <a:pt x="670" y="625"/>
                  </a:lnTo>
                  <a:lnTo>
                    <a:pt x="665" y="623"/>
                  </a:lnTo>
                  <a:lnTo>
                    <a:pt x="661" y="620"/>
                  </a:lnTo>
                  <a:lnTo>
                    <a:pt x="657" y="616"/>
                  </a:lnTo>
                  <a:lnTo>
                    <a:pt x="656" y="612"/>
                  </a:lnTo>
                  <a:lnTo>
                    <a:pt x="656" y="608"/>
                  </a:lnTo>
                  <a:lnTo>
                    <a:pt x="656" y="604"/>
                  </a:lnTo>
                  <a:lnTo>
                    <a:pt x="657" y="601"/>
                  </a:lnTo>
                  <a:lnTo>
                    <a:pt x="661" y="599"/>
                  </a:lnTo>
                  <a:lnTo>
                    <a:pt x="667" y="598"/>
                  </a:lnTo>
                  <a:lnTo>
                    <a:pt x="672" y="598"/>
                  </a:lnTo>
                  <a:lnTo>
                    <a:pt x="675" y="596"/>
                  </a:lnTo>
                  <a:lnTo>
                    <a:pt x="676" y="592"/>
                  </a:lnTo>
                  <a:lnTo>
                    <a:pt x="677" y="588"/>
                  </a:lnTo>
                  <a:lnTo>
                    <a:pt x="680" y="585"/>
                  </a:lnTo>
                  <a:lnTo>
                    <a:pt x="685" y="584"/>
                  </a:lnTo>
                  <a:lnTo>
                    <a:pt x="690" y="585"/>
                  </a:lnTo>
                  <a:lnTo>
                    <a:pt x="695" y="584"/>
                  </a:lnTo>
                  <a:lnTo>
                    <a:pt x="699" y="582"/>
                  </a:lnTo>
                  <a:lnTo>
                    <a:pt x="703" y="579"/>
                  </a:lnTo>
                  <a:lnTo>
                    <a:pt x="708" y="577"/>
                  </a:lnTo>
                  <a:lnTo>
                    <a:pt x="713" y="578"/>
                  </a:lnTo>
                  <a:lnTo>
                    <a:pt x="718" y="580"/>
                  </a:lnTo>
                  <a:lnTo>
                    <a:pt x="723" y="582"/>
                  </a:lnTo>
                  <a:lnTo>
                    <a:pt x="727" y="584"/>
                  </a:lnTo>
                  <a:lnTo>
                    <a:pt x="730" y="587"/>
                  </a:lnTo>
                  <a:lnTo>
                    <a:pt x="732" y="591"/>
                  </a:lnTo>
                  <a:lnTo>
                    <a:pt x="733" y="595"/>
                  </a:lnTo>
                  <a:lnTo>
                    <a:pt x="736" y="597"/>
                  </a:lnTo>
                  <a:lnTo>
                    <a:pt x="741" y="597"/>
                  </a:lnTo>
                  <a:lnTo>
                    <a:pt x="748" y="596"/>
                  </a:lnTo>
                  <a:lnTo>
                    <a:pt x="754" y="597"/>
                  </a:lnTo>
                  <a:lnTo>
                    <a:pt x="757" y="600"/>
                  </a:lnTo>
                  <a:lnTo>
                    <a:pt x="756" y="605"/>
                  </a:lnTo>
                  <a:lnTo>
                    <a:pt x="753" y="609"/>
                  </a:lnTo>
                  <a:lnTo>
                    <a:pt x="752" y="613"/>
                  </a:lnTo>
                  <a:lnTo>
                    <a:pt x="753" y="616"/>
                  </a:lnTo>
                  <a:close/>
                </a:path>
              </a:pathLst>
            </a:custGeom>
            <a:solidFill>
              <a:srgbClr val="DE8036">
                <a:alpha val="36000"/>
              </a:srgbClr>
            </a:solidFill>
            <a:ln>
              <a:noFill/>
            </a:ln>
          </p:spPr>
          <p:txBody>
            <a:bodyPr anchor="ctr"/>
            <a:lstStyle/>
            <a:p>
              <a:pPr algn="ctr">
                <a:buNone/>
              </a:pPr>
            </a:p>
          </p:txBody>
        </p:sp>
        <p:sp>
          <p:nvSpPr>
            <p:cNvPr id="764" name="addition:spatial:146"/>
            <p:cNvSpPr>
              <a:spLocks noGrp="1"/>
            </p:cNvSpPr>
            <p:nvPr/>
          </p:nvSpPr>
          <p:spPr>
            <a:xfrm>
              <a:off x="5648325" y="1666875"/>
              <a:ext cx="902924" cy="1143549"/>
            </a:xfrm>
            <a:custGeom>
              <a:avLst/>
              <a:gdLst/>
              <a:ahLst/>
              <a:cxnLst/>
              <a:rect l="l" t="t" r="r" b="b"/>
              <a:pathLst>
                <a:path w="681" h="676">
                  <a:moveTo>
                    <a:pt x="0" y="0"/>
                  </a:moveTo>
                  <a:moveTo>
                    <a:pt x="680" y="642"/>
                  </a:moveTo>
                  <a:lnTo>
                    <a:pt x="680" y="645"/>
                  </a:lnTo>
                  <a:lnTo>
                    <a:pt x="677" y="647"/>
                  </a:lnTo>
                  <a:lnTo>
                    <a:pt x="673" y="649"/>
                  </a:lnTo>
                  <a:lnTo>
                    <a:pt x="670" y="651"/>
                  </a:lnTo>
                  <a:lnTo>
                    <a:pt x="670" y="654"/>
                  </a:lnTo>
                  <a:lnTo>
                    <a:pt x="673" y="658"/>
                  </a:lnTo>
                  <a:lnTo>
                    <a:pt x="675" y="663"/>
                  </a:lnTo>
                  <a:lnTo>
                    <a:pt x="674" y="666"/>
                  </a:lnTo>
                  <a:lnTo>
                    <a:pt x="671" y="668"/>
                  </a:lnTo>
                  <a:lnTo>
                    <a:pt x="667" y="669"/>
                  </a:lnTo>
                  <a:lnTo>
                    <a:pt x="663" y="670"/>
                  </a:lnTo>
                  <a:lnTo>
                    <a:pt x="660" y="670"/>
                  </a:lnTo>
                  <a:lnTo>
                    <a:pt x="657" y="670"/>
                  </a:lnTo>
                  <a:lnTo>
                    <a:pt x="653" y="670"/>
                  </a:lnTo>
                  <a:lnTo>
                    <a:pt x="650" y="669"/>
                  </a:lnTo>
                  <a:lnTo>
                    <a:pt x="648" y="670"/>
                  </a:lnTo>
                  <a:lnTo>
                    <a:pt x="645" y="673"/>
                  </a:lnTo>
                  <a:lnTo>
                    <a:pt x="642" y="675"/>
                  </a:lnTo>
                  <a:lnTo>
                    <a:pt x="639" y="676"/>
                  </a:lnTo>
                  <a:lnTo>
                    <a:pt x="635" y="674"/>
                  </a:lnTo>
                  <a:lnTo>
                    <a:pt x="633" y="672"/>
                  </a:lnTo>
                  <a:lnTo>
                    <a:pt x="630" y="671"/>
                  </a:lnTo>
                  <a:lnTo>
                    <a:pt x="625" y="671"/>
                  </a:lnTo>
                  <a:lnTo>
                    <a:pt x="620" y="672"/>
                  </a:lnTo>
                  <a:lnTo>
                    <a:pt x="616" y="670"/>
                  </a:lnTo>
                  <a:lnTo>
                    <a:pt x="614" y="667"/>
                  </a:lnTo>
                  <a:lnTo>
                    <a:pt x="614" y="663"/>
                  </a:lnTo>
                  <a:lnTo>
                    <a:pt x="613" y="659"/>
                  </a:lnTo>
                  <a:lnTo>
                    <a:pt x="612" y="657"/>
                  </a:lnTo>
                  <a:lnTo>
                    <a:pt x="610" y="654"/>
                  </a:lnTo>
                  <a:lnTo>
                    <a:pt x="608" y="652"/>
                  </a:lnTo>
                  <a:lnTo>
                    <a:pt x="606" y="649"/>
                  </a:lnTo>
                  <a:lnTo>
                    <a:pt x="604" y="647"/>
                  </a:lnTo>
                  <a:lnTo>
                    <a:pt x="599" y="645"/>
                  </a:lnTo>
                  <a:lnTo>
                    <a:pt x="594" y="642"/>
                  </a:lnTo>
                  <a:lnTo>
                    <a:pt x="592" y="638"/>
                  </a:lnTo>
                  <a:lnTo>
                    <a:pt x="594" y="635"/>
                  </a:lnTo>
                  <a:lnTo>
                    <a:pt x="598" y="633"/>
                  </a:lnTo>
                  <a:lnTo>
                    <a:pt x="603" y="631"/>
                  </a:lnTo>
                  <a:lnTo>
                    <a:pt x="605" y="629"/>
                  </a:lnTo>
                  <a:lnTo>
                    <a:pt x="606" y="626"/>
                  </a:lnTo>
                  <a:lnTo>
                    <a:pt x="606" y="622"/>
                  </a:lnTo>
                  <a:lnTo>
                    <a:pt x="609" y="620"/>
                  </a:lnTo>
                  <a:lnTo>
                    <a:pt x="613" y="619"/>
                  </a:lnTo>
                  <a:lnTo>
                    <a:pt x="617" y="618"/>
                  </a:lnTo>
                  <a:lnTo>
                    <a:pt x="620" y="617"/>
                  </a:lnTo>
                  <a:lnTo>
                    <a:pt x="622" y="614"/>
                  </a:lnTo>
                  <a:lnTo>
                    <a:pt x="625" y="611"/>
                  </a:lnTo>
                  <a:lnTo>
                    <a:pt x="629" y="610"/>
                  </a:lnTo>
                  <a:lnTo>
                    <a:pt x="633" y="609"/>
                  </a:lnTo>
                  <a:lnTo>
                    <a:pt x="637" y="607"/>
                  </a:lnTo>
                  <a:lnTo>
                    <a:pt x="642" y="605"/>
                  </a:lnTo>
                  <a:lnTo>
                    <a:pt x="646" y="604"/>
                  </a:lnTo>
                  <a:lnTo>
                    <a:pt x="650" y="606"/>
                  </a:lnTo>
                  <a:lnTo>
                    <a:pt x="653" y="610"/>
                  </a:lnTo>
                  <a:lnTo>
                    <a:pt x="655" y="615"/>
                  </a:lnTo>
                  <a:lnTo>
                    <a:pt x="658" y="618"/>
                  </a:lnTo>
                  <a:lnTo>
                    <a:pt x="661" y="617"/>
                  </a:lnTo>
                  <a:lnTo>
                    <a:pt x="666" y="616"/>
                  </a:lnTo>
                  <a:lnTo>
                    <a:pt x="670" y="616"/>
                  </a:lnTo>
                  <a:lnTo>
                    <a:pt x="673" y="617"/>
                  </a:lnTo>
                  <a:lnTo>
                    <a:pt x="675" y="619"/>
                  </a:lnTo>
                  <a:lnTo>
                    <a:pt x="677" y="622"/>
                  </a:lnTo>
                  <a:lnTo>
                    <a:pt x="679" y="624"/>
                  </a:lnTo>
                  <a:lnTo>
                    <a:pt x="681" y="626"/>
                  </a:lnTo>
                  <a:lnTo>
                    <a:pt x="681" y="630"/>
                  </a:lnTo>
                  <a:lnTo>
                    <a:pt x="680" y="633"/>
                  </a:lnTo>
                  <a:lnTo>
                    <a:pt x="679" y="636"/>
                  </a:lnTo>
                  <a:lnTo>
                    <a:pt x="679" y="639"/>
                  </a:lnTo>
                  <a:close/>
                </a:path>
              </a:pathLst>
            </a:custGeom>
            <a:solidFill>
              <a:srgbClr val="DE8036">
                <a:alpha val="36000"/>
              </a:srgbClr>
            </a:solidFill>
            <a:ln>
              <a:noFill/>
            </a:ln>
          </p:spPr>
          <p:txBody>
            <a:bodyPr anchor="ctr"/>
            <a:lstStyle/>
            <a:p>
              <a:pPr algn="ctr">
                <a:buNone/>
              </a:pPr>
            </a:p>
          </p:txBody>
        </p:sp>
        <p:sp>
          <p:nvSpPr>
            <p:cNvPr id="765" name="addition:spatial:147"/>
            <p:cNvSpPr>
              <a:spLocks noGrp="1"/>
            </p:cNvSpPr>
            <p:nvPr/>
          </p:nvSpPr>
          <p:spPr>
            <a:xfrm>
              <a:off x="5648325" y="1666875"/>
              <a:ext cx="872429" cy="1040359"/>
            </a:xfrm>
            <a:custGeom>
              <a:avLst/>
              <a:gdLst/>
              <a:ahLst/>
              <a:cxnLst/>
              <a:rect l="l" t="t" r="r" b="b"/>
              <a:pathLst>
                <a:path w="658" h="615">
                  <a:moveTo>
                    <a:pt x="0" y="0"/>
                  </a:moveTo>
                  <a:moveTo>
                    <a:pt x="648" y="584"/>
                  </a:moveTo>
                  <a:lnTo>
                    <a:pt x="651" y="586"/>
                  </a:lnTo>
                  <a:lnTo>
                    <a:pt x="655" y="589"/>
                  </a:lnTo>
                  <a:lnTo>
                    <a:pt x="658" y="593"/>
                  </a:lnTo>
                  <a:lnTo>
                    <a:pt x="658" y="596"/>
                  </a:lnTo>
                  <a:lnTo>
                    <a:pt x="655" y="598"/>
                  </a:lnTo>
                  <a:lnTo>
                    <a:pt x="651" y="599"/>
                  </a:lnTo>
                  <a:lnTo>
                    <a:pt x="648" y="600"/>
                  </a:lnTo>
                  <a:lnTo>
                    <a:pt x="646" y="602"/>
                  </a:lnTo>
                  <a:lnTo>
                    <a:pt x="645" y="603"/>
                  </a:lnTo>
                  <a:lnTo>
                    <a:pt x="642" y="605"/>
                  </a:lnTo>
                  <a:lnTo>
                    <a:pt x="640" y="606"/>
                  </a:lnTo>
                  <a:lnTo>
                    <a:pt x="638" y="607"/>
                  </a:lnTo>
                  <a:lnTo>
                    <a:pt x="636" y="610"/>
                  </a:lnTo>
                  <a:lnTo>
                    <a:pt x="634" y="612"/>
                  </a:lnTo>
                  <a:lnTo>
                    <a:pt x="631" y="614"/>
                  </a:lnTo>
                  <a:lnTo>
                    <a:pt x="627" y="613"/>
                  </a:lnTo>
                  <a:lnTo>
                    <a:pt x="624" y="612"/>
                  </a:lnTo>
                  <a:lnTo>
                    <a:pt x="621" y="612"/>
                  </a:lnTo>
                  <a:lnTo>
                    <a:pt x="617" y="614"/>
                  </a:lnTo>
                  <a:lnTo>
                    <a:pt x="614" y="615"/>
                  </a:lnTo>
                  <a:lnTo>
                    <a:pt x="610" y="615"/>
                  </a:lnTo>
                  <a:lnTo>
                    <a:pt x="607" y="612"/>
                  </a:lnTo>
                  <a:lnTo>
                    <a:pt x="606" y="608"/>
                  </a:lnTo>
                  <a:lnTo>
                    <a:pt x="605" y="604"/>
                  </a:lnTo>
                  <a:lnTo>
                    <a:pt x="603" y="603"/>
                  </a:lnTo>
                  <a:lnTo>
                    <a:pt x="600" y="602"/>
                  </a:lnTo>
                  <a:lnTo>
                    <a:pt x="597" y="601"/>
                  </a:lnTo>
                  <a:lnTo>
                    <a:pt x="594" y="600"/>
                  </a:lnTo>
                  <a:lnTo>
                    <a:pt x="592" y="599"/>
                  </a:lnTo>
                  <a:lnTo>
                    <a:pt x="589" y="597"/>
                  </a:lnTo>
                  <a:lnTo>
                    <a:pt x="586" y="595"/>
                  </a:lnTo>
                  <a:lnTo>
                    <a:pt x="585" y="593"/>
                  </a:lnTo>
                  <a:lnTo>
                    <a:pt x="586" y="589"/>
                  </a:lnTo>
                  <a:lnTo>
                    <a:pt x="589" y="586"/>
                  </a:lnTo>
                  <a:lnTo>
                    <a:pt x="592" y="584"/>
                  </a:lnTo>
                  <a:lnTo>
                    <a:pt x="593" y="581"/>
                  </a:lnTo>
                  <a:lnTo>
                    <a:pt x="592" y="579"/>
                  </a:lnTo>
                  <a:lnTo>
                    <a:pt x="591" y="576"/>
                  </a:lnTo>
                  <a:lnTo>
                    <a:pt x="593" y="573"/>
                  </a:lnTo>
                  <a:lnTo>
                    <a:pt x="596" y="572"/>
                  </a:lnTo>
                  <a:lnTo>
                    <a:pt x="599" y="570"/>
                  </a:lnTo>
                  <a:lnTo>
                    <a:pt x="601" y="568"/>
                  </a:lnTo>
                  <a:lnTo>
                    <a:pt x="601" y="565"/>
                  </a:lnTo>
                  <a:lnTo>
                    <a:pt x="602" y="562"/>
                  </a:lnTo>
                  <a:lnTo>
                    <a:pt x="603" y="559"/>
                  </a:lnTo>
                  <a:lnTo>
                    <a:pt x="605" y="557"/>
                  </a:lnTo>
                  <a:lnTo>
                    <a:pt x="608" y="556"/>
                  </a:lnTo>
                  <a:lnTo>
                    <a:pt x="610" y="554"/>
                  </a:lnTo>
                  <a:lnTo>
                    <a:pt x="613" y="553"/>
                  </a:lnTo>
                  <a:lnTo>
                    <a:pt x="616" y="554"/>
                  </a:lnTo>
                  <a:lnTo>
                    <a:pt x="619" y="557"/>
                  </a:lnTo>
                  <a:lnTo>
                    <a:pt x="622" y="560"/>
                  </a:lnTo>
                  <a:lnTo>
                    <a:pt x="623" y="560"/>
                  </a:lnTo>
                  <a:lnTo>
                    <a:pt x="626" y="558"/>
                  </a:lnTo>
                  <a:lnTo>
                    <a:pt x="628" y="555"/>
                  </a:lnTo>
                  <a:lnTo>
                    <a:pt x="631" y="554"/>
                  </a:lnTo>
                  <a:lnTo>
                    <a:pt x="634" y="555"/>
                  </a:lnTo>
                  <a:lnTo>
                    <a:pt x="636" y="557"/>
                  </a:lnTo>
                  <a:lnTo>
                    <a:pt x="637" y="559"/>
                  </a:lnTo>
                  <a:lnTo>
                    <a:pt x="640" y="560"/>
                  </a:lnTo>
                  <a:lnTo>
                    <a:pt x="642" y="561"/>
                  </a:lnTo>
                  <a:lnTo>
                    <a:pt x="644" y="563"/>
                  </a:lnTo>
                  <a:lnTo>
                    <a:pt x="645" y="566"/>
                  </a:lnTo>
                  <a:lnTo>
                    <a:pt x="646" y="569"/>
                  </a:lnTo>
                  <a:lnTo>
                    <a:pt x="647" y="571"/>
                  </a:lnTo>
                  <a:lnTo>
                    <a:pt x="648" y="574"/>
                  </a:lnTo>
                  <a:lnTo>
                    <a:pt x="649" y="576"/>
                  </a:lnTo>
                  <a:lnTo>
                    <a:pt x="649" y="579"/>
                  </a:lnTo>
                  <a:lnTo>
                    <a:pt x="648" y="581"/>
                  </a:lnTo>
                  <a:close/>
                </a:path>
              </a:pathLst>
            </a:custGeom>
            <a:solidFill>
              <a:srgbClr val="E8A571">
                <a:alpha val="32000"/>
              </a:srgbClr>
            </a:solidFill>
            <a:ln>
              <a:noFill/>
            </a:ln>
          </p:spPr>
          <p:txBody>
            <a:bodyPr anchor="ctr"/>
            <a:lstStyle/>
            <a:p>
              <a:pPr algn="ctr">
                <a:buNone/>
              </a:pPr>
            </a:p>
          </p:txBody>
        </p:sp>
        <p:sp>
          <p:nvSpPr>
            <p:cNvPr id="766" name="addition:spatial:148"/>
            <p:cNvSpPr>
              <a:spLocks noGrp="1"/>
            </p:cNvSpPr>
            <p:nvPr/>
          </p:nvSpPr>
          <p:spPr>
            <a:xfrm>
              <a:off x="5648325" y="1666875"/>
              <a:ext cx="967892" cy="1111407"/>
            </a:xfrm>
            <a:custGeom>
              <a:avLst/>
              <a:gdLst/>
              <a:ahLst/>
              <a:cxnLst/>
              <a:rect l="l" t="t" r="r" b="b"/>
              <a:pathLst>
                <a:path w="730" h="657">
                  <a:moveTo>
                    <a:pt x="0" y="0"/>
                  </a:moveTo>
                  <a:moveTo>
                    <a:pt x="729" y="627"/>
                  </a:moveTo>
                  <a:lnTo>
                    <a:pt x="727" y="629"/>
                  </a:lnTo>
                  <a:lnTo>
                    <a:pt x="726" y="631"/>
                  </a:lnTo>
                  <a:lnTo>
                    <a:pt x="726" y="633"/>
                  </a:lnTo>
                  <a:lnTo>
                    <a:pt x="727" y="636"/>
                  </a:lnTo>
                  <a:lnTo>
                    <a:pt x="726" y="638"/>
                  </a:lnTo>
                  <a:lnTo>
                    <a:pt x="723" y="640"/>
                  </a:lnTo>
                  <a:lnTo>
                    <a:pt x="720" y="641"/>
                  </a:lnTo>
                  <a:lnTo>
                    <a:pt x="717" y="642"/>
                  </a:lnTo>
                  <a:lnTo>
                    <a:pt x="715" y="643"/>
                  </a:lnTo>
                  <a:lnTo>
                    <a:pt x="713" y="645"/>
                  </a:lnTo>
                  <a:lnTo>
                    <a:pt x="710" y="646"/>
                  </a:lnTo>
                  <a:lnTo>
                    <a:pt x="708" y="647"/>
                  </a:lnTo>
                  <a:lnTo>
                    <a:pt x="705" y="649"/>
                  </a:lnTo>
                  <a:lnTo>
                    <a:pt x="703" y="652"/>
                  </a:lnTo>
                  <a:lnTo>
                    <a:pt x="700" y="655"/>
                  </a:lnTo>
                  <a:lnTo>
                    <a:pt x="697" y="657"/>
                  </a:lnTo>
                  <a:lnTo>
                    <a:pt x="693" y="656"/>
                  </a:lnTo>
                  <a:lnTo>
                    <a:pt x="690" y="653"/>
                  </a:lnTo>
                  <a:lnTo>
                    <a:pt x="687" y="650"/>
                  </a:lnTo>
                  <a:lnTo>
                    <a:pt x="685" y="648"/>
                  </a:lnTo>
                  <a:lnTo>
                    <a:pt x="682" y="648"/>
                  </a:lnTo>
                  <a:lnTo>
                    <a:pt x="679" y="649"/>
                  </a:lnTo>
                  <a:lnTo>
                    <a:pt x="676" y="649"/>
                  </a:lnTo>
                  <a:lnTo>
                    <a:pt x="674" y="647"/>
                  </a:lnTo>
                  <a:lnTo>
                    <a:pt x="672" y="646"/>
                  </a:lnTo>
                  <a:lnTo>
                    <a:pt x="670" y="645"/>
                  </a:lnTo>
                  <a:lnTo>
                    <a:pt x="667" y="644"/>
                  </a:lnTo>
                  <a:lnTo>
                    <a:pt x="665" y="642"/>
                  </a:lnTo>
                  <a:lnTo>
                    <a:pt x="664" y="640"/>
                  </a:lnTo>
                  <a:lnTo>
                    <a:pt x="664" y="638"/>
                  </a:lnTo>
                  <a:lnTo>
                    <a:pt x="663" y="636"/>
                  </a:lnTo>
                  <a:lnTo>
                    <a:pt x="661" y="634"/>
                  </a:lnTo>
                  <a:lnTo>
                    <a:pt x="660" y="632"/>
                  </a:lnTo>
                  <a:lnTo>
                    <a:pt x="661" y="629"/>
                  </a:lnTo>
                  <a:lnTo>
                    <a:pt x="665" y="627"/>
                  </a:lnTo>
                  <a:lnTo>
                    <a:pt x="669" y="625"/>
                  </a:lnTo>
                  <a:lnTo>
                    <a:pt x="671" y="623"/>
                  </a:lnTo>
                  <a:lnTo>
                    <a:pt x="670" y="621"/>
                  </a:lnTo>
                  <a:lnTo>
                    <a:pt x="667" y="618"/>
                  </a:lnTo>
                  <a:lnTo>
                    <a:pt x="666" y="615"/>
                  </a:lnTo>
                  <a:lnTo>
                    <a:pt x="666" y="612"/>
                  </a:lnTo>
                  <a:lnTo>
                    <a:pt x="668" y="610"/>
                  </a:lnTo>
                  <a:lnTo>
                    <a:pt x="670" y="608"/>
                  </a:lnTo>
                  <a:lnTo>
                    <a:pt x="671" y="606"/>
                  </a:lnTo>
                  <a:lnTo>
                    <a:pt x="673" y="605"/>
                  </a:lnTo>
                  <a:lnTo>
                    <a:pt x="676" y="605"/>
                  </a:lnTo>
                  <a:lnTo>
                    <a:pt x="679" y="605"/>
                  </a:lnTo>
                  <a:lnTo>
                    <a:pt x="682" y="605"/>
                  </a:lnTo>
                  <a:lnTo>
                    <a:pt x="684" y="604"/>
                  </a:lnTo>
                  <a:lnTo>
                    <a:pt x="685" y="602"/>
                  </a:lnTo>
                  <a:lnTo>
                    <a:pt x="688" y="601"/>
                  </a:lnTo>
                  <a:lnTo>
                    <a:pt x="690" y="601"/>
                  </a:lnTo>
                  <a:lnTo>
                    <a:pt x="693" y="603"/>
                  </a:lnTo>
                  <a:lnTo>
                    <a:pt x="695" y="604"/>
                  </a:lnTo>
                  <a:lnTo>
                    <a:pt x="697" y="603"/>
                  </a:lnTo>
                  <a:lnTo>
                    <a:pt x="701" y="601"/>
                  </a:lnTo>
                  <a:lnTo>
                    <a:pt x="705" y="600"/>
                  </a:lnTo>
                  <a:lnTo>
                    <a:pt x="708" y="600"/>
                  </a:lnTo>
                  <a:lnTo>
                    <a:pt x="710" y="603"/>
                  </a:lnTo>
                  <a:lnTo>
                    <a:pt x="712" y="605"/>
                  </a:lnTo>
                  <a:lnTo>
                    <a:pt x="713" y="608"/>
                  </a:lnTo>
                  <a:lnTo>
                    <a:pt x="715" y="610"/>
                  </a:lnTo>
                  <a:lnTo>
                    <a:pt x="716" y="613"/>
                  </a:lnTo>
                  <a:lnTo>
                    <a:pt x="716" y="615"/>
                  </a:lnTo>
                  <a:lnTo>
                    <a:pt x="717" y="617"/>
                  </a:lnTo>
                  <a:lnTo>
                    <a:pt x="719" y="619"/>
                  </a:lnTo>
                  <a:lnTo>
                    <a:pt x="724" y="620"/>
                  </a:lnTo>
                  <a:lnTo>
                    <a:pt x="728" y="622"/>
                  </a:lnTo>
                  <a:lnTo>
                    <a:pt x="730" y="624"/>
                  </a:lnTo>
                  <a:close/>
                </a:path>
              </a:pathLst>
            </a:custGeom>
            <a:solidFill>
              <a:srgbClr val="E8A571">
                <a:alpha val="32000"/>
              </a:srgbClr>
            </a:solidFill>
            <a:ln>
              <a:noFill/>
            </a:ln>
          </p:spPr>
          <p:txBody>
            <a:bodyPr anchor="ctr"/>
            <a:lstStyle/>
            <a:p>
              <a:pPr algn="ctr">
                <a:buNone/>
              </a:pPr>
            </a:p>
          </p:txBody>
        </p:sp>
        <p:sp>
          <p:nvSpPr>
            <p:cNvPr id="767" name="addition:spatial:149"/>
            <p:cNvSpPr>
              <a:spLocks noGrp="1"/>
            </p:cNvSpPr>
            <p:nvPr/>
          </p:nvSpPr>
          <p:spPr>
            <a:xfrm>
              <a:off x="5648325" y="1666875"/>
              <a:ext cx="1043468" cy="1077575"/>
            </a:xfrm>
            <a:custGeom>
              <a:avLst/>
              <a:gdLst/>
              <a:ahLst/>
              <a:cxnLst/>
              <a:rect l="l" t="t" r="r" b="b"/>
              <a:pathLst>
                <a:path w="787" h="637">
                  <a:moveTo>
                    <a:pt x="0" y="0"/>
                  </a:moveTo>
                  <a:moveTo>
                    <a:pt x="787" y="610"/>
                  </a:moveTo>
                  <a:lnTo>
                    <a:pt x="787" y="612"/>
                  </a:lnTo>
                  <a:lnTo>
                    <a:pt x="786" y="614"/>
                  </a:lnTo>
                  <a:lnTo>
                    <a:pt x="784" y="616"/>
                  </a:lnTo>
                  <a:lnTo>
                    <a:pt x="782" y="618"/>
                  </a:lnTo>
                  <a:lnTo>
                    <a:pt x="781" y="620"/>
                  </a:lnTo>
                  <a:lnTo>
                    <a:pt x="781" y="622"/>
                  </a:lnTo>
                  <a:lnTo>
                    <a:pt x="781" y="625"/>
                  </a:lnTo>
                  <a:lnTo>
                    <a:pt x="779" y="626"/>
                  </a:lnTo>
                  <a:lnTo>
                    <a:pt x="776" y="626"/>
                  </a:lnTo>
                  <a:lnTo>
                    <a:pt x="774" y="626"/>
                  </a:lnTo>
                  <a:lnTo>
                    <a:pt x="772" y="628"/>
                  </a:lnTo>
                  <a:lnTo>
                    <a:pt x="771" y="631"/>
                  </a:lnTo>
                  <a:lnTo>
                    <a:pt x="770" y="633"/>
                  </a:lnTo>
                  <a:lnTo>
                    <a:pt x="768" y="635"/>
                  </a:lnTo>
                  <a:lnTo>
                    <a:pt x="766" y="636"/>
                  </a:lnTo>
                  <a:lnTo>
                    <a:pt x="764" y="636"/>
                  </a:lnTo>
                  <a:lnTo>
                    <a:pt x="761" y="637"/>
                  </a:lnTo>
                  <a:lnTo>
                    <a:pt x="759" y="637"/>
                  </a:lnTo>
                  <a:lnTo>
                    <a:pt x="757" y="635"/>
                  </a:lnTo>
                  <a:lnTo>
                    <a:pt x="755" y="632"/>
                  </a:lnTo>
                  <a:lnTo>
                    <a:pt x="754" y="629"/>
                  </a:lnTo>
                  <a:lnTo>
                    <a:pt x="753" y="628"/>
                  </a:lnTo>
                  <a:lnTo>
                    <a:pt x="751" y="629"/>
                  </a:lnTo>
                  <a:lnTo>
                    <a:pt x="748" y="630"/>
                  </a:lnTo>
                  <a:lnTo>
                    <a:pt x="746" y="630"/>
                  </a:lnTo>
                  <a:lnTo>
                    <a:pt x="745" y="628"/>
                  </a:lnTo>
                  <a:lnTo>
                    <a:pt x="744" y="626"/>
                  </a:lnTo>
                  <a:lnTo>
                    <a:pt x="744" y="624"/>
                  </a:lnTo>
                  <a:lnTo>
                    <a:pt x="742" y="623"/>
                  </a:lnTo>
                  <a:lnTo>
                    <a:pt x="741" y="621"/>
                  </a:lnTo>
                  <a:lnTo>
                    <a:pt x="740" y="619"/>
                  </a:lnTo>
                  <a:lnTo>
                    <a:pt x="741" y="616"/>
                  </a:lnTo>
                  <a:lnTo>
                    <a:pt x="741" y="614"/>
                  </a:lnTo>
                  <a:lnTo>
                    <a:pt x="742" y="612"/>
                  </a:lnTo>
                  <a:lnTo>
                    <a:pt x="742" y="610"/>
                  </a:lnTo>
                  <a:lnTo>
                    <a:pt x="742" y="607"/>
                  </a:lnTo>
                  <a:lnTo>
                    <a:pt x="744" y="606"/>
                  </a:lnTo>
                  <a:lnTo>
                    <a:pt x="746" y="604"/>
                  </a:lnTo>
                  <a:lnTo>
                    <a:pt x="746" y="602"/>
                  </a:lnTo>
                  <a:lnTo>
                    <a:pt x="745" y="599"/>
                  </a:lnTo>
                  <a:lnTo>
                    <a:pt x="743" y="596"/>
                  </a:lnTo>
                  <a:lnTo>
                    <a:pt x="743" y="593"/>
                  </a:lnTo>
                  <a:lnTo>
                    <a:pt x="744" y="591"/>
                  </a:lnTo>
                  <a:lnTo>
                    <a:pt x="746" y="590"/>
                  </a:lnTo>
                  <a:lnTo>
                    <a:pt x="749" y="590"/>
                  </a:lnTo>
                  <a:lnTo>
                    <a:pt x="750" y="590"/>
                  </a:lnTo>
                  <a:lnTo>
                    <a:pt x="752" y="589"/>
                  </a:lnTo>
                  <a:lnTo>
                    <a:pt x="753" y="588"/>
                  </a:lnTo>
                  <a:lnTo>
                    <a:pt x="755" y="588"/>
                  </a:lnTo>
                  <a:lnTo>
                    <a:pt x="756" y="588"/>
                  </a:lnTo>
                  <a:lnTo>
                    <a:pt x="758" y="587"/>
                  </a:lnTo>
                  <a:lnTo>
                    <a:pt x="759" y="586"/>
                  </a:lnTo>
                  <a:lnTo>
                    <a:pt x="761" y="584"/>
                  </a:lnTo>
                  <a:lnTo>
                    <a:pt x="763" y="584"/>
                  </a:lnTo>
                  <a:lnTo>
                    <a:pt x="765" y="586"/>
                  </a:lnTo>
                  <a:lnTo>
                    <a:pt x="766" y="587"/>
                  </a:lnTo>
                  <a:lnTo>
                    <a:pt x="768" y="587"/>
                  </a:lnTo>
                  <a:lnTo>
                    <a:pt x="771" y="586"/>
                  </a:lnTo>
                  <a:lnTo>
                    <a:pt x="774" y="586"/>
                  </a:lnTo>
                  <a:lnTo>
                    <a:pt x="775" y="588"/>
                  </a:lnTo>
                  <a:lnTo>
                    <a:pt x="776" y="591"/>
                  </a:lnTo>
                  <a:lnTo>
                    <a:pt x="776" y="594"/>
                  </a:lnTo>
                  <a:lnTo>
                    <a:pt x="776" y="597"/>
                  </a:lnTo>
                  <a:lnTo>
                    <a:pt x="777" y="599"/>
                  </a:lnTo>
                  <a:lnTo>
                    <a:pt x="779" y="600"/>
                  </a:lnTo>
                  <a:lnTo>
                    <a:pt x="781" y="601"/>
                  </a:lnTo>
                  <a:lnTo>
                    <a:pt x="782" y="603"/>
                  </a:lnTo>
                  <a:lnTo>
                    <a:pt x="784" y="605"/>
                  </a:lnTo>
                  <a:lnTo>
                    <a:pt x="785" y="607"/>
                  </a:lnTo>
                  <a:close/>
                </a:path>
              </a:pathLst>
            </a:custGeom>
            <a:solidFill>
              <a:srgbClr val="ECB78D">
                <a:alpha val="24000"/>
              </a:srgbClr>
            </a:solidFill>
            <a:ln>
              <a:noFill/>
            </a:ln>
          </p:spPr>
          <p:txBody>
            <a:bodyPr anchor="ctr"/>
            <a:lstStyle/>
            <a:p>
              <a:pPr algn="ctr">
                <a:buNone/>
              </a:pPr>
            </a:p>
          </p:txBody>
        </p:sp>
        <p:sp>
          <p:nvSpPr>
            <p:cNvPr id="768" name="addition:spatial:150"/>
            <p:cNvSpPr>
              <a:spLocks noGrp="1"/>
            </p:cNvSpPr>
            <p:nvPr/>
          </p:nvSpPr>
          <p:spPr>
            <a:xfrm>
              <a:off x="5648325" y="1666875"/>
              <a:ext cx="993084" cy="1168923"/>
            </a:xfrm>
            <a:custGeom>
              <a:avLst/>
              <a:gdLst/>
              <a:ahLst/>
              <a:cxnLst/>
              <a:rect l="l" t="t" r="r" b="b"/>
              <a:pathLst>
                <a:path w="749" h="691">
                  <a:moveTo>
                    <a:pt x="0" y="0"/>
                  </a:moveTo>
                  <a:moveTo>
                    <a:pt x="741" y="664"/>
                  </a:moveTo>
                  <a:lnTo>
                    <a:pt x="742" y="666"/>
                  </a:lnTo>
                  <a:lnTo>
                    <a:pt x="745" y="668"/>
                  </a:lnTo>
                  <a:lnTo>
                    <a:pt x="748" y="670"/>
                  </a:lnTo>
                  <a:lnTo>
                    <a:pt x="749" y="673"/>
                  </a:lnTo>
                  <a:lnTo>
                    <a:pt x="748" y="675"/>
                  </a:lnTo>
                  <a:lnTo>
                    <a:pt x="745" y="677"/>
                  </a:lnTo>
                  <a:lnTo>
                    <a:pt x="742" y="678"/>
                  </a:lnTo>
                  <a:lnTo>
                    <a:pt x="741" y="679"/>
                  </a:lnTo>
                  <a:lnTo>
                    <a:pt x="741" y="681"/>
                  </a:lnTo>
                  <a:lnTo>
                    <a:pt x="739" y="683"/>
                  </a:lnTo>
                  <a:lnTo>
                    <a:pt x="737" y="684"/>
                  </a:lnTo>
                  <a:lnTo>
                    <a:pt x="734" y="684"/>
                  </a:lnTo>
                  <a:lnTo>
                    <a:pt x="732" y="684"/>
                  </a:lnTo>
                  <a:lnTo>
                    <a:pt x="730" y="685"/>
                  </a:lnTo>
                  <a:lnTo>
                    <a:pt x="728" y="686"/>
                  </a:lnTo>
                  <a:lnTo>
                    <a:pt x="725" y="686"/>
                  </a:lnTo>
                  <a:lnTo>
                    <a:pt x="723" y="686"/>
                  </a:lnTo>
                  <a:lnTo>
                    <a:pt x="720" y="686"/>
                  </a:lnTo>
                  <a:lnTo>
                    <a:pt x="717" y="688"/>
                  </a:lnTo>
                  <a:lnTo>
                    <a:pt x="714" y="690"/>
                  </a:lnTo>
                  <a:lnTo>
                    <a:pt x="710" y="691"/>
                  </a:lnTo>
                  <a:lnTo>
                    <a:pt x="707" y="689"/>
                  </a:lnTo>
                  <a:lnTo>
                    <a:pt x="705" y="686"/>
                  </a:lnTo>
                  <a:lnTo>
                    <a:pt x="705" y="682"/>
                  </a:lnTo>
                  <a:lnTo>
                    <a:pt x="703" y="680"/>
                  </a:lnTo>
                  <a:lnTo>
                    <a:pt x="701" y="679"/>
                  </a:lnTo>
                  <a:lnTo>
                    <a:pt x="698" y="678"/>
                  </a:lnTo>
                  <a:lnTo>
                    <a:pt x="695" y="677"/>
                  </a:lnTo>
                  <a:lnTo>
                    <a:pt x="694" y="675"/>
                  </a:lnTo>
                  <a:lnTo>
                    <a:pt x="692" y="674"/>
                  </a:lnTo>
                  <a:lnTo>
                    <a:pt x="690" y="672"/>
                  </a:lnTo>
                  <a:lnTo>
                    <a:pt x="687" y="670"/>
                  </a:lnTo>
                  <a:lnTo>
                    <a:pt x="686" y="668"/>
                  </a:lnTo>
                  <a:lnTo>
                    <a:pt x="686" y="666"/>
                  </a:lnTo>
                  <a:lnTo>
                    <a:pt x="687" y="664"/>
                  </a:lnTo>
                  <a:lnTo>
                    <a:pt x="687" y="662"/>
                  </a:lnTo>
                  <a:lnTo>
                    <a:pt x="686" y="659"/>
                  </a:lnTo>
                  <a:lnTo>
                    <a:pt x="686" y="657"/>
                  </a:lnTo>
                  <a:lnTo>
                    <a:pt x="687" y="655"/>
                  </a:lnTo>
                  <a:lnTo>
                    <a:pt x="691" y="653"/>
                  </a:lnTo>
                  <a:lnTo>
                    <a:pt x="696" y="653"/>
                  </a:lnTo>
                  <a:lnTo>
                    <a:pt x="699" y="652"/>
                  </a:lnTo>
                  <a:lnTo>
                    <a:pt x="700" y="651"/>
                  </a:lnTo>
                  <a:lnTo>
                    <a:pt x="700" y="648"/>
                  </a:lnTo>
                  <a:lnTo>
                    <a:pt x="701" y="645"/>
                  </a:lnTo>
                  <a:lnTo>
                    <a:pt x="703" y="642"/>
                  </a:lnTo>
                  <a:lnTo>
                    <a:pt x="705" y="641"/>
                  </a:lnTo>
                  <a:lnTo>
                    <a:pt x="708" y="640"/>
                  </a:lnTo>
                  <a:lnTo>
                    <a:pt x="711" y="639"/>
                  </a:lnTo>
                  <a:lnTo>
                    <a:pt x="714" y="638"/>
                  </a:lnTo>
                  <a:lnTo>
                    <a:pt x="717" y="639"/>
                  </a:lnTo>
                  <a:lnTo>
                    <a:pt x="720" y="641"/>
                  </a:lnTo>
                  <a:lnTo>
                    <a:pt x="723" y="643"/>
                  </a:lnTo>
                  <a:lnTo>
                    <a:pt x="725" y="643"/>
                  </a:lnTo>
                  <a:lnTo>
                    <a:pt x="728" y="641"/>
                  </a:lnTo>
                  <a:lnTo>
                    <a:pt x="730" y="641"/>
                  </a:lnTo>
                  <a:lnTo>
                    <a:pt x="733" y="641"/>
                  </a:lnTo>
                  <a:lnTo>
                    <a:pt x="734" y="644"/>
                  </a:lnTo>
                  <a:lnTo>
                    <a:pt x="735" y="646"/>
                  </a:lnTo>
                  <a:lnTo>
                    <a:pt x="737" y="646"/>
                  </a:lnTo>
                  <a:lnTo>
                    <a:pt x="740" y="646"/>
                  </a:lnTo>
                  <a:lnTo>
                    <a:pt x="743" y="647"/>
                  </a:lnTo>
                  <a:lnTo>
                    <a:pt x="746" y="648"/>
                  </a:lnTo>
                  <a:lnTo>
                    <a:pt x="746" y="650"/>
                  </a:lnTo>
                  <a:lnTo>
                    <a:pt x="746" y="653"/>
                  </a:lnTo>
                  <a:lnTo>
                    <a:pt x="746" y="655"/>
                  </a:lnTo>
                  <a:lnTo>
                    <a:pt x="746" y="657"/>
                  </a:lnTo>
                  <a:lnTo>
                    <a:pt x="745" y="660"/>
                  </a:lnTo>
                  <a:lnTo>
                    <a:pt x="743" y="662"/>
                  </a:lnTo>
                  <a:close/>
                </a:path>
              </a:pathLst>
            </a:custGeom>
            <a:solidFill>
              <a:srgbClr val="ECB78D">
                <a:alpha val="24000"/>
              </a:srgbClr>
            </a:solidFill>
            <a:ln>
              <a:noFill/>
            </a:ln>
          </p:spPr>
          <p:txBody>
            <a:bodyPr anchor="ctr"/>
            <a:lstStyle/>
            <a:p>
              <a:pPr algn="ctr">
                <a:buNone/>
              </a:pPr>
            </a:p>
          </p:txBody>
        </p:sp>
        <p:sp>
          <p:nvSpPr>
            <p:cNvPr id="769" name="addition:spatial:151"/>
            <p:cNvSpPr>
              <a:spLocks noGrp="1"/>
            </p:cNvSpPr>
            <p:nvPr/>
          </p:nvSpPr>
          <p:spPr>
            <a:xfrm>
              <a:off x="5648325" y="1666875"/>
              <a:ext cx="896295" cy="1192606"/>
            </a:xfrm>
            <a:custGeom>
              <a:avLst/>
              <a:gdLst/>
              <a:ahLst/>
              <a:cxnLst/>
              <a:rect l="l" t="t" r="r" b="b"/>
              <a:pathLst>
                <a:path w="676" h="705">
                  <a:moveTo>
                    <a:pt x="0" y="0"/>
                  </a:moveTo>
                  <a:moveTo>
                    <a:pt x="675" y="681"/>
                  </a:moveTo>
                  <a:lnTo>
                    <a:pt x="675" y="683"/>
                  </a:lnTo>
                  <a:lnTo>
                    <a:pt x="674" y="686"/>
                  </a:lnTo>
                  <a:lnTo>
                    <a:pt x="671" y="687"/>
                  </a:lnTo>
                  <a:lnTo>
                    <a:pt x="668" y="689"/>
                  </a:lnTo>
                  <a:lnTo>
                    <a:pt x="665" y="690"/>
                  </a:lnTo>
                  <a:lnTo>
                    <a:pt x="664" y="691"/>
                  </a:lnTo>
                  <a:lnTo>
                    <a:pt x="664" y="694"/>
                  </a:lnTo>
                  <a:lnTo>
                    <a:pt x="665" y="698"/>
                  </a:lnTo>
                  <a:lnTo>
                    <a:pt x="665" y="700"/>
                  </a:lnTo>
                  <a:lnTo>
                    <a:pt x="662" y="702"/>
                  </a:lnTo>
                  <a:lnTo>
                    <a:pt x="659" y="702"/>
                  </a:lnTo>
                  <a:lnTo>
                    <a:pt x="656" y="702"/>
                  </a:lnTo>
                  <a:lnTo>
                    <a:pt x="654" y="704"/>
                  </a:lnTo>
                  <a:lnTo>
                    <a:pt x="652" y="705"/>
                  </a:lnTo>
                  <a:lnTo>
                    <a:pt x="650" y="705"/>
                  </a:lnTo>
                  <a:lnTo>
                    <a:pt x="648" y="705"/>
                  </a:lnTo>
                  <a:lnTo>
                    <a:pt x="646" y="704"/>
                  </a:lnTo>
                  <a:lnTo>
                    <a:pt x="644" y="704"/>
                  </a:lnTo>
                  <a:lnTo>
                    <a:pt x="642" y="704"/>
                  </a:lnTo>
                  <a:lnTo>
                    <a:pt x="640" y="704"/>
                  </a:lnTo>
                  <a:lnTo>
                    <a:pt x="638" y="702"/>
                  </a:lnTo>
                  <a:lnTo>
                    <a:pt x="637" y="701"/>
                  </a:lnTo>
                  <a:lnTo>
                    <a:pt x="635" y="700"/>
                  </a:lnTo>
                  <a:lnTo>
                    <a:pt x="633" y="701"/>
                  </a:lnTo>
                  <a:lnTo>
                    <a:pt x="629" y="702"/>
                  </a:lnTo>
                  <a:lnTo>
                    <a:pt x="626" y="702"/>
                  </a:lnTo>
                  <a:lnTo>
                    <a:pt x="625" y="700"/>
                  </a:lnTo>
                  <a:lnTo>
                    <a:pt x="625" y="696"/>
                  </a:lnTo>
                  <a:lnTo>
                    <a:pt x="626" y="693"/>
                  </a:lnTo>
                  <a:lnTo>
                    <a:pt x="627" y="691"/>
                  </a:lnTo>
                  <a:lnTo>
                    <a:pt x="626" y="689"/>
                  </a:lnTo>
                  <a:lnTo>
                    <a:pt x="625" y="687"/>
                  </a:lnTo>
                  <a:lnTo>
                    <a:pt x="625" y="685"/>
                  </a:lnTo>
                  <a:lnTo>
                    <a:pt x="624" y="683"/>
                  </a:lnTo>
                  <a:lnTo>
                    <a:pt x="623" y="681"/>
                  </a:lnTo>
                  <a:lnTo>
                    <a:pt x="621" y="679"/>
                  </a:lnTo>
                  <a:lnTo>
                    <a:pt x="620" y="677"/>
                  </a:lnTo>
                  <a:lnTo>
                    <a:pt x="620" y="674"/>
                  </a:lnTo>
                  <a:lnTo>
                    <a:pt x="621" y="672"/>
                  </a:lnTo>
                  <a:lnTo>
                    <a:pt x="623" y="671"/>
                  </a:lnTo>
                  <a:lnTo>
                    <a:pt x="624" y="669"/>
                  </a:lnTo>
                  <a:lnTo>
                    <a:pt x="623" y="666"/>
                  </a:lnTo>
                  <a:lnTo>
                    <a:pt x="623" y="664"/>
                  </a:lnTo>
                  <a:lnTo>
                    <a:pt x="625" y="662"/>
                  </a:lnTo>
                  <a:lnTo>
                    <a:pt x="628" y="662"/>
                  </a:lnTo>
                  <a:lnTo>
                    <a:pt x="631" y="663"/>
                  </a:lnTo>
                  <a:lnTo>
                    <a:pt x="634" y="664"/>
                  </a:lnTo>
                  <a:lnTo>
                    <a:pt x="635" y="663"/>
                  </a:lnTo>
                  <a:lnTo>
                    <a:pt x="637" y="660"/>
                  </a:lnTo>
                  <a:lnTo>
                    <a:pt x="639" y="658"/>
                  </a:lnTo>
                  <a:lnTo>
                    <a:pt x="641" y="657"/>
                  </a:lnTo>
                  <a:lnTo>
                    <a:pt x="643" y="656"/>
                  </a:lnTo>
                  <a:lnTo>
                    <a:pt x="646" y="655"/>
                  </a:lnTo>
                  <a:lnTo>
                    <a:pt x="649" y="654"/>
                  </a:lnTo>
                  <a:lnTo>
                    <a:pt x="652" y="655"/>
                  </a:lnTo>
                  <a:lnTo>
                    <a:pt x="654" y="657"/>
                  </a:lnTo>
                  <a:lnTo>
                    <a:pt x="656" y="660"/>
                  </a:lnTo>
                  <a:lnTo>
                    <a:pt x="657" y="663"/>
                  </a:lnTo>
                  <a:lnTo>
                    <a:pt x="660" y="663"/>
                  </a:lnTo>
                  <a:lnTo>
                    <a:pt x="663" y="663"/>
                  </a:lnTo>
                  <a:lnTo>
                    <a:pt x="666" y="664"/>
                  </a:lnTo>
                  <a:lnTo>
                    <a:pt x="667" y="665"/>
                  </a:lnTo>
                  <a:lnTo>
                    <a:pt x="668" y="668"/>
                  </a:lnTo>
                  <a:lnTo>
                    <a:pt x="668" y="670"/>
                  </a:lnTo>
                  <a:lnTo>
                    <a:pt x="670" y="672"/>
                  </a:lnTo>
                  <a:lnTo>
                    <a:pt x="672" y="673"/>
                  </a:lnTo>
                  <a:lnTo>
                    <a:pt x="675" y="674"/>
                  </a:lnTo>
                  <a:lnTo>
                    <a:pt x="676" y="676"/>
                  </a:lnTo>
                  <a:lnTo>
                    <a:pt x="676" y="679"/>
                  </a:lnTo>
                  <a:close/>
                </a:path>
              </a:pathLst>
            </a:custGeom>
            <a:solidFill>
              <a:srgbClr val="ECB78D">
                <a:alpha val="24000"/>
              </a:srgbClr>
            </a:solidFill>
            <a:ln>
              <a:noFill/>
            </a:ln>
          </p:spPr>
          <p:txBody>
            <a:bodyPr anchor="ctr"/>
            <a:lstStyle/>
            <a:p>
              <a:pPr algn="ctr">
                <a:buNone/>
              </a:pPr>
            </a:p>
          </p:txBody>
        </p:sp>
        <p:sp>
          <p:nvSpPr>
            <p:cNvPr id="770" name="addition:spatial:152"/>
            <p:cNvSpPr>
              <a:spLocks noGrp="1"/>
            </p:cNvSpPr>
            <p:nvPr/>
          </p:nvSpPr>
          <p:spPr>
            <a:xfrm>
              <a:off x="5648325" y="1666875"/>
              <a:ext cx="800832" cy="1157082"/>
            </a:xfrm>
            <a:custGeom>
              <a:avLst/>
              <a:gdLst/>
              <a:ahLst/>
              <a:cxnLst/>
              <a:rect l="l" t="t" r="r" b="b"/>
              <a:pathLst>
                <a:path w="604" h="684">
                  <a:moveTo>
                    <a:pt x="0" y="0"/>
                  </a:moveTo>
                  <a:moveTo>
                    <a:pt x="600" y="655"/>
                  </a:moveTo>
                  <a:lnTo>
                    <a:pt x="603" y="658"/>
                  </a:lnTo>
                  <a:lnTo>
                    <a:pt x="603" y="660"/>
                  </a:lnTo>
                  <a:lnTo>
                    <a:pt x="604" y="663"/>
                  </a:lnTo>
                  <a:lnTo>
                    <a:pt x="604" y="665"/>
                  </a:lnTo>
                  <a:lnTo>
                    <a:pt x="604" y="668"/>
                  </a:lnTo>
                  <a:lnTo>
                    <a:pt x="602" y="670"/>
                  </a:lnTo>
                  <a:lnTo>
                    <a:pt x="599" y="671"/>
                  </a:lnTo>
                  <a:lnTo>
                    <a:pt x="596" y="671"/>
                  </a:lnTo>
                  <a:lnTo>
                    <a:pt x="594" y="672"/>
                  </a:lnTo>
                  <a:lnTo>
                    <a:pt x="593" y="674"/>
                  </a:lnTo>
                  <a:lnTo>
                    <a:pt x="592" y="677"/>
                  </a:lnTo>
                  <a:lnTo>
                    <a:pt x="590" y="678"/>
                  </a:lnTo>
                  <a:lnTo>
                    <a:pt x="587" y="678"/>
                  </a:lnTo>
                  <a:lnTo>
                    <a:pt x="584" y="677"/>
                  </a:lnTo>
                  <a:lnTo>
                    <a:pt x="582" y="677"/>
                  </a:lnTo>
                  <a:lnTo>
                    <a:pt x="579" y="679"/>
                  </a:lnTo>
                  <a:lnTo>
                    <a:pt x="577" y="682"/>
                  </a:lnTo>
                  <a:lnTo>
                    <a:pt x="574" y="684"/>
                  </a:lnTo>
                  <a:lnTo>
                    <a:pt x="570" y="684"/>
                  </a:lnTo>
                  <a:lnTo>
                    <a:pt x="567" y="683"/>
                  </a:lnTo>
                  <a:lnTo>
                    <a:pt x="564" y="681"/>
                  </a:lnTo>
                  <a:lnTo>
                    <a:pt x="562" y="680"/>
                  </a:lnTo>
                  <a:lnTo>
                    <a:pt x="559" y="678"/>
                  </a:lnTo>
                  <a:lnTo>
                    <a:pt x="558" y="675"/>
                  </a:lnTo>
                  <a:lnTo>
                    <a:pt x="557" y="672"/>
                  </a:lnTo>
                  <a:lnTo>
                    <a:pt x="556" y="671"/>
                  </a:lnTo>
                  <a:lnTo>
                    <a:pt x="553" y="670"/>
                  </a:lnTo>
                  <a:lnTo>
                    <a:pt x="548" y="670"/>
                  </a:lnTo>
                  <a:lnTo>
                    <a:pt x="545" y="670"/>
                  </a:lnTo>
                  <a:lnTo>
                    <a:pt x="543" y="668"/>
                  </a:lnTo>
                  <a:lnTo>
                    <a:pt x="543" y="665"/>
                  </a:lnTo>
                  <a:lnTo>
                    <a:pt x="544" y="662"/>
                  </a:lnTo>
                  <a:lnTo>
                    <a:pt x="544" y="660"/>
                  </a:lnTo>
                  <a:lnTo>
                    <a:pt x="543" y="658"/>
                  </a:lnTo>
                  <a:lnTo>
                    <a:pt x="542" y="655"/>
                  </a:lnTo>
                  <a:lnTo>
                    <a:pt x="543" y="653"/>
                  </a:lnTo>
                  <a:lnTo>
                    <a:pt x="545" y="651"/>
                  </a:lnTo>
                  <a:lnTo>
                    <a:pt x="547" y="649"/>
                  </a:lnTo>
                  <a:lnTo>
                    <a:pt x="549" y="647"/>
                  </a:lnTo>
                  <a:lnTo>
                    <a:pt x="550" y="645"/>
                  </a:lnTo>
                  <a:lnTo>
                    <a:pt x="552" y="643"/>
                  </a:lnTo>
                  <a:lnTo>
                    <a:pt x="554" y="642"/>
                  </a:lnTo>
                  <a:lnTo>
                    <a:pt x="556" y="640"/>
                  </a:lnTo>
                  <a:lnTo>
                    <a:pt x="557" y="638"/>
                  </a:lnTo>
                  <a:lnTo>
                    <a:pt x="557" y="634"/>
                  </a:lnTo>
                  <a:lnTo>
                    <a:pt x="558" y="631"/>
                  </a:lnTo>
                  <a:lnTo>
                    <a:pt x="560" y="629"/>
                  </a:lnTo>
                  <a:lnTo>
                    <a:pt x="563" y="629"/>
                  </a:lnTo>
                  <a:lnTo>
                    <a:pt x="567" y="631"/>
                  </a:lnTo>
                  <a:lnTo>
                    <a:pt x="570" y="633"/>
                  </a:lnTo>
                  <a:lnTo>
                    <a:pt x="572" y="633"/>
                  </a:lnTo>
                  <a:lnTo>
                    <a:pt x="574" y="632"/>
                  </a:lnTo>
                  <a:lnTo>
                    <a:pt x="576" y="631"/>
                  </a:lnTo>
                  <a:lnTo>
                    <a:pt x="578" y="631"/>
                  </a:lnTo>
                  <a:lnTo>
                    <a:pt x="580" y="632"/>
                  </a:lnTo>
                  <a:lnTo>
                    <a:pt x="582" y="632"/>
                  </a:lnTo>
                  <a:lnTo>
                    <a:pt x="585" y="632"/>
                  </a:lnTo>
                  <a:lnTo>
                    <a:pt x="587" y="632"/>
                  </a:lnTo>
                  <a:lnTo>
                    <a:pt x="589" y="633"/>
                  </a:lnTo>
                  <a:lnTo>
                    <a:pt x="591" y="635"/>
                  </a:lnTo>
                  <a:lnTo>
                    <a:pt x="592" y="637"/>
                  </a:lnTo>
                  <a:lnTo>
                    <a:pt x="594" y="638"/>
                  </a:lnTo>
                  <a:lnTo>
                    <a:pt x="597" y="639"/>
                  </a:lnTo>
                  <a:lnTo>
                    <a:pt x="600" y="641"/>
                  </a:lnTo>
                  <a:lnTo>
                    <a:pt x="599" y="644"/>
                  </a:lnTo>
                  <a:lnTo>
                    <a:pt x="597" y="647"/>
                  </a:lnTo>
                  <a:lnTo>
                    <a:pt x="595" y="650"/>
                  </a:lnTo>
                  <a:lnTo>
                    <a:pt x="595" y="652"/>
                  </a:lnTo>
                  <a:lnTo>
                    <a:pt x="597" y="653"/>
                  </a:lnTo>
                  <a:close/>
                </a:path>
              </a:pathLst>
            </a:custGeom>
            <a:solidFill>
              <a:srgbClr val="ECB78D">
                <a:alpha val="24000"/>
              </a:srgbClr>
            </a:solidFill>
            <a:ln>
              <a:noFill/>
            </a:ln>
          </p:spPr>
          <p:txBody>
            <a:bodyPr anchor="ctr"/>
            <a:lstStyle/>
            <a:p>
              <a:pPr algn="ctr">
                <a:buNone/>
              </a:pPr>
            </a:p>
          </p:txBody>
        </p:sp>
        <p:sp>
          <p:nvSpPr>
            <p:cNvPr id="771" name="addition:spatial:153"/>
            <p:cNvSpPr>
              <a:spLocks noGrp="1"/>
            </p:cNvSpPr>
            <p:nvPr/>
          </p:nvSpPr>
          <p:spPr>
            <a:xfrm>
              <a:off x="5648325" y="1666875"/>
              <a:ext cx="787573" cy="1048817"/>
            </a:xfrm>
            <a:custGeom>
              <a:avLst/>
              <a:gdLst/>
              <a:ahLst/>
              <a:cxnLst/>
              <a:rect l="l" t="t" r="r" b="b"/>
              <a:pathLst>
                <a:path w="594" h="620">
                  <a:moveTo>
                    <a:pt x="0" y="0"/>
                  </a:moveTo>
                  <a:moveTo>
                    <a:pt x="590" y="593"/>
                  </a:moveTo>
                  <a:lnTo>
                    <a:pt x="591" y="596"/>
                  </a:lnTo>
                  <a:lnTo>
                    <a:pt x="592" y="598"/>
                  </a:lnTo>
                  <a:lnTo>
                    <a:pt x="591" y="600"/>
                  </a:lnTo>
                  <a:lnTo>
                    <a:pt x="592" y="602"/>
                  </a:lnTo>
                  <a:lnTo>
                    <a:pt x="593" y="605"/>
                  </a:lnTo>
                  <a:lnTo>
                    <a:pt x="594" y="608"/>
                  </a:lnTo>
                  <a:lnTo>
                    <a:pt x="592" y="610"/>
                  </a:lnTo>
                  <a:lnTo>
                    <a:pt x="589" y="611"/>
                  </a:lnTo>
                  <a:lnTo>
                    <a:pt x="584" y="610"/>
                  </a:lnTo>
                  <a:lnTo>
                    <a:pt x="581" y="610"/>
                  </a:lnTo>
                  <a:lnTo>
                    <a:pt x="579" y="610"/>
                  </a:lnTo>
                  <a:lnTo>
                    <a:pt x="578" y="613"/>
                  </a:lnTo>
                  <a:lnTo>
                    <a:pt x="576" y="615"/>
                  </a:lnTo>
                  <a:lnTo>
                    <a:pt x="574" y="617"/>
                  </a:lnTo>
                  <a:lnTo>
                    <a:pt x="572" y="618"/>
                  </a:lnTo>
                  <a:lnTo>
                    <a:pt x="569" y="619"/>
                  </a:lnTo>
                  <a:lnTo>
                    <a:pt x="566" y="620"/>
                  </a:lnTo>
                  <a:lnTo>
                    <a:pt x="562" y="620"/>
                  </a:lnTo>
                  <a:lnTo>
                    <a:pt x="559" y="620"/>
                  </a:lnTo>
                  <a:lnTo>
                    <a:pt x="556" y="618"/>
                  </a:lnTo>
                  <a:lnTo>
                    <a:pt x="554" y="616"/>
                  </a:lnTo>
                  <a:lnTo>
                    <a:pt x="551" y="615"/>
                  </a:lnTo>
                  <a:lnTo>
                    <a:pt x="547" y="615"/>
                  </a:lnTo>
                  <a:lnTo>
                    <a:pt x="544" y="615"/>
                  </a:lnTo>
                  <a:lnTo>
                    <a:pt x="542" y="613"/>
                  </a:lnTo>
                  <a:lnTo>
                    <a:pt x="542" y="610"/>
                  </a:lnTo>
                  <a:lnTo>
                    <a:pt x="541" y="607"/>
                  </a:lnTo>
                  <a:lnTo>
                    <a:pt x="540" y="606"/>
                  </a:lnTo>
                  <a:lnTo>
                    <a:pt x="536" y="605"/>
                  </a:lnTo>
                  <a:lnTo>
                    <a:pt x="532" y="605"/>
                  </a:lnTo>
                  <a:lnTo>
                    <a:pt x="529" y="603"/>
                  </a:lnTo>
                  <a:lnTo>
                    <a:pt x="528" y="601"/>
                  </a:lnTo>
                  <a:lnTo>
                    <a:pt x="528" y="598"/>
                  </a:lnTo>
                  <a:lnTo>
                    <a:pt x="529" y="596"/>
                  </a:lnTo>
                  <a:lnTo>
                    <a:pt x="530" y="593"/>
                  </a:lnTo>
                  <a:lnTo>
                    <a:pt x="531" y="591"/>
                  </a:lnTo>
                  <a:lnTo>
                    <a:pt x="534" y="589"/>
                  </a:lnTo>
                  <a:lnTo>
                    <a:pt x="538" y="588"/>
                  </a:lnTo>
                  <a:lnTo>
                    <a:pt x="539" y="586"/>
                  </a:lnTo>
                  <a:lnTo>
                    <a:pt x="539" y="584"/>
                  </a:lnTo>
                  <a:lnTo>
                    <a:pt x="538" y="581"/>
                  </a:lnTo>
                  <a:lnTo>
                    <a:pt x="538" y="578"/>
                  </a:lnTo>
                  <a:lnTo>
                    <a:pt x="541" y="576"/>
                  </a:lnTo>
                  <a:lnTo>
                    <a:pt x="544" y="576"/>
                  </a:lnTo>
                  <a:lnTo>
                    <a:pt x="547" y="575"/>
                  </a:lnTo>
                  <a:lnTo>
                    <a:pt x="549" y="573"/>
                  </a:lnTo>
                  <a:lnTo>
                    <a:pt x="550" y="570"/>
                  </a:lnTo>
                  <a:lnTo>
                    <a:pt x="552" y="568"/>
                  </a:lnTo>
                  <a:lnTo>
                    <a:pt x="555" y="568"/>
                  </a:lnTo>
                  <a:lnTo>
                    <a:pt x="558" y="568"/>
                  </a:lnTo>
                  <a:lnTo>
                    <a:pt x="561" y="570"/>
                  </a:lnTo>
                  <a:lnTo>
                    <a:pt x="563" y="570"/>
                  </a:lnTo>
                  <a:lnTo>
                    <a:pt x="565" y="571"/>
                  </a:lnTo>
                  <a:lnTo>
                    <a:pt x="567" y="571"/>
                  </a:lnTo>
                  <a:lnTo>
                    <a:pt x="569" y="573"/>
                  </a:lnTo>
                  <a:lnTo>
                    <a:pt x="571" y="573"/>
                  </a:lnTo>
                  <a:lnTo>
                    <a:pt x="573" y="572"/>
                  </a:lnTo>
                  <a:lnTo>
                    <a:pt x="577" y="570"/>
                  </a:lnTo>
                  <a:lnTo>
                    <a:pt x="581" y="569"/>
                  </a:lnTo>
                  <a:lnTo>
                    <a:pt x="583" y="571"/>
                  </a:lnTo>
                  <a:lnTo>
                    <a:pt x="584" y="574"/>
                  </a:lnTo>
                  <a:lnTo>
                    <a:pt x="583" y="577"/>
                  </a:lnTo>
                  <a:lnTo>
                    <a:pt x="583" y="580"/>
                  </a:lnTo>
                  <a:lnTo>
                    <a:pt x="585" y="581"/>
                  </a:lnTo>
                  <a:lnTo>
                    <a:pt x="587" y="583"/>
                  </a:lnTo>
                  <a:lnTo>
                    <a:pt x="588" y="585"/>
                  </a:lnTo>
                  <a:lnTo>
                    <a:pt x="588" y="587"/>
                  </a:lnTo>
                  <a:lnTo>
                    <a:pt x="588" y="589"/>
                  </a:lnTo>
                  <a:lnTo>
                    <a:pt x="589" y="591"/>
                  </a:lnTo>
                  <a:close/>
                </a:path>
              </a:pathLst>
            </a:custGeom>
            <a:solidFill>
              <a:srgbClr val="ECB78D">
                <a:alpha val="24000"/>
              </a:srgbClr>
            </a:solidFill>
            <a:ln>
              <a:noFill/>
            </a:ln>
          </p:spPr>
          <p:txBody>
            <a:bodyPr anchor="ctr"/>
            <a:lstStyle/>
            <a:p>
              <a:pPr algn="ctr">
                <a:buNone/>
              </a:pPr>
            </a:p>
          </p:txBody>
        </p:sp>
        <p:sp>
          <p:nvSpPr>
            <p:cNvPr id="772" name="addition:spatial:154"/>
            <p:cNvSpPr>
              <a:spLocks noGrp="1"/>
            </p:cNvSpPr>
            <p:nvPr/>
          </p:nvSpPr>
          <p:spPr>
            <a:xfrm>
              <a:off x="5648325" y="1666875"/>
              <a:ext cx="823371" cy="954085"/>
            </a:xfrm>
            <a:custGeom>
              <a:avLst/>
              <a:gdLst/>
              <a:ahLst/>
              <a:cxnLst/>
              <a:rect l="l" t="t" r="r" b="b"/>
              <a:pathLst>
                <a:path w="621" h="564">
                  <a:moveTo>
                    <a:pt x="0" y="0"/>
                  </a:moveTo>
                  <a:moveTo>
                    <a:pt x="618" y="537"/>
                  </a:moveTo>
                  <a:lnTo>
                    <a:pt x="618" y="539"/>
                  </a:lnTo>
                  <a:lnTo>
                    <a:pt x="617" y="542"/>
                  </a:lnTo>
                  <a:lnTo>
                    <a:pt x="615" y="544"/>
                  </a:lnTo>
                  <a:lnTo>
                    <a:pt x="614" y="545"/>
                  </a:lnTo>
                  <a:lnTo>
                    <a:pt x="612" y="547"/>
                  </a:lnTo>
                  <a:lnTo>
                    <a:pt x="612" y="549"/>
                  </a:lnTo>
                  <a:lnTo>
                    <a:pt x="610" y="551"/>
                  </a:lnTo>
                  <a:lnTo>
                    <a:pt x="608" y="553"/>
                  </a:lnTo>
                  <a:lnTo>
                    <a:pt x="607" y="554"/>
                  </a:lnTo>
                  <a:lnTo>
                    <a:pt x="605" y="556"/>
                  </a:lnTo>
                  <a:lnTo>
                    <a:pt x="605" y="559"/>
                  </a:lnTo>
                  <a:lnTo>
                    <a:pt x="604" y="563"/>
                  </a:lnTo>
                  <a:lnTo>
                    <a:pt x="602" y="564"/>
                  </a:lnTo>
                  <a:lnTo>
                    <a:pt x="599" y="563"/>
                  </a:lnTo>
                  <a:lnTo>
                    <a:pt x="596" y="560"/>
                  </a:lnTo>
                  <a:lnTo>
                    <a:pt x="593" y="559"/>
                  </a:lnTo>
                  <a:lnTo>
                    <a:pt x="592" y="558"/>
                  </a:lnTo>
                  <a:lnTo>
                    <a:pt x="590" y="559"/>
                  </a:lnTo>
                  <a:lnTo>
                    <a:pt x="588" y="560"/>
                  </a:lnTo>
                  <a:lnTo>
                    <a:pt x="586" y="560"/>
                  </a:lnTo>
                  <a:lnTo>
                    <a:pt x="584" y="560"/>
                  </a:lnTo>
                  <a:lnTo>
                    <a:pt x="582" y="560"/>
                  </a:lnTo>
                  <a:lnTo>
                    <a:pt x="580" y="560"/>
                  </a:lnTo>
                  <a:lnTo>
                    <a:pt x="578" y="560"/>
                  </a:lnTo>
                  <a:lnTo>
                    <a:pt x="576" y="558"/>
                  </a:lnTo>
                  <a:lnTo>
                    <a:pt x="575" y="555"/>
                  </a:lnTo>
                  <a:lnTo>
                    <a:pt x="575" y="553"/>
                  </a:lnTo>
                  <a:lnTo>
                    <a:pt x="573" y="552"/>
                  </a:lnTo>
                  <a:lnTo>
                    <a:pt x="571" y="550"/>
                  </a:lnTo>
                  <a:lnTo>
                    <a:pt x="569" y="549"/>
                  </a:lnTo>
                  <a:lnTo>
                    <a:pt x="569" y="546"/>
                  </a:lnTo>
                  <a:lnTo>
                    <a:pt x="571" y="543"/>
                  </a:lnTo>
                  <a:lnTo>
                    <a:pt x="572" y="541"/>
                  </a:lnTo>
                  <a:lnTo>
                    <a:pt x="572" y="539"/>
                  </a:lnTo>
                  <a:lnTo>
                    <a:pt x="570" y="537"/>
                  </a:lnTo>
                  <a:lnTo>
                    <a:pt x="567" y="535"/>
                  </a:lnTo>
                  <a:lnTo>
                    <a:pt x="565" y="533"/>
                  </a:lnTo>
                  <a:lnTo>
                    <a:pt x="565" y="530"/>
                  </a:lnTo>
                  <a:lnTo>
                    <a:pt x="565" y="528"/>
                  </a:lnTo>
                  <a:lnTo>
                    <a:pt x="566" y="525"/>
                  </a:lnTo>
                  <a:lnTo>
                    <a:pt x="566" y="523"/>
                  </a:lnTo>
                  <a:lnTo>
                    <a:pt x="569" y="522"/>
                  </a:lnTo>
                  <a:lnTo>
                    <a:pt x="572" y="522"/>
                  </a:lnTo>
                  <a:lnTo>
                    <a:pt x="574" y="522"/>
                  </a:lnTo>
                  <a:lnTo>
                    <a:pt x="576" y="521"/>
                  </a:lnTo>
                  <a:lnTo>
                    <a:pt x="577" y="519"/>
                  </a:lnTo>
                  <a:lnTo>
                    <a:pt x="578" y="516"/>
                  </a:lnTo>
                  <a:lnTo>
                    <a:pt x="579" y="514"/>
                  </a:lnTo>
                  <a:lnTo>
                    <a:pt x="582" y="514"/>
                  </a:lnTo>
                  <a:lnTo>
                    <a:pt x="585" y="515"/>
                  </a:lnTo>
                  <a:lnTo>
                    <a:pt x="587" y="515"/>
                  </a:lnTo>
                  <a:lnTo>
                    <a:pt x="589" y="513"/>
                  </a:lnTo>
                  <a:lnTo>
                    <a:pt x="592" y="511"/>
                  </a:lnTo>
                  <a:lnTo>
                    <a:pt x="595" y="510"/>
                  </a:lnTo>
                  <a:lnTo>
                    <a:pt x="598" y="511"/>
                  </a:lnTo>
                  <a:lnTo>
                    <a:pt x="600" y="512"/>
                  </a:lnTo>
                  <a:lnTo>
                    <a:pt x="603" y="514"/>
                  </a:lnTo>
                  <a:lnTo>
                    <a:pt x="605" y="516"/>
                  </a:lnTo>
                  <a:lnTo>
                    <a:pt x="606" y="518"/>
                  </a:lnTo>
                  <a:lnTo>
                    <a:pt x="608" y="520"/>
                  </a:lnTo>
                  <a:lnTo>
                    <a:pt x="608" y="522"/>
                  </a:lnTo>
                  <a:lnTo>
                    <a:pt x="610" y="524"/>
                  </a:lnTo>
                  <a:lnTo>
                    <a:pt x="612" y="524"/>
                  </a:lnTo>
                  <a:lnTo>
                    <a:pt x="616" y="524"/>
                  </a:lnTo>
                  <a:lnTo>
                    <a:pt x="620" y="525"/>
                  </a:lnTo>
                  <a:lnTo>
                    <a:pt x="621" y="527"/>
                  </a:lnTo>
                  <a:lnTo>
                    <a:pt x="620" y="530"/>
                  </a:lnTo>
                  <a:lnTo>
                    <a:pt x="619" y="533"/>
                  </a:lnTo>
                  <a:lnTo>
                    <a:pt x="618" y="535"/>
                  </a:lnTo>
                  <a:close/>
                </a:path>
              </a:pathLst>
            </a:custGeom>
            <a:solidFill>
              <a:srgbClr val="ECB78D">
                <a:alpha val="24000"/>
              </a:srgbClr>
            </a:solidFill>
            <a:ln>
              <a:noFill/>
            </a:ln>
          </p:spPr>
          <p:txBody>
            <a:bodyPr anchor="ctr"/>
            <a:lstStyle/>
            <a:p>
              <a:pPr algn="ctr">
                <a:buNone/>
              </a:pPr>
            </a:p>
          </p:txBody>
        </p:sp>
        <p:sp>
          <p:nvSpPr>
            <p:cNvPr id="773" name="addition:spatial:155"/>
            <p:cNvSpPr>
              <a:spLocks noGrp="1"/>
            </p:cNvSpPr>
            <p:nvPr/>
          </p:nvSpPr>
          <p:spPr>
            <a:xfrm>
              <a:off x="5648325" y="1666875"/>
              <a:ext cx="920161" cy="915177"/>
            </a:xfrm>
            <a:custGeom>
              <a:avLst/>
              <a:gdLst/>
              <a:ahLst/>
              <a:cxnLst/>
              <a:rect l="l" t="t" r="r" b="b"/>
              <a:pathLst>
                <a:path w="694" h="541">
                  <a:moveTo>
                    <a:pt x="0" y="0"/>
                  </a:moveTo>
                  <a:moveTo>
                    <a:pt x="691" y="515"/>
                  </a:moveTo>
                  <a:lnTo>
                    <a:pt x="691" y="517"/>
                  </a:lnTo>
                  <a:lnTo>
                    <a:pt x="691" y="519"/>
                  </a:lnTo>
                  <a:lnTo>
                    <a:pt x="690" y="521"/>
                  </a:lnTo>
                  <a:lnTo>
                    <a:pt x="688" y="523"/>
                  </a:lnTo>
                  <a:lnTo>
                    <a:pt x="686" y="524"/>
                  </a:lnTo>
                  <a:lnTo>
                    <a:pt x="685" y="526"/>
                  </a:lnTo>
                  <a:lnTo>
                    <a:pt x="684" y="528"/>
                  </a:lnTo>
                  <a:lnTo>
                    <a:pt x="683" y="530"/>
                  </a:lnTo>
                  <a:lnTo>
                    <a:pt x="681" y="531"/>
                  </a:lnTo>
                  <a:lnTo>
                    <a:pt x="679" y="532"/>
                  </a:lnTo>
                  <a:lnTo>
                    <a:pt x="677" y="534"/>
                  </a:lnTo>
                  <a:lnTo>
                    <a:pt x="677" y="537"/>
                  </a:lnTo>
                  <a:lnTo>
                    <a:pt x="675" y="540"/>
                  </a:lnTo>
                  <a:lnTo>
                    <a:pt x="673" y="541"/>
                  </a:lnTo>
                  <a:lnTo>
                    <a:pt x="670" y="540"/>
                  </a:lnTo>
                  <a:lnTo>
                    <a:pt x="668" y="538"/>
                  </a:lnTo>
                  <a:lnTo>
                    <a:pt x="666" y="536"/>
                  </a:lnTo>
                  <a:lnTo>
                    <a:pt x="664" y="535"/>
                  </a:lnTo>
                  <a:lnTo>
                    <a:pt x="662" y="536"/>
                  </a:lnTo>
                  <a:lnTo>
                    <a:pt x="661" y="536"/>
                  </a:lnTo>
                  <a:lnTo>
                    <a:pt x="659" y="536"/>
                  </a:lnTo>
                  <a:lnTo>
                    <a:pt x="657" y="535"/>
                  </a:lnTo>
                  <a:lnTo>
                    <a:pt x="656" y="535"/>
                  </a:lnTo>
                  <a:lnTo>
                    <a:pt x="653" y="535"/>
                  </a:lnTo>
                  <a:lnTo>
                    <a:pt x="651" y="535"/>
                  </a:lnTo>
                  <a:lnTo>
                    <a:pt x="650" y="533"/>
                  </a:lnTo>
                  <a:lnTo>
                    <a:pt x="650" y="530"/>
                  </a:lnTo>
                  <a:lnTo>
                    <a:pt x="650" y="528"/>
                  </a:lnTo>
                  <a:lnTo>
                    <a:pt x="648" y="527"/>
                  </a:lnTo>
                  <a:lnTo>
                    <a:pt x="646" y="526"/>
                  </a:lnTo>
                  <a:lnTo>
                    <a:pt x="645" y="524"/>
                  </a:lnTo>
                  <a:lnTo>
                    <a:pt x="646" y="522"/>
                  </a:lnTo>
                  <a:lnTo>
                    <a:pt x="648" y="519"/>
                  </a:lnTo>
                  <a:lnTo>
                    <a:pt x="649" y="517"/>
                  </a:lnTo>
                  <a:lnTo>
                    <a:pt x="649" y="515"/>
                  </a:lnTo>
                  <a:lnTo>
                    <a:pt x="648" y="513"/>
                  </a:lnTo>
                  <a:lnTo>
                    <a:pt x="646" y="511"/>
                  </a:lnTo>
                  <a:lnTo>
                    <a:pt x="645" y="509"/>
                  </a:lnTo>
                  <a:lnTo>
                    <a:pt x="645" y="507"/>
                  </a:lnTo>
                  <a:lnTo>
                    <a:pt x="645" y="504"/>
                  </a:lnTo>
                  <a:lnTo>
                    <a:pt x="645" y="502"/>
                  </a:lnTo>
                  <a:lnTo>
                    <a:pt x="646" y="500"/>
                  </a:lnTo>
                  <a:lnTo>
                    <a:pt x="648" y="499"/>
                  </a:lnTo>
                  <a:lnTo>
                    <a:pt x="650" y="499"/>
                  </a:lnTo>
                  <a:lnTo>
                    <a:pt x="653" y="499"/>
                  </a:lnTo>
                  <a:lnTo>
                    <a:pt x="654" y="499"/>
                  </a:lnTo>
                  <a:lnTo>
                    <a:pt x="655" y="497"/>
                  </a:lnTo>
                  <a:lnTo>
                    <a:pt x="656" y="494"/>
                  </a:lnTo>
                  <a:lnTo>
                    <a:pt x="658" y="493"/>
                  </a:lnTo>
                  <a:lnTo>
                    <a:pt x="660" y="493"/>
                  </a:lnTo>
                  <a:lnTo>
                    <a:pt x="662" y="494"/>
                  </a:lnTo>
                  <a:lnTo>
                    <a:pt x="664" y="494"/>
                  </a:lnTo>
                  <a:lnTo>
                    <a:pt x="666" y="493"/>
                  </a:lnTo>
                  <a:lnTo>
                    <a:pt x="668" y="491"/>
                  </a:lnTo>
                  <a:lnTo>
                    <a:pt x="671" y="491"/>
                  </a:lnTo>
                  <a:lnTo>
                    <a:pt x="673" y="491"/>
                  </a:lnTo>
                  <a:lnTo>
                    <a:pt x="676" y="493"/>
                  </a:lnTo>
                  <a:lnTo>
                    <a:pt x="678" y="494"/>
                  </a:lnTo>
                  <a:lnTo>
                    <a:pt x="679" y="496"/>
                  </a:lnTo>
                  <a:lnTo>
                    <a:pt x="681" y="498"/>
                  </a:lnTo>
                  <a:lnTo>
                    <a:pt x="682" y="500"/>
                  </a:lnTo>
                  <a:lnTo>
                    <a:pt x="682" y="503"/>
                  </a:lnTo>
                  <a:lnTo>
                    <a:pt x="683" y="504"/>
                  </a:lnTo>
                  <a:lnTo>
                    <a:pt x="685" y="505"/>
                  </a:lnTo>
                  <a:lnTo>
                    <a:pt x="689" y="505"/>
                  </a:lnTo>
                  <a:lnTo>
                    <a:pt x="692" y="506"/>
                  </a:lnTo>
                  <a:lnTo>
                    <a:pt x="694" y="508"/>
                  </a:lnTo>
                  <a:lnTo>
                    <a:pt x="693" y="511"/>
                  </a:lnTo>
                  <a:lnTo>
                    <a:pt x="692" y="513"/>
                  </a:lnTo>
                  <a:close/>
                </a:path>
              </a:pathLst>
            </a:custGeom>
            <a:solidFill>
              <a:srgbClr val="ECB78D">
                <a:alpha val="24000"/>
              </a:srgbClr>
            </a:solidFill>
            <a:ln>
              <a:noFill/>
            </a:ln>
          </p:spPr>
          <p:txBody>
            <a:bodyPr anchor="ctr"/>
            <a:lstStyle/>
            <a:p>
              <a:pPr algn="ctr">
                <a:buNone/>
              </a:pPr>
            </a:p>
          </p:txBody>
        </p:sp>
        <p:sp>
          <p:nvSpPr>
            <p:cNvPr id="774" name="addition:spatial:156"/>
            <p:cNvSpPr>
              <a:spLocks noGrp="1"/>
            </p:cNvSpPr>
            <p:nvPr/>
          </p:nvSpPr>
          <p:spPr>
            <a:xfrm>
              <a:off x="5648325" y="1666875"/>
              <a:ext cx="1012972" cy="971001"/>
            </a:xfrm>
            <a:custGeom>
              <a:avLst/>
              <a:gdLst/>
              <a:ahLst/>
              <a:cxnLst/>
              <a:rect l="l" t="t" r="r" b="b"/>
              <a:pathLst>
                <a:path w="764" h="574">
                  <a:moveTo>
                    <a:pt x="0" y="0"/>
                  </a:moveTo>
                  <a:moveTo>
                    <a:pt x="764" y="546"/>
                  </a:moveTo>
                  <a:lnTo>
                    <a:pt x="764" y="548"/>
                  </a:lnTo>
                  <a:lnTo>
                    <a:pt x="763" y="550"/>
                  </a:lnTo>
                  <a:lnTo>
                    <a:pt x="763" y="552"/>
                  </a:lnTo>
                  <a:lnTo>
                    <a:pt x="763" y="555"/>
                  </a:lnTo>
                  <a:lnTo>
                    <a:pt x="762" y="557"/>
                  </a:lnTo>
                  <a:lnTo>
                    <a:pt x="760" y="558"/>
                  </a:lnTo>
                  <a:lnTo>
                    <a:pt x="759" y="559"/>
                  </a:lnTo>
                  <a:lnTo>
                    <a:pt x="757" y="561"/>
                  </a:lnTo>
                  <a:lnTo>
                    <a:pt x="756" y="563"/>
                  </a:lnTo>
                  <a:lnTo>
                    <a:pt x="755" y="564"/>
                  </a:lnTo>
                  <a:lnTo>
                    <a:pt x="752" y="565"/>
                  </a:lnTo>
                  <a:lnTo>
                    <a:pt x="750" y="564"/>
                  </a:lnTo>
                  <a:lnTo>
                    <a:pt x="748" y="564"/>
                  </a:lnTo>
                  <a:lnTo>
                    <a:pt x="746" y="566"/>
                  </a:lnTo>
                  <a:lnTo>
                    <a:pt x="745" y="570"/>
                  </a:lnTo>
                  <a:lnTo>
                    <a:pt x="743" y="573"/>
                  </a:lnTo>
                  <a:lnTo>
                    <a:pt x="740" y="574"/>
                  </a:lnTo>
                  <a:lnTo>
                    <a:pt x="737" y="572"/>
                  </a:lnTo>
                  <a:lnTo>
                    <a:pt x="735" y="570"/>
                  </a:lnTo>
                  <a:lnTo>
                    <a:pt x="733" y="568"/>
                  </a:lnTo>
                  <a:lnTo>
                    <a:pt x="731" y="567"/>
                  </a:lnTo>
                  <a:lnTo>
                    <a:pt x="729" y="566"/>
                  </a:lnTo>
                  <a:lnTo>
                    <a:pt x="728" y="565"/>
                  </a:lnTo>
                  <a:lnTo>
                    <a:pt x="726" y="563"/>
                  </a:lnTo>
                  <a:lnTo>
                    <a:pt x="724" y="562"/>
                  </a:lnTo>
                  <a:lnTo>
                    <a:pt x="722" y="562"/>
                  </a:lnTo>
                  <a:lnTo>
                    <a:pt x="719" y="562"/>
                  </a:lnTo>
                  <a:lnTo>
                    <a:pt x="718" y="561"/>
                  </a:lnTo>
                  <a:lnTo>
                    <a:pt x="717" y="558"/>
                  </a:lnTo>
                  <a:lnTo>
                    <a:pt x="718" y="556"/>
                  </a:lnTo>
                  <a:lnTo>
                    <a:pt x="717" y="554"/>
                  </a:lnTo>
                  <a:lnTo>
                    <a:pt x="716" y="552"/>
                  </a:lnTo>
                  <a:lnTo>
                    <a:pt x="714" y="551"/>
                  </a:lnTo>
                  <a:lnTo>
                    <a:pt x="714" y="548"/>
                  </a:lnTo>
                  <a:lnTo>
                    <a:pt x="715" y="546"/>
                  </a:lnTo>
                  <a:lnTo>
                    <a:pt x="718" y="544"/>
                  </a:lnTo>
                  <a:lnTo>
                    <a:pt x="720" y="542"/>
                  </a:lnTo>
                  <a:lnTo>
                    <a:pt x="721" y="541"/>
                  </a:lnTo>
                  <a:lnTo>
                    <a:pt x="722" y="539"/>
                  </a:lnTo>
                  <a:lnTo>
                    <a:pt x="722" y="537"/>
                  </a:lnTo>
                  <a:lnTo>
                    <a:pt x="722" y="535"/>
                  </a:lnTo>
                  <a:lnTo>
                    <a:pt x="723" y="532"/>
                  </a:lnTo>
                  <a:lnTo>
                    <a:pt x="723" y="530"/>
                  </a:lnTo>
                  <a:lnTo>
                    <a:pt x="723" y="527"/>
                  </a:lnTo>
                  <a:lnTo>
                    <a:pt x="724" y="525"/>
                  </a:lnTo>
                  <a:lnTo>
                    <a:pt x="727" y="524"/>
                  </a:lnTo>
                  <a:lnTo>
                    <a:pt x="730" y="525"/>
                  </a:lnTo>
                  <a:lnTo>
                    <a:pt x="732" y="526"/>
                  </a:lnTo>
                  <a:lnTo>
                    <a:pt x="734" y="526"/>
                  </a:lnTo>
                  <a:lnTo>
                    <a:pt x="735" y="524"/>
                  </a:lnTo>
                  <a:lnTo>
                    <a:pt x="736" y="523"/>
                  </a:lnTo>
                  <a:lnTo>
                    <a:pt x="738" y="522"/>
                  </a:lnTo>
                  <a:lnTo>
                    <a:pt x="740" y="523"/>
                  </a:lnTo>
                  <a:lnTo>
                    <a:pt x="741" y="525"/>
                  </a:lnTo>
                  <a:lnTo>
                    <a:pt x="743" y="525"/>
                  </a:lnTo>
                  <a:lnTo>
                    <a:pt x="745" y="524"/>
                  </a:lnTo>
                  <a:lnTo>
                    <a:pt x="747" y="524"/>
                  </a:lnTo>
                  <a:lnTo>
                    <a:pt x="749" y="524"/>
                  </a:lnTo>
                  <a:lnTo>
                    <a:pt x="751" y="525"/>
                  </a:lnTo>
                  <a:lnTo>
                    <a:pt x="752" y="526"/>
                  </a:lnTo>
                  <a:lnTo>
                    <a:pt x="754" y="527"/>
                  </a:lnTo>
                  <a:lnTo>
                    <a:pt x="756" y="529"/>
                  </a:lnTo>
                  <a:lnTo>
                    <a:pt x="757" y="531"/>
                  </a:lnTo>
                  <a:lnTo>
                    <a:pt x="756" y="535"/>
                  </a:lnTo>
                  <a:lnTo>
                    <a:pt x="755" y="537"/>
                  </a:lnTo>
                  <a:lnTo>
                    <a:pt x="755" y="539"/>
                  </a:lnTo>
                  <a:lnTo>
                    <a:pt x="757" y="541"/>
                  </a:lnTo>
                  <a:lnTo>
                    <a:pt x="760" y="542"/>
                  </a:lnTo>
                  <a:lnTo>
                    <a:pt x="763" y="544"/>
                  </a:lnTo>
                  <a:close/>
                </a:path>
              </a:pathLst>
            </a:custGeom>
            <a:solidFill>
              <a:srgbClr val="ECB78D">
                <a:alpha val="24000"/>
              </a:srgbClr>
            </a:solidFill>
            <a:ln>
              <a:noFill/>
            </a:ln>
          </p:spPr>
          <p:txBody>
            <a:bodyPr anchor="ctr"/>
            <a:lstStyle/>
            <a:p>
              <a:pPr algn="ctr">
                <a:buNone/>
              </a:pPr>
            </a:p>
          </p:txBody>
        </p:sp>
        <p:sp>
          <p:nvSpPr>
            <p:cNvPr id="775" name="addition:spatial:157"/>
            <p:cNvSpPr>
              <a:spLocks noGrp="1"/>
            </p:cNvSpPr>
            <p:nvPr/>
          </p:nvSpPr>
          <p:spPr>
            <a:xfrm>
              <a:off x="5648325" y="1666875"/>
              <a:ext cx="1341791" cy="752780"/>
            </a:xfrm>
            <a:custGeom>
              <a:avLst/>
              <a:gdLst/>
              <a:ahLst/>
              <a:cxnLst/>
              <a:rect l="l" t="t" r="r" b="b"/>
              <a:pathLst>
                <a:path w="1012" h="445">
                  <a:moveTo>
                    <a:pt x="0" y="0"/>
                  </a:moveTo>
                  <a:moveTo>
                    <a:pt x="1007" y="309"/>
                  </a:moveTo>
                  <a:lnTo>
                    <a:pt x="1001" y="322"/>
                  </a:lnTo>
                  <a:lnTo>
                    <a:pt x="987" y="333"/>
                  </a:lnTo>
                  <a:lnTo>
                    <a:pt x="966" y="342"/>
                  </a:lnTo>
                  <a:lnTo>
                    <a:pt x="947" y="349"/>
                  </a:lnTo>
                  <a:lnTo>
                    <a:pt x="940" y="358"/>
                  </a:lnTo>
                  <a:lnTo>
                    <a:pt x="945" y="373"/>
                  </a:lnTo>
                  <a:lnTo>
                    <a:pt x="954" y="393"/>
                  </a:lnTo>
                  <a:lnTo>
                    <a:pt x="953" y="411"/>
                  </a:lnTo>
                  <a:lnTo>
                    <a:pt x="940" y="421"/>
                  </a:lnTo>
                  <a:lnTo>
                    <a:pt x="921" y="424"/>
                  </a:lnTo>
                  <a:lnTo>
                    <a:pt x="904" y="427"/>
                  </a:lnTo>
                  <a:lnTo>
                    <a:pt x="891" y="433"/>
                  </a:lnTo>
                  <a:lnTo>
                    <a:pt x="879" y="441"/>
                  </a:lnTo>
                  <a:lnTo>
                    <a:pt x="866" y="445"/>
                  </a:lnTo>
                  <a:lnTo>
                    <a:pt x="851" y="444"/>
                  </a:lnTo>
                  <a:lnTo>
                    <a:pt x="837" y="440"/>
                  </a:lnTo>
                  <a:lnTo>
                    <a:pt x="824" y="439"/>
                  </a:lnTo>
                  <a:lnTo>
                    <a:pt x="812" y="442"/>
                  </a:lnTo>
                  <a:lnTo>
                    <a:pt x="800" y="442"/>
                  </a:lnTo>
                  <a:lnTo>
                    <a:pt x="789" y="436"/>
                  </a:lnTo>
                  <a:lnTo>
                    <a:pt x="780" y="428"/>
                  </a:lnTo>
                  <a:lnTo>
                    <a:pt x="769" y="424"/>
                  </a:lnTo>
                  <a:lnTo>
                    <a:pt x="753" y="428"/>
                  </a:lnTo>
                  <a:lnTo>
                    <a:pt x="731" y="436"/>
                  </a:lnTo>
                  <a:lnTo>
                    <a:pt x="710" y="437"/>
                  </a:lnTo>
                  <a:lnTo>
                    <a:pt x="697" y="427"/>
                  </a:lnTo>
                  <a:lnTo>
                    <a:pt x="697" y="409"/>
                  </a:lnTo>
                  <a:lnTo>
                    <a:pt x="702" y="389"/>
                  </a:lnTo>
                  <a:lnTo>
                    <a:pt x="704" y="374"/>
                  </a:lnTo>
                  <a:lnTo>
                    <a:pt x="699" y="363"/>
                  </a:lnTo>
                  <a:lnTo>
                    <a:pt x="690" y="354"/>
                  </a:lnTo>
                  <a:lnTo>
                    <a:pt x="684" y="343"/>
                  </a:lnTo>
                  <a:lnTo>
                    <a:pt x="679" y="332"/>
                  </a:lnTo>
                  <a:lnTo>
                    <a:pt x="671" y="321"/>
                  </a:lnTo>
                  <a:lnTo>
                    <a:pt x="658" y="309"/>
                  </a:lnTo>
                  <a:lnTo>
                    <a:pt x="646" y="296"/>
                  </a:lnTo>
                  <a:lnTo>
                    <a:pt x="643" y="282"/>
                  </a:lnTo>
                  <a:lnTo>
                    <a:pt x="650" y="270"/>
                  </a:lnTo>
                  <a:lnTo>
                    <a:pt x="661" y="261"/>
                  </a:lnTo>
                  <a:lnTo>
                    <a:pt x="666" y="250"/>
                  </a:lnTo>
                  <a:lnTo>
                    <a:pt x="664" y="236"/>
                  </a:lnTo>
                  <a:lnTo>
                    <a:pt x="663" y="220"/>
                  </a:lnTo>
                  <a:lnTo>
                    <a:pt x="671" y="209"/>
                  </a:lnTo>
                  <a:lnTo>
                    <a:pt x="691" y="207"/>
                  </a:lnTo>
                  <a:lnTo>
                    <a:pt x="714" y="210"/>
                  </a:lnTo>
                  <a:lnTo>
                    <a:pt x="732" y="212"/>
                  </a:lnTo>
                  <a:lnTo>
                    <a:pt x="742" y="206"/>
                  </a:lnTo>
                  <a:lnTo>
                    <a:pt x="751" y="193"/>
                  </a:lnTo>
                  <a:lnTo>
                    <a:pt x="761" y="181"/>
                  </a:lnTo>
                  <a:lnTo>
                    <a:pt x="775" y="172"/>
                  </a:lnTo>
                  <a:lnTo>
                    <a:pt x="792" y="165"/>
                  </a:lnTo>
                  <a:lnTo>
                    <a:pt x="809" y="158"/>
                  </a:lnTo>
                  <a:lnTo>
                    <a:pt x="828" y="152"/>
                  </a:lnTo>
                  <a:lnTo>
                    <a:pt x="848" y="153"/>
                  </a:lnTo>
                  <a:lnTo>
                    <a:pt x="865" y="164"/>
                  </a:lnTo>
                  <a:lnTo>
                    <a:pt x="877" y="182"/>
                  </a:lnTo>
                  <a:lnTo>
                    <a:pt x="887" y="197"/>
                  </a:lnTo>
                  <a:lnTo>
                    <a:pt x="901" y="202"/>
                  </a:lnTo>
                  <a:lnTo>
                    <a:pt x="921" y="200"/>
                  </a:lnTo>
                  <a:lnTo>
                    <a:pt x="940" y="200"/>
                  </a:lnTo>
                  <a:lnTo>
                    <a:pt x="954" y="208"/>
                  </a:lnTo>
                  <a:lnTo>
                    <a:pt x="959" y="221"/>
                  </a:lnTo>
                  <a:lnTo>
                    <a:pt x="962" y="234"/>
                  </a:lnTo>
                  <a:lnTo>
                    <a:pt x="971" y="243"/>
                  </a:lnTo>
                  <a:lnTo>
                    <a:pt x="987" y="249"/>
                  </a:lnTo>
                  <a:lnTo>
                    <a:pt x="1003" y="257"/>
                  </a:lnTo>
                  <a:lnTo>
                    <a:pt x="1012" y="269"/>
                  </a:lnTo>
                  <a:lnTo>
                    <a:pt x="1012" y="282"/>
                  </a:lnTo>
                  <a:lnTo>
                    <a:pt x="1010" y="296"/>
                  </a:lnTo>
                  <a:close/>
                </a:path>
              </a:pathLst>
            </a:custGeom>
            <a:solidFill>
              <a:srgbClr val="C5E9DF">
                <a:alpha val="43000"/>
              </a:srgbClr>
            </a:solidFill>
            <a:ln>
              <a:noFill/>
            </a:ln>
          </p:spPr>
          <p:txBody>
            <a:bodyPr anchor="ctr"/>
            <a:lstStyle/>
            <a:p>
              <a:pPr algn="ctr">
                <a:buNone/>
              </a:pPr>
            </a:p>
          </p:txBody>
        </p:sp>
        <p:sp>
          <p:nvSpPr>
            <p:cNvPr id="776" name="addition:spatial:158"/>
            <p:cNvSpPr>
              <a:spLocks noGrp="1"/>
            </p:cNvSpPr>
            <p:nvPr/>
          </p:nvSpPr>
          <p:spPr>
            <a:xfrm>
              <a:off x="5648325" y="1666875"/>
              <a:ext cx="1300688" cy="764621"/>
            </a:xfrm>
            <a:custGeom>
              <a:avLst/>
              <a:gdLst/>
              <a:ahLst/>
              <a:cxnLst/>
              <a:rect l="l" t="t" r="r" b="b"/>
              <a:pathLst>
                <a:path w="981" h="452">
                  <a:moveTo>
                    <a:pt x="0" y="0"/>
                  </a:moveTo>
                  <a:moveTo>
                    <a:pt x="981" y="314"/>
                  </a:moveTo>
                  <a:lnTo>
                    <a:pt x="976" y="325"/>
                  </a:lnTo>
                  <a:lnTo>
                    <a:pt x="966" y="335"/>
                  </a:lnTo>
                  <a:lnTo>
                    <a:pt x="960" y="345"/>
                  </a:lnTo>
                  <a:lnTo>
                    <a:pt x="962" y="356"/>
                  </a:lnTo>
                  <a:lnTo>
                    <a:pt x="966" y="369"/>
                  </a:lnTo>
                  <a:lnTo>
                    <a:pt x="962" y="380"/>
                  </a:lnTo>
                  <a:lnTo>
                    <a:pt x="948" y="386"/>
                  </a:lnTo>
                  <a:lnTo>
                    <a:pt x="930" y="388"/>
                  </a:lnTo>
                  <a:lnTo>
                    <a:pt x="913" y="389"/>
                  </a:lnTo>
                  <a:lnTo>
                    <a:pt x="903" y="394"/>
                  </a:lnTo>
                  <a:lnTo>
                    <a:pt x="895" y="403"/>
                  </a:lnTo>
                  <a:lnTo>
                    <a:pt x="886" y="412"/>
                  </a:lnTo>
                  <a:lnTo>
                    <a:pt x="875" y="420"/>
                  </a:lnTo>
                  <a:lnTo>
                    <a:pt x="863" y="428"/>
                  </a:lnTo>
                  <a:lnTo>
                    <a:pt x="850" y="438"/>
                  </a:lnTo>
                  <a:lnTo>
                    <a:pt x="836" y="448"/>
                  </a:lnTo>
                  <a:lnTo>
                    <a:pt x="820" y="452"/>
                  </a:lnTo>
                  <a:lnTo>
                    <a:pt x="803" y="446"/>
                  </a:lnTo>
                  <a:lnTo>
                    <a:pt x="789" y="431"/>
                  </a:lnTo>
                  <a:lnTo>
                    <a:pt x="779" y="416"/>
                  </a:lnTo>
                  <a:lnTo>
                    <a:pt x="768" y="411"/>
                  </a:lnTo>
                  <a:lnTo>
                    <a:pt x="753" y="413"/>
                  </a:lnTo>
                  <a:lnTo>
                    <a:pt x="738" y="416"/>
                  </a:lnTo>
                  <a:lnTo>
                    <a:pt x="725" y="413"/>
                  </a:lnTo>
                  <a:lnTo>
                    <a:pt x="717" y="404"/>
                  </a:lnTo>
                  <a:lnTo>
                    <a:pt x="711" y="395"/>
                  </a:lnTo>
                  <a:lnTo>
                    <a:pt x="703" y="388"/>
                  </a:lnTo>
                  <a:lnTo>
                    <a:pt x="691" y="384"/>
                  </a:lnTo>
                  <a:lnTo>
                    <a:pt x="679" y="378"/>
                  </a:lnTo>
                  <a:lnTo>
                    <a:pt x="673" y="369"/>
                  </a:lnTo>
                  <a:lnTo>
                    <a:pt x="670" y="358"/>
                  </a:lnTo>
                  <a:lnTo>
                    <a:pt x="669" y="347"/>
                  </a:lnTo>
                  <a:lnTo>
                    <a:pt x="665" y="337"/>
                  </a:lnTo>
                  <a:lnTo>
                    <a:pt x="664" y="325"/>
                  </a:lnTo>
                  <a:lnTo>
                    <a:pt x="672" y="314"/>
                  </a:lnTo>
                  <a:lnTo>
                    <a:pt x="689" y="304"/>
                  </a:lnTo>
                  <a:lnTo>
                    <a:pt x="707" y="297"/>
                  </a:lnTo>
                  <a:lnTo>
                    <a:pt x="715" y="289"/>
                  </a:lnTo>
                  <a:lnTo>
                    <a:pt x="710" y="278"/>
                  </a:lnTo>
                  <a:lnTo>
                    <a:pt x="699" y="263"/>
                  </a:lnTo>
                  <a:lnTo>
                    <a:pt x="693" y="248"/>
                  </a:lnTo>
                  <a:lnTo>
                    <a:pt x="697" y="236"/>
                  </a:lnTo>
                  <a:lnTo>
                    <a:pt x="709" y="230"/>
                  </a:lnTo>
                  <a:lnTo>
                    <a:pt x="722" y="224"/>
                  </a:lnTo>
                  <a:lnTo>
                    <a:pt x="731" y="218"/>
                  </a:lnTo>
                  <a:lnTo>
                    <a:pt x="741" y="211"/>
                  </a:lnTo>
                  <a:lnTo>
                    <a:pt x="752" y="208"/>
                  </a:lnTo>
                  <a:lnTo>
                    <a:pt x="765" y="208"/>
                  </a:lnTo>
                  <a:lnTo>
                    <a:pt x="777" y="209"/>
                  </a:lnTo>
                  <a:lnTo>
                    <a:pt x="786" y="206"/>
                  </a:lnTo>
                  <a:lnTo>
                    <a:pt x="795" y="200"/>
                  </a:lnTo>
                  <a:lnTo>
                    <a:pt x="806" y="196"/>
                  </a:lnTo>
                  <a:lnTo>
                    <a:pt x="816" y="199"/>
                  </a:lnTo>
                  <a:lnTo>
                    <a:pt x="826" y="207"/>
                  </a:lnTo>
                  <a:lnTo>
                    <a:pt x="836" y="212"/>
                  </a:lnTo>
                  <a:lnTo>
                    <a:pt x="848" y="209"/>
                  </a:lnTo>
                  <a:lnTo>
                    <a:pt x="865" y="200"/>
                  </a:lnTo>
                  <a:lnTo>
                    <a:pt x="883" y="194"/>
                  </a:lnTo>
                  <a:lnTo>
                    <a:pt x="898" y="198"/>
                  </a:lnTo>
                  <a:lnTo>
                    <a:pt x="905" y="211"/>
                  </a:lnTo>
                  <a:lnTo>
                    <a:pt x="907" y="226"/>
                  </a:lnTo>
                  <a:lnTo>
                    <a:pt x="910" y="240"/>
                  </a:lnTo>
                  <a:lnTo>
                    <a:pt x="915" y="250"/>
                  </a:lnTo>
                  <a:lnTo>
                    <a:pt x="922" y="259"/>
                  </a:lnTo>
                  <a:lnTo>
                    <a:pt x="927" y="268"/>
                  </a:lnTo>
                  <a:lnTo>
                    <a:pt x="932" y="277"/>
                  </a:lnTo>
                  <a:lnTo>
                    <a:pt x="942" y="285"/>
                  </a:lnTo>
                  <a:lnTo>
                    <a:pt x="957" y="293"/>
                  </a:lnTo>
                  <a:lnTo>
                    <a:pt x="974" y="303"/>
                  </a:lnTo>
                  <a:close/>
                </a:path>
              </a:pathLst>
            </a:custGeom>
            <a:solidFill>
              <a:srgbClr val="86D1BC">
                <a:alpha val="43000"/>
              </a:srgbClr>
            </a:solidFill>
            <a:ln>
              <a:noFill/>
            </a:ln>
          </p:spPr>
          <p:txBody>
            <a:bodyPr anchor="ctr"/>
            <a:lstStyle/>
            <a:p>
              <a:pPr algn="ctr">
                <a:buNone/>
              </a:pPr>
            </a:p>
          </p:txBody>
        </p:sp>
        <p:sp>
          <p:nvSpPr>
            <p:cNvPr id="777" name="addition:spatial:159"/>
            <p:cNvSpPr>
              <a:spLocks noGrp="1"/>
            </p:cNvSpPr>
            <p:nvPr/>
          </p:nvSpPr>
          <p:spPr>
            <a:xfrm>
              <a:off x="5648325" y="1666875"/>
              <a:ext cx="1237046" cy="730788"/>
            </a:xfrm>
            <a:custGeom>
              <a:avLst/>
              <a:gdLst/>
              <a:ahLst/>
              <a:cxnLst/>
              <a:rect l="l" t="t" r="r" b="b"/>
              <a:pathLst>
                <a:path w="933" h="432">
                  <a:moveTo>
                    <a:pt x="0" y="0"/>
                  </a:moveTo>
                  <a:moveTo>
                    <a:pt x="924" y="319"/>
                  </a:moveTo>
                  <a:lnTo>
                    <a:pt x="925" y="328"/>
                  </a:lnTo>
                  <a:lnTo>
                    <a:pt x="919" y="337"/>
                  </a:lnTo>
                  <a:lnTo>
                    <a:pt x="910" y="344"/>
                  </a:lnTo>
                  <a:lnTo>
                    <a:pt x="907" y="352"/>
                  </a:lnTo>
                  <a:lnTo>
                    <a:pt x="910" y="362"/>
                  </a:lnTo>
                  <a:lnTo>
                    <a:pt x="913" y="374"/>
                  </a:lnTo>
                  <a:lnTo>
                    <a:pt x="911" y="384"/>
                  </a:lnTo>
                  <a:lnTo>
                    <a:pt x="905" y="392"/>
                  </a:lnTo>
                  <a:lnTo>
                    <a:pt x="898" y="399"/>
                  </a:lnTo>
                  <a:lnTo>
                    <a:pt x="891" y="406"/>
                  </a:lnTo>
                  <a:lnTo>
                    <a:pt x="883" y="412"/>
                  </a:lnTo>
                  <a:lnTo>
                    <a:pt x="872" y="413"/>
                  </a:lnTo>
                  <a:lnTo>
                    <a:pt x="858" y="407"/>
                  </a:lnTo>
                  <a:lnTo>
                    <a:pt x="846" y="400"/>
                  </a:lnTo>
                  <a:lnTo>
                    <a:pt x="838" y="399"/>
                  </a:lnTo>
                  <a:lnTo>
                    <a:pt x="831" y="407"/>
                  </a:lnTo>
                  <a:lnTo>
                    <a:pt x="823" y="420"/>
                  </a:lnTo>
                  <a:lnTo>
                    <a:pt x="812" y="430"/>
                  </a:lnTo>
                  <a:lnTo>
                    <a:pt x="800" y="432"/>
                  </a:lnTo>
                  <a:lnTo>
                    <a:pt x="789" y="426"/>
                  </a:lnTo>
                  <a:lnTo>
                    <a:pt x="779" y="420"/>
                  </a:lnTo>
                  <a:lnTo>
                    <a:pt x="768" y="416"/>
                  </a:lnTo>
                  <a:lnTo>
                    <a:pt x="755" y="413"/>
                  </a:lnTo>
                  <a:lnTo>
                    <a:pt x="744" y="408"/>
                  </a:lnTo>
                  <a:lnTo>
                    <a:pt x="736" y="400"/>
                  </a:lnTo>
                  <a:lnTo>
                    <a:pt x="730" y="391"/>
                  </a:lnTo>
                  <a:lnTo>
                    <a:pt x="722" y="383"/>
                  </a:lnTo>
                  <a:lnTo>
                    <a:pt x="712" y="377"/>
                  </a:lnTo>
                  <a:lnTo>
                    <a:pt x="703" y="371"/>
                  </a:lnTo>
                  <a:lnTo>
                    <a:pt x="699" y="361"/>
                  </a:lnTo>
                  <a:lnTo>
                    <a:pt x="699" y="351"/>
                  </a:lnTo>
                  <a:lnTo>
                    <a:pt x="698" y="343"/>
                  </a:lnTo>
                  <a:lnTo>
                    <a:pt x="688" y="336"/>
                  </a:lnTo>
                  <a:lnTo>
                    <a:pt x="670" y="329"/>
                  </a:lnTo>
                  <a:lnTo>
                    <a:pt x="655" y="319"/>
                  </a:lnTo>
                  <a:lnTo>
                    <a:pt x="651" y="308"/>
                  </a:lnTo>
                  <a:lnTo>
                    <a:pt x="660" y="298"/>
                  </a:lnTo>
                  <a:lnTo>
                    <a:pt x="675" y="291"/>
                  </a:lnTo>
                  <a:lnTo>
                    <a:pt x="688" y="285"/>
                  </a:lnTo>
                  <a:lnTo>
                    <a:pt x="696" y="278"/>
                  </a:lnTo>
                  <a:lnTo>
                    <a:pt x="702" y="270"/>
                  </a:lnTo>
                  <a:lnTo>
                    <a:pt x="710" y="264"/>
                  </a:lnTo>
                  <a:lnTo>
                    <a:pt x="719" y="258"/>
                  </a:lnTo>
                  <a:lnTo>
                    <a:pt x="726" y="251"/>
                  </a:lnTo>
                  <a:lnTo>
                    <a:pt x="731" y="241"/>
                  </a:lnTo>
                  <a:lnTo>
                    <a:pt x="737" y="229"/>
                  </a:lnTo>
                  <a:lnTo>
                    <a:pt x="747" y="221"/>
                  </a:lnTo>
                  <a:lnTo>
                    <a:pt x="761" y="220"/>
                  </a:lnTo>
                  <a:lnTo>
                    <a:pt x="775" y="222"/>
                  </a:lnTo>
                  <a:lnTo>
                    <a:pt x="788" y="221"/>
                  </a:lnTo>
                  <a:lnTo>
                    <a:pt x="800" y="215"/>
                  </a:lnTo>
                  <a:lnTo>
                    <a:pt x="812" y="207"/>
                  </a:lnTo>
                  <a:lnTo>
                    <a:pt x="825" y="204"/>
                  </a:lnTo>
                  <a:lnTo>
                    <a:pt x="837" y="211"/>
                  </a:lnTo>
                  <a:lnTo>
                    <a:pt x="846" y="223"/>
                  </a:lnTo>
                  <a:lnTo>
                    <a:pt x="852" y="234"/>
                  </a:lnTo>
                  <a:lnTo>
                    <a:pt x="860" y="239"/>
                  </a:lnTo>
                  <a:lnTo>
                    <a:pt x="870" y="239"/>
                  </a:lnTo>
                  <a:lnTo>
                    <a:pt x="881" y="239"/>
                  </a:lnTo>
                  <a:lnTo>
                    <a:pt x="891" y="241"/>
                  </a:lnTo>
                  <a:lnTo>
                    <a:pt x="901" y="244"/>
                  </a:lnTo>
                  <a:lnTo>
                    <a:pt x="912" y="247"/>
                  </a:lnTo>
                  <a:lnTo>
                    <a:pt x="924" y="251"/>
                  </a:lnTo>
                  <a:lnTo>
                    <a:pt x="933" y="258"/>
                  </a:lnTo>
                  <a:lnTo>
                    <a:pt x="932" y="269"/>
                  </a:lnTo>
                  <a:lnTo>
                    <a:pt x="923" y="283"/>
                  </a:lnTo>
                  <a:lnTo>
                    <a:pt x="913" y="294"/>
                  </a:lnTo>
                  <a:lnTo>
                    <a:pt x="910" y="303"/>
                  </a:lnTo>
                  <a:lnTo>
                    <a:pt x="917" y="310"/>
                  </a:lnTo>
                  <a:close/>
                </a:path>
              </a:pathLst>
            </a:custGeom>
            <a:solidFill>
              <a:srgbClr val="56BFA2">
                <a:alpha val="35000"/>
              </a:srgbClr>
            </a:solidFill>
            <a:ln>
              <a:noFill/>
            </a:ln>
          </p:spPr>
          <p:txBody>
            <a:bodyPr anchor="ctr"/>
            <a:lstStyle/>
            <a:p>
              <a:pPr algn="ctr">
                <a:buNone/>
              </a:pPr>
            </a:p>
          </p:txBody>
        </p:sp>
        <p:sp>
          <p:nvSpPr>
            <p:cNvPr id="778" name="addition:spatial:160"/>
            <p:cNvSpPr>
              <a:spLocks noGrp="1"/>
            </p:cNvSpPr>
            <p:nvPr/>
          </p:nvSpPr>
          <p:spPr>
            <a:xfrm>
              <a:off x="5648325" y="1666875"/>
              <a:ext cx="1073963" cy="570083"/>
            </a:xfrm>
            <a:custGeom>
              <a:avLst/>
              <a:gdLst/>
              <a:ahLst/>
              <a:cxnLst/>
              <a:rect l="l" t="t" r="r" b="b"/>
              <a:pathLst>
                <a:path w="810" h="337">
                  <a:moveTo>
                    <a:pt x="0" y="0"/>
                  </a:moveTo>
                  <a:moveTo>
                    <a:pt x="802" y="289"/>
                  </a:moveTo>
                  <a:lnTo>
                    <a:pt x="800" y="292"/>
                  </a:lnTo>
                  <a:lnTo>
                    <a:pt x="803" y="296"/>
                  </a:lnTo>
                  <a:lnTo>
                    <a:pt x="807" y="301"/>
                  </a:lnTo>
                  <a:lnTo>
                    <a:pt x="810" y="306"/>
                  </a:lnTo>
                  <a:lnTo>
                    <a:pt x="810" y="310"/>
                  </a:lnTo>
                  <a:lnTo>
                    <a:pt x="807" y="313"/>
                  </a:lnTo>
                  <a:lnTo>
                    <a:pt x="803" y="316"/>
                  </a:lnTo>
                  <a:lnTo>
                    <a:pt x="799" y="318"/>
                  </a:lnTo>
                  <a:lnTo>
                    <a:pt x="795" y="320"/>
                  </a:lnTo>
                  <a:lnTo>
                    <a:pt x="790" y="320"/>
                  </a:lnTo>
                  <a:lnTo>
                    <a:pt x="784" y="320"/>
                  </a:lnTo>
                  <a:lnTo>
                    <a:pt x="780" y="320"/>
                  </a:lnTo>
                  <a:lnTo>
                    <a:pt x="777" y="323"/>
                  </a:lnTo>
                  <a:lnTo>
                    <a:pt x="775" y="329"/>
                  </a:lnTo>
                  <a:lnTo>
                    <a:pt x="771" y="335"/>
                  </a:lnTo>
                  <a:lnTo>
                    <a:pt x="766" y="337"/>
                  </a:lnTo>
                  <a:lnTo>
                    <a:pt x="760" y="336"/>
                  </a:lnTo>
                  <a:lnTo>
                    <a:pt x="755" y="333"/>
                  </a:lnTo>
                  <a:lnTo>
                    <a:pt x="749" y="331"/>
                  </a:lnTo>
                  <a:lnTo>
                    <a:pt x="744" y="331"/>
                  </a:lnTo>
                  <a:lnTo>
                    <a:pt x="738" y="332"/>
                  </a:lnTo>
                  <a:lnTo>
                    <a:pt x="732" y="331"/>
                  </a:lnTo>
                  <a:lnTo>
                    <a:pt x="728" y="327"/>
                  </a:lnTo>
                  <a:lnTo>
                    <a:pt x="725" y="323"/>
                  </a:lnTo>
                  <a:lnTo>
                    <a:pt x="722" y="320"/>
                  </a:lnTo>
                  <a:lnTo>
                    <a:pt x="718" y="318"/>
                  </a:lnTo>
                  <a:lnTo>
                    <a:pt x="714" y="316"/>
                  </a:lnTo>
                  <a:lnTo>
                    <a:pt x="712" y="312"/>
                  </a:lnTo>
                  <a:lnTo>
                    <a:pt x="710" y="309"/>
                  </a:lnTo>
                  <a:lnTo>
                    <a:pt x="706" y="307"/>
                  </a:lnTo>
                  <a:lnTo>
                    <a:pt x="700" y="305"/>
                  </a:lnTo>
                  <a:lnTo>
                    <a:pt x="693" y="302"/>
                  </a:lnTo>
                  <a:lnTo>
                    <a:pt x="690" y="298"/>
                  </a:lnTo>
                  <a:lnTo>
                    <a:pt x="692" y="293"/>
                  </a:lnTo>
                  <a:lnTo>
                    <a:pt x="699" y="289"/>
                  </a:lnTo>
                  <a:lnTo>
                    <a:pt x="706" y="285"/>
                  </a:lnTo>
                  <a:lnTo>
                    <a:pt x="709" y="282"/>
                  </a:lnTo>
                  <a:lnTo>
                    <a:pt x="710" y="279"/>
                  </a:lnTo>
                  <a:lnTo>
                    <a:pt x="710" y="275"/>
                  </a:lnTo>
                  <a:lnTo>
                    <a:pt x="711" y="271"/>
                  </a:lnTo>
                  <a:lnTo>
                    <a:pt x="714" y="268"/>
                  </a:lnTo>
                  <a:lnTo>
                    <a:pt x="717" y="265"/>
                  </a:lnTo>
                  <a:lnTo>
                    <a:pt x="719" y="261"/>
                  </a:lnTo>
                  <a:lnTo>
                    <a:pt x="721" y="256"/>
                  </a:lnTo>
                  <a:lnTo>
                    <a:pt x="724" y="253"/>
                  </a:lnTo>
                  <a:lnTo>
                    <a:pt x="729" y="252"/>
                  </a:lnTo>
                  <a:lnTo>
                    <a:pt x="734" y="251"/>
                  </a:lnTo>
                  <a:lnTo>
                    <a:pt x="738" y="249"/>
                  </a:lnTo>
                  <a:lnTo>
                    <a:pt x="742" y="245"/>
                  </a:lnTo>
                  <a:lnTo>
                    <a:pt x="746" y="243"/>
                  </a:lnTo>
                  <a:lnTo>
                    <a:pt x="751" y="243"/>
                  </a:lnTo>
                  <a:lnTo>
                    <a:pt x="755" y="248"/>
                  </a:lnTo>
                  <a:lnTo>
                    <a:pt x="759" y="252"/>
                  </a:lnTo>
                  <a:lnTo>
                    <a:pt x="762" y="255"/>
                  </a:lnTo>
                  <a:lnTo>
                    <a:pt x="765" y="253"/>
                  </a:lnTo>
                  <a:lnTo>
                    <a:pt x="770" y="250"/>
                  </a:lnTo>
                  <a:lnTo>
                    <a:pt x="775" y="248"/>
                  </a:lnTo>
                  <a:lnTo>
                    <a:pt x="780" y="249"/>
                  </a:lnTo>
                  <a:lnTo>
                    <a:pt x="784" y="250"/>
                  </a:lnTo>
                  <a:lnTo>
                    <a:pt x="788" y="252"/>
                  </a:lnTo>
                  <a:lnTo>
                    <a:pt x="792" y="255"/>
                  </a:lnTo>
                  <a:lnTo>
                    <a:pt x="794" y="258"/>
                  </a:lnTo>
                  <a:lnTo>
                    <a:pt x="794" y="263"/>
                  </a:lnTo>
                  <a:lnTo>
                    <a:pt x="793" y="268"/>
                  </a:lnTo>
                  <a:lnTo>
                    <a:pt x="793" y="272"/>
                  </a:lnTo>
                  <a:lnTo>
                    <a:pt x="796" y="275"/>
                  </a:lnTo>
                  <a:lnTo>
                    <a:pt x="801" y="278"/>
                  </a:lnTo>
                  <a:lnTo>
                    <a:pt x="804" y="281"/>
                  </a:lnTo>
                  <a:lnTo>
                    <a:pt x="804" y="285"/>
                  </a:lnTo>
                  <a:close/>
                </a:path>
              </a:pathLst>
            </a:custGeom>
            <a:solidFill>
              <a:srgbClr val="86D1BC">
                <a:alpha val="32000"/>
              </a:srgbClr>
            </a:solidFill>
            <a:ln>
              <a:noFill/>
            </a:ln>
          </p:spPr>
          <p:txBody>
            <a:bodyPr anchor="ctr"/>
            <a:lstStyle/>
            <a:p>
              <a:pPr algn="ctr">
                <a:buNone/>
              </a:pPr>
            </a:p>
          </p:txBody>
        </p:sp>
        <p:sp>
          <p:nvSpPr>
            <p:cNvPr id="779" name="addition:spatial:161"/>
            <p:cNvSpPr>
              <a:spLocks noGrp="1"/>
            </p:cNvSpPr>
            <p:nvPr/>
          </p:nvSpPr>
          <p:spPr>
            <a:xfrm>
              <a:off x="5648325" y="1666875"/>
              <a:ext cx="1125672" cy="502417"/>
            </a:xfrm>
            <a:custGeom>
              <a:avLst/>
              <a:gdLst/>
              <a:ahLst/>
              <a:cxnLst/>
              <a:rect l="l" t="t" r="r" b="b"/>
              <a:pathLst>
                <a:path w="849" h="297">
                  <a:moveTo>
                    <a:pt x="0" y="0"/>
                  </a:moveTo>
                  <a:moveTo>
                    <a:pt x="849" y="254"/>
                  </a:moveTo>
                  <a:lnTo>
                    <a:pt x="845" y="258"/>
                  </a:lnTo>
                  <a:lnTo>
                    <a:pt x="840" y="261"/>
                  </a:lnTo>
                  <a:lnTo>
                    <a:pt x="836" y="264"/>
                  </a:lnTo>
                  <a:lnTo>
                    <a:pt x="834" y="267"/>
                  </a:lnTo>
                  <a:lnTo>
                    <a:pt x="835" y="271"/>
                  </a:lnTo>
                  <a:lnTo>
                    <a:pt x="834" y="275"/>
                  </a:lnTo>
                  <a:lnTo>
                    <a:pt x="833" y="279"/>
                  </a:lnTo>
                  <a:lnTo>
                    <a:pt x="832" y="283"/>
                  </a:lnTo>
                  <a:lnTo>
                    <a:pt x="831" y="287"/>
                  </a:lnTo>
                  <a:lnTo>
                    <a:pt x="829" y="292"/>
                  </a:lnTo>
                  <a:lnTo>
                    <a:pt x="826" y="295"/>
                  </a:lnTo>
                  <a:lnTo>
                    <a:pt x="820" y="295"/>
                  </a:lnTo>
                  <a:lnTo>
                    <a:pt x="814" y="292"/>
                  </a:lnTo>
                  <a:lnTo>
                    <a:pt x="809" y="289"/>
                  </a:lnTo>
                  <a:lnTo>
                    <a:pt x="806" y="289"/>
                  </a:lnTo>
                  <a:lnTo>
                    <a:pt x="803" y="292"/>
                  </a:lnTo>
                  <a:lnTo>
                    <a:pt x="800" y="295"/>
                  </a:lnTo>
                  <a:lnTo>
                    <a:pt x="796" y="297"/>
                  </a:lnTo>
                  <a:lnTo>
                    <a:pt x="793" y="296"/>
                  </a:lnTo>
                  <a:lnTo>
                    <a:pt x="789" y="294"/>
                  </a:lnTo>
                  <a:lnTo>
                    <a:pt x="785" y="293"/>
                  </a:lnTo>
                  <a:lnTo>
                    <a:pt x="781" y="294"/>
                  </a:lnTo>
                  <a:lnTo>
                    <a:pt x="776" y="294"/>
                  </a:lnTo>
                  <a:lnTo>
                    <a:pt x="772" y="292"/>
                  </a:lnTo>
                  <a:lnTo>
                    <a:pt x="769" y="289"/>
                  </a:lnTo>
                  <a:lnTo>
                    <a:pt x="766" y="286"/>
                  </a:lnTo>
                  <a:lnTo>
                    <a:pt x="762" y="283"/>
                  </a:lnTo>
                  <a:lnTo>
                    <a:pt x="758" y="280"/>
                  </a:lnTo>
                  <a:lnTo>
                    <a:pt x="757" y="276"/>
                  </a:lnTo>
                  <a:lnTo>
                    <a:pt x="759" y="271"/>
                  </a:lnTo>
                  <a:lnTo>
                    <a:pt x="761" y="267"/>
                  </a:lnTo>
                  <a:lnTo>
                    <a:pt x="760" y="263"/>
                  </a:lnTo>
                  <a:lnTo>
                    <a:pt x="754" y="261"/>
                  </a:lnTo>
                  <a:lnTo>
                    <a:pt x="747" y="258"/>
                  </a:lnTo>
                  <a:lnTo>
                    <a:pt x="741" y="254"/>
                  </a:lnTo>
                  <a:lnTo>
                    <a:pt x="739" y="250"/>
                  </a:lnTo>
                  <a:lnTo>
                    <a:pt x="741" y="246"/>
                  </a:lnTo>
                  <a:lnTo>
                    <a:pt x="744" y="243"/>
                  </a:lnTo>
                  <a:lnTo>
                    <a:pt x="746" y="239"/>
                  </a:lnTo>
                  <a:lnTo>
                    <a:pt x="748" y="236"/>
                  </a:lnTo>
                  <a:lnTo>
                    <a:pt x="751" y="233"/>
                  </a:lnTo>
                  <a:lnTo>
                    <a:pt x="755" y="231"/>
                  </a:lnTo>
                  <a:lnTo>
                    <a:pt x="759" y="229"/>
                  </a:lnTo>
                  <a:lnTo>
                    <a:pt x="762" y="227"/>
                  </a:lnTo>
                  <a:lnTo>
                    <a:pt x="764" y="223"/>
                  </a:lnTo>
                  <a:lnTo>
                    <a:pt x="767" y="219"/>
                  </a:lnTo>
                  <a:lnTo>
                    <a:pt x="771" y="218"/>
                  </a:lnTo>
                  <a:lnTo>
                    <a:pt x="777" y="218"/>
                  </a:lnTo>
                  <a:lnTo>
                    <a:pt x="782" y="218"/>
                  </a:lnTo>
                  <a:lnTo>
                    <a:pt x="786" y="215"/>
                  </a:lnTo>
                  <a:lnTo>
                    <a:pt x="790" y="210"/>
                  </a:lnTo>
                  <a:lnTo>
                    <a:pt x="795" y="206"/>
                  </a:lnTo>
                  <a:lnTo>
                    <a:pt x="801" y="206"/>
                  </a:lnTo>
                  <a:lnTo>
                    <a:pt x="807" y="209"/>
                  </a:lnTo>
                  <a:lnTo>
                    <a:pt x="811" y="214"/>
                  </a:lnTo>
                  <a:lnTo>
                    <a:pt x="814" y="218"/>
                  </a:lnTo>
                  <a:lnTo>
                    <a:pt x="818" y="220"/>
                  </a:lnTo>
                  <a:lnTo>
                    <a:pt x="822" y="221"/>
                  </a:lnTo>
                  <a:lnTo>
                    <a:pt x="825" y="223"/>
                  </a:lnTo>
                  <a:lnTo>
                    <a:pt x="829" y="225"/>
                  </a:lnTo>
                  <a:lnTo>
                    <a:pt x="833" y="226"/>
                  </a:lnTo>
                  <a:lnTo>
                    <a:pt x="839" y="226"/>
                  </a:lnTo>
                  <a:lnTo>
                    <a:pt x="845" y="227"/>
                  </a:lnTo>
                  <a:lnTo>
                    <a:pt x="848" y="230"/>
                  </a:lnTo>
                  <a:lnTo>
                    <a:pt x="848" y="235"/>
                  </a:lnTo>
                  <a:lnTo>
                    <a:pt x="845" y="240"/>
                  </a:lnTo>
                  <a:lnTo>
                    <a:pt x="844" y="244"/>
                  </a:lnTo>
                  <a:lnTo>
                    <a:pt x="846" y="247"/>
                  </a:lnTo>
                  <a:lnTo>
                    <a:pt x="848" y="251"/>
                  </a:lnTo>
                  <a:close/>
                </a:path>
              </a:pathLst>
            </a:custGeom>
            <a:solidFill>
              <a:srgbClr val="86D1BC">
                <a:alpha val="32000"/>
              </a:srgbClr>
            </a:solidFill>
            <a:ln>
              <a:noFill/>
            </a:ln>
          </p:spPr>
          <p:txBody>
            <a:bodyPr anchor="ctr"/>
            <a:lstStyle/>
            <a:p>
              <a:pPr algn="ctr">
                <a:buNone/>
              </a:pPr>
            </a:p>
          </p:txBody>
        </p:sp>
        <p:sp>
          <p:nvSpPr>
            <p:cNvPr id="780" name="addition:spatial:162"/>
            <p:cNvSpPr>
              <a:spLocks noGrp="1"/>
            </p:cNvSpPr>
            <p:nvPr/>
          </p:nvSpPr>
          <p:spPr>
            <a:xfrm>
              <a:off x="5648325" y="1666875"/>
              <a:ext cx="1187988" cy="526100"/>
            </a:xfrm>
            <a:custGeom>
              <a:avLst/>
              <a:gdLst/>
              <a:ahLst/>
              <a:cxnLst/>
              <a:rect l="l" t="t" r="r" b="b"/>
              <a:pathLst>
                <a:path w="896" h="311">
                  <a:moveTo>
                    <a:pt x="0" y="0"/>
                  </a:moveTo>
                  <a:moveTo>
                    <a:pt x="890" y="264"/>
                  </a:moveTo>
                  <a:lnTo>
                    <a:pt x="890" y="268"/>
                  </a:lnTo>
                  <a:lnTo>
                    <a:pt x="890" y="271"/>
                  </a:lnTo>
                  <a:lnTo>
                    <a:pt x="890" y="275"/>
                  </a:lnTo>
                  <a:lnTo>
                    <a:pt x="891" y="279"/>
                  </a:lnTo>
                  <a:lnTo>
                    <a:pt x="894" y="285"/>
                  </a:lnTo>
                  <a:lnTo>
                    <a:pt x="896" y="291"/>
                  </a:lnTo>
                  <a:lnTo>
                    <a:pt x="896" y="296"/>
                  </a:lnTo>
                  <a:lnTo>
                    <a:pt x="891" y="298"/>
                  </a:lnTo>
                  <a:lnTo>
                    <a:pt x="884" y="297"/>
                  </a:lnTo>
                  <a:lnTo>
                    <a:pt x="878" y="296"/>
                  </a:lnTo>
                  <a:lnTo>
                    <a:pt x="874" y="297"/>
                  </a:lnTo>
                  <a:lnTo>
                    <a:pt x="872" y="300"/>
                  </a:lnTo>
                  <a:lnTo>
                    <a:pt x="870" y="304"/>
                  </a:lnTo>
                  <a:lnTo>
                    <a:pt x="867" y="306"/>
                  </a:lnTo>
                  <a:lnTo>
                    <a:pt x="863" y="307"/>
                  </a:lnTo>
                  <a:lnTo>
                    <a:pt x="858" y="307"/>
                  </a:lnTo>
                  <a:lnTo>
                    <a:pt x="854" y="308"/>
                  </a:lnTo>
                  <a:lnTo>
                    <a:pt x="850" y="310"/>
                  </a:lnTo>
                  <a:lnTo>
                    <a:pt x="845" y="311"/>
                  </a:lnTo>
                  <a:lnTo>
                    <a:pt x="840" y="310"/>
                  </a:lnTo>
                  <a:lnTo>
                    <a:pt x="835" y="308"/>
                  </a:lnTo>
                  <a:lnTo>
                    <a:pt x="830" y="307"/>
                  </a:lnTo>
                  <a:lnTo>
                    <a:pt x="824" y="307"/>
                  </a:lnTo>
                  <a:lnTo>
                    <a:pt x="818" y="306"/>
                  </a:lnTo>
                  <a:lnTo>
                    <a:pt x="815" y="302"/>
                  </a:lnTo>
                  <a:lnTo>
                    <a:pt x="814" y="295"/>
                  </a:lnTo>
                  <a:lnTo>
                    <a:pt x="815" y="289"/>
                  </a:lnTo>
                  <a:lnTo>
                    <a:pt x="814" y="285"/>
                  </a:lnTo>
                  <a:lnTo>
                    <a:pt x="809" y="284"/>
                  </a:lnTo>
                  <a:lnTo>
                    <a:pt x="801" y="283"/>
                  </a:lnTo>
                  <a:lnTo>
                    <a:pt x="795" y="281"/>
                  </a:lnTo>
                  <a:lnTo>
                    <a:pt x="791" y="277"/>
                  </a:lnTo>
                  <a:lnTo>
                    <a:pt x="790" y="273"/>
                  </a:lnTo>
                  <a:lnTo>
                    <a:pt x="789" y="268"/>
                  </a:lnTo>
                  <a:lnTo>
                    <a:pt x="789" y="264"/>
                  </a:lnTo>
                  <a:lnTo>
                    <a:pt x="790" y="260"/>
                  </a:lnTo>
                  <a:lnTo>
                    <a:pt x="793" y="256"/>
                  </a:lnTo>
                  <a:lnTo>
                    <a:pt x="798" y="252"/>
                  </a:lnTo>
                  <a:lnTo>
                    <a:pt x="801" y="249"/>
                  </a:lnTo>
                  <a:lnTo>
                    <a:pt x="803" y="246"/>
                  </a:lnTo>
                  <a:lnTo>
                    <a:pt x="803" y="241"/>
                  </a:lnTo>
                  <a:lnTo>
                    <a:pt x="805" y="237"/>
                  </a:lnTo>
                  <a:lnTo>
                    <a:pt x="810" y="235"/>
                  </a:lnTo>
                  <a:lnTo>
                    <a:pt x="816" y="234"/>
                  </a:lnTo>
                  <a:lnTo>
                    <a:pt x="821" y="233"/>
                  </a:lnTo>
                  <a:lnTo>
                    <a:pt x="824" y="229"/>
                  </a:lnTo>
                  <a:lnTo>
                    <a:pt x="825" y="223"/>
                  </a:lnTo>
                  <a:lnTo>
                    <a:pt x="828" y="217"/>
                  </a:lnTo>
                  <a:lnTo>
                    <a:pt x="833" y="214"/>
                  </a:lnTo>
                  <a:lnTo>
                    <a:pt x="839" y="215"/>
                  </a:lnTo>
                  <a:lnTo>
                    <a:pt x="845" y="217"/>
                  </a:lnTo>
                  <a:lnTo>
                    <a:pt x="850" y="219"/>
                  </a:lnTo>
                  <a:lnTo>
                    <a:pt x="854" y="220"/>
                  </a:lnTo>
                  <a:lnTo>
                    <a:pt x="858" y="222"/>
                  </a:lnTo>
                  <a:lnTo>
                    <a:pt x="861" y="225"/>
                  </a:lnTo>
                  <a:lnTo>
                    <a:pt x="864" y="228"/>
                  </a:lnTo>
                  <a:lnTo>
                    <a:pt x="868" y="227"/>
                  </a:lnTo>
                  <a:lnTo>
                    <a:pt x="874" y="225"/>
                  </a:lnTo>
                  <a:lnTo>
                    <a:pt x="880" y="223"/>
                  </a:lnTo>
                  <a:lnTo>
                    <a:pt x="884" y="224"/>
                  </a:lnTo>
                  <a:lnTo>
                    <a:pt x="886" y="229"/>
                  </a:lnTo>
                  <a:lnTo>
                    <a:pt x="886" y="234"/>
                  </a:lnTo>
                  <a:lnTo>
                    <a:pt x="887" y="238"/>
                  </a:lnTo>
                  <a:lnTo>
                    <a:pt x="890" y="241"/>
                  </a:lnTo>
                  <a:lnTo>
                    <a:pt x="894" y="243"/>
                  </a:lnTo>
                  <a:lnTo>
                    <a:pt x="896" y="247"/>
                  </a:lnTo>
                  <a:lnTo>
                    <a:pt x="895" y="252"/>
                  </a:lnTo>
                  <a:lnTo>
                    <a:pt x="892" y="256"/>
                  </a:lnTo>
                  <a:lnTo>
                    <a:pt x="890" y="260"/>
                  </a:lnTo>
                  <a:close/>
                </a:path>
              </a:pathLst>
            </a:custGeom>
            <a:solidFill>
              <a:srgbClr val="86D1BC">
                <a:alpha val="32000"/>
              </a:srgbClr>
            </a:solidFill>
            <a:ln>
              <a:noFill/>
            </a:ln>
          </p:spPr>
          <p:txBody>
            <a:bodyPr anchor="ctr"/>
            <a:lstStyle/>
            <a:p>
              <a:pPr algn="ctr">
                <a:buNone/>
              </a:pPr>
            </a:p>
          </p:txBody>
        </p:sp>
        <p:sp>
          <p:nvSpPr>
            <p:cNvPr id="781" name="addition:spatial:163"/>
            <p:cNvSpPr>
              <a:spLocks noGrp="1"/>
            </p:cNvSpPr>
            <p:nvPr/>
          </p:nvSpPr>
          <p:spPr>
            <a:xfrm>
              <a:off x="5648325" y="1666875"/>
              <a:ext cx="1259586" cy="595457"/>
            </a:xfrm>
            <a:custGeom>
              <a:avLst/>
              <a:gdLst/>
              <a:ahLst/>
              <a:cxnLst/>
              <a:rect l="l" t="t" r="r" b="b"/>
              <a:pathLst>
                <a:path w="950" h="352">
                  <a:moveTo>
                    <a:pt x="0" y="0"/>
                  </a:moveTo>
                  <a:moveTo>
                    <a:pt x="949" y="302"/>
                  </a:moveTo>
                  <a:lnTo>
                    <a:pt x="946" y="307"/>
                  </a:lnTo>
                  <a:lnTo>
                    <a:pt x="943" y="311"/>
                  </a:lnTo>
                  <a:lnTo>
                    <a:pt x="941" y="315"/>
                  </a:lnTo>
                  <a:lnTo>
                    <a:pt x="939" y="319"/>
                  </a:lnTo>
                  <a:lnTo>
                    <a:pt x="935" y="323"/>
                  </a:lnTo>
                  <a:lnTo>
                    <a:pt x="929" y="325"/>
                  </a:lnTo>
                  <a:lnTo>
                    <a:pt x="923" y="326"/>
                  </a:lnTo>
                  <a:lnTo>
                    <a:pt x="920" y="330"/>
                  </a:lnTo>
                  <a:lnTo>
                    <a:pt x="921" y="336"/>
                  </a:lnTo>
                  <a:lnTo>
                    <a:pt x="921" y="344"/>
                  </a:lnTo>
                  <a:lnTo>
                    <a:pt x="919" y="350"/>
                  </a:lnTo>
                  <a:lnTo>
                    <a:pt x="913" y="352"/>
                  </a:lnTo>
                  <a:lnTo>
                    <a:pt x="906" y="351"/>
                  </a:lnTo>
                  <a:lnTo>
                    <a:pt x="900" y="349"/>
                  </a:lnTo>
                  <a:lnTo>
                    <a:pt x="895" y="349"/>
                  </a:lnTo>
                  <a:lnTo>
                    <a:pt x="890" y="349"/>
                  </a:lnTo>
                  <a:lnTo>
                    <a:pt x="886" y="348"/>
                  </a:lnTo>
                  <a:lnTo>
                    <a:pt x="882" y="347"/>
                  </a:lnTo>
                  <a:lnTo>
                    <a:pt x="878" y="346"/>
                  </a:lnTo>
                  <a:lnTo>
                    <a:pt x="874" y="346"/>
                  </a:lnTo>
                  <a:lnTo>
                    <a:pt x="869" y="348"/>
                  </a:lnTo>
                  <a:lnTo>
                    <a:pt x="864" y="349"/>
                  </a:lnTo>
                  <a:lnTo>
                    <a:pt x="861" y="347"/>
                  </a:lnTo>
                  <a:lnTo>
                    <a:pt x="859" y="342"/>
                  </a:lnTo>
                  <a:lnTo>
                    <a:pt x="856" y="339"/>
                  </a:lnTo>
                  <a:lnTo>
                    <a:pt x="852" y="338"/>
                  </a:lnTo>
                  <a:lnTo>
                    <a:pt x="845" y="337"/>
                  </a:lnTo>
                  <a:lnTo>
                    <a:pt x="840" y="335"/>
                  </a:lnTo>
                  <a:lnTo>
                    <a:pt x="838" y="330"/>
                  </a:lnTo>
                  <a:lnTo>
                    <a:pt x="840" y="324"/>
                  </a:lnTo>
                  <a:lnTo>
                    <a:pt x="844" y="318"/>
                  </a:lnTo>
                  <a:lnTo>
                    <a:pt x="845" y="313"/>
                  </a:lnTo>
                  <a:lnTo>
                    <a:pt x="844" y="310"/>
                  </a:lnTo>
                  <a:lnTo>
                    <a:pt x="841" y="306"/>
                  </a:lnTo>
                  <a:lnTo>
                    <a:pt x="839" y="302"/>
                  </a:lnTo>
                  <a:lnTo>
                    <a:pt x="837" y="298"/>
                  </a:lnTo>
                  <a:lnTo>
                    <a:pt x="834" y="293"/>
                  </a:lnTo>
                  <a:lnTo>
                    <a:pt x="831" y="288"/>
                  </a:lnTo>
                  <a:lnTo>
                    <a:pt x="828" y="282"/>
                  </a:lnTo>
                  <a:lnTo>
                    <a:pt x="830" y="278"/>
                  </a:lnTo>
                  <a:lnTo>
                    <a:pt x="835" y="275"/>
                  </a:lnTo>
                  <a:lnTo>
                    <a:pt x="842" y="274"/>
                  </a:lnTo>
                  <a:lnTo>
                    <a:pt x="846" y="272"/>
                  </a:lnTo>
                  <a:lnTo>
                    <a:pt x="848" y="269"/>
                  </a:lnTo>
                  <a:lnTo>
                    <a:pt x="849" y="264"/>
                  </a:lnTo>
                  <a:lnTo>
                    <a:pt x="852" y="260"/>
                  </a:lnTo>
                  <a:lnTo>
                    <a:pt x="857" y="260"/>
                  </a:lnTo>
                  <a:lnTo>
                    <a:pt x="863" y="261"/>
                  </a:lnTo>
                  <a:lnTo>
                    <a:pt x="868" y="261"/>
                  </a:lnTo>
                  <a:lnTo>
                    <a:pt x="872" y="259"/>
                  </a:lnTo>
                  <a:lnTo>
                    <a:pt x="876" y="255"/>
                  </a:lnTo>
                  <a:lnTo>
                    <a:pt x="881" y="251"/>
                  </a:lnTo>
                  <a:lnTo>
                    <a:pt x="887" y="250"/>
                  </a:lnTo>
                  <a:lnTo>
                    <a:pt x="893" y="250"/>
                  </a:lnTo>
                  <a:lnTo>
                    <a:pt x="899" y="250"/>
                  </a:lnTo>
                  <a:lnTo>
                    <a:pt x="905" y="250"/>
                  </a:lnTo>
                  <a:lnTo>
                    <a:pt x="911" y="252"/>
                  </a:lnTo>
                  <a:lnTo>
                    <a:pt x="914" y="258"/>
                  </a:lnTo>
                  <a:lnTo>
                    <a:pt x="916" y="266"/>
                  </a:lnTo>
                  <a:lnTo>
                    <a:pt x="917" y="271"/>
                  </a:lnTo>
                  <a:lnTo>
                    <a:pt x="921" y="273"/>
                  </a:lnTo>
                  <a:lnTo>
                    <a:pt x="929" y="273"/>
                  </a:lnTo>
                  <a:lnTo>
                    <a:pt x="936" y="273"/>
                  </a:lnTo>
                  <a:lnTo>
                    <a:pt x="942" y="275"/>
                  </a:lnTo>
                  <a:lnTo>
                    <a:pt x="944" y="280"/>
                  </a:lnTo>
                  <a:lnTo>
                    <a:pt x="944" y="285"/>
                  </a:lnTo>
                  <a:lnTo>
                    <a:pt x="945" y="289"/>
                  </a:lnTo>
                  <a:lnTo>
                    <a:pt x="948" y="293"/>
                  </a:lnTo>
                  <a:lnTo>
                    <a:pt x="950" y="297"/>
                  </a:lnTo>
                  <a:close/>
                </a:path>
              </a:pathLst>
            </a:custGeom>
            <a:solidFill>
              <a:srgbClr val="86D1BC">
                <a:alpha val="32000"/>
              </a:srgbClr>
            </a:solidFill>
            <a:ln>
              <a:noFill/>
            </a:ln>
          </p:spPr>
          <p:txBody>
            <a:bodyPr anchor="ctr"/>
            <a:lstStyle/>
            <a:p>
              <a:pPr algn="ctr">
                <a:buNone/>
              </a:pPr>
            </a:p>
          </p:txBody>
        </p:sp>
        <p:sp>
          <p:nvSpPr>
            <p:cNvPr id="782" name="addition:spatial:164"/>
            <p:cNvSpPr>
              <a:spLocks noGrp="1"/>
            </p:cNvSpPr>
            <p:nvPr/>
          </p:nvSpPr>
          <p:spPr>
            <a:xfrm>
              <a:off x="5648325" y="1666875"/>
              <a:ext cx="1227765" cy="669889"/>
            </a:xfrm>
            <a:custGeom>
              <a:avLst/>
              <a:gdLst/>
              <a:ahLst/>
              <a:cxnLst/>
              <a:rect l="l" t="t" r="r" b="b"/>
              <a:pathLst>
                <a:path w="926" h="396">
                  <a:moveTo>
                    <a:pt x="0" y="0"/>
                  </a:moveTo>
                  <a:moveTo>
                    <a:pt x="926" y="344"/>
                  </a:moveTo>
                  <a:lnTo>
                    <a:pt x="925" y="348"/>
                  </a:lnTo>
                  <a:lnTo>
                    <a:pt x="925" y="353"/>
                  </a:lnTo>
                  <a:lnTo>
                    <a:pt x="925" y="358"/>
                  </a:lnTo>
                  <a:lnTo>
                    <a:pt x="924" y="363"/>
                  </a:lnTo>
                  <a:lnTo>
                    <a:pt x="919" y="367"/>
                  </a:lnTo>
                  <a:lnTo>
                    <a:pt x="910" y="369"/>
                  </a:lnTo>
                  <a:lnTo>
                    <a:pt x="900" y="369"/>
                  </a:lnTo>
                  <a:lnTo>
                    <a:pt x="893" y="370"/>
                  </a:lnTo>
                  <a:lnTo>
                    <a:pt x="891" y="374"/>
                  </a:lnTo>
                  <a:lnTo>
                    <a:pt x="891" y="381"/>
                  </a:lnTo>
                  <a:lnTo>
                    <a:pt x="890" y="388"/>
                  </a:lnTo>
                  <a:lnTo>
                    <a:pt x="885" y="393"/>
                  </a:lnTo>
                  <a:lnTo>
                    <a:pt x="877" y="394"/>
                  </a:lnTo>
                  <a:lnTo>
                    <a:pt x="870" y="395"/>
                  </a:lnTo>
                  <a:lnTo>
                    <a:pt x="863" y="396"/>
                  </a:lnTo>
                  <a:lnTo>
                    <a:pt x="856" y="396"/>
                  </a:lnTo>
                  <a:lnTo>
                    <a:pt x="849" y="395"/>
                  </a:lnTo>
                  <a:lnTo>
                    <a:pt x="843" y="392"/>
                  </a:lnTo>
                  <a:lnTo>
                    <a:pt x="837" y="390"/>
                  </a:lnTo>
                  <a:lnTo>
                    <a:pt x="832" y="389"/>
                  </a:lnTo>
                  <a:lnTo>
                    <a:pt x="826" y="390"/>
                  </a:lnTo>
                  <a:lnTo>
                    <a:pt x="820" y="390"/>
                  </a:lnTo>
                  <a:lnTo>
                    <a:pt x="815" y="388"/>
                  </a:lnTo>
                  <a:lnTo>
                    <a:pt x="813" y="383"/>
                  </a:lnTo>
                  <a:lnTo>
                    <a:pt x="811" y="379"/>
                  </a:lnTo>
                  <a:lnTo>
                    <a:pt x="806" y="377"/>
                  </a:lnTo>
                  <a:lnTo>
                    <a:pt x="798" y="377"/>
                  </a:lnTo>
                  <a:lnTo>
                    <a:pt x="790" y="377"/>
                  </a:lnTo>
                  <a:lnTo>
                    <a:pt x="784" y="374"/>
                  </a:lnTo>
                  <a:lnTo>
                    <a:pt x="784" y="368"/>
                  </a:lnTo>
                  <a:lnTo>
                    <a:pt x="787" y="362"/>
                  </a:lnTo>
                  <a:lnTo>
                    <a:pt x="791" y="357"/>
                  </a:lnTo>
                  <a:lnTo>
                    <a:pt x="793" y="352"/>
                  </a:lnTo>
                  <a:lnTo>
                    <a:pt x="794" y="348"/>
                  </a:lnTo>
                  <a:lnTo>
                    <a:pt x="796" y="344"/>
                  </a:lnTo>
                  <a:lnTo>
                    <a:pt x="799" y="340"/>
                  </a:lnTo>
                  <a:lnTo>
                    <a:pt x="798" y="336"/>
                  </a:lnTo>
                  <a:lnTo>
                    <a:pt x="794" y="331"/>
                  </a:lnTo>
                  <a:lnTo>
                    <a:pt x="789" y="325"/>
                  </a:lnTo>
                  <a:lnTo>
                    <a:pt x="788" y="319"/>
                  </a:lnTo>
                  <a:lnTo>
                    <a:pt x="792" y="316"/>
                  </a:lnTo>
                  <a:lnTo>
                    <a:pt x="799" y="314"/>
                  </a:lnTo>
                  <a:lnTo>
                    <a:pt x="804" y="312"/>
                  </a:lnTo>
                  <a:lnTo>
                    <a:pt x="807" y="308"/>
                  </a:lnTo>
                  <a:lnTo>
                    <a:pt x="808" y="303"/>
                  </a:lnTo>
                  <a:lnTo>
                    <a:pt x="811" y="298"/>
                  </a:lnTo>
                  <a:lnTo>
                    <a:pt x="816" y="297"/>
                  </a:lnTo>
                  <a:lnTo>
                    <a:pt x="823" y="299"/>
                  </a:lnTo>
                  <a:lnTo>
                    <a:pt x="829" y="301"/>
                  </a:lnTo>
                  <a:lnTo>
                    <a:pt x="834" y="301"/>
                  </a:lnTo>
                  <a:lnTo>
                    <a:pt x="838" y="299"/>
                  </a:lnTo>
                  <a:lnTo>
                    <a:pt x="843" y="297"/>
                  </a:lnTo>
                  <a:lnTo>
                    <a:pt x="848" y="296"/>
                  </a:lnTo>
                  <a:lnTo>
                    <a:pt x="854" y="295"/>
                  </a:lnTo>
                  <a:lnTo>
                    <a:pt x="861" y="293"/>
                  </a:lnTo>
                  <a:lnTo>
                    <a:pt x="869" y="290"/>
                  </a:lnTo>
                  <a:lnTo>
                    <a:pt x="877" y="289"/>
                  </a:lnTo>
                  <a:lnTo>
                    <a:pt x="883" y="293"/>
                  </a:lnTo>
                  <a:lnTo>
                    <a:pt x="885" y="301"/>
                  </a:lnTo>
                  <a:lnTo>
                    <a:pt x="886" y="308"/>
                  </a:lnTo>
                  <a:lnTo>
                    <a:pt x="889" y="313"/>
                  </a:lnTo>
                  <a:lnTo>
                    <a:pt x="895" y="314"/>
                  </a:lnTo>
                  <a:lnTo>
                    <a:pt x="903" y="315"/>
                  </a:lnTo>
                  <a:lnTo>
                    <a:pt x="909" y="318"/>
                  </a:lnTo>
                  <a:lnTo>
                    <a:pt x="912" y="322"/>
                  </a:lnTo>
                  <a:lnTo>
                    <a:pt x="913" y="327"/>
                  </a:lnTo>
                  <a:lnTo>
                    <a:pt x="916" y="331"/>
                  </a:lnTo>
                  <a:lnTo>
                    <a:pt x="921" y="335"/>
                  </a:lnTo>
                  <a:lnTo>
                    <a:pt x="925" y="339"/>
                  </a:lnTo>
                  <a:close/>
                </a:path>
              </a:pathLst>
            </a:custGeom>
            <a:solidFill>
              <a:srgbClr val="86D1BC">
                <a:alpha val="32000"/>
              </a:srgbClr>
            </a:solidFill>
            <a:ln>
              <a:noFill/>
            </a:ln>
          </p:spPr>
          <p:txBody>
            <a:bodyPr anchor="ctr"/>
            <a:lstStyle/>
            <a:p>
              <a:pPr algn="ctr">
                <a:buNone/>
              </a:pPr>
            </a:p>
          </p:txBody>
        </p:sp>
        <p:sp>
          <p:nvSpPr>
            <p:cNvPr id="783" name="addition:spatial:165"/>
            <p:cNvSpPr>
              <a:spLocks noGrp="1"/>
            </p:cNvSpPr>
            <p:nvPr/>
          </p:nvSpPr>
          <p:spPr>
            <a:xfrm>
              <a:off x="5648325" y="1666875"/>
              <a:ext cx="1130976" cy="674964"/>
            </a:xfrm>
            <a:custGeom>
              <a:avLst/>
              <a:gdLst/>
              <a:ahLst/>
              <a:cxnLst/>
              <a:rect l="l" t="t" r="r" b="b"/>
              <a:pathLst>
                <a:path w="853" h="399">
                  <a:moveTo>
                    <a:pt x="0" y="0"/>
                  </a:moveTo>
                  <a:moveTo>
                    <a:pt x="852" y="349"/>
                  </a:moveTo>
                  <a:lnTo>
                    <a:pt x="848" y="353"/>
                  </a:lnTo>
                  <a:lnTo>
                    <a:pt x="845" y="357"/>
                  </a:lnTo>
                  <a:lnTo>
                    <a:pt x="844" y="361"/>
                  </a:lnTo>
                  <a:lnTo>
                    <a:pt x="842" y="366"/>
                  </a:lnTo>
                  <a:lnTo>
                    <a:pt x="839" y="370"/>
                  </a:lnTo>
                  <a:lnTo>
                    <a:pt x="833" y="372"/>
                  </a:lnTo>
                  <a:lnTo>
                    <a:pt x="826" y="373"/>
                  </a:lnTo>
                  <a:lnTo>
                    <a:pt x="822" y="376"/>
                  </a:lnTo>
                  <a:lnTo>
                    <a:pt x="821" y="381"/>
                  </a:lnTo>
                  <a:lnTo>
                    <a:pt x="821" y="389"/>
                  </a:lnTo>
                  <a:lnTo>
                    <a:pt x="820" y="396"/>
                  </a:lnTo>
                  <a:lnTo>
                    <a:pt x="815" y="399"/>
                  </a:lnTo>
                  <a:lnTo>
                    <a:pt x="808" y="399"/>
                  </a:lnTo>
                  <a:lnTo>
                    <a:pt x="801" y="397"/>
                  </a:lnTo>
                  <a:lnTo>
                    <a:pt x="795" y="396"/>
                  </a:lnTo>
                  <a:lnTo>
                    <a:pt x="790" y="396"/>
                  </a:lnTo>
                  <a:lnTo>
                    <a:pt x="786" y="395"/>
                  </a:lnTo>
                  <a:lnTo>
                    <a:pt x="781" y="393"/>
                  </a:lnTo>
                  <a:lnTo>
                    <a:pt x="777" y="391"/>
                  </a:lnTo>
                  <a:lnTo>
                    <a:pt x="773" y="392"/>
                  </a:lnTo>
                  <a:lnTo>
                    <a:pt x="768" y="394"/>
                  </a:lnTo>
                  <a:lnTo>
                    <a:pt x="763" y="396"/>
                  </a:lnTo>
                  <a:lnTo>
                    <a:pt x="758" y="394"/>
                  </a:lnTo>
                  <a:lnTo>
                    <a:pt x="756" y="390"/>
                  </a:lnTo>
                  <a:lnTo>
                    <a:pt x="754" y="386"/>
                  </a:lnTo>
                  <a:lnTo>
                    <a:pt x="750" y="383"/>
                  </a:lnTo>
                  <a:lnTo>
                    <a:pt x="745" y="382"/>
                  </a:lnTo>
                  <a:lnTo>
                    <a:pt x="738" y="381"/>
                  </a:lnTo>
                  <a:lnTo>
                    <a:pt x="735" y="377"/>
                  </a:lnTo>
                  <a:lnTo>
                    <a:pt x="736" y="371"/>
                  </a:lnTo>
                  <a:lnTo>
                    <a:pt x="739" y="365"/>
                  </a:lnTo>
                  <a:lnTo>
                    <a:pt x="742" y="360"/>
                  </a:lnTo>
                  <a:lnTo>
                    <a:pt x="741" y="356"/>
                  </a:lnTo>
                  <a:lnTo>
                    <a:pt x="739" y="352"/>
                  </a:lnTo>
                  <a:lnTo>
                    <a:pt x="738" y="349"/>
                  </a:lnTo>
                  <a:lnTo>
                    <a:pt x="736" y="344"/>
                  </a:lnTo>
                  <a:lnTo>
                    <a:pt x="734" y="340"/>
                  </a:lnTo>
                  <a:lnTo>
                    <a:pt x="729" y="335"/>
                  </a:lnTo>
                  <a:lnTo>
                    <a:pt x="726" y="329"/>
                  </a:lnTo>
                  <a:lnTo>
                    <a:pt x="726" y="324"/>
                  </a:lnTo>
                  <a:lnTo>
                    <a:pt x="731" y="321"/>
                  </a:lnTo>
                  <a:lnTo>
                    <a:pt x="738" y="320"/>
                  </a:lnTo>
                  <a:lnTo>
                    <a:pt x="744" y="319"/>
                  </a:lnTo>
                  <a:lnTo>
                    <a:pt x="747" y="316"/>
                  </a:lnTo>
                  <a:lnTo>
                    <a:pt x="748" y="311"/>
                  </a:lnTo>
                  <a:lnTo>
                    <a:pt x="751" y="307"/>
                  </a:lnTo>
                  <a:lnTo>
                    <a:pt x="755" y="305"/>
                  </a:lnTo>
                  <a:lnTo>
                    <a:pt x="761" y="306"/>
                  </a:lnTo>
                  <a:lnTo>
                    <a:pt x="766" y="306"/>
                  </a:lnTo>
                  <a:lnTo>
                    <a:pt x="771" y="305"/>
                  </a:lnTo>
                  <a:lnTo>
                    <a:pt x="775" y="301"/>
                  </a:lnTo>
                  <a:lnTo>
                    <a:pt x="780" y="299"/>
                  </a:lnTo>
                  <a:lnTo>
                    <a:pt x="786" y="297"/>
                  </a:lnTo>
                  <a:lnTo>
                    <a:pt x="792" y="297"/>
                  </a:lnTo>
                  <a:lnTo>
                    <a:pt x="799" y="297"/>
                  </a:lnTo>
                  <a:lnTo>
                    <a:pt x="806" y="297"/>
                  </a:lnTo>
                  <a:lnTo>
                    <a:pt x="812" y="298"/>
                  </a:lnTo>
                  <a:lnTo>
                    <a:pt x="817" y="303"/>
                  </a:lnTo>
                  <a:lnTo>
                    <a:pt x="818" y="310"/>
                  </a:lnTo>
                  <a:lnTo>
                    <a:pt x="819" y="317"/>
                  </a:lnTo>
                  <a:lnTo>
                    <a:pt x="822" y="320"/>
                  </a:lnTo>
                  <a:lnTo>
                    <a:pt x="829" y="320"/>
                  </a:lnTo>
                  <a:lnTo>
                    <a:pt x="837" y="320"/>
                  </a:lnTo>
                  <a:lnTo>
                    <a:pt x="844" y="322"/>
                  </a:lnTo>
                  <a:lnTo>
                    <a:pt x="847" y="326"/>
                  </a:lnTo>
                  <a:lnTo>
                    <a:pt x="848" y="331"/>
                  </a:lnTo>
                  <a:lnTo>
                    <a:pt x="849" y="335"/>
                  </a:lnTo>
                  <a:lnTo>
                    <a:pt x="851" y="339"/>
                  </a:lnTo>
                  <a:lnTo>
                    <a:pt x="853" y="344"/>
                  </a:lnTo>
                  <a:close/>
                </a:path>
              </a:pathLst>
            </a:custGeom>
            <a:solidFill>
              <a:srgbClr val="86D1BC">
                <a:alpha val="32000"/>
              </a:srgbClr>
            </a:solidFill>
            <a:ln>
              <a:noFill/>
            </a:ln>
          </p:spPr>
          <p:txBody>
            <a:bodyPr anchor="ctr"/>
            <a:lstStyle/>
            <a:p>
              <a:pPr algn="ctr">
                <a:buNone/>
              </a:pPr>
            </a:p>
          </p:txBody>
        </p:sp>
        <p:sp>
          <p:nvSpPr>
            <p:cNvPr id="784" name="addition:spatial:166"/>
            <p:cNvSpPr>
              <a:spLocks noGrp="1"/>
            </p:cNvSpPr>
            <p:nvPr/>
          </p:nvSpPr>
          <p:spPr>
            <a:xfrm>
              <a:off x="5648325" y="1666875"/>
              <a:ext cx="1050097" cy="632673"/>
            </a:xfrm>
            <a:custGeom>
              <a:avLst/>
              <a:gdLst/>
              <a:ahLst/>
              <a:cxnLst/>
              <a:rect l="l" t="t" r="r" b="b"/>
              <a:pathLst>
                <a:path w="792" h="374">
                  <a:moveTo>
                    <a:pt x="0" y="0"/>
                  </a:moveTo>
                  <a:moveTo>
                    <a:pt x="792" y="331"/>
                  </a:moveTo>
                  <a:lnTo>
                    <a:pt x="789" y="335"/>
                  </a:lnTo>
                  <a:lnTo>
                    <a:pt x="783" y="338"/>
                  </a:lnTo>
                  <a:lnTo>
                    <a:pt x="776" y="340"/>
                  </a:lnTo>
                  <a:lnTo>
                    <a:pt x="772" y="343"/>
                  </a:lnTo>
                  <a:lnTo>
                    <a:pt x="771" y="346"/>
                  </a:lnTo>
                  <a:lnTo>
                    <a:pt x="771" y="350"/>
                  </a:lnTo>
                  <a:lnTo>
                    <a:pt x="771" y="355"/>
                  </a:lnTo>
                  <a:lnTo>
                    <a:pt x="769" y="358"/>
                  </a:lnTo>
                  <a:lnTo>
                    <a:pt x="766" y="362"/>
                  </a:lnTo>
                  <a:lnTo>
                    <a:pt x="764" y="366"/>
                  </a:lnTo>
                  <a:lnTo>
                    <a:pt x="761" y="370"/>
                  </a:lnTo>
                  <a:lnTo>
                    <a:pt x="757" y="371"/>
                  </a:lnTo>
                  <a:lnTo>
                    <a:pt x="752" y="371"/>
                  </a:lnTo>
                  <a:lnTo>
                    <a:pt x="747" y="369"/>
                  </a:lnTo>
                  <a:lnTo>
                    <a:pt x="743" y="368"/>
                  </a:lnTo>
                  <a:lnTo>
                    <a:pt x="739" y="370"/>
                  </a:lnTo>
                  <a:lnTo>
                    <a:pt x="736" y="373"/>
                  </a:lnTo>
                  <a:lnTo>
                    <a:pt x="732" y="374"/>
                  </a:lnTo>
                  <a:lnTo>
                    <a:pt x="729" y="371"/>
                  </a:lnTo>
                  <a:lnTo>
                    <a:pt x="726" y="367"/>
                  </a:lnTo>
                  <a:lnTo>
                    <a:pt x="724" y="365"/>
                  </a:lnTo>
                  <a:lnTo>
                    <a:pt x="720" y="365"/>
                  </a:lnTo>
                  <a:lnTo>
                    <a:pt x="716" y="367"/>
                  </a:lnTo>
                  <a:lnTo>
                    <a:pt x="710" y="368"/>
                  </a:lnTo>
                  <a:lnTo>
                    <a:pt x="706" y="367"/>
                  </a:lnTo>
                  <a:lnTo>
                    <a:pt x="704" y="364"/>
                  </a:lnTo>
                  <a:lnTo>
                    <a:pt x="701" y="361"/>
                  </a:lnTo>
                  <a:lnTo>
                    <a:pt x="699" y="357"/>
                  </a:lnTo>
                  <a:lnTo>
                    <a:pt x="698" y="353"/>
                  </a:lnTo>
                  <a:lnTo>
                    <a:pt x="699" y="348"/>
                  </a:lnTo>
                  <a:lnTo>
                    <a:pt x="702" y="343"/>
                  </a:lnTo>
                  <a:lnTo>
                    <a:pt x="703" y="340"/>
                  </a:lnTo>
                  <a:lnTo>
                    <a:pt x="700" y="337"/>
                  </a:lnTo>
                  <a:lnTo>
                    <a:pt x="695" y="334"/>
                  </a:lnTo>
                  <a:lnTo>
                    <a:pt x="689" y="331"/>
                  </a:lnTo>
                  <a:lnTo>
                    <a:pt x="688" y="327"/>
                  </a:lnTo>
                  <a:lnTo>
                    <a:pt x="689" y="323"/>
                  </a:lnTo>
                  <a:lnTo>
                    <a:pt x="692" y="320"/>
                  </a:lnTo>
                  <a:lnTo>
                    <a:pt x="693" y="316"/>
                  </a:lnTo>
                  <a:lnTo>
                    <a:pt x="692" y="312"/>
                  </a:lnTo>
                  <a:lnTo>
                    <a:pt x="691" y="308"/>
                  </a:lnTo>
                  <a:lnTo>
                    <a:pt x="693" y="304"/>
                  </a:lnTo>
                  <a:lnTo>
                    <a:pt x="697" y="302"/>
                  </a:lnTo>
                  <a:lnTo>
                    <a:pt x="701" y="301"/>
                  </a:lnTo>
                  <a:lnTo>
                    <a:pt x="705" y="299"/>
                  </a:lnTo>
                  <a:lnTo>
                    <a:pt x="708" y="298"/>
                  </a:lnTo>
                  <a:lnTo>
                    <a:pt x="712" y="296"/>
                  </a:lnTo>
                  <a:lnTo>
                    <a:pt x="716" y="297"/>
                  </a:lnTo>
                  <a:lnTo>
                    <a:pt x="720" y="296"/>
                  </a:lnTo>
                  <a:lnTo>
                    <a:pt x="724" y="294"/>
                  </a:lnTo>
                  <a:lnTo>
                    <a:pt x="727" y="289"/>
                  </a:lnTo>
                  <a:lnTo>
                    <a:pt x="732" y="283"/>
                  </a:lnTo>
                  <a:lnTo>
                    <a:pt x="737" y="281"/>
                  </a:lnTo>
                  <a:lnTo>
                    <a:pt x="742" y="283"/>
                  </a:lnTo>
                  <a:lnTo>
                    <a:pt x="747" y="288"/>
                  </a:lnTo>
                  <a:lnTo>
                    <a:pt x="750" y="292"/>
                  </a:lnTo>
                  <a:lnTo>
                    <a:pt x="754" y="295"/>
                  </a:lnTo>
                  <a:lnTo>
                    <a:pt x="759" y="296"/>
                  </a:lnTo>
                  <a:lnTo>
                    <a:pt x="763" y="297"/>
                  </a:lnTo>
                  <a:lnTo>
                    <a:pt x="766" y="300"/>
                  </a:lnTo>
                  <a:lnTo>
                    <a:pt x="769" y="303"/>
                  </a:lnTo>
                  <a:lnTo>
                    <a:pt x="772" y="305"/>
                  </a:lnTo>
                  <a:lnTo>
                    <a:pt x="777" y="307"/>
                  </a:lnTo>
                  <a:lnTo>
                    <a:pt x="781" y="309"/>
                  </a:lnTo>
                  <a:lnTo>
                    <a:pt x="783" y="312"/>
                  </a:lnTo>
                  <a:lnTo>
                    <a:pt x="783" y="316"/>
                  </a:lnTo>
                  <a:lnTo>
                    <a:pt x="784" y="320"/>
                  </a:lnTo>
                  <a:lnTo>
                    <a:pt x="787" y="323"/>
                  </a:lnTo>
                  <a:lnTo>
                    <a:pt x="790" y="327"/>
                  </a:lnTo>
                  <a:close/>
                </a:path>
              </a:pathLst>
            </a:custGeom>
            <a:solidFill>
              <a:srgbClr val="86D1BC">
                <a:alpha val="32000"/>
              </a:srgbClr>
            </a:solidFill>
            <a:ln>
              <a:noFill/>
            </a:ln>
          </p:spPr>
          <p:txBody>
            <a:bodyPr anchor="ctr"/>
            <a:lstStyle/>
            <a:p>
              <a:pPr algn="ctr">
                <a:buNone/>
              </a:pPr>
            </a:p>
          </p:txBody>
        </p:sp>
        <p:sp>
          <p:nvSpPr>
            <p:cNvPr id="785" name="addition:spatial:167"/>
            <p:cNvSpPr>
              <a:spLocks noGrp="1"/>
            </p:cNvSpPr>
            <p:nvPr/>
          </p:nvSpPr>
          <p:spPr>
            <a:xfrm>
              <a:off x="5648325" y="1666875"/>
              <a:ext cx="1189314" cy="651281"/>
            </a:xfrm>
            <a:custGeom>
              <a:avLst/>
              <a:gdLst/>
              <a:ahLst/>
              <a:cxnLst/>
              <a:rect l="l" t="t" r="r" b="b"/>
              <a:pathLst>
                <a:path w="897" h="385">
                  <a:moveTo>
                    <a:pt x="0" y="0"/>
                  </a:moveTo>
                  <a:moveTo>
                    <a:pt x="896" y="324"/>
                  </a:moveTo>
                  <a:lnTo>
                    <a:pt x="896" y="329"/>
                  </a:lnTo>
                  <a:lnTo>
                    <a:pt x="897" y="334"/>
                  </a:lnTo>
                  <a:lnTo>
                    <a:pt x="895" y="339"/>
                  </a:lnTo>
                  <a:lnTo>
                    <a:pt x="891" y="343"/>
                  </a:lnTo>
                  <a:lnTo>
                    <a:pt x="885" y="346"/>
                  </a:lnTo>
                  <a:lnTo>
                    <a:pt x="881" y="350"/>
                  </a:lnTo>
                  <a:lnTo>
                    <a:pt x="879" y="355"/>
                  </a:lnTo>
                  <a:lnTo>
                    <a:pt x="875" y="359"/>
                  </a:lnTo>
                  <a:lnTo>
                    <a:pt x="869" y="361"/>
                  </a:lnTo>
                  <a:lnTo>
                    <a:pt x="860" y="361"/>
                  </a:lnTo>
                  <a:lnTo>
                    <a:pt x="853" y="362"/>
                  </a:lnTo>
                  <a:lnTo>
                    <a:pt x="849" y="366"/>
                  </a:lnTo>
                  <a:lnTo>
                    <a:pt x="846" y="374"/>
                  </a:lnTo>
                  <a:lnTo>
                    <a:pt x="842" y="381"/>
                  </a:lnTo>
                  <a:lnTo>
                    <a:pt x="835" y="385"/>
                  </a:lnTo>
                  <a:lnTo>
                    <a:pt x="826" y="384"/>
                  </a:lnTo>
                  <a:lnTo>
                    <a:pt x="818" y="380"/>
                  </a:lnTo>
                  <a:lnTo>
                    <a:pt x="811" y="377"/>
                  </a:lnTo>
                  <a:lnTo>
                    <a:pt x="805" y="375"/>
                  </a:lnTo>
                  <a:lnTo>
                    <a:pt x="799" y="373"/>
                  </a:lnTo>
                  <a:lnTo>
                    <a:pt x="794" y="370"/>
                  </a:lnTo>
                  <a:lnTo>
                    <a:pt x="789" y="367"/>
                  </a:lnTo>
                  <a:lnTo>
                    <a:pt x="784" y="366"/>
                  </a:lnTo>
                  <a:lnTo>
                    <a:pt x="777" y="366"/>
                  </a:lnTo>
                  <a:lnTo>
                    <a:pt x="769" y="367"/>
                  </a:lnTo>
                  <a:lnTo>
                    <a:pt x="763" y="365"/>
                  </a:lnTo>
                  <a:lnTo>
                    <a:pt x="761" y="361"/>
                  </a:lnTo>
                  <a:lnTo>
                    <a:pt x="761" y="355"/>
                  </a:lnTo>
                  <a:lnTo>
                    <a:pt x="760" y="350"/>
                  </a:lnTo>
                  <a:lnTo>
                    <a:pt x="755" y="347"/>
                  </a:lnTo>
                  <a:lnTo>
                    <a:pt x="749" y="344"/>
                  </a:lnTo>
                  <a:lnTo>
                    <a:pt x="745" y="340"/>
                  </a:lnTo>
                  <a:lnTo>
                    <a:pt x="748" y="334"/>
                  </a:lnTo>
                  <a:lnTo>
                    <a:pt x="754" y="328"/>
                  </a:lnTo>
                  <a:lnTo>
                    <a:pt x="761" y="324"/>
                  </a:lnTo>
                  <a:lnTo>
                    <a:pt x="764" y="319"/>
                  </a:lnTo>
                  <a:lnTo>
                    <a:pt x="764" y="315"/>
                  </a:lnTo>
                  <a:lnTo>
                    <a:pt x="763" y="310"/>
                  </a:lnTo>
                  <a:lnTo>
                    <a:pt x="763" y="306"/>
                  </a:lnTo>
                  <a:lnTo>
                    <a:pt x="763" y="301"/>
                  </a:lnTo>
                  <a:lnTo>
                    <a:pt x="762" y="295"/>
                  </a:lnTo>
                  <a:lnTo>
                    <a:pt x="760" y="288"/>
                  </a:lnTo>
                  <a:lnTo>
                    <a:pt x="761" y="282"/>
                  </a:lnTo>
                  <a:lnTo>
                    <a:pt x="767" y="279"/>
                  </a:lnTo>
                  <a:lnTo>
                    <a:pt x="776" y="280"/>
                  </a:lnTo>
                  <a:lnTo>
                    <a:pt x="785" y="282"/>
                  </a:lnTo>
                  <a:lnTo>
                    <a:pt x="790" y="281"/>
                  </a:lnTo>
                  <a:lnTo>
                    <a:pt x="793" y="277"/>
                  </a:lnTo>
                  <a:lnTo>
                    <a:pt x="796" y="273"/>
                  </a:lnTo>
                  <a:lnTo>
                    <a:pt x="801" y="271"/>
                  </a:lnTo>
                  <a:lnTo>
                    <a:pt x="806" y="272"/>
                  </a:lnTo>
                  <a:lnTo>
                    <a:pt x="812" y="274"/>
                  </a:lnTo>
                  <a:lnTo>
                    <a:pt x="817" y="274"/>
                  </a:lnTo>
                  <a:lnTo>
                    <a:pt x="823" y="272"/>
                  </a:lnTo>
                  <a:lnTo>
                    <a:pt x="829" y="270"/>
                  </a:lnTo>
                  <a:lnTo>
                    <a:pt x="836" y="270"/>
                  </a:lnTo>
                  <a:lnTo>
                    <a:pt x="842" y="271"/>
                  </a:lnTo>
                  <a:lnTo>
                    <a:pt x="849" y="273"/>
                  </a:lnTo>
                  <a:lnTo>
                    <a:pt x="856" y="274"/>
                  </a:lnTo>
                  <a:lnTo>
                    <a:pt x="863" y="277"/>
                  </a:lnTo>
                  <a:lnTo>
                    <a:pt x="867" y="282"/>
                  </a:lnTo>
                  <a:lnTo>
                    <a:pt x="867" y="289"/>
                  </a:lnTo>
                  <a:lnTo>
                    <a:pt x="865" y="297"/>
                  </a:lnTo>
                  <a:lnTo>
                    <a:pt x="866" y="302"/>
                  </a:lnTo>
                  <a:lnTo>
                    <a:pt x="872" y="304"/>
                  </a:lnTo>
                  <a:lnTo>
                    <a:pt x="882" y="306"/>
                  </a:lnTo>
                  <a:lnTo>
                    <a:pt x="892" y="308"/>
                  </a:lnTo>
                  <a:lnTo>
                    <a:pt x="896" y="313"/>
                  </a:lnTo>
                  <a:lnTo>
                    <a:pt x="897" y="318"/>
                  </a:lnTo>
                  <a:close/>
                </a:path>
              </a:pathLst>
            </a:custGeom>
            <a:solidFill>
              <a:srgbClr val="86D1BC">
                <a:alpha val="32000"/>
              </a:srgbClr>
            </a:solidFill>
            <a:ln>
              <a:noFill/>
            </a:ln>
          </p:spPr>
          <p:txBody>
            <a:bodyPr anchor="ctr"/>
            <a:lstStyle/>
            <a:p>
              <a:pPr algn="ctr">
                <a:buNone/>
              </a:pPr>
            </a:p>
          </p:txBody>
        </p:sp>
        <p:sp>
          <p:nvSpPr>
            <p:cNvPr id="786" name="addition:spatial:168"/>
            <p:cNvSpPr>
              <a:spLocks noGrp="1"/>
            </p:cNvSpPr>
            <p:nvPr/>
          </p:nvSpPr>
          <p:spPr>
            <a:xfrm>
              <a:off x="5648325" y="1666875"/>
              <a:ext cx="1217158" cy="698647"/>
            </a:xfrm>
            <a:custGeom>
              <a:avLst/>
              <a:gdLst/>
              <a:ahLst/>
              <a:cxnLst/>
              <a:rect l="l" t="t" r="r" b="b"/>
              <a:pathLst>
                <a:path w="918" h="413">
                  <a:moveTo>
                    <a:pt x="0" y="0"/>
                  </a:moveTo>
                  <a:moveTo>
                    <a:pt x="914" y="314"/>
                  </a:moveTo>
                  <a:lnTo>
                    <a:pt x="915" y="322"/>
                  </a:lnTo>
                  <a:lnTo>
                    <a:pt x="912" y="329"/>
                  </a:lnTo>
                  <a:lnTo>
                    <a:pt x="909" y="337"/>
                  </a:lnTo>
                  <a:lnTo>
                    <a:pt x="910" y="345"/>
                  </a:lnTo>
                  <a:lnTo>
                    <a:pt x="913" y="354"/>
                  </a:lnTo>
                  <a:lnTo>
                    <a:pt x="912" y="362"/>
                  </a:lnTo>
                  <a:lnTo>
                    <a:pt x="906" y="369"/>
                  </a:lnTo>
                  <a:lnTo>
                    <a:pt x="900" y="374"/>
                  </a:lnTo>
                  <a:lnTo>
                    <a:pt x="895" y="381"/>
                  </a:lnTo>
                  <a:lnTo>
                    <a:pt x="890" y="387"/>
                  </a:lnTo>
                  <a:lnTo>
                    <a:pt x="883" y="392"/>
                  </a:lnTo>
                  <a:lnTo>
                    <a:pt x="872" y="391"/>
                  </a:lnTo>
                  <a:lnTo>
                    <a:pt x="860" y="386"/>
                  </a:lnTo>
                  <a:lnTo>
                    <a:pt x="850" y="382"/>
                  </a:lnTo>
                  <a:lnTo>
                    <a:pt x="844" y="385"/>
                  </a:lnTo>
                  <a:lnTo>
                    <a:pt x="838" y="395"/>
                  </a:lnTo>
                  <a:lnTo>
                    <a:pt x="830" y="407"/>
                  </a:lnTo>
                  <a:lnTo>
                    <a:pt x="819" y="413"/>
                  </a:lnTo>
                  <a:lnTo>
                    <a:pt x="808" y="412"/>
                  </a:lnTo>
                  <a:lnTo>
                    <a:pt x="797" y="407"/>
                  </a:lnTo>
                  <a:lnTo>
                    <a:pt x="787" y="402"/>
                  </a:lnTo>
                  <a:lnTo>
                    <a:pt x="777" y="399"/>
                  </a:lnTo>
                  <a:lnTo>
                    <a:pt x="767" y="394"/>
                  </a:lnTo>
                  <a:lnTo>
                    <a:pt x="760" y="387"/>
                  </a:lnTo>
                  <a:lnTo>
                    <a:pt x="754" y="378"/>
                  </a:lnTo>
                  <a:lnTo>
                    <a:pt x="748" y="372"/>
                  </a:lnTo>
                  <a:lnTo>
                    <a:pt x="738" y="369"/>
                  </a:lnTo>
                  <a:lnTo>
                    <a:pt x="726" y="365"/>
                  </a:lnTo>
                  <a:lnTo>
                    <a:pt x="718" y="360"/>
                  </a:lnTo>
                  <a:lnTo>
                    <a:pt x="716" y="351"/>
                  </a:lnTo>
                  <a:lnTo>
                    <a:pt x="717" y="342"/>
                  </a:lnTo>
                  <a:lnTo>
                    <a:pt x="713" y="335"/>
                  </a:lnTo>
                  <a:lnTo>
                    <a:pt x="703" y="330"/>
                  </a:lnTo>
                  <a:lnTo>
                    <a:pt x="689" y="323"/>
                  </a:lnTo>
                  <a:lnTo>
                    <a:pt x="681" y="314"/>
                  </a:lnTo>
                  <a:lnTo>
                    <a:pt x="684" y="305"/>
                  </a:lnTo>
                  <a:lnTo>
                    <a:pt x="695" y="297"/>
                  </a:lnTo>
                  <a:lnTo>
                    <a:pt x="708" y="291"/>
                  </a:lnTo>
                  <a:lnTo>
                    <a:pt x="717" y="285"/>
                  </a:lnTo>
                  <a:lnTo>
                    <a:pt x="723" y="279"/>
                  </a:lnTo>
                  <a:lnTo>
                    <a:pt x="730" y="273"/>
                  </a:lnTo>
                  <a:lnTo>
                    <a:pt x="738" y="268"/>
                  </a:lnTo>
                  <a:lnTo>
                    <a:pt x="744" y="262"/>
                  </a:lnTo>
                  <a:lnTo>
                    <a:pt x="747" y="253"/>
                  </a:lnTo>
                  <a:lnTo>
                    <a:pt x="749" y="242"/>
                  </a:lnTo>
                  <a:lnTo>
                    <a:pt x="754" y="231"/>
                  </a:lnTo>
                  <a:lnTo>
                    <a:pt x="765" y="227"/>
                  </a:lnTo>
                  <a:lnTo>
                    <a:pt x="778" y="229"/>
                  </a:lnTo>
                  <a:lnTo>
                    <a:pt x="791" y="232"/>
                  </a:lnTo>
                  <a:lnTo>
                    <a:pt x="801" y="231"/>
                  </a:lnTo>
                  <a:lnTo>
                    <a:pt x="810" y="225"/>
                  </a:lnTo>
                  <a:lnTo>
                    <a:pt x="819" y="220"/>
                  </a:lnTo>
                  <a:lnTo>
                    <a:pt x="829" y="221"/>
                  </a:lnTo>
                  <a:lnTo>
                    <a:pt x="838" y="227"/>
                  </a:lnTo>
                  <a:lnTo>
                    <a:pt x="845" y="236"/>
                  </a:lnTo>
                  <a:lnTo>
                    <a:pt x="851" y="241"/>
                  </a:lnTo>
                  <a:lnTo>
                    <a:pt x="859" y="241"/>
                  </a:lnTo>
                  <a:lnTo>
                    <a:pt x="867" y="241"/>
                  </a:lnTo>
                  <a:lnTo>
                    <a:pt x="876" y="243"/>
                  </a:lnTo>
                  <a:lnTo>
                    <a:pt x="883" y="245"/>
                  </a:lnTo>
                  <a:lnTo>
                    <a:pt x="892" y="248"/>
                  </a:lnTo>
                  <a:lnTo>
                    <a:pt x="904" y="249"/>
                  </a:lnTo>
                  <a:lnTo>
                    <a:pt x="914" y="253"/>
                  </a:lnTo>
                  <a:lnTo>
                    <a:pt x="918" y="262"/>
                  </a:lnTo>
                  <a:lnTo>
                    <a:pt x="913" y="273"/>
                  </a:lnTo>
                  <a:lnTo>
                    <a:pt x="903" y="285"/>
                  </a:lnTo>
                  <a:lnTo>
                    <a:pt x="896" y="294"/>
                  </a:lnTo>
                  <a:lnTo>
                    <a:pt x="899" y="300"/>
                  </a:lnTo>
                  <a:lnTo>
                    <a:pt x="907" y="307"/>
                  </a:lnTo>
                  <a:close/>
                </a:path>
              </a:pathLst>
            </a:custGeom>
            <a:solidFill>
              <a:srgbClr val="56BFA2">
                <a:alpha val="37000"/>
              </a:srgbClr>
            </a:solidFill>
            <a:ln>
              <a:noFill/>
            </a:ln>
          </p:spPr>
          <p:txBody>
            <a:bodyPr anchor="ctr"/>
            <a:lstStyle/>
            <a:p>
              <a:pPr algn="ctr">
                <a:buNone/>
              </a:pPr>
            </a:p>
          </p:txBody>
        </p:sp>
        <p:sp>
          <p:nvSpPr>
            <p:cNvPr id="787" name="addition:spatial:169"/>
            <p:cNvSpPr>
              <a:spLocks noGrp="1"/>
            </p:cNvSpPr>
            <p:nvPr/>
          </p:nvSpPr>
          <p:spPr>
            <a:xfrm>
              <a:off x="5648325" y="1666875"/>
              <a:ext cx="1096503" cy="561624"/>
            </a:xfrm>
            <a:custGeom>
              <a:avLst/>
              <a:gdLst/>
              <a:ahLst/>
              <a:cxnLst/>
              <a:rect l="l" t="t" r="r" b="b"/>
              <a:pathLst>
                <a:path w="827" h="332">
                  <a:moveTo>
                    <a:pt x="0" y="0"/>
                  </a:moveTo>
                  <a:moveTo>
                    <a:pt x="818" y="293"/>
                  </a:moveTo>
                  <a:lnTo>
                    <a:pt x="813" y="296"/>
                  </a:lnTo>
                  <a:lnTo>
                    <a:pt x="811" y="298"/>
                  </a:lnTo>
                  <a:lnTo>
                    <a:pt x="811" y="302"/>
                  </a:lnTo>
                  <a:lnTo>
                    <a:pt x="812" y="306"/>
                  </a:lnTo>
                  <a:lnTo>
                    <a:pt x="812" y="309"/>
                  </a:lnTo>
                  <a:lnTo>
                    <a:pt x="811" y="313"/>
                  </a:lnTo>
                  <a:lnTo>
                    <a:pt x="810" y="317"/>
                  </a:lnTo>
                  <a:lnTo>
                    <a:pt x="809" y="321"/>
                  </a:lnTo>
                  <a:lnTo>
                    <a:pt x="807" y="324"/>
                  </a:lnTo>
                  <a:lnTo>
                    <a:pt x="804" y="326"/>
                  </a:lnTo>
                  <a:lnTo>
                    <a:pt x="799" y="326"/>
                  </a:lnTo>
                  <a:lnTo>
                    <a:pt x="794" y="326"/>
                  </a:lnTo>
                  <a:lnTo>
                    <a:pt x="791" y="327"/>
                  </a:lnTo>
                  <a:lnTo>
                    <a:pt x="789" y="330"/>
                  </a:lnTo>
                  <a:lnTo>
                    <a:pt x="786" y="332"/>
                  </a:lnTo>
                  <a:lnTo>
                    <a:pt x="783" y="332"/>
                  </a:lnTo>
                  <a:lnTo>
                    <a:pt x="779" y="330"/>
                  </a:lnTo>
                  <a:lnTo>
                    <a:pt x="776" y="327"/>
                  </a:lnTo>
                  <a:lnTo>
                    <a:pt x="774" y="326"/>
                  </a:lnTo>
                  <a:lnTo>
                    <a:pt x="770" y="328"/>
                  </a:lnTo>
                  <a:lnTo>
                    <a:pt x="766" y="331"/>
                  </a:lnTo>
                  <a:lnTo>
                    <a:pt x="761" y="332"/>
                  </a:lnTo>
                  <a:lnTo>
                    <a:pt x="757" y="331"/>
                  </a:lnTo>
                  <a:lnTo>
                    <a:pt x="754" y="329"/>
                  </a:lnTo>
                  <a:lnTo>
                    <a:pt x="750" y="326"/>
                  </a:lnTo>
                  <a:lnTo>
                    <a:pt x="747" y="324"/>
                  </a:lnTo>
                  <a:lnTo>
                    <a:pt x="746" y="320"/>
                  </a:lnTo>
                  <a:lnTo>
                    <a:pt x="746" y="315"/>
                  </a:lnTo>
                  <a:lnTo>
                    <a:pt x="747" y="310"/>
                  </a:lnTo>
                  <a:lnTo>
                    <a:pt x="747" y="307"/>
                  </a:lnTo>
                  <a:lnTo>
                    <a:pt x="743" y="305"/>
                  </a:lnTo>
                  <a:lnTo>
                    <a:pt x="737" y="303"/>
                  </a:lnTo>
                  <a:lnTo>
                    <a:pt x="732" y="300"/>
                  </a:lnTo>
                  <a:lnTo>
                    <a:pt x="730" y="296"/>
                  </a:lnTo>
                  <a:lnTo>
                    <a:pt x="732" y="293"/>
                  </a:lnTo>
                  <a:lnTo>
                    <a:pt x="733" y="289"/>
                  </a:lnTo>
                  <a:lnTo>
                    <a:pt x="732" y="286"/>
                  </a:lnTo>
                  <a:lnTo>
                    <a:pt x="730" y="282"/>
                  </a:lnTo>
                  <a:lnTo>
                    <a:pt x="729" y="277"/>
                  </a:lnTo>
                  <a:lnTo>
                    <a:pt x="731" y="274"/>
                  </a:lnTo>
                  <a:lnTo>
                    <a:pt x="735" y="272"/>
                  </a:lnTo>
                  <a:lnTo>
                    <a:pt x="738" y="270"/>
                  </a:lnTo>
                  <a:lnTo>
                    <a:pt x="741" y="267"/>
                  </a:lnTo>
                  <a:lnTo>
                    <a:pt x="745" y="265"/>
                  </a:lnTo>
                  <a:lnTo>
                    <a:pt x="749" y="264"/>
                  </a:lnTo>
                  <a:lnTo>
                    <a:pt x="753" y="264"/>
                  </a:lnTo>
                  <a:lnTo>
                    <a:pt x="757" y="263"/>
                  </a:lnTo>
                  <a:lnTo>
                    <a:pt x="759" y="260"/>
                  </a:lnTo>
                  <a:lnTo>
                    <a:pt x="762" y="254"/>
                  </a:lnTo>
                  <a:lnTo>
                    <a:pt x="765" y="248"/>
                  </a:lnTo>
                  <a:lnTo>
                    <a:pt x="770" y="246"/>
                  </a:lnTo>
                  <a:lnTo>
                    <a:pt x="775" y="248"/>
                  </a:lnTo>
                  <a:lnTo>
                    <a:pt x="780" y="252"/>
                  </a:lnTo>
                  <a:lnTo>
                    <a:pt x="784" y="255"/>
                  </a:lnTo>
                  <a:lnTo>
                    <a:pt x="788" y="256"/>
                  </a:lnTo>
                  <a:lnTo>
                    <a:pt x="793" y="256"/>
                  </a:lnTo>
                  <a:lnTo>
                    <a:pt x="796" y="258"/>
                  </a:lnTo>
                  <a:lnTo>
                    <a:pt x="800" y="260"/>
                  </a:lnTo>
                  <a:lnTo>
                    <a:pt x="802" y="262"/>
                  </a:lnTo>
                  <a:lnTo>
                    <a:pt x="806" y="264"/>
                  </a:lnTo>
                  <a:lnTo>
                    <a:pt x="810" y="265"/>
                  </a:lnTo>
                  <a:lnTo>
                    <a:pt x="813" y="266"/>
                  </a:lnTo>
                  <a:lnTo>
                    <a:pt x="815" y="269"/>
                  </a:lnTo>
                  <a:lnTo>
                    <a:pt x="816" y="273"/>
                  </a:lnTo>
                  <a:lnTo>
                    <a:pt x="818" y="276"/>
                  </a:lnTo>
                  <a:lnTo>
                    <a:pt x="822" y="278"/>
                  </a:lnTo>
                  <a:lnTo>
                    <a:pt x="826" y="281"/>
                  </a:lnTo>
                  <a:lnTo>
                    <a:pt x="827" y="284"/>
                  </a:lnTo>
                  <a:lnTo>
                    <a:pt x="824" y="289"/>
                  </a:lnTo>
                  <a:close/>
                </a:path>
              </a:pathLst>
            </a:custGeom>
            <a:solidFill>
              <a:srgbClr val="41B796">
                <a:alpha val="36000"/>
              </a:srgbClr>
            </a:solidFill>
            <a:ln>
              <a:noFill/>
            </a:ln>
          </p:spPr>
          <p:txBody>
            <a:bodyPr anchor="ctr"/>
            <a:lstStyle/>
            <a:p>
              <a:pPr algn="ctr">
                <a:buNone/>
              </a:pPr>
            </a:p>
          </p:txBody>
        </p:sp>
        <p:sp>
          <p:nvSpPr>
            <p:cNvPr id="788" name="addition:spatial:170"/>
            <p:cNvSpPr>
              <a:spLocks noGrp="1"/>
            </p:cNvSpPr>
            <p:nvPr/>
          </p:nvSpPr>
          <p:spPr>
            <a:xfrm>
              <a:off x="5648325" y="1666875"/>
              <a:ext cx="1168100" cy="531175"/>
            </a:xfrm>
            <a:custGeom>
              <a:avLst/>
              <a:gdLst/>
              <a:ahLst/>
              <a:cxnLst/>
              <a:rect l="l" t="t" r="r" b="b"/>
              <a:pathLst>
                <a:path w="881" h="314">
                  <a:moveTo>
                    <a:pt x="0" y="0"/>
                  </a:moveTo>
                  <a:moveTo>
                    <a:pt x="879" y="281"/>
                  </a:moveTo>
                  <a:lnTo>
                    <a:pt x="881" y="284"/>
                  </a:lnTo>
                  <a:lnTo>
                    <a:pt x="880" y="287"/>
                  </a:lnTo>
                  <a:lnTo>
                    <a:pt x="877" y="289"/>
                  </a:lnTo>
                  <a:lnTo>
                    <a:pt x="873" y="291"/>
                  </a:lnTo>
                  <a:lnTo>
                    <a:pt x="871" y="293"/>
                  </a:lnTo>
                  <a:lnTo>
                    <a:pt x="871" y="296"/>
                  </a:lnTo>
                  <a:lnTo>
                    <a:pt x="871" y="299"/>
                  </a:lnTo>
                  <a:lnTo>
                    <a:pt x="869" y="301"/>
                  </a:lnTo>
                  <a:lnTo>
                    <a:pt x="865" y="302"/>
                  </a:lnTo>
                  <a:lnTo>
                    <a:pt x="861" y="302"/>
                  </a:lnTo>
                  <a:lnTo>
                    <a:pt x="857" y="302"/>
                  </a:lnTo>
                  <a:lnTo>
                    <a:pt x="855" y="305"/>
                  </a:lnTo>
                  <a:lnTo>
                    <a:pt x="853" y="308"/>
                  </a:lnTo>
                  <a:lnTo>
                    <a:pt x="851" y="311"/>
                  </a:lnTo>
                  <a:lnTo>
                    <a:pt x="847" y="312"/>
                  </a:lnTo>
                  <a:lnTo>
                    <a:pt x="843" y="313"/>
                  </a:lnTo>
                  <a:lnTo>
                    <a:pt x="840" y="314"/>
                  </a:lnTo>
                  <a:lnTo>
                    <a:pt x="836" y="314"/>
                  </a:lnTo>
                  <a:lnTo>
                    <a:pt x="832" y="313"/>
                  </a:lnTo>
                  <a:lnTo>
                    <a:pt x="829" y="309"/>
                  </a:lnTo>
                  <a:lnTo>
                    <a:pt x="827" y="305"/>
                  </a:lnTo>
                  <a:lnTo>
                    <a:pt x="825" y="303"/>
                  </a:lnTo>
                  <a:lnTo>
                    <a:pt x="822" y="303"/>
                  </a:lnTo>
                  <a:lnTo>
                    <a:pt x="818" y="304"/>
                  </a:lnTo>
                  <a:lnTo>
                    <a:pt x="814" y="305"/>
                  </a:lnTo>
                  <a:lnTo>
                    <a:pt x="811" y="304"/>
                  </a:lnTo>
                  <a:lnTo>
                    <a:pt x="810" y="301"/>
                  </a:lnTo>
                  <a:lnTo>
                    <a:pt x="809" y="298"/>
                  </a:lnTo>
                  <a:lnTo>
                    <a:pt x="808" y="296"/>
                  </a:lnTo>
                  <a:lnTo>
                    <a:pt x="805" y="294"/>
                  </a:lnTo>
                  <a:lnTo>
                    <a:pt x="804" y="292"/>
                  </a:lnTo>
                  <a:lnTo>
                    <a:pt x="804" y="289"/>
                  </a:lnTo>
                  <a:lnTo>
                    <a:pt x="805" y="286"/>
                  </a:lnTo>
                  <a:lnTo>
                    <a:pt x="806" y="283"/>
                  </a:lnTo>
                  <a:lnTo>
                    <a:pt x="806" y="281"/>
                  </a:lnTo>
                  <a:lnTo>
                    <a:pt x="807" y="278"/>
                  </a:lnTo>
                  <a:lnTo>
                    <a:pt x="809" y="276"/>
                  </a:lnTo>
                  <a:lnTo>
                    <a:pt x="812" y="274"/>
                  </a:lnTo>
                  <a:lnTo>
                    <a:pt x="815" y="272"/>
                  </a:lnTo>
                  <a:lnTo>
                    <a:pt x="814" y="269"/>
                  </a:lnTo>
                  <a:lnTo>
                    <a:pt x="812" y="265"/>
                  </a:lnTo>
                  <a:lnTo>
                    <a:pt x="810" y="261"/>
                  </a:lnTo>
                  <a:lnTo>
                    <a:pt x="811" y="257"/>
                  </a:lnTo>
                  <a:lnTo>
                    <a:pt x="814" y="256"/>
                  </a:lnTo>
                  <a:lnTo>
                    <a:pt x="818" y="256"/>
                  </a:lnTo>
                  <a:lnTo>
                    <a:pt x="822" y="256"/>
                  </a:lnTo>
                  <a:lnTo>
                    <a:pt x="824" y="255"/>
                  </a:lnTo>
                  <a:lnTo>
                    <a:pt x="827" y="254"/>
                  </a:lnTo>
                  <a:lnTo>
                    <a:pt x="829" y="254"/>
                  </a:lnTo>
                  <a:lnTo>
                    <a:pt x="832" y="254"/>
                  </a:lnTo>
                  <a:lnTo>
                    <a:pt x="834" y="254"/>
                  </a:lnTo>
                  <a:lnTo>
                    <a:pt x="836" y="253"/>
                  </a:lnTo>
                  <a:lnTo>
                    <a:pt x="839" y="251"/>
                  </a:lnTo>
                  <a:lnTo>
                    <a:pt x="842" y="250"/>
                  </a:lnTo>
                  <a:lnTo>
                    <a:pt x="845" y="251"/>
                  </a:lnTo>
                  <a:lnTo>
                    <a:pt x="847" y="253"/>
                  </a:lnTo>
                  <a:lnTo>
                    <a:pt x="850" y="254"/>
                  </a:lnTo>
                  <a:lnTo>
                    <a:pt x="853" y="254"/>
                  </a:lnTo>
                  <a:lnTo>
                    <a:pt x="858" y="253"/>
                  </a:lnTo>
                  <a:lnTo>
                    <a:pt x="862" y="254"/>
                  </a:lnTo>
                  <a:lnTo>
                    <a:pt x="864" y="257"/>
                  </a:lnTo>
                  <a:lnTo>
                    <a:pt x="864" y="261"/>
                  </a:lnTo>
                  <a:lnTo>
                    <a:pt x="863" y="265"/>
                  </a:lnTo>
                  <a:lnTo>
                    <a:pt x="863" y="268"/>
                  </a:lnTo>
                  <a:lnTo>
                    <a:pt x="866" y="269"/>
                  </a:lnTo>
                  <a:lnTo>
                    <a:pt x="869" y="271"/>
                  </a:lnTo>
                  <a:lnTo>
                    <a:pt x="871" y="273"/>
                  </a:lnTo>
                  <a:lnTo>
                    <a:pt x="873" y="276"/>
                  </a:lnTo>
                  <a:lnTo>
                    <a:pt x="876" y="278"/>
                  </a:lnTo>
                  <a:close/>
                </a:path>
              </a:pathLst>
            </a:custGeom>
            <a:solidFill>
              <a:srgbClr val="41B796">
                <a:alpha val="36000"/>
              </a:srgbClr>
            </a:solidFill>
            <a:ln>
              <a:noFill/>
            </a:ln>
          </p:spPr>
          <p:txBody>
            <a:bodyPr anchor="ctr"/>
            <a:lstStyle/>
            <a:p>
              <a:pPr algn="ctr">
                <a:buNone/>
              </a:pPr>
            </a:p>
          </p:txBody>
        </p:sp>
        <p:sp>
          <p:nvSpPr>
            <p:cNvPr id="789" name="addition:spatial:171"/>
            <p:cNvSpPr>
              <a:spLocks noGrp="1"/>
            </p:cNvSpPr>
            <p:nvPr/>
          </p:nvSpPr>
          <p:spPr>
            <a:xfrm>
              <a:off x="5648325" y="1666875"/>
              <a:ext cx="1223787" cy="639440"/>
            </a:xfrm>
            <a:custGeom>
              <a:avLst/>
              <a:gdLst/>
              <a:ahLst/>
              <a:cxnLst/>
              <a:rect l="l" t="t" r="r" b="b"/>
              <a:pathLst>
                <a:path w="923" h="378">
                  <a:moveTo>
                    <a:pt x="0" y="0"/>
                  </a:moveTo>
                  <a:moveTo>
                    <a:pt x="912" y="333"/>
                  </a:moveTo>
                  <a:lnTo>
                    <a:pt x="918" y="337"/>
                  </a:lnTo>
                  <a:lnTo>
                    <a:pt x="923" y="341"/>
                  </a:lnTo>
                  <a:lnTo>
                    <a:pt x="922" y="345"/>
                  </a:lnTo>
                  <a:lnTo>
                    <a:pt x="917" y="348"/>
                  </a:lnTo>
                  <a:lnTo>
                    <a:pt x="912" y="350"/>
                  </a:lnTo>
                  <a:lnTo>
                    <a:pt x="908" y="352"/>
                  </a:lnTo>
                  <a:lnTo>
                    <a:pt x="906" y="355"/>
                  </a:lnTo>
                  <a:lnTo>
                    <a:pt x="904" y="358"/>
                  </a:lnTo>
                  <a:lnTo>
                    <a:pt x="901" y="360"/>
                  </a:lnTo>
                  <a:lnTo>
                    <a:pt x="897" y="361"/>
                  </a:lnTo>
                  <a:lnTo>
                    <a:pt x="894" y="363"/>
                  </a:lnTo>
                  <a:lnTo>
                    <a:pt x="891" y="367"/>
                  </a:lnTo>
                  <a:lnTo>
                    <a:pt x="888" y="370"/>
                  </a:lnTo>
                  <a:lnTo>
                    <a:pt x="883" y="372"/>
                  </a:lnTo>
                  <a:lnTo>
                    <a:pt x="878" y="371"/>
                  </a:lnTo>
                  <a:lnTo>
                    <a:pt x="873" y="371"/>
                  </a:lnTo>
                  <a:lnTo>
                    <a:pt x="869" y="372"/>
                  </a:lnTo>
                  <a:lnTo>
                    <a:pt x="864" y="376"/>
                  </a:lnTo>
                  <a:lnTo>
                    <a:pt x="858" y="378"/>
                  </a:lnTo>
                  <a:lnTo>
                    <a:pt x="853" y="377"/>
                  </a:lnTo>
                  <a:lnTo>
                    <a:pt x="849" y="372"/>
                  </a:lnTo>
                  <a:lnTo>
                    <a:pt x="847" y="366"/>
                  </a:lnTo>
                  <a:lnTo>
                    <a:pt x="845" y="362"/>
                  </a:lnTo>
                  <a:lnTo>
                    <a:pt x="841" y="361"/>
                  </a:lnTo>
                  <a:lnTo>
                    <a:pt x="837" y="361"/>
                  </a:lnTo>
                  <a:lnTo>
                    <a:pt x="833" y="360"/>
                  </a:lnTo>
                  <a:lnTo>
                    <a:pt x="829" y="358"/>
                  </a:lnTo>
                  <a:lnTo>
                    <a:pt x="825" y="357"/>
                  </a:lnTo>
                  <a:lnTo>
                    <a:pt x="821" y="355"/>
                  </a:lnTo>
                  <a:lnTo>
                    <a:pt x="817" y="352"/>
                  </a:lnTo>
                  <a:lnTo>
                    <a:pt x="815" y="349"/>
                  </a:lnTo>
                  <a:lnTo>
                    <a:pt x="817" y="344"/>
                  </a:lnTo>
                  <a:lnTo>
                    <a:pt x="821" y="340"/>
                  </a:lnTo>
                  <a:lnTo>
                    <a:pt x="824" y="336"/>
                  </a:lnTo>
                  <a:lnTo>
                    <a:pt x="823" y="333"/>
                  </a:lnTo>
                  <a:lnTo>
                    <a:pt x="821" y="330"/>
                  </a:lnTo>
                  <a:lnTo>
                    <a:pt x="821" y="326"/>
                  </a:lnTo>
                  <a:lnTo>
                    <a:pt x="824" y="323"/>
                  </a:lnTo>
                  <a:lnTo>
                    <a:pt x="829" y="320"/>
                  </a:lnTo>
                  <a:lnTo>
                    <a:pt x="833" y="318"/>
                  </a:lnTo>
                  <a:lnTo>
                    <a:pt x="835" y="315"/>
                  </a:lnTo>
                  <a:lnTo>
                    <a:pt x="834" y="311"/>
                  </a:lnTo>
                  <a:lnTo>
                    <a:pt x="834" y="306"/>
                  </a:lnTo>
                  <a:lnTo>
                    <a:pt x="835" y="302"/>
                  </a:lnTo>
                  <a:lnTo>
                    <a:pt x="838" y="299"/>
                  </a:lnTo>
                  <a:lnTo>
                    <a:pt x="842" y="297"/>
                  </a:lnTo>
                  <a:lnTo>
                    <a:pt x="845" y="295"/>
                  </a:lnTo>
                  <a:lnTo>
                    <a:pt x="849" y="294"/>
                  </a:lnTo>
                  <a:lnTo>
                    <a:pt x="854" y="295"/>
                  </a:lnTo>
                  <a:lnTo>
                    <a:pt x="859" y="298"/>
                  </a:lnTo>
                  <a:lnTo>
                    <a:pt x="862" y="301"/>
                  </a:lnTo>
                  <a:lnTo>
                    <a:pt x="865" y="301"/>
                  </a:lnTo>
                  <a:lnTo>
                    <a:pt x="868" y="297"/>
                  </a:lnTo>
                  <a:lnTo>
                    <a:pt x="872" y="293"/>
                  </a:lnTo>
                  <a:lnTo>
                    <a:pt x="876" y="292"/>
                  </a:lnTo>
                  <a:lnTo>
                    <a:pt x="879" y="293"/>
                  </a:lnTo>
                  <a:lnTo>
                    <a:pt x="882" y="296"/>
                  </a:lnTo>
                  <a:lnTo>
                    <a:pt x="885" y="299"/>
                  </a:lnTo>
                  <a:lnTo>
                    <a:pt x="890" y="299"/>
                  </a:lnTo>
                  <a:lnTo>
                    <a:pt x="894" y="300"/>
                  </a:lnTo>
                  <a:lnTo>
                    <a:pt x="898" y="302"/>
                  </a:lnTo>
                  <a:lnTo>
                    <a:pt x="900" y="306"/>
                  </a:lnTo>
                  <a:lnTo>
                    <a:pt x="901" y="310"/>
                  </a:lnTo>
                  <a:lnTo>
                    <a:pt x="903" y="313"/>
                  </a:lnTo>
                  <a:lnTo>
                    <a:pt x="905" y="316"/>
                  </a:lnTo>
                  <a:lnTo>
                    <a:pt x="906" y="320"/>
                  </a:lnTo>
                  <a:lnTo>
                    <a:pt x="906" y="324"/>
                  </a:lnTo>
                  <a:lnTo>
                    <a:pt x="905" y="327"/>
                  </a:lnTo>
                  <a:lnTo>
                    <a:pt x="907" y="330"/>
                  </a:lnTo>
                  <a:close/>
                </a:path>
              </a:pathLst>
            </a:custGeom>
            <a:solidFill>
              <a:srgbClr val="41B796">
                <a:alpha val="36000"/>
              </a:srgbClr>
            </a:solidFill>
            <a:ln>
              <a:noFill/>
            </a:ln>
          </p:spPr>
          <p:txBody>
            <a:bodyPr anchor="ctr"/>
            <a:lstStyle/>
            <a:p>
              <a:pPr algn="ctr">
                <a:buNone/>
              </a:pPr>
            </a:p>
          </p:txBody>
        </p:sp>
        <p:sp>
          <p:nvSpPr>
            <p:cNvPr id="790" name="addition:spatial:172"/>
            <p:cNvSpPr>
              <a:spLocks noGrp="1"/>
            </p:cNvSpPr>
            <p:nvPr/>
          </p:nvSpPr>
          <p:spPr>
            <a:xfrm>
              <a:off x="5648325" y="1666875"/>
              <a:ext cx="1125672" cy="666506"/>
            </a:xfrm>
            <a:custGeom>
              <a:avLst/>
              <a:gdLst/>
              <a:ahLst/>
              <a:cxnLst/>
              <a:rect l="l" t="t" r="r" b="b"/>
              <a:pathLst>
                <a:path w="849" h="394">
                  <a:moveTo>
                    <a:pt x="0" y="0"/>
                  </a:moveTo>
                  <a:moveTo>
                    <a:pt x="848" y="356"/>
                  </a:moveTo>
                  <a:lnTo>
                    <a:pt x="845" y="359"/>
                  </a:lnTo>
                  <a:lnTo>
                    <a:pt x="844" y="361"/>
                  </a:lnTo>
                  <a:lnTo>
                    <a:pt x="845" y="365"/>
                  </a:lnTo>
                  <a:lnTo>
                    <a:pt x="846" y="368"/>
                  </a:lnTo>
                  <a:lnTo>
                    <a:pt x="844" y="371"/>
                  </a:lnTo>
                  <a:lnTo>
                    <a:pt x="840" y="373"/>
                  </a:lnTo>
                  <a:lnTo>
                    <a:pt x="834" y="374"/>
                  </a:lnTo>
                  <a:lnTo>
                    <a:pt x="829" y="374"/>
                  </a:lnTo>
                  <a:lnTo>
                    <a:pt x="827" y="376"/>
                  </a:lnTo>
                  <a:lnTo>
                    <a:pt x="825" y="380"/>
                  </a:lnTo>
                  <a:lnTo>
                    <a:pt x="823" y="383"/>
                  </a:lnTo>
                  <a:lnTo>
                    <a:pt x="821" y="385"/>
                  </a:lnTo>
                  <a:lnTo>
                    <a:pt x="817" y="388"/>
                  </a:lnTo>
                  <a:lnTo>
                    <a:pt x="814" y="390"/>
                  </a:lnTo>
                  <a:lnTo>
                    <a:pt x="810" y="393"/>
                  </a:lnTo>
                  <a:lnTo>
                    <a:pt x="805" y="394"/>
                  </a:lnTo>
                  <a:lnTo>
                    <a:pt x="801" y="392"/>
                  </a:lnTo>
                  <a:lnTo>
                    <a:pt x="797" y="388"/>
                  </a:lnTo>
                  <a:lnTo>
                    <a:pt x="794" y="384"/>
                  </a:lnTo>
                  <a:lnTo>
                    <a:pt x="790" y="384"/>
                  </a:lnTo>
                  <a:lnTo>
                    <a:pt x="787" y="385"/>
                  </a:lnTo>
                  <a:lnTo>
                    <a:pt x="782" y="386"/>
                  </a:lnTo>
                  <a:lnTo>
                    <a:pt x="779" y="386"/>
                  </a:lnTo>
                  <a:lnTo>
                    <a:pt x="777" y="383"/>
                  </a:lnTo>
                  <a:lnTo>
                    <a:pt x="775" y="380"/>
                  </a:lnTo>
                  <a:lnTo>
                    <a:pt x="773" y="379"/>
                  </a:lnTo>
                  <a:lnTo>
                    <a:pt x="770" y="378"/>
                  </a:lnTo>
                  <a:lnTo>
                    <a:pt x="766" y="377"/>
                  </a:lnTo>
                  <a:lnTo>
                    <a:pt x="764" y="374"/>
                  </a:lnTo>
                  <a:lnTo>
                    <a:pt x="763" y="371"/>
                  </a:lnTo>
                  <a:lnTo>
                    <a:pt x="763" y="368"/>
                  </a:lnTo>
                  <a:lnTo>
                    <a:pt x="762" y="365"/>
                  </a:lnTo>
                  <a:lnTo>
                    <a:pt x="762" y="362"/>
                  </a:lnTo>
                  <a:lnTo>
                    <a:pt x="764" y="359"/>
                  </a:lnTo>
                  <a:lnTo>
                    <a:pt x="768" y="356"/>
                  </a:lnTo>
                  <a:lnTo>
                    <a:pt x="772" y="353"/>
                  </a:lnTo>
                  <a:lnTo>
                    <a:pt x="772" y="351"/>
                  </a:lnTo>
                  <a:lnTo>
                    <a:pt x="769" y="348"/>
                  </a:lnTo>
                  <a:lnTo>
                    <a:pt x="765" y="344"/>
                  </a:lnTo>
                  <a:lnTo>
                    <a:pt x="763" y="339"/>
                  </a:lnTo>
                  <a:lnTo>
                    <a:pt x="765" y="336"/>
                  </a:lnTo>
                  <a:lnTo>
                    <a:pt x="768" y="334"/>
                  </a:lnTo>
                  <a:lnTo>
                    <a:pt x="772" y="333"/>
                  </a:lnTo>
                  <a:lnTo>
                    <a:pt x="774" y="331"/>
                  </a:lnTo>
                  <a:lnTo>
                    <a:pt x="776" y="329"/>
                  </a:lnTo>
                  <a:lnTo>
                    <a:pt x="779" y="327"/>
                  </a:lnTo>
                  <a:lnTo>
                    <a:pt x="782" y="327"/>
                  </a:lnTo>
                  <a:lnTo>
                    <a:pt x="786" y="327"/>
                  </a:lnTo>
                  <a:lnTo>
                    <a:pt x="788" y="326"/>
                  </a:lnTo>
                  <a:lnTo>
                    <a:pt x="791" y="324"/>
                  </a:lnTo>
                  <a:lnTo>
                    <a:pt x="794" y="323"/>
                  </a:lnTo>
                  <a:lnTo>
                    <a:pt x="797" y="323"/>
                  </a:lnTo>
                  <a:lnTo>
                    <a:pt x="800" y="325"/>
                  </a:lnTo>
                  <a:lnTo>
                    <a:pt x="803" y="326"/>
                  </a:lnTo>
                  <a:lnTo>
                    <a:pt x="807" y="324"/>
                  </a:lnTo>
                  <a:lnTo>
                    <a:pt x="812" y="321"/>
                  </a:lnTo>
                  <a:lnTo>
                    <a:pt x="817" y="319"/>
                  </a:lnTo>
                  <a:lnTo>
                    <a:pt x="821" y="321"/>
                  </a:lnTo>
                  <a:lnTo>
                    <a:pt x="824" y="325"/>
                  </a:lnTo>
                  <a:lnTo>
                    <a:pt x="824" y="330"/>
                  </a:lnTo>
                  <a:lnTo>
                    <a:pt x="826" y="334"/>
                  </a:lnTo>
                  <a:lnTo>
                    <a:pt x="828" y="336"/>
                  </a:lnTo>
                  <a:lnTo>
                    <a:pt x="831" y="338"/>
                  </a:lnTo>
                  <a:lnTo>
                    <a:pt x="833" y="340"/>
                  </a:lnTo>
                  <a:lnTo>
                    <a:pt x="836" y="342"/>
                  </a:lnTo>
                  <a:lnTo>
                    <a:pt x="839" y="345"/>
                  </a:lnTo>
                  <a:lnTo>
                    <a:pt x="843" y="347"/>
                  </a:lnTo>
                  <a:lnTo>
                    <a:pt x="847" y="349"/>
                  </a:lnTo>
                  <a:lnTo>
                    <a:pt x="849" y="352"/>
                  </a:lnTo>
                  <a:close/>
                </a:path>
              </a:pathLst>
            </a:custGeom>
            <a:solidFill>
              <a:srgbClr val="41B796">
                <a:alpha val="36000"/>
              </a:srgbClr>
            </a:solidFill>
            <a:ln>
              <a:noFill/>
            </a:ln>
          </p:spPr>
          <p:txBody>
            <a:bodyPr anchor="ctr"/>
            <a:lstStyle/>
            <a:p>
              <a:pPr algn="ctr">
                <a:buNone/>
              </a:pPr>
            </a:p>
          </p:txBody>
        </p:sp>
        <p:sp>
          <p:nvSpPr>
            <p:cNvPr id="791" name="addition:spatial:173"/>
            <p:cNvSpPr>
              <a:spLocks noGrp="1"/>
            </p:cNvSpPr>
            <p:nvPr/>
          </p:nvSpPr>
          <p:spPr>
            <a:xfrm>
              <a:off x="5648325" y="1666875"/>
              <a:ext cx="1083244" cy="549783"/>
            </a:xfrm>
            <a:custGeom>
              <a:avLst/>
              <a:gdLst/>
              <a:ahLst/>
              <a:cxnLst/>
              <a:rect l="l" t="t" r="r" b="b"/>
              <a:pathLst>
                <a:path w="817" h="325">
                  <a:moveTo>
                    <a:pt x="0" y="0"/>
                  </a:moveTo>
                  <a:moveTo>
                    <a:pt x="812" y="296"/>
                  </a:moveTo>
                  <a:lnTo>
                    <a:pt x="811" y="299"/>
                  </a:lnTo>
                  <a:lnTo>
                    <a:pt x="809" y="301"/>
                  </a:lnTo>
                  <a:lnTo>
                    <a:pt x="806" y="303"/>
                  </a:lnTo>
                  <a:lnTo>
                    <a:pt x="804" y="305"/>
                  </a:lnTo>
                  <a:lnTo>
                    <a:pt x="804" y="307"/>
                  </a:lnTo>
                  <a:lnTo>
                    <a:pt x="805" y="311"/>
                  </a:lnTo>
                  <a:lnTo>
                    <a:pt x="807" y="315"/>
                  </a:lnTo>
                  <a:lnTo>
                    <a:pt x="807" y="319"/>
                  </a:lnTo>
                  <a:lnTo>
                    <a:pt x="804" y="321"/>
                  </a:lnTo>
                  <a:lnTo>
                    <a:pt x="800" y="321"/>
                  </a:lnTo>
                  <a:lnTo>
                    <a:pt x="796" y="320"/>
                  </a:lnTo>
                  <a:lnTo>
                    <a:pt x="794" y="321"/>
                  </a:lnTo>
                  <a:lnTo>
                    <a:pt x="792" y="323"/>
                  </a:lnTo>
                  <a:lnTo>
                    <a:pt x="790" y="325"/>
                  </a:lnTo>
                  <a:lnTo>
                    <a:pt x="788" y="325"/>
                  </a:lnTo>
                  <a:lnTo>
                    <a:pt x="785" y="324"/>
                  </a:lnTo>
                  <a:lnTo>
                    <a:pt x="783" y="323"/>
                  </a:lnTo>
                  <a:lnTo>
                    <a:pt x="781" y="324"/>
                  </a:lnTo>
                  <a:lnTo>
                    <a:pt x="778" y="324"/>
                  </a:lnTo>
                  <a:lnTo>
                    <a:pt x="776" y="324"/>
                  </a:lnTo>
                  <a:lnTo>
                    <a:pt x="774" y="324"/>
                  </a:lnTo>
                  <a:lnTo>
                    <a:pt x="771" y="323"/>
                  </a:lnTo>
                  <a:lnTo>
                    <a:pt x="768" y="323"/>
                  </a:lnTo>
                  <a:lnTo>
                    <a:pt x="764" y="324"/>
                  </a:lnTo>
                  <a:lnTo>
                    <a:pt x="760" y="324"/>
                  </a:lnTo>
                  <a:lnTo>
                    <a:pt x="758" y="321"/>
                  </a:lnTo>
                  <a:lnTo>
                    <a:pt x="759" y="316"/>
                  </a:lnTo>
                  <a:lnTo>
                    <a:pt x="760" y="312"/>
                  </a:lnTo>
                  <a:lnTo>
                    <a:pt x="760" y="309"/>
                  </a:lnTo>
                  <a:lnTo>
                    <a:pt x="758" y="307"/>
                  </a:lnTo>
                  <a:lnTo>
                    <a:pt x="755" y="306"/>
                  </a:lnTo>
                  <a:lnTo>
                    <a:pt x="752" y="304"/>
                  </a:lnTo>
                  <a:lnTo>
                    <a:pt x="750" y="301"/>
                  </a:lnTo>
                  <a:lnTo>
                    <a:pt x="749" y="299"/>
                  </a:lnTo>
                  <a:lnTo>
                    <a:pt x="748" y="296"/>
                  </a:lnTo>
                  <a:lnTo>
                    <a:pt x="746" y="293"/>
                  </a:lnTo>
                  <a:lnTo>
                    <a:pt x="746" y="290"/>
                  </a:lnTo>
                  <a:lnTo>
                    <a:pt x="747" y="288"/>
                  </a:lnTo>
                  <a:lnTo>
                    <a:pt x="749" y="286"/>
                  </a:lnTo>
                  <a:lnTo>
                    <a:pt x="751" y="283"/>
                  </a:lnTo>
                  <a:lnTo>
                    <a:pt x="751" y="281"/>
                  </a:lnTo>
                  <a:lnTo>
                    <a:pt x="751" y="278"/>
                  </a:lnTo>
                  <a:lnTo>
                    <a:pt x="753" y="276"/>
                  </a:lnTo>
                  <a:lnTo>
                    <a:pt x="757" y="275"/>
                  </a:lnTo>
                  <a:lnTo>
                    <a:pt x="761" y="276"/>
                  </a:lnTo>
                  <a:lnTo>
                    <a:pt x="765" y="276"/>
                  </a:lnTo>
                  <a:lnTo>
                    <a:pt x="767" y="274"/>
                  </a:lnTo>
                  <a:lnTo>
                    <a:pt x="768" y="270"/>
                  </a:lnTo>
                  <a:lnTo>
                    <a:pt x="770" y="266"/>
                  </a:lnTo>
                  <a:lnTo>
                    <a:pt x="773" y="264"/>
                  </a:lnTo>
                  <a:lnTo>
                    <a:pt x="776" y="263"/>
                  </a:lnTo>
                  <a:lnTo>
                    <a:pt x="780" y="263"/>
                  </a:lnTo>
                  <a:lnTo>
                    <a:pt x="784" y="264"/>
                  </a:lnTo>
                  <a:lnTo>
                    <a:pt x="787" y="265"/>
                  </a:lnTo>
                  <a:lnTo>
                    <a:pt x="790" y="267"/>
                  </a:lnTo>
                  <a:lnTo>
                    <a:pt x="792" y="270"/>
                  </a:lnTo>
                  <a:lnTo>
                    <a:pt x="794" y="272"/>
                  </a:lnTo>
                  <a:lnTo>
                    <a:pt x="797" y="273"/>
                  </a:lnTo>
                  <a:lnTo>
                    <a:pt x="800" y="273"/>
                  </a:lnTo>
                  <a:lnTo>
                    <a:pt x="804" y="272"/>
                  </a:lnTo>
                  <a:lnTo>
                    <a:pt x="807" y="274"/>
                  </a:lnTo>
                  <a:lnTo>
                    <a:pt x="808" y="277"/>
                  </a:lnTo>
                  <a:lnTo>
                    <a:pt x="808" y="280"/>
                  </a:lnTo>
                  <a:lnTo>
                    <a:pt x="809" y="282"/>
                  </a:lnTo>
                  <a:lnTo>
                    <a:pt x="812" y="283"/>
                  </a:lnTo>
                  <a:lnTo>
                    <a:pt x="815" y="285"/>
                  </a:lnTo>
                  <a:lnTo>
                    <a:pt x="817" y="287"/>
                  </a:lnTo>
                  <a:lnTo>
                    <a:pt x="816" y="290"/>
                  </a:lnTo>
                  <a:lnTo>
                    <a:pt x="814" y="293"/>
                  </a:lnTo>
                  <a:close/>
                </a:path>
              </a:pathLst>
            </a:custGeom>
            <a:solidFill>
              <a:srgbClr val="69C6AD">
                <a:alpha val="32000"/>
              </a:srgbClr>
            </a:solidFill>
            <a:ln>
              <a:noFill/>
            </a:ln>
          </p:spPr>
          <p:txBody>
            <a:bodyPr anchor="ctr"/>
            <a:lstStyle/>
            <a:p>
              <a:pPr algn="ctr">
                <a:buNone/>
              </a:pPr>
            </a:p>
          </p:txBody>
        </p:sp>
        <p:sp>
          <p:nvSpPr>
            <p:cNvPr id="792" name="addition:spatial:174"/>
            <p:cNvSpPr>
              <a:spLocks noGrp="1"/>
            </p:cNvSpPr>
            <p:nvPr/>
          </p:nvSpPr>
          <p:spPr>
            <a:xfrm>
              <a:off x="5648325" y="1666875"/>
              <a:ext cx="1182685" cy="620832"/>
            </a:xfrm>
            <a:custGeom>
              <a:avLst/>
              <a:gdLst/>
              <a:ahLst/>
              <a:cxnLst/>
              <a:rect l="l" t="t" r="r" b="b"/>
              <a:pathLst>
                <a:path w="892" h="367">
                  <a:moveTo>
                    <a:pt x="0" y="0"/>
                  </a:moveTo>
                  <a:moveTo>
                    <a:pt x="890" y="340"/>
                  </a:moveTo>
                  <a:lnTo>
                    <a:pt x="888" y="343"/>
                  </a:lnTo>
                  <a:lnTo>
                    <a:pt x="886" y="345"/>
                  </a:lnTo>
                  <a:lnTo>
                    <a:pt x="884" y="347"/>
                  </a:lnTo>
                  <a:lnTo>
                    <a:pt x="881" y="348"/>
                  </a:lnTo>
                  <a:lnTo>
                    <a:pt x="878" y="350"/>
                  </a:lnTo>
                  <a:lnTo>
                    <a:pt x="876" y="352"/>
                  </a:lnTo>
                  <a:lnTo>
                    <a:pt x="876" y="354"/>
                  </a:lnTo>
                  <a:lnTo>
                    <a:pt x="877" y="358"/>
                  </a:lnTo>
                  <a:lnTo>
                    <a:pt x="877" y="361"/>
                  </a:lnTo>
                  <a:lnTo>
                    <a:pt x="874" y="363"/>
                  </a:lnTo>
                  <a:lnTo>
                    <a:pt x="870" y="363"/>
                  </a:lnTo>
                  <a:lnTo>
                    <a:pt x="866" y="363"/>
                  </a:lnTo>
                  <a:lnTo>
                    <a:pt x="864" y="364"/>
                  </a:lnTo>
                  <a:lnTo>
                    <a:pt x="861" y="366"/>
                  </a:lnTo>
                  <a:lnTo>
                    <a:pt x="859" y="367"/>
                  </a:lnTo>
                  <a:lnTo>
                    <a:pt x="856" y="367"/>
                  </a:lnTo>
                  <a:lnTo>
                    <a:pt x="853" y="366"/>
                  </a:lnTo>
                  <a:lnTo>
                    <a:pt x="851" y="365"/>
                  </a:lnTo>
                  <a:lnTo>
                    <a:pt x="849" y="364"/>
                  </a:lnTo>
                  <a:lnTo>
                    <a:pt x="846" y="364"/>
                  </a:lnTo>
                  <a:lnTo>
                    <a:pt x="844" y="363"/>
                  </a:lnTo>
                  <a:lnTo>
                    <a:pt x="842" y="362"/>
                  </a:lnTo>
                  <a:lnTo>
                    <a:pt x="840" y="362"/>
                  </a:lnTo>
                  <a:lnTo>
                    <a:pt x="837" y="362"/>
                  </a:lnTo>
                  <a:lnTo>
                    <a:pt x="833" y="363"/>
                  </a:lnTo>
                  <a:lnTo>
                    <a:pt x="829" y="363"/>
                  </a:lnTo>
                  <a:lnTo>
                    <a:pt x="827" y="361"/>
                  </a:lnTo>
                  <a:lnTo>
                    <a:pt x="828" y="357"/>
                  </a:lnTo>
                  <a:lnTo>
                    <a:pt x="830" y="353"/>
                  </a:lnTo>
                  <a:lnTo>
                    <a:pt x="831" y="350"/>
                  </a:lnTo>
                  <a:lnTo>
                    <a:pt x="830" y="348"/>
                  </a:lnTo>
                  <a:lnTo>
                    <a:pt x="828" y="347"/>
                  </a:lnTo>
                  <a:lnTo>
                    <a:pt x="826" y="345"/>
                  </a:lnTo>
                  <a:lnTo>
                    <a:pt x="825" y="342"/>
                  </a:lnTo>
                  <a:lnTo>
                    <a:pt x="825" y="340"/>
                  </a:lnTo>
                  <a:lnTo>
                    <a:pt x="824" y="338"/>
                  </a:lnTo>
                  <a:lnTo>
                    <a:pt x="823" y="335"/>
                  </a:lnTo>
                  <a:lnTo>
                    <a:pt x="822" y="333"/>
                  </a:lnTo>
                  <a:lnTo>
                    <a:pt x="822" y="330"/>
                  </a:lnTo>
                  <a:lnTo>
                    <a:pt x="824" y="329"/>
                  </a:lnTo>
                  <a:lnTo>
                    <a:pt x="825" y="327"/>
                  </a:lnTo>
                  <a:lnTo>
                    <a:pt x="826" y="324"/>
                  </a:lnTo>
                  <a:lnTo>
                    <a:pt x="826" y="321"/>
                  </a:lnTo>
                  <a:lnTo>
                    <a:pt x="828" y="319"/>
                  </a:lnTo>
                  <a:lnTo>
                    <a:pt x="831" y="319"/>
                  </a:lnTo>
                  <a:lnTo>
                    <a:pt x="835" y="320"/>
                  </a:lnTo>
                  <a:lnTo>
                    <a:pt x="839" y="321"/>
                  </a:lnTo>
                  <a:lnTo>
                    <a:pt x="841" y="320"/>
                  </a:lnTo>
                  <a:lnTo>
                    <a:pt x="842" y="318"/>
                  </a:lnTo>
                  <a:lnTo>
                    <a:pt x="844" y="315"/>
                  </a:lnTo>
                  <a:lnTo>
                    <a:pt x="847" y="312"/>
                  </a:lnTo>
                  <a:lnTo>
                    <a:pt x="850" y="312"/>
                  </a:lnTo>
                  <a:lnTo>
                    <a:pt x="854" y="312"/>
                  </a:lnTo>
                  <a:lnTo>
                    <a:pt x="857" y="312"/>
                  </a:lnTo>
                  <a:lnTo>
                    <a:pt x="861" y="312"/>
                  </a:lnTo>
                  <a:lnTo>
                    <a:pt x="864" y="314"/>
                  </a:lnTo>
                  <a:lnTo>
                    <a:pt x="866" y="316"/>
                  </a:lnTo>
                  <a:lnTo>
                    <a:pt x="868" y="319"/>
                  </a:lnTo>
                  <a:lnTo>
                    <a:pt x="870" y="321"/>
                  </a:lnTo>
                  <a:lnTo>
                    <a:pt x="874" y="321"/>
                  </a:lnTo>
                  <a:lnTo>
                    <a:pt x="878" y="321"/>
                  </a:lnTo>
                  <a:lnTo>
                    <a:pt x="880" y="323"/>
                  </a:lnTo>
                  <a:lnTo>
                    <a:pt x="881" y="325"/>
                  </a:lnTo>
                  <a:lnTo>
                    <a:pt x="881" y="328"/>
                  </a:lnTo>
                  <a:lnTo>
                    <a:pt x="882" y="330"/>
                  </a:lnTo>
                  <a:lnTo>
                    <a:pt x="885" y="331"/>
                  </a:lnTo>
                  <a:lnTo>
                    <a:pt x="889" y="333"/>
                  </a:lnTo>
                  <a:lnTo>
                    <a:pt x="892" y="335"/>
                  </a:lnTo>
                  <a:lnTo>
                    <a:pt x="892" y="338"/>
                  </a:lnTo>
                  <a:close/>
                </a:path>
              </a:pathLst>
            </a:custGeom>
            <a:solidFill>
              <a:srgbClr val="69C6AD">
                <a:alpha val="32000"/>
              </a:srgbClr>
            </a:solidFill>
            <a:ln>
              <a:noFill/>
            </a:ln>
          </p:spPr>
          <p:txBody>
            <a:bodyPr anchor="ctr"/>
            <a:lstStyle/>
            <a:p>
              <a:pPr algn="ctr">
                <a:buNone/>
              </a:pPr>
            </a:p>
          </p:txBody>
        </p:sp>
        <p:sp>
          <p:nvSpPr>
            <p:cNvPr id="793" name="addition:spatial:175"/>
            <p:cNvSpPr>
              <a:spLocks noGrp="1"/>
            </p:cNvSpPr>
            <p:nvPr/>
          </p:nvSpPr>
          <p:spPr>
            <a:xfrm>
              <a:off x="5648325" y="1666875"/>
              <a:ext cx="1243675" cy="593766"/>
            </a:xfrm>
            <a:custGeom>
              <a:avLst/>
              <a:gdLst/>
              <a:ahLst/>
              <a:cxnLst/>
              <a:rect l="l" t="t" r="r" b="b"/>
              <a:pathLst>
                <a:path w="938" h="351">
                  <a:moveTo>
                    <a:pt x="0" y="0"/>
                  </a:moveTo>
                  <a:moveTo>
                    <a:pt x="937" y="322"/>
                  </a:moveTo>
                  <a:lnTo>
                    <a:pt x="936" y="324"/>
                  </a:lnTo>
                  <a:lnTo>
                    <a:pt x="936" y="327"/>
                  </a:lnTo>
                  <a:lnTo>
                    <a:pt x="937" y="329"/>
                  </a:lnTo>
                  <a:lnTo>
                    <a:pt x="937" y="332"/>
                  </a:lnTo>
                  <a:lnTo>
                    <a:pt x="936" y="334"/>
                  </a:lnTo>
                  <a:lnTo>
                    <a:pt x="935" y="336"/>
                  </a:lnTo>
                  <a:lnTo>
                    <a:pt x="934" y="338"/>
                  </a:lnTo>
                  <a:lnTo>
                    <a:pt x="935" y="341"/>
                  </a:lnTo>
                  <a:lnTo>
                    <a:pt x="934" y="345"/>
                  </a:lnTo>
                  <a:lnTo>
                    <a:pt x="933" y="346"/>
                  </a:lnTo>
                  <a:lnTo>
                    <a:pt x="930" y="346"/>
                  </a:lnTo>
                  <a:lnTo>
                    <a:pt x="927" y="344"/>
                  </a:lnTo>
                  <a:lnTo>
                    <a:pt x="925" y="343"/>
                  </a:lnTo>
                  <a:lnTo>
                    <a:pt x="923" y="343"/>
                  </a:lnTo>
                  <a:lnTo>
                    <a:pt x="922" y="346"/>
                  </a:lnTo>
                  <a:lnTo>
                    <a:pt x="921" y="348"/>
                  </a:lnTo>
                  <a:lnTo>
                    <a:pt x="919" y="350"/>
                  </a:lnTo>
                  <a:lnTo>
                    <a:pt x="917" y="350"/>
                  </a:lnTo>
                  <a:lnTo>
                    <a:pt x="915" y="350"/>
                  </a:lnTo>
                  <a:lnTo>
                    <a:pt x="912" y="351"/>
                  </a:lnTo>
                  <a:lnTo>
                    <a:pt x="910" y="351"/>
                  </a:lnTo>
                  <a:lnTo>
                    <a:pt x="908" y="349"/>
                  </a:lnTo>
                  <a:lnTo>
                    <a:pt x="906" y="346"/>
                  </a:lnTo>
                  <a:lnTo>
                    <a:pt x="905" y="344"/>
                  </a:lnTo>
                  <a:lnTo>
                    <a:pt x="903" y="342"/>
                  </a:lnTo>
                  <a:lnTo>
                    <a:pt x="901" y="342"/>
                  </a:lnTo>
                  <a:lnTo>
                    <a:pt x="898" y="341"/>
                  </a:lnTo>
                  <a:lnTo>
                    <a:pt x="897" y="338"/>
                  </a:lnTo>
                  <a:lnTo>
                    <a:pt x="897" y="335"/>
                  </a:lnTo>
                  <a:lnTo>
                    <a:pt x="897" y="332"/>
                  </a:lnTo>
                  <a:lnTo>
                    <a:pt x="896" y="330"/>
                  </a:lnTo>
                  <a:lnTo>
                    <a:pt x="893" y="329"/>
                  </a:lnTo>
                  <a:lnTo>
                    <a:pt x="890" y="327"/>
                  </a:lnTo>
                  <a:lnTo>
                    <a:pt x="888" y="325"/>
                  </a:lnTo>
                  <a:lnTo>
                    <a:pt x="888" y="322"/>
                  </a:lnTo>
                  <a:lnTo>
                    <a:pt x="889" y="320"/>
                  </a:lnTo>
                  <a:lnTo>
                    <a:pt x="890" y="317"/>
                  </a:lnTo>
                  <a:lnTo>
                    <a:pt x="891" y="315"/>
                  </a:lnTo>
                  <a:lnTo>
                    <a:pt x="893" y="313"/>
                  </a:lnTo>
                  <a:lnTo>
                    <a:pt x="895" y="311"/>
                  </a:lnTo>
                  <a:lnTo>
                    <a:pt x="898" y="311"/>
                  </a:lnTo>
                  <a:lnTo>
                    <a:pt x="900" y="309"/>
                  </a:lnTo>
                  <a:lnTo>
                    <a:pt x="900" y="306"/>
                  </a:lnTo>
                  <a:lnTo>
                    <a:pt x="900" y="303"/>
                  </a:lnTo>
                  <a:lnTo>
                    <a:pt x="901" y="299"/>
                  </a:lnTo>
                  <a:lnTo>
                    <a:pt x="903" y="298"/>
                  </a:lnTo>
                  <a:lnTo>
                    <a:pt x="906" y="298"/>
                  </a:lnTo>
                  <a:lnTo>
                    <a:pt x="908" y="298"/>
                  </a:lnTo>
                  <a:lnTo>
                    <a:pt x="910" y="297"/>
                  </a:lnTo>
                  <a:lnTo>
                    <a:pt x="912" y="294"/>
                  </a:lnTo>
                  <a:lnTo>
                    <a:pt x="914" y="293"/>
                  </a:lnTo>
                  <a:lnTo>
                    <a:pt x="917" y="293"/>
                  </a:lnTo>
                  <a:lnTo>
                    <a:pt x="919" y="295"/>
                  </a:lnTo>
                  <a:lnTo>
                    <a:pt x="921" y="296"/>
                  </a:lnTo>
                  <a:lnTo>
                    <a:pt x="923" y="297"/>
                  </a:lnTo>
                  <a:lnTo>
                    <a:pt x="925" y="298"/>
                  </a:lnTo>
                  <a:lnTo>
                    <a:pt x="926" y="300"/>
                  </a:lnTo>
                  <a:lnTo>
                    <a:pt x="927" y="301"/>
                  </a:lnTo>
                  <a:lnTo>
                    <a:pt x="929" y="302"/>
                  </a:lnTo>
                  <a:lnTo>
                    <a:pt x="931" y="302"/>
                  </a:lnTo>
                  <a:lnTo>
                    <a:pt x="934" y="301"/>
                  </a:lnTo>
                  <a:lnTo>
                    <a:pt x="937" y="301"/>
                  </a:lnTo>
                  <a:lnTo>
                    <a:pt x="938" y="303"/>
                  </a:lnTo>
                  <a:lnTo>
                    <a:pt x="938" y="307"/>
                  </a:lnTo>
                  <a:lnTo>
                    <a:pt x="936" y="311"/>
                  </a:lnTo>
                  <a:lnTo>
                    <a:pt x="935" y="313"/>
                  </a:lnTo>
                  <a:lnTo>
                    <a:pt x="936" y="316"/>
                  </a:lnTo>
                  <a:lnTo>
                    <a:pt x="937" y="318"/>
                  </a:lnTo>
                  <a:lnTo>
                    <a:pt x="937" y="320"/>
                  </a:lnTo>
                  <a:close/>
                </a:path>
              </a:pathLst>
            </a:custGeom>
            <a:solidFill>
              <a:srgbClr val="86D1BC">
                <a:alpha val="24000"/>
              </a:srgbClr>
            </a:solidFill>
            <a:ln>
              <a:noFill/>
            </a:ln>
          </p:spPr>
          <p:txBody>
            <a:bodyPr anchor="ctr"/>
            <a:lstStyle/>
            <a:p>
              <a:pPr algn="ctr">
                <a:buNone/>
              </a:pPr>
            </a:p>
          </p:txBody>
        </p:sp>
        <p:sp>
          <p:nvSpPr>
            <p:cNvPr id="794" name="addition:spatial:176"/>
            <p:cNvSpPr>
              <a:spLocks noGrp="1"/>
            </p:cNvSpPr>
            <p:nvPr/>
          </p:nvSpPr>
          <p:spPr>
            <a:xfrm>
              <a:off x="5648325" y="1666875"/>
              <a:ext cx="1199921" cy="691881"/>
            </a:xfrm>
            <a:custGeom>
              <a:avLst/>
              <a:gdLst/>
              <a:ahLst/>
              <a:cxnLst/>
              <a:rect l="l" t="t" r="r" b="b"/>
              <a:pathLst>
                <a:path w="905" h="409">
                  <a:moveTo>
                    <a:pt x="0" y="0"/>
                  </a:moveTo>
                  <a:moveTo>
                    <a:pt x="904" y="378"/>
                  </a:moveTo>
                  <a:lnTo>
                    <a:pt x="905" y="381"/>
                  </a:lnTo>
                  <a:lnTo>
                    <a:pt x="904" y="383"/>
                  </a:lnTo>
                  <a:lnTo>
                    <a:pt x="902" y="385"/>
                  </a:lnTo>
                  <a:lnTo>
                    <a:pt x="901" y="387"/>
                  </a:lnTo>
                  <a:lnTo>
                    <a:pt x="901" y="390"/>
                  </a:lnTo>
                  <a:lnTo>
                    <a:pt x="901" y="392"/>
                  </a:lnTo>
                  <a:lnTo>
                    <a:pt x="900" y="395"/>
                  </a:lnTo>
                  <a:lnTo>
                    <a:pt x="898" y="396"/>
                  </a:lnTo>
                  <a:lnTo>
                    <a:pt x="896" y="396"/>
                  </a:lnTo>
                  <a:lnTo>
                    <a:pt x="893" y="397"/>
                  </a:lnTo>
                  <a:lnTo>
                    <a:pt x="892" y="398"/>
                  </a:lnTo>
                  <a:lnTo>
                    <a:pt x="891" y="400"/>
                  </a:lnTo>
                  <a:lnTo>
                    <a:pt x="889" y="401"/>
                  </a:lnTo>
                  <a:lnTo>
                    <a:pt x="887" y="403"/>
                  </a:lnTo>
                  <a:lnTo>
                    <a:pt x="885" y="404"/>
                  </a:lnTo>
                  <a:lnTo>
                    <a:pt x="883" y="406"/>
                  </a:lnTo>
                  <a:lnTo>
                    <a:pt x="881" y="409"/>
                  </a:lnTo>
                  <a:lnTo>
                    <a:pt x="878" y="409"/>
                  </a:lnTo>
                  <a:lnTo>
                    <a:pt x="876" y="407"/>
                  </a:lnTo>
                  <a:lnTo>
                    <a:pt x="874" y="404"/>
                  </a:lnTo>
                  <a:lnTo>
                    <a:pt x="873" y="400"/>
                  </a:lnTo>
                  <a:lnTo>
                    <a:pt x="872" y="399"/>
                  </a:lnTo>
                  <a:lnTo>
                    <a:pt x="870" y="399"/>
                  </a:lnTo>
                  <a:lnTo>
                    <a:pt x="867" y="399"/>
                  </a:lnTo>
                  <a:lnTo>
                    <a:pt x="865" y="399"/>
                  </a:lnTo>
                  <a:lnTo>
                    <a:pt x="864" y="397"/>
                  </a:lnTo>
                  <a:lnTo>
                    <a:pt x="863" y="395"/>
                  </a:lnTo>
                  <a:lnTo>
                    <a:pt x="862" y="394"/>
                  </a:lnTo>
                  <a:lnTo>
                    <a:pt x="860" y="392"/>
                  </a:lnTo>
                  <a:lnTo>
                    <a:pt x="859" y="390"/>
                  </a:lnTo>
                  <a:lnTo>
                    <a:pt x="858" y="388"/>
                  </a:lnTo>
                  <a:lnTo>
                    <a:pt x="859" y="386"/>
                  </a:lnTo>
                  <a:lnTo>
                    <a:pt x="858" y="383"/>
                  </a:lnTo>
                  <a:lnTo>
                    <a:pt x="858" y="381"/>
                  </a:lnTo>
                  <a:lnTo>
                    <a:pt x="858" y="378"/>
                  </a:lnTo>
                  <a:lnTo>
                    <a:pt x="859" y="376"/>
                  </a:lnTo>
                  <a:lnTo>
                    <a:pt x="862" y="374"/>
                  </a:lnTo>
                  <a:lnTo>
                    <a:pt x="864" y="373"/>
                  </a:lnTo>
                  <a:lnTo>
                    <a:pt x="865" y="371"/>
                  </a:lnTo>
                  <a:lnTo>
                    <a:pt x="865" y="368"/>
                  </a:lnTo>
                  <a:lnTo>
                    <a:pt x="864" y="365"/>
                  </a:lnTo>
                  <a:lnTo>
                    <a:pt x="863" y="361"/>
                  </a:lnTo>
                  <a:lnTo>
                    <a:pt x="864" y="359"/>
                  </a:lnTo>
                  <a:lnTo>
                    <a:pt x="866" y="357"/>
                  </a:lnTo>
                  <a:lnTo>
                    <a:pt x="867" y="356"/>
                  </a:lnTo>
                  <a:lnTo>
                    <a:pt x="869" y="355"/>
                  </a:lnTo>
                  <a:lnTo>
                    <a:pt x="871" y="354"/>
                  </a:lnTo>
                  <a:lnTo>
                    <a:pt x="873" y="354"/>
                  </a:lnTo>
                  <a:lnTo>
                    <a:pt x="875" y="355"/>
                  </a:lnTo>
                  <a:lnTo>
                    <a:pt x="876" y="355"/>
                  </a:lnTo>
                  <a:lnTo>
                    <a:pt x="878" y="355"/>
                  </a:lnTo>
                  <a:lnTo>
                    <a:pt x="879" y="353"/>
                  </a:lnTo>
                  <a:lnTo>
                    <a:pt x="881" y="352"/>
                  </a:lnTo>
                  <a:lnTo>
                    <a:pt x="882" y="352"/>
                  </a:lnTo>
                  <a:lnTo>
                    <a:pt x="884" y="354"/>
                  </a:lnTo>
                  <a:lnTo>
                    <a:pt x="885" y="356"/>
                  </a:lnTo>
                  <a:lnTo>
                    <a:pt x="887" y="355"/>
                  </a:lnTo>
                  <a:lnTo>
                    <a:pt x="889" y="354"/>
                  </a:lnTo>
                  <a:lnTo>
                    <a:pt x="892" y="353"/>
                  </a:lnTo>
                  <a:lnTo>
                    <a:pt x="894" y="355"/>
                  </a:lnTo>
                  <a:lnTo>
                    <a:pt x="895" y="357"/>
                  </a:lnTo>
                  <a:lnTo>
                    <a:pt x="895" y="361"/>
                  </a:lnTo>
                  <a:lnTo>
                    <a:pt x="895" y="364"/>
                  </a:lnTo>
                  <a:lnTo>
                    <a:pt x="896" y="366"/>
                  </a:lnTo>
                  <a:lnTo>
                    <a:pt x="896" y="368"/>
                  </a:lnTo>
                  <a:lnTo>
                    <a:pt x="897" y="370"/>
                  </a:lnTo>
                  <a:lnTo>
                    <a:pt x="897" y="372"/>
                  </a:lnTo>
                  <a:lnTo>
                    <a:pt x="899" y="374"/>
                  </a:lnTo>
                  <a:lnTo>
                    <a:pt x="902" y="376"/>
                  </a:lnTo>
                  <a:close/>
                </a:path>
              </a:pathLst>
            </a:custGeom>
            <a:solidFill>
              <a:srgbClr val="86D1BC">
                <a:alpha val="24000"/>
              </a:srgbClr>
            </a:solidFill>
            <a:ln>
              <a:noFill/>
            </a:ln>
          </p:spPr>
          <p:txBody>
            <a:bodyPr anchor="ctr"/>
            <a:lstStyle/>
            <a:p>
              <a:pPr algn="ctr">
                <a:buNone/>
              </a:pPr>
            </a:p>
          </p:txBody>
        </p:sp>
        <p:sp>
          <p:nvSpPr>
            <p:cNvPr id="795" name="addition:spatial:177"/>
            <p:cNvSpPr>
              <a:spLocks noGrp="1"/>
            </p:cNvSpPr>
            <p:nvPr/>
          </p:nvSpPr>
          <p:spPr>
            <a:xfrm>
              <a:off x="5648325" y="1666875"/>
              <a:ext cx="1101806" cy="702031"/>
            </a:xfrm>
            <a:custGeom>
              <a:avLst/>
              <a:gdLst/>
              <a:ahLst/>
              <a:cxnLst/>
              <a:rect l="l" t="t" r="r" b="b"/>
              <a:pathLst>
                <a:path w="831" h="415">
                  <a:moveTo>
                    <a:pt x="0" y="0"/>
                  </a:moveTo>
                  <a:moveTo>
                    <a:pt x="827" y="392"/>
                  </a:moveTo>
                  <a:lnTo>
                    <a:pt x="825" y="394"/>
                  </a:lnTo>
                  <a:lnTo>
                    <a:pt x="824" y="395"/>
                  </a:lnTo>
                  <a:lnTo>
                    <a:pt x="824" y="397"/>
                  </a:lnTo>
                  <a:lnTo>
                    <a:pt x="824" y="399"/>
                  </a:lnTo>
                  <a:lnTo>
                    <a:pt x="824" y="401"/>
                  </a:lnTo>
                  <a:lnTo>
                    <a:pt x="824" y="404"/>
                  </a:lnTo>
                  <a:lnTo>
                    <a:pt x="824" y="406"/>
                  </a:lnTo>
                  <a:lnTo>
                    <a:pt x="824" y="409"/>
                  </a:lnTo>
                  <a:lnTo>
                    <a:pt x="823" y="411"/>
                  </a:lnTo>
                  <a:lnTo>
                    <a:pt x="821" y="412"/>
                  </a:lnTo>
                  <a:lnTo>
                    <a:pt x="818" y="411"/>
                  </a:lnTo>
                  <a:lnTo>
                    <a:pt x="816" y="411"/>
                  </a:lnTo>
                  <a:lnTo>
                    <a:pt x="814" y="411"/>
                  </a:lnTo>
                  <a:lnTo>
                    <a:pt x="813" y="413"/>
                  </a:lnTo>
                  <a:lnTo>
                    <a:pt x="812" y="414"/>
                  </a:lnTo>
                  <a:lnTo>
                    <a:pt x="810" y="415"/>
                  </a:lnTo>
                  <a:lnTo>
                    <a:pt x="808" y="414"/>
                  </a:lnTo>
                  <a:lnTo>
                    <a:pt x="807" y="413"/>
                  </a:lnTo>
                  <a:lnTo>
                    <a:pt x="805" y="412"/>
                  </a:lnTo>
                  <a:lnTo>
                    <a:pt x="803" y="413"/>
                  </a:lnTo>
                  <a:lnTo>
                    <a:pt x="801" y="414"/>
                  </a:lnTo>
                  <a:lnTo>
                    <a:pt x="799" y="415"/>
                  </a:lnTo>
                  <a:lnTo>
                    <a:pt x="797" y="414"/>
                  </a:lnTo>
                  <a:lnTo>
                    <a:pt x="795" y="413"/>
                  </a:lnTo>
                  <a:lnTo>
                    <a:pt x="793" y="412"/>
                  </a:lnTo>
                  <a:lnTo>
                    <a:pt x="791" y="410"/>
                  </a:lnTo>
                  <a:lnTo>
                    <a:pt x="790" y="408"/>
                  </a:lnTo>
                  <a:lnTo>
                    <a:pt x="790" y="405"/>
                  </a:lnTo>
                  <a:lnTo>
                    <a:pt x="791" y="402"/>
                  </a:lnTo>
                  <a:lnTo>
                    <a:pt x="791" y="400"/>
                  </a:lnTo>
                  <a:lnTo>
                    <a:pt x="789" y="399"/>
                  </a:lnTo>
                  <a:lnTo>
                    <a:pt x="786" y="398"/>
                  </a:lnTo>
                  <a:lnTo>
                    <a:pt x="783" y="396"/>
                  </a:lnTo>
                  <a:lnTo>
                    <a:pt x="782" y="394"/>
                  </a:lnTo>
                  <a:lnTo>
                    <a:pt x="782" y="392"/>
                  </a:lnTo>
                  <a:lnTo>
                    <a:pt x="783" y="390"/>
                  </a:lnTo>
                  <a:lnTo>
                    <a:pt x="783" y="388"/>
                  </a:lnTo>
                  <a:lnTo>
                    <a:pt x="782" y="385"/>
                  </a:lnTo>
                  <a:lnTo>
                    <a:pt x="783" y="383"/>
                  </a:lnTo>
                  <a:lnTo>
                    <a:pt x="784" y="382"/>
                  </a:lnTo>
                  <a:lnTo>
                    <a:pt x="786" y="380"/>
                  </a:lnTo>
                  <a:lnTo>
                    <a:pt x="787" y="379"/>
                  </a:lnTo>
                  <a:lnTo>
                    <a:pt x="788" y="377"/>
                  </a:lnTo>
                  <a:lnTo>
                    <a:pt x="790" y="376"/>
                  </a:lnTo>
                  <a:lnTo>
                    <a:pt x="792" y="375"/>
                  </a:lnTo>
                  <a:lnTo>
                    <a:pt x="794" y="375"/>
                  </a:lnTo>
                  <a:lnTo>
                    <a:pt x="797" y="374"/>
                  </a:lnTo>
                  <a:lnTo>
                    <a:pt x="798" y="373"/>
                  </a:lnTo>
                  <a:lnTo>
                    <a:pt x="799" y="369"/>
                  </a:lnTo>
                  <a:lnTo>
                    <a:pt x="801" y="366"/>
                  </a:lnTo>
                  <a:lnTo>
                    <a:pt x="803" y="365"/>
                  </a:lnTo>
                  <a:lnTo>
                    <a:pt x="806" y="366"/>
                  </a:lnTo>
                  <a:lnTo>
                    <a:pt x="809" y="368"/>
                  </a:lnTo>
                  <a:lnTo>
                    <a:pt x="811" y="370"/>
                  </a:lnTo>
                  <a:lnTo>
                    <a:pt x="813" y="371"/>
                  </a:lnTo>
                  <a:lnTo>
                    <a:pt x="815" y="371"/>
                  </a:lnTo>
                  <a:lnTo>
                    <a:pt x="816" y="372"/>
                  </a:lnTo>
                  <a:lnTo>
                    <a:pt x="818" y="373"/>
                  </a:lnTo>
                  <a:lnTo>
                    <a:pt x="820" y="374"/>
                  </a:lnTo>
                  <a:lnTo>
                    <a:pt x="822" y="375"/>
                  </a:lnTo>
                  <a:lnTo>
                    <a:pt x="824" y="375"/>
                  </a:lnTo>
                  <a:lnTo>
                    <a:pt x="826" y="376"/>
                  </a:lnTo>
                  <a:lnTo>
                    <a:pt x="827" y="378"/>
                  </a:lnTo>
                  <a:lnTo>
                    <a:pt x="827" y="380"/>
                  </a:lnTo>
                  <a:lnTo>
                    <a:pt x="827" y="382"/>
                  </a:lnTo>
                  <a:lnTo>
                    <a:pt x="828" y="384"/>
                  </a:lnTo>
                  <a:lnTo>
                    <a:pt x="830" y="385"/>
                  </a:lnTo>
                  <a:lnTo>
                    <a:pt x="831" y="387"/>
                  </a:lnTo>
                  <a:lnTo>
                    <a:pt x="830" y="390"/>
                  </a:lnTo>
                  <a:close/>
                </a:path>
              </a:pathLst>
            </a:custGeom>
            <a:solidFill>
              <a:srgbClr val="86D1BC">
                <a:alpha val="24000"/>
              </a:srgbClr>
            </a:solidFill>
            <a:ln>
              <a:noFill/>
            </a:ln>
          </p:spPr>
          <p:txBody>
            <a:bodyPr anchor="ctr"/>
            <a:lstStyle/>
            <a:p>
              <a:pPr algn="ctr">
                <a:buNone/>
              </a:pPr>
            </a:p>
          </p:txBody>
        </p:sp>
        <p:sp>
          <p:nvSpPr>
            <p:cNvPr id="796" name="addition:spatial:178"/>
            <p:cNvSpPr>
              <a:spLocks noGrp="1"/>
            </p:cNvSpPr>
            <p:nvPr/>
          </p:nvSpPr>
          <p:spPr>
            <a:xfrm>
              <a:off x="5648325" y="1666875"/>
              <a:ext cx="1016950" cy="664815"/>
            </a:xfrm>
            <a:custGeom>
              <a:avLst/>
              <a:gdLst/>
              <a:ahLst/>
              <a:cxnLst/>
              <a:rect l="l" t="t" r="r" b="b"/>
              <a:pathLst>
                <a:path w="767" h="393">
                  <a:moveTo>
                    <a:pt x="0" y="0"/>
                  </a:moveTo>
                  <a:moveTo>
                    <a:pt x="767" y="368"/>
                  </a:moveTo>
                  <a:lnTo>
                    <a:pt x="766" y="370"/>
                  </a:lnTo>
                  <a:lnTo>
                    <a:pt x="762" y="372"/>
                  </a:lnTo>
                  <a:lnTo>
                    <a:pt x="758" y="373"/>
                  </a:lnTo>
                  <a:lnTo>
                    <a:pt x="756" y="375"/>
                  </a:lnTo>
                  <a:lnTo>
                    <a:pt x="757" y="377"/>
                  </a:lnTo>
                  <a:lnTo>
                    <a:pt x="758" y="381"/>
                  </a:lnTo>
                  <a:lnTo>
                    <a:pt x="759" y="384"/>
                  </a:lnTo>
                  <a:lnTo>
                    <a:pt x="758" y="386"/>
                  </a:lnTo>
                  <a:lnTo>
                    <a:pt x="755" y="388"/>
                  </a:lnTo>
                  <a:lnTo>
                    <a:pt x="753" y="389"/>
                  </a:lnTo>
                  <a:lnTo>
                    <a:pt x="750" y="390"/>
                  </a:lnTo>
                  <a:lnTo>
                    <a:pt x="748" y="391"/>
                  </a:lnTo>
                  <a:lnTo>
                    <a:pt x="746" y="392"/>
                  </a:lnTo>
                  <a:lnTo>
                    <a:pt x="743" y="392"/>
                  </a:lnTo>
                  <a:lnTo>
                    <a:pt x="741" y="391"/>
                  </a:lnTo>
                  <a:lnTo>
                    <a:pt x="739" y="391"/>
                  </a:lnTo>
                  <a:lnTo>
                    <a:pt x="737" y="393"/>
                  </a:lnTo>
                  <a:lnTo>
                    <a:pt x="735" y="393"/>
                  </a:lnTo>
                  <a:lnTo>
                    <a:pt x="733" y="392"/>
                  </a:lnTo>
                  <a:lnTo>
                    <a:pt x="731" y="391"/>
                  </a:lnTo>
                  <a:lnTo>
                    <a:pt x="729" y="389"/>
                  </a:lnTo>
                  <a:lnTo>
                    <a:pt x="727" y="390"/>
                  </a:lnTo>
                  <a:lnTo>
                    <a:pt x="723" y="391"/>
                  </a:lnTo>
                  <a:lnTo>
                    <a:pt x="720" y="392"/>
                  </a:lnTo>
                  <a:lnTo>
                    <a:pt x="717" y="391"/>
                  </a:lnTo>
                  <a:lnTo>
                    <a:pt x="716" y="388"/>
                  </a:lnTo>
                  <a:lnTo>
                    <a:pt x="716" y="385"/>
                  </a:lnTo>
                  <a:lnTo>
                    <a:pt x="716" y="382"/>
                  </a:lnTo>
                  <a:lnTo>
                    <a:pt x="715" y="380"/>
                  </a:lnTo>
                  <a:lnTo>
                    <a:pt x="714" y="378"/>
                  </a:lnTo>
                  <a:lnTo>
                    <a:pt x="713" y="376"/>
                  </a:lnTo>
                  <a:lnTo>
                    <a:pt x="713" y="374"/>
                  </a:lnTo>
                  <a:lnTo>
                    <a:pt x="711" y="372"/>
                  </a:lnTo>
                  <a:lnTo>
                    <a:pt x="708" y="370"/>
                  </a:lnTo>
                  <a:lnTo>
                    <a:pt x="705" y="368"/>
                  </a:lnTo>
                  <a:lnTo>
                    <a:pt x="704" y="365"/>
                  </a:lnTo>
                  <a:lnTo>
                    <a:pt x="705" y="363"/>
                  </a:lnTo>
                  <a:lnTo>
                    <a:pt x="707" y="361"/>
                  </a:lnTo>
                  <a:lnTo>
                    <a:pt x="708" y="359"/>
                  </a:lnTo>
                  <a:lnTo>
                    <a:pt x="708" y="357"/>
                  </a:lnTo>
                  <a:lnTo>
                    <a:pt x="707" y="354"/>
                  </a:lnTo>
                  <a:lnTo>
                    <a:pt x="708" y="351"/>
                  </a:lnTo>
                  <a:lnTo>
                    <a:pt x="711" y="350"/>
                  </a:lnTo>
                  <a:lnTo>
                    <a:pt x="715" y="350"/>
                  </a:lnTo>
                  <a:lnTo>
                    <a:pt x="718" y="350"/>
                  </a:lnTo>
                  <a:lnTo>
                    <a:pt x="720" y="349"/>
                  </a:lnTo>
                  <a:lnTo>
                    <a:pt x="722" y="347"/>
                  </a:lnTo>
                  <a:lnTo>
                    <a:pt x="724" y="346"/>
                  </a:lnTo>
                  <a:lnTo>
                    <a:pt x="726" y="344"/>
                  </a:lnTo>
                  <a:lnTo>
                    <a:pt x="728" y="343"/>
                  </a:lnTo>
                  <a:lnTo>
                    <a:pt x="731" y="341"/>
                  </a:lnTo>
                  <a:lnTo>
                    <a:pt x="734" y="338"/>
                  </a:lnTo>
                  <a:lnTo>
                    <a:pt x="738" y="338"/>
                  </a:lnTo>
                  <a:lnTo>
                    <a:pt x="741" y="339"/>
                  </a:lnTo>
                  <a:lnTo>
                    <a:pt x="743" y="343"/>
                  </a:lnTo>
                  <a:lnTo>
                    <a:pt x="745" y="346"/>
                  </a:lnTo>
                  <a:lnTo>
                    <a:pt x="747" y="347"/>
                  </a:lnTo>
                  <a:lnTo>
                    <a:pt x="750" y="347"/>
                  </a:lnTo>
                  <a:lnTo>
                    <a:pt x="754" y="347"/>
                  </a:lnTo>
                  <a:lnTo>
                    <a:pt x="756" y="348"/>
                  </a:lnTo>
                  <a:lnTo>
                    <a:pt x="758" y="350"/>
                  </a:lnTo>
                  <a:lnTo>
                    <a:pt x="759" y="352"/>
                  </a:lnTo>
                  <a:lnTo>
                    <a:pt x="760" y="353"/>
                  </a:lnTo>
                  <a:lnTo>
                    <a:pt x="763" y="355"/>
                  </a:lnTo>
                  <a:lnTo>
                    <a:pt x="765" y="356"/>
                  </a:lnTo>
                  <a:lnTo>
                    <a:pt x="766" y="358"/>
                  </a:lnTo>
                  <a:lnTo>
                    <a:pt x="767" y="360"/>
                  </a:lnTo>
                  <a:lnTo>
                    <a:pt x="767" y="363"/>
                  </a:lnTo>
                  <a:lnTo>
                    <a:pt x="767" y="365"/>
                  </a:lnTo>
                  <a:close/>
                </a:path>
              </a:pathLst>
            </a:custGeom>
            <a:solidFill>
              <a:srgbClr val="86D1BC">
                <a:alpha val="24000"/>
              </a:srgbClr>
            </a:solidFill>
            <a:ln>
              <a:noFill/>
            </a:ln>
          </p:spPr>
          <p:txBody>
            <a:bodyPr anchor="ctr"/>
            <a:lstStyle/>
            <a:p>
              <a:pPr algn="ctr">
                <a:buNone/>
              </a:pPr>
            </a:p>
          </p:txBody>
        </p:sp>
        <p:sp>
          <p:nvSpPr>
            <p:cNvPr id="797" name="addition:spatial:179"/>
            <p:cNvSpPr>
              <a:spLocks noGrp="1"/>
            </p:cNvSpPr>
            <p:nvPr/>
          </p:nvSpPr>
          <p:spPr>
            <a:xfrm>
              <a:off x="5648325" y="1666875"/>
              <a:ext cx="993084" cy="563316"/>
            </a:xfrm>
            <a:custGeom>
              <a:avLst/>
              <a:gdLst/>
              <a:ahLst/>
              <a:cxnLst/>
              <a:rect l="l" t="t" r="r" b="b"/>
              <a:pathLst>
                <a:path w="749" h="333">
                  <a:moveTo>
                    <a:pt x="0" y="0"/>
                  </a:moveTo>
                  <a:moveTo>
                    <a:pt x="749" y="306"/>
                  </a:moveTo>
                  <a:lnTo>
                    <a:pt x="747" y="308"/>
                  </a:lnTo>
                  <a:lnTo>
                    <a:pt x="743" y="310"/>
                  </a:lnTo>
                  <a:lnTo>
                    <a:pt x="740" y="312"/>
                  </a:lnTo>
                  <a:lnTo>
                    <a:pt x="739" y="314"/>
                  </a:lnTo>
                  <a:lnTo>
                    <a:pt x="740" y="316"/>
                  </a:lnTo>
                  <a:lnTo>
                    <a:pt x="742" y="320"/>
                  </a:lnTo>
                  <a:lnTo>
                    <a:pt x="743" y="324"/>
                  </a:lnTo>
                  <a:lnTo>
                    <a:pt x="741" y="326"/>
                  </a:lnTo>
                  <a:lnTo>
                    <a:pt x="739" y="327"/>
                  </a:lnTo>
                  <a:lnTo>
                    <a:pt x="736" y="328"/>
                  </a:lnTo>
                  <a:lnTo>
                    <a:pt x="734" y="329"/>
                  </a:lnTo>
                  <a:lnTo>
                    <a:pt x="732" y="330"/>
                  </a:lnTo>
                  <a:lnTo>
                    <a:pt x="729" y="330"/>
                  </a:lnTo>
                  <a:lnTo>
                    <a:pt x="727" y="330"/>
                  </a:lnTo>
                  <a:lnTo>
                    <a:pt x="725" y="329"/>
                  </a:lnTo>
                  <a:lnTo>
                    <a:pt x="723" y="331"/>
                  </a:lnTo>
                  <a:lnTo>
                    <a:pt x="721" y="332"/>
                  </a:lnTo>
                  <a:lnTo>
                    <a:pt x="719" y="333"/>
                  </a:lnTo>
                  <a:lnTo>
                    <a:pt x="717" y="332"/>
                  </a:lnTo>
                  <a:lnTo>
                    <a:pt x="715" y="330"/>
                  </a:lnTo>
                  <a:lnTo>
                    <a:pt x="713" y="329"/>
                  </a:lnTo>
                  <a:lnTo>
                    <a:pt x="710" y="330"/>
                  </a:lnTo>
                  <a:lnTo>
                    <a:pt x="706" y="331"/>
                  </a:lnTo>
                  <a:lnTo>
                    <a:pt x="703" y="332"/>
                  </a:lnTo>
                  <a:lnTo>
                    <a:pt x="700" y="330"/>
                  </a:lnTo>
                  <a:lnTo>
                    <a:pt x="700" y="327"/>
                  </a:lnTo>
                  <a:lnTo>
                    <a:pt x="699" y="324"/>
                  </a:lnTo>
                  <a:lnTo>
                    <a:pt x="699" y="321"/>
                  </a:lnTo>
                  <a:lnTo>
                    <a:pt x="698" y="319"/>
                  </a:lnTo>
                  <a:lnTo>
                    <a:pt x="697" y="316"/>
                  </a:lnTo>
                  <a:lnTo>
                    <a:pt x="696" y="314"/>
                  </a:lnTo>
                  <a:lnTo>
                    <a:pt x="695" y="312"/>
                  </a:lnTo>
                  <a:lnTo>
                    <a:pt x="692" y="310"/>
                  </a:lnTo>
                  <a:lnTo>
                    <a:pt x="689" y="309"/>
                  </a:lnTo>
                  <a:lnTo>
                    <a:pt x="686" y="306"/>
                  </a:lnTo>
                  <a:lnTo>
                    <a:pt x="685" y="303"/>
                  </a:lnTo>
                  <a:lnTo>
                    <a:pt x="687" y="301"/>
                  </a:lnTo>
                  <a:lnTo>
                    <a:pt x="689" y="299"/>
                  </a:lnTo>
                  <a:lnTo>
                    <a:pt x="691" y="297"/>
                  </a:lnTo>
                  <a:lnTo>
                    <a:pt x="691" y="294"/>
                  </a:lnTo>
                  <a:lnTo>
                    <a:pt x="691" y="292"/>
                  </a:lnTo>
                  <a:lnTo>
                    <a:pt x="692" y="289"/>
                  </a:lnTo>
                  <a:lnTo>
                    <a:pt x="695" y="288"/>
                  </a:lnTo>
                  <a:lnTo>
                    <a:pt x="698" y="288"/>
                  </a:lnTo>
                  <a:lnTo>
                    <a:pt x="701" y="287"/>
                  </a:lnTo>
                  <a:lnTo>
                    <a:pt x="703" y="286"/>
                  </a:lnTo>
                  <a:lnTo>
                    <a:pt x="705" y="284"/>
                  </a:lnTo>
                  <a:lnTo>
                    <a:pt x="707" y="282"/>
                  </a:lnTo>
                  <a:lnTo>
                    <a:pt x="710" y="281"/>
                  </a:lnTo>
                  <a:lnTo>
                    <a:pt x="712" y="279"/>
                  </a:lnTo>
                  <a:lnTo>
                    <a:pt x="715" y="277"/>
                  </a:lnTo>
                  <a:lnTo>
                    <a:pt x="718" y="275"/>
                  </a:lnTo>
                  <a:lnTo>
                    <a:pt x="722" y="275"/>
                  </a:lnTo>
                  <a:lnTo>
                    <a:pt x="725" y="277"/>
                  </a:lnTo>
                  <a:lnTo>
                    <a:pt x="727" y="281"/>
                  </a:lnTo>
                  <a:lnTo>
                    <a:pt x="729" y="284"/>
                  </a:lnTo>
                  <a:lnTo>
                    <a:pt x="731" y="285"/>
                  </a:lnTo>
                  <a:lnTo>
                    <a:pt x="734" y="285"/>
                  </a:lnTo>
                  <a:lnTo>
                    <a:pt x="737" y="284"/>
                  </a:lnTo>
                  <a:lnTo>
                    <a:pt x="739" y="285"/>
                  </a:lnTo>
                  <a:lnTo>
                    <a:pt x="741" y="287"/>
                  </a:lnTo>
                  <a:lnTo>
                    <a:pt x="742" y="289"/>
                  </a:lnTo>
                  <a:lnTo>
                    <a:pt x="744" y="290"/>
                  </a:lnTo>
                  <a:lnTo>
                    <a:pt x="746" y="292"/>
                  </a:lnTo>
                  <a:lnTo>
                    <a:pt x="748" y="294"/>
                  </a:lnTo>
                  <a:lnTo>
                    <a:pt x="748" y="296"/>
                  </a:lnTo>
                  <a:lnTo>
                    <a:pt x="748" y="299"/>
                  </a:lnTo>
                  <a:lnTo>
                    <a:pt x="748" y="301"/>
                  </a:lnTo>
                  <a:lnTo>
                    <a:pt x="749" y="303"/>
                  </a:lnTo>
                  <a:close/>
                </a:path>
              </a:pathLst>
            </a:custGeom>
            <a:solidFill>
              <a:srgbClr val="86D1BC">
                <a:alpha val="24000"/>
              </a:srgbClr>
            </a:solidFill>
            <a:ln>
              <a:noFill/>
            </a:ln>
          </p:spPr>
          <p:txBody>
            <a:bodyPr anchor="ctr"/>
            <a:lstStyle/>
            <a:p>
              <a:pPr algn="ctr">
                <a:buNone/>
              </a:pPr>
            </a:p>
          </p:txBody>
        </p:sp>
        <p:sp>
          <p:nvSpPr>
            <p:cNvPr id="798" name="addition:spatial:180"/>
            <p:cNvSpPr>
              <a:spLocks noGrp="1"/>
            </p:cNvSpPr>
            <p:nvPr/>
          </p:nvSpPr>
          <p:spPr>
            <a:xfrm>
              <a:off x="5648325" y="1666875"/>
              <a:ext cx="1030209" cy="475351"/>
            </a:xfrm>
            <a:custGeom>
              <a:avLst/>
              <a:gdLst/>
              <a:ahLst/>
              <a:cxnLst/>
              <a:rect l="l" t="t" r="r" b="b"/>
              <a:pathLst>
                <a:path w="777" h="281">
                  <a:moveTo>
                    <a:pt x="0" y="0"/>
                  </a:moveTo>
                  <a:moveTo>
                    <a:pt x="776" y="251"/>
                  </a:moveTo>
                  <a:lnTo>
                    <a:pt x="776" y="253"/>
                  </a:lnTo>
                  <a:lnTo>
                    <a:pt x="776" y="256"/>
                  </a:lnTo>
                  <a:lnTo>
                    <a:pt x="776" y="258"/>
                  </a:lnTo>
                  <a:lnTo>
                    <a:pt x="777" y="261"/>
                  </a:lnTo>
                  <a:lnTo>
                    <a:pt x="777" y="263"/>
                  </a:lnTo>
                  <a:lnTo>
                    <a:pt x="775" y="265"/>
                  </a:lnTo>
                  <a:lnTo>
                    <a:pt x="774" y="267"/>
                  </a:lnTo>
                  <a:lnTo>
                    <a:pt x="773" y="268"/>
                  </a:lnTo>
                  <a:lnTo>
                    <a:pt x="771" y="270"/>
                  </a:lnTo>
                  <a:lnTo>
                    <a:pt x="770" y="271"/>
                  </a:lnTo>
                  <a:lnTo>
                    <a:pt x="767" y="271"/>
                  </a:lnTo>
                  <a:lnTo>
                    <a:pt x="764" y="270"/>
                  </a:lnTo>
                  <a:lnTo>
                    <a:pt x="762" y="271"/>
                  </a:lnTo>
                  <a:lnTo>
                    <a:pt x="761" y="273"/>
                  </a:lnTo>
                  <a:lnTo>
                    <a:pt x="760" y="277"/>
                  </a:lnTo>
                  <a:lnTo>
                    <a:pt x="758" y="280"/>
                  </a:lnTo>
                  <a:lnTo>
                    <a:pt x="755" y="281"/>
                  </a:lnTo>
                  <a:lnTo>
                    <a:pt x="753" y="280"/>
                  </a:lnTo>
                  <a:lnTo>
                    <a:pt x="750" y="278"/>
                  </a:lnTo>
                  <a:lnTo>
                    <a:pt x="748" y="277"/>
                  </a:lnTo>
                  <a:lnTo>
                    <a:pt x="746" y="276"/>
                  </a:lnTo>
                  <a:lnTo>
                    <a:pt x="744" y="274"/>
                  </a:lnTo>
                  <a:lnTo>
                    <a:pt x="742" y="273"/>
                  </a:lnTo>
                  <a:lnTo>
                    <a:pt x="741" y="271"/>
                  </a:lnTo>
                  <a:lnTo>
                    <a:pt x="739" y="270"/>
                  </a:lnTo>
                  <a:lnTo>
                    <a:pt x="736" y="269"/>
                  </a:lnTo>
                  <a:lnTo>
                    <a:pt x="734" y="268"/>
                  </a:lnTo>
                  <a:lnTo>
                    <a:pt x="732" y="267"/>
                  </a:lnTo>
                  <a:lnTo>
                    <a:pt x="732" y="264"/>
                  </a:lnTo>
                  <a:lnTo>
                    <a:pt x="732" y="262"/>
                  </a:lnTo>
                  <a:lnTo>
                    <a:pt x="731" y="260"/>
                  </a:lnTo>
                  <a:lnTo>
                    <a:pt x="728" y="258"/>
                  </a:lnTo>
                  <a:lnTo>
                    <a:pt x="726" y="256"/>
                  </a:lnTo>
                  <a:lnTo>
                    <a:pt x="725" y="254"/>
                  </a:lnTo>
                  <a:lnTo>
                    <a:pt x="727" y="251"/>
                  </a:lnTo>
                  <a:lnTo>
                    <a:pt x="730" y="249"/>
                  </a:lnTo>
                  <a:lnTo>
                    <a:pt x="733" y="247"/>
                  </a:lnTo>
                  <a:lnTo>
                    <a:pt x="734" y="245"/>
                  </a:lnTo>
                  <a:lnTo>
                    <a:pt x="735" y="243"/>
                  </a:lnTo>
                  <a:lnTo>
                    <a:pt x="735" y="241"/>
                  </a:lnTo>
                  <a:lnTo>
                    <a:pt x="736" y="239"/>
                  </a:lnTo>
                  <a:lnTo>
                    <a:pt x="737" y="237"/>
                  </a:lnTo>
                  <a:lnTo>
                    <a:pt x="737" y="234"/>
                  </a:lnTo>
                  <a:lnTo>
                    <a:pt x="737" y="230"/>
                  </a:lnTo>
                  <a:lnTo>
                    <a:pt x="739" y="228"/>
                  </a:lnTo>
                  <a:lnTo>
                    <a:pt x="741" y="227"/>
                  </a:lnTo>
                  <a:lnTo>
                    <a:pt x="744" y="228"/>
                  </a:lnTo>
                  <a:lnTo>
                    <a:pt x="746" y="228"/>
                  </a:lnTo>
                  <a:lnTo>
                    <a:pt x="748" y="228"/>
                  </a:lnTo>
                  <a:lnTo>
                    <a:pt x="750" y="226"/>
                  </a:lnTo>
                  <a:lnTo>
                    <a:pt x="751" y="224"/>
                  </a:lnTo>
                  <a:lnTo>
                    <a:pt x="753" y="225"/>
                  </a:lnTo>
                  <a:lnTo>
                    <a:pt x="755" y="227"/>
                  </a:lnTo>
                  <a:lnTo>
                    <a:pt x="756" y="229"/>
                  </a:lnTo>
                  <a:lnTo>
                    <a:pt x="758" y="229"/>
                  </a:lnTo>
                  <a:lnTo>
                    <a:pt x="760" y="228"/>
                  </a:lnTo>
                  <a:lnTo>
                    <a:pt x="762" y="228"/>
                  </a:lnTo>
                  <a:lnTo>
                    <a:pt x="764" y="228"/>
                  </a:lnTo>
                  <a:lnTo>
                    <a:pt x="765" y="228"/>
                  </a:lnTo>
                  <a:lnTo>
                    <a:pt x="768" y="229"/>
                  </a:lnTo>
                  <a:lnTo>
                    <a:pt x="770" y="230"/>
                  </a:lnTo>
                  <a:lnTo>
                    <a:pt x="772" y="232"/>
                  </a:lnTo>
                  <a:lnTo>
                    <a:pt x="772" y="235"/>
                  </a:lnTo>
                  <a:lnTo>
                    <a:pt x="771" y="238"/>
                  </a:lnTo>
                  <a:lnTo>
                    <a:pt x="769" y="241"/>
                  </a:lnTo>
                  <a:lnTo>
                    <a:pt x="769" y="244"/>
                  </a:lnTo>
                  <a:lnTo>
                    <a:pt x="771" y="245"/>
                  </a:lnTo>
                  <a:lnTo>
                    <a:pt x="774" y="247"/>
                  </a:lnTo>
                  <a:lnTo>
                    <a:pt x="776" y="249"/>
                  </a:lnTo>
                  <a:close/>
                </a:path>
              </a:pathLst>
            </a:custGeom>
            <a:solidFill>
              <a:srgbClr val="86D1BC">
                <a:alpha val="24000"/>
              </a:srgbClr>
            </a:solidFill>
            <a:ln>
              <a:noFill/>
            </a:ln>
          </p:spPr>
          <p:txBody>
            <a:bodyPr anchor="ctr"/>
            <a:lstStyle/>
            <a:p>
              <a:pPr algn="ctr">
                <a:buNone/>
              </a:pPr>
            </a:p>
          </p:txBody>
        </p:sp>
        <p:sp>
          <p:nvSpPr>
            <p:cNvPr id="799" name="addition:spatial:181"/>
            <p:cNvSpPr>
              <a:spLocks noGrp="1"/>
            </p:cNvSpPr>
            <p:nvPr/>
          </p:nvSpPr>
          <p:spPr>
            <a:xfrm>
              <a:off x="5648325" y="1666875"/>
              <a:ext cx="1134953" cy="431368"/>
            </a:xfrm>
            <a:custGeom>
              <a:avLst/>
              <a:gdLst/>
              <a:ahLst/>
              <a:cxnLst/>
              <a:rect l="l" t="t" r="r" b="b"/>
              <a:pathLst>
                <a:path w="856" h="255">
                  <a:moveTo>
                    <a:pt x="0" y="0"/>
                  </a:moveTo>
                  <a:moveTo>
                    <a:pt x="853" y="226"/>
                  </a:moveTo>
                  <a:lnTo>
                    <a:pt x="853" y="228"/>
                  </a:lnTo>
                  <a:lnTo>
                    <a:pt x="855" y="230"/>
                  </a:lnTo>
                  <a:lnTo>
                    <a:pt x="856" y="233"/>
                  </a:lnTo>
                  <a:lnTo>
                    <a:pt x="855" y="235"/>
                  </a:lnTo>
                  <a:lnTo>
                    <a:pt x="854" y="237"/>
                  </a:lnTo>
                  <a:lnTo>
                    <a:pt x="853" y="240"/>
                  </a:lnTo>
                  <a:lnTo>
                    <a:pt x="853" y="242"/>
                  </a:lnTo>
                  <a:lnTo>
                    <a:pt x="853" y="245"/>
                  </a:lnTo>
                  <a:lnTo>
                    <a:pt x="851" y="247"/>
                  </a:lnTo>
                  <a:lnTo>
                    <a:pt x="848" y="247"/>
                  </a:lnTo>
                  <a:lnTo>
                    <a:pt x="843" y="246"/>
                  </a:lnTo>
                  <a:lnTo>
                    <a:pt x="840" y="245"/>
                  </a:lnTo>
                  <a:lnTo>
                    <a:pt x="839" y="246"/>
                  </a:lnTo>
                  <a:lnTo>
                    <a:pt x="837" y="249"/>
                  </a:lnTo>
                  <a:lnTo>
                    <a:pt x="836" y="252"/>
                  </a:lnTo>
                  <a:lnTo>
                    <a:pt x="833" y="254"/>
                  </a:lnTo>
                  <a:lnTo>
                    <a:pt x="830" y="254"/>
                  </a:lnTo>
                  <a:lnTo>
                    <a:pt x="827" y="254"/>
                  </a:lnTo>
                  <a:lnTo>
                    <a:pt x="824" y="255"/>
                  </a:lnTo>
                  <a:lnTo>
                    <a:pt x="821" y="254"/>
                  </a:lnTo>
                  <a:lnTo>
                    <a:pt x="818" y="253"/>
                  </a:lnTo>
                  <a:lnTo>
                    <a:pt x="816" y="250"/>
                  </a:lnTo>
                  <a:lnTo>
                    <a:pt x="814" y="247"/>
                  </a:lnTo>
                  <a:lnTo>
                    <a:pt x="811" y="246"/>
                  </a:lnTo>
                  <a:lnTo>
                    <a:pt x="808" y="246"/>
                  </a:lnTo>
                  <a:lnTo>
                    <a:pt x="805" y="245"/>
                  </a:lnTo>
                  <a:lnTo>
                    <a:pt x="803" y="243"/>
                  </a:lnTo>
                  <a:lnTo>
                    <a:pt x="802" y="240"/>
                  </a:lnTo>
                  <a:lnTo>
                    <a:pt x="802" y="238"/>
                  </a:lnTo>
                  <a:lnTo>
                    <a:pt x="801" y="236"/>
                  </a:lnTo>
                  <a:lnTo>
                    <a:pt x="797" y="235"/>
                  </a:lnTo>
                  <a:lnTo>
                    <a:pt x="794" y="233"/>
                  </a:lnTo>
                  <a:lnTo>
                    <a:pt x="791" y="231"/>
                  </a:lnTo>
                  <a:lnTo>
                    <a:pt x="791" y="228"/>
                  </a:lnTo>
                  <a:lnTo>
                    <a:pt x="793" y="226"/>
                  </a:lnTo>
                  <a:lnTo>
                    <a:pt x="794" y="223"/>
                  </a:lnTo>
                  <a:lnTo>
                    <a:pt x="796" y="221"/>
                  </a:lnTo>
                  <a:lnTo>
                    <a:pt x="798" y="219"/>
                  </a:lnTo>
                  <a:lnTo>
                    <a:pt x="801" y="217"/>
                  </a:lnTo>
                  <a:lnTo>
                    <a:pt x="804" y="216"/>
                  </a:lnTo>
                  <a:lnTo>
                    <a:pt x="806" y="214"/>
                  </a:lnTo>
                  <a:lnTo>
                    <a:pt x="805" y="211"/>
                  </a:lnTo>
                  <a:lnTo>
                    <a:pt x="805" y="207"/>
                  </a:lnTo>
                  <a:lnTo>
                    <a:pt x="806" y="204"/>
                  </a:lnTo>
                  <a:lnTo>
                    <a:pt x="808" y="203"/>
                  </a:lnTo>
                  <a:lnTo>
                    <a:pt x="812" y="202"/>
                  </a:lnTo>
                  <a:lnTo>
                    <a:pt x="815" y="202"/>
                  </a:lnTo>
                  <a:lnTo>
                    <a:pt x="818" y="201"/>
                  </a:lnTo>
                  <a:lnTo>
                    <a:pt x="820" y="199"/>
                  </a:lnTo>
                  <a:lnTo>
                    <a:pt x="822" y="197"/>
                  </a:lnTo>
                  <a:lnTo>
                    <a:pt x="825" y="197"/>
                  </a:lnTo>
                  <a:lnTo>
                    <a:pt x="828" y="199"/>
                  </a:lnTo>
                  <a:lnTo>
                    <a:pt x="830" y="200"/>
                  </a:lnTo>
                  <a:lnTo>
                    <a:pt x="832" y="201"/>
                  </a:lnTo>
                  <a:lnTo>
                    <a:pt x="834" y="201"/>
                  </a:lnTo>
                  <a:lnTo>
                    <a:pt x="836" y="202"/>
                  </a:lnTo>
                  <a:lnTo>
                    <a:pt x="838" y="203"/>
                  </a:lnTo>
                  <a:lnTo>
                    <a:pt x="840" y="204"/>
                  </a:lnTo>
                  <a:lnTo>
                    <a:pt x="842" y="203"/>
                  </a:lnTo>
                  <a:lnTo>
                    <a:pt x="846" y="202"/>
                  </a:lnTo>
                  <a:lnTo>
                    <a:pt x="850" y="202"/>
                  </a:lnTo>
                  <a:lnTo>
                    <a:pt x="852" y="205"/>
                  </a:lnTo>
                  <a:lnTo>
                    <a:pt x="851" y="208"/>
                  </a:lnTo>
                  <a:lnTo>
                    <a:pt x="849" y="212"/>
                  </a:lnTo>
                  <a:lnTo>
                    <a:pt x="848" y="215"/>
                  </a:lnTo>
                  <a:lnTo>
                    <a:pt x="850" y="217"/>
                  </a:lnTo>
                  <a:lnTo>
                    <a:pt x="852" y="219"/>
                  </a:lnTo>
                  <a:lnTo>
                    <a:pt x="853" y="221"/>
                  </a:lnTo>
                  <a:lnTo>
                    <a:pt x="853" y="223"/>
                  </a:lnTo>
                  <a:close/>
                </a:path>
              </a:pathLst>
            </a:custGeom>
            <a:solidFill>
              <a:srgbClr val="86D1BC">
                <a:alpha val="24000"/>
              </a:srgbClr>
            </a:solidFill>
            <a:ln>
              <a:noFill/>
            </a:ln>
          </p:spPr>
          <p:txBody>
            <a:bodyPr anchor="ctr"/>
            <a:lstStyle/>
            <a:p>
              <a:pPr algn="ctr">
                <a:buNone/>
              </a:pPr>
            </a:p>
          </p:txBody>
        </p:sp>
        <p:sp>
          <p:nvSpPr>
            <p:cNvPr id="800" name="addition:spatial:182"/>
            <p:cNvSpPr>
              <a:spLocks noGrp="1"/>
            </p:cNvSpPr>
            <p:nvPr/>
          </p:nvSpPr>
          <p:spPr>
            <a:xfrm>
              <a:off x="5648325" y="1666875"/>
              <a:ext cx="1222461" cy="483809"/>
            </a:xfrm>
            <a:custGeom>
              <a:avLst/>
              <a:gdLst/>
              <a:ahLst/>
              <a:cxnLst/>
              <a:rect l="l" t="t" r="r" b="b"/>
              <a:pathLst>
                <a:path w="922" h="286">
                  <a:moveTo>
                    <a:pt x="0" y="0"/>
                  </a:moveTo>
                  <a:moveTo>
                    <a:pt x="920" y="260"/>
                  </a:moveTo>
                  <a:lnTo>
                    <a:pt x="917" y="262"/>
                  </a:lnTo>
                  <a:lnTo>
                    <a:pt x="915" y="264"/>
                  </a:lnTo>
                  <a:lnTo>
                    <a:pt x="914" y="265"/>
                  </a:lnTo>
                  <a:lnTo>
                    <a:pt x="915" y="268"/>
                  </a:lnTo>
                  <a:lnTo>
                    <a:pt x="915" y="270"/>
                  </a:lnTo>
                  <a:lnTo>
                    <a:pt x="914" y="273"/>
                  </a:lnTo>
                  <a:lnTo>
                    <a:pt x="914" y="275"/>
                  </a:lnTo>
                  <a:lnTo>
                    <a:pt x="914" y="278"/>
                  </a:lnTo>
                  <a:lnTo>
                    <a:pt x="913" y="281"/>
                  </a:lnTo>
                  <a:lnTo>
                    <a:pt x="912" y="283"/>
                  </a:lnTo>
                  <a:lnTo>
                    <a:pt x="909" y="283"/>
                  </a:lnTo>
                  <a:lnTo>
                    <a:pt x="906" y="282"/>
                  </a:lnTo>
                  <a:lnTo>
                    <a:pt x="904" y="281"/>
                  </a:lnTo>
                  <a:lnTo>
                    <a:pt x="903" y="282"/>
                  </a:lnTo>
                  <a:lnTo>
                    <a:pt x="902" y="284"/>
                  </a:lnTo>
                  <a:lnTo>
                    <a:pt x="900" y="286"/>
                  </a:lnTo>
                  <a:lnTo>
                    <a:pt x="898" y="285"/>
                  </a:lnTo>
                  <a:lnTo>
                    <a:pt x="897" y="284"/>
                  </a:lnTo>
                  <a:lnTo>
                    <a:pt x="895" y="282"/>
                  </a:lnTo>
                  <a:lnTo>
                    <a:pt x="894" y="282"/>
                  </a:lnTo>
                  <a:lnTo>
                    <a:pt x="892" y="284"/>
                  </a:lnTo>
                  <a:lnTo>
                    <a:pt x="889" y="284"/>
                  </a:lnTo>
                  <a:lnTo>
                    <a:pt x="887" y="284"/>
                  </a:lnTo>
                  <a:lnTo>
                    <a:pt x="885" y="283"/>
                  </a:lnTo>
                  <a:lnTo>
                    <a:pt x="883" y="281"/>
                  </a:lnTo>
                  <a:lnTo>
                    <a:pt x="882" y="280"/>
                  </a:lnTo>
                  <a:lnTo>
                    <a:pt x="880" y="278"/>
                  </a:lnTo>
                  <a:lnTo>
                    <a:pt x="880" y="275"/>
                  </a:lnTo>
                  <a:lnTo>
                    <a:pt x="881" y="271"/>
                  </a:lnTo>
                  <a:lnTo>
                    <a:pt x="881" y="269"/>
                  </a:lnTo>
                  <a:lnTo>
                    <a:pt x="880" y="267"/>
                  </a:lnTo>
                  <a:lnTo>
                    <a:pt x="878" y="266"/>
                  </a:lnTo>
                  <a:lnTo>
                    <a:pt x="874" y="264"/>
                  </a:lnTo>
                  <a:lnTo>
                    <a:pt x="872" y="262"/>
                  </a:lnTo>
                  <a:lnTo>
                    <a:pt x="872" y="260"/>
                  </a:lnTo>
                  <a:lnTo>
                    <a:pt x="873" y="257"/>
                  </a:lnTo>
                  <a:lnTo>
                    <a:pt x="873" y="255"/>
                  </a:lnTo>
                  <a:lnTo>
                    <a:pt x="873" y="253"/>
                  </a:lnTo>
                  <a:lnTo>
                    <a:pt x="873" y="250"/>
                  </a:lnTo>
                  <a:lnTo>
                    <a:pt x="874" y="248"/>
                  </a:lnTo>
                  <a:lnTo>
                    <a:pt x="875" y="246"/>
                  </a:lnTo>
                  <a:lnTo>
                    <a:pt x="877" y="245"/>
                  </a:lnTo>
                  <a:lnTo>
                    <a:pt x="879" y="243"/>
                  </a:lnTo>
                  <a:lnTo>
                    <a:pt x="880" y="242"/>
                  </a:lnTo>
                  <a:lnTo>
                    <a:pt x="882" y="240"/>
                  </a:lnTo>
                  <a:lnTo>
                    <a:pt x="884" y="240"/>
                  </a:lnTo>
                  <a:lnTo>
                    <a:pt x="886" y="240"/>
                  </a:lnTo>
                  <a:lnTo>
                    <a:pt x="888" y="239"/>
                  </a:lnTo>
                  <a:lnTo>
                    <a:pt x="890" y="236"/>
                  </a:lnTo>
                  <a:lnTo>
                    <a:pt x="891" y="232"/>
                  </a:lnTo>
                  <a:lnTo>
                    <a:pt x="893" y="230"/>
                  </a:lnTo>
                  <a:lnTo>
                    <a:pt x="896" y="230"/>
                  </a:lnTo>
                  <a:lnTo>
                    <a:pt x="899" y="232"/>
                  </a:lnTo>
                  <a:lnTo>
                    <a:pt x="901" y="234"/>
                  </a:lnTo>
                  <a:lnTo>
                    <a:pt x="903" y="236"/>
                  </a:lnTo>
                  <a:lnTo>
                    <a:pt x="905" y="237"/>
                  </a:lnTo>
                  <a:lnTo>
                    <a:pt x="907" y="238"/>
                  </a:lnTo>
                  <a:lnTo>
                    <a:pt x="909" y="239"/>
                  </a:lnTo>
                  <a:lnTo>
                    <a:pt x="910" y="240"/>
                  </a:lnTo>
                  <a:lnTo>
                    <a:pt x="912" y="241"/>
                  </a:lnTo>
                  <a:lnTo>
                    <a:pt x="914" y="241"/>
                  </a:lnTo>
                  <a:lnTo>
                    <a:pt x="917" y="242"/>
                  </a:lnTo>
                  <a:lnTo>
                    <a:pt x="918" y="244"/>
                  </a:lnTo>
                  <a:lnTo>
                    <a:pt x="918" y="246"/>
                  </a:lnTo>
                  <a:lnTo>
                    <a:pt x="918" y="249"/>
                  </a:lnTo>
                  <a:lnTo>
                    <a:pt x="919" y="251"/>
                  </a:lnTo>
                  <a:lnTo>
                    <a:pt x="921" y="252"/>
                  </a:lnTo>
                  <a:lnTo>
                    <a:pt x="922" y="254"/>
                  </a:lnTo>
                  <a:lnTo>
                    <a:pt x="922" y="257"/>
                  </a:lnTo>
                  <a:close/>
                </a:path>
              </a:pathLst>
            </a:custGeom>
            <a:solidFill>
              <a:srgbClr val="86D1BC">
                <a:alpha val="24000"/>
              </a:srgbClr>
            </a:solidFill>
            <a:ln>
              <a:noFill/>
            </a:ln>
          </p:spPr>
          <p:txBody>
            <a:bodyPr anchor="ctr"/>
            <a:lstStyle/>
            <a:p>
              <a:pPr algn="ctr">
                <a:buNone/>
              </a:pPr>
            </a:p>
          </p:txBody>
        </p:sp>
        <p:sp>
          <p:nvSpPr>
            <p:cNvPr id="801" name="addition:spatial:183"/>
            <p:cNvSpPr>
              <a:spLocks noGrp="1"/>
            </p:cNvSpPr>
            <p:nvPr/>
          </p:nvSpPr>
          <p:spPr>
            <a:xfrm>
              <a:off x="5648325" y="1666875"/>
              <a:ext cx="1689171" cy="833979"/>
            </a:xfrm>
            <a:custGeom>
              <a:avLst/>
              <a:gdLst/>
              <a:ahLst/>
              <a:cxnLst/>
              <a:rect l="l" t="t" r="r" b="b"/>
              <a:pathLst>
                <a:path w="1274" h="493">
                  <a:moveTo>
                    <a:pt x="0" y="0"/>
                  </a:moveTo>
                  <a:moveTo>
                    <a:pt x="1267" y="354"/>
                  </a:moveTo>
                  <a:lnTo>
                    <a:pt x="1255" y="367"/>
                  </a:lnTo>
                  <a:lnTo>
                    <a:pt x="1237" y="377"/>
                  </a:lnTo>
                  <a:lnTo>
                    <a:pt x="1218" y="385"/>
                  </a:lnTo>
                  <a:lnTo>
                    <a:pt x="1208" y="394"/>
                  </a:lnTo>
                  <a:lnTo>
                    <a:pt x="1212" y="407"/>
                  </a:lnTo>
                  <a:lnTo>
                    <a:pt x="1220" y="425"/>
                  </a:lnTo>
                  <a:lnTo>
                    <a:pt x="1221" y="442"/>
                  </a:lnTo>
                  <a:lnTo>
                    <a:pt x="1210" y="453"/>
                  </a:lnTo>
                  <a:lnTo>
                    <a:pt x="1193" y="458"/>
                  </a:lnTo>
                  <a:lnTo>
                    <a:pt x="1176" y="462"/>
                  </a:lnTo>
                  <a:lnTo>
                    <a:pt x="1165" y="470"/>
                  </a:lnTo>
                  <a:lnTo>
                    <a:pt x="1156" y="482"/>
                  </a:lnTo>
                  <a:lnTo>
                    <a:pt x="1145" y="491"/>
                  </a:lnTo>
                  <a:lnTo>
                    <a:pt x="1130" y="493"/>
                  </a:lnTo>
                  <a:lnTo>
                    <a:pt x="1115" y="490"/>
                  </a:lnTo>
                  <a:lnTo>
                    <a:pt x="1101" y="486"/>
                  </a:lnTo>
                  <a:lnTo>
                    <a:pt x="1089" y="485"/>
                  </a:lnTo>
                  <a:lnTo>
                    <a:pt x="1077" y="485"/>
                  </a:lnTo>
                  <a:lnTo>
                    <a:pt x="1066" y="480"/>
                  </a:lnTo>
                  <a:lnTo>
                    <a:pt x="1056" y="473"/>
                  </a:lnTo>
                  <a:lnTo>
                    <a:pt x="1046" y="469"/>
                  </a:lnTo>
                  <a:lnTo>
                    <a:pt x="1032" y="474"/>
                  </a:lnTo>
                  <a:lnTo>
                    <a:pt x="1012" y="484"/>
                  </a:lnTo>
                  <a:lnTo>
                    <a:pt x="990" y="490"/>
                  </a:lnTo>
                  <a:lnTo>
                    <a:pt x="975" y="483"/>
                  </a:lnTo>
                  <a:lnTo>
                    <a:pt x="972" y="466"/>
                  </a:lnTo>
                  <a:lnTo>
                    <a:pt x="975" y="446"/>
                  </a:lnTo>
                  <a:lnTo>
                    <a:pt x="975" y="430"/>
                  </a:lnTo>
                  <a:lnTo>
                    <a:pt x="969" y="420"/>
                  </a:lnTo>
                  <a:lnTo>
                    <a:pt x="959" y="411"/>
                  </a:lnTo>
                  <a:lnTo>
                    <a:pt x="951" y="400"/>
                  </a:lnTo>
                  <a:lnTo>
                    <a:pt x="948" y="388"/>
                  </a:lnTo>
                  <a:lnTo>
                    <a:pt x="944" y="377"/>
                  </a:lnTo>
                  <a:lnTo>
                    <a:pt x="936" y="366"/>
                  </a:lnTo>
                  <a:lnTo>
                    <a:pt x="925" y="354"/>
                  </a:lnTo>
                  <a:lnTo>
                    <a:pt x="918" y="341"/>
                  </a:lnTo>
                  <a:lnTo>
                    <a:pt x="920" y="329"/>
                  </a:lnTo>
                  <a:lnTo>
                    <a:pt x="926" y="317"/>
                  </a:lnTo>
                  <a:lnTo>
                    <a:pt x="928" y="305"/>
                  </a:lnTo>
                  <a:lnTo>
                    <a:pt x="923" y="291"/>
                  </a:lnTo>
                  <a:lnTo>
                    <a:pt x="918" y="274"/>
                  </a:lnTo>
                  <a:lnTo>
                    <a:pt x="924" y="261"/>
                  </a:lnTo>
                  <a:lnTo>
                    <a:pt x="943" y="257"/>
                  </a:lnTo>
                  <a:lnTo>
                    <a:pt x="967" y="260"/>
                  </a:lnTo>
                  <a:lnTo>
                    <a:pt x="987" y="263"/>
                  </a:lnTo>
                  <a:lnTo>
                    <a:pt x="999" y="259"/>
                  </a:lnTo>
                  <a:lnTo>
                    <a:pt x="1005" y="247"/>
                  </a:lnTo>
                  <a:lnTo>
                    <a:pt x="1013" y="232"/>
                  </a:lnTo>
                  <a:lnTo>
                    <a:pt x="1025" y="222"/>
                  </a:lnTo>
                  <a:lnTo>
                    <a:pt x="1040" y="215"/>
                  </a:lnTo>
                  <a:lnTo>
                    <a:pt x="1056" y="208"/>
                  </a:lnTo>
                  <a:lnTo>
                    <a:pt x="1074" y="201"/>
                  </a:lnTo>
                  <a:lnTo>
                    <a:pt x="1092" y="198"/>
                  </a:lnTo>
                  <a:lnTo>
                    <a:pt x="1111" y="205"/>
                  </a:lnTo>
                  <a:lnTo>
                    <a:pt x="1126" y="218"/>
                  </a:lnTo>
                  <a:lnTo>
                    <a:pt x="1139" y="232"/>
                  </a:lnTo>
                  <a:lnTo>
                    <a:pt x="1153" y="237"/>
                  </a:lnTo>
                  <a:lnTo>
                    <a:pt x="1171" y="236"/>
                  </a:lnTo>
                  <a:lnTo>
                    <a:pt x="1190" y="236"/>
                  </a:lnTo>
                  <a:lnTo>
                    <a:pt x="1203" y="244"/>
                  </a:lnTo>
                  <a:lnTo>
                    <a:pt x="1208" y="259"/>
                  </a:lnTo>
                  <a:lnTo>
                    <a:pt x="1210" y="274"/>
                  </a:lnTo>
                  <a:lnTo>
                    <a:pt x="1218" y="282"/>
                  </a:lnTo>
                  <a:lnTo>
                    <a:pt x="1235" y="287"/>
                  </a:lnTo>
                  <a:lnTo>
                    <a:pt x="1255" y="291"/>
                  </a:lnTo>
                  <a:lnTo>
                    <a:pt x="1269" y="300"/>
                  </a:lnTo>
                  <a:lnTo>
                    <a:pt x="1274" y="313"/>
                  </a:lnTo>
                  <a:lnTo>
                    <a:pt x="1273" y="327"/>
                  </a:lnTo>
                  <a:lnTo>
                    <a:pt x="1271" y="341"/>
                  </a:lnTo>
                  <a:close/>
                </a:path>
              </a:pathLst>
            </a:custGeom>
            <a:solidFill>
              <a:srgbClr val="EFD4E3">
                <a:alpha val="43000"/>
              </a:srgbClr>
            </a:solidFill>
            <a:ln>
              <a:noFill/>
            </a:ln>
          </p:spPr>
          <p:txBody>
            <a:bodyPr anchor="ctr"/>
            <a:lstStyle/>
            <a:p>
              <a:pPr algn="ctr">
                <a:buNone/>
              </a:pPr>
            </a:p>
          </p:txBody>
        </p:sp>
        <p:sp>
          <p:nvSpPr>
            <p:cNvPr id="802" name="addition:spatial:184"/>
            <p:cNvSpPr>
              <a:spLocks noGrp="1"/>
            </p:cNvSpPr>
            <p:nvPr/>
          </p:nvSpPr>
          <p:spPr>
            <a:xfrm>
              <a:off x="5648325" y="1666875"/>
              <a:ext cx="1620225" cy="842437"/>
            </a:xfrm>
            <a:custGeom>
              <a:avLst/>
              <a:gdLst/>
              <a:ahLst/>
              <a:cxnLst/>
              <a:rect l="l" t="t" r="r" b="b"/>
              <a:pathLst>
                <a:path w="1222" h="498">
                  <a:moveTo>
                    <a:pt x="0" y="0"/>
                  </a:moveTo>
                  <a:moveTo>
                    <a:pt x="1201" y="359"/>
                  </a:moveTo>
                  <a:lnTo>
                    <a:pt x="1215" y="370"/>
                  </a:lnTo>
                  <a:lnTo>
                    <a:pt x="1222" y="382"/>
                  </a:lnTo>
                  <a:lnTo>
                    <a:pt x="1217" y="392"/>
                  </a:lnTo>
                  <a:lnTo>
                    <a:pt x="1207" y="400"/>
                  </a:lnTo>
                  <a:lnTo>
                    <a:pt x="1200" y="409"/>
                  </a:lnTo>
                  <a:lnTo>
                    <a:pt x="1201" y="420"/>
                  </a:lnTo>
                  <a:lnTo>
                    <a:pt x="1204" y="434"/>
                  </a:lnTo>
                  <a:lnTo>
                    <a:pt x="1201" y="445"/>
                  </a:lnTo>
                  <a:lnTo>
                    <a:pt x="1190" y="451"/>
                  </a:lnTo>
                  <a:lnTo>
                    <a:pt x="1175" y="452"/>
                  </a:lnTo>
                  <a:lnTo>
                    <a:pt x="1162" y="453"/>
                  </a:lnTo>
                  <a:lnTo>
                    <a:pt x="1151" y="455"/>
                  </a:lnTo>
                  <a:lnTo>
                    <a:pt x="1141" y="459"/>
                  </a:lnTo>
                  <a:lnTo>
                    <a:pt x="1130" y="460"/>
                  </a:lnTo>
                  <a:lnTo>
                    <a:pt x="1119" y="460"/>
                  </a:lnTo>
                  <a:lnTo>
                    <a:pt x="1108" y="464"/>
                  </a:lnTo>
                  <a:lnTo>
                    <a:pt x="1097" y="475"/>
                  </a:lnTo>
                  <a:lnTo>
                    <a:pt x="1083" y="490"/>
                  </a:lnTo>
                  <a:lnTo>
                    <a:pt x="1066" y="498"/>
                  </a:lnTo>
                  <a:lnTo>
                    <a:pt x="1051" y="494"/>
                  </a:lnTo>
                  <a:lnTo>
                    <a:pt x="1039" y="480"/>
                  </a:lnTo>
                  <a:lnTo>
                    <a:pt x="1030" y="464"/>
                  </a:lnTo>
                  <a:lnTo>
                    <a:pt x="1021" y="455"/>
                  </a:lnTo>
                  <a:lnTo>
                    <a:pt x="1007" y="451"/>
                  </a:lnTo>
                  <a:lnTo>
                    <a:pt x="992" y="449"/>
                  </a:lnTo>
                  <a:lnTo>
                    <a:pt x="981" y="443"/>
                  </a:lnTo>
                  <a:lnTo>
                    <a:pt x="973" y="433"/>
                  </a:lnTo>
                  <a:lnTo>
                    <a:pt x="967" y="423"/>
                  </a:lnTo>
                  <a:lnTo>
                    <a:pt x="957" y="416"/>
                  </a:lnTo>
                  <a:lnTo>
                    <a:pt x="945" y="409"/>
                  </a:lnTo>
                  <a:lnTo>
                    <a:pt x="936" y="401"/>
                  </a:lnTo>
                  <a:lnTo>
                    <a:pt x="931" y="391"/>
                  </a:lnTo>
                  <a:lnTo>
                    <a:pt x="930" y="380"/>
                  </a:lnTo>
                  <a:lnTo>
                    <a:pt x="924" y="370"/>
                  </a:lnTo>
                  <a:lnTo>
                    <a:pt x="915" y="359"/>
                  </a:lnTo>
                  <a:lnTo>
                    <a:pt x="910" y="347"/>
                  </a:lnTo>
                  <a:lnTo>
                    <a:pt x="915" y="335"/>
                  </a:lnTo>
                  <a:lnTo>
                    <a:pt x="934" y="327"/>
                  </a:lnTo>
                  <a:lnTo>
                    <a:pt x="957" y="322"/>
                  </a:lnTo>
                  <a:lnTo>
                    <a:pt x="974" y="317"/>
                  </a:lnTo>
                  <a:lnTo>
                    <a:pt x="979" y="309"/>
                  </a:lnTo>
                  <a:lnTo>
                    <a:pt x="977" y="296"/>
                  </a:lnTo>
                  <a:lnTo>
                    <a:pt x="978" y="282"/>
                  </a:lnTo>
                  <a:lnTo>
                    <a:pt x="985" y="271"/>
                  </a:lnTo>
                  <a:lnTo>
                    <a:pt x="995" y="263"/>
                  </a:lnTo>
                  <a:lnTo>
                    <a:pt x="1006" y="255"/>
                  </a:lnTo>
                  <a:lnTo>
                    <a:pt x="1017" y="246"/>
                  </a:lnTo>
                  <a:lnTo>
                    <a:pt x="1030" y="240"/>
                  </a:lnTo>
                  <a:lnTo>
                    <a:pt x="1045" y="240"/>
                  </a:lnTo>
                  <a:lnTo>
                    <a:pt x="1060" y="244"/>
                  </a:lnTo>
                  <a:lnTo>
                    <a:pt x="1073" y="248"/>
                  </a:lnTo>
                  <a:lnTo>
                    <a:pt x="1085" y="246"/>
                  </a:lnTo>
                  <a:lnTo>
                    <a:pt x="1096" y="241"/>
                  </a:lnTo>
                  <a:lnTo>
                    <a:pt x="1108" y="239"/>
                  </a:lnTo>
                  <a:lnTo>
                    <a:pt x="1118" y="245"/>
                  </a:lnTo>
                  <a:lnTo>
                    <a:pt x="1125" y="257"/>
                  </a:lnTo>
                  <a:lnTo>
                    <a:pt x="1131" y="267"/>
                  </a:lnTo>
                  <a:lnTo>
                    <a:pt x="1140" y="268"/>
                  </a:lnTo>
                  <a:lnTo>
                    <a:pt x="1155" y="263"/>
                  </a:lnTo>
                  <a:lnTo>
                    <a:pt x="1173" y="259"/>
                  </a:lnTo>
                  <a:lnTo>
                    <a:pt x="1187" y="262"/>
                  </a:lnTo>
                  <a:lnTo>
                    <a:pt x="1194" y="271"/>
                  </a:lnTo>
                  <a:lnTo>
                    <a:pt x="1197" y="283"/>
                  </a:lnTo>
                  <a:lnTo>
                    <a:pt x="1200" y="295"/>
                  </a:lnTo>
                  <a:lnTo>
                    <a:pt x="1201" y="306"/>
                  </a:lnTo>
                  <a:lnTo>
                    <a:pt x="1199" y="318"/>
                  </a:lnTo>
                  <a:lnTo>
                    <a:pt x="1192" y="331"/>
                  </a:lnTo>
                  <a:lnTo>
                    <a:pt x="1186" y="341"/>
                  </a:lnTo>
                  <a:lnTo>
                    <a:pt x="1188" y="350"/>
                  </a:lnTo>
                  <a:close/>
                </a:path>
              </a:pathLst>
            </a:custGeom>
            <a:solidFill>
              <a:srgbClr val="DA9FC0">
                <a:alpha val="43000"/>
              </a:srgbClr>
            </a:solidFill>
            <a:ln>
              <a:noFill/>
            </a:ln>
          </p:spPr>
          <p:txBody>
            <a:bodyPr anchor="ctr"/>
            <a:lstStyle/>
            <a:p>
              <a:pPr algn="ctr">
                <a:buNone/>
              </a:pPr>
            </a:p>
          </p:txBody>
        </p:sp>
        <p:sp>
          <p:nvSpPr>
            <p:cNvPr id="803" name="addition:spatial:185"/>
            <p:cNvSpPr>
              <a:spLocks noGrp="1"/>
            </p:cNvSpPr>
            <p:nvPr/>
          </p:nvSpPr>
          <p:spPr>
            <a:xfrm>
              <a:off x="5648325" y="1666875"/>
              <a:ext cx="1614922" cy="793379"/>
            </a:xfrm>
            <a:custGeom>
              <a:avLst/>
              <a:gdLst/>
              <a:ahLst/>
              <a:cxnLst/>
              <a:rect l="l" t="t" r="r" b="b"/>
              <a:pathLst>
                <a:path w="1218" h="469">
                  <a:moveTo>
                    <a:pt x="0" y="0"/>
                  </a:moveTo>
                  <a:moveTo>
                    <a:pt x="1194" y="364"/>
                  </a:moveTo>
                  <a:lnTo>
                    <a:pt x="1178" y="372"/>
                  </a:lnTo>
                  <a:lnTo>
                    <a:pt x="1170" y="379"/>
                  </a:lnTo>
                  <a:lnTo>
                    <a:pt x="1170" y="388"/>
                  </a:lnTo>
                  <a:lnTo>
                    <a:pt x="1172" y="397"/>
                  </a:lnTo>
                  <a:lnTo>
                    <a:pt x="1172" y="407"/>
                  </a:lnTo>
                  <a:lnTo>
                    <a:pt x="1168" y="416"/>
                  </a:lnTo>
                  <a:lnTo>
                    <a:pt x="1164" y="425"/>
                  </a:lnTo>
                  <a:lnTo>
                    <a:pt x="1162" y="436"/>
                  </a:lnTo>
                  <a:lnTo>
                    <a:pt x="1157" y="446"/>
                  </a:lnTo>
                  <a:lnTo>
                    <a:pt x="1147" y="452"/>
                  </a:lnTo>
                  <a:lnTo>
                    <a:pt x="1134" y="453"/>
                  </a:lnTo>
                  <a:lnTo>
                    <a:pt x="1122" y="452"/>
                  </a:lnTo>
                  <a:lnTo>
                    <a:pt x="1112" y="455"/>
                  </a:lnTo>
                  <a:lnTo>
                    <a:pt x="1105" y="462"/>
                  </a:lnTo>
                  <a:lnTo>
                    <a:pt x="1098" y="469"/>
                  </a:lnTo>
                  <a:lnTo>
                    <a:pt x="1088" y="469"/>
                  </a:lnTo>
                  <a:lnTo>
                    <a:pt x="1078" y="462"/>
                  </a:lnTo>
                  <a:lnTo>
                    <a:pt x="1069" y="453"/>
                  </a:lnTo>
                  <a:lnTo>
                    <a:pt x="1062" y="449"/>
                  </a:lnTo>
                  <a:lnTo>
                    <a:pt x="1053" y="453"/>
                  </a:lnTo>
                  <a:lnTo>
                    <a:pt x="1042" y="461"/>
                  </a:lnTo>
                  <a:lnTo>
                    <a:pt x="1029" y="465"/>
                  </a:lnTo>
                  <a:lnTo>
                    <a:pt x="1017" y="464"/>
                  </a:lnTo>
                  <a:lnTo>
                    <a:pt x="1008" y="458"/>
                  </a:lnTo>
                  <a:lnTo>
                    <a:pt x="998" y="452"/>
                  </a:lnTo>
                  <a:lnTo>
                    <a:pt x="990" y="446"/>
                  </a:lnTo>
                  <a:lnTo>
                    <a:pt x="985" y="436"/>
                  </a:lnTo>
                  <a:lnTo>
                    <a:pt x="985" y="423"/>
                  </a:lnTo>
                  <a:lnTo>
                    <a:pt x="989" y="410"/>
                  </a:lnTo>
                  <a:lnTo>
                    <a:pt x="988" y="401"/>
                  </a:lnTo>
                  <a:lnTo>
                    <a:pt x="979" y="395"/>
                  </a:lnTo>
                  <a:lnTo>
                    <a:pt x="964" y="390"/>
                  </a:lnTo>
                  <a:lnTo>
                    <a:pt x="951" y="383"/>
                  </a:lnTo>
                  <a:lnTo>
                    <a:pt x="946" y="374"/>
                  </a:lnTo>
                  <a:lnTo>
                    <a:pt x="950" y="364"/>
                  </a:lnTo>
                  <a:lnTo>
                    <a:pt x="953" y="355"/>
                  </a:lnTo>
                  <a:lnTo>
                    <a:pt x="951" y="346"/>
                  </a:lnTo>
                  <a:lnTo>
                    <a:pt x="944" y="335"/>
                  </a:lnTo>
                  <a:lnTo>
                    <a:pt x="940" y="324"/>
                  </a:lnTo>
                  <a:lnTo>
                    <a:pt x="944" y="315"/>
                  </a:lnTo>
                  <a:lnTo>
                    <a:pt x="953" y="308"/>
                  </a:lnTo>
                  <a:lnTo>
                    <a:pt x="964" y="303"/>
                  </a:lnTo>
                  <a:lnTo>
                    <a:pt x="973" y="298"/>
                  </a:lnTo>
                  <a:lnTo>
                    <a:pt x="982" y="293"/>
                  </a:lnTo>
                  <a:lnTo>
                    <a:pt x="993" y="290"/>
                  </a:lnTo>
                  <a:lnTo>
                    <a:pt x="1006" y="290"/>
                  </a:lnTo>
                  <a:lnTo>
                    <a:pt x="1016" y="288"/>
                  </a:lnTo>
                  <a:lnTo>
                    <a:pt x="1023" y="280"/>
                  </a:lnTo>
                  <a:lnTo>
                    <a:pt x="1029" y="266"/>
                  </a:lnTo>
                  <a:lnTo>
                    <a:pt x="1038" y="251"/>
                  </a:lnTo>
                  <a:lnTo>
                    <a:pt x="1051" y="244"/>
                  </a:lnTo>
                  <a:lnTo>
                    <a:pt x="1066" y="248"/>
                  </a:lnTo>
                  <a:lnTo>
                    <a:pt x="1080" y="257"/>
                  </a:lnTo>
                  <a:lnTo>
                    <a:pt x="1092" y="265"/>
                  </a:lnTo>
                  <a:lnTo>
                    <a:pt x="1104" y="268"/>
                  </a:lnTo>
                  <a:lnTo>
                    <a:pt x="1116" y="268"/>
                  </a:lnTo>
                  <a:lnTo>
                    <a:pt x="1128" y="271"/>
                  </a:lnTo>
                  <a:lnTo>
                    <a:pt x="1137" y="278"/>
                  </a:lnTo>
                  <a:lnTo>
                    <a:pt x="1145" y="285"/>
                  </a:lnTo>
                  <a:lnTo>
                    <a:pt x="1154" y="289"/>
                  </a:lnTo>
                  <a:lnTo>
                    <a:pt x="1164" y="293"/>
                  </a:lnTo>
                  <a:lnTo>
                    <a:pt x="1174" y="297"/>
                  </a:lnTo>
                  <a:lnTo>
                    <a:pt x="1180" y="305"/>
                  </a:lnTo>
                  <a:lnTo>
                    <a:pt x="1183" y="313"/>
                  </a:lnTo>
                  <a:lnTo>
                    <a:pt x="1188" y="320"/>
                  </a:lnTo>
                  <a:lnTo>
                    <a:pt x="1199" y="326"/>
                  </a:lnTo>
                  <a:lnTo>
                    <a:pt x="1212" y="333"/>
                  </a:lnTo>
                  <a:lnTo>
                    <a:pt x="1218" y="342"/>
                  </a:lnTo>
                  <a:lnTo>
                    <a:pt x="1211" y="354"/>
                  </a:lnTo>
                  <a:close/>
                </a:path>
              </a:pathLst>
            </a:custGeom>
            <a:solidFill>
              <a:srgbClr val="CC79A7">
                <a:alpha val="35000"/>
              </a:srgbClr>
            </a:solidFill>
            <a:ln>
              <a:noFill/>
            </a:ln>
          </p:spPr>
          <p:txBody>
            <a:bodyPr anchor="ctr"/>
            <a:lstStyle/>
            <a:p>
              <a:pPr algn="ctr">
                <a:buNone/>
              </a:pPr>
            </a:p>
          </p:txBody>
        </p:sp>
        <p:sp>
          <p:nvSpPr>
            <p:cNvPr id="804" name="addition:spatial:186"/>
            <p:cNvSpPr>
              <a:spLocks noGrp="1"/>
            </p:cNvSpPr>
            <p:nvPr/>
          </p:nvSpPr>
          <p:spPr>
            <a:xfrm>
              <a:off x="5648325" y="1666875"/>
              <a:ext cx="1418692" cy="644515"/>
            </a:xfrm>
            <a:custGeom>
              <a:avLst/>
              <a:gdLst/>
              <a:ahLst/>
              <a:cxnLst/>
              <a:rect l="l" t="t" r="r" b="b"/>
              <a:pathLst>
                <a:path w="1070" h="381">
                  <a:moveTo>
                    <a:pt x="0" y="0"/>
                  </a:moveTo>
                  <a:moveTo>
                    <a:pt x="1066" y="334"/>
                  </a:moveTo>
                  <a:lnTo>
                    <a:pt x="1068" y="338"/>
                  </a:lnTo>
                  <a:lnTo>
                    <a:pt x="1070" y="342"/>
                  </a:lnTo>
                  <a:lnTo>
                    <a:pt x="1070" y="346"/>
                  </a:lnTo>
                  <a:lnTo>
                    <a:pt x="1069" y="349"/>
                  </a:lnTo>
                  <a:lnTo>
                    <a:pt x="1068" y="353"/>
                  </a:lnTo>
                  <a:lnTo>
                    <a:pt x="1068" y="357"/>
                  </a:lnTo>
                  <a:lnTo>
                    <a:pt x="1068" y="362"/>
                  </a:lnTo>
                  <a:lnTo>
                    <a:pt x="1067" y="366"/>
                  </a:lnTo>
                  <a:lnTo>
                    <a:pt x="1061" y="367"/>
                  </a:lnTo>
                  <a:lnTo>
                    <a:pt x="1054" y="366"/>
                  </a:lnTo>
                  <a:lnTo>
                    <a:pt x="1048" y="364"/>
                  </a:lnTo>
                  <a:lnTo>
                    <a:pt x="1044" y="364"/>
                  </a:lnTo>
                  <a:lnTo>
                    <a:pt x="1042" y="368"/>
                  </a:lnTo>
                  <a:lnTo>
                    <a:pt x="1040" y="373"/>
                  </a:lnTo>
                  <a:lnTo>
                    <a:pt x="1036" y="377"/>
                  </a:lnTo>
                  <a:lnTo>
                    <a:pt x="1031" y="379"/>
                  </a:lnTo>
                  <a:lnTo>
                    <a:pt x="1026" y="380"/>
                  </a:lnTo>
                  <a:lnTo>
                    <a:pt x="1020" y="380"/>
                  </a:lnTo>
                  <a:lnTo>
                    <a:pt x="1015" y="381"/>
                  </a:lnTo>
                  <a:lnTo>
                    <a:pt x="1009" y="379"/>
                  </a:lnTo>
                  <a:lnTo>
                    <a:pt x="1005" y="376"/>
                  </a:lnTo>
                  <a:lnTo>
                    <a:pt x="1001" y="372"/>
                  </a:lnTo>
                  <a:lnTo>
                    <a:pt x="997" y="369"/>
                  </a:lnTo>
                  <a:lnTo>
                    <a:pt x="992" y="368"/>
                  </a:lnTo>
                  <a:lnTo>
                    <a:pt x="986" y="368"/>
                  </a:lnTo>
                  <a:lnTo>
                    <a:pt x="982" y="366"/>
                  </a:lnTo>
                  <a:lnTo>
                    <a:pt x="980" y="361"/>
                  </a:lnTo>
                  <a:lnTo>
                    <a:pt x="980" y="356"/>
                  </a:lnTo>
                  <a:lnTo>
                    <a:pt x="978" y="353"/>
                  </a:lnTo>
                  <a:lnTo>
                    <a:pt x="974" y="351"/>
                  </a:lnTo>
                  <a:lnTo>
                    <a:pt x="967" y="350"/>
                  </a:lnTo>
                  <a:lnTo>
                    <a:pt x="961" y="347"/>
                  </a:lnTo>
                  <a:lnTo>
                    <a:pt x="959" y="343"/>
                  </a:lnTo>
                  <a:lnTo>
                    <a:pt x="960" y="338"/>
                  </a:lnTo>
                  <a:lnTo>
                    <a:pt x="963" y="334"/>
                  </a:lnTo>
                  <a:lnTo>
                    <a:pt x="966" y="330"/>
                  </a:lnTo>
                  <a:lnTo>
                    <a:pt x="969" y="326"/>
                  </a:lnTo>
                  <a:lnTo>
                    <a:pt x="973" y="323"/>
                  </a:lnTo>
                  <a:lnTo>
                    <a:pt x="979" y="321"/>
                  </a:lnTo>
                  <a:lnTo>
                    <a:pt x="982" y="318"/>
                  </a:lnTo>
                  <a:lnTo>
                    <a:pt x="983" y="315"/>
                  </a:lnTo>
                  <a:lnTo>
                    <a:pt x="981" y="309"/>
                  </a:lnTo>
                  <a:lnTo>
                    <a:pt x="981" y="304"/>
                  </a:lnTo>
                  <a:lnTo>
                    <a:pt x="985" y="300"/>
                  </a:lnTo>
                  <a:lnTo>
                    <a:pt x="990" y="299"/>
                  </a:lnTo>
                  <a:lnTo>
                    <a:pt x="996" y="299"/>
                  </a:lnTo>
                  <a:lnTo>
                    <a:pt x="1001" y="297"/>
                  </a:lnTo>
                  <a:lnTo>
                    <a:pt x="1004" y="293"/>
                  </a:lnTo>
                  <a:lnTo>
                    <a:pt x="1007" y="290"/>
                  </a:lnTo>
                  <a:lnTo>
                    <a:pt x="1012" y="288"/>
                  </a:lnTo>
                  <a:lnTo>
                    <a:pt x="1017" y="290"/>
                  </a:lnTo>
                  <a:lnTo>
                    <a:pt x="1021" y="293"/>
                  </a:lnTo>
                  <a:lnTo>
                    <a:pt x="1025" y="294"/>
                  </a:lnTo>
                  <a:lnTo>
                    <a:pt x="1029" y="295"/>
                  </a:lnTo>
                  <a:lnTo>
                    <a:pt x="1032" y="296"/>
                  </a:lnTo>
                  <a:lnTo>
                    <a:pt x="1035" y="297"/>
                  </a:lnTo>
                  <a:lnTo>
                    <a:pt x="1038" y="298"/>
                  </a:lnTo>
                  <a:lnTo>
                    <a:pt x="1043" y="298"/>
                  </a:lnTo>
                  <a:lnTo>
                    <a:pt x="1049" y="296"/>
                  </a:lnTo>
                  <a:lnTo>
                    <a:pt x="1055" y="295"/>
                  </a:lnTo>
                  <a:lnTo>
                    <a:pt x="1060" y="297"/>
                  </a:lnTo>
                  <a:lnTo>
                    <a:pt x="1061" y="302"/>
                  </a:lnTo>
                  <a:lnTo>
                    <a:pt x="1059" y="308"/>
                  </a:lnTo>
                  <a:lnTo>
                    <a:pt x="1057" y="314"/>
                  </a:lnTo>
                  <a:lnTo>
                    <a:pt x="1058" y="317"/>
                  </a:lnTo>
                  <a:lnTo>
                    <a:pt x="1061" y="320"/>
                  </a:lnTo>
                  <a:lnTo>
                    <a:pt x="1064" y="323"/>
                  </a:lnTo>
                  <a:lnTo>
                    <a:pt x="1066" y="327"/>
                  </a:lnTo>
                  <a:lnTo>
                    <a:pt x="1065" y="330"/>
                  </a:lnTo>
                  <a:close/>
                </a:path>
              </a:pathLst>
            </a:custGeom>
            <a:solidFill>
              <a:srgbClr val="DA9FC0">
                <a:alpha val="32000"/>
              </a:srgbClr>
            </a:solidFill>
            <a:ln>
              <a:noFill/>
            </a:ln>
          </p:spPr>
          <p:txBody>
            <a:bodyPr anchor="ctr"/>
            <a:lstStyle/>
            <a:p>
              <a:pPr algn="ctr">
                <a:buNone/>
              </a:pPr>
            </a:p>
          </p:txBody>
        </p:sp>
        <p:sp>
          <p:nvSpPr>
            <p:cNvPr id="805" name="addition:spatial:187"/>
            <p:cNvSpPr>
              <a:spLocks noGrp="1"/>
            </p:cNvSpPr>
            <p:nvPr/>
          </p:nvSpPr>
          <p:spPr>
            <a:xfrm>
              <a:off x="5648325" y="1666875"/>
              <a:ext cx="1473053" cy="585307"/>
            </a:xfrm>
            <a:custGeom>
              <a:avLst/>
              <a:gdLst/>
              <a:ahLst/>
              <a:cxnLst/>
              <a:rect l="l" t="t" r="r" b="b"/>
              <a:pathLst>
                <a:path w="1111" h="346">
                  <a:moveTo>
                    <a:pt x="0" y="0"/>
                  </a:moveTo>
                  <a:moveTo>
                    <a:pt x="1100" y="300"/>
                  </a:moveTo>
                  <a:lnTo>
                    <a:pt x="1104" y="303"/>
                  </a:lnTo>
                  <a:lnTo>
                    <a:pt x="1106" y="307"/>
                  </a:lnTo>
                  <a:lnTo>
                    <a:pt x="1105" y="311"/>
                  </a:lnTo>
                  <a:lnTo>
                    <a:pt x="1103" y="314"/>
                  </a:lnTo>
                  <a:lnTo>
                    <a:pt x="1103" y="318"/>
                  </a:lnTo>
                  <a:lnTo>
                    <a:pt x="1102" y="322"/>
                  </a:lnTo>
                  <a:lnTo>
                    <a:pt x="1101" y="326"/>
                  </a:lnTo>
                  <a:lnTo>
                    <a:pt x="1099" y="329"/>
                  </a:lnTo>
                  <a:lnTo>
                    <a:pt x="1095" y="330"/>
                  </a:lnTo>
                  <a:lnTo>
                    <a:pt x="1092" y="332"/>
                  </a:lnTo>
                  <a:lnTo>
                    <a:pt x="1089" y="335"/>
                  </a:lnTo>
                  <a:lnTo>
                    <a:pt x="1087" y="338"/>
                  </a:lnTo>
                  <a:lnTo>
                    <a:pt x="1083" y="339"/>
                  </a:lnTo>
                  <a:lnTo>
                    <a:pt x="1078" y="337"/>
                  </a:lnTo>
                  <a:lnTo>
                    <a:pt x="1074" y="334"/>
                  </a:lnTo>
                  <a:lnTo>
                    <a:pt x="1070" y="333"/>
                  </a:lnTo>
                  <a:lnTo>
                    <a:pt x="1067" y="336"/>
                  </a:lnTo>
                  <a:lnTo>
                    <a:pt x="1063" y="342"/>
                  </a:lnTo>
                  <a:lnTo>
                    <a:pt x="1058" y="346"/>
                  </a:lnTo>
                  <a:lnTo>
                    <a:pt x="1053" y="346"/>
                  </a:lnTo>
                  <a:lnTo>
                    <a:pt x="1048" y="344"/>
                  </a:lnTo>
                  <a:lnTo>
                    <a:pt x="1044" y="341"/>
                  </a:lnTo>
                  <a:lnTo>
                    <a:pt x="1040" y="338"/>
                  </a:lnTo>
                  <a:lnTo>
                    <a:pt x="1037" y="335"/>
                  </a:lnTo>
                  <a:lnTo>
                    <a:pt x="1034" y="332"/>
                  </a:lnTo>
                  <a:lnTo>
                    <a:pt x="1032" y="327"/>
                  </a:lnTo>
                  <a:lnTo>
                    <a:pt x="1030" y="324"/>
                  </a:lnTo>
                  <a:lnTo>
                    <a:pt x="1026" y="322"/>
                  </a:lnTo>
                  <a:lnTo>
                    <a:pt x="1020" y="320"/>
                  </a:lnTo>
                  <a:lnTo>
                    <a:pt x="1015" y="318"/>
                  </a:lnTo>
                  <a:lnTo>
                    <a:pt x="1013" y="315"/>
                  </a:lnTo>
                  <a:lnTo>
                    <a:pt x="1013" y="310"/>
                  </a:lnTo>
                  <a:lnTo>
                    <a:pt x="1014" y="306"/>
                  </a:lnTo>
                  <a:lnTo>
                    <a:pt x="1012" y="303"/>
                  </a:lnTo>
                  <a:lnTo>
                    <a:pt x="1007" y="300"/>
                  </a:lnTo>
                  <a:lnTo>
                    <a:pt x="1003" y="295"/>
                  </a:lnTo>
                  <a:lnTo>
                    <a:pt x="1003" y="291"/>
                  </a:lnTo>
                  <a:lnTo>
                    <a:pt x="1007" y="287"/>
                  </a:lnTo>
                  <a:lnTo>
                    <a:pt x="1013" y="285"/>
                  </a:lnTo>
                  <a:lnTo>
                    <a:pt x="1018" y="283"/>
                  </a:lnTo>
                  <a:lnTo>
                    <a:pt x="1021" y="280"/>
                  </a:lnTo>
                  <a:lnTo>
                    <a:pt x="1024" y="277"/>
                  </a:lnTo>
                  <a:lnTo>
                    <a:pt x="1028" y="275"/>
                  </a:lnTo>
                  <a:lnTo>
                    <a:pt x="1031" y="273"/>
                  </a:lnTo>
                  <a:lnTo>
                    <a:pt x="1034" y="269"/>
                  </a:lnTo>
                  <a:lnTo>
                    <a:pt x="1035" y="264"/>
                  </a:lnTo>
                  <a:lnTo>
                    <a:pt x="1037" y="258"/>
                  </a:lnTo>
                  <a:lnTo>
                    <a:pt x="1041" y="255"/>
                  </a:lnTo>
                  <a:lnTo>
                    <a:pt x="1047" y="255"/>
                  </a:lnTo>
                  <a:lnTo>
                    <a:pt x="1054" y="258"/>
                  </a:lnTo>
                  <a:lnTo>
                    <a:pt x="1059" y="260"/>
                  </a:lnTo>
                  <a:lnTo>
                    <a:pt x="1063" y="259"/>
                  </a:lnTo>
                  <a:lnTo>
                    <a:pt x="1068" y="257"/>
                  </a:lnTo>
                  <a:lnTo>
                    <a:pt x="1072" y="257"/>
                  </a:lnTo>
                  <a:lnTo>
                    <a:pt x="1076" y="259"/>
                  </a:lnTo>
                  <a:lnTo>
                    <a:pt x="1079" y="262"/>
                  </a:lnTo>
                  <a:lnTo>
                    <a:pt x="1082" y="265"/>
                  </a:lnTo>
                  <a:lnTo>
                    <a:pt x="1085" y="266"/>
                  </a:lnTo>
                  <a:lnTo>
                    <a:pt x="1089" y="267"/>
                  </a:lnTo>
                  <a:lnTo>
                    <a:pt x="1093" y="268"/>
                  </a:lnTo>
                  <a:lnTo>
                    <a:pt x="1096" y="269"/>
                  </a:lnTo>
                  <a:lnTo>
                    <a:pt x="1099" y="271"/>
                  </a:lnTo>
                  <a:lnTo>
                    <a:pt x="1103" y="273"/>
                  </a:lnTo>
                  <a:lnTo>
                    <a:pt x="1108" y="275"/>
                  </a:lnTo>
                  <a:lnTo>
                    <a:pt x="1111" y="278"/>
                  </a:lnTo>
                  <a:lnTo>
                    <a:pt x="1109" y="283"/>
                  </a:lnTo>
                  <a:lnTo>
                    <a:pt x="1104" y="289"/>
                  </a:lnTo>
                  <a:lnTo>
                    <a:pt x="1099" y="293"/>
                  </a:lnTo>
                  <a:lnTo>
                    <a:pt x="1098" y="296"/>
                  </a:lnTo>
                  <a:close/>
                </a:path>
              </a:pathLst>
            </a:custGeom>
            <a:solidFill>
              <a:srgbClr val="DA9FC0">
                <a:alpha val="32000"/>
              </a:srgbClr>
            </a:solidFill>
            <a:ln>
              <a:noFill/>
            </a:ln>
          </p:spPr>
          <p:txBody>
            <a:bodyPr anchor="ctr"/>
            <a:lstStyle/>
            <a:p>
              <a:pPr algn="ctr">
                <a:buNone/>
              </a:pPr>
            </a:p>
          </p:txBody>
        </p:sp>
        <p:sp>
          <p:nvSpPr>
            <p:cNvPr id="806" name="addition:spatial:188"/>
            <p:cNvSpPr>
              <a:spLocks noGrp="1"/>
            </p:cNvSpPr>
            <p:nvPr/>
          </p:nvSpPr>
          <p:spPr>
            <a:xfrm>
              <a:off x="5648325" y="1666875"/>
              <a:ext cx="1548628" cy="608990"/>
            </a:xfrm>
            <a:custGeom>
              <a:avLst/>
              <a:gdLst/>
              <a:ahLst/>
              <a:cxnLst/>
              <a:rect l="l" t="t" r="r" b="b"/>
              <a:pathLst>
                <a:path w="1168" h="360">
                  <a:moveTo>
                    <a:pt x="0" y="0"/>
                  </a:moveTo>
                  <a:moveTo>
                    <a:pt x="1167" y="309"/>
                  </a:moveTo>
                  <a:lnTo>
                    <a:pt x="1168" y="313"/>
                  </a:lnTo>
                  <a:lnTo>
                    <a:pt x="1166" y="317"/>
                  </a:lnTo>
                  <a:lnTo>
                    <a:pt x="1162" y="321"/>
                  </a:lnTo>
                  <a:lnTo>
                    <a:pt x="1159" y="324"/>
                  </a:lnTo>
                  <a:lnTo>
                    <a:pt x="1157" y="328"/>
                  </a:lnTo>
                  <a:lnTo>
                    <a:pt x="1155" y="332"/>
                  </a:lnTo>
                  <a:lnTo>
                    <a:pt x="1153" y="336"/>
                  </a:lnTo>
                  <a:lnTo>
                    <a:pt x="1148" y="338"/>
                  </a:lnTo>
                  <a:lnTo>
                    <a:pt x="1142" y="338"/>
                  </a:lnTo>
                  <a:lnTo>
                    <a:pt x="1137" y="340"/>
                  </a:lnTo>
                  <a:lnTo>
                    <a:pt x="1135" y="344"/>
                  </a:lnTo>
                  <a:lnTo>
                    <a:pt x="1134" y="351"/>
                  </a:lnTo>
                  <a:lnTo>
                    <a:pt x="1131" y="357"/>
                  </a:lnTo>
                  <a:lnTo>
                    <a:pt x="1126" y="360"/>
                  </a:lnTo>
                  <a:lnTo>
                    <a:pt x="1120" y="359"/>
                  </a:lnTo>
                  <a:lnTo>
                    <a:pt x="1114" y="356"/>
                  </a:lnTo>
                  <a:lnTo>
                    <a:pt x="1109" y="353"/>
                  </a:lnTo>
                  <a:lnTo>
                    <a:pt x="1105" y="352"/>
                  </a:lnTo>
                  <a:lnTo>
                    <a:pt x="1101" y="351"/>
                  </a:lnTo>
                  <a:lnTo>
                    <a:pt x="1098" y="349"/>
                  </a:lnTo>
                  <a:lnTo>
                    <a:pt x="1094" y="347"/>
                  </a:lnTo>
                  <a:lnTo>
                    <a:pt x="1091" y="347"/>
                  </a:lnTo>
                  <a:lnTo>
                    <a:pt x="1086" y="348"/>
                  </a:lnTo>
                  <a:lnTo>
                    <a:pt x="1081" y="349"/>
                  </a:lnTo>
                  <a:lnTo>
                    <a:pt x="1076" y="348"/>
                  </a:lnTo>
                  <a:lnTo>
                    <a:pt x="1075" y="343"/>
                  </a:lnTo>
                  <a:lnTo>
                    <a:pt x="1074" y="339"/>
                  </a:lnTo>
                  <a:lnTo>
                    <a:pt x="1073" y="335"/>
                  </a:lnTo>
                  <a:lnTo>
                    <a:pt x="1069" y="333"/>
                  </a:lnTo>
                  <a:lnTo>
                    <a:pt x="1065" y="330"/>
                  </a:lnTo>
                  <a:lnTo>
                    <a:pt x="1062" y="327"/>
                  </a:lnTo>
                  <a:lnTo>
                    <a:pt x="1064" y="322"/>
                  </a:lnTo>
                  <a:lnTo>
                    <a:pt x="1068" y="317"/>
                  </a:lnTo>
                  <a:lnTo>
                    <a:pt x="1071" y="313"/>
                  </a:lnTo>
                  <a:lnTo>
                    <a:pt x="1072" y="309"/>
                  </a:lnTo>
                  <a:lnTo>
                    <a:pt x="1071" y="305"/>
                  </a:lnTo>
                  <a:lnTo>
                    <a:pt x="1070" y="302"/>
                  </a:lnTo>
                  <a:lnTo>
                    <a:pt x="1069" y="298"/>
                  </a:lnTo>
                  <a:lnTo>
                    <a:pt x="1068" y="293"/>
                  </a:lnTo>
                  <a:lnTo>
                    <a:pt x="1066" y="288"/>
                  </a:lnTo>
                  <a:lnTo>
                    <a:pt x="1064" y="282"/>
                  </a:lnTo>
                  <a:lnTo>
                    <a:pt x="1065" y="278"/>
                  </a:lnTo>
                  <a:lnTo>
                    <a:pt x="1070" y="276"/>
                  </a:lnTo>
                  <a:lnTo>
                    <a:pt x="1076" y="276"/>
                  </a:lnTo>
                  <a:lnTo>
                    <a:pt x="1082" y="277"/>
                  </a:lnTo>
                  <a:lnTo>
                    <a:pt x="1085" y="276"/>
                  </a:lnTo>
                  <a:lnTo>
                    <a:pt x="1087" y="272"/>
                  </a:lnTo>
                  <a:lnTo>
                    <a:pt x="1089" y="268"/>
                  </a:lnTo>
                  <a:lnTo>
                    <a:pt x="1093" y="266"/>
                  </a:lnTo>
                  <a:lnTo>
                    <a:pt x="1097" y="266"/>
                  </a:lnTo>
                  <a:lnTo>
                    <a:pt x="1101" y="267"/>
                  </a:lnTo>
                  <a:lnTo>
                    <a:pt x="1105" y="267"/>
                  </a:lnTo>
                  <a:lnTo>
                    <a:pt x="1109" y="264"/>
                  </a:lnTo>
                  <a:lnTo>
                    <a:pt x="1114" y="262"/>
                  </a:lnTo>
                  <a:lnTo>
                    <a:pt x="1119" y="262"/>
                  </a:lnTo>
                  <a:lnTo>
                    <a:pt x="1124" y="263"/>
                  </a:lnTo>
                  <a:lnTo>
                    <a:pt x="1129" y="265"/>
                  </a:lnTo>
                  <a:lnTo>
                    <a:pt x="1135" y="265"/>
                  </a:lnTo>
                  <a:lnTo>
                    <a:pt x="1140" y="267"/>
                  </a:lnTo>
                  <a:lnTo>
                    <a:pt x="1143" y="272"/>
                  </a:lnTo>
                  <a:lnTo>
                    <a:pt x="1143" y="278"/>
                  </a:lnTo>
                  <a:lnTo>
                    <a:pt x="1143" y="284"/>
                  </a:lnTo>
                  <a:lnTo>
                    <a:pt x="1144" y="288"/>
                  </a:lnTo>
                  <a:lnTo>
                    <a:pt x="1150" y="289"/>
                  </a:lnTo>
                  <a:lnTo>
                    <a:pt x="1158" y="290"/>
                  </a:lnTo>
                  <a:lnTo>
                    <a:pt x="1164" y="292"/>
                  </a:lnTo>
                  <a:lnTo>
                    <a:pt x="1167" y="296"/>
                  </a:lnTo>
                  <a:lnTo>
                    <a:pt x="1167" y="300"/>
                  </a:lnTo>
                  <a:lnTo>
                    <a:pt x="1167" y="305"/>
                  </a:lnTo>
                  <a:close/>
                </a:path>
              </a:pathLst>
            </a:custGeom>
            <a:solidFill>
              <a:srgbClr val="DA9FC0">
                <a:alpha val="32000"/>
              </a:srgbClr>
            </a:solidFill>
            <a:ln>
              <a:noFill/>
            </a:ln>
          </p:spPr>
          <p:txBody>
            <a:bodyPr anchor="ctr"/>
            <a:lstStyle/>
            <a:p>
              <a:pPr algn="ctr">
                <a:buNone/>
              </a:pPr>
            </a:p>
          </p:txBody>
        </p:sp>
        <p:sp>
          <p:nvSpPr>
            <p:cNvPr id="807" name="addition:spatial:189"/>
            <p:cNvSpPr>
              <a:spLocks noGrp="1"/>
            </p:cNvSpPr>
            <p:nvPr/>
          </p:nvSpPr>
          <p:spPr>
            <a:xfrm>
              <a:off x="5648325" y="1666875"/>
              <a:ext cx="1610944" cy="676656"/>
            </a:xfrm>
            <a:custGeom>
              <a:avLst/>
              <a:gdLst/>
              <a:ahLst/>
              <a:cxnLst/>
              <a:rect l="l" t="t" r="r" b="b"/>
              <a:pathLst>
                <a:path w="1215" h="400">
                  <a:moveTo>
                    <a:pt x="0" y="0"/>
                  </a:moveTo>
                  <a:moveTo>
                    <a:pt x="1205" y="347"/>
                  </a:moveTo>
                  <a:lnTo>
                    <a:pt x="1211" y="352"/>
                  </a:lnTo>
                  <a:lnTo>
                    <a:pt x="1215" y="357"/>
                  </a:lnTo>
                  <a:lnTo>
                    <a:pt x="1214" y="362"/>
                  </a:lnTo>
                  <a:lnTo>
                    <a:pt x="1209" y="366"/>
                  </a:lnTo>
                  <a:lnTo>
                    <a:pt x="1202" y="368"/>
                  </a:lnTo>
                  <a:lnTo>
                    <a:pt x="1197" y="371"/>
                  </a:lnTo>
                  <a:lnTo>
                    <a:pt x="1193" y="373"/>
                  </a:lnTo>
                  <a:lnTo>
                    <a:pt x="1189" y="376"/>
                  </a:lnTo>
                  <a:lnTo>
                    <a:pt x="1185" y="378"/>
                  </a:lnTo>
                  <a:lnTo>
                    <a:pt x="1181" y="381"/>
                  </a:lnTo>
                  <a:lnTo>
                    <a:pt x="1179" y="385"/>
                  </a:lnTo>
                  <a:lnTo>
                    <a:pt x="1177" y="392"/>
                  </a:lnTo>
                  <a:lnTo>
                    <a:pt x="1173" y="398"/>
                  </a:lnTo>
                  <a:lnTo>
                    <a:pt x="1168" y="400"/>
                  </a:lnTo>
                  <a:lnTo>
                    <a:pt x="1161" y="399"/>
                  </a:lnTo>
                  <a:lnTo>
                    <a:pt x="1155" y="396"/>
                  </a:lnTo>
                  <a:lnTo>
                    <a:pt x="1149" y="394"/>
                  </a:lnTo>
                  <a:lnTo>
                    <a:pt x="1144" y="395"/>
                  </a:lnTo>
                  <a:lnTo>
                    <a:pt x="1138" y="397"/>
                  </a:lnTo>
                  <a:lnTo>
                    <a:pt x="1133" y="397"/>
                  </a:lnTo>
                  <a:lnTo>
                    <a:pt x="1129" y="394"/>
                  </a:lnTo>
                  <a:lnTo>
                    <a:pt x="1126" y="389"/>
                  </a:lnTo>
                  <a:lnTo>
                    <a:pt x="1123" y="385"/>
                  </a:lnTo>
                  <a:lnTo>
                    <a:pt x="1119" y="384"/>
                  </a:lnTo>
                  <a:lnTo>
                    <a:pt x="1114" y="383"/>
                  </a:lnTo>
                  <a:lnTo>
                    <a:pt x="1110" y="381"/>
                  </a:lnTo>
                  <a:lnTo>
                    <a:pt x="1107" y="379"/>
                  </a:lnTo>
                  <a:lnTo>
                    <a:pt x="1103" y="377"/>
                  </a:lnTo>
                  <a:lnTo>
                    <a:pt x="1098" y="374"/>
                  </a:lnTo>
                  <a:lnTo>
                    <a:pt x="1093" y="372"/>
                  </a:lnTo>
                  <a:lnTo>
                    <a:pt x="1091" y="367"/>
                  </a:lnTo>
                  <a:lnTo>
                    <a:pt x="1094" y="361"/>
                  </a:lnTo>
                  <a:lnTo>
                    <a:pt x="1100" y="355"/>
                  </a:lnTo>
                  <a:lnTo>
                    <a:pt x="1106" y="351"/>
                  </a:lnTo>
                  <a:lnTo>
                    <a:pt x="1107" y="347"/>
                  </a:lnTo>
                  <a:lnTo>
                    <a:pt x="1105" y="343"/>
                  </a:lnTo>
                  <a:lnTo>
                    <a:pt x="1102" y="339"/>
                  </a:lnTo>
                  <a:lnTo>
                    <a:pt x="1101" y="334"/>
                  </a:lnTo>
                  <a:lnTo>
                    <a:pt x="1103" y="330"/>
                  </a:lnTo>
                  <a:lnTo>
                    <a:pt x="1106" y="326"/>
                  </a:lnTo>
                  <a:lnTo>
                    <a:pt x="1107" y="322"/>
                  </a:lnTo>
                  <a:lnTo>
                    <a:pt x="1108" y="317"/>
                  </a:lnTo>
                  <a:lnTo>
                    <a:pt x="1109" y="313"/>
                  </a:lnTo>
                  <a:lnTo>
                    <a:pt x="1113" y="310"/>
                  </a:lnTo>
                  <a:lnTo>
                    <a:pt x="1117" y="308"/>
                  </a:lnTo>
                  <a:lnTo>
                    <a:pt x="1121" y="305"/>
                  </a:lnTo>
                  <a:lnTo>
                    <a:pt x="1124" y="302"/>
                  </a:lnTo>
                  <a:lnTo>
                    <a:pt x="1127" y="300"/>
                  </a:lnTo>
                  <a:lnTo>
                    <a:pt x="1132" y="300"/>
                  </a:lnTo>
                  <a:lnTo>
                    <a:pt x="1137" y="303"/>
                  </a:lnTo>
                  <a:lnTo>
                    <a:pt x="1141" y="307"/>
                  </a:lnTo>
                  <a:lnTo>
                    <a:pt x="1145" y="307"/>
                  </a:lnTo>
                  <a:lnTo>
                    <a:pt x="1148" y="303"/>
                  </a:lnTo>
                  <a:lnTo>
                    <a:pt x="1153" y="298"/>
                  </a:lnTo>
                  <a:lnTo>
                    <a:pt x="1159" y="294"/>
                  </a:lnTo>
                  <a:lnTo>
                    <a:pt x="1164" y="294"/>
                  </a:lnTo>
                  <a:lnTo>
                    <a:pt x="1169" y="298"/>
                  </a:lnTo>
                  <a:lnTo>
                    <a:pt x="1173" y="301"/>
                  </a:lnTo>
                  <a:lnTo>
                    <a:pt x="1177" y="304"/>
                  </a:lnTo>
                  <a:lnTo>
                    <a:pt x="1181" y="308"/>
                  </a:lnTo>
                  <a:lnTo>
                    <a:pt x="1183" y="312"/>
                  </a:lnTo>
                  <a:lnTo>
                    <a:pt x="1185" y="317"/>
                  </a:lnTo>
                  <a:lnTo>
                    <a:pt x="1187" y="321"/>
                  </a:lnTo>
                  <a:lnTo>
                    <a:pt x="1191" y="324"/>
                  </a:lnTo>
                  <a:lnTo>
                    <a:pt x="1197" y="326"/>
                  </a:lnTo>
                  <a:lnTo>
                    <a:pt x="1202" y="330"/>
                  </a:lnTo>
                  <a:lnTo>
                    <a:pt x="1203" y="334"/>
                  </a:lnTo>
                  <a:lnTo>
                    <a:pt x="1202" y="339"/>
                  </a:lnTo>
                  <a:lnTo>
                    <a:pt x="1202" y="343"/>
                  </a:lnTo>
                  <a:close/>
                </a:path>
              </a:pathLst>
            </a:custGeom>
            <a:solidFill>
              <a:srgbClr val="DA9FC0">
                <a:alpha val="32000"/>
              </a:srgbClr>
            </a:solidFill>
            <a:ln>
              <a:noFill/>
            </a:ln>
          </p:spPr>
          <p:txBody>
            <a:bodyPr anchor="ctr"/>
            <a:lstStyle/>
            <a:p>
              <a:pPr algn="ctr">
                <a:buNone/>
              </a:pPr>
            </a:p>
          </p:txBody>
        </p:sp>
        <p:sp>
          <p:nvSpPr>
            <p:cNvPr id="808" name="addition:spatial:190"/>
            <p:cNvSpPr>
              <a:spLocks noGrp="1"/>
            </p:cNvSpPr>
            <p:nvPr/>
          </p:nvSpPr>
          <p:spPr>
            <a:xfrm>
              <a:off x="5648325" y="1666875"/>
              <a:ext cx="1585752" cy="754471"/>
            </a:xfrm>
            <a:custGeom>
              <a:avLst/>
              <a:gdLst/>
              <a:ahLst/>
              <a:cxnLst/>
              <a:rect l="l" t="t" r="r" b="b"/>
              <a:pathLst>
                <a:path w="1196" h="446">
                  <a:moveTo>
                    <a:pt x="0" y="0"/>
                  </a:moveTo>
                  <a:moveTo>
                    <a:pt x="1190" y="389"/>
                  </a:moveTo>
                  <a:lnTo>
                    <a:pt x="1184" y="393"/>
                  </a:lnTo>
                  <a:lnTo>
                    <a:pt x="1180" y="397"/>
                  </a:lnTo>
                  <a:lnTo>
                    <a:pt x="1178" y="402"/>
                  </a:lnTo>
                  <a:lnTo>
                    <a:pt x="1177" y="406"/>
                  </a:lnTo>
                  <a:lnTo>
                    <a:pt x="1174" y="410"/>
                  </a:lnTo>
                  <a:lnTo>
                    <a:pt x="1168" y="413"/>
                  </a:lnTo>
                  <a:lnTo>
                    <a:pt x="1164" y="416"/>
                  </a:lnTo>
                  <a:lnTo>
                    <a:pt x="1161" y="420"/>
                  </a:lnTo>
                  <a:lnTo>
                    <a:pt x="1158" y="425"/>
                  </a:lnTo>
                  <a:lnTo>
                    <a:pt x="1153" y="428"/>
                  </a:lnTo>
                  <a:lnTo>
                    <a:pt x="1147" y="430"/>
                  </a:lnTo>
                  <a:lnTo>
                    <a:pt x="1141" y="432"/>
                  </a:lnTo>
                  <a:lnTo>
                    <a:pt x="1136" y="435"/>
                  </a:lnTo>
                  <a:lnTo>
                    <a:pt x="1131" y="441"/>
                  </a:lnTo>
                  <a:lnTo>
                    <a:pt x="1126" y="445"/>
                  </a:lnTo>
                  <a:lnTo>
                    <a:pt x="1119" y="446"/>
                  </a:lnTo>
                  <a:lnTo>
                    <a:pt x="1112" y="441"/>
                  </a:lnTo>
                  <a:lnTo>
                    <a:pt x="1106" y="435"/>
                  </a:lnTo>
                  <a:lnTo>
                    <a:pt x="1102" y="430"/>
                  </a:lnTo>
                  <a:lnTo>
                    <a:pt x="1098" y="430"/>
                  </a:lnTo>
                  <a:lnTo>
                    <a:pt x="1092" y="432"/>
                  </a:lnTo>
                  <a:lnTo>
                    <a:pt x="1087" y="433"/>
                  </a:lnTo>
                  <a:lnTo>
                    <a:pt x="1081" y="433"/>
                  </a:lnTo>
                  <a:lnTo>
                    <a:pt x="1076" y="431"/>
                  </a:lnTo>
                  <a:lnTo>
                    <a:pt x="1071" y="430"/>
                  </a:lnTo>
                  <a:lnTo>
                    <a:pt x="1065" y="428"/>
                  </a:lnTo>
                  <a:lnTo>
                    <a:pt x="1061" y="425"/>
                  </a:lnTo>
                  <a:lnTo>
                    <a:pt x="1060" y="420"/>
                  </a:lnTo>
                  <a:lnTo>
                    <a:pt x="1061" y="414"/>
                  </a:lnTo>
                  <a:lnTo>
                    <a:pt x="1062" y="409"/>
                  </a:lnTo>
                  <a:lnTo>
                    <a:pt x="1060" y="406"/>
                  </a:lnTo>
                  <a:lnTo>
                    <a:pt x="1055" y="402"/>
                  </a:lnTo>
                  <a:lnTo>
                    <a:pt x="1052" y="398"/>
                  </a:lnTo>
                  <a:lnTo>
                    <a:pt x="1054" y="393"/>
                  </a:lnTo>
                  <a:lnTo>
                    <a:pt x="1060" y="389"/>
                  </a:lnTo>
                  <a:lnTo>
                    <a:pt x="1064" y="385"/>
                  </a:lnTo>
                  <a:lnTo>
                    <a:pt x="1063" y="381"/>
                  </a:lnTo>
                  <a:lnTo>
                    <a:pt x="1058" y="376"/>
                  </a:lnTo>
                  <a:lnTo>
                    <a:pt x="1053" y="370"/>
                  </a:lnTo>
                  <a:lnTo>
                    <a:pt x="1051" y="365"/>
                  </a:lnTo>
                  <a:lnTo>
                    <a:pt x="1053" y="360"/>
                  </a:lnTo>
                  <a:lnTo>
                    <a:pt x="1056" y="356"/>
                  </a:lnTo>
                  <a:lnTo>
                    <a:pt x="1060" y="353"/>
                  </a:lnTo>
                  <a:lnTo>
                    <a:pt x="1064" y="350"/>
                  </a:lnTo>
                  <a:lnTo>
                    <a:pt x="1071" y="349"/>
                  </a:lnTo>
                  <a:lnTo>
                    <a:pt x="1078" y="350"/>
                  </a:lnTo>
                  <a:lnTo>
                    <a:pt x="1084" y="352"/>
                  </a:lnTo>
                  <a:lnTo>
                    <a:pt x="1088" y="350"/>
                  </a:lnTo>
                  <a:lnTo>
                    <a:pt x="1091" y="345"/>
                  </a:lnTo>
                  <a:lnTo>
                    <a:pt x="1094" y="339"/>
                  </a:lnTo>
                  <a:lnTo>
                    <a:pt x="1099" y="336"/>
                  </a:lnTo>
                  <a:lnTo>
                    <a:pt x="1106" y="337"/>
                  </a:lnTo>
                  <a:lnTo>
                    <a:pt x="1112" y="339"/>
                  </a:lnTo>
                  <a:lnTo>
                    <a:pt x="1118" y="341"/>
                  </a:lnTo>
                  <a:lnTo>
                    <a:pt x="1125" y="339"/>
                  </a:lnTo>
                  <a:lnTo>
                    <a:pt x="1132" y="338"/>
                  </a:lnTo>
                  <a:lnTo>
                    <a:pt x="1140" y="338"/>
                  </a:lnTo>
                  <a:lnTo>
                    <a:pt x="1145" y="341"/>
                  </a:lnTo>
                  <a:lnTo>
                    <a:pt x="1150" y="346"/>
                  </a:lnTo>
                  <a:lnTo>
                    <a:pt x="1154" y="350"/>
                  </a:lnTo>
                  <a:lnTo>
                    <a:pt x="1158" y="354"/>
                  </a:lnTo>
                  <a:lnTo>
                    <a:pt x="1162" y="358"/>
                  </a:lnTo>
                  <a:lnTo>
                    <a:pt x="1164" y="362"/>
                  </a:lnTo>
                  <a:lnTo>
                    <a:pt x="1165" y="367"/>
                  </a:lnTo>
                  <a:lnTo>
                    <a:pt x="1169" y="370"/>
                  </a:lnTo>
                  <a:lnTo>
                    <a:pt x="1177" y="372"/>
                  </a:lnTo>
                  <a:lnTo>
                    <a:pt x="1188" y="374"/>
                  </a:lnTo>
                  <a:lnTo>
                    <a:pt x="1195" y="378"/>
                  </a:lnTo>
                  <a:lnTo>
                    <a:pt x="1196" y="383"/>
                  </a:lnTo>
                  <a:close/>
                </a:path>
              </a:pathLst>
            </a:custGeom>
            <a:solidFill>
              <a:srgbClr val="DA9FC0">
                <a:alpha val="32000"/>
              </a:srgbClr>
            </a:solidFill>
            <a:ln>
              <a:noFill/>
            </a:ln>
          </p:spPr>
          <p:txBody>
            <a:bodyPr anchor="ctr"/>
            <a:lstStyle/>
            <a:p>
              <a:pPr algn="ctr">
                <a:buNone/>
              </a:pPr>
            </a:p>
          </p:txBody>
        </p:sp>
        <p:sp>
          <p:nvSpPr>
            <p:cNvPr id="809" name="addition:spatial:191"/>
            <p:cNvSpPr>
              <a:spLocks noGrp="1"/>
            </p:cNvSpPr>
            <p:nvPr/>
          </p:nvSpPr>
          <p:spPr>
            <a:xfrm>
              <a:off x="5648325" y="1666875"/>
              <a:ext cx="1471727" cy="754471"/>
            </a:xfrm>
            <a:custGeom>
              <a:avLst/>
              <a:gdLst/>
              <a:ahLst/>
              <a:cxnLst/>
              <a:rect l="l" t="t" r="r" b="b"/>
              <a:pathLst>
                <a:path w="1110" h="446">
                  <a:moveTo>
                    <a:pt x="0" y="0"/>
                  </a:moveTo>
                  <a:moveTo>
                    <a:pt x="1104" y="394"/>
                  </a:moveTo>
                  <a:lnTo>
                    <a:pt x="1107" y="398"/>
                  </a:lnTo>
                  <a:lnTo>
                    <a:pt x="1110" y="403"/>
                  </a:lnTo>
                  <a:lnTo>
                    <a:pt x="1110" y="407"/>
                  </a:lnTo>
                  <a:lnTo>
                    <a:pt x="1108" y="411"/>
                  </a:lnTo>
                  <a:lnTo>
                    <a:pt x="1106" y="415"/>
                  </a:lnTo>
                  <a:lnTo>
                    <a:pt x="1106" y="420"/>
                  </a:lnTo>
                  <a:lnTo>
                    <a:pt x="1106" y="425"/>
                  </a:lnTo>
                  <a:lnTo>
                    <a:pt x="1103" y="429"/>
                  </a:lnTo>
                  <a:lnTo>
                    <a:pt x="1096" y="430"/>
                  </a:lnTo>
                  <a:lnTo>
                    <a:pt x="1088" y="428"/>
                  </a:lnTo>
                  <a:lnTo>
                    <a:pt x="1082" y="427"/>
                  </a:lnTo>
                  <a:lnTo>
                    <a:pt x="1078" y="428"/>
                  </a:lnTo>
                  <a:lnTo>
                    <a:pt x="1076" y="434"/>
                  </a:lnTo>
                  <a:lnTo>
                    <a:pt x="1073" y="440"/>
                  </a:lnTo>
                  <a:lnTo>
                    <a:pt x="1069" y="445"/>
                  </a:lnTo>
                  <a:lnTo>
                    <a:pt x="1063" y="446"/>
                  </a:lnTo>
                  <a:lnTo>
                    <a:pt x="1057" y="446"/>
                  </a:lnTo>
                  <a:lnTo>
                    <a:pt x="1050" y="446"/>
                  </a:lnTo>
                  <a:lnTo>
                    <a:pt x="1044" y="446"/>
                  </a:lnTo>
                  <a:lnTo>
                    <a:pt x="1038" y="444"/>
                  </a:lnTo>
                  <a:lnTo>
                    <a:pt x="1033" y="440"/>
                  </a:lnTo>
                  <a:lnTo>
                    <a:pt x="1029" y="435"/>
                  </a:lnTo>
                  <a:lnTo>
                    <a:pt x="1025" y="433"/>
                  </a:lnTo>
                  <a:lnTo>
                    <a:pt x="1019" y="432"/>
                  </a:lnTo>
                  <a:lnTo>
                    <a:pt x="1012" y="432"/>
                  </a:lnTo>
                  <a:lnTo>
                    <a:pt x="1008" y="429"/>
                  </a:lnTo>
                  <a:lnTo>
                    <a:pt x="1006" y="424"/>
                  </a:lnTo>
                  <a:lnTo>
                    <a:pt x="1006" y="419"/>
                  </a:lnTo>
                  <a:lnTo>
                    <a:pt x="1004" y="416"/>
                  </a:lnTo>
                  <a:lnTo>
                    <a:pt x="997" y="414"/>
                  </a:lnTo>
                  <a:lnTo>
                    <a:pt x="990" y="412"/>
                  </a:lnTo>
                  <a:lnTo>
                    <a:pt x="985" y="408"/>
                  </a:lnTo>
                  <a:lnTo>
                    <a:pt x="984" y="404"/>
                  </a:lnTo>
                  <a:lnTo>
                    <a:pt x="987" y="398"/>
                  </a:lnTo>
                  <a:lnTo>
                    <a:pt x="991" y="394"/>
                  </a:lnTo>
                  <a:lnTo>
                    <a:pt x="994" y="389"/>
                  </a:lnTo>
                  <a:lnTo>
                    <a:pt x="998" y="385"/>
                  </a:lnTo>
                  <a:lnTo>
                    <a:pt x="1003" y="382"/>
                  </a:lnTo>
                  <a:lnTo>
                    <a:pt x="1007" y="379"/>
                  </a:lnTo>
                  <a:lnTo>
                    <a:pt x="1010" y="375"/>
                  </a:lnTo>
                  <a:lnTo>
                    <a:pt x="1010" y="370"/>
                  </a:lnTo>
                  <a:lnTo>
                    <a:pt x="1008" y="364"/>
                  </a:lnTo>
                  <a:lnTo>
                    <a:pt x="1008" y="358"/>
                  </a:lnTo>
                  <a:lnTo>
                    <a:pt x="1012" y="354"/>
                  </a:lnTo>
                  <a:lnTo>
                    <a:pt x="1019" y="354"/>
                  </a:lnTo>
                  <a:lnTo>
                    <a:pt x="1025" y="353"/>
                  </a:lnTo>
                  <a:lnTo>
                    <a:pt x="1029" y="351"/>
                  </a:lnTo>
                  <a:lnTo>
                    <a:pt x="1033" y="347"/>
                  </a:lnTo>
                  <a:lnTo>
                    <a:pt x="1037" y="343"/>
                  </a:lnTo>
                  <a:lnTo>
                    <a:pt x="1042" y="343"/>
                  </a:lnTo>
                  <a:lnTo>
                    <a:pt x="1047" y="345"/>
                  </a:lnTo>
                  <a:lnTo>
                    <a:pt x="1051" y="348"/>
                  </a:lnTo>
                  <a:lnTo>
                    <a:pt x="1055" y="349"/>
                  </a:lnTo>
                  <a:lnTo>
                    <a:pt x="1059" y="349"/>
                  </a:lnTo>
                  <a:lnTo>
                    <a:pt x="1063" y="350"/>
                  </a:lnTo>
                  <a:lnTo>
                    <a:pt x="1067" y="351"/>
                  </a:lnTo>
                  <a:lnTo>
                    <a:pt x="1071" y="351"/>
                  </a:lnTo>
                  <a:lnTo>
                    <a:pt x="1076" y="351"/>
                  </a:lnTo>
                  <a:lnTo>
                    <a:pt x="1083" y="349"/>
                  </a:lnTo>
                  <a:lnTo>
                    <a:pt x="1090" y="348"/>
                  </a:lnTo>
                  <a:lnTo>
                    <a:pt x="1094" y="352"/>
                  </a:lnTo>
                  <a:lnTo>
                    <a:pt x="1094" y="358"/>
                  </a:lnTo>
                  <a:lnTo>
                    <a:pt x="1092" y="366"/>
                  </a:lnTo>
                  <a:lnTo>
                    <a:pt x="1090" y="371"/>
                  </a:lnTo>
                  <a:lnTo>
                    <a:pt x="1093" y="375"/>
                  </a:lnTo>
                  <a:lnTo>
                    <a:pt x="1097" y="377"/>
                  </a:lnTo>
                  <a:lnTo>
                    <a:pt x="1101" y="381"/>
                  </a:lnTo>
                  <a:lnTo>
                    <a:pt x="1103" y="385"/>
                  </a:lnTo>
                  <a:lnTo>
                    <a:pt x="1103" y="389"/>
                  </a:lnTo>
                  <a:close/>
                </a:path>
              </a:pathLst>
            </a:custGeom>
            <a:solidFill>
              <a:srgbClr val="DA9FC0">
                <a:alpha val="32000"/>
              </a:srgbClr>
            </a:solidFill>
            <a:ln>
              <a:noFill/>
            </a:ln>
          </p:spPr>
          <p:txBody>
            <a:bodyPr anchor="ctr"/>
            <a:lstStyle/>
            <a:p>
              <a:pPr algn="ctr">
                <a:buNone/>
              </a:pPr>
            </a:p>
          </p:txBody>
        </p:sp>
        <p:sp>
          <p:nvSpPr>
            <p:cNvPr id="810" name="addition:spatial:192"/>
            <p:cNvSpPr>
              <a:spLocks noGrp="1"/>
            </p:cNvSpPr>
            <p:nvPr/>
          </p:nvSpPr>
          <p:spPr>
            <a:xfrm>
              <a:off x="5648325" y="1666875"/>
              <a:ext cx="1388196" cy="717255"/>
            </a:xfrm>
            <a:custGeom>
              <a:avLst/>
              <a:gdLst/>
              <a:ahLst/>
              <a:cxnLst/>
              <a:rect l="l" t="t" r="r" b="b"/>
              <a:pathLst>
                <a:path w="1047" h="424">
                  <a:moveTo>
                    <a:pt x="0" y="0"/>
                  </a:moveTo>
                  <a:moveTo>
                    <a:pt x="1043" y="376"/>
                  </a:moveTo>
                  <a:lnTo>
                    <a:pt x="1046" y="380"/>
                  </a:lnTo>
                  <a:lnTo>
                    <a:pt x="1047" y="384"/>
                  </a:lnTo>
                  <a:lnTo>
                    <a:pt x="1044" y="387"/>
                  </a:lnTo>
                  <a:lnTo>
                    <a:pt x="1042" y="390"/>
                  </a:lnTo>
                  <a:lnTo>
                    <a:pt x="1041" y="393"/>
                  </a:lnTo>
                  <a:lnTo>
                    <a:pt x="1043" y="398"/>
                  </a:lnTo>
                  <a:lnTo>
                    <a:pt x="1044" y="403"/>
                  </a:lnTo>
                  <a:lnTo>
                    <a:pt x="1042" y="407"/>
                  </a:lnTo>
                  <a:lnTo>
                    <a:pt x="1038" y="408"/>
                  </a:lnTo>
                  <a:lnTo>
                    <a:pt x="1032" y="408"/>
                  </a:lnTo>
                  <a:lnTo>
                    <a:pt x="1027" y="407"/>
                  </a:lnTo>
                  <a:lnTo>
                    <a:pt x="1024" y="408"/>
                  </a:lnTo>
                  <a:lnTo>
                    <a:pt x="1021" y="410"/>
                  </a:lnTo>
                  <a:lnTo>
                    <a:pt x="1018" y="411"/>
                  </a:lnTo>
                  <a:lnTo>
                    <a:pt x="1015" y="413"/>
                  </a:lnTo>
                  <a:lnTo>
                    <a:pt x="1011" y="415"/>
                  </a:lnTo>
                  <a:lnTo>
                    <a:pt x="1007" y="419"/>
                  </a:lnTo>
                  <a:lnTo>
                    <a:pt x="1003" y="423"/>
                  </a:lnTo>
                  <a:lnTo>
                    <a:pt x="997" y="424"/>
                  </a:lnTo>
                  <a:lnTo>
                    <a:pt x="993" y="421"/>
                  </a:lnTo>
                  <a:lnTo>
                    <a:pt x="989" y="416"/>
                  </a:lnTo>
                  <a:lnTo>
                    <a:pt x="986" y="412"/>
                  </a:lnTo>
                  <a:lnTo>
                    <a:pt x="982" y="410"/>
                  </a:lnTo>
                  <a:lnTo>
                    <a:pt x="977" y="410"/>
                  </a:lnTo>
                  <a:lnTo>
                    <a:pt x="972" y="409"/>
                  </a:lnTo>
                  <a:lnTo>
                    <a:pt x="969" y="406"/>
                  </a:lnTo>
                  <a:lnTo>
                    <a:pt x="967" y="402"/>
                  </a:lnTo>
                  <a:lnTo>
                    <a:pt x="966" y="398"/>
                  </a:lnTo>
                  <a:lnTo>
                    <a:pt x="963" y="395"/>
                  </a:lnTo>
                  <a:lnTo>
                    <a:pt x="959" y="393"/>
                  </a:lnTo>
                  <a:lnTo>
                    <a:pt x="955" y="390"/>
                  </a:lnTo>
                  <a:lnTo>
                    <a:pt x="953" y="387"/>
                  </a:lnTo>
                  <a:lnTo>
                    <a:pt x="951" y="383"/>
                  </a:lnTo>
                  <a:lnTo>
                    <a:pt x="950" y="380"/>
                  </a:lnTo>
                  <a:lnTo>
                    <a:pt x="948" y="376"/>
                  </a:lnTo>
                  <a:lnTo>
                    <a:pt x="947" y="371"/>
                  </a:lnTo>
                  <a:lnTo>
                    <a:pt x="951" y="368"/>
                  </a:lnTo>
                  <a:lnTo>
                    <a:pt x="958" y="365"/>
                  </a:lnTo>
                  <a:lnTo>
                    <a:pt x="964" y="363"/>
                  </a:lnTo>
                  <a:lnTo>
                    <a:pt x="968" y="361"/>
                  </a:lnTo>
                  <a:lnTo>
                    <a:pt x="968" y="357"/>
                  </a:lnTo>
                  <a:lnTo>
                    <a:pt x="967" y="352"/>
                  </a:lnTo>
                  <a:lnTo>
                    <a:pt x="968" y="347"/>
                  </a:lnTo>
                  <a:lnTo>
                    <a:pt x="971" y="344"/>
                  </a:lnTo>
                  <a:lnTo>
                    <a:pt x="975" y="342"/>
                  </a:lnTo>
                  <a:lnTo>
                    <a:pt x="979" y="340"/>
                  </a:lnTo>
                  <a:lnTo>
                    <a:pt x="982" y="337"/>
                  </a:lnTo>
                  <a:lnTo>
                    <a:pt x="986" y="335"/>
                  </a:lnTo>
                  <a:lnTo>
                    <a:pt x="991" y="334"/>
                  </a:lnTo>
                  <a:lnTo>
                    <a:pt x="995" y="334"/>
                  </a:lnTo>
                  <a:lnTo>
                    <a:pt x="999" y="335"/>
                  </a:lnTo>
                  <a:lnTo>
                    <a:pt x="1003" y="334"/>
                  </a:lnTo>
                  <a:lnTo>
                    <a:pt x="1007" y="333"/>
                  </a:lnTo>
                  <a:lnTo>
                    <a:pt x="1011" y="334"/>
                  </a:lnTo>
                  <a:lnTo>
                    <a:pt x="1014" y="337"/>
                  </a:lnTo>
                  <a:lnTo>
                    <a:pt x="1016" y="341"/>
                  </a:lnTo>
                  <a:lnTo>
                    <a:pt x="1018" y="344"/>
                  </a:lnTo>
                  <a:lnTo>
                    <a:pt x="1022" y="343"/>
                  </a:lnTo>
                  <a:lnTo>
                    <a:pt x="1027" y="340"/>
                  </a:lnTo>
                  <a:lnTo>
                    <a:pt x="1033" y="339"/>
                  </a:lnTo>
                  <a:lnTo>
                    <a:pt x="1037" y="340"/>
                  </a:lnTo>
                  <a:lnTo>
                    <a:pt x="1038" y="345"/>
                  </a:lnTo>
                  <a:lnTo>
                    <a:pt x="1038" y="350"/>
                  </a:lnTo>
                  <a:lnTo>
                    <a:pt x="1039" y="354"/>
                  </a:lnTo>
                  <a:lnTo>
                    <a:pt x="1039" y="358"/>
                  </a:lnTo>
                  <a:lnTo>
                    <a:pt x="1039" y="362"/>
                  </a:lnTo>
                  <a:lnTo>
                    <a:pt x="1038" y="366"/>
                  </a:lnTo>
                  <a:lnTo>
                    <a:pt x="1038" y="369"/>
                  </a:lnTo>
                  <a:lnTo>
                    <a:pt x="1039" y="372"/>
                  </a:lnTo>
                  <a:close/>
                </a:path>
              </a:pathLst>
            </a:custGeom>
            <a:solidFill>
              <a:srgbClr val="DA9FC0">
                <a:alpha val="32000"/>
              </a:srgbClr>
            </a:solidFill>
            <a:ln>
              <a:noFill/>
            </a:ln>
          </p:spPr>
          <p:txBody>
            <a:bodyPr anchor="ctr"/>
            <a:lstStyle/>
            <a:p>
              <a:pPr algn="ctr">
                <a:buNone/>
              </a:pPr>
            </a:p>
          </p:txBody>
        </p:sp>
        <p:sp>
          <p:nvSpPr>
            <p:cNvPr id="811" name="addition:spatial:193"/>
            <p:cNvSpPr>
              <a:spLocks noGrp="1"/>
            </p:cNvSpPr>
            <p:nvPr/>
          </p:nvSpPr>
          <p:spPr>
            <a:xfrm>
              <a:off x="5648325" y="1666875"/>
              <a:ext cx="1543324" cy="717255"/>
            </a:xfrm>
            <a:custGeom>
              <a:avLst/>
              <a:gdLst/>
              <a:ahLst/>
              <a:cxnLst/>
              <a:rect l="l" t="t" r="r" b="b"/>
              <a:pathLst>
                <a:path w="1164" h="424">
                  <a:moveTo>
                    <a:pt x="0" y="0"/>
                  </a:moveTo>
                  <a:moveTo>
                    <a:pt x="1146" y="369"/>
                  </a:moveTo>
                  <a:lnTo>
                    <a:pt x="1141" y="373"/>
                  </a:lnTo>
                  <a:lnTo>
                    <a:pt x="1141" y="377"/>
                  </a:lnTo>
                  <a:lnTo>
                    <a:pt x="1143" y="382"/>
                  </a:lnTo>
                  <a:lnTo>
                    <a:pt x="1144" y="387"/>
                  </a:lnTo>
                  <a:lnTo>
                    <a:pt x="1140" y="392"/>
                  </a:lnTo>
                  <a:lnTo>
                    <a:pt x="1135" y="395"/>
                  </a:lnTo>
                  <a:lnTo>
                    <a:pt x="1131" y="399"/>
                  </a:lnTo>
                  <a:lnTo>
                    <a:pt x="1129" y="404"/>
                  </a:lnTo>
                  <a:lnTo>
                    <a:pt x="1127" y="409"/>
                  </a:lnTo>
                  <a:lnTo>
                    <a:pt x="1123" y="413"/>
                  </a:lnTo>
                  <a:lnTo>
                    <a:pt x="1117" y="416"/>
                  </a:lnTo>
                  <a:lnTo>
                    <a:pt x="1112" y="418"/>
                  </a:lnTo>
                  <a:lnTo>
                    <a:pt x="1107" y="421"/>
                  </a:lnTo>
                  <a:lnTo>
                    <a:pt x="1102" y="424"/>
                  </a:lnTo>
                  <a:lnTo>
                    <a:pt x="1096" y="424"/>
                  </a:lnTo>
                  <a:lnTo>
                    <a:pt x="1090" y="420"/>
                  </a:lnTo>
                  <a:lnTo>
                    <a:pt x="1084" y="415"/>
                  </a:lnTo>
                  <a:lnTo>
                    <a:pt x="1080" y="411"/>
                  </a:lnTo>
                  <a:lnTo>
                    <a:pt x="1076" y="413"/>
                  </a:lnTo>
                  <a:lnTo>
                    <a:pt x="1070" y="418"/>
                  </a:lnTo>
                  <a:lnTo>
                    <a:pt x="1063" y="423"/>
                  </a:lnTo>
                  <a:lnTo>
                    <a:pt x="1056" y="424"/>
                  </a:lnTo>
                  <a:lnTo>
                    <a:pt x="1051" y="421"/>
                  </a:lnTo>
                  <a:lnTo>
                    <a:pt x="1047" y="416"/>
                  </a:lnTo>
                  <a:lnTo>
                    <a:pt x="1043" y="413"/>
                  </a:lnTo>
                  <a:lnTo>
                    <a:pt x="1039" y="409"/>
                  </a:lnTo>
                  <a:lnTo>
                    <a:pt x="1035" y="405"/>
                  </a:lnTo>
                  <a:lnTo>
                    <a:pt x="1034" y="400"/>
                  </a:lnTo>
                  <a:lnTo>
                    <a:pt x="1033" y="394"/>
                  </a:lnTo>
                  <a:lnTo>
                    <a:pt x="1031" y="390"/>
                  </a:lnTo>
                  <a:lnTo>
                    <a:pt x="1026" y="387"/>
                  </a:lnTo>
                  <a:lnTo>
                    <a:pt x="1020" y="383"/>
                  </a:lnTo>
                  <a:lnTo>
                    <a:pt x="1018" y="378"/>
                  </a:lnTo>
                  <a:lnTo>
                    <a:pt x="1020" y="373"/>
                  </a:lnTo>
                  <a:lnTo>
                    <a:pt x="1022" y="369"/>
                  </a:lnTo>
                  <a:lnTo>
                    <a:pt x="1020" y="364"/>
                  </a:lnTo>
                  <a:lnTo>
                    <a:pt x="1014" y="359"/>
                  </a:lnTo>
                  <a:lnTo>
                    <a:pt x="1007" y="352"/>
                  </a:lnTo>
                  <a:lnTo>
                    <a:pt x="1004" y="346"/>
                  </a:lnTo>
                  <a:lnTo>
                    <a:pt x="1008" y="342"/>
                  </a:lnTo>
                  <a:lnTo>
                    <a:pt x="1016" y="339"/>
                  </a:lnTo>
                  <a:lnTo>
                    <a:pt x="1024" y="338"/>
                  </a:lnTo>
                  <a:lnTo>
                    <a:pt x="1029" y="336"/>
                  </a:lnTo>
                  <a:lnTo>
                    <a:pt x="1034" y="333"/>
                  </a:lnTo>
                  <a:lnTo>
                    <a:pt x="1039" y="331"/>
                  </a:lnTo>
                  <a:lnTo>
                    <a:pt x="1045" y="329"/>
                  </a:lnTo>
                  <a:lnTo>
                    <a:pt x="1049" y="326"/>
                  </a:lnTo>
                  <a:lnTo>
                    <a:pt x="1053" y="321"/>
                  </a:lnTo>
                  <a:lnTo>
                    <a:pt x="1057" y="315"/>
                  </a:lnTo>
                  <a:lnTo>
                    <a:pt x="1063" y="310"/>
                  </a:lnTo>
                  <a:lnTo>
                    <a:pt x="1071" y="310"/>
                  </a:lnTo>
                  <a:lnTo>
                    <a:pt x="1079" y="313"/>
                  </a:lnTo>
                  <a:lnTo>
                    <a:pt x="1086" y="316"/>
                  </a:lnTo>
                  <a:lnTo>
                    <a:pt x="1093" y="316"/>
                  </a:lnTo>
                  <a:lnTo>
                    <a:pt x="1100" y="314"/>
                  </a:lnTo>
                  <a:lnTo>
                    <a:pt x="1108" y="313"/>
                  </a:lnTo>
                  <a:lnTo>
                    <a:pt x="1115" y="316"/>
                  </a:lnTo>
                  <a:lnTo>
                    <a:pt x="1119" y="322"/>
                  </a:lnTo>
                  <a:lnTo>
                    <a:pt x="1121" y="328"/>
                  </a:lnTo>
                  <a:lnTo>
                    <a:pt x="1125" y="332"/>
                  </a:lnTo>
                  <a:lnTo>
                    <a:pt x="1130" y="334"/>
                  </a:lnTo>
                  <a:lnTo>
                    <a:pt x="1136" y="336"/>
                  </a:lnTo>
                  <a:lnTo>
                    <a:pt x="1141" y="338"/>
                  </a:lnTo>
                  <a:lnTo>
                    <a:pt x="1146" y="341"/>
                  </a:lnTo>
                  <a:lnTo>
                    <a:pt x="1152" y="344"/>
                  </a:lnTo>
                  <a:lnTo>
                    <a:pt x="1159" y="347"/>
                  </a:lnTo>
                  <a:lnTo>
                    <a:pt x="1164" y="352"/>
                  </a:lnTo>
                  <a:lnTo>
                    <a:pt x="1163" y="358"/>
                  </a:lnTo>
                  <a:lnTo>
                    <a:pt x="1155" y="364"/>
                  </a:lnTo>
                  <a:close/>
                </a:path>
              </a:pathLst>
            </a:custGeom>
            <a:solidFill>
              <a:srgbClr val="DA9FC0">
                <a:alpha val="32000"/>
              </a:srgbClr>
            </a:solidFill>
            <a:ln>
              <a:noFill/>
            </a:ln>
          </p:spPr>
          <p:txBody>
            <a:bodyPr anchor="ctr"/>
            <a:lstStyle/>
            <a:p>
              <a:pPr algn="ctr">
                <a:buNone/>
              </a:pPr>
            </a:p>
          </p:txBody>
        </p:sp>
        <p:sp>
          <p:nvSpPr>
            <p:cNvPr id="812" name="addition:spatial:194"/>
            <p:cNvSpPr>
              <a:spLocks noGrp="1"/>
            </p:cNvSpPr>
            <p:nvPr/>
          </p:nvSpPr>
          <p:spPr>
            <a:xfrm>
              <a:off x="5648325" y="1666875"/>
              <a:ext cx="1580449" cy="779846"/>
            </a:xfrm>
            <a:custGeom>
              <a:avLst/>
              <a:gdLst/>
              <a:ahLst/>
              <a:cxnLst/>
              <a:rect l="l" t="t" r="r" b="b"/>
              <a:pathLst>
                <a:path w="1192" h="461">
                  <a:moveTo>
                    <a:pt x="0" y="0"/>
                  </a:moveTo>
                  <a:moveTo>
                    <a:pt x="1191" y="359"/>
                  </a:moveTo>
                  <a:lnTo>
                    <a:pt x="1192" y="367"/>
                  </a:lnTo>
                  <a:lnTo>
                    <a:pt x="1187" y="375"/>
                  </a:lnTo>
                  <a:lnTo>
                    <a:pt x="1182" y="382"/>
                  </a:lnTo>
                  <a:lnTo>
                    <a:pt x="1182" y="390"/>
                  </a:lnTo>
                  <a:lnTo>
                    <a:pt x="1186" y="400"/>
                  </a:lnTo>
                  <a:lnTo>
                    <a:pt x="1188" y="410"/>
                  </a:lnTo>
                  <a:lnTo>
                    <a:pt x="1182" y="417"/>
                  </a:lnTo>
                  <a:lnTo>
                    <a:pt x="1169" y="419"/>
                  </a:lnTo>
                  <a:lnTo>
                    <a:pt x="1155" y="418"/>
                  </a:lnTo>
                  <a:lnTo>
                    <a:pt x="1145" y="418"/>
                  </a:lnTo>
                  <a:lnTo>
                    <a:pt x="1138" y="423"/>
                  </a:lnTo>
                  <a:lnTo>
                    <a:pt x="1133" y="429"/>
                  </a:lnTo>
                  <a:lnTo>
                    <a:pt x="1126" y="435"/>
                  </a:lnTo>
                  <a:lnTo>
                    <a:pt x="1117" y="440"/>
                  </a:lnTo>
                  <a:lnTo>
                    <a:pt x="1108" y="446"/>
                  </a:lnTo>
                  <a:lnTo>
                    <a:pt x="1099" y="454"/>
                  </a:lnTo>
                  <a:lnTo>
                    <a:pt x="1087" y="461"/>
                  </a:lnTo>
                  <a:lnTo>
                    <a:pt x="1075" y="461"/>
                  </a:lnTo>
                  <a:lnTo>
                    <a:pt x="1064" y="453"/>
                  </a:lnTo>
                  <a:lnTo>
                    <a:pt x="1055" y="442"/>
                  </a:lnTo>
                  <a:lnTo>
                    <a:pt x="1047" y="434"/>
                  </a:lnTo>
                  <a:lnTo>
                    <a:pt x="1037" y="433"/>
                  </a:lnTo>
                  <a:lnTo>
                    <a:pt x="1025" y="434"/>
                  </a:lnTo>
                  <a:lnTo>
                    <a:pt x="1014" y="434"/>
                  </a:lnTo>
                  <a:lnTo>
                    <a:pt x="1007" y="428"/>
                  </a:lnTo>
                  <a:lnTo>
                    <a:pt x="1003" y="419"/>
                  </a:lnTo>
                  <a:lnTo>
                    <a:pt x="1000" y="412"/>
                  </a:lnTo>
                  <a:lnTo>
                    <a:pt x="992" y="407"/>
                  </a:lnTo>
                  <a:lnTo>
                    <a:pt x="982" y="404"/>
                  </a:lnTo>
                  <a:lnTo>
                    <a:pt x="973" y="399"/>
                  </a:lnTo>
                  <a:lnTo>
                    <a:pt x="968" y="392"/>
                  </a:lnTo>
                  <a:lnTo>
                    <a:pt x="966" y="384"/>
                  </a:lnTo>
                  <a:lnTo>
                    <a:pt x="964" y="376"/>
                  </a:lnTo>
                  <a:lnTo>
                    <a:pt x="962" y="368"/>
                  </a:lnTo>
                  <a:lnTo>
                    <a:pt x="964" y="359"/>
                  </a:lnTo>
                  <a:lnTo>
                    <a:pt x="974" y="351"/>
                  </a:lnTo>
                  <a:lnTo>
                    <a:pt x="989" y="345"/>
                  </a:lnTo>
                  <a:lnTo>
                    <a:pt x="1001" y="340"/>
                  </a:lnTo>
                  <a:lnTo>
                    <a:pt x="1005" y="334"/>
                  </a:lnTo>
                  <a:lnTo>
                    <a:pt x="1000" y="324"/>
                  </a:lnTo>
                  <a:lnTo>
                    <a:pt x="994" y="313"/>
                  </a:lnTo>
                  <a:lnTo>
                    <a:pt x="995" y="303"/>
                  </a:lnTo>
                  <a:lnTo>
                    <a:pt x="1002" y="296"/>
                  </a:lnTo>
                  <a:lnTo>
                    <a:pt x="1012" y="292"/>
                  </a:lnTo>
                  <a:lnTo>
                    <a:pt x="1021" y="288"/>
                  </a:lnTo>
                  <a:lnTo>
                    <a:pt x="1027" y="282"/>
                  </a:lnTo>
                  <a:lnTo>
                    <a:pt x="1035" y="277"/>
                  </a:lnTo>
                  <a:lnTo>
                    <a:pt x="1044" y="275"/>
                  </a:lnTo>
                  <a:lnTo>
                    <a:pt x="1054" y="276"/>
                  </a:lnTo>
                  <a:lnTo>
                    <a:pt x="1062" y="276"/>
                  </a:lnTo>
                  <a:lnTo>
                    <a:pt x="1070" y="274"/>
                  </a:lnTo>
                  <a:lnTo>
                    <a:pt x="1077" y="272"/>
                  </a:lnTo>
                  <a:lnTo>
                    <a:pt x="1085" y="273"/>
                  </a:lnTo>
                  <a:lnTo>
                    <a:pt x="1092" y="278"/>
                  </a:lnTo>
                  <a:lnTo>
                    <a:pt x="1098" y="284"/>
                  </a:lnTo>
                  <a:lnTo>
                    <a:pt x="1104" y="286"/>
                  </a:lnTo>
                  <a:lnTo>
                    <a:pt x="1115" y="281"/>
                  </a:lnTo>
                  <a:lnTo>
                    <a:pt x="1128" y="274"/>
                  </a:lnTo>
                  <a:lnTo>
                    <a:pt x="1141" y="272"/>
                  </a:lnTo>
                  <a:lnTo>
                    <a:pt x="1149" y="278"/>
                  </a:lnTo>
                  <a:lnTo>
                    <a:pt x="1151" y="289"/>
                  </a:lnTo>
                  <a:lnTo>
                    <a:pt x="1152" y="300"/>
                  </a:lnTo>
                  <a:lnTo>
                    <a:pt x="1153" y="309"/>
                  </a:lnTo>
                  <a:lnTo>
                    <a:pt x="1157" y="316"/>
                  </a:lnTo>
                  <a:lnTo>
                    <a:pt x="1161" y="324"/>
                  </a:lnTo>
                  <a:lnTo>
                    <a:pt x="1162" y="331"/>
                  </a:lnTo>
                  <a:lnTo>
                    <a:pt x="1165" y="338"/>
                  </a:lnTo>
                  <a:lnTo>
                    <a:pt x="1172" y="344"/>
                  </a:lnTo>
                  <a:lnTo>
                    <a:pt x="1183" y="351"/>
                  </a:lnTo>
                  <a:close/>
                </a:path>
              </a:pathLst>
            </a:custGeom>
            <a:solidFill>
              <a:srgbClr val="CC79A7">
                <a:alpha val="37000"/>
              </a:srgbClr>
            </a:solidFill>
            <a:ln>
              <a:noFill/>
            </a:ln>
          </p:spPr>
          <p:txBody>
            <a:bodyPr anchor="ctr"/>
            <a:lstStyle/>
            <a:p>
              <a:pPr algn="ctr">
                <a:buNone/>
              </a:pPr>
            </a:p>
          </p:txBody>
        </p:sp>
        <p:sp>
          <p:nvSpPr>
            <p:cNvPr id="813" name="addition:spatial:195"/>
            <p:cNvSpPr>
              <a:spLocks noGrp="1"/>
            </p:cNvSpPr>
            <p:nvPr/>
          </p:nvSpPr>
          <p:spPr>
            <a:xfrm>
              <a:off x="5648325" y="1666875"/>
              <a:ext cx="1443883" cy="636057"/>
            </a:xfrm>
            <a:custGeom>
              <a:avLst/>
              <a:gdLst/>
              <a:ahLst/>
              <a:cxnLst/>
              <a:rect l="l" t="t" r="r" b="b"/>
              <a:pathLst>
                <a:path w="1089" h="376">
                  <a:moveTo>
                    <a:pt x="0" y="0"/>
                  </a:moveTo>
                  <a:moveTo>
                    <a:pt x="1087" y="338"/>
                  </a:moveTo>
                  <a:lnTo>
                    <a:pt x="1085" y="341"/>
                  </a:lnTo>
                  <a:lnTo>
                    <a:pt x="1083" y="345"/>
                  </a:lnTo>
                  <a:lnTo>
                    <a:pt x="1082" y="348"/>
                  </a:lnTo>
                  <a:lnTo>
                    <a:pt x="1079" y="351"/>
                  </a:lnTo>
                  <a:lnTo>
                    <a:pt x="1074" y="353"/>
                  </a:lnTo>
                  <a:lnTo>
                    <a:pt x="1070" y="355"/>
                  </a:lnTo>
                  <a:lnTo>
                    <a:pt x="1069" y="358"/>
                  </a:lnTo>
                  <a:lnTo>
                    <a:pt x="1070" y="363"/>
                  </a:lnTo>
                  <a:lnTo>
                    <a:pt x="1071" y="369"/>
                  </a:lnTo>
                  <a:lnTo>
                    <a:pt x="1070" y="374"/>
                  </a:lnTo>
                  <a:lnTo>
                    <a:pt x="1066" y="376"/>
                  </a:lnTo>
                  <a:lnTo>
                    <a:pt x="1060" y="375"/>
                  </a:lnTo>
                  <a:lnTo>
                    <a:pt x="1055" y="374"/>
                  </a:lnTo>
                  <a:lnTo>
                    <a:pt x="1052" y="374"/>
                  </a:lnTo>
                  <a:lnTo>
                    <a:pt x="1048" y="375"/>
                  </a:lnTo>
                  <a:lnTo>
                    <a:pt x="1045" y="375"/>
                  </a:lnTo>
                  <a:lnTo>
                    <a:pt x="1042" y="374"/>
                  </a:lnTo>
                  <a:lnTo>
                    <a:pt x="1039" y="373"/>
                  </a:lnTo>
                  <a:lnTo>
                    <a:pt x="1036" y="374"/>
                  </a:lnTo>
                  <a:lnTo>
                    <a:pt x="1033" y="376"/>
                  </a:lnTo>
                  <a:lnTo>
                    <a:pt x="1029" y="376"/>
                  </a:lnTo>
                  <a:lnTo>
                    <a:pt x="1026" y="375"/>
                  </a:lnTo>
                  <a:lnTo>
                    <a:pt x="1024" y="372"/>
                  </a:lnTo>
                  <a:lnTo>
                    <a:pt x="1021" y="369"/>
                  </a:lnTo>
                  <a:lnTo>
                    <a:pt x="1018" y="369"/>
                  </a:lnTo>
                  <a:lnTo>
                    <a:pt x="1012" y="369"/>
                  </a:lnTo>
                  <a:lnTo>
                    <a:pt x="1008" y="368"/>
                  </a:lnTo>
                  <a:lnTo>
                    <a:pt x="1006" y="364"/>
                  </a:lnTo>
                  <a:lnTo>
                    <a:pt x="1008" y="358"/>
                  </a:lnTo>
                  <a:lnTo>
                    <a:pt x="1010" y="353"/>
                  </a:lnTo>
                  <a:lnTo>
                    <a:pt x="1011" y="349"/>
                  </a:lnTo>
                  <a:lnTo>
                    <a:pt x="1009" y="347"/>
                  </a:lnTo>
                  <a:lnTo>
                    <a:pt x="1006" y="344"/>
                  </a:lnTo>
                  <a:lnTo>
                    <a:pt x="1004" y="341"/>
                  </a:lnTo>
                  <a:lnTo>
                    <a:pt x="1002" y="338"/>
                  </a:lnTo>
                  <a:lnTo>
                    <a:pt x="999" y="334"/>
                  </a:lnTo>
                  <a:lnTo>
                    <a:pt x="996" y="330"/>
                  </a:lnTo>
                  <a:lnTo>
                    <a:pt x="994" y="326"/>
                  </a:lnTo>
                  <a:lnTo>
                    <a:pt x="995" y="322"/>
                  </a:lnTo>
                  <a:lnTo>
                    <a:pt x="999" y="320"/>
                  </a:lnTo>
                  <a:lnTo>
                    <a:pt x="1004" y="318"/>
                  </a:lnTo>
                  <a:lnTo>
                    <a:pt x="1007" y="316"/>
                  </a:lnTo>
                  <a:lnTo>
                    <a:pt x="1008" y="313"/>
                  </a:lnTo>
                  <a:lnTo>
                    <a:pt x="1008" y="309"/>
                  </a:lnTo>
                  <a:lnTo>
                    <a:pt x="1011" y="306"/>
                  </a:lnTo>
                  <a:lnTo>
                    <a:pt x="1015" y="305"/>
                  </a:lnTo>
                  <a:lnTo>
                    <a:pt x="1020" y="306"/>
                  </a:lnTo>
                  <a:lnTo>
                    <a:pt x="1024" y="306"/>
                  </a:lnTo>
                  <a:lnTo>
                    <a:pt x="1027" y="304"/>
                  </a:lnTo>
                  <a:lnTo>
                    <a:pt x="1030" y="300"/>
                  </a:lnTo>
                  <a:lnTo>
                    <a:pt x="1034" y="297"/>
                  </a:lnTo>
                  <a:lnTo>
                    <a:pt x="1038" y="295"/>
                  </a:lnTo>
                  <a:lnTo>
                    <a:pt x="1043" y="295"/>
                  </a:lnTo>
                  <a:lnTo>
                    <a:pt x="1048" y="295"/>
                  </a:lnTo>
                  <a:lnTo>
                    <a:pt x="1053" y="295"/>
                  </a:lnTo>
                  <a:lnTo>
                    <a:pt x="1057" y="297"/>
                  </a:lnTo>
                  <a:lnTo>
                    <a:pt x="1060" y="301"/>
                  </a:lnTo>
                  <a:lnTo>
                    <a:pt x="1062" y="307"/>
                  </a:lnTo>
                  <a:lnTo>
                    <a:pt x="1063" y="311"/>
                  </a:lnTo>
                  <a:lnTo>
                    <a:pt x="1067" y="312"/>
                  </a:lnTo>
                  <a:lnTo>
                    <a:pt x="1072" y="311"/>
                  </a:lnTo>
                  <a:lnTo>
                    <a:pt x="1078" y="311"/>
                  </a:lnTo>
                  <a:lnTo>
                    <a:pt x="1082" y="313"/>
                  </a:lnTo>
                  <a:lnTo>
                    <a:pt x="1083" y="317"/>
                  </a:lnTo>
                  <a:lnTo>
                    <a:pt x="1083" y="320"/>
                  </a:lnTo>
                  <a:lnTo>
                    <a:pt x="1085" y="324"/>
                  </a:lnTo>
                  <a:lnTo>
                    <a:pt x="1087" y="327"/>
                  </a:lnTo>
                  <a:lnTo>
                    <a:pt x="1089" y="330"/>
                  </a:lnTo>
                  <a:lnTo>
                    <a:pt x="1089" y="334"/>
                  </a:lnTo>
                  <a:close/>
                </a:path>
              </a:pathLst>
            </a:custGeom>
            <a:solidFill>
              <a:srgbClr val="CC79A7">
                <a:alpha val="36000"/>
              </a:srgbClr>
            </a:solidFill>
            <a:ln>
              <a:noFill/>
            </a:ln>
          </p:spPr>
          <p:txBody>
            <a:bodyPr anchor="ctr"/>
            <a:lstStyle/>
            <a:p>
              <a:pPr algn="ctr">
                <a:buNone/>
              </a:pPr>
            </a:p>
          </p:txBody>
        </p:sp>
        <p:sp>
          <p:nvSpPr>
            <p:cNvPr id="814" name="addition:spatial:196"/>
            <p:cNvSpPr>
              <a:spLocks noGrp="1"/>
            </p:cNvSpPr>
            <p:nvPr/>
          </p:nvSpPr>
          <p:spPr>
            <a:xfrm>
              <a:off x="5648325" y="1666875"/>
              <a:ext cx="1512829" cy="605607"/>
            </a:xfrm>
            <a:custGeom>
              <a:avLst/>
              <a:gdLst/>
              <a:ahLst/>
              <a:cxnLst/>
              <a:rect l="l" t="t" r="r" b="b"/>
              <a:pathLst>
                <a:path w="1141" h="358">
                  <a:moveTo>
                    <a:pt x="0" y="0"/>
                  </a:moveTo>
                  <a:moveTo>
                    <a:pt x="1137" y="326"/>
                  </a:moveTo>
                  <a:lnTo>
                    <a:pt x="1139" y="328"/>
                  </a:lnTo>
                  <a:lnTo>
                    <a:pt x="1140" y="331"/>
                  </a:lnTo>
                  <a:lnTo>
                    <a:pt x="1140" y="334"/>
                  </a:lnTo>
                  <a:lnTo>
                    <a:pt x="1141" y="337"/>
                  </a:lnTo>
                  <a:lnTo>
                    <a:pt x="1140" y="340"/>
                  </a:lnTo>
                  <a:lnTo>
                    <a:pt x="1137" y="342"/>
                  </a:lnTo>
                  <a:lnTo>
                    <a:pt x="1132" y="343"/>
                  </a:lnTo>
                  <a:lnTo>
                    <a:pt x="1127" y="343"/>
                  </a:lnTo>
                  <a:lnTo>
                    <a:pt x="1124" y="343"/>
                  </a:lnTo>
                  <a:lnTo>
                    <a:pt x="1123" y="346"/>
                  </a:lnTo>
                  <a:lnTo>
                    <a:pt x="1123" y="349"/>
                  </a:lnTo>
                  <a:lnTo>
                    <a:pt x="1121" y="353"/>
                  </a:lnTo>
                  <a:lnTo>
                    <a:pt x="1118" y="355"/>
                  </a:lnTo>
                  <a:lnTo>
                    <a:pt x="1115" y="355"/>
                  </a:lnTo>
                  <a:lnTo>
                    <a:pt x="1111" y="355"/>
                  </a:lnTo>
                  <a:lnTo>
                    <a:pt x="1108" y="356"/>
                  </a:lnTo>
                  <a:lnTo>
                    <a:pt x="1104" y="357"/>
                  </a:lnTo>
                  <a:lnTo>
                    <a:pt x="1100" y="358"/>
                  </a:lnTo>
                  <a:lnTo>
                    <a:pt x="1097" y="356"/>
                  </a:lnTo>
                  <a:lnTo>
                    <a:pt x="1093" y="355"/>
                  </a:lnTo>
                  <a:lnTo>
                    <a:pt x="1090" y="354"/>
                  </a:lnTo>
                  <a:lnTo>
                    <a:pt x="1087" y="353"/>
                  </a:lnTo>
                  <a:lnTo>
                    <a:pt x="1084" y="352"/>
                  </a:lnTo>
                  <a:lnTo>
                    <a:pt x="1082" y="349"/>
                  </a:lnTo>
                  <a:lnTo>
                    <a:pt x="1082" y="346"/>
                  </a:lnTo>
                  <a:lnTo>
                    <a:pt x="1080" y="344"/>
                  </a:lnTo>
                  <a:lnTo>
                    <a:pt x="1077" y="343"/>
                  </a:lnTo>
                  <a:lnTo>
                    <a:pt x="1072" y="343"/>
                  </a:lnTo>
                  <a:lnTo>
                    <a:pt x="1067" y="343"/>
                  </a:lnTo>
                  <a:lnTo>
                    <a:pt x="1065" y="341"/>
                  </a:lnTo>
                  <a:lnTo>
                    <a:pt x="1065" y="338"/>
                  </a:lnTo>
                  <a:lnTo>
                    <a:pt x="1067" y="334"/>
                  </a:lnTo>
                  <a:lnTo>
                    <a:pt x="1068" y="331"/>
                  </a:lnTo>
                  <a:lnTo>
                    <a:pt x="1069" y="328"/>
                  </a:lnTo>
                  <a:lnTo>
                    <a:pt x="1070" y="326"/>
                  </a:lnTo>
                  <a:lnTo>
                    <a:pt x="1072" y="323"/>
                  </a:lnTo>
                  <a:lnTo>
                    <a:pt x="1074" y="321"/>
                  </a:lnTo>
                  <a:lnTo>
                    <a:pt x="1075" y="319"/>
                  </a:lnTo>
                  <a:lnTo>
                    <a:pt x="1074" y="316"/>
                  </a:lnTo>
                  <a:lnTo>
                    <a:pt x="1074" y="313"/>
                  </a:lnTo>
                  <a:lnTo>
                    <a:pt x="1075" y="310"/>
                  </a:lnTo>
                  <a:lnTo>
                    <a:pt x="1077" y="308"/>
                  </a:lnTo>
                  <a:lnTo>
                    <a:pt x="1081" y="307"/>
                  </a:lnTo>
                  <a:lnTo>
                    <a:pt x="1083" y="305"/>
                  </a:lnTo>
                  <a:lnTo>
                    <a:pt x="1083" y="302"/>
                  </a:lnTo>
                  <a:lnTo>
                    <a:pt x="1084" y="298"/>
                  </a:lnTo>
                  <a:lnTo>
                    <a:pt x="1086" y="295"/>
                  </a:lnTo>
                  <a:lnTo>
                    <a:pt x="1090" y="296"/>
                  </a:lnTo>
                  <a:lnTo>
                    <a:pt x="1093" y="297"/>
                  </a:lnTo>
                  <a:lnTo>
                    <a:pt x="1097" y="299"/>
                  </a:lnTo>
                  <a:lnTo>
                    <a:pt x="1099" y="300"/>
                  </a:lnTo>
                  <a:lnTo>
                    <a:pt x="1101" y="299"/>
                  </a:lnTo>
                  <a:lnTo>
                    <a:pt x="1103" y="299"/>
                  </a:lnTo>
                  <a:lnTo>
                    <a:pt x="1106" y="298"/>
                  </a:lnTo>
                  <a:lnTo>
                    <a:pt x="1108" y="298"/>
                  </a:lnTo>
                  <a:lnTo>
                    <a:pt x="1112" y="297"/>
                  </a:lnTo>
                  <a:lnTo>
                    <a:pt x="1115" y="295"/>
                  </a:lnTo>
                  <a:lnTo>
                    <a:pt x="1119" y="295"/>
                  </a:lnTo>
                  <a:lnTo>
                    <a:pt x="1121" y="298"/>
                  </a:lnTo>
                  <a:lnTo>
                    <a:pt x="1122" y="302"/>
                  </a:lnTo>
                  <a:lnTo>
                    <a:pt x="1122" y="305"/>
                  </a:lnTo>
                  <a:lnTo>
                    <a:pt x="1124" y="307"/>
                  </a:lnTo>
                  <a:lnTo>
                    <a:pt x="1127" y="309"/>
                  </a:lnTo>
                  <a:lnTo>
                    <a:pt x="1131" y="310"/>
                  </a:lnTo>
                  <a:lnTo>
                    <a:pt x="1132" y="313"/>
                  </a:lnTo>
                  <a:lnTo>
                    <a:pt x="1132" y="316"/>
                  </a:lnTo>
                  <a:lnTo>
                    <a:pt x="1131" y="319"/>
                  </a:lnTo>
                  <a:lnTo>
                    <a:pt x="1132" y="321"/>
                  </a:lnTo>
                  <a:lnTo>
                    <a:pt x="1135" y="323"/>
                  </a:lnTo>
                  <a:close/>
                </a:path>
              </a:pathLst>
            </a:custGeom>
            <a:solidFill>
              <a:srgbClr val="CC79A7">
                <a:alpha val="36000"/>
              </a:srgbClr>
            </a:solidFill>
            <a:ln>
              <a:noFill/>
            </a:ln>
          </p:spPr>
          <p:txBody>
            <a:bodyPr anchor="ctr"/>
            <a:lstStyle/>
            <a:p>
              <a:pPr algn="ctr">
                <a:buNone/>
              </a:pPr>
            </a:p>
          </p:txBody>
        </p:sp>
        <p:sp>
          <p:nvSpPr>
            <p:cNvPr id="815" name="addition:spatial:197"/>
            <p:cNvSpPr>
              <a:spLocks noGrp="1"/>
            </p:cNvSpPr>
            <p:nvPr/>
          </p:nvSpPr>
          <p:spPr>
            <a:xfrm>
              <a:off x="5648325" y="1666875"/>
              <a:ext cx="1563213" cy="715564"/>
            </a:xfrm>
            <a:custGeom>
              <a:avLst/>
              <a:gdLst/>
              <a:ahLst/>
              <a:cxnLst/>
              <a:rect l="l" t="t" r="r" b="b"/>
              <a:pathLst>
                <a:path w="1179" h="423">
                  <a:moveTo>
                    <a:pt x="0" y="0"/>
                  </a:moveTo>
                  <a:moveTo>
                    <a:pt x="1172" y="378"/>
                  </a:moveTo>
                  <a:lnTo>
                    <a:pt x="1172" y="381"/>
                  </a:lnTo>
                  <a:lnTo>
                    <a:pt x="1174" y="385"/>
                  </a:lnTo>
                  <a:lnTo>
                    <a:pt x="1177" y="389"/>
                  </a:lnTo>
                  <a:lnTo>
                    <a:pt x="1179" y="394"/>
                  </a:lnTo>
                  <a:lnTo>
                    <a:pt x="1178" y="397"/>
                  </a:lnTo>
                  <a:lnTo>
                    <a:pt x="1175" y="400"/>
                  </a:lnTo>
                  <a:lnTo>
                    <a:pt x="1171" y="402"/>
                  </a:lnTo>
                  <a:lnTo>
                    <a:pt x="1167" y="404"/>
                  </a:lnTo>
                  <a:lnTo>
                    <a:pt x="1164" y="405"/>
                  </a:lnTo>
                  <a:lnTo>
                    <a:pt x="1159" y="406"/>
                  </a:lnTo>
                  <a:lnTo>
                    <a:pt x="1155" y="406"/>
                  </a:lnTo>
                  <a:lnTo>
                    <a:pt x="1151" y="407"/>
                  </a:lnTo>
                  <a:lnTo>
                    <a:pt x="1149" y="410"/>
                  </a:lnTo>
                  <a:lnTo>
                    <a:pt x="1147" y="416"/>
                  </a:lnTo>
                  <a:lnTo>
                    <a:pt x="1143" y="421"/>
                  </a:lnTo>
                  <a:lnTo>
                    <a:pt x="1138" y="423"/>
                  </a:lnTo>
                  <a:lnTo>
                    <a:pt x="1133" y="421"/>
                  </a:lnTo>
                  <a:lnTo>
                    <a:pt x="1128" y="418"/>
                  </a:lnTo>
                  <a:lnTo>
                    <a:pt x="1123" y="416"/>
                  </a:lnTo>
                  <a:lnTo>
                    <a:pt x="1119" y="416"/>
                  </a:lnTo>
                  <a:lnTo>
                    <a:pt x="1114" y="416"/>
                  </a:lnTo>
                  <a:lnTo>
                    <a:pt x="1109" y="415"/>
                  </a:lnTo>
                  <a:lnTo>
                    <a:pt x="1106" y="412"/>
                  </a:lnTo>
                  <a:lnTo>
                    <a:pt x="1103" y="409"/>
                  </a:lnTo>
                  <a:lnTo>
                    <a:pt x="1100" y="406"/>
                  </a:lnTo>
                  <a:lnTo>
                    <a:pt x="1097" y="405"/>
                  </a:lnTo>
                  <a:lnTo>
                    <a:pt x="1093" y="403"/>
                  </a:lnTo>
                  <a:lnTo>
                    <a:pt x="1091" y="400"/>
                  </a:lnTo>
                  <a:lnTo>
                    <a:pt x="1089" y="397"/>
                  </a:lnTo>
                  <a:lnTo>
                    <a:pt x="1086" y="395"/>
                  </a:lnTo>
                  <a:lnTo>
                    <a:pt x="1081" y="393"/>
                  </a:lnTo>
                  <a:lnTo>
                    <a:pt x="1076" y="390"/>
                  </a:lnTo>
                  <a:lnTo>
                    <a:pt x="1074" y="386"/>
                  </a:lnTo>
                  <a:lnTo>
                    <a:pt x="1077" y="382"/>
                  </a:lnTo>
                  <a:lnTo>
                    <a:pt x="1084" y="378"/>
                  </a:lnTo>
                  <a:lnTo>
                    <a:pt x="1090" y="375"/>
                  </a:lnTo>
                  <a:lnTo>
                    <a:pt x="1092" y="372"/>
                  </a:lnTo>
                  <a:lnTo>
                    <a:pt x="1092" y="369"/>
                  </a:lnTo>
                  <a:lnTo>
                    <a:pt x="1091" y="365"/>
                  </a:lnTo>
                  <a:lnTo>
                    <a:pt x="1092" y="362"/>
                  </a:lnTo>
                  <a:lnTo>
                    <a:pt x="1095" y="358"/>
                  </a:lnTo>
                  <a:lnTo>
                    <a:pt x="1096" y="355"/>
                  </a:lnTo>
                  <a:lnTo>
                    <a:pt x="1097" y="351"/>
                  </a:lnTo>
                  <a:lnTo>
                    <a:pt x="1099" y="347"/>
                  </a:lnTo>
                  <a:lnTo>
                    <a:pt x="1103" y="345"/>
                  </a:lnTo>
                  <a:lnTo>
                    <a:pt x="1107" y="344"/>
                  </a:lnTo>
                  <a:lnTo>
                    <a:pt x="1112" y="344"/>
                  </a:lnTo>
                  <a:lnTo>
                    <a:pt x="1115" y="342"/>
                  </a:lnTo>
                  <a:lnTo>
                    <a:pt x="1118" y="339"/>
                  </a:lnTo>
                  <a:lnTo>
                    <a:pt x="1121" y="337"/>
                  </a:lnTo>
                  <a:lnTo>
                    <a:pt x="1125" y="337"/>
                  </a:lnTo>
                  <a:lnTo>
                    <a:pt x="1129" y="341"/>
                  </a:lnTo>
                  <a:lnTo>
                    <a:pt x="1132" y="345"/>
                  </a:lnTo>
                  <a:lnTo>
                    <a:pt x="1134" y="346"/>
                  </a:lnTo>
                  <a:lnTo>
                    <a:pt x="1138" y="344"/>
                  </a:lnTo>
                  <a:lnTo>
                    <a:pt x="1142" y="341"/>
                  </a:lnTo>
                  <a:lnTo>
                    <a:pt x="1147" y="340"/>
                  </a:lnTo>
                  <a:lnTo>
                    <a:pt x="1151" y="340"/>
                  </a:lnTo>
                  <a:lnTo>
                    <a:pt x="1154" y="342"/>
                  </a:lnTo>
                  <a:lnTo>
                    <a:pt x="1158" y="344"/>
                  </a:lnTo>
                  <a:lnTo>
                    <a:pt x="1161" y="347"/>
                  </a:lnTo>
                  <a:lnTo>
                    <a:pt x="1163" y="350"/>
                  </a:lnTo>
                  <a:lnTo>
                    <a:pt x="1162" y="355"/>
                  </a:lnTo>
                  <a:lnTo>
                    <a:pt x="1161" y="360"/>
                  </a:lnTo>
                  <a:lnTo>
                    <a:pt x="1162" y="363"/>
                  </a:lnTo>
                  <a:lnTo>
                    <a:pt x="1165" y="366"/>
                  </a:lnTo>
                  <a:lnTo>
                    <a:pt x="1170" y="368"/>
                  </a:lnTo>
                  <a:lnTo>
                    <a:pt x="1174" y="371"/>
                  </a:lnTo>
                  <a:lnTo>
                    <a:pt x="1174" y="374"/>
                  </a:lnTo>
                  <a:close/>
                </a:path>
              </a:pathLst>
            </a:custGeom>
            <a:solidFill>
              <a:srgbClr val="CC79A7">
                <a:alpha val="36000"/>
              </a:srgbClr>
            </a:solidFill>
            <a:ln>
              <a:noFill/>
            </a:ln>
          </p:spPr>
          <p:txBody>
            <a:bodyPr anchor="ctr"/>
            <a:lstStyle/>
            <a:p>
              <a:pPr algn="ctr">
                <a:buNone/>
              </a:pPr>
            </a:p>
          </p:txBody>
        </p:sp>
        <p:sp>
          <p:nvSpPr>
            <p:cNvPr id="816" name="addition:spatial:198"/>
            <p:cNvSpPr>
              <a:spLocks noGrp="1"/>
            </p:cNvSpPr>
            <p:nvPr/>
          </p:nvSpPr>
          <p:spPr>
            <a:xfrm>
              <a:off x="5648325" y="1666875"/>
              <a:ext cx="1473053" cy="742630"/>
            </a:xfrm>
            <a:custGeom>
              <a:avLst/>
              <a:gdLst/>
              <a:ahLst/>
              <a:cxnLst/>
              <a:rect l="l" t="t" r="r" b="b"/>
              <a:pathLst>
                <a:path w="1111" h="439">
                  <a:moveTo>
                    <a:pt x="0" y="0"/>
                  </a:moveTo>
                  <a:moveTo>
                    <a:pt x="1101" y="401"/>
                  </a:moveTo>
                  <a:lnTo>
                    <a:pt x="1107" y="404"/>
                  </a:lnTo>
                  <a:lnTo>
                    <a:pt x="1111" y="408"/>
                  </a:lnTo>
                  <a:lnTo>
                    <a:pt x="1111" y="411"/>
                  </a:lnTo>
                  <a:lnTo>
                    <a:pt x="1108" y="414"/>
                  </a:lnTo>
                  <a:lnTo>
                    <a:pt x="1104" y="415"/>
                  </a:lnTo>
                  <a:lnTo>
                    <a:pt x="1102" y="418"/>
                  </a:lnTo>
                  <a:lnTo>
                    <a:pt x="1100" y="420"/>
                  </a:lnTo>
                  <a:lnTo>
                    <a:pt x="1098" y="422"/>
                  </a:lnTo>
                  <a:lnTo>
                    <a:pt x="1095" y="424"/>
                  </a:lnTo>
                  <a:lnTo>
                    <a:pt x="1092" y="425"/>
                  </a:lnTo>
                  <a:lnTo>
                    <a:pt x="1089" y="426"/>
                  </a:lnTo>
                  <a:lnTo>
                    <a:pt x="1087" y="429"/>
                  </a:lnTo>
                  <a:lnTo>
                    <a:pt x="1084" y="431"/>
                  </a:lnTo>
                  <a:lnTo>
                    <a:pt x="1081" y="432"/>
                  </a:lnTo>
                  <a:lnTo>
                    <a:pt x="1077" y="432"/>
                  </a:lnTo>
                  <a:lnTo>
                    <a:pt x="1073" y="432"/>
                  </a:lnTo>
                  <a:lnTo>
                    <a:pt x="1069" y="434"/>
                  </a:lnTo>
                  <a:lnTo>
                    <a:pt x="1065" y="437"/>
                  </a:lnTo>
                  <a:lnTo>
                    <a:pt x="1060" y="439"/>
                  </a:lnTo>
                  <a:lnTo>
                    <a:pt x="1055" y="439"/>
                  </a:lnTo>
                  <a:lnTo>
                    <a:pt x="1052" y="435"/>
                  </a:lnTo>
                  <a:lnTo>
                    <a:pt x="1049" y="430"/>
                  </a:lnTo>
                  <a:lnTo>
                    <a:pt x="1047" y="426"/>
                  </a:lnTo>
                  <a:lnTo>
                    <a:pt x="1045" y="425"/>
                  </a:lnTo>
                  <a:lnTo>
                    <a:pt x="1041" y="424"/>
                  </a:lnTo>
                  <a:lnTo>
                    <a:pt x="1037" y="423"/>
                  </a:lnTo>
                  <a:lnTo>
                    <a:pt x="1034" y="421"/>
                  </a:lnTo>
                  <a:lnTo>
                    <a:pt x="1031" y="420"/>
                  </a:lnTo>
                  <a:lnTo>
                    <a:pt x="1027" y="418"/>
                  </a:lnTo>
                  <a:lnTo>
                    <a:pt x="1023" y="417"/>
                  </a:lnTo>
                  <a:lnTo>
                    <a:pt x="1021" y="414"/>
                  </a:lnTo>
                  <a:lnTo>
                    <a:pt x="1022" y="410"/>
                  </a:lnTo>
                  <a:lnTo>
                    <a:pt x="1024" y="407"/>
                  </a:lnTo>
                  <a:lnTo>
                    <a:pt x="1026" y="404"/>
                  </a:lnTo>
                  <a:lnTo>
                    <a:pt x="1026" y="401"/>
                  </a:lnTo>
                  <a:lnTo>
                    <a:pt x="1024" y="398"/>
                  </a:lnTo>
                  <a:lnTo>
                    <a:pt x="1024" y="394"/>
                  </a:lnTo>
                  <a:lnTo>
                    <a:pt x="1028" y="392"/>
                  </a:lnTo>
                  <a:lnTo>
                    <a:pt x="1033" y="390"/>
                  </a:lnTo>
                  <a:lnTo>
                    <a:pt x="1037" y="388"/>
                  </a:lnTo>
                  <a:lnTo>
                    <a:pt x="1039" y="386"/>
                  </a:lnTo>
                  <a:lnTo>
                    <a:pt x="1038" y="382"/>
                  </a:lnTo>
                  <a:lnTo>
                    <a:pt x="1038" y="378"/>
                  </a:lnTo>
                  <a:lnTo>
                    <a:pt x="1040" y="375"/>
                  </a:lnTo>
                  <a:lnTo>
                    <a:pt x="1042" y="372"/>
                  </a:lnTo>
                  <a:lnTo>
                    <a:pt x="1045" y="370"/>
                  </a:lnTo>
                  <a:lnTo>
                    <a:pt x="1048" y="368"/>
                  </a:lnTo>
                  <a:lnTo>
                    <a:pt x="1051" y="366"/>
                  </a:lnTo>
                  <a:lnTo>
                    <a:pt x="1055" y="367"/>
                  </a:lnTo>
                  <a:lnTo>
                    <a:pt x="1060" y="370"/>
                  </a:lnTo>
                  <a:lnTo>
                    <a:pt x="1063" y="373"/>
                  </a:lnTo>
                  <a:lnTo>
                    <a:pt x="1066" y="373"/>
                  </a:lnTo>
                  <a:lnTo>
                    <a:pt x="1068" y="370"/>
                  </a:lnTo>
                  <a:lnTo>
                    <a:pt x="1071" y="368"/>
                  </a:lnTo>
                  <a:lnTo>
                    <a:pt x="1075" y="367"/>
                  </a:lnTo>
                  <a:lnTo>
                    <a:pt x="1077" y="368"/>
                  </a:lnTo>
                  <a:lnTo>
                    <a:pt x="1080" y="371"/>
                  </a:lnTo>
                  <a:lnTo>
                    <a:pt x="1082" y="372"/>
                  </a:lnTo>
                  <a:lnTo>
                    <a:pt x="1086" y="372"/>
                  </a:lnTo>
                  <a:lnTo>
                    <a:pt x="1090" y="373"/>
                  </a:lnTo>
                  <a:lnTo>
                    <a:pt x="1093" y="374"/>
                  </a:lnTo>
                  <a:lnTo>
                    <a:pt x="1095" y="377"/>
                  </a:lnTo>
                  <a:lnTo>
                    <a:pt x="1096" y="380"/>
                  </a:lnTo>
                  <a:lnTo>
                    <a:pt x="1097" y="383"/>
                  </a:lnTo>
                  <a:lnTo>
                    <a:pt x="1099" y="386"/>
                  </a:lnTo>
                  <a:lnTo>
                    <a:pt x="1099" y="389"/>
                  </a:lnTo>
                  <a:lnTo>
                    <a:pt x="1098" y="393"/>
                  </a:lnTo>
                  <a:lnTo>
                    <a:pt x="1096" y="396"/>
                  </a:lnTo>
                  <a:lnTo>
                    <a:pt x="1097" y="398"/>
                  </a:lnTo>
                  <a:close/>
                </a:path>
              </a:pathLst>
            </a:custGeom>
            <a:solidFill>
              <a:srgbClr val="CC79A7">
                <a:alpha val="36000"/>
              </a:srgbClr>
            </a:solidFill>
            <a:ln>
              <a:noFill/>
            </a:ln>
          </p:spPr>
          <p:txBody>
            <a:bodyPr anchor="ctr"/>
            <a:lstStyle/>
            <a:p>
              <a:pPr algn="ctr">
                <a:buNone/>
              </a:pPr>
            </a:p>
          </p:txBody>
        </p:sp>
        <p:sp>
          <p:nvSpPr>
            <p:cNvPr id="817" name="addition:spatial:199"/>
            <p:cNvSpPr>
              <a:spLocks noGrp="1"/>
            </p:cNvSpPr>
            <p:nvPr/>
          </p:nvSpPr>
          <p:spPr>
            <a:xfrm>
              <a:off x="5648325" y="1666875"/>
              <a:ext cx="1427973" cy="632673"/>
            </a:xfrm>
            <a:custGeom>
              <a:avLst/>
              <a:gdLst/>
              <a:ahLst/>
              <a:cxnLst/>
              <a:rect l="l" t="t" r="r" b="b"/>
              <a:pathLst>
                <a:path w="1077" h="374">
                  <a:moveTo>
                    <a:pt x="0" y="0"/>
                  </a:moveTo>
                  <a:moveTo>
                    <a:pt x="1074" y="341"/>
                  </a:moveTo>
                  <a:lnTo>
                    <a:pt x="1072" y="344"/>
                  </a:lnTo>
                  <a:lnTo>
                    <a:pt x="1071" y="346"/>
                  </a:lnTo>
                  <a:lnTo>
                    <a:pt x="1072" y="348"/>
                  </a:lnTo>
                  <a:lnTo>
                    <a:pt x="1075" y="352"/>
                  </a:lnTo>
                  <a:lnTo>
                    <a:pt x="1077" y="356"/>
                  </a:lnTo>
                  <a:lnTo>
                    <a:pt x="1077" y="359"/>
                  </a:lnTo>
                  <a:lnTo>
                    <a:pt x="1075" y="361"/>
                  </a:lnTo>
                  <a:lnTo>
                    <a:pt x="1071" y="362"/>
                  </a:lnTo>
                  <a:lnTo>
                    <a:pt x="1068" y="362"/>
                  </a:lnTo>
                  <a:lnTo>
                    <a:pt x="1066" y="363"/>
                  </a:lnTo>
                  <a:lnTo>
                    <a:pt x="1064" y="364"/>
                  </a:lnTo>
                  <a:lnTo>
                    <a:pt x="1061" y="365"/>
                  </a:lnTo>
                  <a:lnTo>
                    <a:pt x="1059" y="365"/>
                  </a:lnTo>
                  <a:lnTo>
                    <a:pt x="1057" y="367"/>
                  </a:lnTo>
                  <a:lnTo>
                    <a:pt x="1055" y="369"/>
                  </a:lnTo>
                  <a:lnTo>
                    <a:pt x="1053" y="372"/>
                  </a:lnTo>
                  <a:lnTo>
                    <a:pt x="1050" y="374"/>
                  </a:lnTo>
                  <a:lnTo>
                    <a:pt x="1047" y="373"/>
                  </a:lnTo>
                  <a:lnTo>
                    <a:pt x="1044" y="371"/>
                  </a:lnTo>
                  <a:lnTo>
                    <a:pt x="1041" y="369"/>
                  </a:lnTo>
                  <a:lnTo>
                    <a:pt x="1037" y="370"/>
                  </a:lnTo>
                  <a:lnTo>
                    <a:pt x="1034" y="371"/>
                  </a:lnTo>
                  <a:lnTo>
                    <a:pt x="1030" y="370"/>
                  </a:lnTo>
                  <a:lnTo>
                    <a:pt x="1028" y="368"/>
                  </a:lnTo>
                  <a:lnTo>
                    <a:pt x="1027" y="364"/>
                  </a:lnTo>
                  <a:lnTo>
                    <a:pt x="1026" y="360"/>
                  </a:lnTo>
                  <a:lnTo>
                    <a:pt x="1024" y="358"/>
                  </a:lnTo>
                  <a:lnTo>
                    <a:pt x="1022" y="357"/>
                  </a:lnTo>
                  <a:lnTo>
                    <a:pt x="1019" y="355"/>
                  </a:lnTo>
                  <a:lnTo>
                    <a:pt x="1017" y="353"/>
                  </a:lnTo>
                  <a:lnTo>
                    <a:pt x="1015" y="351"/>
                  </a:lnTo>
                  <a:lnTo>
                    <a:pt x="1012" y="349"/>
                  </a:lnTo>
                  <a:lnTo>
                    <a:pt x="1009" y="347"/>
                  </a:lnTo>
                  <a:lnTo>
                    <a:pt x="1007" y="344"/>
                  </a:lnTo>
                  <a:lnTo>
                    <a:pt x="1008" y="341"/>
                  </a:lnTo>
                  <a:lnTo>
                    <a:pt x="1012" y="338"/>
                  </a:lnTo>
                  <a:lnTo>
                    <a:pt x="1016" y="336"/>
                  </a:lnTo>
                  <a:lnTo>
                    <a:pt x="1018" y="334"/>
                  </a:lnTo>
                  <a:lnTo>
                    <a:pt x="1018" y="331"/>
                  </a:lnTo>
                  <a:lnTo>
                    <a:pt x="1017" y="328"/>
                  </a:lnTo>
                  <a:lnTo>
                    <a:pt x="1019" y="326"/>
                  </a:lnTo>
                  <a:lnTo>
                    <a:pt x="1021" y="324"/>
                  </a:lnTo>
                  <a:lnTo>
                    <a:pt x="1025" y="323"/>
                  </a:lnTo>
                  <a:lnTo>
                    <a:pt x="1027" y="321"/>
                  </a:lnTo>
                  <a:lnTo>
                    <a:pt x="1028" y="318"/>
                  </a:lnTo>
                  <a:lnTo>
                    <a:pt x="1030" y="315"/>
                  </a:lnTo>
                  <a:lnTo>
                    <a:pt x="1032" y="313"/>
                  </a:lnTo>
                  <a:lnTo>
                    <a:pt x="1035" y="312"/>
                  </a:lnTo>
                  <a:lnTo>
                    <a:pt x="1038" y="311"/>
                  </a:lnTo>
                  <a:lnTo>
                    <a:pt x="1041" y="310"/>
                  </a:lnTo>
                  <a:lnTo>
                    <a:pt x="1044" y="309"/>
                  </a:lnTo>
                  <a:lnTo>
                    <a:pt x="1047" y="309"/>
                  </a:lnTo>
                  <a:lnTo>
                    <a:pt x="1050" y="312"/>
                  </a:lnTo>
                  <a:lnTo>
                    <a:pt x="1051" y="316"/>
                  </a:lnTo>
                  <a:lnTo>
                    <a:pt x="1053" y="318"/>
                  </a:lnTo>
                  <a:lnTo>
                    <a:pt x="1055" y="317"/>
                  </a:lnTo>
                  <a:lnTo>
                    <a:pt x="1059" y="315"/>
                  </a:lnTo>
                  <a:lnTo>
                    <a:pt x="1062" y="313"/>
                  </a:lnTo>
                  <a:lnTo>
                    <a:pt x="1065" y="314"/>
                  </a:lnTo>
                  <a:lnTo>
                    <a:pt x="1067" y="316"/>
                  </a:lnTo>
                  <a:lnTo>
                    <a:pt x="1068" y="319"/>
                  </a:lnTo>
                  <a:lnTo>
                    <a:pt x="1069" y="321"/>
                  </a:lnTo>
                  <a:lnTo>
                    <a:pt x="1071" y="323"/>
                  </a:lnTo>
                  <a:lnTo>
                    <a:pt x="1072" y="325"/>
                  </a:lnTo>
                  <a:lnTo>
                    <a:pt x="1072" y="328"/>
                  </a:lnTo>
                  <a:lnTo>
                    <a:pt x="1072" y="331"/>
                  </a:lnTo>
                  <a:lnTo>
                    <a:pt x="1072" y="334"/>
                  </a:lnTo>
                  <a:lnTo>
                    <a:pt x="1073" y="336"/>
                  </a:lnTo>
                  <a:lnTo>
                    <a:pt x="1075" y="338"/>
                  </a:lnTo>
                  <a:close/>
                </a:path>
              </a:pathLst>
            </a:custGeom>
            <a:solidFill>
              <a:srgbClr val="CC79A7">
                <a:alpha val="32000"/>
              </a:srgbClr>
            </a:solidFill>
            <a:ln>
              <a:noFill/>
            </a:ln>
          </p:spPr>
          <p:txBody>
            <a:bodyPr anchor="ctr"/>
            <a:lstStyle/>
            <a:p>
              <a:pPr algn="ctr">
                <a:buNone/>
              </a:pPr>
            </a:p>
          </p:txBody>
        </p:sp>
        <p:sp>
          <p:nvSpPr>
            <p:cNvPr id="818" name="addition:spatial:200"/>
            <p:cNvSpPr>
              <a:spLocks noGrp="1"/>
            </p:cNvSpPr>
            <p:nvPr/>
          </p:nvSpPr>
          <p:spPr>
            <a:xfrm>
              <a:off x="5648325" y="1666875"/>
              <a:ext cx="1526088" cy="700339"/>
            </a:xfrm>
            <a:custGeom>
              <a:avLst/>
              <a:gdLst/>
              <a:ahLst/>
              <a:cxnLst/>
              <a:rect l="l" t="t" r="r" b="b"/>
              <a:pathLst>
                <a:path w="1151" h="414">
                  <a:moveTo>
                    <a:pt x="0" y="0"/>
                  </a:moveTo>
                  <a:moveTo>
                    <a:pt x="1145" y="385"/>
                  </a:moveTo>
                  <a:lnTo>
                    <a:pt x="1146" y="387"/>
                  </a:lnTo>
                  <a:lnTo>
                    <a:pt x="1148" y="390"/>
                  </a:lnTo>
                  <a:lnTo>
                    <a:pt x="1150" y="393"/>
                  </a:lnTo>
                  <a:lnTo>
                    <a:pt x="1151" y="396"/>
                  </a:lnTo>
                  <a:lnTo>
                    <a:pt x="1150" y="398"/>
                  </a:lnTo>
                  <a:lnTo>
                    <a:pt x="1148" y="400"/>
                  </a:lnTo>
                  <a:lnTo>
                    <a:pt x="1145" y="401"/>
                  </a:lnTo>
                  <a:lnTo>
                    <a:pt x="1143" y="403"/>
                  </a:lnTo>
                  <a:lnTo>
                    <a:pt x="1140" y="403"/>
                  </a:lnTo>
                  <a:lnTo>
                    <a:pt x="1137" y="403"/>
                  </a:lnTo>
                  <a:lnTo>
                    <a:pt x="1134" y="403"/>
                  </a:lnTo>
                  <a:lnTo>
                    <a:pt x="1132" y="404"/>
                  </a:lnTo>
                  <a:lnTo>
                    <a:pt x="1130" y="408"/>
                  </a:lnTo>
                  <a:lnTo>
                    <a:pt x="1129" y="411"/>
                  </a:lnTo>
                  <a:lnTo>
                    <a:pt x="1126" y="414"/>
                  </a:lnTo>
                  <a:lnTo>
                    <a:pt x="1123" y="414"/>
                  </a:lnTo>
                  <a:lnTo>
                    <a:pt x="1119" y="413"/>
                  </a:lnTo>
                  <a:lnTo>
                    <a:pt x="1116" y="411"/>
                  </a:lnTo>
                  <a:lnTo>
                    <a:pt x="1113" y="411"/>
                  </a:lnTo>
                  <a:lnTo>
                    <a:pt x="1109" y="411"/>
                  </a:lnTo>
                  <a:lnTo>
                    <a:pt x="1106" y="411"/>
                  </a:lnTo>
                  <a:lnTo>
                    <a:pt x="1103" y="410"/>
                  </a:lnTo>
                  <a:lnTo>
                    <a:pt x="1101" y="407"/>
                  </a:lnTo>
                  <a:lnTo>
                    <a:pt x="1099" y="406"/>
                  </a:lnTo>
                  <a:lnTo>
                    <a:pt x="1096" y="404"/>
                  </a:lnTo>
                  <a:lnTo>
                    <a:pt x="1094" y="403"/>
                  </a:lnTo>
                  <a:lnTo>
                    <a:pt x="1092" y="401"/>
                  </a:lnTo>
                  <a:lnTo>
                    <a:pt x="1091" y="399"/>
                  </a:lnTo>
                  <a:lnTo>
                    <a:pt x="1090" y="398"/>
                  </a:lnTo>
                  <a:lnTo>
                    <a:pt x="1087" y="397"/>
                  </a:lnTo>
                  <a:lnTo>
                    <a:pt x="1082" y="395"/>
                  </a:lnTo>
                  <a:lnTo>
                    <a:pt x="1079" y="393"/>
                  </a:lnTo>
                  <a:lnTo>
                    <a:pt x="1079" y="391"/>
                  </a:lnTo>
                  <a:lnTo>
                    <a:pt x="1082" y="388"/>
                  </a:lnTo>
                  <a:lnTo>
                    <a:pt x="1086" y="385"/>
                  </a:lnTo>
                  <a:lnTo>
                    <a:pt x="1089" y="383"/>
                  </a:lnTo>
                  <a:lnTo>
                    <a:pt x="1090" y="381"/>
                  </a:lnTo>
                  <a:lnTo>
                    <a:pt x="1090" y="379"/>
                  </a:lnTo>
                  <a:lnTo>
                    <a:pt x="1090" y="376"/>
                  </a:lnTo>
                  <a:lnTo>
                    <a:pt x="1092" y="374"/>
                  </a:lnTo>
                  <a:lnTo>
                    <a:pt x="1093" y="372"/>
                  </a:lnTo>
                  <a:lnTo>
                    <a:pt x="1094" y="370"/>
                  </a:lnTo>
                  <a:lnTo>
                    <a:pt x="1094" y="367"/>
                  </a:lnTo>
                  <a:lnTo>
                    <a:pt x="1096" y="365"/>
                  </a:lnTo>
                  <a:lnTo>
                    <a:pt x="1099" y="364"/>
                  </a:lnTo>
                  <a:lnTo>
                    <a:pt x="1102" y="363"/>
                  </a:lnTo>
                  <a:lnTo>
                    <a:pt x="1104" y="362"/>
                  </a:lnTo>
                  <a:lnTo>
                    <a:pt x="1106" y="360"/>
                  </a:lnTo>
                  <a:lnTo>
                    <a:pt x="1108" y="358"/>
                  </a:lnTo>
                  <a:lnTo>
                    <a:pt x="1111" y="357"/>
                  </a:lnTo>
                  <a:lnTo>
                    <a:pt x="1114" y="359"/>
                  </a:lnTo>
                  <a:lnTo>
                    <a:pt x="1116" y="362"/>
                  </a:lnTo>
                  <a:lnTo>
                    <a:pt x="1118" y="364"/>
                  </a:lnTo>
                  <a:lnTo>
                    <a:pt x="1120" y="364"/>
                  </a:lnTo>
                  <a:lnTo>
                    <a:pt x="1123" y="362"/>
                  </a:lnTo>
                  <a:lnTo>
                    <a:pt x="1126" y="360"/>
                  </a:lnTo>
                  <a:lnTo>
                    <a:pt x="1129" y="360"/>
                  </a:lnTo>
                  <a:lnTo>
                    <a:pt x="1131" y="360"/>
                  </a:lnTo>
                  <a:lnTo>
                    <a:pt x="1134" y="361"/>
                  </a:lnTo>
                  <a:lnTo>
                    <a:pt x="1136" y="362"/>
                  </a:lnTo>
                  <a:lnTo>
                    <a:pt x="1139" y="364"/>
                  </a:lnTo>
                  <a:lnTo>
                    <a:pt x="1139" y="367"/>
                  </a:lnTo>
                  <a:lnTo>
                    <a:pt x="1139" y="370"/>
                  </a:lnTo>
                  <a:lnTo>
                    <a:pt x="1138" y="373"/>
                  </a:lnTo>
                  <a:lnTo>
                    <a:pt x="1140" y="375"/>
                  </a:lnTo>
                  <a:lnTo>
                    <a:pt x="1143" y="376"/>
                  </a:lnTo>
                  <a:lnTo>
                    <a:pt x="1146" y="378"/>
                  </a:lnTo>
                  <a:lnTo>
                    <a:pt x="1147" y="380"/>
                  </a:lnTo>
                  <a:lnTo>
                    <a:pt x="1146" y="383"/>
                  </a:lnTo>
                  <a:close/>
                </a:path>
              </a:pathLst>
            </a:custGeom>
            <a:solidFill>
              <a:srgbClr val="CC79A7">
                <a:alpha val="32000"/>
              </a:srgbClr>
            </a:solidFill>
            <a:ln>
              <a:noFill/>
            </a:ln>
          </p:spPr>
          <p:txBody>
            <a:bodyPr anchor="ctr"/>
            <a:lstStyle/>
            <a:p>
              <a:pPr algn="ctr">
                <a:buNone/>
              </a:pPr>
            </a:p>
          </p:txBody>
        </p:sp>
        <p:sp>
          <p:nvSpPr>
            <p:cNvPr id="819" name="addition:spatial:201"/>
            <p:cNvSpPr>
              <a:spLocks noGrp="1"/>
            </p:cNvSpPr>
            <p:nvPr/>
          </p:nvSpPr>
          <p:spPr>
            <a:xfrm>
              <a:off x="5648325" y="1666875"/>
              <a:ext cx="1593708" cy="663123"/>
            </a:xfrm>
            <a:custGeom>
              <a:avLst/>
              <a:gdLst/>
              <a:ahLst/>
              <a:cxnLst/>
              <a:rect l="l" t="t" r="r" b="b"/>
              <a:pathLst>
                <a:path w="1202" h="392">
                  <a:moveTo>
                    <a:pt x="0" y="0"/>
                  </a:moveTo>
                  <a:moveTo>
                    <a:pt x="1200" y="367"/>
                  </a:moveTo>
                  <a:lnTo>
                    <a:pt x="1200" y="369"/>
                  </a:lnTo>
                  <a:lnTo>
                    <a:pt x="1201" y="371"/>
                  </a:lnTo>
                  <a:lnTo>
                    <a:pt x="1202" y="374"/>
                  </a:lnTo>
                  <a:lnTo>
                    <a:pt x="1201" y="376"/>
                  </a:lnTo>
                  <a:lnTo>
                    <a:pt x="1200" y="377"/>
                  </a:lnTo>
                  <a:lnTo>
                    <a:pt x="1200" y="379"/>
                  </a:lnTo>
                  <a:lnTo>
                    <a:pt x="1200" y="382"/>
                  </a:lnTo>
                  <a:lnTo>
                    <a:pt x="1200" y="384"/>
                  </a:lnTo>
                  <a:lnTo>
                    <a:pt x="1198" y="386"/>
                  </a:lnTo>
                  <a:lnTo>
                    <a:pt x="1195" y="385"/>
                  </a:lnTo>
                  <a:lnTo>
                    <a:pt x="1192" y="384"/>
                  </a:lnTo>
                  <a:lnTo>
                    <a:pt x="1189" y="383"/>
                  </a:lnTo>
                  <a:lnTo>
                    <a:pt x="1188" y="385"/>
                  </a:lnTo>
                  <a:lnTo>
                    <a:pt x="1187" y="387"/>
                  </a:lnTo>
                  <a:lnTo>
                    <a:pt x="1186" y="390"/>
                  </a:lnTo>
                  <a:lnTo>
                    <a:pt x="1183" y="391"/>
                  </a:lnTo>
                  <a:lnTo>
                    <a:pt x="1181" y="392"/>
                  </a:lnTo>
                  <a:lnTo>
                    <a:pt x="1178" y="392"/>
                  </a:lnTo>
                  <a:lnTo>
                    <a:pt x="1176" y="392"/>
                  </a:lnTo>
                  <a:lnTo>
                    <a:pt x="1173" y="392"/>
                  </a:lnTo>
                  <a:lnTo>
                    <a:pt x="1171" y="390"/>
                  </a:lnTo>
                  <a:lnTo>
                    <a:pt x="1169" y="388"/>
                  </a:lnTo>
                  <a:lnTo>
                    <a:pt x="1167" y="386"/>
                  </a:lnTo>
                  <a:lnTo>
                    <a:pt x="1165" y="385"/>
                  </a:lnTo>
                  <a:lnTo>
                    <a:pt x="1163" y="385"/>
                  </a:lnTo>
                  <a:lnTo>
                    <a:pt x="1160" y="384"/>
                  </a:lnTo>
                  <a:lnTo>
                    <a:pt x="1158" y="382"/>
                  </a:lnTo>
                  <a:lnTo>
                    <a:pt x="1158" y="380"/>
                  </a:lnTo>
                  <a:lnTo>
                    <a:pt x="1158" y="378"/>
                  </a:lnTo>
                  <a:lnTo>
                    <a:pt x="1157" y="376"/>
                  </a:lnTo>
                  <a:lnTo>
                    <a:pt x="1154" y="375"/>
                  </a:lnTo>
                  <a:lnTo>
                    <a:pt x="1151" y="374"/>
                  </a:lnTo>
                  <a:lnTo>
                    <a:pt x="1149" y="372"/>
                  </a:lnTo>
                  <a:lnTo>
                    <a:pt x="1149" y="370"/>
                  </a:lnTo>
                  <a:lnTo>
                    <a:pt x="1150" y="367"/>
                  </a:lnTo>
                  <a:lnTo>
                    <a:pt x="1152" y="365"/>
                  </a:lnTo>
                  <a:lnTo>
                    <a:pt x="1153" y="363"/>
                  </a:lnTo>
                  <a:lnTo>
                    <a:pt x="1155" y="361"/>
                  </a:lnTo>
                  <a:lnTo>
                    <a:pt x="1158" y="360"/>
                  </a:lnTo>
                  <a:lnTo>
                    <a:pt x="1160" y="359"/>
                  </a:lnTo>
                  <a:lnTo>
                    <a:pt x="1161" y="357"/>
                  </a:lnTo>
                  <a:lnTo>
                    <a:pt x="1161" y="355"/>
                  </a:lnTo>
                  <a:lnTo>
                    <a:pt x="1160" y="352"/>
                  </a:lnTo>
                  <a:lnTo>
                    <a:pt x="1161" y="349"/>
                  </a:lnTo>
                  <a:lnTo>
                    <a:pt x="1163" y="348"/>
                  </a:lnTo>
                  <a:lnTo>
                    <a:pt x="1166" y="348"/>
                  </a:lnTo>
                  <a:lnTo>
                    <a:pt x="1169" y="347"/>
                  </a:lnTo>
                  <a:lnTo>
                    <a:pt x="1171" y="346"/>
                  </a:lnTo>
                  <a:lnTo>
                    <a:pt x="1172" y="344"/>
                  </a:lnTo>
                  <a:lnTo>
                    <a:pt x="1174" y="343"/>
                  </a:lnTo>
                  <a:lnTo>
                    <a:pt x="1177" y="343"/>
                  </a:lnTo>
                  <a:lnTo>
                    <a:pt x="1179" y="345"/>
                  </a:lnTo>
                  <a:lnTo>
                    <a:pt x="1181" y="346"/>
                  </a:lnTo>
                  <a:lnTo>
                    <a:pt x="1182" y="346"/>
                  </a:lnTo>
                  <a:lnTo>
                    <a:pt x="1184" y="347"/>
                  </a:lnTo>
                  <a:lnTo>
                    <a:pt x="1186" y="347"/>
                  </a:lnTo>
                  <a:lnTo>
                    <a:pt x="1187" y="348"/>
                  </a:lnTo>
                  <a:lnTo>
                    <a:pt x="1189" y="349"/>
                  </a:lnTo>
                  <a:lnTo>
                    <a:pt x="1191" y="348"/>
                  </a:lnTo>
                  <a:lnTo>
                    <a:pt x="1194" y="347"/>
                  </a:lnTo>
                  <a:lnTo>
                    <a:pt x="1197" y="348"/>
                  </a:lnTo>
                  <a:lnTo>
                    <a:pt x="1198" y="350"/>
                  </a:lnTo>
                  <a:lnTo>
                    <a:pt x="1198" y="353"/>
                  </a:lnTo>
                  <a:lnTo>
                    <a:pt x="1196" y="356"/>
                  </a:lnTo>
                  <a:lnTo>
                    <a:pt x="1196" y="358"/>
                  </a:lnTo>
                  <a:lnTo>
                    <a:pt x="1197" y="360"/>
                  </a:lnTo>
                  <a:lnTo>
                    <a:pt x="1198" y="361"/>
                  </a:lnTo>
                  <a:lnTo>
                    <a:pt x="1200" y="363"/>
                  </a:lnTo>
                  <a:lnTo>
                    <a:pt x="1200" y="365"/>
                  </a:lnTo>
                  <a:close/>
                </a:path>
              </a:pathLst>
            </a:custGeom>
            <a:solidFill>
              <a:srgbClr val="DA9FC0">
                <a:alpha val="24000"/>
              </a:srgbClr>
            </a:solidFill>
            <a:ln>
              <a:noFill/>
            </a:ln>
          </p:spPr>
          <p:txBody>
            <a:bodyPr anchor="ctr"/>
            <a:lstStyle/>
            <a:p>
              <a:pPr algn="ctr">
                <a:buNone/>
              </a:pPr>
            </a:p>
          </p:txBody>
        </p:sp>
        <p:sp>
          <p:nvSpPr>
            <p:cNvPr id="820" name="addition:spatial:202"/>
            <p:cNvSpPr>
              <a:spLocks noGrp="1"/>
            </p:cNvSpPr>
            <p:nvPr/>
          </p:nvSpPr>
          <p:spPr>
            <a:xfrm>
              <a:off x="5648325" y="1666875"/>
              <a:ext cx="1559235" cy="768005"/>
            </a:xfrm>
            <a:custGeom>
              <a:avLst/>
              <a:gdLst/>
              <a:ahLst/>
              <a:cxnLst/>
              <a:rect l="l" t="t" r="r" b="b"/>
              <a:pathLst>
                <a:path w="1176" h="454">
                  <a:moveTo>
                    <a:pt x="0" y="0"/>
                  </a:moveTo>
                  <a:moveTo>
                    <a:pt x="1174" y="426"/>
                  </a:moveTo>
                  <a:lnTo>
                    <a:pt x="1175" y="428"/>
                  </a:lnTo>
                  <a:lnTo>
                    <a:pt x="1175" y="431"/>
                  </a:lnTo>
                  <a:lnTo>
                    <a:pt x="1176" y="434"/>
                  </a:lnTo>
                  <a:lnTo>
                    <a:pt x="1175" y="436"/>
                  </a:lnTo>
                  <a:lnTo>
                    <a:pt x="1173" y="438"/>
                  </a:lnTo>
                  <a:lnTo>
                    <a:pt x="1170" y="439"/>
                  </a:lnTo>
                  <a:lnTo>
                    <a:pt x="1166" y="439"/>
                  </a:lnTo>
                  <a:lnTo>
                    <a:pt x="1164" y="440"/>
                  </a:lnTo>
                  <a:lnTo>
                    <a:pt x="1163" y="442"/>
                  </a:lnTo>
                  <a:lnTo>
                    <a:pt x="1163" y="445"/>
                  </a:lnTo>
                  <a:lnTo>
                    <a:pt x="1162" y="448"/>
                  </a:lnTo>
                  <a:lnTo>
                    <a:pt x="1160" y="450"/>
                  </a:lnTo>
                  <a:lnTo>
                    <a:pt x="1157" y="450"/>
                  </a:lnTo>
                  <a:lnTo>
                    <a:pt x="1154" y="450"/>
                  </a:lnTo>
                  <a:lnTo>
                    <a:pt x="1151" y="451"/>
                  </a:lnTo>
                  <a:lnTo>
                    <a:pt x="1149" y="453"/>
                  </a:lnTo>
                  <a:lnTo>
                    <a:pt x="1146" y="454"/>
                  </a:lnTo>
                  <a:lnTo>
                    <a:pt x="1143" y="454"/>
                  </a:lnTo>
                  <a:lnTo>
                    <a:pt x="1140" y="453"/>
                  </a:lnTo>
                  <a:lnTo>
                    <a:pt x="1138" y="451"/>
                  </a:lnTo>
                  <a:lnTo>
                    <a:pt x="1135" y="451"/>
                  </a:lnTo>
                  <a:lnTo>
                    <a:pt x="1133" y="449"/>
                  </a:lnTo>
                  <a:lnTo>
                    <a:pt x="1131" y="447"/>
                  </a:lnTo>
                  <a:lnTo>
                    <a:pt x="1131" y="444"/>
                  </a:lnTo>
                  <a:lnTo>
                    <a:pt x="1130" y="443"/>
                  </a:lnTo>
                  <a:lnTo>
                    <a:pt x="1127" y="442"/>
                  </a:lnTo>
                  <a:lnTo>
                    <a:pt x="1123" y="443"/>
                  </a:lnTo>
                  <a:lnTo>
                    <a:pt x="1119" y="443"/>
                  </a:lnTo>
                  <a:lnTo>
                    <a:pt x="1117" y="442"/>
                  </a:lnTo>
                  <a:lnTo>
                    <a:pt x="1117" y="439"/>
                  </a:lnTo>
                  <a:lnTo>
                    <a:pt x="1119" y="436"/>
                  </a:lnTo>
                  <a:lnTo>
                    <a:pt x="1120" y="433"/>
                  </a:lnTo>
                  <a:lnTo>
                    <a:pt x="1120" y="430"/>
                  </a:lnTo>
                  <a:lnTo>
                    <a:pt x="1120" y="428"/>
                  </a:lnTo>
                  <a:lnTo>
                    <a:pt x="1121" y="426"/>
                  </a:lnTo>
                  <a:lnTo>
                    <a:pt x="1122" y="424"/>
                  </a:lnTo>
                  <a:lnTo>
                    <a:pt x="1123" y="422"/>
                  </a:lnTo>
                  <a:lnTo>
                    <a:pt x="1123" y="419"/>
                  </a:lnTo>
                  <a:lnTo>
                    <a:pt x="1123" y="417"/>
                  </a:lnTo>
                  <a:lnTo>
                    <a:pt x="1123" y="415"/>
                  </a:lnTo>
                  <a:lnTo>
                    <a:pt x="1125" y="413"/>
                  </a:lnTo>
                  <a:lnTo>
                    <a:pt x="1127" y="411"/>
                  </a:lnTo>
                  <a:lnTo>
                    <a:pt x="1128" y="410"/>
                  </a:lnTo>
                  <a:lnTo>
                    <a:pt x="1128" y="406"/>
                  </a:lnTo>
                  <a:lnTo>
                    <a:pt x="1128" y="403"/>
                  </a:lnTo>
                  <a:lnTo>
                    <a:pt x="1129" y="401"/>
                  </a:lnTo>
                  <a:lnTo>
                    <a:pt x="1132" y="400"/>
                  </a:lnTo>
                  <a:lnTo>
                    <a:pt x="1136" y="402"/>
                  </a:lnTo>
                  <a:lnTo>
                    <a:pt x="1138" y="404"/>
                  </a:lnTo>
                  <a:lnTo>
                    <a:pt x="1140" y="404"/>
                  </a:lnTo>
                  <a:lnTo>
                    <a:pt x="1142" y="403"/>
                  </a:lnTo>
                  <a:lnTo>
                    <a:pt x="1143" y="402"/>
                  </a:lnTo>
                  <a:lnTo>
                    <a:pt x="1145" y="402"/>
                  </a:lnTo>
                  <a:lnTo>
                    <a:pt x="1147" y="401"/>
                  </a:lnTo>
                  <a:lnTo>
                    <a:pt x="1150" y="400"/>
                  </a:lnTo>
                  <a:lnTo>
                    <a:pt x="1152" y="399"/>
                  </a:lnTo>
                  <a:lnTo>
                    <a:pt x="1155" y="399"/>
                  </a:lnTo>
                  <a:lnTo>
                    <a:pt x="1157" y="401"/>
                  </a:lnTo>
                  <a:lnTo>
                    <a:pt x="1158" y="404"/>
                  </a:lnTo>
                  <a:lnTo>
                    <a:pt x="1159" y="406"/>
                  </a:lnTo>
                  <a:lnTo>
                    <a:pt x="1161" y="408"/>
                  </a:lnTo>
                  <a:lnTo>
                    <a:pt x="1164" y="409"/>
                  </a:lnTo>
                  <a:lnTo>
                    <a:pt x="1166" y="410"/>
                  </a:lnTo>
                  <a:lnTo>
                    <a:pt x="1168" y="412"/>
                  </a:lnTo>
                  <a:lnTo>
                    <a:pt x="1167" y="415"/>
                  </a:lnTo>
                  <a:lnTo>
                    <a:pt x="1167" y="418"/>
                  </a:lnTo>
                  <a:lnTo>
                    <a:pt x="1167" y="420"/>
                  </a:lnTo>
                  <a:lnTo>
                    <a:pt x="1169" y="422"/>
                  </a:lnTo>
                  <a:lnTo>
                    <a:pt x="1172" y="424"/>
                  </a:lnTo>
                  <a:close/>
                </a:path>
              </a:pathLst>
            </a:custGeom>
            <a:solidFill>
              <a:srgbClr val="DA9FC0">
                <a:alpha val="24000"/>
              </a:srgbClr>
            </a:solidFill>
            <a:ln>
              <a:noFill/>
            </a:ln>
          </p:spPr>
          <p:txBody>
            <a:bodyPr anchor="ctr"/>
            <a:lstStyle/>
            <a:p>
              <a:pPr algn="ctr">
                <a:buNone/>
              </a:pPr>
            </a:p>
          </p:txBody>
        </p:sp>
        <p:sp>
          <p:nvSpPr>
            <p:cNvPr id="821" name="addition:spatial:203"/>
            <p:cNvSpPr>
              <a:spLocks noGrp="1"/>
            </p:cNvSpPr>
            <p:nvPr/>
          </p:nvSpPr>
          <p:spPr>
            <a:xfrm>
              <a:off x="5648325" y="1666875"/>
              <a:ext cx="1459794" cy="795071"/>
            </a:xfrm>
            <a:custGeom>
              <a:avLst/>
              <a:gdLst/>
              <a:ahLst/>
              <a:cxnLst/>
              <a:rect l="l" t="t" r="r" b="b"/>
              <a:pathLst>
                <a:path w="1101" h="470">
                  <a:moveTo>
                    <a:pt x="0" y="0"/>
                  </a:moveTo>
                  <a:moveTo>
                    <a:pt x="1094" y="442"/>
                  </a:moveTo>
                  <a:lnTo>
                    <a:pt x="1094" y="444"/>
                  </a:lnTo>
                  <a:lnTo>
                    <a:pt x="1094" y="446"/>
                  </a:lnTo>
                  <a:lnTo>
                    <a:pt x="1093" y="448"/>
                  </a:lnTo>
                  <a:lnTo>
                    <a:pt x="1092" y="450"/>
                  </a:lnTo>
                  <a:lnTo>
                    <a:pt x="1091" y="453"/>
                  </a:lnTo>
                  <a:lnTo>
                    <a:pt x="1091" y="455"/>
                  </a:lnTo>
                  <a:lnTo>
                    <a:pt x="1090" y="458"/>
                  </a:lnTo>
                  <a:lnTo>
                    <a:pt x="1089" y="460"/>
                  </a:lnTo>
                  <a:lnTo>
                    <a:pt x="1087" y="461"/>
                  </a:lnTo>
                  <a:lnTo>
                    <a:pt x="1085" y="463"/>
                  </a:lnTo>
                  <a:lnTo>
                    <a:pt x="1084" y="465"/>
                  </a:lnTo>
                  <a:lnTo>
                    <a:pt x="1083" y="468"/>
                  </a:lnTo>
                  <a:lnTo>
                    <a:pt x="1081" y="470"/>
                  </a:lnTo>
                  <a:lnTo>
                    <a:pt x="1078" y="469"/>
                  </a:lnTo>
                  <a:lnTo>
                    <a:pt x="1075" y="466"/>
                  </a:lnTo>
                  <a:lnTo>
                    <a:pt x="1073" y="464"/>
                  </a:lnTo>
                  <a:lnTo>
                    <a:pt x="1071" y="464"/>
                  </a:lnTo>
                  <a:lnTo>
                    <a:pt x="1070" y="465"/>
                  </a:lnTo>
                  <a:lnTo>
                    <a:pt x="1068" y="467"/>
                  </a:lnTo>
                  <a:lnTo>
                    <a:pt x="1065" y="468"/>
                  </a:lnTo>
                  <a:lnTo>
                    <a:pt x="1063" y="468"/>
                  </a:lnTo>
                  <a:lnTo>
                    <a:pt x="1061" y="468"/>
                  </a:lnTo>
                  <a:lnTo>
                    <a:pt x="1058" y="468"/>
                  </a:lnTo>
                  <a:lnTo>
                    <a:pt x="1056" y="467"/>
                  </a:lnTo>
                  <a:lnTo>
                    <a:pt x="1054" y="464"/>
                  </a:lnTo>
                  <a:lnTo>
                    <a:pt x="1054" y="461"/>
                  </a:lnTo>
                  <a:lnTo>
                    <a:pt x="1053" y="458"/>
                  </a:lnTo>
                  <a:lnTo>
                    <a:pt x="1052" y="456"/>
                  </a:lnTo>
                  <a:lnTo>
                    <a:pt x="1050" y="455"/>
                  </a:lnTo>
                  <a:lnTo>
                    <a:pt x="1047" y="453"/>
                  </a:lnTo>
                  <a:lnTo>
                    <a:pt x="1046" y="451"/>
                  </a:lnTo>
                  <a:lnTo>
                    <a:pt x="1046" y="448"/>
                  </a:lnTo>
                  <a:lnTo>
                    <a:pt x="1047" y="446"/>
                  </a:lnTo>
                  <a:lnTo>
                    <a:pt x="1047" y="444"/>
                  </a:lnTo>
                  <a:lnTo>
                    <a:pt x="1045" y="442"/>
                  </a:lnTo>
                  <a:lnTo>
                    <a:pt x="1042" y="439"/>
                  </a:lnTo>
                  <a:lnTo>
                    <a:pt x="1040" y="436"/>
                  </a:lnTo>
                  <a:lnTo>
                    <a:pt x="1040" y="434"/>
                  </a:lnTo>
                  <a:lnTo>
                    <a:pt x="1041" y="431"/>
                  </a:lnTo>
                  <a:lnTo>
                    <a:pt x="1042" y="429"/>
                  </a:lnTo>
                  <a:lnTo>
                    <a:pt x="1044" y="427"/>
                  </a:lnTo>
                  <a:lnTo>
                    <a:pt x="1046" y="426"/>
                  </a:lnTo>
                  <a:lnTo>
                    <a:pt x="1049" y="425"/>
                  </a:lnTo>
                  <a:lnTo>
                    <a:pt x="1052" y="425"/>
                  </a:lnTo>
                  <a:lnTo>
                    <a:pt x="1055" y="424"/>
                  </a:lnTo>
                  <a:lnTo>
                    <a:pt x="1055" y="422"/>
                  </a:lnTo>
                  <a:lnTo>
                    <a:pt x="1056" y="418"/>
                  </a:lnTo>
                  <a:lnTo>
                    <a:pt x="1057" y="415"/>
                  </a:lnTo>
                  <a:lnTo>
                    <a:pt x="1060" y="413"/>
                  </a:lnTo>
                  <a:lnTo>
                    <a:pt x="1063" y="414"/>
                  </a:lnTo>
                  <a:lnTo>
                    <a:pt x="1066" y="415"/>
                  </a:lnTo>
                  <a:lnTo>
                    <a:pt x="1069" y="415"/>
                  </a:lnTo>
                  <a:lnTo>
                    <a:pt x="1072" y="414"/>
                  </a:lnTo>
                  <a:lnTo>
                    <a:pt x="1075" y="413"/>
                  </a:lnTo>
                  <a:lnTo>
                    <a:pt x="1078" y="414"/>
                  </a:lnTo>
                  <a:lnTo>
                    <a:pt x="1080" y="416"/>
                  </a:lnTo>
                  <a:lnTo>
                    <a:pt x="1082" y="418"/>
                  </a:lnTo>
                  <a:lnTo>
                    <a:pt x="1084" y="419"/>
                  </a:lnTo>
                  <a:lnTo>
                    <a:pt x="1086" y="420"/>
                  </a:lnTo>
                  <a:lnTo>
                    <a:pt x="1088" y="422"/>
                  </a:lnTo>
                  <a:lnTo>
                    <a:pt x="1089" y="424"/>
                  </a:lnTo>
                  <a:lnTo>
                    <a:pt x="1090" y="426"/>
                  </a:lnTo>
                  <a:lnTo>
                    <a:pt x="1092" y="427"/>
                  </a:lnTo>
                  <a:lnTo>
                    <a:pt x="1096" y="427"/>
                  </a:lnTo>
                  <a:lnTo>
                    <a:pt x="1100" y="428"/>
                  </a:lnTo>
                  <a:lnTo>
                    <a:pt x="1101" y="430"/>
                  </a:lnTo>
                  <a:lnTo>
                    <a:pt x="1100" y="434"/>
                  </a:lnTo>
                  <a:lnTo>
                    <a:pt x="1097" y="437"/>
                  </a:lnTo>
                  <a:lnTo>
                    <a:pt x="1095" y="439"/>
                  </a:lnTo>
                  <a:close/>
                </a:path>
              </a:pathLst>
            </a:custGeom>
            <a:solidFill>
              <a:srgbClr val="DA9FC0">
                <a:alpha val="24000"/>
              </a:srgbClr>
            </a:solidFill>
            <a:ln>
              <a:noFill/>
            </a:ln>
          </p:spPr>
          <p:txBody>
            <a:bodyPr anchor="ctr"/>
            <a:lstStyle/>
            <a:p>
              <a:pPr algn="ctr">
                <a:buNone/>
              </a:pPr>
            </a:p>
          </p:txBody>
        </p:sp>
        <p:sp>
          <p:nvSpPr>
            <p:cNvPr id="822" name="addition:spatial:204"/>
            <p:cNvSpPr>
              <a:spLocks noGrp="1"/>
            </p:cNvSpPr>
            <p:nvPr/>
          </p:nvSpPr>
          <p:spPr>
            <a:xfrm>
              <a:off x="5648325" y="1666875"/>
              <a:ext cx="1363005" cy="747705"/>
            </a:xfrm>
            <a:custGeom>
              <a:avLst/>
              <a:gdLst/>
              <a:ahLst/>
              <a:cxnLst/>
              <a:rect l="l" t="t" r="r" b="b"/>
              <a:pathLst>
                <a:path w="1028" h="442">
                  <a:moveTo>
                    <a:pt x="0" y="0"/>
                  </a:moveTo>
                  <a:moveTo>
                    <a:pt x="1028" y="413"/>
                  </a:moveTo>
                  <a:lnTo>
                    <a:pt x="1028" y="416"/>
                  </a:lnTo>
                  <a:lnTo>
                    <a:pt x="1026" y="418"/>
                  </a:lnTo>
                  <a:lnTo>
                    <a:pt x="1025" y="420"/>
                  </a:lnTo>
                  <a:lnTo>
                    <a:pt x="1025" y="423"/>
                  </a:lnTo>
                  <a:lnTo>
                    <a:pt x="1024" y="425"/>
                  </a:lnTo>
                  <a:lnTo>
                    <a:pt x="1023" y="427"/>
                  </a:lnTo>
                  <a:lnTo>
                    <a:pt x="1020" y="428"/>
                  </a:lnTo>
                  <a:lnTo>
                    <a:pt x="1017" y="429"/>
                  </a:lnTo>
                  <a:lnTo>
                    <a:pt x="1015" y="429"/>
                  </a:lnTo>
                  <a:lnTo>
                    <a:pt x="1014" y="431"/>
                  </a:lnTo>
                  <a:lnTo>
                    <a:pt x="1013" y="435"/>
                  </a:lnTo>
                  <a:lnTo>
                    <a:pt x="1012" y="439"/>
                  </a:lnTo>
                  <a:lnTo>
                    <a:pt x="1011" y="441"/>
                  </a:lnTo>
                  <a:lnTo>
                    <a:pt x="1008" y="442"/>
                  </a:lnTo>
                  <a:lnTo>
                    <a:pt x="1005" y="442"/>
                  </a:lnTo>
                  <a:lnTo>
                    <a:pt x="1003" y="441"/>
                  </a:lnTo>
                  <a:lnTo>
                    <a:pt x="1000" y="441"/>
                  </a:lnTo>
                  <a:lnTo>
                    <a:pt x="998" y="440"/>
                  </a:lnTo>
                  <a:lnTo>
                    <a:pt x="996" y="438"/>
                  </a:lnTo>
                  <a:lnTo>
                    <a:pt x="995" y="436"/>
                  </a:lnTo>
                  <a:lnTo>
                    <a:pt x="993" y="436"/>
                  </a:lnTo>
                  <a:lnTo>
                    <a:pt x="991" y="437"/>
                  </a:lnTo>
                  <a:lnTo>
                    <a:pt x="988" y="437"/>
                  </a:lnTo>
                  <a:lnTo>
                    <a:pt x="986" y="437"/>
                  </a:lnTo>
                  <a:lnTo>
                    <a:pt x="985" y="434"/>
                  </a:lnTo>
                  <a:lnTo>
                    <a:pt x="985" y="432"/>
                  </a:lnTo>
                  <a:lnTo>
                    <a:pt x="984" y="430"/>
                  </a:lnTo>
                  <a:lnTo>
                    <a:pt x="982" y="429"/>
                  </a:lnTo>
                  <a:lnTo>
                    <a:pt x="979" y="429"/>
                  </a:lnTo>
                  <a:lnTo>
                    <a:pt x="978" y="427"/>
                  </a:lnTo>
                  <a:lnTo>
                    <a:pt x="978" y="424"/>
                  </a:lnTo>
                  <a:lnTo>
                    <a:pt x="979" y="420"/>
                  </a:lnTo>
                  <a:lnTo>
                    <a:pt x="981" y="418"/>
                  </a:lnTo>
                  <a:lnTo>
                    <a:pt x="981" y="415"/>
                  </a:lnTo>
                  <a:lnTo>
                    <a:pt x="982" y="413"/>
                  </a:lnTo>
                  <a:lnTo>
                    <a:pt x="982" y="411"/>
                  </a:lnTo>
                  <a:lnTo>
                    <a:pt x="983" y="409"/>
                  </a:lnTo>
                  <a:lnTo>
                    <a:pt x="982" y="407"/>
                  </a:lnTo>
                  <a:lnTo>
                    <a:pt x="981" y="404"/>
                  </a:lnTo>
                  <a:lnTo>
                    <a:pt x="979" y="400"/>
                  </a:lnTo>
                  <a:lnTo>
                    <a:pt x="979" y="397"/>
                  </a:lnTo>
                  <a:lnTo>
                    <a:pt x="980" y="395"/>
                  </a:lnTo>
                  <a:lnTo>
                    <a:pt x="983" y="395"/>
                  </a:lnTo>
                  <a:lnTo>
                    <a:pt x="986" y="394"/>
                  </a:lnTo>
                  <a:lnTo>
                    <a:pt x="987" y="393"/>
                  </a:lnTo>
                  <a:lnTo>
                    <a:pt x="988" y="391"/>
                  </a:lnTo>
                  <a:lnTo>
                    <a:pt x="989" y="389"/>
                  </a:lnTo>
                  <a:lnTo>
                    <a:pt x="991" y="388"/>
                  </a:lnTo>
                  <a:lnTo>
                    <a:pt x="993" y="389"/>
                  </a:lnTo>
                  <a:lnTo>
                    <a:pt x="995" y="389"/>
                  </a:lnTo>
                  <a:lnTo>
                    <a:pt x="996" y="389"/>
                  </a:lnTo>
                  <a:lnTo>
                    <a:pt x="998" y="388"/>
                  </a:lnTo>
                  <a:lnTo>
                    <a:pt x="1000" y="387"/>
                  </a:lnTo>
                  <a:lnTo>
                    <a:pt x="1002" y="387"/>
                  </a:lnTo>
                  <a:lnTo>
                    <a:pt x="1004" y="387"/>
                  </a:lnTo>
                  <a:lnTo>
                    <a:pt x="1007" y="386"/>
                  </a:lnTo>
                  <a:lnTo>
                    <a:pt x="1010" y="385"/>
                  </a:lnTo>
                  <a:lnTo>
                    <a:pt x="1012" y="385"/>
                  </a:lnTo>
                  <a:lnTo>
                    <a:pt x="1014" y="388"/>
                  </a:lnTo>
                  <a:lnTo>
                    <a:pt x="1015" y="392"/>
                  </a:lnTo>
                  <a:lnTo>
                    <a:pt x="1015" y="396"/>
                  </a:lnTo>
                  <a:lnTo>
                    <a:pt x="1015" y="399"/>
                  </a:lnTo>
                  <a:lnTo>
                    <a:pt x="1017" y="400"/>
                  </a:lnTo>
                  <a:lnTo>
                    <a:pt x="1020" y="400"/>
                  </a:lnTo>
                  <a:lnTo>
                    <a:pt x="1023" y="401"/>
                  </a:lnTo>
                  <a:lnTo>
                    <a:pt x="1024" y="404"/>
                  </a:lnTo>
                  <a:lnTo>
                    <a:pt x="1025" y="406"/>
                  </a:lnTo>
                  <a:lnTo>
                    <a:pt x="1026" y="408"/>
                  </a:lnTo>
                  <a:lnTo>
                    <a:pt x="1027" y="411"/>
                  </a:lnTo>
                  <a:close/>
                </a:path>
              </a:pathLst>
            </a:custGeom>
            <a:solidFill>
              <a:srgbClr val="DA9FC0">
                <a:alpha val="24000"/>
              </a:srgbClr>
            </a:solidFill>
            <a:ln>
              <a:noFill/>
            </a:ln>
          </p:spPr>
          <p:txBody>
            <a:bodyPr anchor="ctr"/>
            <a:lstStyle/>
            <a:p>
              <a:pPr algn="ctr">
                <a:buNone/>
              </a:pPr>
            </a:p>
          </p:txBody>
        </p:sp>
        <p:sp>
          <p:nvSpPr>
            <p:cNvPr id="823" name="addition:spatial:205"/>
            <p:cNvSpPr>
              <a:spLocks noGrp="1"/>
            </p:cNvSpPr>
            <p:nvPr/>
          </p:nvSpPr>
          <p:spPr>
            <a:xfrm>
              <a:off x="5648325" y="1666875"/>
              <a:ext cx="1336487" cy="637748"/>
            </a:xfrm>
            <a:custGeom>
              <a:avLst/>
              <a:gdLst/>
              <a:ahLst/>
              <a:cxnLst/>
              <a:rect l="l" t="t" r="r" b="b"/>
              <a:pathLst>
                <a:path w="1008" h="377">
                  <a:moveTo>
                    <a:pt x="0" y="0"/>
                  </a:moveTo>
                  <a:moveTo>
                    <a:pt x="1006" y="351"/>
                  </a:moveTo>
                  <a:lnTo>
                    <a:pt x="1006" y="353"/>
                  </a:lnTo>
                  <a:lnTo>
                    <a:pt x="1005" y="355"/>
                  </a:lnTo>
                  <a:lnTo>
                    <a:pt x="1004" y="357"/>
                  </a:lnTo>
                  <a:lnTo>
                    <a:pt x="1002" y="359"/>
                  </a:lnTo>
                  <a:lnTo>
                    <a:pt x="1001" y="361"/>
                  </a:lnTo>
                  <a:lnTo>
                    <a:pt x="1000" y="363"/>
                  </a:lnTo>
                  <a:lnTo>
                    <a:pt x="999" y="365"/>
                  </a:lnTo>
                  <a:lnTo>
                    <a:pt x="998" y="366"/>
                  </a:lnTo>
                  <a:lnTo>
                    <a:pt x="996" y="367"/>
                  </a:lnTo>
                  <a:lnTo>
                    <a:pt x="995" y="368"/>
                  </a:lnTo>
                  <a:lnTo>
                    <a:pt x="994" y="371"/>
                  </a:lnTo>
                  <a:lnTo>
                    <a:pt x="993" y="375"/>
                  </a:lnTo>
                  <a:lnTo>
                    <a:pt x="992" y="377"/>
                  </a:lnTo>
                  <a:lnTo>
                    <a:pt x="989" y="377"/>
                  </a:lnTo>
                  <a:lnTo>
                    <a:pt x="987" y="375"/>
                  </a:lnTo>
                  <a:lnTo>
                    <a:pt x="985" y="373"/>
                  </a:lnTo>
                  <a:lnTo>
                    <a:pt x="983" y="372"/>
                  </a:lnTo>
                  <a:lnTo>
                    <a:pt x="982" y="372"/>
                  </a:lnTo>
                  <a:lnTo>
                    <a:pt x="980" y="373"/>
                  </a:lnTo>
                  <a:lnTo>
                    <a:pt x="979" y="373"/>
                  </a:lnTo>
                  <a:lnTo>
                    <a:pt x="977" y="372"/>
                  </a:lnTo>
                  <a:lnTo>
                    <a:pt x="976" y="372"/>
                  </a:lnTo>
                  <a:lnTo>
                    <a:pt x="974" y="373"/>
                  </a:lnTo>
                  <a:lnTo>
                    <a:pt x="972" y="373"/>
                  </a:lnTo>
                  <a:lnTo>
                    <a:pt x="970" y="371"/>
                  </a:lnTo>
                  <a:lnTo>
                    <a:pt x="970" y="369"/>
                  </a:lnTo>
                  <a:lnTo>
                    <a:pt x="970" y="366"/>
                  </a:lnTo>
                  <a:lnTo>
                    <a:pt x="969" y="365"/>
                  </a:lnTo>
                  <a:lnTo>
                    <a:pt x="967" y="364"/>
                  </a:lnTo>
                  <a:lnTo>
                    <a:pt x="965" y="362"/>
                  </a:lnTo>
                  <a:lnTo>
                    <a:pt x="965" y="360"/>
                  </a:lnTo>
                  <a:lnTo>
                    <a:pt x="966" y="357"/>
                  </a:lnTo>
                  <a:lnTo>
                    <a:pt x="967" y="355"/>
                  </a:lnTo>
                  <a:lnTo>
                    <a:pt x="968" y="353"/>
                  </a:lnTo>
                  <a:lnTo>
                    <a:pt x="967" y="351"/>
                  </a:lnTo>
                  <a:lnTo>
                    <a:pt x="965" y="349"/>
                  </a:lnTo>
                  <a:lnTo>
                    <a:pt x="964" y="347"/>
                  </a:lnTo>
                  <a:lnTo>
                    <a:pt x="963" y="344"/>
                  </a:lnTo>
                  <a:lnTo>
                    <a:pt x="963" y="342"/>
                  </a:lnTo>
                  <a:lnTo>
                    <a:pt x="963" y="339"/>
                  </a:lnTo>
                  <a:lnTo>
                    <a:pt x="963" y="337"/>
                  </a:lnTo>
                  <a:lnTo>
                    <a:pt x="964" y="335"/>
                  </a:lnTo>
                  <a:lnTo>
                    <a:pt x="967" y="335"/>
                  </a:lnTo>
                  <a:lnTo>
                    <a:pt x="969" y="335"/>
                  </a:lnTo>
                  <a:lnTo>
                    <a:pt x="971" y="335"/>
                  </a:lnTo>
                  <a:lnTo>
                    <a:pt x="972" y="333"/>
                  </a:lnTo>
                  <a:lnTo>
                    <a:pt x="973" y="331"/>
                  </a:lnTo>
                  <a:lnTo>
                    <a:pt x="974" y="328"/>
                  </a:lnTo>
                  <a:lnTo>
                    <a:pt x="976" y="328"/>
                  </a:lnTo>
                  <a:lnTo>
                    <a:pt x="978" y="328"/>
                  </a:lnTo>
                  <a:lnTo>
                    <a:pt x="980" y="329"/>
                  </a:lnTo>
                  <a:lnTo>
                    <a:pt x="981" y="328"/>
                  </a:lnTo>
                  <a:lnTo>
                    <a:pt x="983" y="326"/>
                  </a:lnTo>
                  <a:lnTo>
                    <a:pt x="986" y="325"/>
                  </a:lnTo>
                  <a:lnTo>
                    <a:pt x="988" y="325"/>
                  </a:lnTo>
                  <a:lnTo>
                    <a:pt x="990" y="326"/>
                  </a:lnTo>
                  <a:lnTo>
                    <a:pt x="992" y="328"/>
                  </a:lnTo>
                  <a:lnTo>
                    <a:pt x="994" y="329"/>
                  </a:lnTo>
                  <a:lnTo>
                    <a:pt x="996" y="331"/>
                  </a:lnTo>
                  <a:lnTo>
                    <a:pt x="997" y="333"/>
                  </a:lnTo>
                  <a:lnTo>
                    <a:pt x="997" y="336"/>
                  </a:lnTo>
                  <a:lnTo>
                    <a:pt x="998" y="338"/>
                  </a:lnTo>
                  <a:lnTo>
                    <a:pt x="999" y="339"/>
                  </a:lnTo>
                  <a:lnTo>
                    <a:pt x="1003" y="339"/>
                  </a:lnTo>
                  <a:lnTo>
                    <a:pt x="1006" y="340"/>
                  </a:lnTo>
                  <a:lnTo>
                    <a:pt x="1008" y="341"/>
                  </a:lnTo>
                  <a:lnTo>
                    <a:pt x="1008" y="344"/>
                  </a:lnTo>
                  <a:lnTo>
                    <a:pt x="1007" y="346"/>
                  </a:lnTo>
                  <a:lnTo>
                    <a:pt x="1006" y="349"/>
                  </a:lnTo>
                  <a:close/>
                </a:path>
              </a:pathLst>
            </a:custGeom>
            <a:solidFill>
              <a:srgbClr val="DA9FC0">
                <a:alpha val="24000"/>
              </a:srgbClr>
            </a:solidFill>
            <a:ln>
              <a:noFill/>
            </a:ln>
          </p:spPr>
          <p:txBody>
            <a:bodyPr anchor="ctr"/>
            <a:lstStyle/>
            <a:p>
              <a:pPr algn="ctr">
                <a:buNone/>
              </a:pPr>
            </a:p>
          </p:txBody>
        </p:sp>
        <p:sp>
          <p:nvSpPr>
            <p:cNvPr id="824" name="addition:spatial:206"/>
            <p:cNvSpPr>
              <a:spLocks noGrp="1"/>
            </p:cNvSpPr>
            <p:nvPr/>
          </p:nvSpPr>
          <p:spPr>
            <a:xfrm>
              <a:off x="5648325" y="1666875"/>
              <a:ext cx="1386870" cy="539633"/>
            </a:xfrm>
            <a:custGeom>
              <a:avLst/>
              <a:gdLst/>
              <a:ahLst/>
              <a:cxnLst/>
              <a:rect l="l" t="t" r="r" b="b"/>
              <a:pathLst>
                <a:path w="1046" h="319">
                  <a:moveTo>
                    <a:pt x="0" y="0"/>
                  </a:moveTo>
                  <a:moveTo>
                    <a:pt x="1044" y="295"/>
                  </a:moveTo>
                  <a:lnTo>
                    <a:pt x="1043" y="297"/>
                  </a:lnTo>
                  <a:lnTo>
                    <a:pt x="1041" y="299"/>
                  </a:lnTo>
                  <a:lnTo>
                    <a:pt x="1038" y="300"/>
                  </a:lnTo>
                  <a:lnTo>
                    <a:pt x="1037" y="302"/>
                  </a:lnTo>
                  <a:lnTo>
                    <a:pt x="1038" y="304"/>
                  </a:lnTo>
                  <a:lnTo>
                    <a:pt x="1040" y="307"/>
                  </a:lnTo>
                  <a:lnTo>
                    <a:pt x="1041" y="311"/>
                  </a:lnTo>
                  <a:lnTo>
                    <a:pt x="1040" y="313"/>
                  </a:lnTo>
                  <a:lnTo>
                    <a:pt x="1037" y="314"/>
                  </a:lnTo>
                  <a:lnTo>
                    <a:pt x="1034" y="314"/>
                  </a:lnTo>
                  <a:lnTo>
                    <a:pt x="1031" y="315"/>
                  </a:lnTo>
                  <a:lnTo>
                    <a:pt x="1029" y="315"/>
                  </a:lnTo>
                  <a:lnTo>
                    <a:pt x="1028" y="316"/>
                  </a:lnTo>
                  <a:lnTo>
                    <a:pt x="1025" y="317"/>
                  </a:lnTo>
                  <a:lnTo>
                    <a:pt x="1023" y="316"/>
                  </a:lnTo>
                  <a:lnTo>
                    <a:pt x="1021" y="317"/>
                  </a:lnTo>
                  <a:lnTo>
                    <a:pt x="1019" y="318"/>
                  </a:lnTo>
                  <a:lnTo>
                    <a:pt x="1017" y="319"/>
                  </a:lnTo>
                  <a:lnTo>
                    <a:pt x="1015" y="319"/>
                  </a:lnTo>
                  <a:lnTo>
                    <a:pt x="1013" y="318"/>
                  </a:lnTo>
                  <a:lnTo>
                    <a:pt x="1011" y="317"/>
                  </a:lnTo>
                  <a:lnTo>
                    <a:pt x="1008" y="316"/>
                  </a:lnTo>
                  <a:lnTo>
                    <a:pt x="1005" y="317"/>
                  </a:lnTo>
                  <a:lnTo>
                    <a:pt x="1001" y="318"/>
                  </a:lnTo>
                  <a:lnTo>
                    <a:pt x="998" y="317"/>
                  </a:lnTo>
                  <a:lnTo>
                    <a:pt x="997" y="314"/>
                  </a:lnTo>
                  <a:lnTo>
                    <a:pt x="998" y="310"/>
                  </a:lnTo>
                  <a:lnTo>
                    <a:pt x="998" y="307"/>
                  </a:lnTo>
                  <a:lnTo>
                    <a:pt x="997" y="305"/>
                  </a:lnTo>
                  <a:lnTo>
                    <a:pt x="995" y="304"/>
                  </a:lnTo>
                  <a:lnTo>
                    <a:pt x="993" y="302"/>
                  </a:lnTo>
                  <a:lnTo>
                    <a:pt x="991" y="301"/>
                  </a:lnTo>
                  <a:lnTo>
                    <a:pt x="989" y="299"/>
                  </a:lnTo>
                  <a:lnTo>
                    <a:pt x="987" y="297"/>
                  </a:lnTo>
                  <a:lnTo>
                    <a:pt x="984" y="295"/>
                  </a:lnTo>
                  <a:lnTo>
                    <a:pt x="983" y="292"/>
                  </a:lnTo>
                  <a:lnTo>
                    <a:pt x="984" y="290"/>
                  </a:lnTo>
                  <a:lnTo>
                    <a:pt x="987" y="288"/>
                  </a:lnTo>
                  <a:lnTo>
                    <a:pt x="990" y="286"/>
                  </a:lnTo>
                  <a:lnTo>
                    <a:pt x="990" y="285"/>
                  </a:lnTo>
                  <a:lnTo>
                    <a:pt x="990" y="282"/>
                  </a:lnTo>
                  <a:lnTo>
                    <a:pt x="991" y="280"/>
                  </a:lnTo>
                  <a:lnTo>
                    <a:pt x="993" y="278"/>
                  </a:lnTo>
                  <a:lnTo>
                    <a:pt x="997" y="278"/>
                  </a:lnTo>
                  <a:lnTo>
                    <a:pt x="1000" y="278"/>
                  </a:lnTo>
                  <a:lnTo>
                    <a:pt x="1002" y="277"/>
                  </a:lnTo>
                  <a:lnTo>
                    <a:pt x="1004" y="275"/>
                  </a:lnTo>
                  <a:lnTo>
                    <a:pt x="1005" y="272"/>
                  </a:lnTo>
                  <a:lnTo>
                    <a:pt x="1008" y="270"/>
                  </a:lnTo>
                  <a:lnTo>
                    <a:pt x="1011" y="269"/>
                  </a:lnTo>
                  <a:lnTo>
                    <a:pt x="1014" y="268"/>
                  </a:lnTo>
                  <a:lnTo>
                    <a:pt x="1017" y="267"/>
                  </a:lnTo>
                  <a:lnTo>
                    <a:pt x="1020" y="267"/>
                  </a:lnTo>
                  <a:lnTo>
                    <a:pt x="1023" y="269"/>
                  </a:lnTo>
                  <a:lnTo>
                    <a:pt x="1025" y="272"/>
                  </a:lnTo>
                  <a:lnTo>
                    <a:pt x="1027" y="275"/>
                  </a:lnTo>
                  <a:lnTo>
                    <a:pt x="1029" y="276"/>
                  </a:lnTo>
                  <a:lnTo>
                    <a:pt x="1031" y="276"/>
                  </a:lnTo>
                  <a:lnTo>
                    <a:pt x="1035" y="275"/>
                  </a:lnTo>
                  <a:lnTo>
                    <a:pt x="1038" y="275"/>
                  </a:lnTo>
                  <a:lnTo>
                    <a:pt x="1040" y="276"/>
                  </a:lnTo>
                  <a:lnTo>
                    <a:pt x="1040" y="278"/>
                  </a:lnTo>
                  <a:lnTo>
                    <a:pt x="1041" y="280"/>
                  </a:lnTo>
                  <a:lnTo>
                    <a:pt x="1043" y="282"/>
                  </a:lnTo>
                  <a:lnTo>
                    <a:pt x="1045" y="283"/>
                  </a:lnTo>
                  <a:lnTo>
                    <a:pt x="1046" y="285"/>
                  </a:lnTo>
                  <a:lnTo>
                    <a:pt x="1046" y="288"/>
                  </a:lnTo>
                  <a:lnTo>
                    <a:pt x="1045" y="290"/>
                  </a:lnTo>
                  <a:lnTo>
                    <a:pt x="1045" y="292"/>
                  </a:lnTo>
                  <a:close/>
                </a:path>
              </a:pathLst>
            </a:custGeom>
            <a:solidFill>
              <a:srgbClr val="DA9FC0">
                <a:alpha val="24000"/>
              </a:srgbClr>
            </a:solidFill>
            <a:ln>
              <a:noFill/>
            </a:ln>
          </p:spPr>
          <p:txBody>
            <a:bodyPr anchor="ctr"/>
            <a:lstStyle/>
            <a:p>
              <a:pPr algn="ctr">
                <a:buNone/>
              </a:pPr>
            </a:p>
          </p:txBody>
        </p:sp>
        <p:sp>
          <p:nvSpPr>
            <p:cNvPr id="825" name="addition:spatial:207"/>
            <p:cNvSpPr>
              <a:spLocks noGrp="1"/>
            </p:cNvSpPr>
            <p:nvPr/>
          </p:nvSpPr>
          <p:spPr>
            <a:xfrm>
              <a:off x="5648325" y="1666875"/>
              <a:ext cx="1479682" cy="502417"/>
            </a:xfrm>
            <a:custGeom>
              <a:avLst/>
              <a:gdLst/>
              <a:ahLst/>
              <a:cxnLst/>
              <a:rect l="l" t="t" r="r" b="b"/>
              <a:pathLst>
                <a:path w="1116" h="297">
                  <a:moveTo>
                    <a:pt x="0" y="0"/>
                  </a:moveTo>
                  <a:moveTo>
                    <a:pt x="1114" y="274"/>
                  </a:moveTo>
                  <a:lnTo>
                    <a:pt x="1112" y="276"/>
                  </a:lnTo>
                  <a:lnTo>
                    <a:pt x="1112" y="278"/>
                  </a:lnTo>
                  <a:lnTo>
                    <a:pt x="1112" y="280"/>
                  </a:lnTo>
                  <a:lnTo>
                    <a:pt x="1112" y="282"/>
                  </a:lnTo>
                  <a:lnTo>
                    <a:pt x="1110" y="284"/>
                  </a:lnTo>
                  <a:lnTo>
                    <a:pt x="1107" y="285"/>
                  </a:lnTo>
                  <a:lnTo>
                    <a:pt x="1105" y="286"/>
                  </a:lnTo>
                  <a:lnTo>
                    <a:pt x="1104" y="287"/>
                  </a:lnTo>
                  <a:lnTo>
                    <a:pt x="1104" y="290"/>
                  </a:lnTo>
                  <a:lnTo>
                    <a:pt x="1104" y="293"/>
                  </a:lnTo>
                  <a:lnTo>
                    <a:pt x="1103" y="296"/>
                  </a:lnTo>
                  <a:lnTo>
                    <a:pt x="1100" y="297"/>
                  </a:lnTo>
                  <a:lnTo>
                    <a:pt x="1098" y="297"/>
                  </a:lnTo>
                  <a:lnTo>
                    <a:pt x="1096" y="297"/>
                  </a:lnTo>
                  <a:lnTo>
                    <a:pt x="1094" y="297"/>
                  </a:lnTo>
                  <a:lnTo>
                    <a:pt x="1092" y="296"/>
                  </a:lnTo>
                  <a:lnTo>
                    <a:pt x="1090" y="295"/>
                  </a:lnTo>
                  <a:lnTo>
                    <a:pt x="1088" y="293"/>
                  </a:lnTo>
                  <a:lnTo>
                    <a:pt x="1087" y="293"/>
                  </a:lnTo>
                  <a:lnTo>
                    <a:pt x="1085" y="295"/>
                  </a:lnTo>
                  <a:lnTo>
                    <a:pt x="1083" y="297"/>
                  </a:lnTo>
                  <a:lnTo>
                    <a:pt x="1081" y="297"/>
                  </a:lnTo>
                  <a:lnTo>
                    <a:pt x="1079" y="296"/>
                  </a:lnTo>
                  <a:lnTo>
                    <a:pt x="1079" y="293"/>
                  </a:lnTo>
                  <a:lnTo>
                    <a:pt x="1078" y="292"/>
                  </a:lnTo>
                  <a:lnTo>
                    <a:pt x="1076" y="291"/>
                  </a:lnTo>
                  <a:lnTo>
                    <a:pt x="1074" y="290"/>
                  </a:lnTo>
                  <a:lnTo>
                    <a:pt x="1072" y="289"/>
                  </a:lnTo>
                  <a:lnTo>
                    <a:pt x="1071" y="287"/>
                  </a:lnTo>
                  <a:lnTo>
                    <a:pt x="1072" y="284"/>
                  </a:lnTo>
                  <a:lnTo>
                    <a:pt x="1072" y="282"/>
                  </a:lnTo>
                  <a:lnTo>
                    <a:pt x="1072" y="280"/>
                  </a:lnTo>
                  <a:lnTo>
                    <a:pt x="1071" y="278"/>
                  </a:lnTo>
                  <a:lnTo>
                    <a:pt x="1071" y="276"/>
                  </a:lnTo>
                  <a:lnTo>
                    <a:pt x="1071" y="274"/>
                  </a:lnTo>
                  <a:lnTo>
                    <a:pt x="1071" y="272"/>
                  </a:lnTo>
                  <a:lnTo>
                    <a:pt x="1069" y="270"/>
                  </a:lnTo>
                  <a:lnTo>
                    <a:pt x="1066" y="267"/>
                  </a:lnTo>
                  <a:lnTo>
                    <a:pt x="1065" y="265"/>
                  </a:lnTo>
                  <a:lnTo>
                    <a:pt x="1066" y="263"/>
                  </a:lnTo>
                  <a:lnTo>
                    <a:pt x="1069" y="262"/>
                  </a:lnTo>
                  <a:lnTo>
                    <a:pt x="1071" y="261"/>
                  </a:lnTo>
                  <a:lnTo>
                    <a:pt x="1073" y="260"/>
                  </a:lnTo>
                  <a:lnTo>
                    <a:pt x="1074" y="259"/>
                  </a:lnTo>
                  <a:lnTo>
                    <a:pt x="1075" y="257"/>
                  </a:lnTo>
                  <a:lnTo>
                    <a:pt x="1076" y="256"/>
                  </a:lnTo>
                  <a:lnTo>
                    <a:pt x="1078" y="255"/>
                  </a:lnTo>
                  <a:lnTo>
                    <a:pt x="1080" y="255"/>
                  </a:lnTo>
                  <a:lnTo>
                    <a:pt x="1082" y="254"/>
                  </a:lnTo>
                  <a:lnTo>
                    <a:pt x="1084" y="252"/>
                  </a:lnTo>
                  <a:lnTo>
                    <a:pt x="1086" y="251"/>
                  </a:lnTo>
                  <a:lnTo>
                    <a:pt x="1088" y="251"/>
                  </a:lnTo>
                  <a:lnTo>
                    <a:pt x="1090" y="251"/>
                  </a:lnTo>
                  <a:lnTo>
                    <a:pt x="1093" y="251"/>
                  </a:lnTo>
                  <a:lnTo>
                    <a:pt x="1095" y="250"/>
                  </a:lnTo>
                  <a:lnTo>
                    <a:pt x="1098" y="249"/>
                  </a:lnTo>
                  <a:lnTo>
                    <a:pt x="1100" y="251"/>
                  </a:lnTo>
                  <a:lnTo>
                    <a:pt x="1102" y="254"/>
                  </a:lnTo>
                  <a:lnTo>
                    <a:pt x="1102" y="257"/>
                  </a:lnTo>
                  <a:lnTo>
                    <a:pt x="1103" y="260"/>
                  </a:lnTo>
                  <a:lnTo>
                    <a:pt x="1104" y="261"/>
                  </a:lnTo>
                  <a:lnTo>
                    <a:pt x="1107" y="261"/>
                  </a:lnTo>
                  <a:lnTo>
                    <a:pt x="1110" y="261"/>
                  </a:lnTo>
                  <a:lnTo>
                    <a:pt x="1112" y="262"/>
                  </a:lnTo>
                  <a:lnTo>
                    <a:pt x="1113" y="264"/>
                  </a:lnTo>
                  <a:lnTo>
                    <a:pt x="1114" y="266"/>
                  </a:lnTo>
                  <a:lnTo>
                    <a:pt x="1116" y="268"/>
                  </a:lnTo>
                  <a:lnTo>
                    <a:pt x="1116" y="270"/>
                  </a:lnTo>
                  <a:lnTo>
                    <a:pt x="1115" y="272"/>
                  </a:lnTo>
                  <a:close/>
                </a:path>
              </a:pathLst>
            </a:custGeom>
            <a:solidFill>
              <a:srgbClr val="DA9FC0">
                <a:alpha val="24000"/>
              </a:srgbClr>
            </a:solidFill>
            <a:ln>
              <a:noFill/>
            </a:ln>
          </p:spPr>
          <p:txBody>
            <a:bodyPr anchor="ctr"/>
            <a:lstStyle/>
            <a:p>
              <a:pPr algn="ctr">
                <a:buNone/>
              </a:pPr>
            </a:p>
          </p:txBody>
        </p:sp>
        <p:sp>
          <p:nvSpPr>
            <p:cNvPr id="826" name="addition:spatial:208"/>
            <p:cNvSpPr>
              <a:spLocks noGrp="1"/>
            </p:cNvSpPr>
            <p:nvPr/>
          </p:nvSpPr>
          <p:spPr>
            <a:xfrm>
              <a:off x="5648325" y="1666875"/>
              <a:ext cx="1577797" cy="559933"/>
            </a:xfrm>
            <a:custGeom>
              <a:avLst/>
              <a:gdLst/>
              <a:ahLst/>
              <a:cxnLst/>
              <a:rect l="l" t="t" r="r" b="b"/>
              <a:pathLst>
                <a:path w="1190" h="331">
                  <a:moveTo>
                    <a:pt x="0" y="0"/>
                  </a:moveTo>
                  <a:moveTo>
                    <a:pt x="1186" y="303"/>
                  </a:moveTo>
                  <a:lnTo>
                    <a:pt x="1185" y="305"/>
                  </a:lnTo>
                  <a:lnTo>
                    <a:pt x="1187" y="307"/>
                  </a:lnTo>
                  <a:lnTo>
                    <a:pt x="1189" y="310"/>
                  </a:lnTo>
                  <a:lnTo>
                    <a:pt x="1190" y="313"/>
                  </a:lnTo>
                  <a:lnTo>
                    <a:pt x="1190" y="315"/>
                  </a:lnTo>
                  <a:lnTo>
                    <a:pt x="1188" y="317"/>
                  </a:lnTo>
                  <a:lnTo>
                    <a:pt x="1185" y="318"/>
                  </a:lnTo>
                  <a:lnTo>
                    <a:pt x="1183" y="319"/>
                  </a:lnTo>
                  <a:lnTo>
                    <a:pt x="1181" y="320"/>
                  </a:lnTo>
                  <a:lnTo>
                    <a:pt x="1179" y="320"/>
                  </a:lnTo>
                  <a:lnTo>
                    <a:pt x="1176" y="321"/>
                  </a:lnTo>
                  <a:lnTo>
                    <a:pt x="1174" y="321"/>
                  </a:lnTo>
                  <a:lnTo>
                    <a:pt x="1173" y="323"/>
                  </a:lnTo>
                  <a:lnTo>
                    <a:pt x="1172" y="327"/>
                  </a:lnTo>
                  <a:lnTo>
                    <a:pt x="1170" y="330"/>
                  </a:lnTo>
                  <a:lnTo>
                    <a:pt x="1167" y="331"/>
                  </a:lnTo>
                  <a:lnTo>
                    <a:pt x="1164" y="330"/>
                  </a:lnTo>
                  <a:lnTo>
                    <a:pt x="1161" y="328"/>
                  </a:lnTo>
                  <a:lnTo>
                    <a:pt x="1159" y="327"/>
                  </a:lnTo>
                  <a:lnTo>
                    <a:pt x="1156" y="327"/>
                  </a:lnTo>
                  <a:lnTo>
                    <a:pt x="1153" y="327"/>
                  </a:lnTo>
                  <a:lnTo>
                    <a:pt x="1151" y="327"/>
                  </a:lnTo>
                  <a:lnTo>
                    <a:pt x="1149" y="325"/>
                  </a:lnTo>
                  <a:lnTo>
                    <a:pt x="1147" y="322"/>
                  </a:lnTo>
                  <a:lnTo>
                    <a:pt x="1146" y="320"/>
                  </a:lnTo>
                  <a:lnTo>
                    <a:pt x="1144" y="319"/>
                  </a:lnTo>
                  <a:lnTo>
                    <a:pt x="1142" y="318"/>
                  </a:lnTo>
                  <a:lnTo>
                    <a:pt x="1140" y="317"/>
                  </a:lnTo>
                  <a:lnTo>
                    <a:pt x="1139" y="315"/>
                  </a:lnTo>
                  <a:lnTo>
                    <a:pt x="1137" y="313"/>
                  </a:lnTo>
                  <a:lnTo>
                    <a:pt x="1135" y="312"/>
                  </a:lnTo>
                  <a:lnTo>
                    <a:pt x="1132" y="310"/>
                  </a:lnTo>
                  <a:lnTo>
                    <a:pt x="1131" y="308"/>
                  </a:lnTo>
                  <a:lnTo>
                    <a:pt x="1133" y="305"/>
                  </a:lnTo>
                  <a:lnTo>
                    <a:pt x="1136" y="303"/>
                  </a:lnTo>
                  <a:lnTo>
                    <a:pt x="1140" y="301"/>
                  </a:lnTo>
                  <a:lnTo>
                    <a:pt x="1141" y="299"/>
                  </a:lnTo>
                  <a:lnTo>
                    <a:pt x="1141" y="297"/>
                  </a:lnTo>
                  <a:lnTo>
                    <a:pt x="1140" y="294"/>
                  </a:lnTo>
                  <a:lnTo>
                    <a:pt x="1141" y="292"/>
                  </a:lnTo>
                  <a:lnTo>
                    <a:pt x="1142" y="290"/>
                  </a:lnTo>
                  <a:lnTo>
                    <a:pt x="1144" y="288"/>
                  </a:lnTo>
                  <a:lnTo>
                    <a:pt x="1145" y="286"/>
                  </a:lnTo>
                  <a:lnTo>
                    <a:pt x="1145" y="284"/>
                  </a:lnTo>
                  <a:lnTo>
                    <a:pt x="1147" y="282"/>
                  </a:lnTo>
                  <a:lnTo>
                    <a:pt x="1149" y="281"/>
                  </a:lnTo>
                  <a:lnTo>
                    <a:pt x="1152" y="281"/>
                  </a:lnTo>
                  <a:lnTo>
                    <a:pt x="1154" y="279"/>
                  </a:lnTo>
                  <a:lnTo>
                    <a:pt x="1155" y="278"/>
                  </a:lnTo>
                  <a:lnTo>
                    <a:pt x="1157" y="277"/>
                  </a:lnTo>
                  <a:lnTo>
                    <a:pt x="1160" y="277"/>
                  </a:lnTo>
                  <a:lnTo>
                    <a:pt x="1162" y="279"/>
                  </a:lnTo>
                  <a:lnTo>
                    <a:pt x="1163" y="282"/>
                  </a:lnTo>
                  <a:lnTo>
                    <a:pt x="1165" y="283"/>
                  </a:lnTo>
                  <a:lnTo>
                    <a:pt x="1167" y="281"/>
                  </a:lnTo>
                  <a:lnTo>
                    <a:pt x="1169" y="279"/>
                  </a:lnTo>
                  <a:lnTo>
                    <a:pt x="1172" y="278"/>
                  </a:lnTo>
                  <a:lnTo>
                    <a:pt x="1174" y="278"/>
                  </a:lnTo>
                  <a:lnTo>
                    <a:pt x="1176" y="280"/>
                  </a:lnTo>
                  <a:lnTo>
                    <a:pt x="1178" y="282"/>
                  </a:lnTo>
                  <a:lnTo>
                    <a:pt x="1179" y="283"/>
                  </a:lnTo>
                  <a:lnTo>
                    <a:pt x="1180" y="285"/>
                  </a:lnTo>
                  <a:lnTo>
                    <a:pt x="1181" y="288"/>
                  </a:lnTo>
                  <a:lnTo>
                    <a:pt x="1180" y="291"/>
                  </a:lnTo>
                  <a:lnTo>
                    <a:pt x="1181" y="293"/>
                  </a:lnTo>
                  <a:lnTo>
                    <a:pt x="1182" y="295"/>
                  </a:lnTo>
                  <a:lnTo>
                    <a:pt x="1185" y="296"/>
                  </a:lnTo>
                  <a:lnTo>
                    <a:pt x="1187" y="298"/>
                  </a:lnTo>
                  <a:lnTo>
                    <a:pt x="1187" y="300"/>
                  </a:lnTo>
                  <a:close/>
                </a:path>
              </a:pathLst>
            </a:custGeom>
            <a:solidFill>
              <a:srgbClr val="DA9FC0">
                <a:alpha val="24000"/>
              </a:srgbClr>
            </a:solidFill>
            <a:ln>
              <a:noFill/>
            </a:ln>
          </p:spPr>
          <p:txBody>
            <a:bodyPr anchor="ctr"/>
            <a:lstStyle/>
            <a:p>
              <a:pPr algn="ctr">
                <a:buNone/>
              </a:pPr>
            </a:p>
          </p:txBody>
        </p:sp>
        <p:sp>
          <p:nvSpPr>
            <p:cNvPr id="827" name="addition:spatial:209"/>
            <p:cNvSpPr>
              <a:spLocks noGrp="1"/>
            </p:cNvSpPr>
            <p:nvPr/>
          </p:nvSpPr>
          <p:spPr>
            <a:xfrm>
              <a:off x="5648325" y="1666875"/>
              <a:ext cx="1284778" cy="1527551"/>
            </a:xfrm>
            <a:custGeom>
              <a:avLst/>
              <a:gdLst/>
              <a:ahLst/>
              <a:cxnLst/>
              <a:rect l="l" t="t" r="r" b="b"/>
              <a:pathLst>
                <a:path w="969" h="903">
                  <a:moveTo>
                    <a:pt x="0" y="0"/>
                  </a:moveTo>
                  <a:moveTo>
                    <a:pt x="107" y="321"/>
                  </a:moveTo>
                  <a:lnTo>
                    <a:pt x="969" y="321"/>
                  </a:lnTo>
                  <a:lnTo>
                    <a:pt x="969" y="903"/>
                  </a:lnTo>
                  <a:lnTo>
                    <a:pt x="107" y="817"/>
                  </a:lnTo>
                  <a:close/>
                </a:path>
              </a:pathLst>
            </a:custGeom>
            <a:solidFill>
              <a:srgbClr val="EAF7FF">
                <a:alpha val="6000"/>
              </a:srgbClr>
            </a:solidFill>
            <a:ln>
              <a:noFill/>
            </a:ln>
          </p:spPr>
          <p:txBody>
            <a:bodyPr anchor="ctr"/>
            <a:lstStyle/>
            <a:p>
              <a:pPr algn="ctr">
                <a:buNone/>
              </a:pPr>
            </a:p>
          </p:txBody>
        </p:sp>
        <p:sp>
          <p:nvSpPr>
            <p:cNvPr id="828" name="addition:spatial:210"/>
            <p:cNvSpPr>
              <a:spLocks noGrp="1"/>
            </p:cNvSpPr>
            <p:nvPr/>
          </p:nvSpPr>
          <p:spPr>
            <a:xfrm>
              <a:off x="5917744" y="2116513"/>
              <a:ext cx="0" cy="839053"/>
            </a:xfrm>
            <a:prstGeom prst="line">
              <a:avLst/>
            </a:prstGeom>
            <a:ln w="4286">
              <a:solidFill>
                <a:srgbClr val="56A1CC">
                  <a:alpha val="22000"/>
                </a:srgbClr>
              </a:solidFill>
            </a:ln>
          </p:spPr>
        </p:sp>
        <p:sp>
          <p:nvSpPr>
            <p:cNvPr id="829" name="addition:spatial:211"/>
            <p:cNvSpPr>
              <a:spLocks noGrp="1"/>
            </p:cNvSpPr>
            <p:nvPr/>
          </p:nvSpPr>
          <p:spPr>
            <a:xfrm>
              <a:off x="7060652" y="2116513"/>
              <a:ext cx="0" cy="984534"/>
            </a:xfrm>
            <a:prstGeom prst="line">
              <a:avLst/>
            </a:prstGeom>
            <a:ln w="4286">
              <a:solidFill>
                <a:srgbClr val="56A1CC">
                  <a:alpha val="28000"/>
                </a:srgbClr>
              </a:solidFill>
            </a:ln>
          </p:spPr>
        </p:sp>
        <p:sp>
          <p:nvSpPr>
            <p:cNvPr id="830" name="addition:spatial:212"/>
            <p:cNvSpPr>
              <a:spLocks noGrp="1"/>
            </p:cNvSpPr>
            <p:nvPr/>
          </p:nvSpPr>
          <p:spPr>
            <a:xfrm>
              <a:off x="5917744" y="2116513"/>
              <a:ext cx="1142909" cy="0"/>
            </a:xfrm>
            <a:prstGeom prst="line">
              <a:avLst/>
            </a:prstGeom>
            <a:ln w="4286">
              <a:solidFill>
                <a:srgbClr val="56A1CC">
                  <a:alpha val="35000"/>
                </a:srgbClr>
              </a:solidFill>
            </a:ln>
          </p:spPr>
        </p:sp>
        <p:sp>
          <p:nvSpPr>
            <p:cNvPr id="831" name="addition:spatial:213"/>
            <p:cNvSpPr>
              <a:spLocks noGrp="1"/>
            </p:cNvSpPr>
            <p:nvPr/>
          </p:nvSpPr>
          <p:spPr>
            <a:xfrm>
              <a:off x="6045293" y="2023134"/>
              <a:ext cx="0" cy="839053"/>
            </a:xfrm>
            <a:prstGeom prst="line">
              <a:avLst/>
            </a:prstGeom>
            <a:ln w="4286">
              <a:solidFill>
                <a:srgbClr val="56A1CC">
                  <a:alpha val="22000"/>
                </a:srgbClr>
              </a:solidFill>
            </a:ln>
          </p:spPr>
        </p:sp>
        <p:sp>
          <p:nvSpPr>
            <p:cNvPr id="832" name="addition:spatial:214"/>
            <p:cNvSpPr>
              <a:spLocks noGrp="1"/>
            </p:cNvSpPr>
            <p:nvPr/>
          </p:nvSpPr>
          <p:spPr>
            <a:xfrm>
              <a:off x="7188202" y="2023134"/>
              <a:ext cx="0" cy="984534"/>
            </a:xfrm>
            <a:prstGeom prst="line">
              <a:avLst/>
            </a:prstGeom>
            <a:ln w="4286">
              <a:solidFill>
                <a:srgbClr val="56A1CC">
                  <a:alpha val="28000"/>
                </a:srgbClr>
              </a:solidFill>
            </a:ln>
          </p:spPr>
        </p:sp>
        <p:sp>
          <p:nvSpPr>
            <p:cNvPr id="833" name="addition:spatial:215"/>
            <p:cNvSpPr>
              <a:spLocks noGrp="1"/>
            </p:cNvSpPr>
            <p:nvPr/>
          </p:nvSpPr>
          <p:spPr>
            <a:xfrm>
              <a:off x="6045293" y="2023134"/>
              <a:ext cx="1142909" cy="0"/>
            </a:xfrm>
            <a:prstGeom prst="line">
              <a:avLst/>
            </a:prstGeom>
            <a:ln w="4286">
              <a:solidFill>
                <a:srgbClr val="56A1CC">
                  <a:alpha val="35000"/>
                </a:srgbClr>
              </a:solidFill>
            </a:ln>
          </p:spPr>
        </p:sp>
        <p:sp>
          <p:nvSpPr>
            <p:cNvPr id="834" name="addition:spatial:216"/>
            <p:cNvSpPr>
              <a:spLocks noGrp="1"/>
            </p:cNvSpPr>
            <p:nvPr/>
          </p:nvSpPr>
          <p:spPr>
            <a:xfrm>
              <a:off x="6172843" y="1929756"/>
              <a:ext cx="0" cy="839053"/>
            </a:xfrm>
            <a:prstGeom prst="line">
              <a:avLst/>
            </a:prstGeom>
            <a:ln w="4286">
              <a:solidFill>
                <a:srgbClr val="56A1CC">
                  <a:alpha val="22000"/>
                </a:srgbClr>
              </a:solidFill>
            </a:ln>
          </p:spPr>
        </p:sp>
        <p:sp>
          <p:nvSpPr>
            <p:cNvPr id="835" name="addition:spatial:217"/>
            <p:cNvSpPr>
              <a:spLocks noGrp="1"/>
            </p:cNvSpPr>
            <p:nvPr/>
          </p:nvSpPr>
          <p:spPr>
            <a:xfrm>
              <a:off x="7315752" y="1929756"/>
              <a:ext cx="0" cy="984534"/>
            </a:xfrm>
            <a:prstGeom prst="line">
              <a:avLst/>
            </a:prstGeom>
            <a:ln w="4286">
              <a:solidFill>
                <a:srgbClr val="56A1CC">
                  <a:alpha val="28000"/>
                </a:srgbClr>
              </a:solidFill>
            </a:ln>
          </p:spPr>
        </p:sp>
        <p:sp>
          <p:nvSpPr>
            <p:cNvPr id="836" name="addition:spatial:218"/>
            <p:cNvSpPr>
              <a:spLocks noGrp="1"/>
            </p:cNvSpPr>
            <p:nvPr/>
          </p:nvSpPr>
          <p:spPr>
            <a:xfrm>
              <a:off x="6172843" y="1929756"/>
              <a:ext cx="1142909" cy="0"/>
            </a:xfrm>
            <a:prstGeom prst="line">
              <a:avLst/>
            </a:prstGeom>
            <a:ln w="4286">
              <a:solidFill>
                <a:srgbClr val="56A1CC">
                  <a:alpha val="35000"/>
                </a:srgbClr>
              </a:solidFill>
            </a:ln>
          </p:spPr>
        </p:sp>
        <p:sp>
          <p:nvSpPr>
            <p:cNvPr id="837" name="addition:spatial:219"/>
            <p:cNvSpPr>
              <a:spLocks noGrp="1"/>
            </p:cNvSpPr>
            <p:nvPr/>
          </p:nvSpPr>
          <p:spPr>
            <a:xfrm>
              <a:off x="6300393" y="1836377"/>
              <a:ext cx="0" cy="839053"/>
            </a:xfrm>
            <a:prstGeom prst="line">
              <a:avLst/>
            </a:prstGeom>
            <a:ln w="4286">
              <a:solidFill>
                <a:srgbClr val="56A1CC">
                  <a:alpha val="22000"/>
                </a:srgbClr>
              </a:solidFill>
            </a:ln>
          </p:spPr>
        </p:sp>
        <p:sp>
          <p:nvSpPr>
            <p:cNvPr id="838" name="addition:spatial:220"/>
            <p:cNvSpPr>
              <a:spLocks noGrp="1"/>
            </p:cNvSpPr>
            <p:nvPr/>
          </p:nvSpPr>
          <p:spPr>
            <a:xfrm>
              <a:off x="7443301" y="1836377"/>
              <a:ext cx="0" cy="984534"/>
            </a:xfrm>
            <a:prstGeom prst="line">
              <a:avLst/>
            </a:prstGeom>
            <a:ln w="4286">
              <a:solidFill>
                <a:srgbClr val="56A1CC">
                  <a:alpha val="28000"/>
                </a:srgbClr>
              </a:solidFill>
            </a:ln>
          </p:spPr>
        </p:sp>
        <p:sp>
          <p:nvSpPr>
            <p:cNvPr id="839" name="addition:spatial:221"/>
            <p:cNvSpPr>
              <a:spLocks noGrp="1"/>
            </p:cNvSpPr>
            <p:nvPr/>
          </p:nvSpPr>
          <p:spPr>
            <a:xfrm>
              <a:off x="6300393" y="1836377"/>
              <a:ext cx="1142909" cy="0"/>
            </a:xfrm>
            <a:prstGeom prst="line">
              <a:avLst/>
            </a:prstGeom>
            <a:ln w="4286">
              <a:solidFill>
                <a:srgbClr val="56A1CC">
                  <a:alpha val="35000"/>
                </a:srgbClr>
              </a:solidFill>
            </a:ln>
          </p:spPr>
        </p:sp>
        <p:sp>
          <p:nvSpPr>
            <p:cNvPr id="840" name="addition:spatial:222"/>
            <p:cNvSpPr>
              <a:spLocks noGrp="1"/>
            </p:cNvSpPr>
            <p:nvPr/>
          </p:nvSpPr>
          <p:spPr>
            <a:xfrm>
              <a:off x="5796824" y="2478388"/>
              <a:ext cx="1129650" cy="46554"/>
            </a:xfrm>
            <a:prstGeom prst="line">
              <a:avLst/>
            </a:prstGeom>
            <a:ln w="4286">
              <a:solidFill>
                <a:srgbClr val="56A1CC">
                  <a:alpha val="20000"/>
                </a:srgbClr>
              </a:solidFill>
            </a:ln>
          </p:spPr>
        </p:sp>
        <p:sp>
          <p:nvSpPr>
            <p:cNvPr id="841" name="addition:spatial:223"/>
            <p:cNvSpPr>
              <a:spLocks noGrp="1"/>
            </p:cNvSpPr>
            <p:nvPr/>
          </p:nvSpPr>
          <p:spPr>
            <a:xfrm>
              <a:off x="5796824" y="2755276"/>
              <a:ext cx="1129650" cy="94563"/>
            </a:xfrm>
            <a:prstGeom prst="line">
              <a:avLst/>
            </a:prstGeom>
            <a:ln w="4286">
              <a:solidFill>
                <a:srgbClr val="56A1CC">
                  <a:alpha val="20000"/>
                </a:srgbClr>
              </a:solidFill>
            </a:ln>
          </p:spPr>
        </p:sp>
        <p:sp>
          <p:nvSpPr>
            <p:cNvPr id="842" name="addition:spatial:224"/>
            <p:cNvSpPr>
              <a:spLocks noGrp="1"/>
            </p:cNvSpPr>
            <p:nvPr/>
          </p:nvSpPr>
          <p:spPr>
            <a:xfrm>
              <a:off x="5790194" y="2209891"/>
              <a:ext cx="1142909" cy="0"/>
            </a:xfrm>
            <a:prstGeom prst="line">
              <a:avLst/>
            </a:prstGeom>
            <a:ln w="4286">
              <a:solidFill>
                <a:srgbClr val="0072B2">
                  <a:alpha val="82000"/>
                </a:srgbClr>
              </a:solidFill>
            </a:ln>
          </p:spPr>
        </p:sp>
        <p:sp>
          <p:nvSpPr>
            <p:cNvPr id="843" name="addition:spatial:225"/>
            <p:cNvSpPr>
              <a:spLocks noGrp="1"/>
            </p:cNvSpPr>
            <p:nvPr/>
          </p:nvSpPr>
          <p:spPr>
            <a:xfrm>
              <a:off x="6933103" y="2209891"/>
              <a:ext cx="0" cy="984534"/>
            </a:xfrm>
            <a:prstGeom prst="line">
              <a:avLst/>
            </a:prstGeom>
            <a:ln w="4286">
              <a:solidFill>
                <a:srgbClr val="0072B2">
                  <a:alpha val="82000"/>
                </a:srgbClr>
              </a:solidFill>
            </a:ln>
          </p:spPr>
        </p:sp>
        <p:sp>
          <p:nvSpPr>
            <p:cNvPr id="844" name="addition:spatial:226"/>
            <p:cNvSpPr>
              <a:spLocks noGrp="1"/>
            </p:cNvSpPr>
            <p:nvPr/>
          </p:nvSpPr>
          <p:spPr>
            <a:xfrm flipH="1" flipV="1">
              <a:off x="5790194" y="3048945"/>
              <a:ext cx="1142909" cy="145481"/>
            </a:xfrm>
            <a:prstGeom prst="line">
              <a:avLst/>
            </a:prstGeom>
            <a:ln w="4286">
              <a:solidFill>
                <a:srgbClr val="0072B2">
                  <a:alpha val="86000"/>
                </a:srgbClr>
              </a:solidFill>
            </a:ln>
          </p:spPr>
        </p:sp>
        <p:sp>
          <p:nvSpPr>
            <p:cNvPr id="845" name="addition:spatial:227"/>
            <p:cNvSpPr>
              <a:spLocks noGrp="1"/>
            </p:cNvSpPr>
            <p:nvPr/>
          </p:nvSpPr>
          <p:spPr>
            <a:xfrm flipV="1">
              <a:off x="5790194" y="2209891"/>
              <a:ext cx="0" cy="839053"/>
            </a:xfrm>
            <a:prstGeom prst="line">
              <a:avLst/>
            </a:prstGeom>
            <a:ln w="4286">
              <a:solidFill>
                <a:srgbClr val="0072B2">
                  <a:alpha val="82000"/>
                </a:srgbClr>
              </a:solidFill>
            </a:ln>
          </p:spPr>
        </p:sp>
        <p:sp>
          <p:nvSpPr>
            <p:cNvPr id="846" name="addition:spatial:228"/>
            <p:cNvSpPr>
              <a:spLocks noGrp="1"/>
            </p:cNvSpPr>
            <p:nvPr/>
          </p:nvSpPr>
          <p:spPr>
            <a:xfrm>
              <a:off x="6503518" y="1744690"/>
              <a:ext cx="1069985" cy="0"/>
            </a:xfrm>
            <a:prstGeom prst="line">
              <a:avLst/>
            </a:prstGeom>
            <a:ln w="4420">
              <a:solidFill>
                <a:srgbClr val="0072B2">
                  <a:alpha val="78000"/>
                </a:srgbClr>
              </a:solidFill>
            </a:ln>
          </p:spPr>
        </p:sp>
        <p:sp>
          <p:nvSpPr>
            <p:cNvPr id="847" name="addition:spatial:229"/>
            <p:cNvSpPr>
              <a:spLocks noGrp="1"/>
            </p:cNvSpPr>
            <p:nvPr/>
          </p:nvSpPr>
          <p:spPr>
            <a:xfrm>
              <a:off x="7573503" y="1744690"/>
              <a:ext cx="0" cy="789996"/>
            </a:xfrm>
            <a:prstGeom prst="line">
              <a:avLst/>
            </a:prstGeom>
            <a:ln w="4286">
              <a:solidFill>
                <a:srgbClr val="0072B2">
                  <a:alpha val="78000"/>
                </a:srgbClr>
              </a:solidFill>
            </a:ln>
          </p:spPr>
        </p:sp>
        <p:sp>
          <p:nvSpPr>
            <p:cNvPr id="848" name="addition:spatial:230"/>
            <p:cNvSpPr>
              <a:spLocks noGrp="1"/>
            </p:cNvSpPr>
            <p:nvPr/>
          </p:nvSpPr>
          <p:spPr>
            <a:xfrm flipV="1">
              <a:off x="5790194" y="1744690"/>
              <a:ext cx="713323" cy="465201"/>
            </a:xfrm>
            <a:prstGeom prst="line">
              <a:avLst/>
            </a:prstGeom>
            <a:ln w="4420">
              <a:solidFill>
                <a:srgbClr val="0072B2">
                  <a:alpha val="84000"/>
                </a:srgbClr>
              </a:solidFill>
            </a:ln>
          </p:spPr>
        </p:sp>
        <p:sp>
          <p:nvSpPr>
            <p:cNvPr id="849" name="addition:spatial:231"/>
            <p:cNvSpPr>
              <a:spLocks noGrp="1"/>
            </p:cNvSpPr>
            <p:nvPr/>
          </p:nvSpPr>
          <p:spPr>
            <a:xfrm flipV="1">
              <a:off x="6933103" y="1744690"/>
              <a:ext cx="640400" cy="465201"/>
            </a:xfrm>
            <a:prstGeom prst="line">
              <a:avLst/>
            </a:prstGeom>
            <a:ln w="4420">
              <a:solidFill>
                <a:srgbClr val="0072B2">
                  <a:alpha val="84000"/>
                </a:srgbClr>
              </a:solidFill>
            </a:ln>
          </p:spPr>
        </p:sp>
        <p:sp>
          <p:nvSpPr>
            <p:cNvPr id="850" name="addition:spatial:232"/>
            <p:cNvSpPr>
              <a:spLocks noGrp="1"/>
            </p:cNvSpPr>
            <p:nvPr/>
          </p:nvSpPr>
          <p:spPr>
            <a:xfrm flipV="1">
              <a:off x="6933103" y="2534686"/>
              <a:ext cx="640400" cy="659740"/>
            </a:xfrm>
            <a:prstGeom prst="line">
              <a:avLst/>
            </a:prstGeom>
            <a:ln w="4286">
              <a:solidFill>
                <a:srgbClr val="0072B2">
                  <a:alpha val="84000"/>
                </a:srgbClr>
              </a:solidFill>
            </a:ln>
          </p:spPr>
        </p:sp>
        <p:sp>
          <p:nvSpPr>
            <p:cNvPr id="851" name="addition:spatial:233"/>
            <p:cNvSpPr>
              <a:spLocks noGrp="1"/>
            </p:cNvSpPr>
            <p:nvPr/>
          </p:nvSpPr>
          <p:spPr>
            <a:xfrm flipV="1">
              <a:off x="5790194" y="2582052"/>
              <a:ext cx="713323" cy="466893"/>
            </a:xfrm>
            <a:prstGeom prst="line">
              <a:avLst/>
            </a:prstGeom>
            <a:ln w="4286">
              <a:solidFill>
                <a:srgbClr val="0072B2">
                  <a:alpha val="34000"/>
                </a:srgbClr>
              </a:solidFill>
            </a:ln>
          </p:spPr>
        </p:sp>
        <p:sp>
          <p:nvSpPr>
            <p:cNvPr id="852" name="addition:spatial:234"/>
            <p:cNvSpPr>
              <a:spLocks noGrp="1"/>
            </p:cNvSpPr>
            <p:nvPr/>
          </p:nvSpPr>
          <p:spPr>
            <a:xfrm flipV="1">
              <a:off x="6503518" y="2534686"/>
              <a:ext cx="1069985" cy="47366"/>
            </a:xfrm>
            <a:prstGeom prst="line">
              <a:avLst/>
            </a:prstGeom>
            <a:ln w="4286">
              <a:solidFill>
                <a:srgbClr val="0072B2">
                  <a:alpha val="32000"/>
                </a:srgbClr>
              </a:solidFill>
            </a:ln>
          </p:spPr>
        </p:sp>
        <p:sp>
          <p:nvSpPr>
            <p:cNvPr id="853" name="addition:spatial:235"/>
            <p:cNvSpPr>
              <a:spLocks noGrp="1"/>
            </p:cNvSpPr>
            <p:nvPr/>
          </p:nvSpPr>
          <p:spPr>
            <a:xfrm>
              <a:off x="6503518" y="1744690"/>
              <a:ext cx="0" cy="837362"/>
            </a:xfrm>
            <a:prstGeom prst="line">
              <a:avLst/>
            </a:prstGeom>
            <a:ln w="4286">
              <a:solidFill>
                <a:srgbClr val="0072B2">
                  <a:alpha val="40000"/>
                </a:srgbClr>
              </a:solidFill>
            </a:ln>
          </p:spPr>
        </p:sp>
        <p:sp>
          <p:nvSpPr>
            <p:cNvPr id="854" name="addition:spatial:236"/>
            <p:cNvSpPr>
              <a:spLocks noGrp="1"/>
            </p:cNvSpPr>
            <p:nvPr/>
          </p:nvSpPr>
          <p:spPr>
            <a:xfrm flipV="1">
              <a:off x="6079236" y="2539761"/>
              <a:ext cx="1316599" cy="537942"/>
            </a:xfrm>
            <a:prstGeom prst="line">
              <a:avLst/>
            </a:prstGeom>
            <a:ln w="7366">
              <a:solidFill>
                <a:srgbClr val="20252B">
                  <a:alpha val="100000"/>
                </a:srgbClr>
              </a:solidFill>
            </a:ln>
          </p:spPr>
        </p:sp>
        <p:sp>
          <p:nvSpPr>
            <p:cNvPr id="855" name="addition:spatial:237"/>
            <p:cNvSpPr>
              <a:spLocks noGrp="1"/>
            </p:cNvSpPr>
            <p:nvPr/>
          </p:nvSpPr>
          <p:spPr>
            <a:xfrm>
              <a:off x="5648325" y="1666875"/>
              <a:ext cx="1747510" cy="901644"/>
            </a:xfrm>
            <a:custGeom>
              <a:avLst/>
              <a:gdLst/>
              <a:ahLst/>
              <a:cxnLst/>
              <a:rect l="l" t="t" r="r" b="b"/>
              <a:pathLst>
                <a:path w="1318" h="533">
                  <a:moveTo>
                    <a:pt x="0" y="0"/>
                  </a:moveTo>
                  <a:moveTo>
                    <a:pt x="1318" y="516"/>
                  </a:moveTo>
                  <a:lnTo>
                    <a:pt x="1298" y="533"/>
                  </a:lnTo>
                  <a:lnTo>
                    <a:pt x="1292" y="513"/>
                  </a:lnTo>
                  <a:close/>
                </a:path>
              </a:pathLst>
            </a:custGeom>
            <a:solidFill>
              <a:srgbClr val="20252B">
                <a:alpha val="100000"/>
              </a:srgbClr>
            </a:solidFill>
            <a:ln>
              <a:noFill/>
            </a:ln>
          </p:spPr>
          <p:txBody>
            <a:bodyPr anchor="ctr"/>
            <a:lstStyle/>
            <a:p>
              <a:pPr algn="ctr">
                <a:buNone/>
              </a:pPr>
            </a:p>
          </p:txBody>
        </p:sp>
        <p:sp>
          <p:nvSpPr>
            <p:cNvPr id="856" name="addition:spatial:d"/>
            <p:cNvSpPr>
              <a:spLocks noGrp="1"/>
            </p:cNvSpPr>
            <p:nvPr/>
          </p:nvSpPr>
          <p:spPr>
            <a:xfrm>
              <a:off x="7429500" y="2428875"/>
              <a:ext cx="219075" cy="295275"/>
            </a:xfrm>
            <a:prstGeom prst="rect">
              <a:avLst/>
            </a:prstGeom>
            <a:noFill/>
            <a:ln w="0">
              <a:noFill/>
            </a:ln>
          </p:spPr>
          <p:txBody>
            <a:bodyPr wrap="none" lIns="0" tIns="0" rIns="0" bIns="0" anchor="ctr"/>
            <a:lstStyle>
              <a:defPPr>
                <a:defRPr sz="1950">
                  <a:solidFill>
                    <a:srgbClr val="263238"/>
                  </a:solidFill>
                  <a:latin typeface="Arial" panose="020B0604020202090204"/>
                  <a:ea typeface="Arial" panose="020B0604020202090204"/>
                  <a:cs typeface="Arial" panose="020B0604020202090204"/>
                </a:defRPr>
              </a:defPPr>
              <a:lvl1pPr>
                <a:defRPr sz="1950">
                  <a:solidFill>
                    <a:srgbClr val="263238"/>
                  </a:solidFill>
                  <a:latin typeface="Arial" panose="020B0604020202090204"/>
                  <a:ea typeface="Arial" panose="020B0604020202090204"/>
                  <a:cs typeface="Arial" panose="020B0604020202090204"/>
                </a:defRPr>
              </a:lvl1pPr>
              <a:lvl2pPr>
                <a:defRPr sz="1950">
                  <a:solidFill>
                    <a:srgbClr val="263238"/>
                  </a:solidFill>
                  <a:latin typeface="Arial" panose="020B0604020202090204"/>
                  <a:ea typeface="Arial" panose="020B0604020202090204"/>
                  <a:cs typeface="Arial" panose="020B0604020202090204"/>
                </a:defRPr>
              </a:lvl2pPr>
              <a:lvl3pPr>
                <a:defRPr sz="1950">
                  <a:solidFill>
                    <a:srgbClr val="263238"/>
                  </a:solidFill>
                  <a:latin typeface="Arial" panose="020B0604020202090204"/>
                  <a:ea typeface="Arial" panose="020B0604020202090204"/>
                  <a:cs typeface="Arial" panose="020B0604020202090204"/>
                </a:defRPr>
              </a:lvl3pPr>
              <a:lvl4pPr>
                <a:defRPr sz="1950">
                  <a:solidFill>
                    <a:srgbClr val="263238"/>
                  </a:solidFill>
                  <a:latin typeface="Arial" panose="020B0604020202090204"/>
                  <a:ea typeface="Arial" panose="020B0604020202090204"/>
                  <a:cs typeface="Arial" panose="020B0604020202090204"/>
                </a:defRPr>
              </a:lvl4pPr>
              <a:lvl5pPr>
                <a:defRPr sz="1950">
                  <a:solidFill>
                    <a:srgbClr val="263238"/>
                  </a:solidFill>
                  <a:latin typeface="Arial" panose="020B0604020202090204"/>
                  <a:ea typeface="Arial" panose="020B0604020202090204"/>
                  <a:cs typeface="Arial" panose="020B0604020202090204"/>
                </a:defRPr>
              </a:lvl5pPr>
              <a:lvl6pPr>
                <a:defRPr sz="1950">
                  <a:solidFill>
                    <a:srgbClr val="263238"/>
                  </a:solidFill>
                  <a:latin typeface="Arial" panose="020B0604020202090204"/>
                  <a:ea typeface="Arial" panose="020B0604020202090204"/>
                  <a:cs typeface="Arial" panose="020B0604020202090204"/>
                </a:defRPr>
              </a:lvl6pPr>
              <a:lvl7pPr>
                <a:defRPr sz="1950">
                  <a:solidFill>
                    <a:srgbClr val="263238"/>
                  </a:solidFill>
                  <a:latin typeface="Arial" panose="020B0604020202090204"/>
                  <a:ea typeface="Arial" panose="020B0604020202090204"/>
                  <a:cs typeface="Arial" panose="020B0604020202090204"/>
                </a:defRPr>
              </a:lvl7pPr>
              <a:lvl8pPr>
                <a:defRPr sz="1950">
                  <a:solidFill>
                    <a:srgbClr val="263238"/>
                  </a:solidFill>
                  <a:latin typeface="Arial" panose="020B0604020202090204"/>
                  <a:ea typeface="Arial" panose="020B0604020202090204"/>
                  <a:cs typeface="Arial" panose="020B0604020202090204"/>
                </a:defRPr>
              </a:lvl8pPr>
              <a:lvl9pPr>
                <a:defRPr sz="1950">
                  <a:solidFill>
                    <a:srgbClr val="263238"/>
                  </a:solidFill>
                  <a:latin typeface="Arial" panose="020B0604020202090204"/>
                  <a:ea typeface="Arial" panose="020B0604020202090204"/>
                  <a:cs typeface="Arial" panose="020B0604020202090204"/>
                </a:defRPr>
              </a:lvl9pPr>
            </a:lstStyle>
            <a:p>
              <a:pPr>
                <a:defRPr sz="1950">
                  <a:solidFill>
                    <a:srgbClr val="263238"/>
                  </a:solidFill>
                  <a:latin typeface="Arial" panose="020B0604020202090204"/>
                  <a:ea typeface="Arial" panose="020B0604020202090204"/>
                  <a:cs typeface="Arial" panose="020B0604020202090204"/>
                </a:defRPr>
              </a:pPr>
              <a:r>
                <a:rPr sz="1950">
                  <a:solidFill>
                    <a:srgbClr val="263238"/>
                  </a:solidFill>
                  <a:latin typeface="Arial" panose="020B0604020202090204"/>
                  <a:ea typeface="Arial" panose="020B0604020202090204"/>
                  <a:cs typeface="Arial" panose="020B0604020202090204"/>
                </a:rPr>
                <a:t>d</a:t>
              </a:r>
              <a:endParaRPr sz="1950">
                <a:solidFill>
                  <a:srgbClr val="263238"/>
                </a:solidFill>
                <a:latin typeface="Arial" panose="020B0604020202090204"/>
                <a:ea typeface="Arial" panose="020B0604020202090204"/>
                <a:cs typeface="Arial" panose="020B0604020202090204"/>
              </a:endParaRPr>
            </a:p>
          </p:txBody>
        </p:sp>
        <p:sp>
          <p:nvSpPr>
            <p:cNvPr id="857" name="original-2d:602"/>
            <p:cNvSpPr>
              <a:spLocks noGrp="1"/>
            </p:cNvSpPr>
            <p:nvPr/>
          </p:nvSpPr>
          <p:spPr>
            <a:xfrm>
              <a:off x="3593783" y="1646873"/>
              <a:ext cx="84723" cy="94121"/>
            </a:xfrm>
            <a:prstGeom prst="rect">
              <a:avLst/>
            </a:prstGeom>
            <a:solidFill>
              <a:srgbClr val="DCE8ED"/>
            </a:solidFill>
            <a:ln w="0">
              <a:noFill/>
              <a:prstDash val="solid"/>
            </a:ln>
          </p:spPr>
        </p:sp>
        <p:sp>
          <p:nvSpPr>
            <p:cNvPr id="858" name="original-2d:603"/>
            <p:cNvSpPr>
              <a:spLocks noGrp="1"/>
            </p:cNvSpPr>
            <p:nvPr/>
          </p:nvSpPr>
          <p:spPr>
            <a:xfrm>
              <a:off x="3678365" y="1646873"/>
              <a:ext cx="84723" cy="94121"/>
            </a:xfrm>
            <a:prstGeom prst="rect">
              <a:avLst/>
            </a:prstGeom>
            <a:solidFill>
              <a:srgbClr val="DCE8ED"/>
            </a:solidFill>
            <a:ln w="0">
              <a:noFill/>
              <a:prstDash val="solid"/>
            </a:ln>
          </p:spPr>
        </p:sp>
        <p:sp>
          <p:nvSpPr>
            <p:cNvPr id="859" name="original-2d:604"/>
            <p:cNvSpPr>
              <a:spLocks noGrp="1"/>
            </p:cNvSpPr>
            <p:nvPr/>
          </p:nvSpPr>
          <p:spPr>
            <a:xfrm>
              <a:off x="3762947" y="1646873"/>
              <a:ext cx="84723" cy="94121"/>
            </a:xfrm>
            <a:prstGeom prst="rect">
              <a:avLst/>
            </a:prstGeom>
            <a:solidFill>
              <a:srgbClr val="DCE8ED"/>
            </a:solidFill>
            <a:ln w="0">
              <a:noFill/>
              <a:prstDash val="solid"/>
            </a:ln>
          </p:spPr>
        </p:sp>
        <p:sp>
          <p:nvSpPr>
            <p:cNvPr id="860" name="original-2d:605"/>
            <p:cNvSpPr>
              <a:spLocks noGrp="1"/>
            </p:cNvSpPr>
            <p:nvPr/>
          </p:nvSpPr>
          <p:spPr>
            <a:xfrm>
              <a:off x="3847529" y="1646873"/>
              <a:ext cx="84723" cy="94121"/>
            </a:xfrm>
            <a:prstGeom prst="rect">
              <a:avLst/>
            </a:prstGeom>
            <a:solidFill>
              <a:srgbClr val="DCE8ED"/>
            </a:solidFill>
            <a:ln w="0">
              <a:noFill/>
              <a:prstDash val="solid"/>
            </a:ln>
          </p:spPr>
        </p:sp>
        <p:sp>
          <p:nvSpPr>
            <p:cNvPr id="861" name="original-2d:606"/>
            <p:cNvSpPr>
              <a:spLocks noGrp="1"/>
            </p:cNvSpPr>
            <p:nvPr/>
          </p:nvSpPr>
          <p:spPr>
            <a:xfrm>
              <a:off x="3932111" y="1646873"/>
              <a:ext cx="84723" cy="94121"/>
            </a:xfrm>
            <a:prstGeom prst="rect">
              <a:avLst/>
            </a:prstGeom>
            <a:solidFill>
              <a:srgbClr val="DCE8ED"/>
            </a:solidFill>
            <a:ln w="0">
              <a:noFill/>
              <a:prstDash val="solid"/>
            </a:ln>
          </p:spPr>
        </p:sp>
        <p:sp>
          <p:nvSpPr>
            <p:cNvPr id="862" name="original-2d:607"/>
            <p:cNvSpPr>
              <a:spLocks noGrp="1"/>
            </p:cNvSpPr>
            <p:nvPr/>
          </p:nvSpPr>
          <p:spPr>
            <a:xfrm>
              <a:off x="4016693" y="1646873"/>
              <a:ext cx="84723" cy="94121"/>
            </a:xfrm>
            <a:prstGeom prst="rect">
              <a:avLst/>
            </a:prstGeom>
            <a:solidFill>
              <a:srgbClr val="DCE8ED"/>
            </a:solidFill>
            <a:ln w="0">
              <a:noFill/>
              <a:prstDash val="solid"/>
            </a:ln>
          </p:spPr>
        </p:sp>
        <p:sp>
          <p:nvSpPr>
            <p:cNvPr id="863" name="original-2d:608"/>
            <p:cNvSpPr>
              <a:spLocks noGrp="1"/>
            </p:cNvSpPr>
            <p:nvPr/>
          </p:nvSpPr>
          <p:spPr>
            <a:xfrm>
              <a:off x="4101275" y="1646873"/>
              <a:ext cx="84723" cy="94121"/>
            </a:xfrm>
            <a:prstGeom prst="rect">
              <a:avLst/>
            </a:prstGeom>
            <a:solidFill>
              <a:srgbClr val="DCE8ED"/>
            </a:solidFill>
            <a:ln w="0">
              <a:noFill/>
              <a:prstDash val="solid"/>
            </a:ln>
          </p:spPr>
        </p:sp>
        <p:sp>
          <p:nvSpPr>
            <p:cNvPr id="864" name="original-2d:609"/>
            <p:cNvSpPr>
              <a:spLocks noGrp="1"/>
            </p:cNvSpPr>
            <p:nvPr/>
          </p:nvSpPr>
          <p:spPr>
            <a:xfrm>
              <a:off x="4185857" y="1646873"/>
              <a:ext cx="84723" cy="94121"/>
            </a:xfrm>
            <a:prstGeom prst="rect">
              <a:avLst/>
            </a:prstGeom>
            <a:solidFill>
              <a:srgbClr val="DCE8ED"/>
            </a:solidFill>
            <a:ln w="0">
              <a:noFill/>
              <a:prstDash val="solid"/>
            </a:ln>
          </p:spPr>
        </p:sp>
        <p:sp>
          <p:nvSpPr>
            <p:cNvPr id="865" name="original-2d:610"/>
            <p:cNvSpPr>
              <a:spLocks noGrp="1"/>
            </p:cNvSpPr>
            <p:nvPr/>
          </p:nvSpPr>
          <p:spPr>
            <a:xfrm>
              <a:off x="4270439" y="1646873"/>
              <a:ext cx="84723" cy="94121"/>
            </a:xfrm>
            <a:prstGeom prst="rect">
              <a:avLst/>
            </a:prstGeom>
            <a:solidFill>
              <a:srgbClr val="D4B4CC"/>
            </a:solidFill>
            <a:ln w="0">
              <a:noFill/>
              <a:prstDash val="solid"/>
            </a:ln>
          </p:spPr>
        </p:sp>
        <p:sp>
          <p:nvSpPr>
            <p:cNvPr id="866" name="original-2d:611"/>
            <p:cNvSpPr>
              <a:spLocks noGrp="1"/>
            </p:cNvSpPr>
            <p:nvPr/>
          </p:nvSpPr>
          <p:spPr>
            <a:xfrm>
              <a:off x="4355021" y="1646873"/>
              <a:ext cx="84723" cy="94121"/>
            </a:xfrm>
            <a:prstGeom prst="rect">
              <a:avLst/>
            </a:prstGeom>
            <a:solidFill>
              <a:srgbClr val="D4B4CC"/>
            </a:solidFill>
            <a:ln w="0">
              <a:noFill/>
              <a:prstDash val="solid"/>
            </a:ln>
          </p:spPr>
        </p:sp>
        <p:sp>
          <p:nvSpPr>
            <p:cNvPr id="867" name="original-2d:612"/>
            <p:cNvSpPr>
              <a:spLocks noGrp="1"/>
            </p:cNvSpPr>
            <p:nvPr/>
          </p:nvSpPr>
          <p:spPr>
            <a:xfrm>
              <a:off x="4439603" y="1646873"/>
              <a:ext cx="84723" cy="94121"/>
            </a:xfrm>
            <a:prstGeom prst="rect">
              <a:avLst/>
            </a:prstGeom>
            <a:solidFill>
              <a:srgbClr val="D4B4CC"/>
            </a:solidFill>
            <a:ln w="0">
              <a:noFill/>
              <a:prstDash val="solid"/>
            </a:ln>
          </p:spPr>
        </p:sp>
        <p:sp>
          <p:nvSpPr>
            <p:cNvPr id="868" name="original-2d:613"/>
            <p:cNvSpPr>
              <a:spLocks noGrp="1"/>
            </p:cNvSpPr>
            <p:nvPr/>
          </p:nvSpPr>
          <p:spPr>
            <a:xfrm>
              <a:off x="4524185" y="1646873"/>
              <a:ext cx="84723" cy="94121"/>
            </a:xfrm>
            <a:prstGeom prst="rect">
              <a:avLst/>
            </a:prstGeom>
            <a:solidFill>
              <a:srgbClr val="CC79A7"/>
            </a:solidFill>
            <a:ln w="0">
              <a:noFill/>
              <a:prstDash val="solid"/>
            </a:ln>
          </p:spPr>
        </p:sp>
        <p:sp>
          <p:nvSpPr>
            <p:cNvPr id="869" name="original-2d:614"/>
            <p:cNvSpPr>
              <a:spLocks noGrp="1"/>
            </p:cNvSpPr>
            <p:nvPr/>
          </p:nvSpPr>
          <p:spPr>
            <a:xfrm>
              <a:off x="4608767" y="1646873"/>
              <a:ext cx="84723" cy="94121"/>
            </a:xfrm>
            <a:prstGeom prst="rect">
              <a:avLst/>
            </a:prstGeom>
            <a:solidFill>
              <a:srgbClr val="CC79A7"/>
            </a:solidFill>
            <a:ln w="0">
              <a:noFill/>
              <a:prstDash val="solid"/>
            </a:ln>
          </p:spPr>
        </p:sp>
        <p:sp>
          <p:nvSpPr>
            <p:cNvPr id="870" name="original-2d:615"/>
            <p:cNvSpPr>
              <a:spLocks noGrp="1"/>
            </p:cNvSpPr>
            <p:nvPr/>
          </p:nvSpPr>
          <p:spPr>
            <a:xfrm>
              <a:off x="4693349" y="1646873"/>
              <a:ext cx="84723" cy="94121"/>
            </a:xfrm>
            <a:prstGeom prst="rect">
              <a:avLst/>
            </a:prstGeom>
            <a:solidFill>
              <a:srgbClr val="CC79A7"/>
            </a:solidFill>
            <a:ln w="0">
              <a:noFill/>
              <a:prstDash val="solid"/>
            </a:ln>
          </p:spPr>
        </p:sp>
        <p:sp>
          <p:nvSpPr>
            <p:cNvPr id="871" name="original-2d:616"/>
            <p:cNvSpPr>
              <a:spLocks noGrp="1"/>
            </p:cNvSpPr>
            <p:nvPr/>
          </p:nvSpPr>
          <p:spPr>
            <a:xfrm>
              <a:off x="4777931" y="1646873"/>
              <a:ext cx="84723" cy="94121"/>
            </a:xfrm>
            <a:prstGeom prst="rect">
              <a:avLst/>
            </a:prstGeom>
            <a:solidFill>
              <a:srgbClr val="CC79A7"/>
            </a:solidFill>
            <a:ln w="0">
              <a:noFill/>
              <a:prstDash val="solid"/>
            </a:ln>
          </p:spPr>
        </p:sp>
        <p:sp>
          <p:nvSpPr>
            <p:cNvPr id="872" name="original-2d:617"/>
            <p:cNvSpPr>
              <a:spLocks noGrp="1"/>
            </p:cNvSpPr>
            <p:nvPr/>
          </p:nvSpPr>
          <p:spPr>
            <a:xfrm>
              <a:off x="4862513" y="1646873"/>
              <a:ext cx="84723" cy="94121"/>
            </a:xfrm>
            <a:prstGeom prst="rect">
              <a:avLst/>
            </a:prstGeom>
            <a:solidFill>
              <a:srgbClr val="CC79A7"/>
            </a:solidFill>
            <a:ln w="0">
              <a:noFill/>
              <a:prstDash val="solid"/>
            </a:ln>
          </p:spPr>
        </p:sp>
        <p:sp>
          <p:nvSpPr>
            <p:cNvPr id="873" name="original-2d:618"/>
            <p:cNvSpPr>
              <a:spLocks noGrp="1"/>
            </p:cNvSpPr>
            <p:nvPr/>
          </p:nvSpPr>
          <p:spPr>
            <a:xfrm>
              <a:off x="4947095" y="1646873"/>
              <a:ext cx="84723" cy="94121"/>
            </a:xfrm>
            <a:prstGeom prst="rect">
              <a:avLst/>
            </a:prstGeom>
            <a:solidFill>
              <a:srgbClr val="CC79A7"/>
            </a:solidFill>
            <a:ln w="0">
              <a:noFill/>
              <a:prstDash val="solid"/>
            </a:ln>
          </p:spPr>
        </p:sp>
        <p:sp>
          <p:nvSpPr>
            <p:cNvPr id="874" name="original-2d:619"/>
            <p:cNvSpPr>
              <a:spLocks noGrp="1"/>
            </p:cNvSpPr>
            <p:nvPr/>
          </p:nvSpPr>
          <p:spPr>
            <a:xfrm>
              <a:off x="5031677" y="1646873"/>
              <a:ext cx="84723" cy="94121"/>
            </a:xfrm>
            <a:prstGeom prst="rect">
              <a:avLst/>
            </a:prstGeom>
            <a:solidFill>
              <a:srgbClr val="CC79A7"/>
            </a:solidFill>
            <a:ln w="0">
              <a:noFill/>
              <a:prstDash val="solid"/>
            </a:ln>
          </p:spPr>
        </p:sp>
        <p:sp>
          <p:nvSpPr>
            <p:cNvPr id="875" name="original-2d:620"/>
            <p:cNvSpPr>
              <a:spLocks noGrp="1"/>
            </p:cNvSpPr>
            <p:nvPr/>
          </p:nvSpPr>
          <p:spPr>
            <a:xfrm>
              <a:off x="5116259" y="1646873"/>
              <a:ext cx="84723" cy="94121"/>
            </a:xfrm>
            <a:prstGeom prst="rect">
              <a:avLst/>
            </a:prstGeom>
            <a:solidFill>
              <a:srgbClr val="CC79A7"/>
            </a:solidFill>
            <a:ln w="0">
              <a:noFill/>
              <a:prstDash val="solid"/>
            </a:ln>
          </p:spPr>
        </p:sp>
        <p:sp>
          <p:nvSpPr>
            <p:cNvPr id="876" name="original-2d:621"/>
            <p:cNvSpPr>
              <a:spLocks noGrp="1"/>
            </p:cNvSpPr>
            <p:nvPr/>
          </p:nvSpPr>
          <p:spPr>
            <a:xfrm>
              <a:off x="5200841" y="1646873"/>
              <a:ext cx="84723" cy="94121"/>
            </a:xfrm>
            <a:prstGeom prst="rect">
              <a:avLst/>
            </a:prstGeom>
            <a:solidFill>
              <a:srgbClr val="CC79A7"/>
            </a:solidFill>
            <a:ln w="0">
              <a:noFill/>
              <a:prstDash val="solid"/>
            </a:ln>
          </p:spPr>
        </p:sp>
        <p:sp>
          <p:nvSpPr>
            <p:cNvPr id="877" name="original-2d:622"/>
            <p:cNvSpPr>
              <a:spLocks noGrp="1"/>
            </p:cNvSpPr>
            <p:nvPr/>
          </p:nvSpPr>
          <p:spPr>
            <a:xfrm>
              <a:off x="3593783" y="1740853"/>
              <a:ext cx="84723" cy="94121"/>
            </a:xfrm>
            <a:prstGeom prst="rect">
              <a:avLst/>
            </a:prstGeom>
            <a:solidFill>
              <a:srgbClr val="DCE8ED"/>
            </a:solidFill>
            <a:ln w="0">
              <a:noFill/>
              <a:prstDash val="solid"/>
            </a:ln>
          </p:spPr>
        </p:sp>
        <p:sp>
          <p:nvSpPr>
            <p:cNvPr id="878" name="original-2d:623"/>
            <p:cNvSpPr>
              <a:spLocks noGrp="1"/>
            </p:cNvSpPr>
            <p:nvPr/>
          </p:nvSpPr>
          <p:spPr>
            <a:xfrm>
              <a:off x="3678365" y="1740853"/>
              <a:ext cx="84723" cy="94121"/>
            </a:xfrm>
            <a:prstGeom prst="rect">
              <a:avLst/>
            </a:prstGeom>
            <a:solidFill>
              <a:srgbClr val="DCE8ED"/>
            </a:solidFill>
            <a:ln w="0">
              <a:noFill/>
              <a:prstDash val="solid"/>
            </a:ln>
          </p:spPr>
        </p:sp>
        <p:sp>
          <p:nvSpPr>
            <p:cNvPr id="879" name="original-2d:624"/>
            <p:cNvSpPr>
              <a:spLocks noGrp="1"/>
            </p:cNvSpPr>
            <p:nvPr/>
          </p:nvSpPr>
          <p:spPr>
            <a:xfrm>
              <a:off x="3762947" y="1740853"/>
              <a:ext cx="84723" cy="94121"/>
            </a:xfrm>
            <a:prstGeom prst="rect">
              <a:avLst/>
            </a:prstGeom>
            <a:solidFill>
              <a:srgbClr val="DCE8ED"/>
            </a:solidFill>
            <a:ln w="0">
              <a:noFill/>
              <a:prstDash val="solid"/>
            </a:ln>
          </p:spPr>
        </p:sp>
        <p:sp>
          <p:nvSpPr>
            <p:cNvPr id="880" name="original-2d:625"/>
            <p:cNvSpPr>
              <a:spLocks noGrp="1"/>
            </p:cNvSpPr>
            <p:nvPr/>
          </p:nvSpPr>
          <p:spPr>
            <a:xfrm>
              <a:off x="3847529" y="1740853"/>
              <a:ext cx="84723" cy="94121"/>
            </a:xfrm>
            <a:prstGeom prst="rect">
              <a:avLst/>
            </a:prstGeom>
            <a:solidFill>
              <a:srgbClr val="D4B4CC"/>
            </a:solidFill>
            <a:ln w="0">
              <a:noFill/>
              <a:prstDash val="solid"/>
            </a:ln>
          </p:spPr>
        </p:sp>
        <p:sp>
          <p:nvSpPr>
            <p:cNvPr id="881" name="original-2d:626"/>
            <p:cNvSpPr>
              <a:spLocks noGrp="1"/>
            </p:cNvSpPr>
            <p:nvPr/>
          </p:nvSpPr>
          <p:spPr>
            <a:xfrm>
              <a:off x="3932111" y="1740853"/>
              <a:ext cx="84723" cy="94121"/>
            </a:xfrm>
            <a:prstGeom prst="rect">
              <a:avLst/>
            </a:prstGeom>
            <a:solidFill>
              <a:srgbClr val="D4B4CC"/>
            </a:solidFill>
            <a:ln w="0">
              <a:noFill/>
              <a:prstDash val="solid"/>
            </a:ln>
          </p:spPr>
        </p:sp>
        <p:sp>
          <p:nvSpPr>
            <p:cNvPr id="882" name="original-2d:627"/>
            <p:cNvSpPr>
              <a:spLocks noGrp="1"/>
            </p:cNvSpPr>
            <p:nvPr/>
          </p:nvSpPr>
          <p:spPr>
            <a:xfrm>
              <a:off x="4016693" y="1740853"/>
              <a:ext cx="84723" cy="94121"/>
            </a:xfrm>
            <a:prstGeom prst="rect">
              <a:avLst/>
            </a:prstGeom>
            <a:solidFill>
              <a:srgbClr val="D4B4CC"/>
            </a:solidFill>
            <a:ln w="0">
              <a:noFill/>
              <a:prstDash val="solid"/>
            </a:ln>
          </p:spPr>
        </p:sp>
        <p:sp>
          <p:nvSpPr>
            <p:cNvPr id="883" name="original-2d:628"/>
            <p:cNvSpPr>
              <a:spLocks noGrp="1"/>
            </p:cNvSpPr>
            <p:nvPr/>
          </p:nvSpPr>
          <p:spPr>
            <a:xfrm>
              <a:off x="4101275" y="1740853"/>
              <a:ext cx="84723" cy="94121"/>
            </a:xfrm>
            <a:prstGeom prst="rect">
              <a:avLst/>
            </a:prstGeom>
            <a:solidFill>
              <a:srgbClr val="D4B4CC"/>
            </a:solidFill>
            <a:ln w="0">
              <a:noFill/>
              <a:prstDash val="solid"/>
            </a:ln>
          </p:spPr>
        </p:sp>
        <p:sp>
          <p:nvSpPr>
            <p:cNvPr id="884" name="original-2d:629"/>
            <p:cNvSpPr>
              <a:spLocks noGrp="1"/>
            </p:cNvSpPr>
            <p:nvPr/>
          </p:nvSpPr>
          <p:spPr>
            <a:xfrm>
              <a:off x="4185857" y="1740853"/>
              <a:ext cx="84723" cy="94121"/>
            </a:xfrm>
            <a:prstGeom prst="rect">
              <a:avLst/>
            </a:prstGeom>
            <a:solidFill>
              <a:srgbClr val="D4B4CC"/>
            </a:solidFill>
            <a:ln w="0">
              <a:noFill/>
              <a:prstDash val="solid"/>
            </a:ln>
          </p:spPr>
        </p:sp>
        <p:sp>
          <p:nvSpPr>
            <p:cNvPr id="885" name="original-2d:630"/>
            <p:cNvSpPr>
              <a:spLocks noGrp="1"/>
            </p:cNvSpPr>
            <p:nvPr/>
          </p:nvSpPr>
          <p:spPr>
            <a:xfrm>
              <a:off x="4270439" y="1740853"/>
              <a:ext cx="84723" cy="94121"/>
            </a:xfrm>
            <a:prstGeom prst="rect">
              <a:avLst/>
            </a:prstGeom>
            <a:solidFill>
              <a:srgbClr val="D4B4CC"/>
            </a:solidFill>
            <a:ln w="0">
              <a:noFill/>
              <a:prstDash val="solid"/>
            </a:ln>
          </p:spPr>
        </p:sp>
        <p:sp>
          <p:nvSpPr>
            <p:cNvPr id="886" name="original-2d:631"/>
            <p:cNvSpPr>
              <a:spLocks noGrp="1"/>
            </p:cNvSpPr>
            <p:nvPr/>
          </p:nvSpPr>
          <p:spPr>
            <a:xfrm>
              <a:off x="4355021" y="1740853"/>
              <a:ext cx="84723" cy="94121"/>
            </a:xfrm>
            <a:prstGeom prst="rect">
              <a:avLst/>
            </a:prstGeom>
            <a:solidFill>
              <a:srgbClr val="D4B4CC"/>
            </a:solidFill>
            <a:ln w="0">
              <a:noFill/>
              <a:prstDash val="solid"/>
            </a:ln>
          </p:spPr>
        </p:sp>
        <p:sp>
          <p:nvSpPr>
            <p:cNvPr id="887" name="original-2d:632"/>
            <p:cNvSpPr>
              <a:spLocks noGrp="1"/>
            </p:cNvSpPr>
            <p:nvPr/>
          </p:nvSpPr>
          <p:spPr>
            <a:xfrm>
              <a:off x="4439603" y="1740853"/>
              <a:ext cx="84723" cy="94121"/>
            </a:xfrm>
            <a:prstGeom prst="rect">
              <a:avLst/>
            </a:prstGeom>
            <a:solidFill>
              <a:srgbClr val="CC79A7"/>
            </a:solidFill>
            <a:ln w="0">
              <a:noFill/>
              <a:prstDash val="solid"/>
            </a:ln>
          </p:spPr>
        </p:sp>
        <p:sp>
          <p:nvSpPr>
            <p:cNvPr id="888" name="original-2d:633"/>
            <p:cNvSpPr>
              <a:spLocks noGrp="1"/>
            </p:cNvSpPr>
            <p:nvPr/>
          </p:nvSpPr>
          <p:spPr>
            <a:xfrm>
              <a:off x="4524185" y="1740853"/>
              <a:ext cx="84723" cy="94121"/>
            </a:xfrm>
            <a:prstGeom prst="rect">
              <a:avLst/>
            </a:prstGeom>
            <a:solidFill>
              <a:srgbClr val="CC79A7"/>
            </a:solidFill>
            <a:ln w="0">
              <a:noFill/>
              <a:prstDash val="solid"/>
            </a:ln>
          </p:spPr>
        </p:sp>
        <p:sp>
          <p:nvSpPr>
            <p:cNvPr id="889" name="original-2d:634"/>
            <p:cNvSpPr>
              <a:spLocks noGrp="1"/>
            </p:cNvSpPr>
            <p:nvPr/>
          </p:nvSpPr>
          <p:spPr>
            <a:xfrm>
              <a:off x="4608767" y="1740853"/>
              <a:ext cx="84723" cy="94121"/>
            </a:xfrm>
            <a:prstGeom prst="rect">
              <a:avLst/>
            </a:prstGeom>
            <a:solidFill>
              <a:srgbClr val="CC79A7"/>
            </a:solidFill>
            <a:ln w="0">
              <a:noFill/>
              <a:prstDash val="solid"/>
            </a:ln>
          </p:spPr>
        </p:sp>
        <p:sp>
          <p:nvSpPr>
            <p:cNvPr id="890" name="original-2d:635"/>
            <p:cNvSpPr>
              <a:spLocks noGrp="1"/>
            </p:cNvSpPr>
            <p:nvPr/>
          </p:nvSpPr>
          <p:spPr>
            <a:xfrm>
              <a:off x="4693349" y="1740853"/>
              <a:ext cx="84723" cy="94121"/>
            </a:xfrm>
            <a:prstGeom prst="rect">
              <a:avLst/>
            </a:prstGeom>
            <a:solidFill>
              <a:srgbClr val="CC79A7"/>
            </a:solidFill>
            <a:ln w="0">
              <a:noFill/>
              <a:prstDash val="solid"/>
            </a:ln>
          </p:spPr>
        </p:sp>
        <p:sp>
          <p:nvSpPr>
            <p:cNvPr id="891" name="original-2d:636"/>
            <p:cNvSpPr>
              <a:spLocks noGrp="1"/>
            </p:cNvSpPr>
            <p:nvPr/>
          </p:nvSpPr>
          <p:spPr>
            <a:xfrm>
              <a:off x="4777931" y="1740853"/>
              <a:ext cx="84723" cy="94121"/>
            </a:xfrm>
            <a:prstGeom prst="rect">
              <a:avLst/>
            </a:prstGeom>
            <a:solidFill>
              <a:srgbClr val="CC79A7"/>
            </a:solidFill>
            <a:ln w="0">
              <a:noFill/>
              <a:prstDash val="solid"/>
            </a:ln>
          </p:spPr>
        </p:sp>
        <p:sp>
          <p:nvSpPr>
            <p:cNvPr id="892" name="original-2d:637"/>
            <p:cNvSpPr>
              <a:spLocks noGrp="1"/>
            </p:cNvSpPr>
            <p:nvPr/>
          </p:nvSpPr>
          <p:spPr>
            <a:xfrm>
              <a:off x="4862513" y="1740853"/>
              <a:ext cx="84723" cy="94121"/>
            </a:xfrm>
            <a:prstGeom prst="rect">
              <a:avLst/>
            </a:prstGeom>
            <a:solidFill>
              <a:srgbClr val="CC79A7"/>
            </a:solidFill>
            <a:ln w="0">
              <a:noFill/>
              <a:prstDash val="solid"/>
            </a:ln>
          </p:spPr>
        </p:sp>
        <p:sp>
          <p:nvSpPr>
            <p:cNvPr id="893" name="original-2d:638"/>
            <p:cNvSpPr>
              <a:spLocks noGrp="1"/>
            </p:cNvSpPr>
            <p:nvPr/>
          </p:nvSpPr>
          <p:spPr>
            <a:xfrm>
              <a:off x="4947095" y="1740853"/>
              <a:ext cx="84723" cy="94121"/>
            </a:xfrm>
            <a:prstGeom prst="rect">
              <a:avLst/>
            </a:prstGeom>
            <a:solidFill>
              <a:srgbClr val="CC79A7"/>
            </a:solidFill>
            <a:ln w="0">
              <a:noFill/>
              <a:prstDash val="solid"/>
            </a:ln>
          </p:spPr>
        </p:sp>
        <p:sp>
          <p:nvSpPr>
            <p:cNvPr id="894" name="original-2d:639"/>
            <p:cNvSpPr>
              <a:spLocks noGrp="1"/>
            </p:cNvSpPr>
            <p:nvPr/>
          </p:nvSpPr>
          <p:spPr>
            <a:xfrm>
              <a:off x="5031677" y="1740853"/>
              <a:ext cx="84723" cy="94121"/>
            </a:xfrm>
            <a:prstGeom prst="rect">
              <a:avLst/>
            </a:prstGeom>
            <a:solidFill>
              <a:srgbClr val="CC79A7"/>
            </a:solidFill>
            <a:ln w="0">
              <a:noFill/>
              <a:prstDash val="solid"/>
            </a:ln>
          </p:spPr>
        </p:sp>
        <p:sp>
          <p:nvSpPr>
            <p:cNvPr id="895" name="original-2d:640"/>
            <p:cNvSpPr>
              <a:spLocks noGrp="1"/>
            </p:cNvSpPr>
            <p:nvPr/>
          </p:nvSpPr>
          <p:spPr>
            <a:xfrm>
              <a:off x="5116259" y="1740853"/>
              <a:ext cx="84723" cy="94121"/>
            </a:xfrm>
            <a:prstGeom prst="rect">
              <a:avLst/>
            </a:prstGeom>
            <a:solidFill>
              <a:srgbClr val="CC79A7"/>
            </a:solidFill>
            <a:ln w="0">
              <a:noFill/>
              <a:prstDash val="solid"/>
            </a:ln>
          </p:spPr>
        </p:sp>
        <p:sp>
          <p:nvSpPr>
            <p:cNvPr id="896" name="original-2d:641"/>
            <p:cNvSpPr>
              <a:spLocks noGrp="1"/>
            </p:cNvSpPr>
            <p:nvPr/>
          </p:nvSpPr>
          <p:spPr>
            <a:xfrm>
              <a:off x="5200841" y="1740853"/>
              <a:ext cx="84723" cy="94121"/>
            </a:xfrm>
            <a:prstGeom prst="rect">
              <a:avLst/>
            </a:prstGeom>
            <a:solidFill>
              <a:srgbClr val="CC79A7"/>
            </a:solidFill>
            <a:ln w="0">
              <a:noFill/>
              <a:prstDash val="solid"/>
            </a:ln>
          </p:spPr>
        </p:sp>
        <p:sp>
          <p:nvSpPr>
            <p:cNvPr id="897" name="original-2d:642"/>
            <p:cNvSpPr>
              <a:spLocks noGrp="1"/>
            </p:cNvSpPr>
            <p:nvPr/>
          </p:nvSpPr>
          <p:spPr>
            <a:xfrm>
              <a:off x="3593783" y="1834833"/>
              <a:ext cx="84723" cy="94121"/>
            </a:xfrm>
            <a:prstGeom prst="rect">
              <a:avLst/>
            </a:prstGeom>
            <a:solidFill>
              <a:srgbClr val="D4B4CC"/>
            </a:solidFill>
            <a:ln w="0">
              <a:noFill/>
              <a:prstDash val="solid"/>
            </a:ln>
          </p:spPr>
        </p:sp>
        <p:sp>
          <p:nvSpPr>
            <p:cNvPr id="898" name="original-2d:643"/>
            <p:cNvSpPr>
              <a:spLocks noGrp="1"/>
            </p:cNvSpPr>
            <p:nvPr/>
          </p:nvSpPr>
          <p:spPr>
            <a:xfrm>
              <a:off x="3678365" y="1834833"/>
              <a:ext cx="84723" cy="94121"/>
            </a:xfrm>
            <a:prstGeom prst="rect">
              <a:avLst/>
            </a:prstGeom>
            <a:solidFill>
              <a:srgbClr val="D4B4CC"/>
            </a:solidFill>
            <a:ln w="0">
              <a:noFill/>
              <a:prstDash val="solid"/>
            </a:ln>
          </p:spPr>
        </p:sp>
        <p:sp>
          <p:nvSpPr>
            <p:cNvPr id="899" name="original-2d:644"/>
            <p:cNvSpPr>
              <a:spLocks noGrp="1"/>
            </p:cNvSpPr>
            <p:nvPr/>
          </p:nvSpPr>
          <p:spPr>
            <a:xfrm>
              <a:off x="3762947" y="1834833"/>
              <a:ext cx="84723" cy="94121"/>
            </a:xfrm>
            <a:prstGeom prst="rect">
              <a:avLst/>
            </a:prstGeom>
            <a:solidFill>
              <a:srgbClr val="D4B4CC"/>
            </a:solidFill>
            <a:ln w="0">
              <a:noFill/>
              <a:prstDash val="solid"/>
            </a:ln>
          </p:spPr>
        </p:sp>
        <p:sp>
          <p:nvSpPr>
            <p:cNvPr id="900" name="original-2d:645"/>
            <p:cNvSpPr>
              <a:spLocks noGrp="1"/>
            </p:cNvSpPr>
            <p:nvPr/>
          </p:nvSpPr>
          <p:spPr>
            <a:xfrm>
              <a:off x="3847529" y="1834833"/>
              <a:ext cx="84723" cy="94121"/>
            </a:xfrm>
            <a:prstGeom prst="rect">
              <a:avLst/>
            </a:prstGeom>
            <a:solidFill>
              <a:srgbClr val="D4B4CC"/>
            </a:solidFill>
            <a:ln w="0">
              <a:noFill/>
              <a:prstDash val="solid"/>
            </a:ln>
          </p:spPr>
        </p:sp>
        <p:sp>
          <p:nvSpPr>
            <p:cNvPr id="901" name="original-2d:646"/>
            <p:cNvSpPr>
              <a:spLocks noGrp="1"/>
            </p:cNvSpPr>
            <p:nvPr/>
          </p:nvSpPr>
          <p:spPr>
            <a:xfrm>
              <a:off x="3932111" y="1834833"/>
              <a:ext cx="84723" cy="94121"/>
            </a:xfrm>
            <a:prstGeom prst="rect">
              <a:avLst/>
            </a:prstGeom>
            <a:solidFill>
              <a:srgbClr val="D4B4CC"/>
            </a:solidFill>
            <a:ln w="0">
              <a:noFill/>
              <a:prstDash val="solid"/>
            </a:ln>
          </p:spPr>
        </p:sp>
        <p:sp>
          <p:nvSpPr>
            <p:cNvPr id="902" name="original-2d:647"/>
            <p:cNvSpPr>
              <a:spLocks noGrp="1"/>
            </p:cNvSpPr>
            <p:nvPr/>
          </p:nvSpPr>
          <p:spPr>
            <a:xfrm>
              <a:off x="4016693" y="1834833"/>
              <a:ext cx="84723" cy="94121"/>
            </a:xfrm>
            <a:prstGeom prst="rect">
              <a:avLst/>
            </a:prstGeom>
            <a:solidFill>
              <a:srgbClr val="D4B4CC"/>
            </a:solidFill>
            <a:ln w="0">
              <a:noFill/>
              <a:prstDash val="solid"/>
            </a:ln>
          </p:spPr>
        </p:sp>
        <p:sp>
          <p:nvSpPr>
            <p:cNvPr id="903" name="original-2d:648"/>
            <p:cNvSpPr>
              <a:spLocks noGrp="1"/>
            </p:cNvSpPr>
            <p:nvPr/>
          </p:nvSpPr>
          <p:spPr>
            <a:xfrm>
              <a:off x="4101275" y="1834833"/>
              <a:ext cx="84723" cy="94121"/>
            </a:xfrm>
            <a:prstGeom prst="rect">
              <a:avLst/>
            </a:prstGeom>
            <a:solidFill>
              <a:srgbClr val="D4B4CC"/>
            </a:solidFill>
            <a:ln w="0">
              <a:noFill/>
              <a:prstDash val="solid"/>
            </a:ln>
          </p:spPr>
        </p:sp>
        <p:sp>
          <p:nvSpPr>
            <p:cNvPr id="904" name="original-2d:649"/>
            <p:cNvSpPr>
              <a:spLocks noGrp="1"/>
            </p:cNvSpPr>
            <p:nvPr/>
          </p:nvSpPr>
          <p:spPr>
            <a:xfrm>
              <a:off x="4185857" y="1834833"/>
              <a:ext cx="84723" cy="94121"/>
            </a:xfrm>
            <a:prstGeom prst="rect">
              <a:avLst/>
            </a:prstGeom>
            <a:solidFill>
              <a:srgbClr val="D4B4CC"/>
            </a:solidFill>
            <a:ln w="0">
              <a:noFill/>
              <a:prstDash val="solid"/>
            </a:ln>
          </p:spPr>
        </p:sp>
        <p:sp>
          <p:nvSpPr>
            <p:cNvPr id="905" name="original-2d:650"/>
            <p:cNvSpPr>
              <a:spLocks noGrp="1"/>
            </p:cNvSpPr>
            <p:nvPr/>
          </p:nvSpPr>
          <p:spPr>
            <a:xfrm>
              <a:off x="4270439" y="1834833"/>
              <a:ext cx="84723" cy="94121"/>
            </a:xfrm>
            <a:prstGeom prst="rect">
              <a:avLst/>
            </a:prstGeom>
            <a:solidFill>
              <a:srgbClr val="D4B4CC"/>
            </a:solidFill>
            <a:ln w="0">
              <a:noFill/>
              <a:prstDash val="solid"/>
            </a:ln>
          </p:spPr>
        </p:sp>
        <p:sp>
          <p:nvSpPr>
            <p:cNvPr id="906" name="original-2d:651"/>
            <p:cNvSpPr>
              <a:spLocks noGrp="1"/>
            </p:cNvSpPr>
            <p:nvPr/>
          </p:nvSpPr>
          <p:spPr>
            <a:xfrm>
              <a:off x="4355021" y="1834833"/>
              <a:ext cx="84723" cy="94121"/>
            </a:xfrm>
            <a:prstGeom prst="rect">
              <a:avLst/>
            </a:prstGeom>
            <a:solidFill>
              <a:srgbClr val="CC79A7"/>
            </a:solidFill>
            <a:ln w="0">
              <a:noFill/>
              <a:prstDash val="solid"/>
            </a:ln>
          </p:spPr>
        </p:sp>
        <p:sp>
          <p:nvSpPr>
            <p:cNvPr id="907" name="original-2d:652"/>
            <p:cNvSpPr>
              <a:spLocks noGrp="1"/>
            </p:cNvSpPr>
            <p:nvPr/>
          </p:nvSpPr>
          <p:spPr>
            <a:xfrm>
              <a:off x="4439603" y="1834833"/>
              <a:ext cx="84723" cy="94121"/>
            </a:xfrm>
            <a:prstGeom prst="rect">
              <a:avLst/>
            </a:prstGeom>
            <a:solidFill>
              <a:srgbClr val="CC79A7"/>
            </a:solidFill>
            <a:ln w="0">
              <a:noFill/>
              <a:prstDash val="solid"/>
            </a:ln>
          </p:spPr>
        </p:sp>
        <p:sp>
          <p:nvSpPr>
            <p:cNvPr id="908" name="original-2d:653"/>
            <p:cNvSpPr>
              <a:spLocks noGrp="1"/>
            </p:cNvSpPr>
            <p:nvPr/>
          </p:nvSpPr>
          <p:spPr>
            <a:xfrm>
              <a:off x="4524185" y="1834833"/>
              <a:ext cx="84723" cy="94121"/>
            </a:xfrm>
            <a:prstGeom prst="rect">
              <a:avLst/>
            </a:prstGeom>
            <a:solidFill>
              <a:srgbClr val="CC79A7"/>
            </a:solidFill>
            <a:ln w="0">
              <a:noFill/>
              <a:prstDash val="solid"/>
            </a:ln>
          </p:spPr>
        </p:sp>
        <p:sp>
          <p:nvSpPr>
            <p:cNvPr id="909" name="original-2d:654"/>
            <p:cNvSpPr>
              <a:spLocks noGrp="1"/>
            </p:cNvSpPr>
            <p:nvPr/>
          </p:nvSpPr>
          <p:spPr>
            <a:xfrm>
              <a:off x="4608767" y="1834833"/>
              <a:ext cx="84723" cy="94121"/>
            </a:xfrm>
            <a:prstGeom prst="rect">
              <a:avLst/>
            </a:prstGeom>
            <a:solidFill>
              <a:srgbClr val="CC79A7"/>
            </a:solidFill>
            <a:ln w="0">
              <a:noFill/>
              <a:prstDash val="solid"/>
            </a:ln>
          </p:spPr>
        </p:sp>
        <p:sp>
          <p:nvSpPr>
            <p:cNvPr id="910" name="original-2d:655"/>
            <p:cNvSpPr>
              <a:spLocks noGrp="1"/>
            </p:cNvSpPr>
            <p:nvPr/>
          </p:nvSpPr>
          <p:spPr>
            <a:xfrm>
              <a:off x="4693349" y="1834833"/>
              <a:ext cx="84723" cy="94121"/>
            </a:xfrm>
            <a:prstGeom prst="rect">
              <a:avLst/>
            </a:prstGeom>
            <a:solidFill>
              <a:srgbClr val="CC79A7"/>
            </a:solidFill>
            <a:ln w="0">
              <a:noFill/>
              <a:prstDash val="solid"/>
            </a:ln>
          </p:spPr>
        </p:sp>
        <p:sp>
          <p:nvSpPr>
            <p:cNvPr id="911" name="original-2d:656"/>
            <p:cNvSpPr>
              <a:spLocks noGrp="1"/>
            </p:cNvSpPr>
            <p:nvPr/>
          </p:nvSpPr>
          <p:spPr>
            <a:xfrm>
              <a:off x="4777931" y="1834833"/>
              <a:ext cx="84723" cy="94121"/>
            </a:xfrm>
            <a:prstGeom prst="rect">
              <a:avLst/>
            </a:prstGeom>
            <a:solidFill>
              <a:srgbClr val="CC79A7"/>
            </a:solidFill>
            <a:ln w="0">
              <a:noFill/>
              <a:prstDash val="solid"/>
            </a:ln>
          </p:spPr>
        </p:sp>
        <p:sp>
          <p:nvSpPr>
            <p:cNvPr id="912" name="original-2d:657"/>
            <p:cNvSpPr>
              <a:spLocks noGrp="1"/>
            </p:cNvSpPr>
            <p:nvPr/>
          </p:nvSpPr>
          <p:spPr>
            <a:xfrm>
              <a:off x="4862513" y="1834833"/>
              <a:ext cx="84723" cy="94121"/>
            </a:xfrm>
            <a:prstGeom prst="rect">
              <a:avLst/>
            </a:prstGeom>
            <a:solidFill>
              <a:srgbClr val="CC79A7"/>
            </a:solidFill>
            <a:ln w="0">
              <a:noFill/>
              <a:prstDash val="solid"/>
            </a:ln>
          </p:spPr>
        </p:sp>
        <p:sp>
          <p:nvSpPr>
            <p:cNvPr id="913" name="original-2d:658"/>
            <p:cNvSpPr>
              <a:spLocks noGrp="1"/>
            </p:cNvSpPr>
            <p:nvPr/>
          </p:nvSpPr>
          <p:spPr>
            <a:xfrm>
              <a:off x="4947095" y="1834833"/>
              <a:ext cx="84723" cy="94121"/>
            </a:xfrm>
            <a:prstGeom prst="rect">
              <a:avLst/>
            </a:prstGeom>
            <a:solidFill>
              <a:srgbClr val="CC79A7"/>
            </a:solidFill>
            <a:ln w="0">
              <a:noFill/>
              <a:prstDash val="solid"/>
            </a:ln>
          </p:spPr>
        </p:sp>
        <p:sp>
          <p:nvSpPr>
            <p:cNvPr id="914" name="original-2d:659"/>
            <p:cNvSpPr>
              <a:spLocks noGrp="1"/>
            </p:cNvSpPr>
            <p:nvPr/>
          </p:nvSpPr>
          <p:spPr>
            <a:xfrm>
              <a:off x="5031677" y="1834833"/>
              <a:ext cx="84723" cy="94121"/>
            </a:xfrm>
            <a:prstGeom prst="rect">
              <a:avLst/>
            </a:prstGeom>
            <a:solidFill>
              <a:srgbClr val="CC79A7"/>
            </a:solidFill>
            <a:ln w="0">
              <a:noFill/>
              <a:prstDash val="solid"/>
            </a:ln>
          </p:spPr>
        </p:sp>
        <p:sp>
          <p:nvSpPr>
            <p:cNvPr id="915" name="original-2d:660"/>
            <p:cNvSpPr>
              <a:spLocks noGrp="1"/>
            </p:cNvSpPr>
            <p:nvPr/>
          </p:nvSpPr>
          <p:spPr>
            <a:xfrm>
              <a:off x="5116259" y="1834833"/>
              <a:ext cx="84723" cy="94121"/>
            </a:xfrm>
            <a:prstGeom prst="rect">
              <a:avLst/>
            </a:prstGeom>
            <a:solidFill>
              <a:srgbClr val="CC79A7"/>
            </a:solidFill>
            <a:ln w="0">
              <a:noFill/>
              <a:prstDash val="solid"/>
            </a:ln>
          </p:spPr>
        </p:sp>
        <p:sp>
          <p:nvSpPr>
            <p:cNvPr id="916" name="original-2d:661"/>
            <p:cNvSpPr>
              <a:spLocks noGrp="1"/>
            </p:cNvSpPr>
            <p:nvPr/>
          </p:nvSpPr>
          <p:spPr>
            <a:xfrm>
              <a:off x="5200841" y="1834833"/>
              <a:ext cx="84723" cy="94121"/>
            </a:xfrm>
            <a:prstGeom prst="rect">
              <a:avLst/>
            </a:prstGeom>
            <a:solidFill>
              <a:srgbClr val="CC79A7"/>
            </a:solidFill>
            <a:ln w="0">
              <a:noFill/>
              <a:prstDash val="solid"/>
            </a:ln>
          </p:spPr>
        </p:sp>
        <p:sp>
          <p:nvSpPr>
            <p:cNvPr id="917" name="original-2d:662"/>
            <p:cNvSpPr>
              <a:spLocks noGrp="1"/>
            </p:cNvSpPr>
            <p:nvPr/>
          </p:nvSpPr>
          <p:spPr>
            <a:xfrm>
              <a:off x="3593783" y="1928813"/>
              <a:ext cx="84723" cy="94121"/>
            </a:xfrm>
            <a:prstGeom prst="rect">
              <a:avLst/>
            </a:prstGeom>
            <a:solidFill>
              <a:srgbClr val="D4B4CC"/>
            </a:solidFill>
            <a:ln w="0">
              <a:noFill/>
              <a:prstDash val="solid"/>
            </a:ln>
          </p:spPr>
        </p:sp>
        <p:sp>
          <p:nvSpPr>
            <p:cNvPr id="918" name="original-2d:663"/>
            <p:cNvSpPr>
              <a:spLocks noGrp="1"/>
            </p:cNvSpPr>
            <p:nvPr/>
          </p:nvSpPr>
          <p:spPr>
            <a:xfrm>
              <a:off x="3678365" y="1928813"/>
              <a:ext cx="84723" cy="94121"/>
            </a:xfrm>
            <a:prstGeom prst="rect">
              <a:avLst/>
            </a:prstGeom>
            <a:solidFill>
              <a:srgbClr val="D4B4CC"/>
            </a:solidFill>
            <a:ln w="0">
              <a:noFill/>
              <a:prstDash val="solid"/>
            </a:ln>
          </p:spPr>
        </p:sp>
        <p:sp>
          <p:nvSpPr>
            <p:cNvPr id="919" name="original-2d:664"/>
            <p:cNvSpPr>
              <a:spLocks noGrp="1"/>
            </p:cNvSpPr>
            <p:nvPr/>
          </p:nvSpPr>
          <p:spPr>
            <a:xfrm>
              <a:off x="3762947" y="1928813"/>
              <a:ext cx="84723" cy="94121"/>
            </a:xfrm>
            <a:prstGeom prst="rect">
              <a:avLst/>
            </a:prstGeom>
            <a:solidFill>
              <a:srgbClr val="0072B2"/>
            </a:solidFill>
            <a:ln w="0">
              <a:noFill/>
              <a:prstDash val="solid"/>
            </a:ln>
          </p:spPr>
        </p:sp>
        <p:sp>
          <p:nvSpPr>
            <p:cNvPr id="920" name="original-2d:665"/>
            <p:cNvSpPr>
              <a:spLocks noGrp="1"/>
            </p:cNvSpPr>
            <p:nvPr/>
          </p:nvSpPr>
          <p:spPr>
            <a:xfrm>
              <a:off x="3847529" y="1928813"/>
              <a:ext cx="84723" cy="94121"/>
            </a:xfrm>
            <a:prstGeom prst="rect">
              <a:avLst/>
            </a:prstGeom>
            <a:solidFill>
              <a:srgbClr val="0072B2"/>
            </a:solidFill>
            <a:ln w="0">
              <a:noFill/>
              <a:prstDash val="solid"/>
            </a:ln>
          </p:spPr>
        </p:sp>
        <p:sp>
          <p:nvSpPr>
            <p:cNvPr id="921" name="original-2d:666"/>
            <p:cNvSpPr>
              <a:spLocks noGrp="1"/>
            </p:cNvSpPr>
            <p:nvPr/>
          </p:nvSpPr>
          <p:spPr>
            <a:xfrm>
              <a:off x="3932111" y="1928813"/>
              <a:ext cx="84723" cy="94121"/>
            </a:xfrm>
            <a:prstGeom prst="rect">
              <a:avLst/>
            </a:prstGeom>
            <a:solidFill>
              <a:srgbClr val="0072B2"/>
            </a:solidFill>
            <a:ln w="0">
              <a:noFill/>
              <a:prstDash val="solid"/>
            </a:ln>
          </p:spPr>
        </p:sp>
        <p:sp>
          <p:nvSpPr>
            <p:cNvPr id="922" name="original-2d:667"/>
            <p:cNvSpPr>
              <a:spLocks noGrp="1"/>
            </p:cNvSpPr>
            <p:nvPr/>
          </p:nvSpPr>
          <p:spPr>
            <a:xfrm>
              <a:off x="4016693" y="1928813"/>
              <a:ext cx="84723" cy="94121"/>
            </a:xfrm>
            <a:prstGeom prst="rect">
              <a:avLst/>
            </a:prstGeom>
            <a:solidFill>
              <a:srgbClr val="0072B2"/>
            </a:solidFill>
            <a:ln w="0">
              <a:noFill/>
              <a:prstDash val="solid"/>
            </a:ln>
          </p:spPr>
        </p:sp>
        <p:sp>
          <p:nvSpPr>
            <p:cNvPr id="923" name="original-2d:668"/>
            <p:cNvSpPr>
              <a:spLocks noGrp="1"/>
            </p:cNvSpPr>
            <p:nvPr/>
          </p:nvSpPr>
          <p:spPr>
            <a:xfrm>
              <a:off x="4101275" y="1928813"/>
              <a:ext cx="84723" cy="94121"/>
            </a:xfrm>
            <a:prstGeom prst="rect">
              <a:avLst/>
            </a:prstGeom>
            <a:solidFill>
              <a:srgbClr val="D4B4CC"/>
            </a:solidFill>
            <a:ln w="0">
              <a:noFill/>
              <a:prstDash val="solid"/>
            </a:ln>
          </p:spPr>
        </p:sp>
        <p:sp>
          <p:nvSpPr>
            <p:cNvPr id="924" name="original-2d:669"/>
            <p:cNvSpPr>
              <a:spLocks noGrp="1"/>
            </p:cNvSpPr>
            <p:nvPr/>
          </p:nvSpPr>
          <p:spPr>
            <a:xfrm>
              <a:off x="4185857" y="1928813"/>
              <a:ext cx="84723" cy="94121"/>
            </a:xfrm>
            <a:prstGeom prst="rect">
              <a:avLst/>
            </a:prstGeom>
            <a:solidFill>
              <a:srgbClr val="D4B4CC"/>
            </a:solidFill>
            <a:ln w="0">
              <a:noFill/>
              <a:prstDash val="solid"/>
            </a:ln>
          </p:spPr>
        </p:sp>
        <p:sp>
          <p:nvSpPr>
            <p:cNvPr id="925" name="original-2d:670"/>
            <p:cNvSpPr>
              <a:spLocks noGrp="1"/>
            </p:cNvSpPr>
            <p:nvPr/>
          </p:nvSpPr>
          <p:spPr>
            <a:xfrm>
              <a:off x="4270439" y="1928813"/>
              <a:ext cx="84723" cy="94121"/>
            </a:xfrm>
            <a:prstGeom prst="rect">
              <a:avLst/>
            </a:prstGeom>
            <a:solidFill>
              <a:srgbClr val="CC79A7"/>
            </a:solidFill>
            <a:ln w="0">
              <a:noFill/>
              <a:prstDash val="solid"/>
            </a:ln>
          </p:spPr>
        </p:sp>
        <p:sp>
          <p:nvSpPr>
            <p:cNvPr id="926" name="original-2d:671"/>
            <p:cNvSpPr>
              <a:spLocks noGrp="1"/>
            </p:cNvSpPr>
            <p:nvPr/>
          </p:nvSpPr>
          <p:spPr>
            <a:xfrm>
              <a:off x="4355021" y="1928813"/>
              <a:ext cx="84723" cy="94121"/>
            </a:xfrm>
            <a:prstGeom prst="rect">
              <a:avLst/>
            </a:prstGeom>
            <a:solidFill>
              <a:srgbClr val="CC79A7"/>
            </a:solidFill>
            <a:ln w="0">
              <a:noFill/>
              <a:prstDash val="solid"/>
            </a:ln>
          </p:spPr>
        </p:sp>
        <p:sp>
          <p:nvSpPr>
            <p:cNvPr id="927" name="original-2d:672"/>
            <p:cNvSpPr>
              <a:spLocks noGrp="1"/>
            </p:cNvSpPr>
            <p:nvPr/>
          </p:nvSpPr>
          <p:spPr>
            <a:xfrm>
              <a:off x="4439603" y="1928813"/>
              <a:ext cx="84723" cy="94121"/>
            </a:xfrm>
            <a:prstGeom prst="rect">
              <a:avLst/>
            </a:prstGeom>
            <a:solidFill>
              <a:srgbClr val="CC79A7"/>
            </a:solidFill>
            <a:ln w="0">
              <a:noFill/>
              <a:prstDash val="solid"/>
            </a:ln>
          </p:spPr>
        </p:sp>
        <p:sp>
          <p:nvSpPr>
            <p:cNvPr id="928" name="original-2d:673"/>
            <p:cNvSpPr>
              <a:spLocks noGrp="1"/>
            </p:cNvSpPr>
            <p:nvPr/>
          </p:nvSpPr>
          <p:spPr>
            <a:xfrm>
              <a:off x="4524185" y="1928813"/>
              <a:ext cx="84723" cy="94121"/>
            </a:xfrm>
            <a:prstGeom prst="rect">
              <a:avLst/>
            </a:prstGeom>
            <a:solidFill>
              <a:srgbClr val="CC79A7"/>
            </a:solidFill>
            <a:ln w="0">
              <a:noFill/>
              <a:prstDash val="solid"/>
            </a:ln>
          </p:spPr>
        </p:sp>
        <p:sp>
          <p:nvSpPr>
            <p:cNvPr id="929" name="original-2d:674"/>
            <p:cNvSpPr>
              <a:spLocks noGrp="1"/>
            </p:cNvSpPr>
            <p:nvPr/>
          </p:nvSpPr>
          <p:spPr>
            <a:xfrm>
              <a:off x="4608767" y="1928813"/>
              <a:ext cx="84723" cy="94121"/>
            </a:xfrm>
            <a:prstGeom prst="rect">
              <a:avLst/>
            </a:prstGeom>
            <a:solidFill>
              <a:srgbClr val="CC79A7"/>
            </a:solidFill>
            <a:ln w="0">
              <a:noFill/>
              <a:prstDash val="solid"/>
            </a:ln>
          </p:spPr>
        </p:sp>
        <p:sp>
          <p:nvSpPr>
            <p:cNvPr id="930" name="original-2d:675"/>
            <p:cNvSpPr>
              <a:spLocks noGrp="1"/>
            </p:cNvSpPr>
            <p:nvPr/>
          </p:nvSpPr>
          <p:spPr>
            <a:xfrm>
              <a:off x="4693349" y="1928813"/>
              <a:ext cx="84723" cy="94121"/>
            </a:xfrm>
            <a:prstGeom prst="rect">
              <a:avLst/>
            </a:prstGeom>
            <a:solidFill>
              <a:srgbClr val="CC79A7"/>
            </a:solidFill>
            <a:ln w="0">
              <a:noFill/>
              <a:prstDash val="solid"/>
            </a:ln>
          </p:spPr>
        </p:sp>
        <p:sp>
          <p:nvSpPr>
            <p:cNvPr id="931" name="original-2d:676"/>
            <p:cNvSpPr>
              <a:spLocks noGrp="1"/>
            </p:cNvSpPr>
            <p:nvPr/>
          </p:nvSpPr>
          <p:spPr>
            <a:xfrm>
              <a:off x="4777931" y="1928813"/>
              <a:ext cx="84723" cy="94121"/>
            </a:xfrm>
            <a:prstGeom prst="rect">
              <a:avLst/>
            </a:prstGeom>
            <a:solidFill>
              <a:srgbClr val="CC79A7"/>
            </a:solidFill>
            <a:ln w="0">
              <a:noFill/>
              <a:prstDash val="solid"/>
            </a:ln>
          </p:spPr>
        </p:sp>
        <p:sp>
          <p:nvSpPr>
            <p:cNvPr id="932" name="original-2d:677"/>
            <p:cNvSpPr>
              <a:spLocks noGrp="1"/>
            </p:cNvSpPr>
            <p:nvPr/>
          </p:nvSpPr>
          <p:spPr>
            <a:xfrm>
              <a:off x="4862513" y="1928813"/>
              <a:ext cx="84723" cy="94121"/>
            </a:xfrm>
            <a:prstGeom prst="rect">
              <a:avLst/>
            </a:prstGeom>
            <a:solidFill>
              <a:srgbClr val="CC79A7"/>
            </a:solidFill>
            <a:ln w="0">
              <a:noFill/>
              <a:prstDash val="solid"/>
            </a:ln>
          </p:spPr>
        </p:sp>
        <p:sp>
          <p:nvSpPr>
            <p:cNvPr id="933" name="original-2d:678"/>
            <p:cNvSpPr>
              <a:spLocks noGrp="1"/>
            </p:cNvSpPr>
            <p:nvPr/>
          </p:nvSpPr>
          <p:spPr>
            <a:xfrm>
              <a:off x="4947095" y="1928813"/>
              <a:ext cx="84723" cy="94121"/>
            </a:xfrm>
            <a:prstGeom prst="rect">
              <a:avLst/>
            </a:prstGeom>
            <a:solidFill>
              <a:srgbClr val="CC79A7"/>
            </a:solidFill>
            <a:ln w="0">
              <a:noFill/>
              <a:prstDash val="solid"/>
            </a:ln>
          </p:spPr>
        </p:sp>
        <p:sp>
          <p:nvSpPr>
            <p:cNvPr id="934" name="original-2d:679"/>
            <p:cNvSpPr>
              <a:spLocks noGrp="1"/>
            </p:cNvSpPr>
            <p:nvPr/>
          </p:nvSpPr>
          <p:spPr>
            <a:xfrm>
              <a:off x="5031677" y="1928813"/>
              <a:ext cx="84723" cy="94121"/>
            </a:xfrm>
            <a:prstGeom prst="rect">
              <a:avLst/>
            </a:prstGeom>
            <a:solidFill>
              <a:srgbClr val="CC79A7"/>
            </a:solidFill>
            <a:ln w="0">
              <a:noFill/>
              <a:prstDash val="solid"/>
            </a:ln>
          </p:spPr>
        </p:sp>
        <p:sp>
          <p:nvSpPr>
            <p:cNvPr id="935" name="original-2d:680"/>
            <p:cNvSpPr>
              <a:spLocks noGrp="1"/>
            </p:cNvSpPr>
            <p:nvPr/>
          </p:nvSpPr>
          <p:spPr>
            <a:xfrm>
              <a:off x="5116259" y="1928813"/>
              <a:ext cx="84723" cy="94121"/>
            </a:xfrm>
            <a:prstGeom prst="rect">
              <a:avLst/>
            </a:prstGeom>
            <a:solidFill>
              <a:srgbClr val="CC79A7"/>
            </a:solidFill>
            <a:ln w="0">
              <a:noFill/>
              <a:prstDash val="solid"/>
            </a:ln>
          </p:spPr>
        </p:sp>
        <p:sp>
          <p:nvSpPr>
            <p:cNvPr id="936" name="original-2d:681"/>
            <p:cNvSpPr>
              <a:spLocks noGrp="1"/>
            </p:cNvSpPr>
            <p:nvPr/>
          </p:nvSpPr>
          <p:spPr>
            <a:xfrm>
              <a:off x="5200841" y="1928813"/>
              <a:ext cx="84723" cy="94121"/>
            </a:xfrm>
            <a:prstGeom prst="rect">
              <a:avLst/>
            </a:prstGeom>
            <a:solidFill>
              <a:srgbClr val="D4B4CC"/>
            </a:solidFill>
            <a:ln w="0">
              <a:noFill/>
              <a:prstDash val="solid"/>
            </a:ln>
          </p:spPr>
        </p:sp>
        <p:sp>
          <p:nvSpPr>
            <p:cNvPr id="937" name="original-2d:682"/>
            <p:cNvSpPr>
              <a:spLocks noGrp="1"/>
            </p:cNvSpPr>
            <p:nvPr/>
          </p:nvSpPr>
          <p:spPr>
            <a:xfrm>
              <a:off x="3593783" y="2022793"/>
              <a:ext cx="84723" cy="94121"/>
            </a:xfrm>
            <a:prstGeom prst="rect">
              <a:avLst/>
            </a:prstGeom>
            <a:solidFill>
              <a:srgbClr val="D4B4CC"/>
            </a:solidFill>
            <a:ln w="0">
              <a:noFill/>
              <a:prstDash val="solid"/>
            </a:ln>
          </p:spPr>
        </p:sp>
        <p:sp>
          <p:nvSpPr>
            <p:cNvPr id="938" name="original-2d:683"/>
            <p:cNvSpPr>
              <a:spLocks noGrp="1"/>
            </p:cNvSpPr>
            <p:nvPr/>
          </p:nvSpPr>
          <p:spPr>
            <a:xfrm>
              <a:off x="3678365" y="2022793"/>
              <a:ext cx="84723" cy="94121"/>
            </a:xfrm>
            <a:prstGeom prst="rect">
              <a:avLst/>
            </a:prstGeom>
            <a:solidFill>
              <a:srgbClr val="0072B2"/>
            </a:solidFill>
            <a:ln w="0">
              <a:noFill/>
              <a:prstDash val="solid"/>
            </a:ln>
          </p:spPr>
        </p:sp>
        <p:sp>
          <p:nvSpPr>
            <p:cNvPr id="939" name="original-2d:684"/>
            <p:cNvSpPr>
              <a:spLocks noGrp="1"/>
            </p:cNvSpPr>
            <p:nvPr/>
          </p:nvSpPr>
          <p:spPr>
            <a:xfrm>
              <a:off x="3762947" y="2022793"/>
              <a:ext cx="84723" cy="94121"/>
            </a:xfrm>
            <a:prstGeom prst="rect">
              <a:avLst/>
            </a:prstGeom>
            <a:solidFill>
              <a:srgbClr val="0072B2"/>
            </a:solidFill>
            <a:ln w="0">
              <a:noFill/>
              <a:prstDash val="solid"/>
            </a:ln>
          </p:spPr>
        </p:sp>
        <p:sp>
          <p:nvSpPr>
            <p:cNvPr id="940" name="original-2d:685"/>
            <p:cNvSpPr>
              <a:spLocks noGrp="1"/>
            </p:cNvSpPr>
            <p:nvPr/>
          </p:nvSpPr>
          <p:spPr>
            <a:xfrm>
              <a:off x="3847529" y="2022793"/>
              <a:ext cx="84723" cy="94121"/>
            </a:xfrm>
            <a:prstGeom prst="rect">
              <a:avLst/>
            </a:prstGeom>
            <a:solidFill>
              <a:srgbClr val="0072B2"/>
            </a:solidFill>
            <a:ln w="0">
              <a:noFill/>
              <a:prstDash val="solid"/>
            </a:ln>
          </p:spPr>
        </p:sp>
        <p:sp>
          <p:nvSpPr>
            <p:cNvPr id="941" name="original-2d:686"/>
            <p:cNvSpPr>
              <a:spLocks noGrp="1"/>
            </p:cNvSpPr>
            <p:nvPr/>
          </p:nvSpPr>
          <p:spPr>
            <a:xfrm>
              <a:off x="3932111" y="2022793"/>
              <a:ext cx="84723" cy="94121"/>
            </a:xfrm>
            <a:prstGeom prst="rect">
              <a:avLst/>
            </a:prstGeom>
            <a:solidFill>
              <a:srgbClr val="0072B2"/>
            </a:solidFill>
            <a:ln w="0">
              <a:noFill/>
              <a:prstDash val="solid"/>
            </a:ln>
          </p:spPr>
        </p:sp>
        <p:sp>
          <p:nvSpPr>
            <p:cNvPr id="942" name="original-2d:687"/>
            <p:cNvSpPr>
              <a:spLocks noGrp="1"/>
            </p:cNvSpPr>
            <p:nvPr/>
          </p:nvSpPr>
          <p:spPr>
            <a:xfrm>
              <a:off x="4016693" y="2022793"/>
              <a:ext cx="84723" cy="94121"/>
            </a:xfrm>
            <a:prstGeom prst="rect">
              <a:avLst/>
            </a:prstGeom>
            <a:solidFill>
              <a:srgbClr val="0072B2"/>
            </a:solidFill>
            <a:ln w="0">
              <a:noFill/>
              <a:prstDash val="solid"/>
            </a:ln>
          </p:spPr>
        </p:sp>
        <p:sp>
          <p:nvSpPr>
            <p:cNvPr id="943" name="original-2d:688"/>
            <p:cNvSpPr>
              <a:spLocks noGrp="1"/>
            </p:cNvSpPr>
            <p:nvPr/>
          </p:nvSpPr>
          <p:spPr>
            <a:xfrm>
              <a:off x="4101275" y="2022793"/>
              <a:ext cx="84723" cy="94121"/>
            </a:xfrm>
            <a:prstGeom prst="rect">
              <a:avLst/>
            </a:prstGeom>
            <a:solidFill>
              <a:srgbClr val="0072B2"/>
            </a:solidFill>
            <a:ln w="0">
              <a:noFill/>
              <a:prstDash val="solid"/>
            </a:ln>
          </p:spPr>
        </p:sp>
        <p:sp>
          <p:nvSpPr>
            <p:cNvPr id="944" name="original-2d:689"/>
            <p:cNvSpPr>
              <a:spLocks noGrp="1"/>
            </p:cNvSpPr>
            <p:nvPr/>
          </p:nvSpPr>
          <p:spPr>
            <a:xfrm>
              <a:off x="4185857" y="2022793"/>
              <a:ext cx="84723" cy="94121"/>
            </a:xfrm>
            <a:prstGeom prst="rect">
              <a:avLst/>
            </a:prstGeom>
            <a:solidFill>
              <a:srgbClr val="D4B4CC"/>
            </a:solidFill>
            <a:ln w="0">
              <a:noFill/>
              <a:prstDash val="solid"/>
            </a:ln>
          </p:spPr>
        </p:sp>
        <p:sp>
          <p:nvSpPr>
            <p:cNvPr id="945" name="original-2d:690"/>
            <p:cNvSpPr>
              <a:spLocks noGrp="1"/>
            </p:cNvSpPr>
            <p:nvPr/>
          </p:nvSpPr>
          <p:spPr>
            <a:xfrm>
              <a:off x="4270439" y="2022793"/>
              <a:ext cx="84723" cy="94121"/>
            </a:xfrm>
            <a:prstGeom prst="rect">
              <a:avLst/>
            </a:prstGeom>
            <a:solidFill>
              <a:srgbClr val="CC79A7"/>
            </a:solidFill>
            <a:ln w="0">
              <a:noFill/>
              <a:prstDash val="solid"/>
            </a:ln>
          </p:spPr>
        </p:sp>
        <p:sp>
          <p:nvSpPr>
            <p:cNvPr id="946" name="original-2d:691"/>
            <p:cNvSpPr>
              <a:spLocks noGrp="1"/>
            </p:cNvSpPr>
            <p:nvPr/>
          </p:nvSpPr>
          <p:spPr>
            <a:xfrm>
              <a:off x="4355021" y="2022793"/>
              <a:ext cx="84723" cy="94121"/>
            </a:xfrm>
            <a:prstGeom prst="rect">
              <a:avLst/>
            </a:prstGeom>
            <a:solidFill>
              <a:srgbClr val="CC79A7"/>
            </a:solidFill>
            <a:ln w="0">
              <a:noFill/>
              <a:prstDash val="solid"/>
            </a:ln>
          </p:spPr>
        </p:sp>
        <p:sp>
          <p:nvSpPr>
            <p:cNvPr id="947" name="original-2d:692"/>
            <p:cNvSpPr>
              <a:spLocks noGrp="1"/>
            </p:cNvSpPr>
            <p:nvPr/>
          </p:nvSpPr>
          <p:spPr>
            <a:xfrm>
              <a:off x="4439603" y="2022793"/>
              <a:ext cx="84723" cy="94121"/>
            </a:xfrm>
            <a:prstGeom prst="rect">
              <a:avLst/>
            </a:prstGeom>
            <a:solidFill>
              <a:srgbClr val="CC79A7"/>
            </a:solidFill>
            <a:ln w="0">
              <a:noFill/>
              <a:prstDash val="solid"/>
            </a:ln>
          </p:spPr>
        </p:sp>
        <p:sp>
          <p:nvSpPr>
            <p:cNvPr id="948" name="original-2d:693"/>
            <p:cNvSpPr>
              <a:spLocks noGrp="1"/>
            </p:cNvSpPr>
            <p:nvPr/>
          </p:nvSpPr>
          <p:spPr>
            <a:xfrm>
              <a:off x="4524185" y="2022793"/>
              <a:ext cx="84723" cy="94121"/>
            </a:xfrm>
            <a:prstGeom prst="rect">
              <a:avLst/>
            </a:prstGeom>
            <a:solidFill>
              <a:srgbClr val="CC79A7"/>
            </a:solidFill>
            <a:ln w="0">
              <a:noFill/>
              <a:prstDash val="solid"/>
            </a:ln>
          </p:spPr>
        </p:sp>
        <p:sp>
          <p:nvSpPr>
            <p:cNvPr id="949" name="original-2d:694"/>
            <p:cNvSpPr>
              <a:spLocks noGrp="1"/>
            </p:cNvSpPr>
            <p:nvPr/>
          </p:nvSpPr>
          <p:spPr>
            <a:xfrm>
              <a:off x="4608767" y="2022793"/>
              <a:ext cx="84723" cy="94121"/>
            </a:xfrm>
            <a:prstGeom prst="rect">
              <a:avLst/>
            </a:prstGeom>
            <a:solidFill>
              <a:srgbClr val="CC79A7"/>
            </a:solidFill>
            <a:ln w="0">
              <a:noFill/>
              <a:prstDash val="solid"/>
            </a:ln>
          </p:spPr>
        </p:sp>
        <p:sp>
          <p:nvSpPr>
            <p:cNvPr id="950" name="original-2d:695"/>
            <p:cNvSpPr>
              <a:spLocks noGrp="1"/>
            </p:cNvSpPr>
            <p:nvPr/>
          </p:nvSpPr>
          <p:spPr>
            <a:xfrm>
              <a:off x="4693349" y="2022793"/>
              <a:ext cx="84723" cy="94121"/>
            </a:xfrm>
            <a:prstGeom prst="rect">
              <a:avLst/>
            </a:prstGeom>
            <a:solidFill>
              <a:srgbClr val="CC79A7"/>
            </a:solidFill>
            <a:ln w="0">
              <a:noFill/>
              <a:prstDash val="solid"/>
            </a:ln>
          </p:spPr>
        </p:sp>
        <p:sp>
          <p:nvSpPr>
            <p:cNvPr id="951" name="original-2d:696"/>
            <p:cNvSpPr>
              <a:spLocks noGrp="1"/>
            </p:cNvSpPr>
            <p:nvPr/>
          </p:nvSpPr>
          <p:spPr>
            <a:xfrm>
              <a:off x="4777931" y="2022793"/>
              <a:ext cx="84723" cy="94121"/>
            </a:xfrm>
            <a:prstGeom prst="rect">
              <a:avLst/>
            </a:prstGeom>
            <a:solidFill>
              <a:srgbClr val="CC79A7"/>
            </a:solidFill>
            <a:ln w="0">
              <a:noFill/>
              <a:prstDash val="solid"/>
            </a:ln>
          </p:spPr>
        </p:sp>
        <p:sp>
          <p:nvSpPr>
            <p:cNvPr id="952" name="original-2d:697"/>
            <p:cNvSpPr>
              <a:spLocks noGrp="1"/>
            </p:cNvSpPr>
            <p:nvPr/>
          </p:nvSpPr>
          <p:spPr>
            <a:xfrm>
              <a:off x="4862513" y="2022793"/>
              <a:ext cx="84723" cy="94121"/>
            </a:xfrm>
            <a:prstGeom prst="rect">
              <a:avLst/>
            </a:prstGeom>
            <a:solidFill>
              <a:srgbClr val="CC79A7"/>
            </a:solidFill>
            <a:ln w="0">
              <a:noFill/>
              <a:prstDash val="solid"/>
            </a:ln>
          </p:spPr>
        </p:sp>
        <p:sp>
          <p:nvSpPr>
            <p:cNvPr id="953" name="original-2d:698"/>
            <p:cNvSpPr>
              <a:spLocks noGrp="1"/>
            </p:cNvSpPr>
            <p:nvPr/>
          </p:nvSpPr>
          <p:spPr>
            <a:xfrm>
              <a:off x="4947095" y="2022793"/>
              <a:ext cx="84723" cy="94121"/>
            </a:xfrm>
            <a:prstGeom prst="rect">
              <a:avLst/>
            </a:prstGeom>
            <a:solidFill>
              <a:srgbClr val="CC79A7"/>
            </a:solidFill>
            <a:ln w="0">
              <a:noFill/>
              <a:prstDash val="solid"/>
            </a:ln>
          </p:spPr>
        </p:sp>
        <p:sp>
          <p:nvSpPr>
            <p:cNvPr id="954" name="original-2d:699"/>
            <p:cNvSpPr>
              <a:spLocks noGrp="1"/>
            </p:cNvSpPr>
            <p:nvPr/>
          </p:nvSpPr>
          <p:spPr>
            <a:xfrm>
              <a:off x="5031677" y="2022793"/>
              <a:ext cx="84723" cy="94121"/>
            </a:xfrm>
            <a:prstGeom prst="rect">
              <a:avLst/>
            </a:prstGeom>
            <a:solidFill>
              <a:srgbClr val="CC79A7"/>
            </a:solidFill>
            <a:ln w="0">
              <a:noFill/>
              <a:prstDash val="solid"/>
            </a:ln>
          </p:spPr>
        </p:sp>
        <p:sp>
          <p:nvSpPr>
            <p:cNvPr id="955" name="original-2d:700"/>
            <p:cNvSpPr>
              <a:spLocks noGrp="1"/>
            </p:cNvSpPr>
            <p:nvPr/>
          </p:nvSpPr>
          <p:spPr>
            <a:xfrm>
              <a:off x="5116259" y="2022793"/>
              <a:ext cx="84723" cy="94121"/>
            </a:xfrm>
            <a:prstGeom prst="rect">
              <a:avLst/>
            </a:prstGeom>
            <a:solidFill>
              <a:srgbClr val="CC79A7"/>
            </a:solidFill>
            <a:ln w="0">
              <a:noFill/>
              <a:prstDash val="solid"/>
            </a:ln>
          </p:spPr>
        </p:sp>
        <p:sp>
          <p:nvSpPr>
            <p:cNvPr id="956" name="original-2d:701"/>
            <p:cNvSpPr>
              <a:spLocks noGrp="1"/>
            </p:cNvSpPr>
            <p:nvPr/>
          </p:nvSpPr>
          <p:spPr>
            <a:xfrm>
              <a:off x="5200841" y="2022793"/>
              <a:ext cx="84723" cy="94121"/>
            </a:xfrm>
            <a:prstGeom prst="rect">
              <a:avLst/>
            </a:prstGeom>
            <a:solidFill>
              <a:srgbClr val="D4B4CC"/>
            </a:solidFill>
            <a:ln w="0">
              <a:noFill/>
              <a:prstDash val="solid"/>
            </a:ln>
          </p:spPr>
        </p:sp>
        <p:sp>
          <p:nvSpPr>
            <p:cNvPr id="957" name="original-2d:702"/>
            <p:cNvSpPr>
              <a:spLocks noGrp="1"/>
            </p:cNvSpPr>
            <p:nvPr/>
          </p:nvSpPr>
          <p:spPr>
            <a:xfrm>
              <a:off x="3593783" y="2116773"/>
              <a:ext cx="84723" cy="94121"/>
            </a:xfrm>
            <a:prstGeom prst="rect">
              <a:avLst/>
            </a:prstGeom>
            <a:solidFill>
              <a:srgbClr val="0072B2"/>
            </a:solidFill>
            <a:ln w="0">
              <a:noFill/>
              <a:prstDash val="solid"/>
            </a:ln>
          </p:spPr>
        </p:sp>
        <p:sp>
          <p:nvSpPr>
            <p:cNvPr id="958" name="original-2d:703"/>
            <p:cNvSpPr>
              <a:spLocks noGrp="1"/>
            </p:cNvSpPr>
            <p:nvPr/>
          </p:nvSpPr>
          <p:spPr>
            <a:xfrm>
              <a:off x="3678365" y="2116773"/>
              <a:ext cx="84723" cy="94121"/>
            </a:xfrm>
            <a:prstGeom prst="rect">
              <a:avLst/>
            </a:prstGeom>
            <a:solidFill>
              <a:srgbClr val="0072B2"/>
            </a:solidFill>
            <a:ln w="0">
              <a:noFill/>
              <a:prstDash val="solid"/>
            </a:ln>
          </p:spPr>
        </p:sp>
        <p:sp>
          <p:nvSpPr>
            <p:cNvPr id="959" name="original-2d:704"/>
            <p:cNvSpPr>
              <a:spLocks noGrp="1"/>
            </p:cNvSpPr>
            <p:nvPr/>
          </p:nvSpPr>
          <p:spPr>
            <a:xfrm>
              <a:off x="3762947" y="2116773"/>
              <a:ext cx="84723" cy="94121"/>
            </a:xfrm>
            <a:prstGeom prst="rect">
              <a:avLst/>
            </a:prstGeom>
            <a:solidFill>
              <a:srgbClr val="0072B2"/>
            </a:solidFill>
            <a:ln w="0">
              <a:noFill/>
              <a:prstDash val="solid"/>
            </a:ln>
          </p:spPr>
        </p:sp>
        <p:sp>
          <p:nvSpPr>
            <p:cNvPr id="960" name="original-2d:705"/>
            <p:cNvSpPr>
              <a:spLocks noGrp="1"/>
            </p:cNvSpPr>
            <p:nvPr/>
          </p:nvSpPr>
          <p:spPr>
            <a:xfrm>
              <a:off x="3847529" y="2116773"/>
              <a:ext cx="84723" cy="94121"/>
            </a:xfrm>
            <a:prstGeom prst="rect">
              <a:avLst/>
            </a:prstGeom>
            <a:solidFill>
              <a:srgbClr val="0072B2"/>
            </a:solidFill>
            <a:ln w="0">
              <a:noFill/>
              <a:prstDash val="solid"/>
            </a:ln>
          </p:spPr>
        </p:sp>
        <p:sp>
          <p:nvSpPr>
            <p:cNvPr id="961" name="original-2d:706"/>
            <p:cNvSpPr>
              <a:spLocks noGrp="1"/>
            </p:cNvSpPr>
            <p:nvPr/>
          </p:nvSpPr>
          <p:spPr>
            <a:xfrm>
              <a:off x="3932111" y="2116773"/>
              <a:ext cx="84723" cy="94121"/>
            </a:xfrm>
            <a:prstGeom prst="rect">
              <a:avLst/>
            </a:prstGeom>
            <a:solidFill>
              <a:srgbClr val="0072B2"/>
            </a:solidFill>
            <a:ln w="0">
              <a:noFill/>
              <a:prstDash val="solid"/>
            </a:ln>
          </p:spPr>
        </p:sp>
        <p:sp>
          <p:nvSpPr>
            <p:cNvPr id="962" name="original-2d:707"/>
            <p:cNvSpPr>
              <a:spLocks noGrp="1"/>
            </p:cNvSpPr>
            <p:nvPr/>
          </p:nvSpPr>
          <p:spPr>
            <a:xfrm>
              <a:off x="4016693" y="2116773"/>
              <a:ext cx="84723" cy="94121"/>
            </a:xfrm>
            <a:prstGeom prst="rect">
              <a:avLst/>
            </a:prstGeom>
            <a:solidFill>
              <a:srgbClr val="0072B2"/>
            </a:solidFill>
            <a:ln w="0">
              <a:noFill/>
              <a:prstDash val="solid"/>
            </a:ln>
          </p:spPr>
        </p:sp>
        <p:sp>
          <p:nvSpPr>
            <p:cNvPr id="963" name="original-2d:708"/>
            <p:cNvSpPr>
              <a:spLocks noGrp="1"/>
            </p:cNvSpPr>
            <p:nvPr/>
          </p:nvSpPr>
          <p:spPr>
            <a:xfrm>
              <a:off x="4101275" y="2116773"/>
              <a:ext cx="84723" cy="94121"/>
            </a:xfrm>
            <a:prstGeom prst="rect">
              <a:avLst/>
            </a:prstGeom>
            <a:solidFill>
              <a:srgbClr val="0072B2"/>
            </a:solidFill>
            <a:ln w="0">
              <a:noFill/>
              <a:prstDash val="solid"/>
            </a:ln>
          </p:spPr>
        </p:sp>
        <p:sp>
          <p:nvSpPr>
            <p:cNvPr id="964" name="original-2d:709"/>
            <p:cNvSpPr>
              <a:spLocks noGrp="1"/>
            </p:cNvSpPr>
            <p:nvPr/>
          </p:nvSpPr>
          <p:spPr>
            <a:xfrm>
              <a:off x="4185857" y="2116773"/>
              <a:ext cx="84723" cy="94121"/>
            </a:xfrm>
            <a:prstGeom prst="rect">
              <a:avLst/>
            </a:prstGeom>
            <a:solidFill>
              <a:srgbClr val="0072B2"/>
            </a:solidFill>
            <a:ln w="0">
              <a:noFill/>
              <a:prstDash val="solid"/>
            </a:ln>
          </p:spPr>
        </p:sp>
        <p:sp>
          <p:nvSpPr>
            <p:cNvPr id="965" name="original-2d:710"/>
            <p:cNvSpPr>
              <a:spLocks noGrp="1"/>
            </p:cNvSpPr>
            <p:nvPr/>
          </p:nvSpPr>
          <p:spPr>
            <a:xfrm>
              <a:off x="4270439" y="2116773"/>
              <a:ext cx="84723" cy="94121"/>
            </a:xfrm>
            <a:prstGeom prst="rect">
              <a:avLst/>
            </a:prstGeom>
            <a:solidFill>
              <a:srgbClr val="D4B4CC"/>
            </a:solidFill>
            <a:ln w="0">
              <a:noFill/>
              <a:prstDash val="solid"/>
            </a:ln>
          </p:spPr>
        </p:sp>
        <p:sp>
          <p:nvSpPr>
            <p:cNvPr id="966" name="original-2d:711"/>
            <p:cNvSpPr>
              <a:spLocks noGrp="1"/>
            </p:cNvSpPr>
            <p:nvPr/>
          </p:nvSpPr>
          <p:spPr>
            <a:xfrm>
              <a:off x="4355021" y="2116773"/>
              <a:ext cx="84723" cy="94121"/>
            </a:xfrm>
            <a:prstGeom prst="rect">
              <a:avLst/>
            </a:prstGeom>
            <a:solidFill>
              <a:srgbClr val="CC79A7"/>
            </a:solidFill>
            <a:ln w="0">
              <a:noFill/>
              <a:prstDash val="solid"/>
            </a:ln>
          </p:spPr>
        </p:sp>
        <p:sp>
          <p:nvSpPr>
            <p:cNvPr id="967" name="original-2d:712"/>
            <p:cNvSpPr>
              <a:spLocks noGrp="1"/>
            </p:cNvSpPr>
            <p:nvPr/>
          </p:nvSpPr>
          <p:spPr>
            <a:xfrm>
              <a:off x="4439603" y="2116773"/>
              <a:ext cx="84723" cy="94121"/>
            </a:xfrm>
            <a:prstGeom prst="rect">
              <a:avLst/>
            </a:prstGeom>
            <a:solidFill>
              <a:srgbClr val="CC79A7"/>
            </a:solidFill>
            <a:ln w="0">
              <a:noFill/>
              <a:prstDash val="solid"/>
            </a:ln>
          </p:spPr>
        </p:sp>
        <p:sp>
          <p:nvSpPr>
            <p:cNvPr id="968" name="original-2d:713"/>
            <p:cNvSpPr>
              <a:spLocks noGrp="1"/>
            </p:cNvSpPr>
            <p:nvPr/>
          </p:nvSpPr>
          <p:spPr>
            <a:xfrm>
              <a:off x="4524185" y="2116773"/>
              <a:ext cx="84723" cy="94121"/>
            </a:xfrm>
            <a:prstGeom prst="rect">
              <a:avLst/>
            </a:prstGeom>
            <a:solidFill>
              <a:srgbClr val="CC79A7"/>
            </a:solidFill>
            <a:ln w="0">
              <a:noFill/>
              <a:prstDash val="solid"/>
            </a:ln>
          </p:spPr>
        </p:sp>
        <p:sp>
          <p:nvSpPr>
            <p:cNvPr id="969" name="original-2d:714"/>
            <p:cNvSpPr>
              <a:spLocks noGrp="1"/>
            </p:cNvSpPr>
            <p:nvPr/>
          </p:nvSpPr>
          <p:spPr>
            <a:xfrm>
              <a:off x="4608767" y="2116773"/>
              <a:ext cx="84723" cy="94121"/>
            </a:xfrm>
            <a:prstGeom prst="rect">
              <a:avLst/>
            </a:prstGeom>
            <a:solidFill>
              <a:srgbClr val="CC79A7"/>
            </a:solidFill>
            <a:ln w="0">
              <a:noFill/>
              <a:prstDash val="solid"/>
            </a:ln>
          </p:spPr>
        </p:sp>
        <p:sp>
          <p:nvSpPr>
            <p:cNvPr id="970" name="original-2d:715"/>
            <p:cNvSpPr>
              <a:spLocks noGrp="1"/>
            </p:cNvSpPr>
            <p:nvPr/>
          </p:nvSpPr>
          <p:spPr>
            <a:xfrm>
              <a:off x="4693349" y="2116773"/>
              <a:ext cx="84723" cy="94121"/>
            </a:xfrm>
            <a:prstGeom prst="rect">
              <a:avLst/>
            </a:prstGeom>
            <a:solidFill>
              <a:srgbClr val="CC79A7"/>
            </a:solidFill>
            <a:ln w="0">
              <a:noFill/>
              <a:prstDash val="solid"/>
            </a:ln>
          </p:spPr>
        </p:sp>
        <p:sp>
          <p:nvSpPr>
            <p:cNvPr id="971" name="original-2d:716"/>
            <p:cNvSpPr>
              <a:spLocks noGrp="1"/>
            </p:cNvSpPr>
            <p:nvPr/>
          </p:nvSpPr>
          <p:spPr>
            <a:xfrm>
              <a:off x="4777931" y="2116773"/>
              <a:ext cx="84723" cy="94121"/>
            </a:xfrm>
            <a:prstGeom prst="rect">
              <a:avLst/>
            </a:prstGeom>
            <a:solidFill>
              <a:srgbClr val="CC79A7"/>
            </a:solidFill>
            <a:ln w="0">
              <a:noFill/>
              <a:prstDash val="solid"/>
            </a:ln>
          </p:spPr>
        </p:sp>
        <p:sp>
          <p:nvSpPr>
            <p:cNvPr id="972" name="original-2d:717"/>
            <p:cNvSpPr>
              <a:spLocks noGrp="1"/>
            </p:cNvSpPr>
            <p:nvPr/>
          </p:nvSpPr>
          <p:spPr>
            <a:xfrm>
              <a:off x="4862513" y="2116773"/>
              <a:ext cx="84723" cy="94121"/>
            </a:xfrm>
            <a:prstGeom prst="rect">
              <a:avLst/>
            </a:prstGeom>
            <a:solidFill>
              <a:srgbClr val="CC79A7"/>
            </a:solidFill>
            <a:ln w="0">
              <a:noFill/>
              <a:prstDash val="solid"/>
            </a:ln>
          </p:spPr>
        </p:sp>
        <p:sp>
          <p:nvSpPr>
            <p:cNvPr id="973" name="original-2d:718"/>
            <p:cNvSpPr>
              <a:spLocks noGrp="1"/>
            </p:cNvSpPr>
            <p:nvPr/>
          </p:nvSpPr>
          <p:spPr>
            <a:xfrm>
              <a:off x="4947095" y="2116773"/>
              <a:ext cx="84723" cy="94121"/>
            </a:xfrm>
            <a:prstGeom prst="rect">
              <a:avLst/>
            </a:prstGeom>
            <a:solidFill>
              <a:srgbClr val="D4B4CC"/>
            </a:solidFill>
            <a:ln w="0">
              <a:noFill/>
              <a:prstDash val="solid"/>
            </a:ln>
          </p:spPr>
        </p:sp>
        <p:sp>
          <p:nvSpPr>
            <p:cNvPr id="974" name="original-2d:719"/>
            <p:cNvSpPr>
              <a:spLocks noGrp="1"/>
            </p:cNvSpPr>
            <p:nvPr/>
          </p:nvSpPr>
          <p:spPr>
            <a:xfrm>
              <a:off x="5031677" y="2116773"/>
              <a:ext cx="84723" cy="94121"/>
            </a:xfrm>
            <a:prstGeom prst="rect">
              <a:avLst/>
            </a:prstGeom>
            <a:solidFill>
              <a:srgbClr val="D4B4CC"/>
            </a:solidFill>
            <a:ln w="0">
              <a:noFill/>
              <a:prstDash val="solid"/>
            </a:ln>
          </p:spPr>
        </p:sp>
        <p:sp>
          <p:nvSpPr>
            <p:cNvPr id="975" name="original-2d:720"/>
            <p:cNvSpPr>
              <a:spLocks noGrp="1"/>
            </p:cNvSpPr>
            <p:nvPr/>
          </p:nvSpPr>
          <p:spPr>
            <a:xfrm>
              <a:off x="5116259" y="2116773"/>
              <a:ext cx="84723" cy="94121"/>
            </a:xfrm>
            <a:prstGeom prst="rect">
              <a:avLst/>
            </a:prstGeom>
            <a:solidFill>
              <a:srgbClr val="D4B4CC"/>
            </a:solidFill>
            <a:ln w="0">
              <a:noFill/>
              <a:prstDash val="solid"/>
            </a:ln>
          </p:spPr>
        </p:sp>
        <p:sp>
          <p:nvSpPr>
            <p:cNvPr id="976" name="original-2d:721"/>
            <p:cNvSpPr>
              <a:spLocks noGrp="1"/>
            </p:cNvSpPr>
            <p:nvPr/>
          </p:nvSpPr>
          <p:spPr>
            <a:xfrm>
              <a:off x="5200841" y="2116773"/>
              <a:ext cx="84723" cy="94121"/>
            </a:xfrm>
            <a:prstGeom prst="rect">
              <a:avLst/>
            </a:prstGeom>
            <a:solidFill>
              <a:srgbClr val="D4B4CC"/>
            </a:solidFill>
            <a:ln w="0">
              <a:noFill/>
              <a:prstDash val="solid"/>
            </a:ln>
          </p:spPr>
        </p:sp>
        <p:sp>
          <p:nvSpPr>
            <p:cNvPr id="977" name="original-2d:722"/>
            <p:cNvSpPr>
              <a:spLocks noGrp="1"/>
            </p:cNvSpPr>
            <p:nvPr/>
          </p:nvSpPr>
          <p:spPr>
            <a:xfrm>
              <a:off x="3593783" y="2210753"/>
              <a:ext cx="84723" cy="94121"/>
            </a:xfrm>
            <a:prstGeom prst="rect">
              <a:avLst/>
            </a:prstGeom>
            <a:solidFill>
              <a:srgbClr val="0072B2"/>
            </a:solidFill>
            <a:ln w="0">
              <a:noFill/>
              <a:prstDash val="solid"/>
            </a:ln>
          </p:spPr>
        </p:sp>
        <p:sp>
          <p:nvSpPr>
            <p:cNvPr id="978" name="original-2d:723"/>
            <p:cNvSpPr>
              <a:spLocks noGrp="1"/>
            </p:cNvSpPr>
            <p:nvPr/>
          </p:nvSpPr>
          <p:spPr>
            <a:xfrm>
              <a:off x="3678365" y="2210753"/>
              <a:ext cx="84723" cy="94121"/>
            </a:xfrm>
            <a:prstGeom prst="rect">
              <a:avLst/>
            </a:prstGeom>
            <a:solidFill>
              <a:srgbClr val="0072B2"/>
            </a:solidFill>
            <a:ln w="0">
              <a:noFill/>
              <a:prstDash val="solid"/>
            </a:ln>
          </p:spPr>
        </p:sp>
        <p:sp>
          <p:nvSpPr>
            <p:cNvPr id="979" name="original-2d:724"/>
            <p:cNvSpPr>
              <a:spLocks noGrp="1"/>
            </p:cNvSpPr>
            <p:nvPr/>
          </p:nvSpPr>
          <p:spPr>
            <a:xfrm>
              <a:off x="3762947" y="2210753"/>
              <a:ext cx="84723" cy="94121"/>
            </a:xfrm>
            <a:prstGeom prst="rect">
              <a:avLst/>
            </a:prstGeom>
            <a:solidFill>
              <a:srgbClr val="0072B2"/>
            </a:solidFill>
            <a:ln w="0">
              <a:noFill/>
              <a:prstDash val="solid"/>
            </a:ln>
          </p:spPr>
        </p:sp>
        <p:sp>
          <p:nvSpPr>
            <p:cNvPr id="980" name="original-2d:725"/>
            <p:cNvSpPr>
              <a:spLocks noGrp="1"/>
            </p:cNvSpPr>
            <p:nvPr/>
          </p:nvSpPr>
          <p:spPr>
            <a:xfrm>
              <a:off x="3847529" y="2210753"/>
              <a:ext cx="84723" cy="94121"/>
            </a:xfrm>
            <a:prstGeom prst="rect">
              <a:avLst/>
            </a:prstGeom>
            <a:solidFill>
              <a:srgbClr val="0072B2"/>
            </a:solidFill>
            <a:ln w="0">
              <a:noFill/>
              <a:prstDash val="solid"/>
            </a:ln>
          </p:spPr>
        </p:sp>
        <p:sp>
          <p:nvSpPr>
            <p:cNvPr id="981" name="original-2d:726"/>
            <p:cNvSpPr>
              <a:spLocks noGrp="1"/>
            </p:cNvSpPr>
            <p:nvPr/>
          </p:nvSpPr>
          <p:spPr>
            <a:xfrm>
              <a:off x="3932111" y="2210753"/>
              <a:ext cx="84723" cy="94121"/>
            </a:xfrm>
            <a:prstGeom prst="rect">
              <a:avLst/>
            </a:prstGeom>
            <a:solidFill>
              <a:srgbClr val="0072B2"/>
            </a:solidFill>
            <a:ln w="0">
              <a:noFill/>
              <a:prstDash val="solid"/>
            </a:ln>
          </p:spPr>
        </p:sp>
        <p:sp>
          <p:nvSpPr>
            <p:cNvPr id="982" name="original-2d:727"/>
            <p:cNvSpPr>
              <a:spLocks noGrp="1"/>
            </p:cNvSpPr>
            <p:nvPr/>
          </p:nvSpPr>
          <p:spPr>
            <a:xfrm>
              <a:off x="4016693" y="2210753"/>
              <a:ext cx="84723" cy="94121"/>
            </a:xfrm>
            <a:prstGeom prst="rect">
              <a:avLst/>
            </a:prstGeom>
            <a:solidFill>
              <a:srgbClr val="0072B2"/>
            </a:solidFill>
            <a:ln w="0">
              <a:noFill/>
              <a:prstDash val="solid"/>
            </a:ln>
          </p:spPr>
        </p:sp>
        <p:sp>
          <p:nvSpPr>
            <p:cNvPr id="983" name="original-2d:728"/>
            <p:cNvSpPr>
              <a:spLocks noGrp="1"/>
            </p:cNvSpPr>
            <p:nvPr/>
          </p:nvSpPr>
          <p:spPr>
            <a:xfrm>
              <a:off x="4101275" y="2210753"/>
              <a:ext cx="84723" cy="94121"/>
            </a:xfrm>
            <a:prstGeom prst="rect">
              <a:avLst/>
            </a:prstGeom>
            <a:solidFill>
              <a:srgbClr val="0072B2"/>
            </a:solidFill>
            <a:ln w="0">
              <a:noFill/>
              <a:prstDash val="solid"/>
            </a:ln>
          </p:spPr>
        </p:sp>
        <p:sp>
          <p:nvSpPr>
            <p:cNvPr id="984" name="original-2d:729"/>
            <p:cNvSpPr>
              <a:spLocks noGrp="1"/>
            </p:cNvSpPr>
            <p:nvPr/>
          </p:nvSpPr>
          <p:spPr>
            <a:xfrm>
              <a:off x="4185857" y="2210753"/>
              <a:ext cx="84723" cy="94121"/>
            </a:xfrm>
            <a:prstGeom prst="rect">
              <a:avLst/>
            </a:prstGeom>
            <a:solidFill>
              <a:srgbClr val="0072B2"/>
            </a:solidFill>
            <a:ln w="0">
              <a:noFill/>
              <a:prstDash val="solid"/>
            </a:ln>
          </p:spPr>
        </p:sp>
        <p:sp>
          <p:nvSpPr>
            <p:cNvPr id="985" name="original-2d:730"/>
            <p:cNvSpPr>
              <a:spLocks noGrp="1"/>
            </p:cNvSpPr>
            <p:nvPr/>
          </p:nvSpPr>
          <p:spPr>
            <a:xfrm>
              <a:off x="4270439" y="2210753"/>
              <a:ext cx="84723" cy="94121"/>
            </a:xfrm>
            <a:prstGeom prst="rect">
              <a:avLst/>
            </a:prstGeom>
            <a:solidFill>
              <a:srgbClr val="D4B4CC"/>
            </a:solidFill>
            <a:ln w="0">
              <a:noFill/>
              <a:prstDash val="solid"/>
            </a:ln>
          </p:spPr>
        </p:sp>
        <p:sp>
          <p:nvSpPr>
            <p:cNvPr id="986" name="original-2d:731"/>
            <p:cNvSpPr>
              <a:spLocks noGrp="1"/>
            </p:cNvSpPr>
            <p:nvPr/>
          </p:nvSpPr>
          <p:spPr>
            <a:xfrm>
              <a:off x="4355021" y="2210753"/>
              <a:ext cx="84723" cy="94121"/>
            </a:xfrm>
            <a:prstGeom prst="rect">
              <a:avLst/>
            </a:prstGeom>
            <a:solidFill>
              <a:srgbClr val="D4B4CC"/>
            </a:solidFill>
            <a:ln w="0">
              <a:noFill/>
              <a:prstDash val="solid"/>
            </a:ln>
          </p:spPr>
        </p:sp>
        <p:sp>
          <p:nvSpPr>
            <p:cNvPr id="987" name="original-2d:732"/>
            <p:cNvSpPr>
              <a:spLocks noGrp="1"/>
            </p:cNvSpPr>
            <p:nvPr/>
          </p:nvSpPr>
          <p:spPr>
            <a:xfrm>
              <a:off x="4439603" y="2210753"/>
              <a:ext cx="84723" cy="94121"/>
            </a:xfrm>
            <a:prstGeom prst="rect">
              <a:avLst/>
            </a:prstGeom>
            <a:solidFill>
              <a:srgbClr val="D4B4CC"/>
            </a:solidFill>
            <a:ln w="0">
              <a:noFill/>
              <a:prstDash val="solid"/>
            </a:ln>
          </p:spPr>
        </p:sp>
        <p:sp>
          <p:nvSpPr>
            <p:cNvPr id="988" name="original-2d:733"/>
            <p:cNvSpPr>
              <a:spLocks noGrp="1"/>
            </p:cNvSpPr>
            <p:nvPr/>
          </p:nvSpPr>
          <p:spPr>
            <a:xfrm>
              <a:off x="4524185" y="2210753"/>
              <a:ext cx="84723" cy="94121"/>
            </a:xfrm>
            <a:prstGeom prst="rect">
              <a:avLst/>
            </a:prstGeom>
            <a:solidFill>
              <a:srgbClr val="D4B4CC"/>
            </a:solidFill>
            <a:ln w="0">
              <a:noFill/>
              <a:prstDash val="solid"/>
            </a:ln>
          </p:spPr>
        </p:sp>
        <p:sp>
          <p:nvSpPr>
            <p:cNvPr id="989" name="original-2d:734"/>
            <p:cNvSpPr>
              <a:spLocks noGrp="1"/>
            </p:cNvSpPr>
            <p:nvPr/>
          </p:nvSpPr>
          <p:spPr>
            <a:xfrm>
              <a:off x="4608767" y="2210753"/>
              <a:ext cx="84723" cy="94121"/>
            </a:xfrm>
            <a:prstGeom prst="rect">
              <a:avLst/>
            </a:prstGeom>
            <a:solidFill>
              <a:srgbClr val="D4B4CC"/>
            </a:solidFill>
            <a:ln w="0">
              <a:noFill/>
              <a:prstDash val="solid"/>
            </a:ln>
          </p:spPr>
        </p:sp>
        <p:sp>
          <p:nvSpPr>
            <p:cNvPr id="990" name="original-2d:735"/>
            <p:cNvSpPr>
              <a:spLocks noGrp="1"/>
            </p:cNvSpPr>
            <p:nvPr/>
          </p:nvSpPr>
          <p:spPr>
            <a:xfrm>
              <a:off x="4693349" y="2210753"/>
              <a:ext cx="84723" cy="94121"/>
            </a:xfrm>
            <a:prstGeom prst="rect">
              <a:avLst/>
            </a:prstGeom>
            <a:solidFill>
              <a:srgbClr val="D4B4CC"/>
            </a:solidFill>
            <a:ln w="0">
              <a:noFill/>
              <a:prstDash val="solid"/>
            </a:ln>
          </p:spPr>
        </p:sp>
        <p:sp>
          <p:nvSpPr>
            <p:cNvPr id="991" name="original-2d:736"/>
            <p:cNvSpPr>
              <a:spLocks noGrp="1"/>
            </p:cNvSpPr>
            <p:nvPr/>
          </p:nvSpPr>
          <p:spPr>
            <a:xfrm>
              <a:off x="4777931" y="2210753"/>
              <a:ext cx="84723" cy="94121"/>
            </a:xfrm>
            <a:prstGeom prst="rect">
              <a:avLst/>
            </a:prstGeom>
            <a:solidFill>
              <a:srgbClr val="D4B4CC"/>
            </a:solidFill>
            <a:ln w="0">
              <a:noFill/>
              <a:prstDash val="solid"/>
            </a:ln>
          </p:spPr>
        </p:sp>
        <p:sp>
          <p:nvSpPr>
            <p:cNvPr id="992" name="original-2d:737"/>
            <p:cNvSpPr>
              <a:spLocks noGrp="1"/>
            </p:cNvSpPr>
            <p:nvPr/>
          </p:nvSpPr>
          <p:spPr>
            <a:xfrm>
              <a:off x="4862513" y="2210753"/>
              <a:ext cx="84723" cy="94121"/>
            </a:xfrm>
            <a:prstGeom prst="rect">
              <a:avLst/>
            </a:prstGeom>
            <a:solidFill>
              <a:srgbClr val="D4B4CC"/>
            </a:solidFill>
            <a:ln w="0">
              <a:noFill/>
              <a:prstDash val="solid"/>
            </a:ln>
          </p:spPr>
        </p:sp>
        <p:sp>
          <p:nvSpPr>
            <p:cNvPr id="993" name="original-2d:738"/>
            <p:cNvSpPr>
              <a:spLocks noGrp="1"/>
            </p:cNvSpPr>
            <p:nvPr/>
          </p:nvSpPr>
          <p:spPr>
            <a:xfrm>
              <a:off x="4947095" y="2210753"/>
              <a:ext cx="84723" cy="94121"/>
            </a:xfrm>
            <a:prstGeom prst="rect">
              <a:avLst/>
            </a:prstGeom>
            <a:solidFill>
              <a:srgbClr val="D4B4CC"/>
            </a:solidFill>
            <a:ln w="0">
              <a:noFill/>
              <a:prstDash val="solid"/>
            </a:ln>
          </p:spPr>
        </p:sp>
        <p:sp>
          <p:nvSpPr>
            <p:cNvPr id="994" name="original-2d:739"/>
            <p:cNvSpPr>
              <a:spLocks noGrp="1"/>
            </p:cNvSpPr>
            <p:nvPr/>
          </p:nvSpPr>
          <p:spPr>
            <a:xfrm>
              <a:off x="5031677" y="2210753"/>
              <a:ext cx="84723" cy="94121"/>
            </a:xfrm>
            <a:prstGeom prst="rect">
              <a:avLst/>
            </a:prstGeom>
            <a:solidFill>
              <a:srgbClr val="D4B4CC"/>
            </a:solidFill>
            <a:ln w="0">
              <a:noFill/>
              <a:prstDash val="solid"/>
            </a:ln>
          </p:spPr>
        </p:sp>
        <p:sp>
          <p:nvSpPr>
            <p:cNvPr id="995" name="original-2d:740"/>
            <p:cNvSpPr>
              <a:spLocks noGrp="1"/>
            </p:cNvSpPr>
            <p:nvPr/>
          </p:nvSpPr>
          <p:spPr>
            <a:xfrm>
              <a:off x="5116259" y="2210753"/>
              <a:ext cx="84723" cy="94121"/>
            </a:xfrm>
            <a:prstGeom prst="rect">
              <a:avLst/>
            </a:prstGeom>
            <a:solidFill>
              <a:srgbClr val="D4B4CC"/>
            </a:solidFill>
            <a:ln w="0">
              <a:noFill/>
              <a:prstDash val="solid"/>
            </a:ln>
          </p:spPr>
        </p:sp>
        <p:sp>
          <p:nvSpPr>
            <p:cNvPr id="996" name="original-2d:741"/>
            <p:cNvSpPr>
              <a:spLocks noGrp="1"/>
            </p:cNvSpPr>
            <p:nvPr/>
          </p:nvSpPr>
          <p:spPr>
            <a:xfrm>
              <a:off x="5200841" y="2210753"/>
              <a:ext cx="84723" cy="94121"/>
            </a:xfrm>
            <a:prstGeom prst="rect">
              <a:avLst/>
            </a:prstGeom>
            <a:solidFill>
              <a:srgbClr val="DCE8ED"/>
            </a:solidFill>
            <a:ln w="0">
              <a:noFill/>
              <a:prstDash val="solid"/>
            </a:ln>
          </p:spPr>
        </p:sp>
        <p:sp>
          <p:nvSpPr>
            <p:cNvPr id="997" name="original-2d:742"/>
            <p:cNvSpPr>
              <a:spLocks noGrp="1"/>
            </p:cNvSpPr>
            <p:nvPr/>
          </p:nvSpPr>
          <p:spPr>
            <a:xfrm>
              <a:off x="3593783" y="2304733"/>
              <a:ext cx="84723" cy="94121"/>
            </a:xfrm>
            <a:prstGeom prst="rect">
              <a:avLst/>
            </a:prstGeom>
            <a:solidFill>
              <a:srgbClr val="0072B2"/>
            </a:solidFill>
            <a:ln w="0">
              <a:noFill/>
              <a:prstDash val="solid"/>
            </a:ln>
          </p:spPr>
        </p:sp>
        <p:sp>
          <p:nvSpPr>
            <p:cNvPr id="998" name="original-2d:743"/>
            <p:cNvSpPr>
              <a:spLocks noGrp="1"/>
            </p:cNvSpPr>
            <p:nvPr/>
          </p:nvSpPr>
          <p:spPr>
            <a:xfrm>
              <a:off x="3678365" y="2304733"/>
              <a:ext cx="84723" cy="94121"/>
            </a:xfrm>
            <a:prstGeom prst="rect">
              <a:avLst/>
            </a:prstGeom>
            <a:solidFill>
              <a:srgbClr val="0072B2"/>
            </a:solidFill>
            <a:ln w="0">
              <a:noFill/>
              <a:prstDash val="solid"/>
            </a:ln>
          </p:spPr>
        </p:sp>
        <p:sp>
          <p:nvSpPr>
            <p:cNvPr id="999" name="original-2d:744"/>
            <p:cNvSpPr>
              <a:spLocks noGrp="1"/>
            </p:cNvSpPr>
            <p:nvPr/>
          </p:nvSpPr>
          <p:spPr>
            <a:xfrm>
              <a:off x="3762947" y="2304733"/>
              <a:ext cx="84723" cy="94121"/>
            </a:xfrm>
            <a:prstGeom prst="rect">
              <a:avLst/>
            </a:prstGeom>
            <a:solidFill>
              <a:srgbClr val="0072B2"/>
            </a:solidFill>
            <a:ln w="0">
              <a:noFill/>
              <a:prstDash val="solid"/>
            </a:ln>
          </p:spPr>
        </p:sp>
        <p:sp>
          <p:nvSpPr>
            <p:cNvPr id="1000" name="original-2d:745"/>
            <p:cNvSpPr>
              <a:spLocks noGrp="1"/>
            </p:cNvSpPr>
            <p:nvPr/>
          </p:nvSpPr>
          <p:spPr>
            <a:xfrm>
              <a:off x="3847529" y="2304733"/>
              <a:ext cx="84723" cy="94121"/>
            </a:xfrm>
            <a:prstGeom prst="rect">
              <a:avLst/>
            </a:prstGeom>
            <a:solidFill>
              <a:srgbClr val="0072B2"/>
            </a:solidFill>
            <a:ln w="0">
              <a:noFill/>
              <a:prstDash val="solid"/>
            </a:ln>
          </p:spPr>
        </p:sp>
        <p:sp>
          <p:nvSpPr>
            <p:cNvPr id="1001" name="original-2d:746"/>
            <p:cNvSpPr>
              <a:spLocks noGrp="1"/>
            </p:cNvSpPr>
            <p:nvPr/>
          </p:nvSpPr>
          <p:spPr>
            <a:xfrm>
              <a:off x="3932111" y="2304733"/>
              <a:ext cx="84723" cy="94121"/>
            </a:xfrm>
            <a:prstGeom prst="rect">
              <a:avLst/>
            </a:prstGeom>
            <a:solidFill>
              <a:srgbClr val="0072B2"/>
            </a:solidFill>
            <a:ln w="0">
              <a:noFill/>
              <a:prstDash val="solid"/>
            </a:ln>
          </p:spPr>
        </p:sp>
        <p:sp>
          <p:nvSpPr>
            <p:cNvPr id="1002" name="original-2d:747"/>
            <p:cNvSpPr>
              <a:spLocks noGrp="1"/>
            </p:cNvSpPr>
            <p:nvPr/>
          </p:nvSpPr>
          <p:spPr>
            <a:xfrm>
              <a:off x="4016693" y="2304733"/>
              <a:ext cx="84723" cy="94121"/>
            </a:xfrm>
            <a:prstGeom prst="rect">
              <a:avLst/>
            </a:prstGeom>
            <a:solidFill>
              <a:srgbClr val="0072B2"/>
            </a:solidFill>
            <a:ln w="0">
              <a:noFill/>
              <a:prstDash val="solid"/>
            </a:ln>
          </p:spPr>
        </p:sp>
        <p:sp>
          <p:nvSpPr>
            <p:cNvPr id="1003" name="original-2d:748"/>
            <p:cNvSpPr>
              <a:spLocks noGrp="1"/>
            </p:cNvSpPr>
            <p:nvPr/>
          </p:nvSpPr>
          <p:spPr>
            <a:xfrm>
              <a:off x="4101275" y="2304733"/>
              <a:ext cx="84723" cy="94121"/>
            </a:xfrm>
            <a:prstGeom prst="rect">
              <a:avLst/>
            </a:prstGeom>
            <a:solidFill>
              <a:srgbClr val="0072B2"/>
            </a:solidFill>
            <a:ln w="0">
              <a:noFill/>
              <a:prstDash val="solid"/>
            </a:ln>
          </p:spPr>
        </p:sp>
        <p:sp>
          <p:nvSpPr>
            <p:cNvPr id="1004" name="original-2d:749"/>
            <p:cNvSpPr>
              <a:spLocks noGrp="1"/>
            </p:cNvSpPr>
            <p:nvPr/>
          </p:nvSpPr>
          <p:spPr>
            <a:xfrm>
              <a:off x="4185857" y="2304733"/>
              <a:ext cx="84723" cy="94121"/>
            </a:xfrm>
            <a:prstGeom prst="rect">
              <a:avLst/>
            </a:prstGeom>
            <a:solidFill>
              <a:srgbClr val="D4B4CC"/>
            </a:solidFill>
            <a:ln w="0">
              <a:noFill/>
              <a:prstDash val="solid"/>
            </a:ln>
          </p:spPr>
        </p:sp>
        <p:sp>
          <p:nvSpPr>
            <p:cNvPr id="1005" name="original-2d:750"/>
            <p:cNvSpPr>
              <a:spLocks noGrp="1"/>
            </p:cNvSpPr>
            <p:nvPr/>
          </p:nvSpPr>
          <p:spPr>
            <a:xfrm>
              <a:off x="4270439" y="2304733"/>
              <a:ext cx="84723" cy="94121"/>
            </a:xfrm>
            <a:prstGeom prst="rect">
              <a:avLst/>
            </a:prstGeom>
            <a:solidFill>
              <a:srgbClr val="D4B4CC"/>
            </a:solidFill>
            <a:ln w="0">
              <a:noFill/>
              <a:prstDash val="solid"/>
            </a:ln>
          </p:spPr>
        </p:sp>
        <p:sp>
          <p:nvSpPr>
            <p:cNvPr id="1006" name="original-2d:751"/>
            <p:cNvSpPr>
              <a:spLocks noGrp="1"/>
            </p:cNvSpPr>
            <p:nvPr/>
          </p:nvSpPr>
          <p:spPr>
            <a:xfrm>
              <a:off x="4355021" y="2304733"/>
              <a:ext cx="84723" cy="94121"/>
            </a:xfrm>
            <a:prstGeom prst="rect">
              <a:avLst/>
            </a:prstGeom>
            <a:solidFill>
              <a:srgbClr val="D4B4CC"/>
            </a:solidFill>
            <a:ln w="0">
              <a:noFill/>
              <a:prstDash val="solid"/>
            </a:ln>
          </p:spPr>
        </p:sp>
        <p:sp>
          <p:nvSpPr>
            <p:cNvPr id="1007" name="original-2d:752"/>
            <p:cNvSpPr>
              <a:spLocks noGrp="1"/>
            </p:cNvSpPr>
            <p:nvPr/>
          </p:nvSpPr>
          <p:spPr>
            <a:xfrm>
              <a:off x="4439603" y="2304733"/>
              <a:ext cx="84723" cy="94121"/>
            </a:xfrm>
            <a:prstGeom prst="rect">
              <a:avLst/>
            </a:prstGeom>
            <a:solidFill>
              <a:srgbClr val="D4B4CC"/>
            </a:solidFill>
            <a:ln w="0">
              <a:noFill/>
              <a:prstDash val="solid"/>
            </a:ln>
          </p:spPr>
        </p:sp>
        <p:sp>
          <p:nvSpPr>
            <p:cNvPr id="1008" name="original-2d:753"/>
            <p:cNvSpPr>
              <a:spLocks noGrp="1"/>
            </p:cNvSpPr>
            <p:nvPr/>
          </p:nvSpPr>
          <p:spPr>
            <a:xfrm>
              <a:off x="4524185" y="2304733"/>
              <a:ext cx="84723" cy="94121"/>
            </a:xfrm>
            <a:prstGeom prst="rect">
              <a:avLst/>
            </a:prstGeom>
            <a:solidFill>
              <a:srgbClr val="D4B4CC"/>
            </a:solidFill>
            <a:ln w="0">
              <a:noFill/>
              <a:prstDash val="solid"/>
            </a:ln>
          </p:spPr>
        </p:sp>
        <p:sp>
          <p:nvSpPr>
            <p:cNvPr id="1009" name="original-2d:754"/>
            <p:cNvSpPr>
              <a:spLocks noGrp="1"/>
            </p:cNvSpPr>
            <p:nvPr/>
          </p:nvSpPr>
          <p:spPr>
            <a:xfrm>
              <a:off x="4608767" y="2304733"/>
              <a:ext cx="84723" cy="94121"/>
            </a:xfrm>
            <a:prstGeom prst="rect">
              <a:avLst/>
            </a:prstGeom>
            <a:solidFill>
              <a:srgbClr val="D4B4CC"/>
            </a:solidFill>
            <a:ln w="0">
              <a:noFill/>
              <a:prstDash val="solid"/>
            </a:ln>
          </p:spPr>
        </p:sp>
        <p:sp>
          <p:nvSpPr>
            <p:cNvPr id="1010" name="original-2d:755"/>
            <p:cNvSpPr>
              <a:spLocks noGrp="1"/>
            </p:cNvSpPr>
            <p:nvPr/>
          </p:nvSpPr>
          <p:spPr>
            <a:xfrm>
              <a:off x="4693349" y="2304733"/>
              <a:ext cx="84723" cy="94121"/>
            </a:xfrm>
            <a:prstGeom prst="rect">
              <a:avLst/>
            </a:prstGeom>
            <a:solidFill>
              <a:srgbClr val="D4B4CC"/>
            </a:solidFill>
            <a:ln w="0">
              <a:noFill/>
              <a:prstDash val="solid"/>
            </a:ln>
          </p:spPr>
        </p:sp>
        <p:sp>
          <p:nvSpPr>
            <p:cNvPr id="1011" name="original-2d:756"/>
            <p:cNvSpPr>
              <a:spLocks noGrp="1"/>
            </p:cNvSpPr>
            <p:nvPr/>
          </p:nvSpPr>
          <p:spPr>
            <a:xfrm>
              <a:off x="4777931" y="2304733"/>
              <a:ext cx="84723" cy="94121"/>
            </a:xfrm>
            <a:prstGeom prst="rect">
              <a:avLst/>
            </a:prstGeom>
            <a:solidFill>
              <a:srgbClr val="D4B4CC"/>
            </a:solidFill>
            <a:ln w="0">
              <a:noFill/>
              <a:prstDash val="solid"/>
            </a:ln>
          </p:spPr>
        </p:sp>
        <p:sp>
          <p:nvSpPr>
            <p:cNvPr id="1012" name="original-2d:757"/>
            <p:cNvSpPr>
              <a:spLocks noGrp="1"/>
            </p:cNvSpPr>
            <p:nvPr/>
          </p:nvSpPr>
          <p:spPr>
            <a:xfrm>
              <a:off x="4862513" y="2304733"/>
              <a:ext cx="84723" cy="94121"/>
            </a:xfrm>
            <a:prstGeom prst="rect">
              <a:avLst/>
            </a:prstGeom>
            <a:solidFill>
              <a:srgbClr val="D4B4CC"/>
            </a:solidFill>
            <a:ln w="0">
              <a:noFill/>
              <a:prstDash val="solid"/>
            </a:ln>
          </p:spPr>
        </p:sp>
        <p:sp>
          <p:nvSpPr>
            <p:cNvPr id="1013" name="original-2d:758"/>
            <p:cNvSpPr>
              <a:spLocks noGrp="1"/>
            </p:cNvSpPr>
            <p:nvPr/>
          </p:nvSpPr>
          <p:spPr>
            <a:xfrm>
              <a:off x="4947095" y="2304733"/>
              <a:ext cx="84723" cy="94121"/>
            </a:xfrm>
            <a:prstGeom prst="rect">
              <a:avLst/>
            </a:prstGeom>
            <a:solidFill>
              <a:srgbClr val="DCE8ED"/>
            </a:solidFill>
            <a:ln w="0">
              <a:noFill/>
              <a:prstDash val="solid"/>
            </a:ln>
          </p:spPr>
        </p:sp>
        <p:sp>
          <p:nvSpPr>
            <p:cNvPr id="1014" name="original-2d:759"/>
            <p:cNvSpPr>
              <a:spLocks noGrp="1"/>
            </p:cNvSpPr>
            <p:nvPr/>
          </p:nvSpPr>
          <p:spPr>
            <a:xfrm>
              <a:off x="5031677" y="2304733"/>
              <a:ext cx="84723" cy="94121"/>
            </a:xfrm>
            <a:prstGeom prst="rect">
              <a:avLst/>
            </a:prstGeom>
            <a:solidFill>
              <a:srgbClr val="DCE8ED"/>
            </a:solidFill>
            <a:ln w="0">
              <a:noFill/>
              <a:prstDash val="solid"/>
            </a:ln>
          </p:spPr>
        </p:sp>
        <p:sp>
          <p:nvSpPr>
            <p:cNvPr id="1015" name="original-2d:760"/>
            <p:cNvSpPr>
              <a:spLocks noGrp="1"/>
            </p:cNvSpPr>
            <p:nvPr/>
          </p:nvSpPr>
          <p:spPr>
            <a:xfrm>
              <a:off x="5116259" y="2304733"/>
              <a:ext cx="84723" cy="94121"/>
            </a:xfrm>
            <a:prstGeom prst="rect">
              <a:avLst/>
            </a:prstGeom>
            <a:solidFill>
              <a:srgbClr val="DCE8ED"/>
            </a:solidFill>
            <a:ln w="0">
              <a:noFill/>
              <a:prstDash val="solid"/>
            </a:ln>
          </p:spPr>
        </p:sp>
        <p:sp>
          <p:nvSpPr>
            <p:cNvPr id="1016" name="original-2d:761"/>
            <p:cNvSpPr>
              <a:spLocks noGrp="1"/>
            </p:cNvSpPr>
            <p:nvPr/>
          </p:nvSpPr>
          <p:spPr>
            <a:xfrm>
              <a:off x="5200841" y="2304733"/>
              <a:ext cx="84723" cy="94121"/>
            </a:xfrm>
            <a:prstGeom prst="rect">
              <a:avLst/>
            </a:prstGeom>
            <a:solidFill>
              <a:srgbClr val="DCE8ED"/>
            </a:solidFill>
            <a:ln w="0">
              <a:noFill/>
              <a:prstDash val="solid"/>
            </a:ln>
          </p:spPr>
        </p:sp>
        <p:sp>
          <p:nvSpPr>
            <p:cNvPr id="1017" name="original-2d:762"/>
            <p:cNvSpPr>
              <a:spLocks noGrp="1"/>
            </p:cNvSpPr>
            <p:nvPr/>
          </p:nvSpPr>
          <p:spPr>
            <a:xfrm>
              <a:off x="3593783" y="2398713"/>
              <a:ext cx="84723" cy="94121"/>
            </a:xfrm>
            <a:prstGeom prst="rect">
              <a:avLst/>
            </a:prstGeom>
            <a:solidFill>
              <a:srgbClr val="0072B2"/>
            </a:solidFill>
            <a:ln w="0">
              <a:noFill/>
              <a:prstDash val="solid"/>
            </a:ln>
          </p:spPr>
        </p:sp>
        <p:sp>
          <p:nvSpPr>
            <p:cNvPr id="1018" name="original-2d:763"/>
            <p:cNvSpPr>
              <a:spLocks noGrp="1"/>
            </p:cNvSpPr>
            <p:nvPr/>
          </p:nvSpPr>
          <p:spPr>
            <a:xfrm>
              <a:off x="3678365" y="2398713"/>
              <a:ext cx="84723" cy="94121"/>
            </a:xfrm>
            <a:prstGeom prst="rect">
              <a:avLst/>
            </a:prstGeom>
            <a:solidFill>
              <a:srgbClr val="0072B2"/>
            </a:solidFill>
            <a:ln w="0">
              <a:noFill/>
              <a:prstDash val="solid"/>
            </a:ln>
          </p:spPr>
        </p:sp>
        <p:sp>
          <p:nvSpPr>
            <p:cNvPr id="1019" name="original-2d:764"/>
            <p:cNvSpPr>
              <a:spLocks noGrp="1"/>
            </p:cNvSpPr>
            <p:nvPr/>
          </p:nvSpPr>
          <p:spPr>
            <a:xfrm>
              <a:off x="3762947" y="2398713"/>
              <a:ext cx="84723" cy="94121"/>
            </a:xfrm>
            <a:prstGeom prst="rect">
              <a:avLst/>
            </a:prstGeom>
            <a:solidFill>
              <a:srgbClr val="0072B2"/>
            </a:solidFill>
            <a:ln w="0">
              <a:noFill/>
              <a:prstDash val="solid"/>
            </a:ln>
          </p:spPr>
        </p:sp>
        <p:sp>
          <p:nvSpPr>
            <p:cNvPr id="1020" name="original-2d:765"/>
            <p:cNvSpPr>
              <a:spLocks noGrp="1"/>
            </p:cNvSpPr>
            <p:nvPr/>
          </p:nvSpPr>
          <p:spPr>
            <a:xfrm>
              <a:off x="3847529" y="2398713"/>
              <a:ext cx="84723" cy="94121"/>
            </a:xfrm>
            <a:prstGeom prst="rect">
              <a:avLst/>
            </a:prstGeom>
            <a:solidFill>
              <a:srgbClr val="0072B2"/>
            </a:solidFill>
            <a:ln w="0">
              <a:noFill/>
              <a:prstDash val="solid"/>
            </a:ln>
          </p:spPr>
        </p:sp>
        <p:sp>
          <p:nvSpPr>
            <p:cNvPr id="1021" name="original-2d:766"/>
            <p:cNvSpPr>
              <a:spLocks noGrp="1"/>
            </p:cNvSpPr>
            <p:nvPr/>
          </p:nvSpPr>
          <p:spPr>
            <a:xfrm>
              <a:off x="3932111" y="2398713"/>
              <a:ext cx="84723" cy="94121"/>
            </a:xfrm>
            <a:prstGeom prst="rect">
              <a:avLst/>
            </a:prstGeom>
            <a:solidFill>
              <a:srgbClr val="0072B2"/>
            </a:solidFill>
            <a:ln w="0">
              <a:noFill/>
              <a:prstDash val="solid"/>
            </a:ln>
          </p:spPr>
        </p:sp>
        <p:sp>
          <p:nvSpPr>
            <p:cNvPr id="1022" name="original-2d:767"/>
            <p:cNvSpPr>
              <a:spLocks noGrp="1"/>
            </p:cNvSpPr>
            <p:nvPr/>
          </p:nvSpPr>
          <p:spPr>
            <a:xfrm>
              <a:off x="4016693" y="2398713"/>
              <a:ext cx="84723" cy="94121"/>
            </a:xfrm>
            <a:prstGeom prst="rect">
              <a:avLst/>
            </a:prstGeom>
            <a:solidFill>
              <a:srgbClr val="0072B2"/>
            </a:solidFill>
            <a:ln w="0">
              <a:noFill/>
              <a:prstDash val="solid"/>
            </a:ln>
          </p:spPr>
        </p:sp>
        <p:sp>
          <p:nvSpPr>
            <p:cNvPr id="1023" name="original-2d:768"/>
            <p:cNvSpPr>
              <a:spLocks noGrp="1"/>
            </p:cNvSpPr>
            <p:nvPr/>
          </p:nvSpPr>
          <p:spPr>
            <a:xfrm>
              <a:off x="4101275" y="2398713"/>
              <a:ext cx="84723" cy="94121"/>
            </a:xfrm>
            <a:prstGeom prst="rect">
              <a:avLst/>
            </a:prstGeom>
            <a:solidFill>
              <a:srgbClr val="D4B4CC"/>
            </a:solidFill>
            <a:ln w="0">
              <a:noFill/>
              <a:prstDash val="solid"/>
            </a:ln>
          </p:spPr>
        </p:sp>
        <p:sp>
          <p:nvSpPr>
            <p:cNvPr id="1024" name="original-2d:769"/>
            <p:cNvSpPr>
              <a:spLocks noGrp="1"/>
            </p:cNvSpPr>
            <p:nvPr/>
          </p:nvSpPr>
          <p:spPr>
            <a:xfrm>
              <a:off x="4185857" y="2398713"/>
              <a:ext cx="84723" cy="94121"/>
            </a:xfrm>
            <a:prstGeom prst="rect">
              <a:avLst/>
            </a:prstGeom>
            <a:solidFill>
              <a:srgbClr val="D4B4CC"/>
            </a:solidFill>
            <a:ln w="0">
              <a:noFill/>
              <a:prstDash val="solid"/>
            </a:ln>
          </p:spPr>
        </p:sp>
        <p:sp>
          <p:nvSpPr>
            <p:cNvPr id="1025" name="original-2d:770"/>
            <p:cNvSpPr>
              <a:spLocks noGrp="1"/>
            </p:cNvSpPr>
            <p:nvPr/>
          </p:nvSpPr>
          <p:spPr>
            <a:xfrm>
              <a:off x="4270439" y="2398713"/>
              <a:ext cx="84723" cy="94121"/>
            </a:xfrm>
            <a:prstGeom prst="rect">
              <a:avLst/>
            </a:prstGeom>
            <a:solidFill>
              <a:srgbClr val="D4B4CC"/>
            </a:solidFill>
            <a:ln w="0">
              <a:noFill/>
              <a:prstDash val="solid"/>
            </a:ln>
          </p:spPr>
        </p:sp>
        <p:sp>
          <p:nvSpPr>
            <p:cNvPr id="1026" name="original-2d:771"/>
            <p:cNvSpPr>
              <a:spLocks noGrp="1"/>
            </p:cNvSpPr>
            <p:nvPr/>
          </p:nvSpPr>
          <p:spPr>
            <a:xfrm>
              <a:off x="4355021" y="2398713"/>
              <a:ext cx="84723" cy="94121"/>
            </a:xfrm>
            <a:prstGeom prst="rect">
              <a:avLst/>
            </a:prstGeom>
            <a:solidFill>
              <a:srgbClr val="D4B4CC"/>
            </a:solidFill>
            <a:ln w="0">
              <a:noFill/>
              <a:prstDash val="solid"/>
            </a:ln>
          </p:spPr>
        </p:sp>
        <p:sp>
          <p:nvSpPr>
            <p:cNvPr id="1027" name="original-2d:772"/>
            <p:cNvSpPr>
              <a:spLocks noGrp="1"/>
            </p:cNvSpPr>
            <p:nvPr/>
          </p:nvSpPr>
          <p:spPr>
            <a:xfrm>
              <a:off x="4439603" y="2398713"/>
              <a:ext cx="84723" cy="94121"/>
            </a:xfrm>
            <a:prstGeom prst="rect">
              <a:avLst/>
            </a:prstGeom>
            <a:solidFill>
              <a:srgbClr val="DCE8ED"/>
            </a:solidFill>
            <a:ln w="0">
              <a:noFill/>
              <a:prstDash val="solid"/>
            </a:ln>
          </p:spPr>
        </p:sp>
        <p:sp>
          <p:nvSpPr>
            <p:cNvPr id="1028" name="original-2d:773"/>
            <p:cNvSpPr>
              <a:spLocks noGrp="1"/>
            </p:cNvSpPr>
            <p:nvPr/>
          </p:nvSpPr>
          <p:spPr>
            <a:xfrm>
              <a:off x="4524185" y="2398713"/>
              <a:ext cx="84723" cy="94121"/>
            </a:xfrm>
            <a:prstGeom prst="rect">
              <a:avLst/>
            </a:prstGeom>
            <a:solidFill>
              <a:srgbClr val="DCE8ED"/>
            </a:solidFill>
            <a:ln w="0">
              <a:noFill/>
              <a:prstDash val="solid"/>
            </a:ln>
          </p:spPr>
        </p:sp>
        <p:sp>
          <p:nvSpPr>
            <p:cNvPr id="1029" name="original-2d:774"/>
            <p:cNvSpPr>
              <a:spLocks noGrp="1"/>
            </p:cNvSpPr>
            <p:nvPr/>
          </p:nvSpPr>
          <p:spPr>
            <a:xfrm>
              <a:off x="4608767" y="2398713"/>
              <a:ext cx="84723" cy="94121"/>
            </a:xfrm>
            <a:prstGeom prst="rect">
              <a:avLst/>
            </a:prstGeom>
            <a:solidFill>
              <a:srgbClr val="DCE8ED"/>
            </a:solidFill>
            <a:ln w="0">
              <a:noFill/>
              <a:prstDash val="solid"/>
            </a:ln>
          </p:spPr>
        </p:sp>
        <p:sp>
          <p:nvSpPr>
            <p:cNvPr id="1030" name="original-2d:775"/>
            <p:cNvSpPr>
              <a:spLocks noGrp="1"/>
            </p:cNvSpPr>
            <p:nvPr/>
          </p:nvSpPr>
          <p:spPr>
            <a:xfrm>
              <a:off x="4693349" y="2398713"/>
              <a:ext cx="84723" cy="94121"/>
            </a:xfrm>
            <a:prstGeom prst="rect">
              <a:avLst/>
            </a:prstGeom>
            <a:solidFill>
              <a:srgbClr val="DCE8ED"/>
            </a:solidFill>
            <a:ln w="0">
              <a:noFill/>
              <a:prstDash val="solid"/>
            </a:ln>
          </p:spPr>
        </p:sp>
        <p:sp>
          <p:nvSpPr>
            <p:cNvPr id="1031" name="original-2d:776"/>
            <p:cNvSpPr>
              <a:spLocks noGrp="1"/>
            </p:cNvSpPr>
            <p:nvPr/>
          </p:nvSpPr>
          <p:spPr>
            <a:xfrm>
              <a:off x="4777931" y="2398713"/>
              <a:ext cx="84723" cy="94121"/>
            </a:xfrm>
            <a:prstGeom prst="rect">
              <a:avLst/>
            </a:prstGeom>
            <a:solidFill>
              <a:srgbClr val="DCE8ED"/>
            </a:solidFill>
            <a:ln w="0">
              <a:noFill/>
              <a:prstDash val="solid"/>
            </a:ln>
          </p:spPr>
        </p:sp>
        <p:sp>
          <p:nvSpPr>
            <p:cNvPr id="1032" name="original-2d:777"/>
            <p:cNvSpPr>
              <a:spLocks noGrp="1"/>
            </p:cNvSpPr>
            <p:nvPr/>
          </p:nvSpPr>
          <p:spPr>
            <a:xfrm>
              <a:off x="4862513" y="2398713"/>
              <a:ext cx="84723" cy="94121"/>
            </a:xfrm>
            <a:prstGeom prst="rect">
              <a:avLst/>
            </a:prstGeom>
            <a:solidFill>
              <a:srgbClr val="DCE8ED"/>
            </a:solidFill>
            <a:ln w="0">
              <a:noFill/>
              <a:prstDash val="solid"/>
            </a:ln>
          </p:spPr>
        </p:sp>
        <p:sp>
          <p:nvSpPr>
            <p:cNvPr id="1033" name="original-2d:778"/>
            <p:cNvSpPr>
              <a:spLocks noGrp="1"/>
            </p:cNvSpPr>
            <p:nvPr/>
          </p:nvSpPr>
          <p:spPr>
            <a:xfrm>
              <a:off x="4947095" y="2398713"/>
              <a:ext cx="84723" cy="94121"/>
            </a:xfrm>
            <a:prstGeom prst="rect">
              <a:avLst/>
            </a:prstGeom>
            <a:solidFill>
              <a:srgbClr val="DCE8ED"/>
            </a:solidFill>
            <a:ln w="0">
              <a:noFill/>
              <a:prstDash val="solid"/>
            </a:ln>
          </p:spPr>
        </p:sp>
        <p:sp>
          <p:nvSpPr>
            <p:cNvPr id="1034" name="original-2d:779"/>
            <p:cNvSpPr>
              <a:spLocks noGrp="1"/>
            </p:cNvSpPr>
            <p:nvPr/>
          </p:nvSpPr>
          <p:spPr>
            <a:xfrm>
              <a:off x="5031677" y="2398713"/>
              <a:ext cx="84723" cy="94121"/>
            </a:xfrm>
            <a:prstGeom prst="rect">
              <a:avLst/>
            </a:prstGeom>
            <a:solidFill>
              <a:srgbClr val="DCE8ED"/>
            </a:solidFill>
            <a:ln w="0">
              <a:noFill/>
              <a:prstDash val="solid"/>
            </a:ln>
          </p:spPr>
        </p:sp>
        <p:sp>
          <p:nvSpPr>
            <p:cNvPr id="1035" name="original-2d:780"/>
            <p:cNvSpPr>
              <a:spLocks noGrp="1"/>
            </p:cNvSpPr>
            <p:nvPr/>
          </p:nvSpPr>
          <p:spPr>
            <a:xfrm>
              <a:off x="5116259" y="2398713"/>
              <a:ext cx="84723" cy="94121"/>
            </a:xfrm>
            <a:prstGeom prst="rect">
              <a:avLst/>
            </a:prstGeom>
            <a:solidFill>
              <a:srgbClr val="DCE8ED"/>
            </a:solidFill>
            <a:ln w="0">
              <a:noFill/>
              <a:prstDash val="solid"/>
            </a:ln>
          </p:spPr>
        </p:sp>
        <p:sp>
          <p:nvSpPr>
            <p:cNvPr id="1036" name="original-2d:781"/>
            <p:cNvSpPr>
              <a:spLocks noGrp="1"/>
            </p:cNvSpPr>
            <p:nvPr/>
          </p:nvSpPr>
          <p:spPr>
            <a:xfrm>
              <a:off x="5200841" y="2398713"/>
              <a:ext cx="84723" cy="94121"/>
            </a:xfrm>
            <a:prstGeom prst="rect">
              <a:avLst/>
            </a:prstGeom>
            <a:solidFill>
              <a:srgbClr val="DCE8ED"/>
            </a:solidFill>
            <a:ln w="0">
              <a:noFill/>
              <a:prstDash val="solid"/>
            </a:ln>
          </p:spPr>
        </p:sp>
        <p:sp>
          <p:nvSpPr>
            <p:cNvPr id="1037" name="original-2d:782"/>
            <p:cNvSpPr>
              <a:spLocks noGrp="1"/>
            </p:cNvSpPr>
            <p:nvPr/>
          </p:nvSpPr>
          <p:spPr>
            <a:xfrm>
              <a:off x="3593783" y="2492693"/>
              <a:ext cx="84723" cy="94121"/>
            </a:xfrm>
            <a:prstGeom prst="rect">
              <a:avLst/>
            </a:prstGeom>
            <a:solidFill>
              <a:srgbClr val="0072B2"/>
            </a:solidFill>
            <a:ln w="0">
              <a:noFill/>
              <a:prstDash val="solid"/>
            </a:ln>
          </p:spPr>
        </p:sp>
        <p:sp>
          <p:nvSpPr>
            <p:cNvPr id="1038" name="original-2d:783"/>
            <p:cNvSpPr>
              <a:spLocks noGrp="1"/>
            </p:cNvSpPr>
            <p:nvPr/>
          </p:nvSpPr>
          <p:spPr>
            <a:xfrm>
              <a:off x="3678365" y="2492693"/>
              <a:ext cx="84723" cy="94121"/>
            </a:xfrm>
            <a:prstGeom prst="rect">
              <a:avLst/>
            </a:prstGeom>
            <a:solidFill>
              <a:srgbClr val="0072B2"/>
            </a:solidFill>
            <a:ln w="0">
              <a:noFill/>
              <a:prstDash val="solid"/>
            </a:ln>
          </p:spPr>
        </p:sp>
        <p:sp>
          <p:nvSpPr>
            <p:cNvPr id="1039" name="original-2d:784"/>
            <p:cNvSpPr>
              <a:spLocks noGrp="1"/>
            </p:cNvSpPr>
            <p:nvPr/>
          </p:nvSpPr>
          <p:spPr>
            <a:xfrm>
              <a:off x="3762947" y="2492693"/>
              <a:ext cx="84723" cy="94121"/>
            </a:xfrm>
            <a:prstGeom prst="rect">
              <a:avLst/>
            </a:prstGeom>
            <a:solidFill>
              <a:srgbClr val="0072B2"/>
            </a:solidFill>
            <a:ln w="0">
              <a:noFill/>
              <a:prstDash val="solid"/>
            </a:ln>
          </p:spPr>
        </p:sp>
        <p:sp>
          <p:nvSpPr>
            <p:cNvPr id="1040" name="original-2d:785"/>
            <p:cNvSpPr>
              <a:spLocks noGrp="1"/>
            </p:cNvSpPr>
            <p:nvPr/>
          </p:nvSpPr>
          <p:spPr>
            <a:xfrm>
              <a:off x="3847529" y="2492693"/>
              <a:ext cx="84723" cy="94121"/>
            </a:xfrm>
            <a:prstGeom prst="rect">
              <a:avLst/>
            </a:prstGeom>
            <a:solidFill>
              <a:srgbClr val="0072B2"/>
            </a:solidFill>
            <a:ln w="0">
              <a:noFill/>
              <a:prstDash val="solid"/>
            </a:ln>
          </p:spPr>
        </p:sp>
        <p:sp>
          <p:nvSpPr>
            <p:cNvPr id="1041" name="original-2d:786"/>
            <p:cNvSpPr>
              <a:spLocks noGrp="1"/>
            </p:cNvSpPr>
            <p:nvPr/>
          </p:nvSpPr>
          <p:spPr>
            <a:xfrm>
              <a:off x="3932111" y="2492693"/>
              <a:ext cx="84723" cy="94121"/>
            </a:xfrm>
            <a:prstGeom prst="rect">
              <a:avLst/>
            </a:prstGeom>
            <a:solidFill>
              <a:srgbClr val="0072B2"/>
            </a:solidFill>
            <a:ln w="0">
              <a:noFill/>
              <a:prstDash val="solid"/>
            </a:ln>
          </p:spPr>
        </p:sp>
        <p:sp>
          <p:nvSpPr>
            <p:cNvPr id="1042" name="original-2d:787"/>
            <p:cNvSpPr>
              <a:spLocks noGrp="1"/>
            </p:cNvSpPr>
            <p:nvPr/>
          </p:nvSpPr>
          <p:spPr>
            <a:xfrm>
              <a:off x="4016693" y="2492693"/>
              <a:ext cx="84723" cy="94121"/>
            </a:xfrm>
            <a:prstGeom prst="rect">
              <a:avLst/>
            </a:prstGeom>
            <a:solidFill>
              <a:srgbClr val="D4B4CC"/>
            </a:solidFill>
            <a:ln w="0">
              <a:noFill/>
              <a:prstDash val="solid"/>
            </a:ln>
          </p:spPr>
        </p:sp>
        <p:sp>
          <p:nvSpPr>
            <p:cNvPr id="1043" name="original-2d:788"/>
            <p:cNvSpPr>
              <a:spLocks noGrp="1"/>
            </p:cNvSpPr>
            <p:nvPr/>
          </p:nvSpPr>
          <p:spPr>
            <a:xfrm>
              <a:off x="4101275" y="2492693"/>
              <a:ext cx="84723" cy="94121"/>
            </a:xfrm>
            <a:prstGeom prst="rect">
              <a:avLst/>
            </a:prstGeom>
            <a:solidFill>
              <a:srgbClr val="D4B4CC"/>
            </a:solidFill>
            <a:ln w="0">
              <a:noFill/>
              <a:prstDash val="solid"/>
            </a:ln>
          </p:spPr>
        </p:sp>
        <p:sp>
          <p:nvSpPr>
            <p:cNvPr id="1044" name="original-2d:789"/>
            <p:cNvSpPr>
              <a:spLocks noGrp="1"/>
            </p:cNvSpPr>
            <p:nvPr/>
          </p:nvSpPr>
          <p:spPr>
            <a:xfrm>
              <a:off x="4185857" y="2492693"/>
              <a:ext cx="84723" cy="94121"/>
            </a:xfrm>
            <a:prstGeom prst="rect">
              <a:avLst/>
            </a:prstGeom>
            <a:solidFill>
              <a:srgbClr val="D4B4CC"/>
            </a:solidFill>
            <a:ln w="0">
              <a:noFill/>
              <a:prstDash val="solid"/>
            </a:ln>
          </p:spPr>
        </p:sp>
        <p:sp>
          <p:nvSpPr>
            <p:cNvPr id="1045" name="original-2d:790"/>
            <p:cNvSpPr>
              <a:spLocks noGrp="1"/>
            </p:cNvSpPr>
            <p:nvPr/>
          </p:nvSpPr>
          <p:spPr>
            <a:xfrm>
              <a:off x="4270439" y="2492693"/>
              <a:ext cx="84723" cy="94121"/>
            </a:xfrm>
            <a:prstGeom prst="rect">
              <a:avLst/>
            </a:prstGeom>
            <a:solidFill>
              <a:srgbClr val="DCE8ED"/>
            </a:solidFill>
            <a:ln w="0">
              <a:noFill/>
              <a:prstDash val="solid"/>
            </a:ln>
          </p:spPr>
        </p:sp>
        <p:sp>
          <p:nvSpPr>
            <p:cNvPr id="1046" name="original-2d:791"/>
            <p:cNvSpPr>
              <a:spLocks noGrp="1"/>
            </p:cNvSpPr>
            <p:nvPr/>
          </p:nvSpPr>
          <p:spPr>
            <a:xfrm>
              <a:off x="4355021" y="2492693"/>
              <a:ext cx="84723" cy="94121"/>
            </a:xfrm>
            <a:prstGeom prst="rect">
              <a:avLst/>
            </a:prstGeom>
            <a:solidFill>
              <a:srgbClr val="DCE8ED"/>
            </a:solidFill>
            <a:ln w="0">
              <a:noFill/>
              <a:prstDash val="solid"/>
            </a:ln>
          </p:spPr>
        </p:sp>
        <p:sp>
          <p:nvSpPr>
            <p:cNvPr id="1047" name="original-2d:792"/>
            <p:cNvSpPr>
              <a:spLocks noGrp="1"/>
            </p:cNvSpPr>
            <p:nvPr/>
          </p:nvSpPr>
          <p:spPr>
            <a:xfrm>
              <a:off x="4439603" y="2492693"/>
              <a:ext cx="84723" cy="94121"/>
            </a:xfrm>
            <a:prstGeom prst="rect">
              <a:avLst/>
            </a:prstGeom>
            <a:solidFill>
              <a:srgbClr val="DCE8ED"/>
            </a:solidFill>
            <a:ln w="0">
              <a:noFill/>
              <a:prstDash val="solid"/>
            </a:ln>
          </p:spPr>
        </p:sp>
        <p:sp>
          <p:nvSpPr>
            <p:cNvPr id="1048" name="original-2d:793"/>
            <p:cNvSpPr>
              <a:spLocks noGrp="1"/>
            </p:cNvSpPr>
            <p:nvPr/>
          </p:nvSpPr>
          <p:spPr>
            <a:xfrm>
              <a:off x="4524185" y="2492693"/>
              <a:ext cx="84723" cy="94121"/>
            </a:xfrm>
            <a:prstGeom prst="rect">
              <a:avLst/>
            </a:prstGeom>
            <a:solidFill>
              <a:srgbClr val="DCE8ED"/>
            </a:solidFill>
            <a:ln w="0">
              <a:noFill/>
              <a:prstDash val="solid"/>
            </a:ln>
          </p:spPr>
        </p:sp>
        <p:sp>
          <p:nvSpPr>
            <p:cNvPr id="1049" name="original-2d:794"/>
            <p:cNvSpPr>
              <a:spLocks noGrp="1"/>
            </p:cNvSpPr>
            <p:nvPr/>
          </p:nvSpPr>
          <p:spPr>
            <a:xfrm>
              <a:off x="4608767" y="2492693"/>
              <a:ext cx="84723" cy="94121"/>
            </a:xfrm>
            <a:prstGeom prst="rect">
              <a:avLst/>
            </a:prstGeom>
            <a:solidFill>
              <a:srgbClr val="81C9BA"/>
            </a:solidFill>
            <a:ln w="0">
              <a:noFill/>
              <a:prstDash val="solid"/>
            </a:ln>
          </p:spPr>
        </p:sp>
        <p:sp>
          <p:nvSpPr>
            <p:cNvPr id="1050" name="original-2d:795"/>
            <p:cNvSpPr>
              <a:spLocks noGrp="1"/>
            </p:cNvSpPr>
            <p:nvPr/>
          </p:nvSpPr>
          <p:spPr>
            <a:xfrm>
              <a:off x="4693349" y="2492693"/>
              <a:ext cx="84723" cy="94121"/>
            </a:xfrm>
            <a:prstGeom prst="rect">
              <a:avLst/>
            </a:prstGeom>
            <a:solidFill>
              <a:srgbClr val="81C9BA"/>
            </a:solidFill>
            <a:ln w="0">
              <a:noFill/>
              <a:prstDash val="solid"/>
            </a:ln>
          </p:spPr>
        </p:sp>
        <p:sp>
          <p:nvSpPr>
            <p:cNvPr id="1051" name="original-2d:796"/>
            <p:cNvSpPr>
              <a:spLocks noGrp="1"/>
            </p:cNvSpPr>
            <p:nvPr/>
          </p:nvSpPr>
          <p:spPr>
            <a:xfrm>
              <a:off x="4777931" y="2492693"/>
              <a:ext cx="84723" cy="94121"/>
            </a:xfrm>
            <a:prstGeom prst="rect">
              <a:avLst/>
            </a:prstGeom>
            <a:solidFill>
              <a:srgbClr val="81C9BA"/>
            </a:solidFill>
            <a:ln w="0">
              <a:noFill/>
              <a:prstDash val="solid"/>
            </a:ln>
          </p:spPr>
        </p:sp>
        <p:sp>
          <p:nvSpPr>
            <p:cNvPr id="1052" name="original-2d:797"/>
            <p:cNvSpPr>
              <a:spLocks noGrp="1"/>
            </p:cNvSpPr>
            <p:nvPr/>
          </p:nvSpPr>
          <p:spPr>
            <a:xfrm>
              <a:off x="4862513" y="2492693"/>
              <a:ext cx="84723" cy="94121"/>
            </a:xfrm>
            <a:prstGeom prst="rect">
              <a:avLst/>
            </a:prstGeom>
            <a:solidFill>
              <a:srgbClr val="81C9BA"/>
            </a:solidFill>
            <a:ln w="0">
              <a:noFill/>
              <a:prstDash val="solid"/>
            </a:ln>
          </p:spPr>
        </p:sp>
        <p:sp>
          <p:nvSpPr>
            <p:cNvPr id="1053" name="original-2d:798"/>
            <p:cNvSpPr>
              <a:spLocks noGrp="1"/>
            </p:cNvSpPr>
            <p:nvPr/>
          </p:nvSpPr>
          <p:spPr>
            <a:xfrm>
              <a:off x="4947095" y="2492693"/>
              <a:ext cx="84723" cy="94121"/>
            </a:xfrm>
            <a:prstGeom prst="rect">
              <a:avLst/>
            </a:prstGeom>
            <a:solidFill>
              <a:srgbClr val="81C9BA"/>
            </a:solidFill>
            <a:ln w="0">
              <a:noFill/>
              <a:prstDash val="solid"/>
            </a:ln>
          </p:spPr>
        </p:sp>
        <p:sp>
          <p:nvSpPr>
            <p:cNvPr id="1054" name="original-2d:799"/>
            <p:cNvSpPr>
              <a:spLocks noGrp="1"/>
            </p:cNvSpPr>
            <p:nvPr/>
          </p:nvSpPr>
          <p:spPr>
            <a:xfrm>
              <a:off x="5031677" y="2492693"/>
              <a:ext cx="84723" cy="94121"/>
            </a:xfrm>
            <a:prstGeom prst="rect">
              <a:avLst/>
            </a:prstGeom>
            <a:solidFill>
              <a:srgbClr val="81C9BA"/>
            </a:solidFill>
            <a:ln w="0">
              <a:noFill/>
              <a:prstDash val="solid"/>
            </a:ln>
          </p:spPr>
        </p:sp>
        <p:sp>
          <p:nvSpPr>
            <p:cNvPr id="1055" name="original-2d:800"/>
            <p:cNvSpPr>
              <a:spLocks noGrp="1"/>
            </p:cNvSpPr>
            <p:nvPr/>
          </p:nvSpPr>
          <p:spPr>
            <a:xfrm>
              <a:off x="5116259" y="2492693"/>
              <a:ext cx="84723" cy="94121"/>
            </a:xfrm>
            <a:prstGeom prst="rect">
              <a:avLst/>
            </a:prstGeom>
            <a:solidFill>
              <a:srgbClr val="DCE8ED"/>
            </a:solidFill>
            <a:ln w="0">
              <a:noFill/>
              <a:prstDash val="solid"/>
            </a:ln>
          </p:spPr>
        </p:sp>
        <p:sp>
          <p:nvSpPr>
            <p:cNvPr id="1056" name="original-2d:801"/>
            <p:cNvSpPr>
              <a:spLocks noGrp="1"/>
            </p:cNvSpPr>
            <p:nvPr/>
          </p:nvSpPr>
          <p:spPr>
            <a:xfrm>
              <a:off x="5200841" y="2492693"/>
              <a:ext cx="84723" cy="94121"/>
            </a:xfrm>
            <a:prstGeom prst="rect">
              <a:avLst/>
            </a:prstGeom>
            <a:solidFill>
              <a:srgbClr val="DCE8ED"/>
            </a:solidFill>
            <a:ln w="0">
              <a:noFill/>
              <a:prstDash val="solid"/>
            </a:ln>
          </p:spPr>
        </p:sp>
        <p:sp>
          <p:nvSpPr>
            <p:cNvPr id="1057" name="original-2d:802"/>
            <p:cNvSpPr>
              <a:spLocks noGrp="1"/>
            </p:cNvSpPr>
            <p:nvPr/>
          </p:nvSpPr>
          <p:spPr>
            <a:xfrm>
              <a:off x="3593783" y="2586673"/>
              <a:ext cx="84723" cy="94121"/>
            </a:xfrm>
            <a:prstGeom prst="rect">
              <a:avLst/>
            </a:prstGeom>
            <a:solidFill>
              <a:srgbClr val="D4B4CC"/>
            </a:solidFill>
            <a:ln w="0">
              <a:noFill/>
              <a:prstDash val="solid"/>
            </a:ln>
          </p:spPr>
        </p:sp>
        <p:sp>
          <p:nvSpPr>
            <p:cNvPr id="1058" name="original-2d:803"/>
            <p:cNvSpPr>
              <a:spLocks noGrp="1"/>
            </p:cNvSpPr>
            <p:nvPr/>
          </p:nvSpPr>
          <p:spPr>
            <a:xfrm>
              <a:off x="3678365" y="2586673"/>
              <a:ext cx="84723" cy="94121"/>
            </a:xfrm>
            <a:prstGeom prst="rect">
              <a:avLst/>
            </a:prstGeom>
            <a:solidFill>
              <a:srgbClr val="0072B2"/>
            </a:solidFill>
            <a:ln w="0">
              <a:noFill/>
              <a:prstDash val="solid"/>
            </a:ln>
          </p:spPr>
        </p:sp>
        <p:sp>
          <p:nvSpPr>
            <p:cNvPr id="1059" name="original-2d:804"/>
            <p:cNvSpPr>
              <a:spLocks noGrp="1"/>
            </p:cNvSpPr>
            <p:nvPr/>
          </p:nvSpPr>
          <p:spPr>
            <a:xfrm>
              <a:off x="3762947" y="2586673"/>
              <a:ext cx="84723" cy="94121"/>
            </a:xfrm>
            <a:prstGeom prst="rect">
              <a:avLst/>
            </a:prstGeom>
            <a:solidFill>
              <a:srgbClr val="0072B2"/>
            </a:solidFill>
            <a:ln w="0">
              <a:noFill/>
              <a:prstDash val="solid"/>
            </a:ln>
          </p:spPr>
        </p:sp>
        <p:sp>
          <p:nvSpPr>
            <p:cNvPr id="1060" name="original-2d:805"/>
            <p:cNvSpPr>
              <a:spLocks noGrp="1"/>
            </p:cNvSpPr>
            <p:nvPr/>
          </p:nvSpPr>
          <p:spPr>
            <a:xfrm>
              <a:off x="3847529" y="2586673"/>
              <a:ext cx="84723" cy="94121"/>
            </a:xfrm>
            <a:prstGeom prst="rect">
              <a:avLst/>
            </a:prstGeom>
            <a:solidFill>
              <a:srgbClr val="D4B4CC"/>
            </a:solidFill>
            <a:ln w="0">
              <a:noFill/>
              <a:prstDash val="solid"/>
            </a:ln>
          </p:spPr>
        </p:sp>
        <p:sp>
          <p:nvSpPr>
            <p:cNvPr id="1061" name="original-2d:806"/>
            <p:cNvSpPr>
              <a:spLocks noGrp="1"/>
            </p:cNvSpPr>
            <p:nvPr/>
          </p:nvSpPr>
          <p:spPr>
            <a:xfrm>
              <a:off x="3932111" y="2586673"/>
              <a:ext cx="84723" cy="94121"/>
            </a:xfrm>
            <a:prstGeom prst="rect">
              <a:avLst/>
            </a:prstGeom>
            <a:solidFill>
              <a:srgbClr val="D4B4CC"/>
            </a:solidFill>
            <a:ln w="0">
              <a:noFill/>
              <a:prstDash val="solid"/>
            </a:ln>
          </p:spPr>
        </p:sp>
        <p:sp>
          <p:nvSpPr>
            <p:cNvPr id="1062" name="original-2d:807"/>
            <p:cNvSpPr>
              <a:spLocks noGrp="1"/>
            </p:cNvSpPr>
            <p:nvPr/>
          </p:nvSpPr>
          <p:spPr>
            <a:xfrm>
              <a:off x="4016693" y="2586673"/>
              <a:ext cx="84723" cy="94121"/>
            </a:xfrm>
            <a:prstGeom prst="rect">
              <a:avLst/>
            </a:prstGeom>
            <a:solidFill>
              <a:srgbClr val="D4B4CC"/>
            </a:solidFill>
            <a:ln w="0">
              <a:noFill/>
              <a:prstDash val="solid"/>
            </a:ln>
          </p:spPr>
        </p:sp>
        <p:sp>
          <p:nvSpPr>
            <p:cNvPr id="1063" name="original-2d:808"/>
            <p:cNvSpPr>
              <a:spLocks noGrp="1"/>
            </p:cNvSpPr>
            <p:nvPr/>
          </p:nvSpPr>
          <p:spPr>
            <a:xfrm>
              <a:off x="4101275" y="2586673"/>
              <a:ext cx="84723" cy="94121"/>
            </a:xfrm>
            <a:prstGeom prst="rect">
              <a:avLst/>
            </a:prstGeom>
            <a:solidFill>
              <a:srgbClr val="D4B4CC"/>
            </a:solidFill>
            <a:ln w="0">
              <a:noFill/>
              <a:prstDash val="solid"/>
            </a:ln>
          </p:spPr>
        </p:sp>
        <p:sp>
          <p:nvSpPr>
            <p:cNvPr id="1064" name="original-2d:809"/>
            <p:cNvSpPr>
              <a:spLocks noGrp="1"/>
            </p:cNvSpPr>
            <p:nvPr/>
          </p:nvSpPr>
          <p:spPr>
            <a:xfrm>
              <a:off x="4185857" y="2586673"/>
              <a:ext cx="84723" cy="94121"/>
            </a:xfrm>
            <a:prstGeom prst="rect">
              <a:avLst/>
            </a:prstGeom>
            <a:solidFill>
              <a:srgbClr val="DCE8ED"/>
            </a:solidFill>
            <a:ln w="0">
              <a:noFill/>
              <a:prstDash val="solid"/>
            </a:ln>
          </p:spPr>
        </p:sp>
        <p:sp>
          <p:nvSpPr>
            <p:cNvPr id="1065" name="original-2d:810"/>
            <p:cNvSpPr>
              <a:spLocks noGrp="1"/>
            </p:cNvSpPr>
            <p:nvPr/>
          </p:nvSpPr>
          <p:spPr>
            <a:xfrm>
              <a:off x="4270439" y="2586673"/>
              <a:ext cx="84723" cy="94121"/>
            </a:xfrm>
            <a:prstGeom prst="rect">
              <a:avLst/>
            </a:prstGeom>
            <a:solidFill>
              <a:srgbClr val="DCE8ED"/>
            </a:solidFill>
            <a:ln w="0">
              <a:noFill/>
              <a:prstDash val="solid"/>
            </a:ln>
          </p:spPr>
        </p:sp>
        <p:sp>
          <p:nvSpPr>
            <p:cNvPr id="1066" name="original-2d:811"/>
            <p:cNvSpPr>
              <a:spLocks noGrp="1"/>
            </p:cNvSpPr>
            <p:nvPr/>
          </p:nvSpPr>
          <p:spPr>
            <a:xfrm>
              <a:off x="4355021" y="2586673"/>
              <a:ext cx="84723" cy="94121"/>
            </a:xfrm>
            <a:prstGeom prst="rect">
              <a:avLst/>
            </a:prstGeom>
            <a:solidFill>
              <a:srgbClr val="81C9BA"/>
            </a:solidFill>
            <a:ln w="0">
              <a:noFill/>
              <a:prstDash val="solid"/>
            </a:ln>
          </p:spPr>
        </p:sp>
        <p:sp>
          <p:nvSpPr>
            <p:cNvPr id="1067" name="original-2d:812"/>
            <p:cNvSpPr>
              <a:spLocks noGrp="1"/>
            </p:cNvSpPr>
            <p:nvPr/>
          </p:nvSpPr>
          <p:spPr>
            <a:xfrm>
              <a:off x="4439603" y="2586673"/>
              <a:ext cx="84723" cy="94121"/>
            </a:xfrm>
            <a:prstGeom prst="rect">
              <a:avLst/>
            </a:prstGeom>
            <a:solidFill>
              <a:srgbClr val="81C9BA"/>
            </a:solidFill>
            <a:ln w="0">
              <a:noFill/>
              <a:prstDash val="solid"/>
            </a:ln>
          </p:spPr>
        </p:sp>
        <p:sp>
          <p:nvSpPr>
            <p:cNvPr id="1068" name="original-2d:813"/>
            <p:cNvSpPr>
              <a:spLocks noGrp="1"/>
            </p:cNvSpPr>
            <p:nvPr/>
          </p:nvSpPr>
          <p:spPr>
            <a:xfrm>
              <a:off x="4524185" y="2586673"/>
              <a:ext cx="84723" cy="94121"/>
            </a:xfrm>
            <a:prstGeom prst="rect">
              <a:avLst/>
            </a:prstGeom>
            <a:solidFill>
              <a:srgbClr val="81C9BA"/>
            </a:solidFill>
            <a:ln w="0">
              <a:noFill/>
              <a:prstDash val="solid"/>
            </a:ln>
          </p:spPr>
        </p:sp>
        <p:sp>
          <p:nvSpPr>
            <p:cNvPr id="1069" name="original-2d:814"/>
            <p:cNvSpPr>
              <a:spLocks noGrp="1"/>
            </p:cNvSpPr>
            <p:nvPr/>
          </p:nvSpPr>
          <p:spPr>
            <a:xfrm>
              <a:off x="4608767" y="2586673"/>
              <a:ext cx="84723" cy="94121"/>
            </a:xfrm>
            <a:prstGeom prst="rect">
              <a:avLst/>
            </a:prstGeom>
            <a:solidFill>
              <a:srgbClr val="81C9BA"/>
            </a:solidFill>
            <a:ln w="0">
              <a:noFill/>
              <a:prstDash val="solid"/>
            </a:ln>
          </p:spPr>
        </p:sp>
        <p:sp>
          <p:nvSpPr>
            <p:cNvPr id="1070" name="original-2d:815"/>
            <p:cNvSpPr>
              <a:spLocks noGrp="1"/>
            </p:cNvSpPr>
            <p:nvPr/>
          </p:nvSpPr>
          <p:spPr>
            <a:xfrm>
              <a:off x="4693349" y="2586673"/>
              <a:ext cx="84723" cy="94121"/>
            </a:xfrm>
            <a:prstGeom prst="rect">
              <a:avLst/>
            </a:prstGeom>
            <a:solidFill>
              <a:srgbClr val="81C9BA"/>
            </a:solidFill>
            <a:ln w="0">
              <a:noFill/>
              <a:prstDash val="solid"/>
            </a:ln>
          </p:spPr>
        </p:sp>
        <p:sp>
          <p:nvSpPr>
            <p:cNvPr id="1071" name="original-2d:816"/>
            <p:cNvSpPr>
              <a:spLocks noGrp="1"/>
            </p:cNvSpPr>
            <p:nvPr/>
          </p:nvSpPr>
          <p:spPr>
            <a:xfrm>
              <a:off x="4777931" y="2586673"/>
              <a:ext cx="84723" cy="94121"/>
            </a:xfrm>
            <a:prstGeom prst="rect">
              <a:avLst/>
            </a:prstGeom>
            <a:solidFill>
              <a:srgbClr val="81C9BA"/>
            </a:solidFill>
            <a:ln w="0">
              <a:noFill/>
              <a:prstDash val="solid"/>
            </a:ln>
          </p:spPr>
        </p:sp>
        <p:sp>
          <p:nvSpPr>
            <p:cNvPr id="1072" name="original-2d:817"/>
            <p:cNvSpPr>
              <a:spLocks noGrp="1"/>
            </p:cNvSpPr>
            <p:nvPr/>
          </p:nvSpPr>
          <p:spPr>
            <a:xfrm>
              <a:off x="4862513" y="2586673"/>
              <a:ext cx="84723" cy="94121"/>
            </a:xfrm>
            <a:prstGeom prst="rect">
              <a:avLst/>
            </a:prstGeom>
            <a:solidFill>
              <a:srgbClr val="81C9BA"/>
            </a:solidFill>
            <a:ln w="0">
              <a:noFill/>
              <a:prstDash val="solid"/>
            </a:ln>
          </p:spPr>
        </p:sp>
        <p:sp>
          <p:nvSpPr>
            <p:cNvPr id="1073" name="original-2d:818"/>
            <p:cNvSpPr>
              <a:spLocks noGrp="1"/>
            </p:cNvSpPr>
            <p:nvPr/>
          </p:nvSpPr>
          <p:spPr>
            <a:xfrm>
              <a:off x="4947095" y="2586673"/>
              <a:ext cx="84723" cy="94121"/>
            </a:xfrm>
            <a:prstGeom prst="rect">
              <a:avLst/>
            </a:prstGeom>
            <a:solidFill>
              <a:srgbClr val="81C9BA"/>
            </a:solidFill>
            <a:ln w="0">
              <a:noFill/>
              <a:prstDash val="solid"/>
            </a:ln>
          </p:spPr>
        </p:sp>
        <p:sp>
          <p:nvSpPr>
            <p:cNvPr id="1074" name="original-2d:819"/>
            <p:cNvSpPr>
              <a:spLocks noGrp="1"/>
            </p:cNvSpPr>
            <p:nvPr/>
          </p:nvSpPr>
          <p:spPr>
            <a:xfrm>
              <a:off x="5031677" y="2586673"/>
              <a:ext cx="84723" cy="94121"/>
            </a:xfrm>
            <a:prstGeom prst="rect">
              <a:avLst/>
            </a:prstGeom>
            <a:solidFill>
              <a:srgbClr val="81C9BA"/>
            </a:solidFill>
            <a:ln w="0">
              <a:noFill/>
              <a:prstDash val="solid"/>
            </a:ln>
          </p:spPr>
        </p:sp>
        <p:sp>
          <p:nvSpPr>
            <p:cNvPr id="1075" name="original-2d:820"/>
            <p:cNvSpPr>
              <a:spLocks noGrp="1"/>
            </p:cNvSpPr>
            <p:nvPr/>
          </p:nvSpPr>
          <p:spPr>
            <a:xfrm>
              <a:off x="5116259" y="2586673"/>
              <a:ext cx="84723" cy="94121"/>
            </a:xfrm>
            <a:prstGeom prst="rect">
              <a:avLst/>
            </a:prstGeom>
            <a:solidFill>
              <a:srgbClr val="81C9BA"/>
            </a:solidFill>
            <a:ln w="0">
              <a:noFill/>
              <a:prstDash val="solid"/>
            </a:ln>
          </p:spPr>
        </p:sp>
        <p:sp>
          <p:nvSpPr>
            <p:cNvPr id="1076" name="original-2d:821"/>
            <p:cNvSpPr>
              <a:spLocks noGrp="1"/>
            </p:cNvSpPr>
            <p:nvPr/>
          </p:nvSpPr>
          <p:spPr>
            <a:xfrm>
              <a:off x="5200841" y="2586673"/>
              <a:ext cx="84723" cy="94121"/>
            </a:xfrm>
            <a:prstGeom prst="rect">
              <a:avLst/>
            </a:prstGeom>
            <a:solidFill>
              <a:srgbClr val="DCE8ED"/>
            </a:solidFill>
            <a:ln w="0">
              <a:noFill/>
              <a:prstDash val="solid"/>
            </a:ln>
          </p:spPr>
        </p:sp>
        <p:sp>
          <p:nvSpPr>
            <p:cNvPr id="1077" name="original-2d:822"/>
            <p:cNvSpPr>
              <a:spLocks noGrp="1"/>
            </p:cNvSpPr>
            <p:nvPr/>
          </p:nvSpPr>
          <p:spPr>
            <a:xfrm>
              <a:off x="3593783" y="2680653"/>
              <a:ext cx="84723" cy="94121"/>
            </a:xfrm>
            <a:prstGeom prst="rect">
              <a:avLst/>
            </a:prstGeom>
            <a:solidFill>
              <a:srgbClr val="D4B4CC"/>
            </a:solidFill>
            <a:ln w="0">
              <a:noFill/>
              <a:prstDash val="solid"/>
            </a:ln>
          </p:spPr>
        </p:sp>
        <p:sp>
          <p:nvSpPr>
            <p:cNvPr id="1078" name="original-2d:823"/>
            <p:cNvSpPr>
              <a:spLocks noGrp="1"/>
            </p:cNvSpPr>
            <p:nvPr/>
          </p:nvSpPr>
          <p:spPr>
            <a:xfrm>
              <a:off x="3678365" y="2680653"/>
              <a:ext cx="84723" cy="94121"/>
            </a:xfrm>
            <a:prstGeom prst="rect">
              <a:avLst/>
            </a:prstGeom>
            <a:solidFill>
              <a:srgbClr val="D4B4CC"/>
            </a:solidFill>
            <a:ln w="0">
              <a:noFill/>
              <a:prstDash val="solid"/>
            </a:ln>
          </p:spPr>
        </p:sp>
        <p:sp>
          <p:nvSpPr>
            <p:cNvPr id="1079" name="original-2d:824"/>
            <p:cNvSpPr>
              <a:spLocks noGrp="1"/>
            </p:cNvSpPr>
            <p:nvPr/>
          </p:nvSpPr>
          <p:spPr>
            <a:xfrm>
              <a:off x="3762947" y="2680653"/>
              <a:ext cx="84723" cy="94121"/>
            </a:xfrm>
            <a:prstGeom prst="rect">
              <a:avLst/>
            </a:prstGeom>
            <a:solidFill>
              <a:srgbClr val="D4B4CC"/>
            </a:solidFill>
            <a:ln w="0">
              <a:noFill/>
              <a:prstDash val="solid"/>
            </a:ln>
          </p:spPr>
        </p:sp>
        <p:sp>
          <p:nvSpPr>
            <p:cNvPr id="1080" name="original-2d:825"/>
            <p:cNvSpPr>
              <a:spLocks noGrp="1"/>
            </p:cNvSpPr>
            <p:nvPr/>
          </p:nvSpPr>
          <p:spPr>
            <a:xfrm>
              <a:off x="3847529" y="2680653"/>
              <a:ext cx="84723" cy="94121"/>
            </a:xfrm>
            <a:prstGeom prst="rect">
              <a:avLst/>
            </a:prstGeom>
            <a:solidFill>
              <a:srgbClr val="D4B4CC"/>
            </a:solidFill>
            <a:ln w="0">
              <a:noFill/>
              <a:prstDash val="solid"/>
            </a:ln>
          </p:spPr>
        </p:sp>
        <p:sp>
          <p:nvSpPr>
            <p:cNvPr id="1081" name="original-2d:826"/>
            <p:cNvSpPr>
              <a:spLocks noGrp="1"/>
            </p:cNvSpPr>
            <p:nvPr/>
          </p:nvSpPr>
          <p:spPr>
            <a:xfrm>
              <a:off x="3932111" y="2680653"/>
              <a:ext cx="84723" cy="94121"/>
            </a:xfrm>
            <a:prstGeom prst="rect">
              <a:avLst/>
            </a:prstGeom>
            <a:solidFill>
              <a:srgbClr val="D4B4CC"/>
            </a:solidFill>
            <a:ln w="0">
              <a:noFill/>
              <a:prstDash val="solid"/>
            </a:ln>
          </p:spPr>
        </p:sp>
        <p:sp>
          <p:nvSpPr>
            <p:cNvPr id="1082" name="original-2d:827"/>
            <p:cNvSpPr>
              <a:spLocks noGrp="1"/>
            </p:cNvSpPr>
            <p:nvPr/>
          </p:nvSpPr>
          <p:spPr>
            <a:xfrm>
              <a:off x="4016693" y="2680653"/>
              <a:ext cx="84723" cy="94121"/>
            </a:xfrm>
            <a:prstGeom prst="rect">
              <a:avLst/>
            </a:prstGeom>
            <a:solidFill>
              <a:srgbClr val="DCE8ED"/>
            </a:solidFill>
            <a:ln w="0">
              <a:noFill/>
              <a:prstDash val="solid"/>
            </a:ln>
          </p:spPr>
        </p:sp>
        <p:sp>
          <p:nvSpPr>
            <p:cNvPr id="1083" name="original-2d:828"/>
            <p:cNvSpPr>
              <a:spLocks noGrp="1"/>
            </p:cNvSpPr>
            <p:nvPr/>
          </p:nvSpPr>
          <p:spPr>
            <a:xfrm>
              <a:off x="4101275" y="2680653"/>
              <a:ext cx="84723" cy="94121"/>
            </a:xfrm>
            <a:prstGeom prst="rect">
              <a:avLst/>
            </a:prstGeom>
            <a:solidFill>
              <a:srgbClr val="DCE8ED"/>
            </a:solidFill>
            <a:ln w="0">
              <a:noFill/>
              <a:prstDash val="solid"/>
            </a:ln>
          </p:spPr>
        </p:sp>
        <p:sp>
          <p:nvSpPr>
            <p:cNvPr id="1084" name="original-2d:829"/>
            <p:cNvSpPr>
              <a:spLocks noGrp="1"/>
            </p:cNvSpPr>
            <p:nvPr/>
          </p:nvSpPr>
          <p:spPr>
            <a:xfrm>
              <a:off x="4185857" y="2680653"/>
              <a:ext cx="84723" cy="94121"/>
            </a:xfrm>
            <a:prstGeom prst="rect">
              <a:avLst/>
            </a:prstGeom>
            <a:solidFill>
              <a:srgbClr val="81C9BA"/>
            </a:solidFill>
            <a:ln w="0">
              <a:noFill/>
              <a:prstDash val="solid"/>
            </a:ln>
          </p:spPr>
        </p:sp>
        <p:sp>
          <p:nvSpPr>
            <p:cNvPr id="1085" name="original-2d:830"/>
            <p:cNvSpPr>
              <a:spLocks noGrp="1"/>
            </p:cNvSpPr>
            <p:nvPr/>
          </p:nvSpPr>
          <p:spPr>
            <a:xfrm>
              <a:off x="4270439" y="2680653"/>
              <a:ext cx="84723" cy="94121"/>
            </a:xfrm>
            <a:prstGeom prst="rect">
              <a:avLst/>
            </a:prstGeom>
            <a:solidFill>
              <a:srgbClr val="81C9BA"/>
            </a:solidFill>
            <a:ln w="0">
              <a:noFill/>
              <a:prstDash val="solid"/>
            </a:ln>
          </p:spPr>
        </p:sp>
        <p:sp>
          <p:nvSpPr>
            <p:cNvPr id="1086" name="original-2d:831"/>
            <p:cNvSpPr>
              <a:spLocks noGrp="1"/>
            </p:cNvSpPr>
            <p:nvPr/>
          </p:nvSpPr>
          <p:spPr>
            <a:xfrm>
              <a:off x="4355021" y="2680653"/>
              <a:ext cx="84723" cy="94121"/>
            </a:xfrm>
            <a:prstGeom prst="rect">
              <a:avLst/>
            </a:prstGeom>
            <a:solidFill>
              <a:srgbClr val="81C9BA"/>
            </a:solidFill>
            <a:ln w="0">
              <a:noFill/>
              <a:prstDash val="solid"/>
            </a:ln>
          </p:spPr>
        </p:sp>
        <p:sp>
          <p:nvSpPr>
            <p:cNvPr id="1087" name="original-2d:832"/>
            <p:cNvSpPr>
              <a:spLocks noGrp="1"/>
            </p:cNvSpPr>
            <p:nvPr/>
          </p:nvSpPr>
          <p:spPr>
            <a:xfrm>
              <a:off x="4439603" y="2680653"/>
              <a:ext cx="84723" cy="94121"/>
            </a:xfrm>
            <a:prstGeom prst="rect">
              <a:avLst/>
            </a:prstGeom>
            <a:solidFill>
              <a:srgbClr val="81C9BA"/>
            </a:solidFill>
            <a:ln w="0">
              <a:noFill/>
              <a:prstDash val="solid"/>
            </a:ln>
          </p:spPr>
        </p:sp>
        <p:sp>
          <p:nvSpPr>
            <p:cNvPr id="1088" name="original-2d:833"/>
            <p:cNvSpPr>
              <a:spLocks noGrp="1"/>
            </p:cNvSpPr>
            <p:nvPr/>
          </p:nvSpPr>
          <p:spPr>
            <a:xfrm>
              <a:off x="4524185" y="2680653"/>
              <a:ext cx="84723" cy="94121"/>
            </a:xfrm>
            <a:prstGeom prst="rect">
              <a:avLst/>
            </a:prstGeom>
            <a:solidFill>
              <a:srgbClr val="81C9BA"/>
            </a:solidFill>
            <a:ln w="0">
              <a:noFill/>
              <a:prstDash val="solid"/>
            </a:ln>
          </p:spPr>
        </p:sp>
        <p:sp>
          <p:nvSpPr>
            <p:cNvPr id="1089" name="original-2d:834"/>
            <p:cNvSpPr>
              <a:spLocks noGrp="1"/>
            </p:cNvSpPr>
            <p:nvPr/>
          </p:nvSpPr>
          <p:spPr>
            <a:xfrm>
              <a:off x="4608767" y="2680653"/>
              <a:ext cx="84723" cy="94121"/>
            </a:xfrm>
            <a:prstGeom prst="rect">
              <a:avLst/>
            </a:prstGeom>
            <a:solidFill>
              <a:srgbClr val="81C9BA"/>
            </a:solidFill>
            <a:ln w="0">
              <a:noFill/>
              <a:prstDash val="solid"/>
            </a:ln>
          </p:spPr>
        </p:sp>
        <p:sp>
          <p:nvSpPr>
            <p:cNvPr id="1090" name="original-2d:835"/>
            <p:cNvSpPr>
              <a:spLocks noGrp="1"/>
            </p:cNvSpPr>
            <p:nvPr/>
          </p:nvSpPr>
          <p:spPr>
            <a:xfrm>
              <a:off x="4693349" y="2680653"/>
              <a:ext cx="84723" cy="94121"/>
            </a:xfrm>
            <a:prstGeom prst="rect">
              <a:avLst/>
            </a:prstGeom>
            <a:solidFill>
              <a:srgbClr val="81C9BA"/>
            </a:solidFill>
            <a:ln w="0">
              <a:noFill/>
              <a:prstDash val="solid"/>
            </a:ln>
          </p:spPr>
        </p:sp>
        <p:sp>
          <p:nvSpPr>
            <p:cNvPr id="1091" name="original-2d:836"/>
            <p:cNvSpPr>
              <a:spLocks noGrp="1"/>
            </p:cNvSpPr>
            <p:nvPr/>
          </p:nvSpPr>
          <p:spPr>
            <a:xfrm>
              <a:off x="4777931" y="2680653"/>
              <a:ext cx="84723" cy="94121"/>
            </a:xfrm>
            <a:prstGeom prst="rect">
              <a:avLst/>
            </a:prstGeom>
            <a:solidFill>
              <a:srgbClr val="009E73"/>
            </a:solidFill>
            <a:ln w="0">
              <a:noFill/>
              <a:prstDash val="solid"/>
            </a:ln>
          </p:spPr>
        </p:sp>
        <p:sp>
          <p:nvSpPr>
            <p:cNvPr id="1092" name="original-2d:837"/>
            <p:cNvSpPr>
              <a:spLocks noGrp="1"/>
            </p:cNvSpPr>
            <p:nvPr/>
          </p:nvSpPr>
          <p:spPr>
            <a:xfrm>
              <a:off x="4862513" y="2680653"/>
              <a:ext cx="84723" cy="94121"/>
            </a:xfrm>
            <a:prstGeom prst="rect">
              <a:avLst/>
            </a:prstGeom>
            <a:solidFill>
              <a:srgbClr val="81C9BA"/>
            </a:solidFill>
            <a:ln w="0">
              <a:noFill/>
              <a:prstDash val="solid"/>
            </a:ln>
          </p:spPr>
        </p:sp>
        <p:sp>
          <p:nvSpPr>
            <p:cNvPr id="1093" name="original-2d:838"/>
            <p:cNvSpPr>
              <a:spLocks noGrp="1"/>
            </p:cNvSpPr>
            <p:nvPr/>
          </p:nvSpPr>
          <p:spPr>
            <a:xfrm>
              <a:off x="4947095" y="2680653"/>
              <a:ext cx="84723" cy="94121"/>
            </a:xfrm>
            <a:prstGeom prst="rect">
              <a:avLst/>
            </a:prstGeom>
            <a:solidFill>
              <a:srgbClr val="81C9BA"/>
            </a:solidFill>
            <a:ln w="0">
              <a:noFill/>
              <a:prstDash val="solid"/>
            </a:ln>
          </p:spPr>
        </p:sp>
        <p:sp>
          <p:nvSpPr>
            <p:cNvPr id="1094" name="original-2d:839"/>
            <p:cNvSpPr>
              <a:spLocks noGrp="1"/>
            </p:cNvSpPr>
            <p:nvPr/>
          </p:nvSpPr>
          <p:spPr>
            <a:xfrm>
              <a:off x="5031677" y="2680653"/>
              <a:ext cx="84723" cy="94121"/>
            </a:xfrm>
            <a:prstGeom prst="rect">
              <a:avLst/>
            </a:prstGeom>
            <a:solidFill>
              <a:srgbClr val="81C9BA"/>
            </a:solidFill>
            <a:ln w="0">
              <a:noFill/>
              <a:prstDash val="solid"/>
            </a:ln>
          </p:spPr>
        </p:sp>
        <p:sp>
          <p:nvSpPr>
            <p:cNvPr id="1095" name="original-2d:840"/>
            <p:cNvSpPr>
              <a:spLocks noGrp="1"/>
            </p:cNvSpPr>
            <p:nvPr/>
          </p:nvSpPr>
          <p:spPr>
            <a:xfrm>
              <a:off x="5116259" y="2680653"/>
              <a:ext cx="84723" cy="94121"/>
            </a:xfrm>
            <a:prstGeom prst="rect">
              <a:avLst/>
            </a:prstGeom>
            <a:solidFill>
              <a:srgbClr val="81C9BA"/>
            </a:solidFill>
            <a:ln w="0">
              <a:noFill/>
              <a:prstDash val="solid"/>
            </a:ln>
          </p:spPr>
        </p:sp>
        <p:sp>
          <p:nvSpPr>
            <p:cNvPr id="1096" name="original-2d:841"/>
            <p:cNvSpPr>
              <a:spLocks noGrp="1"/>
            </p:cNvSpPr>
            <p:nvPr/>
          </p:nvSpPr>
          <p:spPr>
            <a:xfrm>
              <a:off x="5200841" y="2680653"/>
              <a:ext cx="84723" cy="94121"/>
            </a:xfrm>
            <a:prstGeom prst="rect">
              <a:avLst/>
            </a:prstGeom>
            <a:solidFill>
              <a:srgbClr val="DCE8ED"/>
            </a:solidFill>
            <a:ln w="0">
              <a:noFill/>
              <a:prstDash val="solid"/>
            </a:ln>
          </p:spPr>
        </p:sp>
        <p:sp>
          <p:nvSpPr>
            <p:cNvPr id="1097" name="original-2d:842"/>
            <p:cNvSpPr>
              <a:spLocks noGrp="1"/>
            </p:cNvSpPr>
            <p:nvPr/>
          </p:nvSpPr>
          <p:spPr>
            <a:xfrm>
              <a:off x="3593783" y="2774633"/>
              <a:ext cx="84723" cy="94121"/>
            </a:xfrm>
            <a:prstGeom prst="rect">
              <a:avLst/>
            </a:prstGeom>
            <a:solidFill>
              <a:srgbClr val="D4B4CC"/>
            </a:solidFill>
            <a:ln w="0">
              <a:noFill/>
              <a:prstDash val="solid"/>
            </a:ln>
          </p:spPr>
        </p:sp>
        <p:sp>
          <p:nvSpPr>
            <p:cNvPr id="1098" name="original-2d:843"/>
            <p:cNvSpPr>
              <a:spLocks noGrp="1"/>
            </p:cNvSpPr>
            <p:nvPr/>
          </p:nvSpPr>
          <p:spPr>
            <a:xfrm>
              <a:off x="3678365" y="2774633"/>
              <a:ext cx="84723" cy="94121"/>
            </a:xfrm>
            <a:prstGeom prst="rect">
              <a:avLst/>
            </a:prstGeom>
            <a:solidFill>
              <a:srgbClr val="D4B4CC"/>
            </a:solidFill>
            <a:ln w="0">
              <a:noFill/>
              <a:prstDash val="solid"/>
            </a:ln>
          </p:spPr>
        </p:sp>
        <p:sp>
          <p:nvSpPr>
            <p:cNvPr id="1099" name="original-2d:844"/>
            <p:cNvSpPr>
              <a:spLocks noGrp="1"/>
            </p:cNvSpPr>
            <p:nvPr/>
          </p:nvSpPr>
          <p:spPr>
            <a:xfrm>
              <a:off x="3762947" y="2774633"/>
              <a:ext cx="84723" cy="94121"/>
            </a:xfrm>
            <a:prstGeom prst="rect">
              <a:avLst/>
            </a:prstGeom>
            <a:solidFill>
              <a:srgbClr val="D4B4CC"/>
            </a:solidFill>
            <a:ln w="0">
              <a:noFill/>
              <a:prstDash val="solid"/>
            </a:ln>
          </p:spPr>
        </p:sp>
        <p:sp>
          <p:nvSpPr>
            <p:cNvPr id="1100" name="original-2d:845"/>
            <p:cNvSpPr>
              <a:spLocks noGrp="1"/>
            </p:cNvSpPr>
            <p:nvPr/>
          </p:nvSpPr>
          <p:spPr>
            <a:xfrm>
              <a:off x="3847529" y="2774633"/>
              <a:ext cx="84723" cy="94121"/>
            </a:xfrm>
            <a:prstGeom prst="rect">
              <a:avLst/>
            </a:prstGeom>
            <a:solidFill>
              <a:srgbClr val="DCE8ED"/>
            </a:solidFill>
            <a:ln w="0">
              <a:noFill/>
              <a:prstDash val="solid"/>
            </a:ln>
          </p:spPr>
        </p:sp>
        <p:sp>
          <p:nvSpPr>
            <p:cNvPr id="1101" name="original-2d:846"/>
            <p:cNvSpPr>
              <a:spLocks noGrp="1"/>
            </p:cNvSpPr>
            <p:nvPr/>
          </p:nvSpPr>
          <p:spPr>
            <a:xfrm>
              <a:off x="3932111" y="2774633"/>
              <a:ext cx="84723" cy="94121"/>
            </a:xfrm>
            <a:prstGeom prst="rect">
              <a:avLst/>
            </a:prstGeom>
            <a:solidFill>
              <a:srgbClr val="DCE8ED"/>
            </a:solidFill>
            <a:ln w="0">
              <a:noFill/>
              <a:prstDash val="solid"/>
            </a:ln>
          </p:spPr>
        </p:sp>
        <p:sp>
          <p:nvSpPr>
            <p:cNvPr id="1102" name="original-2d:847"/>
            <p:cNvSpPr>
              <a:spLocks noGrp="1"/>
            </p:cNvSpPr>
            <p:nvPr/>
          </p:nvSpPr>
          <p:spPr>
            <a:xfrm>
              <a:off x="4016693" y="2774633"/>
              <a:ext cx="84723" cy="94121"/>
            </a:xfrm>
            <a:prstGeom prst="rect">
              <a:avLst/>
            </a:prstGeom>
            <a:solidFill>
              <a:srgbClr val="81C9BA"/>
            </a:solidFill>
            <a:ln w="0">
              <a:noFill/>
              <a:prstDash val="solid"/>
            </a:ln>
          </p:spPr>
        </p:sp>
        <p:sp>
          <p:nvSpPr>
            <p:cNvPr id="1103" name="original-2d:848"/>
            <p:cNvSpPr>
              <a:spLocks noGrp="1"/>
            </p:cNvSpPr>
            <p:nvPr/>
          </p:nvSpPr>
          <p:spPr>
            <a:xfrm>
              <a:off x="4101275" y="2774633"/>
              <a:ext cx="84723" cy="94121"/>
            </a:xfrm>
            <a:prstGeom prst="rect">
              <a:avLst/>
            </a:prstGeom>
            <a:solidFill>
              <a:srgbClr val="81C9BA"/>
            </a:solidFill>
            <a:ln w="0">
              <a:noFill/>
              <a:prstDash val="solid"/>
            </a:ln>
          </p:spPr>
        </p:sp>
        <p:sp>
          <p:nvSpPr>
            <p:cNvPr id="1104" name="original-2d:849"/>
            <p:cNvSpPr>
              <a:spLocks noGrp="1"/>
            </p:cNvSpPr>
            <p:nvPr/>
          </p:nvSpPr>
          <p:spPr>
            <a:xfrm>
              <a:off x="4185857" y="2774633"/>
              <a:ext cx="84723" cy="94121"/>
            </a:xfrm>
            <a:prstGeom prst="rect">
              <a:avLst/>
            </a:prstGeom>
            <a:solidFill>
              <a:srgbClr val="81C9BA"/>
            </a:solidFill>
            <a:ln w="0">
              <a:noFill/>
              <a:prstDash val="solid"/>
            </a:ln>
          </p:spPr>
        </p:sp>
        <p:sp>
          <p:nvSpPr>
            <p:cNvPr id="1105" name="original-2d:850"/>
            <p:cNvSpPr>
              <a:spLocks noGrp="1"/>
            </p:cNvSpPr>
            <p:nvPr/>
          </p:nvSpPr>
          <p:spPr>
            <a:xfrm>
              <a:off x="4270439" y="2774633"/>
              <a:ext cx="84723" cy="94121"/>
            </a:xfrm>
            <a:prstGeom prst="rect">
              <a:avLst/>
            </a:prstGeom>
            <a:solidFill>
              <a:srgbClr val="81C9BA"/>
            </a:solidFill>
            <a:ln w="0">
              <a:noFill/>
              <a:prstDash val="solid"/>
            </a:ln>
          </p:spPr>
        </p:sp>
        <p:sp>
          <p:nvSpPr>
            <p:cNvPr id="1106" name="original-2d:851"/>
            <p:cNvSpPr>
              <a:spLocks noGrp="1"/>
            </p:cNvSpPr>
            <p:nvPr/>
          </p:nvSpPr>
          <p:spPr>
            <a:xfrm>
              <a:off x="4355021" y="2774633"/>
              <a:ext cx="84723" cy="94121"/>
            </a:xfrm>
            <a:prstGeom prst="rect">
              <a:avLst/>
            </a:prstGeom>
            <a:solidFill>
              <a:srgbClr val="81C9BA"/>
            </a:solidFill>
            <a:ln w="0">
              <a:noFill/>
              <a:prstDash val="solid"/>
            </a:ln>
          </p:spPr>
        </p:sp>
        <p:sp>
          <p:nvSpPr>
            <p:cNvPr id="1107" name="original-2d:852"/>
            <p:cNvSpPr>
              <a:spLocks noGrp="1"/>
            </p:cNvSpPr>
            <p:nvPr/>
          </p:nvSpPr>
          <p:spPr>
            <a:xfrm>
              <a:off x="4439603" y="2774633"/>
              <a:ext cx="84723" cy="94121"/>
            </a:xfrm>
            <a:prstGeom prst="rect">
              <a:avLst/>
            </a:prstGeom>
            <a:solidFill>
              <a:srgbClr val="81C9BA"/>
            </a:solidFill>
            <a:ln w="0">
              <a:noFill/>
              <a:prstDash val="solid"/>
            </a:ln>
          </p:spPr>
        </p:sp>
        <p:sp>
          <p:nvSpPr>
            <p:cNvPr id="1108" name="original-2d:853"/>
            <p:cNvSpPr>
              <a:spLocks noGrp="1"/>
            </p:cNvSpPr>
            <p:nvPr/>
          </p:nvSpPr>
          <p:spPr>
            <a:xfrm>
              <a:off x="4524185" y="2774633"/>
              <a:ext cx="84723" cy="94121"/>
            </a:xfrm>
            <a:prstGeom prst="rect">
              <a:avLst/>
            </a:prstGeom>
            <a:solidFill>
              <a:srgbClr val="81C9BA"/>
            </a:solidFill>
            <a:ln w="0">
              <a:noFill/>
              <a:prstDash val="solid"/>
            </a:ln>
          </p:spPr>
        </p:sp>
        <p:sp>
          <p:nvSpPr>
            <p:cNvPr id="1109" name="original-2d:854"/>
            <p:cNvSpPr>
              <a:spLocks noGrp="1"/>
            </p:cNvSpPr>
            <p:nvPr/>
          </p:nvSpPr>
          <p:spPr>
            <a:xfrm>
              <a:off x="4608767" y="2774633"/>
              <a:ext cx="84723" cy="94121"/>
            </a:xfrm>
            <a:prstGeom prst="rect">
              <a:avLst/>
            </a:prstGeom>
            <a:solidFill>
              <a:srgbClr val="81C9BA"/>
            </a:solidFill>
            <a:ln w="0">
              <a:noFill/>
              <a:prstDash val="solid"/>
            </a:ln>
          </p:spPr>
        </p:sp>
        <p:sp>
          <p:nvSpPr>
            <p:cNvPr id="1110" name="original-2d:855"/>
            <p:cNvSpPr>
              <a:spLocks noGrp="1"/>
            </p:cNvSpPr>
            <p:nvPr/>
          </p:nvSpPr>
          <p:spPr>
            <a:xfrm>
              <a:off x="4693349" y="2774633"/>
              <a:ext cx="84723" cy="94121"/>
            </a:xfrm>
            <a:prstGeom prst="rect">
              <a:avLst/>
            </a:prstGeom>
            <a:solidFill>
              <a:srgbClr val="009E73"/>
            </a:solidFill>
            <a:ln w="0">
              <a:noFill/>
              <a:prstDash val="solid"/>
            </a:ln>
          </p:spPr>
        </p:sp>
        <p:sp>
          <p:nvSpPr>
            <p:cNvPr id="1111" name="original-2d:856"/>
            <p:cNvSpPr>
              <a:spLocks noGrp="1"/>
            </p:cNvSpPr>
            <p:nvPr/>
          </p:nvSpPr>
          <p:spPr>
            <a:xfrm>
              <a:off x="4777931" y="2774633"/>
              <a:ext cx="84723" cy="94121"/>
            </a:xfrm>
            <a:prstGeom prst="rect">
              <a:avLst/>
            </a:prstGeom>
            <a:solidFill>
              <a:srgbClr val="009E73"/>
            </a:solidFill>
            <a:ln w="0">
              <a:noFill/>
              <a:prstDash val="solid"/>
            </a:ln>
          </p:spPr>
        </p:sp>
        <p:sp>
          <p:nvSpPr>
            <p:cNvPr id="1112" name="original-2d:857"/>
            <p:cNvSpPr>
              <a:spLocks noGrp="1"/>
            </p:cNvSpPr>
            <p:nvPr/>
          </p:nvSpPr>
          <p:spPr>
            <a:xfrm>
              <a:off x="4862513" y="2774633"/>
              <a:ext cx="84723" cy="94121"/>
            </a:xfrm>
            <a:prstGeom prst="rect">
              <a:avLst/>
            </a:prstGeom>
            <a:solidFill>
              <a:srgbClr val="009E73"/>
            </a:solidFill>
            <a:ln w="0">
              <a:noFill/>
              <a:prstDash val="solid"/>
            </a:ln>
          </p:spPr>
        </p:sp>
        <p:sp>
          <p:nvSpPr>
            <p:cNvPr id="1113" name="original-2d:858"/>
            <p:cNvSpPr>
              <a:spLocks noGrp="1"/>
            </p:cNvSpPr>
            <p:nvPr/>
          </p:nvSpPr>
          <p:spPr>
            <a:xfrm>
              <a:off x="4947095" y="2774633"/>
              <a:ext cx="84723" cy="94121"/>
            </a:xfrm>
            <a:prstGeom prst="rect">
              <a:avLst/>
            </a:prstGeom>
            <a:solidFill>
              <a:srgbClr val="009E73"/>
            </a:solidFill>
            <a:ln w="0">
              <a:noFill/>
              <a:prstDash val="solid"/>
            </a:ln>
          </p:spPr>
        </p:sp>
        <p:sp>
          <p:nvSpPr>
            <p:cNvPr id="1114" name="original-2d:859"/>
            <p:cNvSpPr>
              <a:spLocks noGrp="1"/>
            </p:cNvSpPr>
            <p:nvPr/>
          </p:nvSpPr>
          <p:spPr>
            <a:xfrm>
              <a:off x="5031677" y="2774633"/>
              <a:ext cx="84723" cy="94121"/>
            </a:xfrm>
            <a:prstGeom prst="rect">
              <a:avLst/>
            </a:prstGeom>
            <a:solidFill>
              <a:srgbClr val="81C9BA"/>
            </a:solidFill>
            <a:ln w="0">
              <a:noFill/>
              <a:prstDash val="solid"/>
            </a:ln>
          </p:spPr>
        </p:sp>
        <p:sp>
          <p:nvSpPr>
            <p:cNvPr id="1115" name="original-2d:860"/>
            <p:cNvSpPr>
              <a:spLocks noGrp="1"/>
            </p:cNvSpPr>
            <p:nvPr/>
          </p:nvSpPr>
          <p:spPr>
            <a:xfrm>
              <a:off x="5116259" y="2774633"/>
              <a:ext cx="84723" cy="94121"/>
            </a:xfrm>
            <a:prstGeom prst="rect">
              <a:avLst/>
            </a:prstGeom>
            <a:solidFill>
              <a:srgbClr val="81C9BA"/>
            </a:solidFill>
            <a:ln w="0">
              <a:noFill/>
              <a:prstDash val="solid"/>
            </a:ln>
          </p:spPr>
        </p:sp>
        <p:sp>
          <p:nvSpPr>
            <p:cNvPr id="1116" name="original-2d:861"/>
            <p:cNvSpPr>
              <a:spLocks noGrp="1"/>
            </p:cNvSpPr>
            <p:nvPr/>
          </p:nvSpPr>
          <p:spPr>
            <a:xfrm>
              <a:off x="5200841" y="2774633"/>
              <a:ext cx="84723" cy="94121"/>
            </a:xfrm>
            <a:prstGeom prst="rect">
              <a:avLst/>
            </a:prstGeom>
            <a:solidFill>
              <a:srgbClr val="81C9BA"/>
            </a:solidFill>
            <a:ln w="0">
              <a:noFill/>
              <a:prstDash val="solid"/>
            </a:ln>
          </p:spPr>
        </p:sp>
        <p:sp>
          <p:nvSpPr>
            <p:cNvPr id="1117" name="original-2d:862"/>
            <p:cNvSpPr>
              <a:spLocks noGrp="1"/>
            </p:cNvSpPr>
            <p:nvPr/>
          </p:nvSpPr>
          <p:spPr>
            <a:xfrm>
              <a:off x="3593783" y="2868613"/>
              <a:ext cx="84723" cy="94121"/>
            </a:xfrm>
            <a:prstGeom prst="rect">
              <a:avLst/>
            </a:prstGeom>
            <a:solidFill>
              <a:srgbClr val="DCE8ED"/>
            </a:solidFill>
            <a:ln w="0">
              <a:noFill/>
              <a:prstDash val="solid"/>
            </a:ln>
          </p:spPr>
        </p:sp>
        <p:sp>
          <p:nvSpPr>
            <p:cNvPr id="1118" name="original-2d:863"/>
            <p:cNvSpPr>
              <a:spLocks noGrp="1"/>
            </p:cNvSpPr>
            <p:nvPr/>
          </p:nvSpPr>
          <p:spPr>
            <a:xfrm>
              <a:off x="3678365" y="2868613"/>
              <a:ext cx="84723" cy="94121"/>
            </a:xfrm>
            <a:prstGeom prst="rect">
              <a:avLst/>
            </a:prstGeom>
            <a:solidFill>
              <a:srgbClr val="DCE8ED"/>
            </a:solidFill>
            <a:ln w="0">
              <a:noFill/>
              <a:prstDash val="solid"/>
            </a:ln>
          </p:spPr>
        </p:sp>
        <p:sp>
          <p:nvSpPr>
            <p:cNvPr id="1119" name="original-2d:864"/>
            <p:cNvSpPr>
              <a:spLocks noGrp="1"/>
            </p:cNvSpPr>
            <p:nvPr/>
          </p:nvSpPr>
          <p:spPr>
            <a:xfrm>
              <a:off x="3762947" y="2868613"/>
              <a:ext cx="84723" cy="94121"/>
            </a:xfrm>
            <a:prstGeom prst="rect">
              <a:avLst/>
            </a:prstGeom>
            <a:solidFill>
              <a:srgbClr val="DCE8ED"/>
            </a:solidFill>
            <a:ln w="0">
              <a:noFill/>
              <a:prstDash val="solid"/>
            </a:ln>
          </p:spPr>
        </p:sp>
        <p:sp>
          <p:nvSpPr>
            <p:cNvPr id="1120" name="original-2d:865"/>
            <p:cNvSpPr>
              <a:spLocks noGrp="1"/>
            </p:cNvSpPr>
            <p:nvPr/>
          </p:nvSpPr>
          <p:spPr>
            <a:xfrm>
              <a:off x="3847529" y="2868613"/>
              <a:ext cx="84723" cy="94121"/>
            </a:xfrm>
            <a:prstGeom prst="rect">
              <a:avLst/>
            </a:prstGeom>
            <a:solidFill>
              <a:srgbClr val="DCE8ED"/>
            </a:solidFill>
            <a:ln w="0">
              <a:noFill/>
              <a:prstDash val="solid"/>
            </a:ln>
          </p:spPr>
        </p:sp>
        <p:sp>
          <p:nvSpPr>
            <p:cNvPr id="1121" name="original-2d:866"/>
            <p:cNvSpPr>
              <a:spLocks noGrp="1"/>
            </p:cNvSpPr>
            <p:nvPr/>
          </p:nvSpPr>
          <p:spPr>
            <a:xfrm>
              <a:off x="3932111" y="2868613"/>
              <a:ext cx="84723" cy="94121"/>
            </a:xfrm>
            <a:prstGeom prst="rect">
              <a:avLst/>
            </a:prstGeom>
            <a:solidFill>
              <a:srgbClr val="DCE8ED"/>
            </a:solidFill>
            <a:ln w="0">
              <a:noFill/>
              <a:prstDash val="solid"/>
            </a:ln>
          </p:spPr>
        </p:sp>
        <p:sp>
          <p:nvSpPr>
            <p:cNvPr id="1122" name="original-2d:867"/>
            <p:cNvSpPr>
              <a:spLocks noGrp="1"/>
            </p:cNvSpPr>
            <p:nvPr/>
          </p:nvSpPr>
          <p:spPr>
            <a:xfrm>
              <a:off x="4016693" y="2868613"/>
              <a:ext cx="84723" cy="94121"/>
            </a:xfrm>
            <a:prstGeom prst="rect">
              <a:avLst/>
            </a:prstGeom>
            <a:solidFill>
              <a:srgbClr val="81C9BA"/>
            </a:solidFill>
            <a:ln w="0">
              <a:noFill/>
              <a:prstDash val="solid"/>
            </a:ln>
          </p:spPr>
        </p:sp>
        <p:sp>
          <p:nvSpPr>
            <p:cNvPr id="1123" name="original-2d:868"/>
            <p:cNvSpPr>
              <a:spLocks noGrp="1"/>
            </p:cNvSpPr>
            <p:nvPr/>
          </p:nvSpPr>
          <p:spPr>
            <a:xfrm>
              <a:off x="4101275" y="2868613"/>
              <a:ext cx="84723" cy="94121"/>
            </a:xfrm>
            <a:prstGeom prst="rect">
              <a:avLst/>
            </a:prstGeom>
            <a:solidFill>
              <a:srgbClr val="81C9BA"/>
            </a:solidFill>
            <a:ln w="0">
              <a:noFill/>
              <a:prstDash val="solid"/>
            </a:ln>
          </p:spPr>
        </p:sp>
        <p:sp>
          <p:nvSpPr>
            <p:cNvPr id="1124" name="original-2d:869"/>
            <p:cNvSpPr>
              <a:spLocks noGrp="1"/>
            </p:cNvSpPr>
            <p:nvPr/>
          </p:nvSpPr>
          <p:spPr>
            <a:xfrm>
              <a:off x="4185857" y="2868613"/>
              <a:ext cx="84723" cy="94121"/>
            </a:xfrm>
            <a:prstGeom prst="rect">
              <a:avLst/>
            </a:prstGeom>
            <a:solidFill>
              <a:srgbClr val="81C9BA"/>
            </a:solidFill>
            <a:ln w="0">
              <a:noFill/>
              <a:prstDash val="solid"/>
            </a:ln>
          </p:spPr>
        </p:sp>
        <p:sp>
          <p:nvSpPr>
            <p:cNvPr id="1125" name="original-2d:870"/>
            <p:cNvSpPr>
              <a:spLocks noGrp="1"/>
            </p:cNvSpPr>
            <p:nvPr/>
          </p:nvSpPr>
          <p:spPr>
            <a:xfrm>
              <a:off x="4270439" y="2868613"/>
              <a:ext cx="84723" cy="94121"/>
            </a:xfrm>
            <a:prstGeom prst="rect">
              <a:avLst/>
            </a:prstGeom>
            <a:solidFill>
              <a:srgbClr val="81C9BA"/>
            </a:solidFill>
            <a:ln w="0">
              <a:noFill/>
              <a:prstDash val="solid"/>
            </a:ln>
          </p:spPr>
        </p:sp>
        <p:sp>
          <p:nvSpPr>
            <p:cNvPr id="1126" name="original-2d:871"/>
            <p:cNvSpPr>
              <a:spLocks noGrp="1"/>
            </p:cNvSpPr>
            <p:nvPr/>
          </p:nvSpPr>
          <p:spPr>
            <a:xfrm>
              <a:off x="4355021" y="2868613"/>
              <a:ext cx="84723" cy="94121"/>
            </a:xfrm>
            <a:prstGeom prst="rect">
              <a:avLst/>
            </a:prstGeom>
            <a:solidFill>
              <a:srgbClr val="D55E00"/>
            </a:solidFill>
            <a:ln w="0">
              <a:noFill/>
              <a:prstDash val="solid"/>
            </a:ln>
          </p:spPr>
        </p:sp>
        <p:sp>
          <p:nvSpPr>
            <p:cNvPr id="1127" name="original-2d:872"/>
            <p:cNvSpPr>
              <a:spLocks noGrp="1"/>
            </p:cNvSpPr>
            <p:nvPr/>
          </p:nvSpPr>
          <p:spPr>
            <a:xfrm>
              <a:off x="4439603" y="2868613"/>
              <a:ext cx="84723" cy="94121"/>
            </a:xfrm>
            <a:prstGeom prst="rect">
              <a:avLst/>
            </a:prstGeom>
            <a:solidFill>
              <a:srgbClr val="D55E00"/>
            </a:solidFill>
            <a:ln w="0">
              <a:noFill/>
              <a:prstDash val="solid"/>
            </a:ln>
          </p:spPr>
        </p:sp>
        <p:sp>
          <p:nvSpPr>
            <p:cNvPr id="1128" name="original-2d:873"/>
            <p:cNvSpPr>
              <a:spLocks noGrp="1"/>
            </p:cNvSpPr>
            <p:nvPr/>
          </p:nvSpPr>
          <p:spPr>
            <a:xfrm>
              <a:off x="4524185" y="2868613"/>
              <a:ext cx="84723" cy="94121"/>
            </a:xfrm>
            <a:prstGeom prst="rect">
              <a:avLst/>
            </a:prstGeom>
            <a:solidFill>
              <a:srgbClr val="81C9BA"/>
            </a:solidFill>
            <a:ln w="0">
              <a:noFill/>
              <a:prstDash val="solid"/>
            </a:ln>
          </p:spPr>
        </p:sp>
        <p:sp>
          <p:nvSpPr>
            <p:cNvPr id="1129" name="original-2d:874"/>
            <p:cNvSpPr>
              <a:spLocks noGrp="1"/>
            </p:cNvSpPr>
            <p:nvPr/>
          </p:nvSpPr>
          <p:spPr>
            <a:xfrm>
              <a:off x="4608767" y="2868613"/>
              <a:ext cx="84723" cy="94121"/>
            </a:xfrm>
            <a:prstGeom prst="rect">
              <a:avLst/>
            </a:prstGeom>
            <a:solidFill>
              <a:srgbClr val="009E73"/>
            </a:solidFill>
            <a:ln w="0">
              <a:noFill/>
              <a:prstDash val="solid"/>
            </a:ln>
          </p:spPr>
        </p:sp>
        <p:sp>
          <p:nvSpPr>
            <p:cNvPr id="1130" name="original-2d:875"/>
            <p:cNvSpPr>
              <a:spLocks noGrp="1"/>
            </p:cNvSpPr>
            <p:nvPr/>
          </p:nvSpPr>
          <p:spPr>
            <a:xfrm>
              <a:off x="4693349" y="2868613"/>
              <a:ext cx="84723" cy="94121"/>
            </a:xfrm>
            <a:prstGeom prst="rect">
              <a:avLst/>
            </a:prstGeom>
            <a:solidFill>
              <a:srgbClr val="009E73"/>
            </a:solidFill>
            <a:ln w="0">
              <a:noFill/>
              <a:prstDash val="solid"/>
            </a:ln>
          </p:spPr>
        </p:sp>
        <p:sp>
          <p:nvSpPr>
            <p:cNvPr id="1131" name="original-2d:876"/>
            <p:cNvSpPr>
              <a:spLocks noGrp="1"/>
            </p:cNvSpPr>
            <p:nvPr/>
          </p:nvSpPr>
          <p:spPr>
            <a:xfrm>
              <a:off x="4777931" y="2868613"/>
              <a:ext cx="84723" cy="94121"/>
            </a:xfrm>
            <a:prstGeom prst="rect">
              <a:avLst/>
            </a:prstGeom>
            <a:solidFill>
              <a:srgbClr val="009E73"/>
            </a:solidFill>
            <a:ln w="0">
              <a:noFill/>
              <a:prstDash val="solid"/>
            </a:ln>
          </p:spPr>
        </p:sp>
        <p:sp>
          <p:nvSpPr>
            <p:cNvPr id="1132" name="original-2d:877"/>
            <p:cNvSpPr>
              <a:spLocks noGrp="1"/>
            </p:cNvSpPr>
            <p:nvPr/>
          </p:nvSpPr>
          <p:spPr>
            <a:xfrm>
              <a:off x="4862513" y="2868613"/>
              <a:ext cx="84723" cy="94121"/>
            </a:xfrm>
            <a:prstGeom prst="rect">
              <a:avLst/>
            </a:prstGeom>
            <a:solidFill>
              <a:srgbClr val="009E73"/>
            </a:solidFill>
            <a:ln w="0">
              <a:noFill/>
              <a:prstDash val="solid"/>
            </a:ln>
          </p:spPr>
        </p:sp>
        <p:sp>
          <p:nvSpPr>
            <p:cNvPr id="1133" name="original-2d:878"/>
            <p:cNvSpPr>
              <a:spLocks noGrp="1"/>
            </p:cNvSpPr>
            <p:nvPr/>
          </p:nvSpPr>
          <p:spPr>
            <a:xfrm>
              <a:off x="4947095" y="2868613"/>
              <a:ext cx="84723" cy="94121"/>
            </a:xfrm>
            <a:prstGeom prst="rect">
              <a:avLst/>
            </a:prstGeom>
            <a:solidFill>
              <a:srgbClr val="009E73"/>
            </a:solidFill>
            <a:ln w="0">
              <a:noFill/>
              <a:prstDash val="solid"/>
            </a:ln>
          </p:spPr>
        </p:sp>
        <p:sp>
          <p:nvSpPr>
            <p:cNvPr id="1134" name="original-2d:879"/>
            <p:cNvSpPr>
              <a:spLocks noGrp="1"/>
            </p:cNvSpPr>
            <p:nvPr/>
          </p:nvSpPr>
          <p:spPr>
            <a:xfrm>
              <a:off x="5031677" y="2868613"/>
              <a:ext cx="84723" cy="94121"/>
            </a:xfrm>
            <a:prstGeom prst="rect">
              <a:avLst/>
            </a:prstGeom>
            <a:solidFill>
              <a:srgbClr val="81C9BA"/>
            </a:solidFill>
            <a:ln w="0">
              <a:noFill/>
              <a:prstDash val="solid"/>
            </a:ln>
          </p:spPr>
        </p:sp>
        <p:sp>
          <p:nvSpPr>
            <p:cNvPr id="1135" name="original-2d:880"/>
            <p:cNvSpPr>
              <a:spLocks noGrp="1"/>
            </p:cNvSpPr>
            <p:nvPr/>
          </p:nvSpPr>
          <p:spPr>
            <a:xfrm>
              <a:off x="5116259" y="2868613"/>
              <a:ext cx="84723" cy="94121"/>
            </a:xfrm>
            <a:prstGeom prst="rect">
              <a:avLst/>
            </a:prstGeom>
            <a:solidFill>
              <a:srgbClr val="81C9BA"/>
            </a:solidFill>
            <a:ln w="0">
              <a:noFill/>
              <a:prstDash val="solid"/>
            </a:ln>
          </p:spPr>
        </p:sp>
        <p:sp>
          <p:nvSpPr>
            <p:cNvPr id="1136" name="original-2d:881"/>
            <p:cNvSpPr>
              <a:spLocks noGrp="1"/>
            </p:cNvSpPr>
            <p:nvPr/>
          </p:nvSpPr>
          <p:spPr>
            <a:xfrm>
              <a:off x="5200841" y="2868613"/>
              <a:ext cx="84723" cy="94121"/>
            </a:xfrm>
            <a:prstGeom prst="rect">
              <a:avLst/>
            </a:prstGeom>
            <a:solidFill>
              <a:srgbClr val="81C9BA"/>
            </a:solidFill>
            <a:ln w="0">
              <a:noFill/>
              <a:prstDash val="solid"/>
            </a:ln>
          </p:spPr>
        </p:sp>
        <p:sp>
          <p:nvSpPr>
            <p:cNvPr id="1137" name="original-2d:882"/>
            <p:cNvSpPr>
              <a:spLocks noGrp="1"/>
            </p:cNvSpPr>
            <p:nvPr/>
          </p:nvSpPr>
          <p:spPr>
            <a:xfrm>
              <a:off x="3593783" y="2962593"/>
              <a:ext cx="84723" cy="94121"/>
            </a:xfrm>
            <a:prstGeom prst="rect">
              <a:avLst/>
            </a:prstGeom>
            <a:solidFill>
              <a:srgbClr val="DCE8ED"/>
            </a:solidFill>
            <a:ln w="0">
              <a:noFill/>
              <a:prstDash val="solid"/>
            </a:ln>
          </p:spPr>
        </p:sp>
        <p:sp>
          <p:nvSpPr>
            <p:cNvPr id="1138" name="original-2d:883"/>
            <p:cNvSpPr>
              <a:spLocks noGrp="1"/>
            </p:cNvSpPr>
            <p:nvPr/>
          </p:nvSpPr>
          <p:spPr>
            <a:xfrm>
              <a:off x="3678365" y="2962593"/>
              <a:ext cx="84723" cy="94121"/>
            </a:xfrm>
            <a:prstGeom prst="rect">
              <a:avLst/>
            </a:prstGeom>
            <a:solidFill>
              <a:srgbClr val="DCE8ED"/>
            </a:solidFill>
            <a:ln w="0">
              <a:noFill/>
              <a:prstDash val="solid"/>
            </a:ln>
          </p:spPr>
        </p:sp>
        <p:sp>
          <p:nvSpPr>
            <p:cNvPr id="1139" name="original-2d:884"/>
            <p:cNvSpPr>
              <a:spLocks noGrp="1"/>
            </p:cNvSpPr>
            <p:nvPr/>
          </p:nvSpPr>
          <p:spPr>
            <a:xfrm>
              <a:off x="3762947" y="2962593"/>
              <a:ext cx="84723" cy="94121"/>
            </a:xfrm>
            <a:prstGeom prst="rect">
              <a:avLst/>
            </a:prstGeom>
            <a:solidFill>
              <a:srgbClr val="DCE8ED"/>
            </a:solidFill>
            <a:ln w="0">
              <a:noFill/>
              <a:prstDash val="solid"/>
            </a:ln>
          </p:spPr>
        </p:sp>
        <p:sp>
          <p:nvSpPr>
            <p:cNvPr id="1140" name="original-2d:885"/>
            <p:cNvSpPr>
              <a:spLocks noGrp="1"/>
            </p:cNvSpPr>
            <p:nvPr/>
          </p:nvSpPr>
          <p:spPr>
            <a:xfrm>
              <a:off x="3847529" y="2962593"/>
              <a:ext cx="84723" cy="94121"/>
            </a:xfrm>
            <a:prstGeom prst="rect">
              <a:avLst/>
            </a:prstGeom>
            <a:solidFill>
              <a:srgbClr val="DCE8ED"/>
            </a:solidFill>
            <a:ln w="0">
              <a:noFill/>
              <a:prstDash val="solid"/>
            </a:ln>
          </p:spPr>
        </p:sp>
        <p:sp>
          <p:nvSpPr>
            <p:cNvPr id="1141" name="original-2d:886"/>
            <p:cNvSpPr>
              <a:spLocks noGrp="1"/>
            </p:cNvSpPr>
            <p:nvPr/>
          </p:nvSpPr>
          <p:spPr>
            <a:xfrm>
              <a:off x="3932111" y="2962593"/>
              <a:ext cx="84723" cy="94121"/>
            </a:xfrm>
            <a:prstGeom prst="rect">
              <a:avLst/>
            </a:prstGeom>
            <a:solidFill>
              <a:srgbClr val="81C9BA"/>
            </a:solidFill>
            <a:ln w="0">
              <a:noFill/>
              <a:prstDash val="solid"/>
            </a:ln>
          </p:spPr>
        </p:sp>
        <p:sp>
          <p:nvSpPr>
            <p:cNvPr id="1142" name="original-2d:887"/>
            <p:cNvSpPr>
              <a:spLocks noGrp="1"/>
            </p:cNvSpPr>
            <p:nvPr/>
          </p:nvSpPr>
          <p:spPr>
            <a:xfrm>
              <a:off x="4016693" y="2962593"/>
              <a:ext cx="84723" cy="94121"/>
            </a:xfrm>
            <a:prstGeom prst="rect">
              <a:avLst/>
            </a:prstGeom>
            <a:solidFill>
              <a:srgbClr val="81C9BA"/>
            </a:solidFill>
            <a:ln w="0">
              <a:noFill/>
              <a:prstDash val="solid"/>
            </a:ln>
          </p:spPr>
        </p:sp>
        <p:sp>
          <p:nvSpPr>
            <p:cNvPr id="1143" name="original-2d:888"/>
            <p:cNvSpPr>
              <a:spLocks noGrp="1"/>
            </p:cNvSpPr>
            <p:nvPr/>
          </p:nvSpPr>
          <p:spPr>
            <a:xfrm>
              <a:off x="4101275" y="2962593"/>
              <a:ext cx="84723" cy="94121"/>
            </a:xfrm>
            <a:prstGeom prst="rect">
              <a:avLst/>
            </a:prstGeom>
            <a:solidFill>
              <a:srgbClr val="81C9BA"/>
            </a:solidFill>
            <a:ln w="0">
              <a:noFill/>
              <a:prstDash val="solid"/>
            </a:ln>
          </p:spPr>
        </p:sp>
        <p:sp>
          <p:nvSpPr>
            <p:cNvPr id="1144" name="original-2d:889"/>
            <p:cNvSpPr>
              <a:spLocks noGrp="1"/>
            </p:cNvSpPr>
            <p:nvPr/>
          </p:nvSpPr>
          <p:spPr>
            <a:xfrm>
              <a:off x="4185857" y="2962593"/>
              <a:ext cx="84723" cy="94121"/>
            </a:xfrm>
            <a:prstGeom prst="rect">
              <a:avLst/>
            </a:prstGeom>
            <a:solidFill>
              <a:srgbClr val="81C9BA"/>
            </a:solidFill>
            <a:ln w="0">
              <a:noFill/>
              <a:prstDash val="solid"/>
            </a:ln>
          </p:spPr>
        </p:sp>
        <p:sp>
          <p:nvSpPr>
            <p:cNvPr id="1145" name="original-2d:890"/>
            <p:cNvSpPr>
              <a:spLocks noGrp="1"/>
            </p:cNvSpPr>
            <p:nvPr/>
          </p:nvSpPr>
          <p:spPr>
            <a:xfrm>
              <a:off x="4270439" y="2962593"/>
              <a:ext cx="84723" cy="94121"/>
            </a:xfrm>
            <a:prstGeom prst="rect">
              <a:avLst/>
            </a:prstGeom>
            <a:solidFill>
              <a:srgbClr val="D55E00"/>
            </a:solidFill>
            <a:ln w="0">
              <a:noFill/>
              <a:prstDash val="solid"/>
            </a:ln>
          </p:spPr>
        </p:sp>
        <p:sp>
          <p:nvSpPr>
            <p:cNvPr id="1146" name="original-2d:891"/>
            <p:cNvSpPr>
              <a:spLocks noGrp="1"/>
            </p:cNvSpPr>
            <p:nvPr/>
          </p:nvSpPr>
          <p:spPr>
            <a:xfrm>
              <a:off x="4355021" y="2962593"/>
              <a:ext cx="84723" cy="94121"/>
            </a:xfrm>
            <a:prstGeom prst="rect">
              <a:avLst/>
            </a:prstGeom>
            <a:solidFill>
              <a:srgbClr val="D55E00"/>
            </a:solidFill>
            <a:ln w="0">
              <a:noFill/>
              <a:prstDash val="solid"/>
            </a:ln>
          </p:spPr>
        </p:sp>
        <p:sp>
          <p:nvSpPr>
            <p:cNvPr id="1147" name="original-2d:892"/>
            <p:cNvSpPr>
              <a:spLocks noGrp="1"/>
            </p:cNvSpPr>
            <p:nvPr/>
          </p:nvSpPr>
          <p:spPr>
            <a:xfrm>
              <a:off x="4439603" y="2962593"/>
              <a:ext cx="84723" cy="94121"/>
            </a:xfrm>
            <a:prstGeom prst="rect">
              <a:avLst/>
            </a:prstGeom>
            <a:solidFill>
              <a:srgbClr val="D55E00"/>
            </a:solidFill>
            <a:ln w="0">
              <a:noFill/>
              <a:prstDash val="solid"/>
            </a:ln>
          </p:spPr>
        </p:sp>
        <p:sp>
          <p:nvSpPr>
            <p:cNvPr id="1148" name="original-2d:893"/>
            <p:cNvSpPr>
              <a:spLocks noGrp="1"/>
            </p:cNvSpPr>
            <p:nvPr/>
          </p:nvSpPr>
          <p:spPr>
            <a:xfrm>
              <a:off x="4524185" y="2962593"/>
              <a:ext cx="84723" cy="94121"/>
            </a:xfrm>
            <a:prstGeom prst="rect">
              <a:avLst/>
            </a:prstGeom>
            <a:solidFill>
              <a:srgbClr val="D55E00"/>
            </a:solidFill>
            <a:ln w="0">
              <a:noFill/>
              <a:prstDash val="solid"/>
            </a:ln>
          </p:spPr>
        </p:sp>
        <p:sp>
          <p:nvSpPr>
            <p:cNvPr id="1149" name="original-2d:894"/>
            <p:cNvSpPr>
              <a:spLocks noGrp="1"/>
            </p:cNvSpPr>
            <p:nvPr/>
          </p:nvSpPr>
          <p:spPr>
            <a:xfrm>
              <a:off x="4608767" y="2962593"/>
              <a:ext cx="84723" cy="94121"/>
            </a:xfrm>
            <a:prstGeom prst="rect">
              <a:avLst/>
            </a:prstGeom>
            <a:solidFill>
              <a:srgbClr val="81C9BA"/>
            </a:solidFill>
            <a:ln w="0">
              <a:noFill/>
              <a:prstDash val="solid"/>
            </a:ln>
          </p:spPr>
        </p:sp>
        <p:sp>
          <p:nvSpPr>
            <p:cNvPr id="1150" name="original-2d:895"/>
            <p:cNvSpPr>
              <a:spLocks noGrp="1"/>
            </p:cNvSpPr>
            <p:nvPr/>
          </p:nvSpPr>
          <p:spPr>
            <a:xfrm>
              <a:off x="4693349" y="2962593"/>
              <a:ext cx="84723" cy="94121"/>
            </a:xfrm>
            <a:prstGeom prst="rect">
              <a:avLst/>
            </a:prstGeom>
            <a:solidFill>
              <a:srgbClr val="009E73"/>
            </a:solidFill>
            <a:ln w="0">
              <a:noFill/>
              <a:prstDash val="solid"/>
            </a:ln>
          </p:spPr>
        </p:sp>
        <p:sp>
          <p:nvSpPr>
            <p:cNvPr id="1151" name="original-2d:896"/>
            <p:cNvSpPr>
              <a:spLocks noGrp="1"/>
            </p:cNvSpPr>
            <p:nvPr/>
          </p:nvSpPr>
          <p:spPr>
            <a:xfrm>
              <a:off x="4777931" y="2962593"/>
              <a:ext cx="84723" cy="94121"/>
            </a:xfrm>
            <a:prstGeom prst="rect">
              <a:avLst/>
            </a:prstGeom>
            <a:solidFill>
              <a:srgbClr val="009E73"/>
            </a:solidFill>
            <a:ln w="0">
              <a:noFill/>
              <a:prstDash val="solid"/>
            </a:ln>
          </p:spPr>
        </p:sp>
        <p:sp>
          <p:nvSpPr>
            <p:cNvPr id="1152" name="original-2d:897"/>
            <p:cNvSpPr>
              <a:spLocks noGrp="1"/>
            </p:cNvSpPr>
            <p:nvPr/>
          </p:nvSpPr>
          <p:spPr>
            <a:xfrm>
              <a:off x="4862513" y="2962593"/>
              <a:ext cx="84723" cy="94121"/>
            </a:xfrm>
            <a:prstGeom prst="rect">
              <a:avLst/>
            </a:prstGeom>
            <a:solidFill>
              <a:srgbClr val="009E73"/>
            </a:solidFill>
            <a:ln w="0">
              <a:noFill/>
              <a:prstDash val="solid"/>
            </a:ln>
          </p:spPr>
        </p:sp>
        <p:sp>
          <p:nvSpPr>
            <p:cNvPr id="1153" name="original-2d:898"/>
            <p:cNvSpPr>
              <a:spLocks noGrp="1"/>
            </p:cNvSpPr>
            <p:nvPr/>
          </p:nvSpPr>
          <p:spPr>
            <a:xfrm>
              <a:off x="4947095" y="2962593"/>
              <a:ext cx="84723" cy="94121"/>
            </a:xfrm>
            <a:prstGeom prst="rect">
              <a:avLst/>
            </a:prstGeom>
            <a:solidFill>
              <a:srgbClr val="81C9BA"/>
            </a:solidFill>
            <a:ln w="0">
              <a:noFill/>
              <a:prstDash val="solid"/>
            </a:ln>
          </p:spPr>
        </p:sp>
        <p:sp>
          <p:nvSpPr>
            <p:cNvPr id="1154" name="original-2d:899"/>
            <p:cNvSpPr>
              <a:spLocks noGrp="1"/>
            </p:cNvSpPr>
            <p:nvPr/>
          </p:nvSpPr>
          <p:spPr>
            <a:xfrm>
              <a:off x="5031677" y="2962593"/>
              <a:ext cx="84723" cy="94121"/>
            </a:xfrm>
            <a:prstGeom prst="rect">
              <a:avLst/>
            </a:prstGeom>
            <a:solidFill>
              <a:srgbClr val="81C9BA"/>
            </a:solidFill>
            <a:ln w="0">
              <a:noFill/>
              <a:prstDash val="solid"/>
            </a:ln>
          </p:spPr>
        </p:sp>
        <p:sp>
          <p:nvSpPr>
            <p:cNvPr id="1155" name="original-2d:900"/>
            <p:cNvSpPr>
              <a:spLocks noGrp="1"/>
            </p:cNvSpPr>
            <p:nvPr/>
          </p:nvSpPr>
          <p:spPr>
            <a:xfrm>
              <a:off x="5116259" y="2962593"/>
              <a:ext cx="84723" cy="94121"/>
            </a:xfrm>
            <a:prstGeom prst="rect">
              <a:avLst/>
            </a:prstGeom>
            <a:solidFill>
              <a:srgbClr val="81C9BA"/>
            </a:solidFill>
            <a:ln w="0">
              <a:noFill/>
              <a:prstDash val="solid"/>
            </a:ln>
          </p:spPr>
        </p:sp>
        <p:sp>
          <p:nvSpPr>
            <p:cNvPr id="1156" name="original-2d:901"/>
            <p:cNvSpPr>
              <a:spLocks noGrp="1"/>
            </p:cNvSpPr>
            <p:nvPr/>
          </p:nvSpPr>
          <p:spPr>
            <a:xfrm>
              <a:off x="5200841" y="2962593"/>
              <a:ext cx="84723" cy="94121"/>
            </a:xfrm>
            <a:prstGeom prst="rect">
              <a:avLst/>
            </a:prstGeom>
            <a:solidFill>
              <a:srgbClr val="DCE8ED"/>
            </a:solidFill>
            <a:ln w="0">
              <a:noFill/>
              <a:prstDash val="solid"/>
            </a:ln>
          </p:spPr>
        </p:sp>
        <p:sp>
          <p:nvSpPr>
            <p:cNvPr id="1157" name="original-2d:902"/>
            <p:cNvSpPr>
              <a:spLocks noGrp="1"/>
            </p:cNvSpPr>
            <p:nvPr/>
          </p:nvSpPr>
          <p:spPr>
            <a:xfrm>
              <a:off x="3593783" y="3056573"/>
              <a:ext cx="84723" cy="94121"/>
            </a:xfrm>
            <a:prstGeom prst="rect">
              <a:avLst/>
            </a:prstGeom>
            <a:solidFill>
              <a:srgbClr val="DCE8ED"/>
            </a:solidFill>
            <a:ln w="0">
              <a:noFill/>
              <a:prstDash val="solid"/>
            </a:ln>
          </p:spPr>
        </p:sp>
        <p:sp>
          <p:nvSpPr>
            <p:cNvPr id="1158" name="original-2d:903"/>
            <p:cNvSpPr>
              <a:spLocks noGrp="1"/>
            </p:cNvSpPr>
            <p:nvPr/>
          </p:nvSpPr>
          <p:spPr>
            <a:xfrm>
              <a:off x="3678365" y="3056573"/>
              <a:ext cx="84723" cy="94121"/>
            </a:xfrm>
            <a:prstGeom prst="rect">
              <a:avLst/>
            </a:prstGeom>
            <a:solidFill>
              <a:srgbClr val="DCE8ED"/>
            </a:solidFill>
            <a:ln w="0">
              <a:noFill/>
              <a:prstDash val="solid"/>
            </a:ln>
          </p:spPr>
        </p:sp>
        <p:sp>
          <p:nvSpPr>
            <p:cNvPr id="1159" name="original-2d:904"/>
            <p:cNvSpPr>
              <a:spLocks noGrp="1"/>
            </p:cNvSpPr>
            <p:nvPr/>
          </p:nvSpPr>
          <p:spPr>
            <a:xfrm>
              <a:off x="3762947" y="3056573"/>
              <a:ext cx="84723" cy="94121"/>
            </a:xfrm>
            <a:prstGeom prst="rect">
              <a:avLst/>
            </a:prstGeom>
            <a:solidFill>
              <a:srgbClr val="DCE8ED"/>
            </a:solidFill>
            <a:ln w="0">
              <a:noFill/>
              <a:prstDash val="solid"/>
            </a:ln>
          </p:spPr>
        </p:sp>
        <p:sp>
          <p:nvSpPr>
            <p:cNvPr id="1160" name="original-2d:905"/>
            <p:cNvSpPr>
              <a:spLocks noGrp="1"/>
            </p:cNvSpPr>
            <p:nvPr/>
          </p:nvSpPr>
          <p:spPr>
            <a:xfrm>
              <a:off x="3847529" y="3056573"/>
              <a:ext cx="84723" cy="94121"/>
            </a:xfrm>
            <a:prstGeom prst="rect">
              <a:avLst/>
            </a:prstGeom>
            <a:solidFill>
              <a:srgbClr val="DCE8ED"/>
            </a:solidFill>
            <a:ln w="0">
              <a:noFill/>
              <a:prstDash val="solid"/>
            </a:ln>
          </p:spPr>
        </p:sp>
        <p:sp>
          <p:nvSpPr>
            <p:cNvPr id="1161" name="original-2d:906"/>
            <p:cNvSpPr>
              <a:spLocks noGrp="1"/>
            </p:cNvSpPr>
            <p:nvPr/>
          </p:nvSpPr>
          <p:spPr>
            <a:xfrm>
              <a:off x="3932111" y="3056573"/>
              <a:ext cx="84723" cy="94121"/>
            </a:xfrm>
            <a:prstGeom prst="rect">
              <a:avLst/>
            </a:prstGeom>
            <a:solidFill>
              <a:srgbClr val="81C9BA"/>
            </a:solidFill>
            <a:ln w="0">
              <a:noFill/>
              <a:prstDash val="solid"/>
            </a:ln>
          </p:spPr>
        </p:sp>
        <p:sp>
          <p:nvSpPr>
            <p:cNvPr id="1162" name="original-2d:907"/>
            <p:cNvSpPr>
              <a:spLocks noGrp="1"/>
            </p:cNvSpPr>
            <p:nvPr/>
          </p:nvSpPr>
          <p:spPr>
            <a:xfrm>
              <a:off x="4016693" y="3056573"/>
              <a:ext cx="84723" cy="94121"/>
            </a:xfrm>
            <a:prstGeom prst="rect">
              <a:avLst/>
            </a:prstGeom>
            <a:solidFill>
              <a:srgbClr val="81C9BA"/>
            </a:solidFill>
            <a:ln w="0">
              <a:noFill/>
              <a:prstDash val="solid"/>
            </a:ln>
          </p:spPr>
        </p:sp>
        <p:sp>
          <p:nvSpPr>
            <p:cNvPr id="1163" name="original-2d:908"/>
            <p:cNvSpPr>
              <a:spLocks noGrp="1"/>
            </p:cNvSpPr>
            <p:nvPr/>
          </p:nvSpPr>
          <p:spPr>
            <a:xfrm>
              <a:off x="4101275" y="3056573"/>
              <a:ext cx="84723" cy="94121"/>
            </a:xfrm>
            <a:prstGeom prst="rect">
              <a:avLst/>
            </a:prstGeom>
            <a:solidFill>
              <a:srgbClr val="81C9BA"/>
            </a:solidFill>
            <a:ln w="0">
              <a:noFill/>
              <a:prstDash val="solid"/>
            </a:ln>
          </p:spPr>
        </p:sp>
        <p:sp>
          <p:nvSpPr>
            <p:cNvPr id="1164" name="original-2d:909"/>
            <p:cNvSpPr>
              <a:spLocks noGrp="1"/>
            </p:cNvSpPr>
            <p:nvPr/>
          </p:nvSpPr>
          <p:spPr>
            <a:xfrm>
              <a:off x="4185857" y="3056573"/>
              <a:ext cx="84723" cy="94121"/>
            </a:xfrm>
            <a:prstGeom prst="rect">
              <a:avLst/>
            </a:prstGeom>
            <a:solidFill>
              <a:srgbClr val="81C9BA"/>
            </a:solidFill>
            <a:ln w="0">
              <a:noFill/>
              <a:prstDash val="solid"/>
            </a:ln>
          </p:spPr>
        </p:sp>
        <p:sp>
          <p:nvSpPr>
            <p:cNvPr id="1165" name="original-2d:910"/>
            <p:cNvSpPr>
              <a:spLocks noGrp="1"/>
            </p:cNvSpPr>
            <p:nvPr/>
          </p:nvSpPr>
          <p:spPr>
            <a:xfrm>
              <a:off x="4270439" y="3056573"/>
              <a:ext cx="84723" cy="94121"/>
            </a:xfrm>
            <a:prstGeom prst="rect">
              <a:avLst/>
            </a:prstGeom>
            <a:solidFill>
              <a:srgbClr val="D55E00"/>
            </a:solidFill>
            <a:ln w="0">
              <a:noFill/>
              <a:prstDash val="solid"/>
            </a:ln>
          </p:spPr>
        </p:sp>
        <p:sp>
          <p:nvSpPr>
            <p:cNvPr id="1166" name="original-2d:911"/>
            <p:cNvSpPr>
              <a:spLocks noGrp="1"/>
            </p:cNvSpPr>
            <p:nvPr/>
          </p:nvSpPr>
          <p:spPr>
            <a:xfrm>
              <a:off x="4355021" y="3056573"/>
              <a:ext cx="84723" cy="94121"/>
            </a:xfrm>
            <a:prstGeom prst="rect">
              <a:avLst/>
            </a:prstGeom>
            <a:solidFill>
              <a:srgbClr val="D55E00"/>
            </a:solidFill>
            <a:ln w="0">
              <a:noFill/>
              <a:prstDash val="solid"/>
            </a:ln>
          </p:spPr>
        </p:sp>
        <p:sp>
          <p:nvSpPr>
            <p:cNvPr id="1167" name="original-2d:912"/>
            <p:cNvSpPr>
              <a:spLocks noGrp="1"/>
            </p:cNvSpPr>
            <p:nvPr/>
          </p:nvSpPr>
          <p:spPr>
            <a:xfrm>
              <a:off x="4439603" y="3056573"/>
              <a:ext cx="84723" cy="94121"/>
            </a:xfrm>
            <a:prstGeom prst="rect">
              <a:avLst/>
            </a:prstGeom>
            <a:solidFill>
              <a:srgbClr val="D55E00"/>
            </a:solidFill>
            <a:ln w="0">
              <a:noFill/>
              <a:prstDash val="solid"/>
            </a:ln>
          </p:spPr>
        </p:sp>
        <p:sp>
          <p:nvSpPr>
            <p:cNvPr id="1168" name="original-2d:913"/>
            <p:cNvSpPr>
              <a:spLocks noGrp="1"/>
            </p:cNvSpPr>
            <p:nvPr/>
          </p:nvSpPr>
          <p:spPr>
            <a:xfrm>
              <a:off x="4524185" y="3056573"/>
              <a:ext cx="84723" cy="94121"/>
            </a:xfrm>
            <a:prstGeom prst="rect">
              <a:avLst/>
            </a:prstGeom>
            <a:solidFill>
              <a:srgbClr val="D55E00"/>
            </a:solidFill>
            <a:ln w="0">
              <a:noFill/>
              <a:prstDash val="solid"/>
            </a:ln>
          </p:spPr>
        </p:sp>
        <p:sp>
          <p:nvSpPr>
            <p:cNvPr id="1169" name="original-2d:914"/>
            <p:cNvSpPr>
              <a:spLocks noGrp="1"/>
            </p:cNvSpPr>
            <p:nvPr/>
          </p:nvSpPr>
          <p:spPr>
            <a:xfrm>
              <a:off x="4608767" y="3056573"/>
              <a:ext cx="84723" cy="94121"/>
            </a:xfrm>
            <a:prstGeom prst="rect">
              <a:avLst/>
            </a:prstGeom>
            <a:solidFill>
              <a:srgbClr val="81C9BA"/>
            </a:solidFill>
            <a:ln w="0">
              <a:noFill/>
              <a:prstDash val="solid"/>
            </a:ln>
          </p:spPr>
        </p:sp>
        <p:sp>
          <p:nvSpPr>
            <p:cNvPr id="1170" name="original-2d:915"/>
            <p:cNvSpPr>
              <a:spLocks noGrp="1"/>
            </p:cNvSpPr>
            <p:nvPr/>
          </p:nvSpPr>
          <p:spPr>
            <a:xfrm>
              <a:off x="4693349" y="3056573"/>
              <a:ext cx="84723" cy="94121"/>
            </a:xfrm>
            <a:prstGeom prst="rect">
              <a:avLst/>
            </a:prstGeom>
            <a:solidFill>
              <a:srgbClr val="81C9BA"/>
            </a:solidFill>
            <a:ln w="0">
              <a:noFill/>
              <a:prstDash val="solid"/>
            </a:ln>
          </p:spPr>
        </p:sp>
        <p:sp>
          <p:nvSpPr>
            <p:cNvPr id="1171" name="original-2d:916"/>
            <p:cNvSpPr>
              <a:spLocks noGrp="1"/>
            </p:cNvSpPr>
            <p:nvPr/>
          </p:nvSpPr>
          <p:spPr>
            <a:xfrm>
              <a:off x="4777931" y="3056573"/>
              <a:ext cx="84723" cy="94121"/>
            </a:xfrm>
            <a:prstGeom prst="rect">
              <a:avLst/>
            </a:prstGeom>
            <a:solidFill>
              <a:srgbClr val="81C9BA"/>
            </a:solidFill>
            <a:ln w="0">
              <a:noFill/>
              <a:prstDash val="solid"/>
            </a:ln>
          </p:spPr>
        </p:sp>
        <p:sp>
          <p:nvSpPr>
            <p:cNvPr id="1172" name="original-2d:917"/>
            <p:cNvSpPr>
              <a:spLocks noGrp="1"/>
            </p:cNvSpPr>
            <p:nvPr/>
          </p:nvSpPr>
          <p:spPr>
            <a:xfrm>
              <a:off x="4862513" y="3056573"/>
              <a:ext cx="84723" cy="94121"/>
            </a:xfrm>
            <a:prstGeom prst="rect">
              <a:avLst/>
            </a:prstGeom>
            <a:solidFill>
              <a:srgbClr val="81C9BA"/>
            </a:solidFill>
            <a:ln w="0">
              <a:noFill/>
              <a:prstDash val="solid"/>
            </a:ln>
          </p:spPr>
        </p:sp>
        <p:sp>
          <p:nvSpPr>
            <p:cNvPr id="1173" name="original-2d:918"/>
            <p:cNvSpPr>
              <a:spLocks noGrp="1"/>
            </p:cNvSpPr>
            <p:nvPr/>
          </p:nvSpPr>
          <p:spPr>
            <a:xfrm>
              <a:off x="4947095" y="3056573"/>
              <a:ext cx="84723" cy="94121"/>
            </a:xfrm>
            <a:prstGeom prst="rect">
              <a:avLst/>
            </a:prstGeom>
            <a:solidFill>
              <a:srgbClr val="81C9BA"/>
            </a:solidFill>
            <a:ln w="0">
              <a:noFill/>
              <a:prstDash val="solid"/>
            </a:ln>
          </p:spPr>
        </p:sp>
        <p:sp>
          <p:nvSpPr>
            <p:cNvPr id="1174" name="original-2d:919"/>
            <p:cNvSpPr>
              <a:spLocks noGrp="1"/>
            </p:cNvSpPr>
            <p:nvPr/>
          </p:nvSpPr>
          <p:spPr>
            <a:xfrm>
              <a:off x="5031677" y="3056573"/>
              <a:ext cx="84723" cy="94121"/>
            </a:xfrm>
            <a:prstGeom prst="rect">
              <a:avLst/>
            </a:prstGeom>
            <a:solidFill>
              <a:srgbClr val="81C9BA"/>
            </a:solidFill>
            <a:ln w="0">
              <a:noFill/>
              <a:prstDash val="solid"/>
            </a:ln>
          </p:spPr>
        </p:sp>
        <p:sp>
          <p:nvSpPr>
            <p:cNvPr id="1175" name="original-2d:920"/>
            <p:cNvSpPr>
              <a:spLocks noGrp="1"/>
            </p:cNvSpPr>
            <p:nvPr/>
          </p:nvSpPr>
          <p:spPr>
            <a:xfrm>
              <a:off x="5116259" y="3056573"/>
              <a:ext cx="84723" cy="94121"/>
            </a:xfrm>
            <a:prstGeom prst="rect">
              <a:avLst/>
            </a:prstGeom>
            <a:solidFill>
              <a:srgbClr val="81C9BA"/>
            </a:solidFill>
            <a:ln w="0">
              <a:noFill/>
              <a:prstDash val="solid"/>
            </a:ln>
          </p:spPr>
        </p:sp>
        <p:sp>
          <p:nvSpPr>
            <p:cNvPr id="1176" name="original-2d:921"/>
            <p:cNvSpPr>
              <a:spLocks noGrp="1"/>
            </p:cNvSpPr>
            <p:nvPr/>
          </p:nvSpPr>
          <p:spPr>
            <a:xfrm>
              <a:off x="5200841" y="3056573"/>
              <a:ext cx="84723" cy="94121"/>
            </a:xfrm>
            <a:prstGeom prst="rect">
              <a:avLst/>
            </a:prstGeom>
            <a:solidFill>
              <a:srgbClr val="DCE8ED"/>
            </a:solidFill>
            <a:ln w="0">
              <a:noFill/>
              <a:prstDash val="solid"/>
            </a:ln>
          </p:spPr>
        </p:sp>
        <p:sp>
          <p:nvSpPr>
            <p:cNvPr id="1177" name="original-2d:922"/>
            <p:cNvSpPr>
              <a:spLocks noGrp="1"/>
            </p:cNvSpPr>
            <p:nvPr/>
          </p:nvSpPr>
          <p:spPr>
            <a:xfrm>
              <a:off x="3593783" y="3150553"/>
              <a:ext cx="84723" cy="94121"/>
            </a:xfrm>
            <a:prstGeom prst="rect">
              <a:avLst/>
            </a:prstGeom>
            <a:solidFill>
              <a:srgbClr val="DCE8ED"/>
            </a:solidFill>
            <a:ln w="0">
              <a:noFill/>
              <a:prstDash val="solid"/>
            </a:ln>
          </p:spPr>
        </p:sp>
        <p:sp>
          <p:nvSpPr>
            <p:cNvPr id="1178" name="original-2d:923"/>
            <p:cNvSpPr>
              <a:spLocks noGrp="1"/>
            </p:cNvSpPr>
            <p:nvPr/>
          </p:nvSpPr>
          <p:spPr>
            <a:xfrm>
              <a:off x="3678365" y="3150553"/>
              <a:ext cx="84723" cy="94121"/>
            </a:xfrm>
            <a:prstGeom prst="rect">
              <a:avLst/>
            </a:prstGeom>
            <a:solidFill>
              <a:srgbClr val="DCE8ED"/>
            </a:solidFill>
            <a:ln w="0">
              <a:noFill/>
              <a:prstDash val="solid"/>
            </a:ln>
          </p:spPr>
        </p:sp>
        <p:sp>
          <p:nvSpPr>
            <p:cNvPr id="1179" name="original-2d:924"/>
            <p:cNvSpPr>
              <a:spLocks noGrp="1"/>
            </p:cNvSpPr>
            <p:nvPr/>
          </p:nvSpPr>
          <p:spPr>
            <a:xfrm>
              <a:off x="3762947" y="3150553"/>
              <a:ext cx="84723" cy="94121"/>
            </a:xfrm>
            <a:prstGeom prst="rect">
              <a:avLst/>
            </a:prstGeom>
            <a:solidFill>
              <a:srgbClr val="DCE8ED"/>
            </a:solidFill>
            <a:ln w="0">
              <a:noFill/>
              <a:prstDash val="solid"/>
            </a:ln>
          </p:spPr>
        </p:sp>
        <p:sp>
          <p:nvSpPr>
            <p:cNvPr id="1180" name="original-2d:925"/>
            <p:cNvSpPr>
              <a:spLocks noGrp="1"/>
            </p:cNvSpPr>
            <p:nvPr/>
          </p:nvSpPr>
          <p:spPr>
            <a:xfrm>
              <a:off x="3847529" y="3150553"/>
              <a:ext cx="84723" cy="94121"/>
            </a:xfrm>
            <a:prstGeom prst="rect">
              <a:avLst/>
            </a:prstGeom>
            <a:solidFill>
              <a:srgbClr val="DCE8ED"/>
            </a:solidFill>
            <a:ln w="0">
              <a:noFill/>
              <a:prstDash val="solid"/>
            </a:ln>
          </p:spPr>
        </p:sp>
        <p:sp>
          <p:nvSpPr>
            <p:cNvPr id="1181" name="original-2d:926"/>
            <p:cNvSpPr>
              <a:spLocks noGrp="1"/>
            </p:cNvSpPr>
            <p:nvPr/>
          </p:nvSpPr>
          <p:spPr>
            <a:xfrm>
              <a:off x="3932111" y="3150553"/>
              <a:ext cx="84723" cy="94121"/>
            </a:xfrm>
            <a:prstGeom prst="rect">
              <a:avLst/>
            </a:prstGeom>
            <a:solidFill>
              <a:srgbClr val="DCE8ED"/>
            </a:solidFill>
            <a:ln w="0">
              <a:noFill/>
              <a:prstDash val="solid"/>
            </a:ln>
          </p:spPr>
        </p:sp>
        <p:sp>
          <p:nvSpPr>
            <p:cNvPr id="1182" name="original-2d:927"/>
            <p:cNvSpPr>
              <a:spLocks noGrp="1"/>
            </p:cNvSpPr>
            <p:nvPr/>
          </p:nvSpPr>
          <p:spPr>
            <a:xfrm>
              <a:off x="4016693" y="3150553"/>
              <a:ext cx="84723" cy="94121"/>
            </a:xfrm>
            <a:prstGeom prst="rect">
              <a:avLst/>
            </a:prstGeom>
            <a:solidFill>
              <a:srgbClr val="81C9BA"/>
            </a:solidFill>
            <a:ln w="0">
              <a:noFill/>
              <a:prstDash val="solid"/>
            </a:ln>
          </p:spPr>
        </p:sp>
        <p:sp>
          <p:nvSpPr>
            <p:cNvPr id="1183" name="original-2d:928"/>
            <p:cNvSpPr>
              <a:spLocks noGrp="1"/>
            </p:cNvSpPr>
            <p:nvPr/>
          </p:nvSpPr>
          <p:spPr>
            <a:xfrm>
              <a:off x="4101275" y="3150553"/>
              <a:ext cx="84723" cy="94121"/>
            </a:xfrm>
            <a:prstGeom prst="rect">
              <a:avLst/>
            </a:prstGeom>
            <a:solidFill>
              <a:srgbClr val="81C9BA"/>
            </a:solidFill>
            <a:ln w="0">
              <a:noFill/>
              <a:prstDash val="solid"/>
            </a:ln>
          </p:spPr>
        </p:sp>
        <p:sp>
          <p:nvSpPr>
            <p:cNvPr id="1184" name="original-2d:929"/>
            <p:cNvSpPr>
              <a:spLocks noGrp="1"/>
            </p:cNvSpPr>
            <p:nvPr/>
          </p:nvSpPr>
          <p:spPr>
            <a:xfrm>
              <a:off x="4185857" y="3150553"/>
              <a:ext cx="84723" cy="94121"/>
            </a:xfrm>
            <a:prstGeom prst="rect">
              <a:avLst/>
            </a:prstGeom>
            <a:solidFill>
              <a:srgbClr val="81C9BA"/>
            </a:solidFill>
            <a:ln w="0">
              <a:noFill/>
              <a:prstDash val="solid"/>
            </a:ln>
          </p:spPr>
        </p:sp>
        <p:sp>
          <p:nvSpPr>
            <p:cNvPr id="1185" name="original-2d:930"/>
            <p:cNvSpPr>
              <a:spLocks noGrp="1"/>
            </p:cNvSpPr>
            <p:nvPr/>
          </p:nvSpPr>
          <p:spPr>
            <a:xfrm>
              <a:off x="4270439" y="3150553"/>
              <a:ext cx="84723" cy="94121"/>
            </a:xfrm>
            <a:prstGeom prst="rect">
              <a:avLst/>
            </a:prstGeom>
            <a:solidFill>
              <a:srgbClr val="81C9BA"/>
            </a:solidFill>
            <a:ln w="0">
              <a:noFill/>
              <a:prstDash val="solid"/>
            </a:ln>
          </p:spPr>
        </p:sp>
        <p:sp>
          <p:nvSpPr>
            <p:cNvPr id="1186" name="original-2d:931"/>
            <p:cNvSpPr>
              <a:spLocks noGrp="1"/>
            </p:cNvSpPr>
            <p:nvPr/>
          </p:nvSpPr>
          <p:spPr>
            <a:xfrm>
              <a:off x="4355021" y="3150553"/>
              <a:ext cx="84723" cy="94121"/>
            </a:xfrm>
            <a:prstGeom prst="rect">
              <a:avLst/>
            </a:prstGeom>
            <a:solidFill>
              <a:srgbClr val="D55E00"/>
            </a:solidFill>
            <a:ln w="0">
              <a:noFill/>
              <a:prstDash val="solid"/>
            </a:ln>
          </p:spPr>
        </p:sp>
        <p:sp>
          <p:nvSpPr>
            <p:cNvPr id="1187" name="original-2d:932"/>
            <p:cNvSpPr>
              <a:spLocks noGrp="1"/>
            </p:cNvSpPr>
            <p:nvPr/>
          </p:nvSpPr>
          <p:spPr>
            <a:xfrm>
              <a:off x="4439603" y="3150553"/>
              <a:ext cx="84723" cy="94121"/>
            </a:xfrm>
            <a:prstGeom prst="rect">
              <a:avLst/>
            </a:prstGeom>
            <a:solidFill>
              <a:srgbClr val="D55E00"/>
            </a:solidFill>
            <a:ln w="0">
              <a:noFill/>
              <a:prstDash val="solid"/>
            </a:ln>
          </p:spPr>
        </p:sp>
        <p:sp>
          <p:nvSpPr>
            <p:cNvPr id="1188" name="original-2d:933"/>
            <p:cNvSpPr>
              <a:spLocks noGrp="1"/>
            </p:cNvSpPr>
            <p:nvPr/>
          </p:nvSpPr>
          <p:spPr>
            <a:xfrm>
              <a:off x="4524185" y="3150553"/>
              <a:ext cx="84723" cy="94121"/>
            </a:xfrm>
            <a:prstGeom prst="rect">
              <a:avLst/>
            </a:prstGeom>
            <a:solidFill>
              <a:srgbClr val="81C9BA"/>
            </a:solidFill>
            <a:ln w="0">
              <a:noFill/>
              <a:prstDash val="solid"/>
            </a:ln>
          </p:spPr>
        </p:sp>
        <p:sp>
          <p:nvSpPr>
            <p:cNvPr id="1189" name="original-2d:934"/>
            <p:cNvSpPr>
              <a:spLocks noGrp="1"/>
            </p:cNvSpPr>
            <p:nvPr/>
          </p:nvSpPr>
          <p:spPr>
            <a:xfrm>
              <a:off x="4608767" y="3150553"/>
              <a:ext cx="84723" cy="94121"/>
            </a:xfrm>
            <a:prstGeom prst="rect">
              <a:avLst/>
            </a:prstGeom>
            <a:solidFill>
              <a:srgbClr val="81C9BA"/>
            </a:solidFill>
            <a:ln w="0">
              <a:noFill/>
              <a:prstDash val="solid"/>
            </a:ln>
          </p:spPr>
        </p:sp>
        <p:sp>
          <p:nvSpPr>
            <p:cNvPr id="1190" name="original-2d:935"/>
            <p:cNvSpPr>
              <a:spLocks noGrp="1"/>
            </p:cNvSpPr>
            <p:nvPr/>
          </p:nvSpPr>
          <p:spPr>
            <a:xfrm>
              <a:off x="4693349" y="3150553"/>
              <a:ext cx="84723" cy="94121"/>
            </a:xfrm>
            <a:prstGeom prst="rect">
              <a:avLst/>
            </a:prstGeom>
            <a:solidFill>
              <a:srgbClr val="81C9BA"/>
            </a:solidFill>
            <a:ln w="0">
              <a:noFill/>
              <a:prstDash val="solid"/>
            </a:ln>
          </p:spPr>
        </p:sp>
        <p:sp>
          <p:nvSpPr>
            <p:cNvPr id="1191" name="original-2d:936"/>
            <p:cNvSpPr>
              <a:spLocks noGrp="1"/>
            </p:cNvSpPr>
            <p:nvPr/>
          </p:nvSpPr>
          <p:spPr>
            <a:xfrm>
              <a:off x="4777931" y="3150553"/>
              <a:ext cx="84723" cy="94121"/>
            </a:xfrm>
            <a:prstGeom prst="rect">
              <a:avLst/>
            </a:prstGeom>
            <a:solidFill>
              <a:srgbClr val="81C9BA"/>
            </a:solidFill>
            <a:ln w="0">
              <a:noFill/>
              <a:prstDash val="solid"/>
            </a:ln>
          </p:spPr>
        </p:sp>
        <p:sp>
          <p:nvSpPr>
            <p:cNvPr id="1192" name="original-2d:937"/>
            <p:cNvSpPr>
              <a:spLocks noGrp="1"/>
            </p:cNvSpPr>
            <p:nvPr/>
          </p:nvSpPr>
          <p:spPr>
            <a:xfrm>
              <a:off x="4862513" y="3150553"/>
              <a:ext cx="84723" cy="94121"/>
            </a:xfrm>
            <a:prstGeom prst="rect">
              <a:avLst/>
            </a:prstGeom>
            <a:solidFill>
              <a:srgbClr val="81C9BA"/>
            </a:solidFill>
            <a:ln w="0">
              <a:noFill/>
              <a:prstDash val="solid"/>
            </a:ln>
          </p:spPr>
        </p:sp>
        <p:sp>
          <p:nvSpPr>
            <p:cNvPr id="1193" name="original-2d:938"/>
            <p:cNvSpPr>
              <a:spLocks noGrp="1"/>
            </p:cNvSpPr>
            <p:nvPr/>
          </p:nvSpPr>
          <p:spPr>
            <a:xfrm>
              <a:off x="4947095" y="3150553"/>
              <a:ext cx="84723" cy="94121"/>
            </a:xfrm>
            <a:prstGeom prst="rect">
              <a:avLst/>
            </a:prstGeom>
            <a:solidFill>
              <a:srgbClr val="81C9BA"/>
            </a:solidFill>
            <a:ln w="0">
              <a:noFill/>
              <a:prstDash val="solid"/>
            </a:ln>
          </p:spPr>
        </p:sp>
        <p:sp>
          <p:nvSpPr>
            <p:cNvPr id="1194" name="original-2d:939"/>
            <p:cNvSpPr>
              <a:spLocks noGrp="1"/>
            </p:cNvSpPr>
            <p:nvPr/>
          </p:nvSpPr>
          <p:spPr>
            <a:xfrm>
              <a:off x="5031677" y="3150553"/>
              <a:ext cx="84723" cy="94121"/>
            </a:xfrm>
            <a:prstGeom prst="rect">
              <a:avLst/>
            </a:prstGeom>
            <a:solidFill>
              <a:srgbClr val="81C9BA"/>
            </a:solidFill>
            <a:ln w="0">
              <a:noFill/>
              <a:prstDash val="solid"/>
            </a:ln>
          </p:spPr>
        </p:sp>
        <p:sp>
          <p:nvSpPr>
            <p:cNvPr id="1195" name="original-2d:940"/>
            <p:cNvSpPr>
              <a:spLocks noGrp="1"/>
            </p:cNvSpPr>
            <p:nvPr/>
          </p:nvSpPr>
          <p:spPr>
            <a:xfrm>
              <a:off x="5116259" y="3150553"/>
              <a:ext cx="84723" cy="94121"/>
            </a:xfrm>
            <a:prstGeom prst="rect">
              <a:avLst/>
            </a:prstGeom>
            <a:solidFill>
              <a:srgbClr val="DCE8ED"/>
            </a:solidFill>
            <a:ln w="0">
              <a:noFill/>
              <a:prstDash val="solid"/>
            </a:ln>
          </p:spPr>
        </p:sp>
        <p:sp>
          <p:nvSpPr>
            <p:cNvPr id="1196" name="original-2d:941"/>
            <p:cNvSpPr>
              <a:spLocks noGrp="1"/>
            </p:cNvSpPr>
            <p:nvPr/>
          </p:nvSpPr>
          <p:spPr>
            <a:xfrm>
              <a:off x="5200841" y="3150553"/>
              <a:ext cx="84723" cy="94121"/>
            </a:xfrm>
            <a:prstGeom prst="rect">
              <a:avLst/>
            </a:prstGeom>
            <a:solidFill>
              <a:srgbClr val="DCE8ED"/>
            </a:solidFill>
            <a:ln w="0">
              <a:noFill/>
              <a:prstDash val="solid"/>
            </a:ln>
          </p:spPr>
        </p:sp>
        <p:sp>
          <p:nvSpPr>
            <p:cNvPr id="1197" name="original-2d:942"/>
            <p:cNvSpPr>
              <a:spLocks noGrp="1"/>
            </p:cNvSpPr>
            <p:nvPr/>
          </p:nvSpPr>
          <p:spPr>
            <a:xfrm>
              <a:off x="3593783" y="3244533"/>
              <a:ext cx="84723" cy="94121"/>
            </a:xfrm>
            <a:prstGeom prst="rect">
              <a:avLst/>
            </a:prstGeom>
            <a:solidFill>
              <a:srgbClr val="DCE8ED"/>
            </a:solidFill>
            <a:ln w="0">
              <a:noFill/>
              <a:prstDash val="solid"/>
            </a:ln>
          </p:spPr>
        </p:sp>
        <p:sp>
          <p:nvSpPr>
            <p:cNvPr id="1198" name="original-2d:943"/>
            <p:cNvSpPr>
              <a:spLocks noGrp="1"/>
            </p:cNvSpPr>
            <p:nvPr/>
          </p:nvSpPr>
          <p:spPr>
            <a:xfrm>
              <a:off x="3678365" y="3244533"/>
              <a:ext cx="84723" cy="94121"/>
            </a:xfrm>
            <a:prstGeom prst="rect">
              <a:avLst/>
            </a:prstGeom>
            <a:solidFill>
              <a:srgbClr val="DCE8ED"/>
            </a:solidFill>
            <a:ln w="0">
              <a:noFill/>
              <a:prstDash val="solid"/>
            </a:ln>
          </p:spPr>
        </p:sp>
        <p:sp>
          <p:nvSpPr>
            <p:cNvPr id="1199" name="original-2d:944"/>
            <p:cNvSpPr>
              <a:spLocks noGrp="1"/>
            </p:cNvSpPr>
            <p:nvPr/>
          </p:nvSpPr>
          <p:spPr>
            <a:xfrm>
              <a:off x="3762947" y="3244533"/>
              <a:ext cx="84723" cy="94121"/>
            </a:xfrm>
            <a:prstGeom prst="rect">
              <a:avLst/>
            </a:prstGeom>
            <a:solidFill>
              <a:srgbClr val="DCE8ED"/>
            </a:solidFill>
            <a:ln w="0">
              <a:noFill/>
              <a:prstDash val="solid"/>
            </a:ln>
          </p:spPr>
        </p:sp>
        <p:sp>
          <p:nvSpPr>
            <p:cNvPr id="1200" name="original-2d:945"/>
            <p:cNvSpPr>
              <a:spLocks noGrp="1"/>
            </p:cNvSpPr>
            <p:nvPr/>
          </p:nvSpPr>
          <p:spPr>
            <a:xfrm>
              <a:off x="3847529" y="3244533"/>
              <a:ext cx="84723" cy="94121"/>
            </a:xfrm>
            <a:prstGeom prst="rect">
              <a:avLst/>
            </a:prstGeom>
            <a:solidFill>
              <a:srgbClr val="DCE8ED"/>
            </a:solidFill>
            <a:ln w="0">
              <a:noFill/>
              <a:prstDash val="solid"/>
            </a:ln>
          </p:spPr>
        </p:sp>
        <p:sp>
          <p:nvSpPr>
            <p:cNvPr id="1201" name="original-2d:946"/>
            <p:cNvSpPr>
              <a:spLocks noGrp="1"/>
            </p:cNvSpPr>
            <p:nvPr/>
          </p:nvSpPr>
          <p:spPr>
            <a:xfrm>
              <a:off x="3932111" y="3244533"/>
              <a:ext cx="84723" cy="94121"/>
            </a:xfrm>
            <a:prstGeom prst="rect">
              <a:avLst/>
            </a:prstGeom>
            <a:solidFill>
              <a:srgbClr val="DCE8ED"/>
            </a:solidFill>
            <a:ln w="0">
              <a:noFill/>
              <a:prstDash val="solid"/>
            </a:ln>
          </p:spPr>
        </p:sp>
        <p:sp>
          <p:nvSpPr>
            <p:cNvPr id="1202" name="original-2d:947"/>
            <p:cNvSpPr>
              <a:spLocks noGrp="1"/>
            </p:cNvSpPr>
            <p:nvPr/>
          </p:nvSpPr>
          <p:spPr>
            <a:xfrm>
              <a:off x="4016693" y="3244533"/>
              <a:ext cx="84723" cy="94121"/>
            </a:xfrm>
            <a:prstGeom prst="rect">
              <a:avLst/>
            </a:prstGeom>
            <a:solidFill>
              <a:srgbClr val="81C9BA"/>
            </a:solidFill>
            <a:ln w="0">
              <a:noFill/>
              <a:prstDash val="solid"/>
            </a:ln>
          </p:spPr>
        </p:sp>
        <p:sp>
          <p:nvSpPr>
            <p:cNvPr id="1203" name="original-2d:948"/>
            <p:cNvSpPr>
              <a:spLocks noGrp="1"/>
            </p:cNvSpPr>
            <p:nvPr/>
          </p:nvSpPr>
          <p:spPr>
            <a:xfrm>
              <a:off x="4101275" y="3244533"/>
              <a:ext cx="84723" cy="94121"/>
            </a:xfrm>
            <a:prstGeom prst="rect">
              <a:avLst/>
            </a:prstGeom>
            <a:solidFill>
              <a:srgbClr val="81C9BA"/>
            </a:solidFill>
            <a:ln w="0">
              <a:noFill/>
              <a:prstDash val="solid"/>
            </a:ln>
          </p:spPr>
        </p:sp>
        <p:sp>
          <p:nvSpPr>
            <p:cNvPr id="1204" name="original-2d:949"/>
            <p:cNvSpPr>
              <a:spLocks noGrp="1"/>
            </p:cNvSpPr>
            <p:nvPr/>
          </p:nvSpPr>
          <p:spPr>
            <a:xfrm>
              <a:off x="4185857" y="3244533"/>
              <a:ext cx="84723" cy="94121"/>
            </a:xfrm>
            <a:prstGeom prst="rect">
              <a:avLst/>
            </a:prstGeom>
            <a:solidFill>
              <a:srgbClr val="81C9BA"/>
            </a:solidFill>
            <a:ln w="0">
              <a:noFill/>
              <a:prstDash val="solid"/>
            </a:ln>
          </p:spPr>
        </p:sp>
        <p:sp>
          <p:nvSpPr>
            <p:cNvPr id="1205" name="original-2d:950"/>
            <p:cNvSpPr>
              <a:spLocks noGrp="1"/>
            </p:cNvSpPr>
            <p:nvPr/>
          </p:nvSpPr>
          <p:spPr>
            <a:xfrm>
              <a:off x="4270439" y="3244533"/>
              <a:ext cx="84723" cy="94121"/>
            </a:xfrm>
            <a:prstGeom prst="rect">
              <a:avLst/>
            </a:prstGeom>
            <a:solidFill>
              <a:srgbClr val="81C9BA"/>
            </a:solidFill>
            <a:ln w="0">
              <a:noFill/>
              <a:prstDash val="solid"/>
            </a:ln>
          </p:spPr>
        </p:sp>
        <p:sp>
          <p:nvSpPr>
            <p:cNvPr id="1206" name="original-2d:951"/>
            <p:cNvSpPr>
              <a:spLocks noGrp="1"/>
            </p:cNvSpPr>
            <p:nvPr/>
          </p:nvSpPr>
          <p:spPr>
            <a:xfrm>
              <a:off x="4355021" y="3244533"/>
              <a:ext cx="84723" cy="94121"/>
            </a:xfrm>
            <a:prstGeom prst="rect">
              <a:avLst/>
            </a:prstGeom>
            <a:solidFill>
              <a:srgbClr val="81C9BA"/>
            </a:solidFill>
            <a:ln w="0">
              <a:noFill/>
              <a:prstDash val="solid"/>
            </a:ln>
          </p:spPr>
        </p:sp>
        <p:sp>
          <p:nvSpPr>
            <p:cNvPr id="1207" name="original-2d:952"/>
            <p:cNvSpPr>
              <a:spLocks noGrp="1"/>
            </p:cNvSpPr>
            <p:nvPr/>
          </p:nvSpPr>
          <p:spPr>
            <a:xfrm>
              <a:off x="4439603" y="3244533"/>
              <a:ext cx="84723" cy="94121"/>
            </a:xfrm>
            <a:prstGeom prst="rect">
              <a:avLst/>
            </a:prstGeom>
            <a:solidFill>
              <a:srgbClr val="81C9BA"/>
            </a:solidFill>
            <a:ln w="0">
              <a:noFill/>
              <a:prstDash val="solid"/>
            </a:ln>
          </p:spPr>
        </p:sp>
        <p:sp>
          <p:nvSpPr>
            <p:cNvPr id="1208" name="original-2d:953"/>
            <p:cNvSpPr>
              <a:spLocks noGrp="1"/>
            </p:cNvSpPr>
            <p:nvPr/>
          </p:nvSpPr>
          <p:spPr>
            <a:xfrm>
              <a:off x="4524185" y="3244533"/>
              <a:ext cx="84723" cy="94121"/>
            </a:xfrm>
            <a:prstGeom prst="rect">
              <a:avLst/>
            </a:prstGeom>
            <a:solidFill>
              <a:srgbClr val="81C9BA"/>
            </a:solidFill>
            <a:ln w="0">
              <a:noFill/>
              <a:prstDash val="solid"/>
            </a:ln>
          </p:spPr>
        </p:sp>
        <p:sp>
          <p:nvSpPr>
            <p:cNvPr id="1209" name="original-2d:954"/>
            <p:cNvSpPr>
              <a:spLocks noGrp="1"/>
            </p:cNvSpPr>
            <p:nvPr/>
          </p:nvSpPr>
          <p:spPr>
            <a:xfrm>
              <a:off x="4608767" y="3244533"/>
              <a:ext cx="84723" cy="94121"/>
            </a:xfrm>
            <a:prstGeom prst="rect">
              <a:avLst/>
            </a:prstGeom>
            <a:solidFill>
              <a:srgbClr val="81C9BA"/>
            </a:solidFill>
            <a:ln w="0">
              <a:noFill/>
              <a:prstDash val="solid"/>
            </a:ln>
          </p:spPr>
        </p:sp>
        <p:sp>
          <p:nvSpPr>
            <p:cNvPr id="1210" name="original-2d:955"/>
            <p:cNvSpPr>
              <a:spLocks noGrp="1"/>
            </p:cNvSpPr>
            <p:nvPr/>
          </p:nvSpPr>
          <p:spPr>
            <a:xfrm>
              <a:off x="4693349" y="3244533"/>
              <a:ext cx="84723" cy="94121"/>
            </a:xfrm>
            <a:prstGeom prst="rect">
              <a:avLst/>
            </a:prstGeom>
            <a:solidFill>
              <a:srgbClr val="81C9BA"/>
            </a:solidFill>
            <a:ln w="0">
              <a:noFill/>
              <a:prstDash val="solid"/>
            </a:ln>
          </p:spPr>
        </p:sp>
        <p:sp>
          <p:nvSpPr>
            <p:cNvPr id="1211" name="original-2d:956"/>
            <p:cNvSpPr>
              <a:spLocks noGrp="1"/>
            </p:cNvSpPr>
            <p:nvPr/>
          </p:nvSpPr>
          <p:spPr>
            <a:xfrm>
              <a:off x="4777931" y="3244533"/>
              <a:ext cx="84723" cy="94121"/>
            </a:xfrm>
            <a:prstGeom prst="rect">
              <a:avLst/>
            </a:prstGeom>
            <a:solidFill>
              <a:srgbClr val="81C9BA"/>
            </a:solidFill>
            <a:ln w="0">
              <a:noFill/>
              <a:prstDash val="solid"/>
            </a:ln>
          </p:spPr>
        </p:sp>
        <p:sp>
          <p:nvSpPr>
            <p:cNvPr id="1212" name="original-2d:957"/>
            <p:cNvSpPr>
              <a:spLocks noGrp="1"/>
            </p:cNvSpPr>
            <p:nvPr/>
          </p:nvSpPr>
          <p:spPr>
            <a:xfrm>
              <a:off x="4862513" y="3244533"/>
              <a:ext cx="84723" cy="94121"/>
            </a:xfrm>
            <a:prstGeom prst="rect">
              <a:avLst/>
            </a:prstGeom>
            <a:solidFill>
              <a:srgbClr val="81C9BA"/>
            </a:solidFill>
            <a:ln w="0">
              <a:noFill/>
              <a:prstDash val="solid"/>
            </a:ln>
          </p:spPr>
        </p:sp>
        <p:sp>
          <p:nvSpPr>
            <p:cNvPr id="1213" name="original-2d:958"/>
            <p:cNvSpPr>
              <a:spLocks noGrp="1"/>
            </p:cNvSpPr>
            <p:nvPr/>
          </p:nvSpPr>
          <p:spPr>
            <a:xfrm>
              <a:off x="4947095" y="3244533"/>
              <a:ext cx="84723" cy="94121"/>
            </a:xfrm>
            <a:prstGeom prst="rect">
              <a:avLst/>
            </a:prstGeom>
            <a:solidFill>
              <a:srgbClr val="DCE8ED"/>
            </a:solidFill>
            <a:ln w="0">
              <a:noFill/>
              <a:prstDash val="solid"/>
            </a:ln>
          </p:spPr>
        </p:sp>
        <p:sp>
          <p:nvSpPr>
            <p:cNvPr id="1214" name="original-2d:959"/>
            <p:cNvSpPr>
              <a:spLocks noGrp="1"/>
            </p:cNvSpPr>
            <p:nvPr/>
          </p:nvSpPr>
          <p:spPr>
            <a:xfrm>
              <a:off x="5031677" y="3244533"/>
              <a:ext cx="84723" cy="94121"/>
            </a:xfrm>
            <a:prstGeom prst="rect">
              <a:avLst/>
            </a:prstGeom>
            <a:solidFill>
              <a:srgbClr val="DCE8ED"/>
            </a:solidFill>
            <a:ln w="0">
              <a:noFill/>
              <a:prstDash val="solid"/>
            </a:ln>
          </p:spPr>
        </p:sp>
        <p:sp>
          <p:nvSpPr>
            <p:cNvPr id="1215" name="original-2d:960"/>
            <p:cNvSpPr>
              <a:spLocks noGrp="1"/>
            </p:cNvSpPr>
            <p:nvPr/>
          </p:nvSpPr>
          <p:spPr>
            <a:xfrm>
              <a:off x="5116259" y="3244533"/>
              <a:ext cx="84723" cy="94121"/>
            </a:xfrm>
            <a:prstGeom prst="rect">
              <a:avLst/>
            </a:prstGeom>
            <a:solidFill>
              <a:srgbClr val="DCE8ED"/>
            </a:solidFill>
            <a:ln w="0">
              <a:noFill/>
              <a:prstDash val="solid"/>
            </a:ln>
          </p:spPr>
        </p:sp>
        <p:sp>
          <p:nvSpPr>
            <p:cNvPr id="1216" name="original-2d:961"/>
            <p:cNvSpPr>
              <a:spLocks noGrp="1"/>
            </p:cNvSpPr>
            <p:nvPr/>
          </p:nvSpPr>
          <p:spPr>
            <a:xfrm>
              <a:off x="5200841" y="3244533"/>
              <a:ext cx="84723" cy="94121"/>
            </a:xfrm>
            <a:prstGeom prst="rect">
              <a:avLst/>
            </a:prstGeom>
            <a:solidFill>
              <a:srgbClr val="DCE8ED"/>
            </a:solidFill>
            <a:ln w="0">
              <a:noFill/>
              <a:prstDash val="solid"/>
            </a:ln>
          </p:spPr>
        </p:sp>
        <p:sp>
          <p:nvSpPr>
            <p:cNvPr id="1217" name="original-2d:962"/>
            <p:cNvSpPr>
              <a:spLocks noGrp="1"/>
            </p:cNvSpPr>
            <p:nvPr/>
          </p:nvSpPr>
          <p:spPr>
            <a:xfrm>
              <a:off x="359378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18" name="original-2d:963"/>
            <p:cNvSpPr>
              <a:spLocks noGrp="1"/>
            </p:cNvSpPr>
            <p:nvPr/>
          </p:nvSpPr>
          <p:spPr>
            <a:xfrm>
              <a:off x="367836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19" name="original-2d:964"/>
            <p:cNvSpPr>
              <a:spLocks noGrp="1"/>
            </p:cNvSpPr>
            <p:nvPr/>
          </p:nvSpPr>
          <p:spPr>
            <a:xfrm>
              <a:off x="376294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0" name="original-2d:965"/>
            <p:cNvSpPr>
              <a:spLocks noGrp="1"/>
            </p:cNvSpPr>
            <p:nvPr/>
          </p:nvSpPr>
          <p:spPr>
            <a:xfrm>
              <a:off x="384752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1" name="original-2d:966"/>
            <p:cNvSpPr>
              <a:spLocks noGrp="1"/>
            </p:cNvSpPr>
            <p:nvPr/>
          </p:nvSpPr>
          <p:spPr>
            <a:xfrm>
              <a:off x="393211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2" name="original-2d:967"/>
            <p:cNvSpPr>
              <a:spLocks noGrp="1"/>
            </p:cNvSpPr>
            <p:nvPr/>
          </p:nvSpPr>
          <p:spPr>
            <a:xfrm>
              <a:off x="401669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3" name="original-2d:968"/>
            <p:cNvSpPr>
              <a:spLocks noGrp="1"/>
            </p:cNvSpPr>
            <p:nvPr/>
          </p:nvSpPr>
          <p:spPr>
            <a:xfrm>
              <a:off x="410127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4" name="original-2d:969"/>
            <p:cNvSpPr>
              <a:spLocks noGrp="1"/>
            </p:cNvSpPr>
            <p:nvPr/>
          </p:nvSpPr>
          <p:spPr>
            <a:xfrm>
              <a:off x="418585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5" name="original-2d:970"/>
            <p:cNvSpPr>
              <a:spLocks noGrp="1"/>
            </p:cNvSpPr>
            <p:nvPr/>
          </p:nvSpPr>
          <p:spPr>
            <a:xfrm>
              <a:off x="427043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6" name="original-2d:971"/>
            <p:cNvSpPr>
              <a:spLocks noGrp="1"/>
            </p:cNvSpPr>
            <p:nvPr/>
          </p:nvSpPr>
          <p:spPr>
            <a:xfrm>
              <a:off x="435502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7" name="original-2d:972"/>
            <p:cNvSpPr>
              <a:spLocks noGrp="1"/>
            </p:cNvSpPr>
            <p:nvPr/>
          </p:nvSpPr>
          <p:spPr>
            <a:xfrm>
              <a:off x="443960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8" name="original-2d:973"/>
            <p:cNvSpPr>
              <a:spLocks noGrp="1"/>
            </p:cNvSpPr>
            <p:nvPr/>
          </p:nvSpPr>
          <p:spPr>
            <a:xfrm>
              <a:off x="452418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9" name="original-2d:974"/>
            <p:cNvSpPr>
              <a:spLocks noGrp="1"/>
            </p:cNvSpPr>
            <p:nvPr/>
          </p:nvSpPr>
          <p:spPr>
            <a:xfrm>
              <a:off x="460876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0" name="original-2d:975"/>
            <p:cNvSpPr>
              <a:spLocks noGrp="1"/>
            </p:cNvSpPr>
            <p:nvPr/>
          </p:nvSpPr>
          <p:spPr>
            <a:xfrm>
              <a:off x="469334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1" name="original-2d:976"/>
            <p:cNvSpPr>
              <a:spLocks noGrp="1"/>
            </p:cNvSpPr>
            <p:nvPr/>
          </p:nvSpPr>
          <p:spPr>
            <a:xfrm>
              <a:off x="477793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2" name="original-2d:977"/>
            <p:cNvSpPr>
              <a:spLocks noGrp="1"/>
            </p:cNvSpPr>
            <p:nvPr/>
          </p:nvSpPr>
          <p:spPr>
            <a:xfrm>
              <a:off x="486251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3" name="original-2d:978"/>
            <p:cNvSpPr>
              <a:spLocks noGrp="1"/>
            </p:cNvSpPr>
            <p:nvPr/>
          </p:nvSpPr>
          <p:spPr>
            <a:xfrm>
              <a:off x="494709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4" name="original-2d:979"/>
            <p:cNvSpPr>
              <a:spLocks noGrp="1"/>
            </p:cNvSpPr>
            <p:nvPr/>
          </p:nvSpPr>
          <p:spPr>
            <a:xfrm>
              <a:off x="503167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5" name="original-2d:980"/>
            <p:cNvSpPr>
              <a:spLocks noGrp="1"/>
            </p:cNvSpPr>
            <p:nvPr/>
          </p:nvSpPr>
          <p:spPr>
            <a:xfrm>
              <a:off x="511625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6" name="original-2d:981"/>
            <p:cNvSpPr>
              <a:spLocks noGrp="1"/>
            </p:cNvSpPr>
            <p:nvPr/>
          </p:nvSpPr>
          <p:spPr>
            <a:xfrm>
              <a:off x="520084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7" name="original-2d:982"/>
            <p:cNvSpPr>
              <a:spLocks noGrp="1"/>
            </p:cNvSpPr>
            <p:nvPr/>
          </p:nvSpPr>
          <p:spPr>
            <a:xfrm>
              <a:off x="528542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8" name="original-2d:983"/>
            <p:cNvSpPr>
              <a:spLocks noGrp="1"/>
            </p:cNvSpPr>
            <p:nvPr/>
          </p:nvSpPr>
          <p:spPr>
            <a:xfrm>
              <a:off x="3593783" y="16468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39" name="original-2d:984"/>
            <p:cNvSpPr>
              <a:spLocks noGrp="1"/>
            </p:cNvSpPr>
            <p:nvPr/>
          </p:nvSpPr>
          <p:spPr>
            <a:xfrm>
              <a:off x="3593783" y="17408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0" name="original-2d:985"/>
            <p:cNvSpPr>
              <a:spLocks noGrp="1"/>
            </p:cNvSpPr>
            <p:nvPr/>
          </p:nvSpPr>
          <p:spPr>
            <a:xfrm>
              <a:off x="3593783" y="18348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1" name="original-2d:986"/>
            <p:cNvSpPr>
              <a:spLocks noGrp="1"/>
            </p:cNvSpPr>
            <p:nvPr/>
          </p:nvSpPr>
          <p:spPr>
            <a:xfrm>
              <a:off x="3593783" y="19288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2" name="original-2d:987"/>
            <p:cNvSpPr>
              <a:spLocks noGrp="1"/>
            </p:cNvSpPr>
            <p:nvPr/>
          </p:nvSpPr>
          <p:spPr>
            <a:xfrm>
              <a:off x="3593783" y="202279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3" name="original-2d:988"/>
            <p:cNvSpPr>
              <a:spLocks noGrp="1"/>
            </p:cNvSpPr>
            <p:nvPr/>
          </p:nvSpPr>
          <p:spPr>
            <a:xfrm>
              <a:off x="3593783" y="21167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4" name="original-2d:989"/>
            <p:cNvSpPr>
              <a:spLocks noGrp="1"/>
            </p:cNvSpPr>
            <p:nvPr/>
          </p:nvSpPr>
          <p:spPr>
            <a:xfrm>
              <a:off x="3593783" y="22107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5" name="original-2d:990"/>
            <p:cNvSpPr>
              <a:spLocks noGrp="1"/>
            </p:cNvSpPr>
            <p:nvPr/>
          </p:nvSpPr>
          <p:spPr>
            <a:xfrm>
              <a:off x="3593783" y="23047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6" name="original-2d:991"/>
            <p:cNvSpPr>
              <a:spLocks noGrp="1"/>
            </p:cNvSpPr>
            <p:nvPr/>
          </p:nvSpPr>
          <p:spPr>
            <a:xfrm>
              <a:off x="3593783" y="23987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7" name="original-2d:992"/>
            <p:cNvSpPr>
              <a:spLocks noGrp="1"/>
            </p:cNvSpPr>
            <p:nvPr/>
          </p:nvSpPr>
          <p:spPr>
            <a:xfrm>
              <a:off x="3593783" y="249269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8" name="original-2d:993"/>
            <p:cNvSpPr>
              <a:spLocks noGrp="1"/>
            </p:cNvSpPr>
            <p:nvPr/>
          </p:nvSpPr>
          <p:spPr>
            <a:xfrm>
              <a:off x="3593783" y="25866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9" name="original-2d:994"/>
            <p:cNvSpPr>
              <a:spLocks noGrp="1"/>
            </p:cNvSpPr>
            <p:nvPr/>
          </p:nvSpPr>
          <p:spPr>
            <a:xfrm>
              <a:off x="3593783" y="26806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0" name="original-2d:995"/>
            <p:cNvSpPr>
              <a:spLocks noGrp="1"/>
            </p:cNvSpPr>
            <p:nvPr/>
          </p:nvSpPr>
          <p:spPr>
            <a:xfrm>
              <a:off x="3593783" y="27746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1" name="original-2d:996"/>
            <p:cNvSpPr>
              <a:spLocks noGrp="1"/>
            </p:cNvSpPr>
            <p:nvPr/>
          </p:nvSpPr>
          <p:spPr>
            <a:xfrm>
              <a:off x="3593783" y="28686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2" name="original-2d:997"/>
            <p:cNvSpPr>
              <a:spLocks noGrp="1"/>
            </p:cNvSpPr>
            <p:nvPr/>
          </p:nvSpPr>
          <p:spPr>
            <a:xfrm>
              <a:off x="3593783" y="296259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3" name="original-2d:998"/>
            <p:cNvSpPr>
              <a:spLocks noGrp="1"/>
            </p:cNvSpPr>
            <p:nvPr/>
          </p:nvSpPr>
          <p:spPr>
            <a:xfrm>
              <a:off x="3593783" y="30565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4" name="original-2d:999"/>
            <p:cNvSpPr>
              <a:spLocks noGrp="1"/>
            </p:cNvSpPr>
            <p:nvPr/>
          </p:nvSpPr>
          <p:spPr>
            <a:xfrm>
              <a:off x="3593783" y="31505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5" name="original-2d:1000"/>
            <p:cNvSpPr>
              <a:spLocks noGrp="1"/>
            </p:cNvSpPr>
            <p:nvPr/>
          </p:nvSpPr>
          <p:spPr>
            <a:xfrm>
              <a:off x="3593783" y="32445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6" name="original-2d:1001"/>
            <p:cNvSpPr>
              <a:spLocks noGrp="1"/>
            </p:cNvSpPr>
            <p:nvPr/>
          </p:nvSpPr>
          <p:spPr>
            <a:xfrm>
              <a:off x="3593783" y="33385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7" name="original-2d:1002"/>
            <p:cNvSpPr>
              <a:spLocks noGrp="1"/>
            </p:cNvSpPr>
            <p:nvPr/>
          </p:nvSpPr>
          <p:spPr>
            <a:xfrm>
              <a:off x="3593783" y="1646873"/>
              <a:ext cx="1691640" cy="1691640"/>
            </a:xfrm>
            <a:prstGeom prst="rect">
              <a:avLst/>
            </a:prstGeom>
            <a:noFill/>
            <a:ln w="8810">
              <a:solidFill>
                <a:srgbClr val="263238"/>
              </a:solidFill>
              <a:prstDash val="solid"/>
            </a:ln>
          </p:spPr>
        </p:sp>
        <p:sp>
          <p:nvSpPr>
            <p:cNvPr id="1258" name="original-2d:1003"/>
            <p:cNvSpPr>
              <a:spLocks noGrp="1"/>
            </p:cNvSpPr>
            <p:nvPr/>
          </p:nvSpPr>
          <p:spPr>
            <a:xfrm>
              <a:off x="3655372" y="2364071"/>
              <a:ext cx="1646884" cy="665384"/>
            </a:xfrm>
            <a:custGeom>
              <a:avLst/>
              <a:gdLst/>
              <a:ahLst/>
              <a:cxnLst/>
              <a:pathLst>
                <a:path w="2225519" h="899168">
                  <a:moveTo>
                    <a:pt x="0" y="899168"/>
                  </a:moveTo>
                  <a:lnTo>
                    <a:pt x="2225519" y="0"/>
                  </a:lnTo>
                </a:path>
              </a:pathLst>
            </a:custGeom>
            <a:noFill/>
            <a:ln w="42291">
              <a:solidFill>
                <a:srgbClr val="FFFFFF"/>
              </a:solidFill>
              <a:prstDash val="solid"/>
            </a:ln>
          </p:spPr>
        </p:sp>
        <p:sp>
          <p:nvSpPr>
            <p:cNvPr id="1259" name="original-2d:1004"/>
            <p:cNvSpPr>
              <a:spLocks noGrp="1"/>
            </p:cNvSpPr>
            <p:nvPr/>
          </p:nvSpPr>
          <p:spPr>
            <a:xfrm>
              <a:off x="3655372" y="2364071"/>
              <a:ext cx="1646884" cy="665384"/>
            </a:xfrm>
            <a:custGeom>
              <a:avLst/>
              <a:gdLst/>
              <a:ahLst/>
              <a:cxnLst/>
              <a:pathLst>
                <a:path w="2225519" h="899168">
                  <a:moveTo>
                    <a:pt x="0" y="899168"/>
                  </a:moveTo>
                  <a:lnTo>
                    <a:pt x="2225519" y="0"/>
                  </a:lnTo>
                </a:path>
              </a:pathLst>
            </a:custGeom>
            <a:noFill/>
            <a:ln w="18326">
              <a:solidFill>
                <a:srgbClr val="7B8790"/>
              </a:solidFill>
              <a:prstDash val="solid"/>
            </a:ln>
          </p:spPr>
        </p:sp>
        <p:sp>
          <p:nvSpPr>
            <p:cNvPr id="1260" name="original-2d:1005"/>
            <p:cNvSpPr>
              <a:spLocks noGrp="1"/>
            </p:cNvSpPr>
            <p:nvPr/>
          </p:nvSpPr>
          <p:spPr>
            <a:xfrm>
              <a:off x="5217879" y="2362204"/>
              <a:ext cx="84377" cy="61823"/>
            </a:xfrm>
            <a:custGeom>
              <a:avLst/>
              <a:gdLst/>
              <a:ahLst/>
              <a:cxnLst/>
              <a:pathLst>
                <a:path w="114023" h="83545">
                  <a:moveTo>
                    <a:pt x="114023" y="2523"/>
                  </a:moveTo>
                  <a:lnTo>
                    <a:pt x="0" y="0"/>
                  </a:lnTo>
                  <a:lnTo>
                    <a:pt x="33754" y="83545"/>
                  </a:lnTo>
                  <a:close/>
                </a:path>
              </a:pathLst>
            </a:custGeom>
            <a:solidFill>
              <a:srgbClr val="7B8790"/>
            </a:solidFill>
            <a:ln w="0">
              <a:noFill/>
              <a:prstDash val="solid"/>
            </a:ln>
          </p:spPr>
        </p:sp>
        <p:sp>
          <p:nvSpPr>
            <p:cNvPr id="1261" name="original-2d:1006"/>
            <p:cNvSpPr>
              <a:spLocks noGrp="1"/>
            </p:cNvSpPr>
            <p:nvPr/>
          </p:nvSpPr>
          <p:spPr>
            <a:xfrm>
              <a:off x="5330450" y="2145567"/>
              <a:ext cx="232601" cy="253746"/>
            </a:xfrm>
            <a:prstGeom prst="rect">
              <a:avLst/>
            </a:prstGeom>
            <a:noFill/>
            <a:ln w="0">
              <a:noFill/>
              <a:prstDash val="solid"/>
            </a:ln>
          </p:spPr>
          <p:txBody>
            <a:bodyPr wrap="none" lIns="0" tIns="0" rIns="0" bIns="0" anchor="ctr">
              <a:normAutofit/>
            </a:bodyPr>
            <a:lstStyle>
              <a:defPPr algn="ctr">
                <a:defRPr sz="1610" b="0">
                  <a:solidFill>
                    <a:srgbClr val="7B8790"/>
                  </a:solidFill>
                  <a:latin typeface="Arial" panose="020B0604020202090204"/>
                  <a:ea typeface="Arial" panose="020B0604020202090204"/>
                  <a:cs typeface="Arial" panose="020B0604020202090204"/>
                </a:defRPr>
              </a:defPPr>
              <a:lvl1pPr algn="ctr">
                <a:defRPr sz="1610" b="0">
                  <a:solidFill>
                    <a:srgbClr val="7B8790"/>
                  </a:solidFill>
                  <a:latin typeface="Arial" panose="020B0604020202090204"/>
                  <a:ea typeface="Arial" panose="020B0604020202090204"/>
                  <a:cs typeface="Arial" panose="020B0604020202090204"/>
                </a:defRPr>
              </a:lvl1pPr>
              <a:lvl2pPr algn="ctr">
                <a:defRPr sz="1610" b="0">
                  <a:solidFill>
                    <a:srgbClr val="7B8790"/>
                  </a:solidFill>
                  <a:latin typeface="Arial" panose="020B0604020202090204"/>
                  <a:ea typeface="Arial" panose="020B0604020202090204"/>
                  <a:cs typeface="Arial" panose="020B0604020202090204"/>
                </a:defRPr>
              </a:lvl2pPr>
              <a:lvl3pPr algn="ctr">
                <a:defRPr sz="1610" b="0">
                  <a:solidFill>
                    <a:srgbClr val="7B8790"/>
                  </a:solidFill>
                  <a:latin typeface="Arial" panose="020B0604020202090204"/>
                  <a:ea typeface="Arial" panose="020B0604020202090204"/>
                  <a:cs typeface="Arial" panose="020B0604020202090204"/>
                </a:defRPr>
              </a:lvl3pPr>
              <a:lvl4pPr algn="ctr">
                <a:defRPr sz="1610" b="0">
                  <a:solidFill>
                    <a:srgbClr val="7B8790"/>
                  </a:solidFill>
                  <a:latin typeface="Arial" panose="020B0604020202090204"/>
                  <a:ea typeface="Arial" panose="020B0604020202090204"/>
                  <a:cs typeface="Arial" panose="020B0604020202090204"/>
                </a:defRPr>
              </a:lvl4pPr>
              <a:lvl5pPr algn="ctr">
                <a:defRPr sz="1610" b="0">
                  <a:solidFill>
                    <a:srgbClr val="7B8790"/>
                  </a:solidFill>
                  <a:latin typeface="Arial" panose="020B0604020202090204"/>
                  <a:ea typeface="Arial" panose="020B0604020202090204"/>
                  <a:cs typeface="Arial" panose="020B0604020202090204"/>
                </a:defRPr>
              </a:lvl5pPr>
              <a:lvl6pPr algn="ctr">
                <a:defRPr sz="1610" b="0">
                  <a:solidFill>
                    <a:srgbClr val="7B8790"/>
                  </a:solidFill>
                  <a:latin typeface="Arial" panose="020B0604020202090204"/>
                  <a:ea typeface="Arial" panose="020B0604020202090204"/>
                  <a:cs typeface="Arial" panose="020B0604020202090204"/>
                </a:defRPr>
              </a:lvl6pPr>
              <a:lvl7pPr algn="ctr">
                <a:defRPr sz="1610" b="0">
                  <a:solidFill>
                    <a:srgbClr val="7B8790"/>
                  </a:solidFill>
                  <a:latin typeface="Arial" panose="020B0604020202090204"/>
                  <a:ea typeface="Arial" panose="020B0604020202090204"/>
                  <a:cs typeface="Arial" panose="020B0604020202090204"/>
                </a:defRPr>
              </a:lvl7pPr>
              <a:lvl8pPr algn="ctr">
                <a:defRPr sz="1610" b="0">
                  <a:solidFill>
                    <a:srgbClr val="7B8790"/>
                  </a:solidFill>
                  <a:latin typeface="Arial" panose="020B0604020202090204"/>
                  <a:ea typeface="Arial" panose="020B0604020202090204"/>
                  <a:cs typeface="Arial" panose="020B0604020202090204"/>
                </a:defRPr>
              </a:lvl8pPr>
              <a:lvl9pPr algn="ctr">
                <a:defRPr sz="1610" b="0">
                  <a:solidFill>
                    <a:srgbClr val="7B8790"/>
                  </a:solidFill>
                  <a:latin typeface="Arial" panose="020B0604020202090204"/>
                  <a:ea typeface="Arial" panose="020B0604020202090204"/>
                  <a:cs typeface="Arial" panose="020B0604020202090204"/>
                </a:defRPr>
              </a:lvl9pPr>
            </a:lstStyle>
            <a:p>
              <a:pPr algn="ctr">
                <a:buNone/>
                <a:defRPr sz="1610" b="0">
                  <a:solidFill>
                    <a:srgbClr val="7B8790"/>
                  </a:solidFill>
                  <a:latin typeface="Arial" panose="020B0604020202090204"/>
                  <a:ea typeface="Arial" panose="020B0604020202090204"/>
                  <a:cs typeface="Arial" panose="020B0604020202090204"/>
                </a:defRPr>
              </a:pPr>
              <a:r>
                <a:rPr sz="1610" b="0">
                  <a:solidFill>
                    <a:srgbClr val="7B8790"/>
                  </a:solidFill>
                  <a:latin typeface="Arial" panose="020B0604020202090204"/>
                  <a:ea typeface="Arial" panose="020B0604020202090204"/>
                  <a:cs typeface="Arial" panose="020B0604020202090204"/>
                </a:rPr>
                <a:t>d</a:t>
              </a:r>
              <a:endParaRPr sz="1610" b="0">
                <a:solidFill>
                  <a:srgbClr val="7B8790"/>
                </a:solidFill>
                <a:latin typeface="Arial" panose="020B0604020202090204"/>
                <a:ea typeface="Arial" panose="020B0604020202090204"/>
                <a:cs typeface="Arial" panose="020B0604020202090204"/>
              </a:endParaRPr>
            </a:p>
          </p:txBody>
        </p:sp>
        <p:sp>
          <p:nvSpPr>
            <p:cNvPr id="1262" name="original-2d:1007"/>
            <p:cNvSpPr>
              <a:spLocks noGrp="1"/>
            </p:cNvSpPr>
            <p:nvPr/>
          </p:nvSpPr>
          <p:spPr>
            <a:xfrm>
              <a:off x="3693005" y="2338215"/>
              <a:ext cx="234807" cy="581168"/>
            </a:xfrm>
            <a:custGeom>
              <a:avLst/>
              <a:gdLst/>
              <a:ahLst/>
              <a:cxnLst/>
              <a:pathLst>
                <a:path w="317307" h="785362">
                  <a:moveTo>
                    <a:pt x="0" y="0"/>
                  </a:moveTo>
                  <a:lnTo>
                    <a:pt x="317307" y="785362"/>
                  </a:lnTo>
                </a:path>
              </a:pathLst>
            </a:custGeom>
            <a:noFill/>
            <a:ln w="7754">
              <a:solidFill>
                <a:srgbClr val="263238"/>
              </a:solidFill>
              <a:prstDash val="dash"/>
            </a:ln>
          </p:spPr>
        </p:sp>
        <p:sp>
          <p:nvSpPr>
            <p:cNvPr id="1263" name="original-2d:1008"/>
            <p:cNvSpPr>
              <a:spLocks noGrp="1"/>
            </p:cNvSpPr>
            <p:nvPr/>
          </p:nvSpPr>
          <p:spPr>
            <a:xfrm>
              <a:off x="3650714" y="2295924"/>
              <a:ext cx="84582" cy="84582"/>
            </a:xfrm>
            <a:prstGeom prst="ellipse">
              <a:avLst/>
            </a:prstGeom>
            <a:solidFill>
              <a:srgbClr val="0072B2"/>
            </a:solidFill>
            <a:ln w="7049">
              <a:solidFill>
                <a:srgbClr val="263238"/>
              </a:solidFill>
              <a:prstDash val="solid"/>
            </a:ln>
          </p:spPr>
        </p:sp>
        <p:sp>
          <p:nvSpPr>
            <p:cNvPr id="1264" name="original-2d:1009"/>
            <p:cNvSpPr>
              <a:spLocks noGrp="1"/>
            </p:cNvSpPr>
            <p:nvPr/>
          </p:nvSpPr>
          <p:spPr>
            <a:xfrm>
              <a:off x="3898913" y="2890484"/>
              <a:ext cx="57798" cy="57798"/>
            </a:xfrm>
            <a:prstGeom prst="ellipse">
              <a:avLst/>
            </a:prstGeom>
            <a:solidFill>
              <a:srgbClr val="0072B2"/>
            </a:solidFill>
            <a:ln w="7049">
              <a:solidFill>
                <a:srgbClr val="263238"/>
              </a:solidFill>
              <a:prstDash val="solid"/>
            </a:ln>
          </p:spPr>
        </p:sp>
        <p:sp>
          <p:nvSpPr>
            <p:cNvPr id="1265" name="original-2d:1010"/>
            <p:cNvSpPr>
              <a:spLocks noGrp="1"/>
            </p:cNvSpPr>
            <p:nvPr/>
          </p:nvSpPr>
          <p:spPr>
            <a:xfrm>
              <a:off x="3955076" y="2855153"/>
              <a:ext cx="18483" cy="45747"/>
            </a:xfrm>
            <a:custGeom>
              <a:avLst/>
              <a:gdLst/>
              <a:ahLst/>
              <a:cxnLst/>
              <a:pathLst>
                <a:path w="24977" h="61820">
                  <a:moveTo>
                    <a:pt x="24977" y="61820"/>
                  </a:moveTo>
                  <a:lnTo>
                    <a:pt x="0" y="0"/>
                  </a:lnTo>
                </a:path>
              </a:pathLst>
            </a:custGeom>
            <a:noFill/>
            <a:ln w="5639">
              <a:solidFill>
                <a:srgbClr val="263238"/>
              </a:solidFill>
              <a:prstDash val="solid"/>
            </a:ln>
          </p:spPr>
        </p:sp>
        <p:sp>
          <p:nvSpPr>
            <p:cNvPr id="1266" name="original-2d:1011"/>
            <p:cNvSpPr>
              <a:spLocks noGrp="1"/>
            </p:cNvSpPr>
            <p:nvPr/>
          </p:nvSpPr>
          <p:spPr>
            <a:xfrm>
              <a:off x="3909329" y="2855153"/>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67" name="original-2d:1012"/>
            <p:cNvSpPr>
              <a:spLocks noGrp="1"/>
            </p:cNvSpPr>
            <p:nvPr/>
          </p:nvSpPr>
          <p:spPr>
            <a:xfrm>
              <a:off x="4869351" y="1862940"/>
              <a:ext cx="234807" cy="581168"/>
            </a:xfrm>
            <a:custGeom>
              <a:avLst/>
              <a:gdLst/>
              <a:ahLst/>
              <a:cxnLst/>
              <a:pathLst>
                <a:path w="317307" h="785362">
                  <a:moveTo>
                    <a:pt x="0" y="0"/>
                  </a:moveTo>
                  <a:lnTo>
                    <a:pt x="317307" y="785362"/>
                  </a:lnTo>
                </a:path>
              </a:pathLst>
            </a:custGeom>
            <a:noFill/>
            <a:ln w="7754">
              <a:solidFill>
                <a:srgbClr val="263238"/>
              </a:solidFill>
              <a:prstDash val="dash"/>
            </a:ln>
          </p:spPr>
        </p:sp>
        <p:sp>
          <p:nvSpPr>
            <p:cNvPr id="1268" name="original-2d:1013"/>
            <p:cNvSpPr>
              <a:spLocks noGrp="1"/>
            </p:cNvSpPr>
            <p:nvPr/>
          </p:nvSpPr>
          <p:spPr>
            <a:xfrm>
              <a:off x="4827060" y="1820649"/>
              <a:ext cx="84582" cy="84582"/>
            </a:xfrm>
            <a:prstGeom prst="ellipse">
              <a:avLst/>
            </a:prstGeom>
            <a:solidFill>
              <a:srgbClr val="CC79A7"/>
            </a:solidFill>
            <a:ln w="7049">
              <a:solidFill>
                <a:srgbClr val="263238"/>
              </a:solidFill>
              <a:prstDash val="solid"/>
            </a:ln>
          </p:spPr>
        </p:sp>
        <p:sp>
          <p:nvSpPr>
            <p:cNvPr id="1269" name="original-2d:1014"/>
            <p:cNvSpPr>
              <a:spLocks noGrp="1"/>
            </p:cNvSpPr>
            <p:nvPr/>
          </p:nvSpPr>
          <p:spPr>
            <a:xfrm>
              <a:off x="5075259" y="2415209"/>
              <a:ext cx="57798" cy="57798"/>
            </a:xfrm>
            <a:prstGeom prst="ellipse">
              <a:avLst/>
            </a:prstGeom>
            <a:solidFill>
              <a:srgbClr val="CC79A7"/>
            </a:solidFill>
            <a:ln w="7049">
              <a:solidFill>
                <a:srgbClr val="263238"/>
              </a:solidFill>
              <a:prstDash val="solid"/>
            </a:ln>
          </p:spPr>
        </p:sp>
        <p:sp>
          <p:nvSpPr>
            <p:cNvPr id="1270" name="original-2d:1015"/>
            <p:cNvSpPr>
              <a:spLocks noGrp="1"/>
            </p:cNvSpPr>
            <p:nvPr/>
          </p:nvSpPr>
          <p:spPr>
            <a:xfrm>
              <a:off x="5131422" y="2379878"/>
              <a:ext cx="18483" cy="45747"/>
            </a:xfrm>
            <a:custGeom>
              <a:avLst/>
              <a:gdLst/>
              <a:ahLst/>
              <a:cxnLst/>
              <a:pathLst>
                <a:path w="24977" h="61820">
                  <a:moveTo>
                    <a:pt x="24977" y="61820"/>
                  </a:moveTo>
                  <a:lnTo>
                    <a:pt x="0" y="0"/>
                  </a:lnTo>
                </a:path>
              </a:pathLst>
            </a:custGeom>
            <a:noFill/>
            <a:ln w="5639">
              <a:solidFill>
                <a:srgbClr val="263238"/>
              </a:solidFill>
              <a:prstDash val="solid"/>
            </a:ln>
          </p:spPr>
        </p:sp>
        <p:sp>
          <p:nvSpPr>
            <p:cNvPr id="1271" name="original-2d:1016"/>
            <p:cNvSpPr>
              <a:spLocks noGrp="1"/>
            </p:cNvSpPr>
            <p:nvPr/>
          </p:nvSpPr>
          <p:spPr>
            <a:xfrm>
              <a:off x="5085675" y="2379878"/>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72" name="original-2d:1017"/>
            <p:cNvSpPr>
              <a:spLocks noGrp="1"/>
            </p:cNvSpPr>
            <p:nvPr/>
          </p:nvSpPr>
          <p:spPr>
            <a:xfrm>
              <a:off x="4319927" y="2760958"/>
              <a:ext cx="117248" cy="290199"/>
            </a:xfrm>
            <a:custGeom>
              <a:avLst/>
              <a:gdLst/>
              <a:ahLst/>
              <a:cxnLst/>
              <a:pathLst>
                <a:path w="158443" h="392161">
                  <a:moveTo>
                    <a:pt x="158443" y="392161"/>
                  </a:moveTo>
                  <a:lnTo>
                    <a:pt x="0" y="0"/>
                  </a:lnTo>
                </a:path>
              </a:pathLst>
            </a:custGeom>
            <a:noFill/>
            <a:ln w="7754">
              <a:solidFill>
                <a:srgbClr val="263238"/>
              </a:solidFill>
              <a:prstDash val="dash"/>
            </a:ln>
          </p:spPr>
        </p:sp>
        <p:sp>
          <p:nvSpPr>
            <p:cNvPr id="1273" name="original-2d:1018"/>
            <p:cNvSpPr>
              <a:spLocks noGrp="1"/>
            </p:cNvSpPr>
            <p:nvPr/>
          </p:nvSpPr>
          <p:spPr>
            <a:xfrm>
              <a:off x="4394884" y="3008866"/>
              <a:ext cx="84582" cy="84582"/>
            </a:xfrm>
            <a:prstGeom prst="ellipse">
              <a:avLst/>
            </a:prstGeom>
            <a:solidFill>
              <a:srgbClr val="D55E00"/>
            </a:solidFill>
            <a:ln w="7049">
              <a:solidFill>
                <a:srgbClr val="263238"/>
              </a:solidFill>
              <a:prstDash val="solid"/>
            </a:ln>
          </p:spPr>
        </p:sp>
        <p:sp>
          <p:nvSpPr>
            <p:cNvPr id="1274" name="original-2d:1019"/>
            <p:cNvSpPr>
              <a:spLocks noGrp="1"/>
            </p:cNvSpPr>
            <p:nvPr/>
          </p:nvSpPr>
          <p:spPr>
            <a:xfrm>
              <a:off x="4291028" y="2732059"/>
              <a:ext cx="57798" cy="57798"/>
            </a:xfrm>
            <a:prstGeom prst="ellipse">
              <a:avLst/>
            </a:prstGeom>
            <a:solidFill>
              <a:srgbClr val="D55E00"/>
            </a:solidFill>
            <a:ln w="7049">
              <a:solidFill>
                <a:srgbClr val="263238"/>
              </a:solidFill>
              <a:prstDash val="solid"/>
            </a:ln>
          </p:spPr>
        </p:sp>
        <p:sp>
          <p:nvSpPr>
            <p:cNvPr id="1275" name="original-2d:1020"/>
            <p:cNvSpPr>
              <a:spLocks noGrp="1"/>
            </p:cNvSpPr>
            <p:nvPr/>
          </p:nvSpPr>
          <p:spPr>
            <a:xfrm>
              <a:off x="4365674" y="2742475"/>
              <a:ext cx="18483" cy="45747"/>
            </a:xfrm>
            <a:custGeom>
              <a:avLst/>
              <a:gdLst/>
              <a:ahLst/>
              <a:cxnLst/>
              <a:pathLst>
                <a:path w="24977" h="61820">
                  <a:moveTo>
                    <a:pt x="0" y="0"/>
                  </a:moveTo>
                  <a:lnTo>
                    <a:pt x="24977" y="61820"/>
                  </a:lnTo>
                </a:path>
              </a:pathLst>
            </a:custGeom>
            <a:noFill/>
            <a:ln w="5639">
              <a:solidFill>
                <a:srgbClr val="263238"/>
              </a:solidFill>
              <a:prstDash val="solid"/>
            </a:ln>
          </p:spPr>
        </p:sp>
        <p:sp>
          <p:nvSpPr>
            <p:cNvPr id="1276" name="original-2d:1021"/>
            <p:cNvSpPr>
              <a:spLocks noGrp="1"/>
            </p:cNvSpPr>
            <p:nvPr/>
          </p:nvSpPr>
          <p:spPr>
            <a:xfrm>
              <a:off x="4338410" y="2788222"/>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77" name="original-2d:1022"/>
            <p:cNvSpPr>
              <a:spLocks noGrp="1"/>
            </p:cNvSpPr>
            <p:nvPr/>
          </p:nvSpPr>
          <p:spPr>
            <a:xfrm>
              <a:off x="4712042" y="2602533"/>
              <a:ext cx="117248" cy="290199"/>
            </a:xfrm>
            <a:custGeom>
              <a:avLst/>
              <a:gdLst/>
              <a:ahLst/>
              <a:cxnLst/>
              <a:pathLst>
                <a:path w="158443" h="392161">
                  <a:moveTo>
                    <a:pt x="158443" y="392161"/>
                  </a:moveTo>
                  <a:lnTo>
                    <a:pt x="0" y="0"/>
                  </a:lnTo>
                </a:path>
              </a:pathLst>
            </a:custGeom>
            <a:noFill/>
            <a:ln w="7754">
              <a:solidFill>
                <a:srgbClr val="263238"/>
              </a:solidFill>
              <a:prstDash val="dash"/>
            </a:ln>
          </p:spPr>
        </p:sp>
        <p:sp>
          <p:nvSpPr>
            <p:cNvPr id="1278" name="original-2d:1023"/>
            <p:cNvSpPr>
              <a:spLocks noGrp="1"/>
            </p:cNvSpPr>
            <p:nvPr/>
          </p:nvSpPr>
          <p:spPr>
            <a:xfrm>
              <a:off x="4786999" y="2850441"/>
              <a:ext cx="84582" cy="84582"/>
            </a:xfrm>
            <a:prstGeom prst="ellipse">
              <a:avLst/>
            </a:prstGeom>
            <a:solidFill>
              <a:srgbClr val="009E73"/>
            </a:solidFill>
            <a:ln w="7049">
              <a:solidFill>
                <a:srgbClr val="263238"/>
              </a:solidFill>
              <a:prstDash val="solid"/>
            </a:ln>
          </p:spPr>
        </p:sp>
        <p:sp>
          <p:nvSpPr>
            <p:cNvPr id="1279" name="original-2d:1024"/>
            <p:cNvSpPr>
              <a:spLocks noGrp="1"/>
            </p:cNvSpPr>
            <p:nvPr/>
          </p:nvSpPr>
          <p:spPr>
            <a:xfrm>
              <a:off x="4683144" y="2573634"/>
              <a:ext cx="57798" cy="57798"/>
            </a:xfrm>
            <a:prstGeom prst="ellipse">
              <a:avLst/>
            </a:prstGeom>
            <a:solidFill>
              <a:srgbClr val="009E73"/>
            </a:solidFill>
            <a:ln w="7049">
              <a:solidFill>
                <a:srgbClr val="263238"/>
              </a:solidFill>
              <a:prstDash val="solid"/>
            </a:ln>
          </p:spPr>
        </p:sp>
        <p:sp>
          <p:nvSpPr>
            <p:cNvPr id="1280" name="original-2d:1025"/>
            <p:cNvSpPr>
              <a:spLocks noGrp="1"/>
            </p:cNvSpPr>
            <p:nvPr/>
          </p:nvSpPr>
          <p:spPr>
            <a:xfrm>
              <a:off x="4757789" y="2584050"/>
              <a:ext cx="18483" cy="45747"/>
            </a:xfrm>
            <a:custGeom>
              <a:avLst/>
              <a:gdLst/>
              <a:ahLst/>
              <a:cxnLst/>
              <a:pathLst>
                <a:path w="24977" h="61820">
                  <a:moveTo>
                    <a:pt x="0" y="0"/>
                  </a:moveTo>
                  <a:lnTo>
                    <a:pt x="24977" y="61820"/>
                  </a:lnTo>
                </a:path>
              </a:pathLst>
            </a:custGeom>
            <a:noFill/>
            <a:ln w="5639">
              <a:solidFill>
                <a:srgbClr val="263238"/>
              </a:solidFill>
              <a:prstDash val="solid"/>
            </a:ln>
          </p:spPr>
        </p:sp>
        <p:sp>
          <p:nvSpPr>
            <p:cNvPr id="1281" name="original-2d:1026"/>
            <p:cNvSpPr>
              <a:spLocks noGrp="1"/>
            </p:cNvSpPr>
            <p:nvPr/>
          </p:nvSpPr>
          <p:spPr>
            <a:xfrm>
              <a:off x="4730525" y="2629797"/>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82" name="original-2d:1027"/>
            <p:cNvSpPr>
              <a:spLocks noGrp="1"/>
            </p:cNvSpPr>
            <p:nvPr/>
          </p:nvSpPr>
          <p:spPr>
            <a:xfrm>
              <a:off x="4453890" y="3381375"/>
              <a:ext cx="705" cy="259080"/>
            </a:xfrm>
            <a:custGeom>
              <a:avLst/>
              <a:gdLst/>
              <a:ahLst/>
              <a:cxnLst/>
              <a:pathLst>
                <a:path w="953" h="161925">
                  <a:moveTo>
                    <a:pt x="0" y="0"/>
                  </a:moveTo>
                  <a:lnTo>
                    <a:pt x="0" y="161925"/>
                  </a:lnTo>
                </a:path>
              </a:pathLst>
            </a:custGeom>
            <a:noFill/>
            <a:ln w="10573">
              <a:solidFill>
                <a:srgbClr val="91A5B4"/>
              </a:solidFill>
              <a:prstDash val="solid"/>
            </a:ln>
          </p:spPr>
        </p:sp>
        <p:sp>
          <p:nvSpPr>
            <p:cNvPr id="1283" name="original-2d:1028"/>
            <p:cNvSpPr>
              <a:spLocks noGrp="1"/>
            </p:cNvSpPr>
            <p:nvPr/>
          </p:nvSpPr>
          <p:spPr>
            <a:xfrm>
              <a:off x="4435705" y="3549015"/>
              <a:ext cx="36370" cy="91440"/>
            </a:xfrm>
            <a:custGeom>
              <a:avLst/>
              <a:gdLst/>
              <a:ahLst/>
              <a:cxnLst/>
              <a:pathLst>
                <a:path w="49149" h="57150">
                  <a:moveTo>
                    <a:pt x="24575" y="57150"/>
                  </a:moveTo>
                  <a:lnTo>
                    <a:pt x="49149" y="0"/>
                  </a:lnTo>
                  <a:lnTo>
                    <a:pt x="0" y="0"/>
                  </a:lnTo>
                  <a:close/>
                </a:path>
              </a:pathLst>
            </a:custGeom>
            <a:solidFill>
              <a:srgbClr val="91A5B4"/>
            </a:solidFill>
            <a:ln w="0">
              <a:noFill/>
              <a:prstDash val="solid"/>
            </a:ln>
          </p:spPr>
        </p:sp>
        <p:sp>
          <p:nvSpPr>
            <p:cNvPr id="1284" name="original-2d:1029"/>
            <p:cNvSpPr>
              <a:spLocks noGrp="1"/>
            </p:cNvSpPr>
            <p:nvPr/>
          </p:nvSpPr>
          <p:spPr>
            <a:xfrm>
              <a:off x="3474720" y="3878580"/>
              <a:ext cx="1807274" cy="715"/>
            </a:xfrm>
            <a:custGeom>
              <a:avLst/>
              <a:gdLst/>
              <a:ahLst/>
              <a:cxnLst/>
              <a:pathLst>
                <a:path w="3409950" h="953">
                  <a:moveTo>
                    <a:pt x="0" y="0"/>
                  </a:moveTo>
                  <a:lnTo>
                    <a:pt x="3409950" y="0"/>
                  </a:lnTo>
                </a:path>
              </a:pathLst>
            </a:custGeom>
            <a:noFill/>
            <a:ln w="8077">
              <a:solidFill>
                <a:srgbClr val="263238"/>
              </a:solidFill>
              <a:prstDash val="solid"/>
            </a:ln>
          </p:spPr>
        </p:sp>
        <p:sp>
          <p:nvSpPr>
            <p:cNvPr id="1285" name="original-2d:1030"/>
            <p:cNvSpPr>
              <a:spLocks noGrp="1"/>
            </p:cNvSpPr>
            <p:nvPr/>
          </p:nvSpPr>
          <p:spPr>
            <a:xfrm>
              <a:off x="5236559" y="3850934"/>
              <a:ext cx="45434" cy="55293"/>
            </a:xfrm>
            <a:custGeom>
              <a:avLst/>
              <a:gdLst/>
              <a:ahLst/>
              <a:cxnLst/>
              <a:pathLst>
                <a:path w="85725" h="73724">
                  <a:moveTo>
                    <a:pt x="85725" y="36862"/>
                  </a:moveTo>
                  <a:lnTo>
                    <a:pt x="0" y="0"/>
                  </a:lnTo>
                  <a:lnTo>
                    <a:pt x="0" y="73724"/>
                  </a:lnTo>
                  <a:close/>
                </a:path>
              </a:pathLst>
            </a:custGeom>
            <a:solidFill>
              <a:srgbClr val="263238"/>
            </a:solidFill>
            <a:ln w="0">
              <a:noFill/>
              <a:prstDash val="solid"/>
            </a:ln>
          </p:spPr>
        </p:sp>
        <p:sp>
          <p:nvSpPr>
            <p:cNvPr id="1286" name="original-2d:1031"/>
            <p:cNvSpPr>
              <a:spLocks noGrp="1"/>
            </p:cNvSpPr>
            <p:nvPr/>
          </p:nvSpPr>
          <p:spPr>
            <a:xfrm>
              <a:off x="3457219" y="3774996"/>
              <a:ext cx="216738" cy="207169"/>
            </a:xfrm>
            <a:prstGeom prst="rect">
              <a:avLst/>
            </a:prstGeom>
            <a:solidFill>
              <a:srgbClr val="0072B2"/>
            </a:solidFill>
            <a:ln w="4039">
              <a:solidFill>
                <a:srgbClr val="263238"/>
              </a:solidFill>
              <a:prstDash val="solid"/>
            </a:ln>
          </p:spPr>
        </p:sp>
        <p:sp>
          <p:nvSpPr>
            <p:cNvPr id="1287" name="original-2d:1032"/>
            <p:cNvSpPr>
              <a:spLocks noGrp="1"/>
            </p:cNvSpPr>
            <p:nvPr/>
          </p:nvSpPr>
          <p:spPr>
            <a:xfrm>
              <a:off x="3550444" y="3857149"/>
              <a:ext cx="30290" cy="42863"/>
            </a:xfrm>
            <a:prstGeom prst="ellipse">
              <a:avLst/>
            </a:prstGeom>
            <a:solidFill>
              <a:srgbClr val="263238"/>
            </a:solidFill>
            <a:ln w="0">
              <a:noFill/>
              <a:prstDash val="solid"/>
            </a:ln>
          </p:spPr>
        </p:sp>
        <p:sp>
          <p:nvSpPr>
            <p:cNvPr id="1288" name="original-2d:1033"/>
            <p:cNvSpPr>
              <a:spLocks noGrp="1"/>
            </p:cNvSpPr>
            <p:nvPr/>
          </p:nvSpPr>
          <p:spPr>
            <a:xfrm>
              <a:off x="3999065" y="3774996"/>
              <a:ext cx="216738" cy="207169"/>
            </a:xfrm>
            <a:prstGeom prst="rect">
              <a:avLst/>
            </a:prstGeom>
            <a:solidFill>
              <a:srgbClr val="D55E00"/>
            </a:solidFill>
            <a:ln w="4039">
              <a:solidFill>
                <a:srgbClr val="263238"/>
              </a:solidFill>
              <a:prstDash val="solid"/>
            </a:ln>
          </p:spPr>
        </p:sp>
        <p:sp>
          <p:nvSpPr>
            <p:cNvPr id="1289" name="original-2d:1034"/>
            <p:cNvSpPr>
              <a:spLocks noGrp="1"/>
            </p:cNvSpPr>
            <p:nvPr/>
          </p:nvSpPr>
          <p:spPr>
            <a:xfrm>
              <a:off x="4092289" y="3857149"/>
              <a:ext cx="30290" cy="42863"/>
            </a:xfrm>
            <a:prstGeom prst="ellipse">
              <a:avLst/>
            </a:prstGeom>
            <a:solidFill>
              <a:srgbClr val="263238"/>
            </a:solidFill>
            <a:ln w="0">
              <a:noFill/>
              <a:prstDash val="solid"/>
            </a:ln>
          </p:spPr>
        </p:sp>
        <p:sp>
          <p:nvSpPr>
            <p:cNvPr id="1290" name="original-2d:1035"/>
            <p:cNvSpPr>
              <a:spLocks noGrp="1"/>
            </p:cNvSpPr>
            <p:nvPr/>
          </p:nvSpPr>
          <p:spPr>
            <a:xfrm>
              <a:off x="4540910" y="3774996"/>
              <a:ext cx="216738" cy="207169"/>
            </a:xfrm>
            <a:prstGeom prst="rect">
              <a:avLst/>
            </a:prstGeom>
            <a:solidFill>
              <a:srgbClr val="009E73"/>
            </a:solidFill>
            <a:ln w="4039">
              <a:solidFill>
                <a:srgbClr val="263238"/>
              </a:solidFill>
              <a:prstDash val="solid"/>
            </a:ln>
          </p:spPr>
        </p:sp>
        <p:sp>
          <p:nvSpPr>
            <p:cNvPr id="1291" name="original-2d:1036"/>
            <p:cNvSpPr>
              <a:spLocks noGrp="1"/>
            </p:cNvSpPr>
            <p:nvPr/>
          </p:nvSpPr>
          <p:spPr>
            <a:xfrm>
              <a:off x="4634135" y="3857149"/>
              <a:ext cx="30290" cy="42863"/>
            </a:xfrm>
            <a:prstGeom prst="ellipse">
              <a:avLst/>
            </a:prstGeom>
            <a:solidFill>
              <a:srgbClr val="263238"/>
            </a:solidFill>
            <a:ln w="0">
              <a:noFill/>
              <a:prstDash val="solid"/>
            </a:ln>
          </p:spPr>
        </p:sp>
        <p:sp>
          <p:nvSpPr>
            <p:cNvPr id="1292" name="original-2d:1037"/>
            <p:cNvSpPr>
              <a:spLocks noGrp="1"/>
            </p:cNvSpPr>
            <p:nvPr/>
          </p:nvSpPr>
          <p:spPr>
            <a:xfrm>
              <a:off x="5082756" y="3774996"/>
              <a:ext cx="216738" cy="207169"/>
            </a:xfrm>
            <a:prstGeom prst="rect">
              <a:avLst/>
            </a:prstGeom>
            <a:solidFill>
              <a:srgbClr val="CC79A7"/>
            </a:solidFill>
            <a:ln w="4039">
              <a:solidFill>
                <a:srgbClr val="263238"/>
              </a:solidFill>
              <a:prstDash val="solid"/>
            </a:ln>
          </p:spPr>
        </p:sp>
        <p:sp>
          <p:nvSpPr>
            <p:cNvPr id="1293" name="original-2d:1038"/>
            <p:cNvSpPr>
              <a:spLocks noGrp="1"/>
            </p:cNvSpPr>
            <p:nvPr/>
          </p:nvSpPr>
          <p:spPr>
            <a:xfrm>
              <a:off x="5175980" y="3857149"/>
              <a:ext cx="30290" cy="42863"/>
            </a:xfrm>
            <a:prstGeom prst="ellipse">
              <a:avLst/>
            </a:prstGeom>
            <a:solidFill>
              <a:srgbClr val="263238"/>
            </a:solidFill>
            <a:ln w="0">
              <a:noFill/>
              <a:prstDash val="solid"/>
            </a:ln>
          </p:spPr>
        </p:sp>
        <p:sp>
          <p:nvSpPr>
            <p:cNvPr id="1294" name="original-2d:1039"/>
            <p:cNvSpPr>
              <a:spLocks noGrp="1"/>
            </p:cNvSpPr>
            <p:nvPr/>
          </p:nvSpPr>
          <p:spPr>
            <a:xfrm>
              <a:off x="5332476" y="3735705"/>
              <a:ext cx="156496" cy="257175"/>
            </a:xfrm>
            <a:prstGeom prst="rect">
              <a:avLst/>
            </a:prstGeom>
            <a:noFill/>
            <a:ln w="0">
              <a:noFill/>
              <a:prstDash val="solid"/>
            </a:ln>
          </p:spPr>
          <p:txBody>
            <a:bodyPr wrap="none" lIns="0" tIns="0" rIns="0" bIns="0" anchor="ctr">
              <a:normAutofit/>
            </a:bodyPr>
            <a:lstStyle>
              <a:defPPr algn="ctr">
                <a:defRPr sz="1575" b="0">
                  <a:solidFill>
                    <a:srgbClr val="7B8790"/>
                  </a:solidFill>
                  <a:latin typeface="Arial" panose="020B0604020202090204"/>
                  <a:ea typeface="Arial" panose="020B0604020202090204"/>
                  <a:cs typeface="Arial" panose="020B0604020202090204"/>
                </a:defRPr>
              </a:defPPr>
              <a:lvl1pPr algn="ctr">
                <a:defRPr sz="1575" b="0">
                  <a:solidFill>
                    <a:srgbClr val="7B8790"/>
                  </a:solidFill>
                  <a:latin typeface="Arial" panose="020B0604020202090204"/>
                  <a:ea typeface="Arial" panose="020B0604020202090204"/>
                  <a:cs typeface="Arial" panose="020B0604020202090204"/>
                </a:defRPr>
              </a:lvl1pPr>
              <a:lvl2pPr algn="ctr">
                <a:defRPr sz="1575" b="0">
                  <a:solidFill>
                    <a:srgbClr val="7B8790"/>
                  </a:solidFill>
                  <a:latin typeface="Arial" panose="020B0604020202090204"/>
                  <a:ea typeface="Arial" panose="020B0604020202090204"/>
                  <a:cs typeface="Arial" panose="020B0604020202090204"/>
                </a:defRPr>
              </a:lvl2pPr>
              <a:lvl3pPr algn="ctr">
                <a:defRPr sz="1575" b="0">
                  <a:solidFill>
                    <a:srgbClr val="7B8790"/>
                  </a:solidFill>
                  <a:latin typeface="Arial" panose="020B0604020202090204"/>
                  <a:ea typeface="Arial" panose="020B0604020202090204"/>
                  <a:cs typeface="Arial" panose="020B0604020202090204"/>
                </a:defRPr>
              </a:lvl3pPr>
              <a:lvl4pPr algn="ctr">
                <a:defRPr sz="1575" b="0">
                  <a:solidFill>
                    <a:srgbClr val="7B8790"/>
                  </a:solidFill>
                  <a:latin typeface="Arial" panose="020B0604020202090204"/>
                  <a:ea typeface="Arial" panose="020B0604020202090204"/>
                  <a:cs typeface="Arial" panose="020B0604020202090204"/>
                </a:defRPr>
              </a:lvl4pPr>
              <a:lvl5pPr algn="ctr">
                <a:defRPr sz="1575" b="0">
                  <a:solidFill>
                    <a:srgbClr val="7B8790"/>
                  </a:solidFill>
                  <a:latin typeface="Arial" panose="020B0604020202090204"/>
                  <a:ea typeface="Arial" panose="020B0604020202090204"/>
                  <a:cs typeface="Arial" panose="020B0604020202090204"/>
                </a:defRPr>
              </a:lvl5pPr>
              <a:lvl6pPr algn="ctr">
                <a:defRPr sz="1575" b="0">
                  <a:solidFill>
                    <a:srgbClr val="7B8790"/>
                  </a:solidFill>
                  <a:latin typeface="Arial" panose="020B0604020202090204"/>
                  <a:ea typeface="Arial" panose="020B0604020202090204"/>
                  <a:cs typeface="Arial" panose="020B0604020202090204"/>
                </a:defRPr>
              </a:lvl6pPr>
              <a:lvl7pPr algn="ctr">
                <a:defRPr sz="1575" b="0">
                  <a:solidFill>
                    <a:srgbClr val="7B8790"/>
                  </a:solidFill>
                  <a:latin typeface="Arial" panose="020B0604020202090204"/>
                  <a:ea typeface="Arial" panose="020B0604020202090204"/>
                  <a:cs typeface="Arial" panose="020B0604020202090204"/>
                </a:defRPr>
              </a:lvl7pPr>
              <a:lvl8pPr algn="ctr">
                <a:defRPr sz="1575" b="0">
                  <a:solidFill>
                    <a:srgbClr val="7B8790"/>
                  </a:solidFill>
                  <a:latin typeface="Arial" panose="020B0604020202090204"/>
                  <a:ea typeface="Arial" panose="020B0604020202090204"/>
                  <a:cs typeface="Arial" panose="020B0604020202090204"/>
                </a:defRPr>
              </a:lvl8pPr>
              <a:lvl9pPr algn="ctr">
                <a:defRPr sz="1575" b="0">
                  <a:solidFill>
                    <a:srgbClr val="7B8790"/>
                  </a:solidFill>
                  <a:latin typeface="Arial" panose="020B0604020202090204"/>
                  <a:ea typeface="Arial" panose="020B0604020202090204"/>
                  <a:cs typeface="Arial" panose="020B0604020202090204"/>
                </a:defRPr>
              </a:lvl9pPr>
            </a:lstStyle>
            <a:p>
              <a:pPr algn="ctr">
                <a:buNone/>
                <a:defRPr sz="1575" b="0">
                  <a:solidFill>
                    <a:srgbClr val="7B8790"/>
                  </a:solidFill>
                  <a:latin typeface="Arial" panose="020B0604020202090204"/>
                  <a:ea typeface="Arial" panose="020B0604020202090204"/>
                  <a:cs typeface="Arial" panose="020B0604020202090204"/>
                </a:defRPr>
              </a:pPr>
              <a:r>
                <a:rPr sz="1575" b="0">
                  <a:solidFill>
                    <a:srgbClr val="7B8790"/>
                  </a:solidFill>
                  <a:latin typeface="Arial" panose="020B0604020202090204"/>
                  <a:ea typeface="Arial" panose="020B0604020202090204"/>
                  <a:cs typeface="Arial" panose="020B0604020202090204"/>
                </a:rPr>
                <a:t>d</a:t>
              </a:r>
              <a:endParaRPr sz="1575" b="0">
                <a:solidFill>
                  <a:srgbClr val="7B8790"/>
                </a:solidFill>
                <a:latin typeface="Arial" panose="020B0604020202090204"/>
                <a:ea typeface="Arial" panose="020B0604020202090204"/>
                <a:cs typeface="Arial" panose="020B0604020202090204"/>
              </a:endParaRPr>
            </a:p>
          </p:txBody>
        </p:sp>
        <p:sp>
          <p:nvSpPr>
            <p:cNvPr id="1295" name="projection-3d:source-239"/>
            <p:cNvSpPr>
              <a:spLocks noGrp="1"/>
            </p:cNvSpPr>
            <p:nvPr/>
          </p:nvSpPr>
          <p:spPr>
            <a:xfrm>
              <a:off x="6003661" y="2698775"/>
              <a:ext cx="82205" cy="377236"/>
            </a:xfrm>
            <a:prstGeom prst="line">
              <a:avLst/>
            </a:prstGeom>
            <a:ln w="5156">
              <a:solidFill>
                <a:srgbClr val="0072B2">
                  <a:alpha val="96000"/>
                </a:srgbClr>
              </a:solidFill>
              <a:prstDash val="dash"/>
            </a:ln>
          </p:spPr>
        </p:sp>
        <p:sp>
          <p:nvSpPr>
            <p:cNvPr id="1296" name="projection-3d:source-240"/>
            <p:cNvSpPr>
              <a:spLocks noGrp="1"/>
            </p:cNvSpPr>
            <p:nvPr/>
          </p:nvSpPr>
          <p:spPr>
            <a:xfrm>
              <a:off x="5997429" y="2690825"/>
              <a:ext cx="12463" cy="15901"/>
            </a:xfrm>
            <a:prstGeom prst="ellipse">
              <a:avLst/>
            </a:prstGeom>
            <a:solidFill>
              <a:srgbClr val="0072B2">
                <a:alpha val="95000"/>
              </a:srgbClr>
            </a:solidFill>
            <a:ln>
              <a:noFill/>
            </a:ln>
          </p:spPr>
          <p:txBody>
            <a:bodyPr anchor="ctr"/>
            <a:lstStyle/>
            <a:p>
              <a:pPr algn="ctr">
                <a:buNone/>
              </a:pPr>
            </a:p>
          </p:txBody>
        </p:sp>
        <p:sp>
          <p:nvSpPr>
            <p:cNvPr id="1297" name="projection-3d:source-241"/>
            <p:cNvSpPr>
              <a:spLocks noGrp="1"/>
            </p:cNvSpPr>
            <p:nvPr/>
          </p:nvSpPr>
          <p:spPr>
            <a:xfrm>
              <a:off x="5648325" y="1666875"/>
              <a:ext cx="486598" cy="1434511"/>
            </a:xfrm>
            <a:custGeom>
              <a:avLst/>
              <a:gdLst/>
              <a:ahLst/>
              <a:cxnLst/>
              <a:rect l="l" t="t" r="r" b="b"/>
              <a:pathLst>
                <a:path w="367" h="848">
                  <a:moveTo>
                    <a:pt x="0" y="0"/>
                  </a:moveTo>
                  <a:moveTo>
                    <a:pt x="296" y="835"/>
                  </a:moveTo>
                  <a:lnTo>
                    <a:pt x="326" y="819"/>
                  </a:lnTo>
                  <a:lnTo>
                    <a:pt x="367" y="832"/>
                  </a:lnTo>
                  <a:lnTo>
                    <a:pt x="332" y="848"/>
                  </a:lnTo>
                  <a:close/>
                </a:path>
              </a:pathLst>
            </a:custGeom>
            <a:solidFill>
              <a:srgbClr val="0072B2">
                <a:alpha val="100000"/>
              </a:srgbClr>
            </a:solidFill>
            <a:ln>
              <a:noFill/>
            </a:ln>
          </p:spPr>
          <p:txBody>
            <a:bodyPr anchor="ctr"/>
            <a:lstStyle/>
            <a:p>
              <a:pPr algn="ctr">
                <a:buNone/>
              </a:pPr>
            </a:p>
          </p:txBody>
        </p:sp>
        <p:sp>
          <p:nvSpPr>
            <p:cNvPr id="1298" name="projection-3d:source-242"/>
            <p:cNvSpPr>
              <a:spLocks noGrp="1"/>
            </p:cNvSpPr>
            <p:nvPr/>
          </p:nvSpPr>
          <p:spPr>
            <a:xfrm flipH="1">
              <a:off x="6507495" y="2761366"/>
              <a:ext cx="31821" cy="150556"/>
            </a:xfrm>
            <a:prstGeom prst="line">
              <a:avLst/>
            </a:prstGeom>
            <a:ln w="5156">
              <a:solidFill>
                <a:srgbClr val="DD7D32">
                  <a:alpha val="96000"/>
                </a:srgbClr>
              </a:solidFill>
              <a:prstDash val="dash"/>
            </a:ln>
          </p:spPr>
        </p:sp>
        <p:sp>
          <p:nvSpPr>
            <p:cNvPr id="1299" name="projection-3d:source-243"/>
            <p:cNvSpPr>
              <a:spLocks noGrp="1"/>
            </p:cNvSpPr>
            <p:nvPr/>
          </p:nvSpPr>
          <p:spPr>
            <a:xfrm>
              <a:off x="6533085" y="2753415"/>
              <a:ext cx="12463" cy="15901"/>
            </a:xfrm>
            <a:prstGeom prst="ellipse">
              <a:avLst/>
            </a:prstGeom>
            <a:solidFill>
              <a:srgbClr val="DD7D32">
                <a:alpha val="95000"/>
              </a:srgbClr>
            </a:solidFill>
            <a:ln>
              <a:noFill/>
            </a:ln>
          </p:spPr>
          <p:txBody>
            <a:bodyPr anchor="ctr"/>
            <a:lstStyle/>
            <a:p>
              <a:pPr algn="ctr">
                <a:buNone/>
              </a:pPr>
            </a:p>
          </p:txBody>
        </p:sp>
        <p:sp>
          <p:nvSpPr>
            <p:cNvPr id="1300" name="projection-3d:source-244"/>
            <p:cNvSpPr>
              <a:spLocks noGrp="1"/>
            </p:cNvSpPr>
            <p:nvPr/>
          </p:nvSpPr>
          <p:spPr>
            <a:xfrm>
              <a:off x="5648325" y="1666875"/>
              <a:ext cx="908228" cy="1270422"/>
            </a:xfrm>
            <a:custGeom>
              <a:avLst/>
              <a:gdLst/>
              <a:ahLst/>
              <a:cxnLst/>
              <a:rect l="l" t="t" r="r" b="b"/>
              <a:pathLst>
                <a:path w="685" h="751">
                  <a:moveTo>
                    <a:pt x="0" y="0"/>
                  </a:moveTo>
                  <a:moveTo>
                    <a:pt x="614" y="738"/>
                  </a:moveTo>
                  <a:lnTo>
                    <a:pt x="644" y="722"/>
                  </a:lnTo>
                  <a:lnTo>
                    <a:pt x="685" y="735"/>
                  </a:lnTo>
                  <a:lnTo>
                    <a:pt x="650" y="751"/>
                  </a:lnTo>
                  <a:close/>
                </a:path>
              </a:pathLst>
            </a:custGeom>
            <a:solidFill>
              <a:srgbClr val="DD7D32">
                <a:alpha val="100000"/>
              </a:srgbClr>
            </a:solidFill>
            <a:ln>
              <a:noFill/>
            </a:ln>
          </p:spPr>
          <p:txBody>
            <a:bodyPr anchor="ctr"/>
            <a:lstStyle/>
            <a:p>
              <a:pPr algn="ctr">
                <a:buNone/>
              </a:pPr>
            </a:p>
          </p:txBody>
        </p:sp>
        <p:sp>
          <p:nvSpPr>
            <p:cNvPr id="1301" name="projection-3d:source-245"/>
            <p:cNvSpPr>
              <a:spLocks noGrp="1"/>
            </p:cNvSpPr>
            <p:nvPr/>
          </p:nvSpPr>
          <p:spPr>
            <a:xfrm>
              <a:off x="6800515" y="2284324"/>
              <a:ext cx="59665" cy="470276"/>
            </a:xfrm>
            <a:prstGeom prst="line">
              <a:avLst/>
            </a:prstGeom>
            <a:ln w="5156">
              <a:solidFill>
                <a:srgbClr val="0CA37A">
                  <a:alpha val="96000"/>
                </a:srgbClr>
              </a:solidFill>
              <a:prstDash val="dash"/>
            </a:ln>
          </p:spPr>
        </p:sp>
        <p:sp>
          <p:nvSpPr>
            <p:cNvPr id="1302" name="projection-3d:source-246"/>
            <p:cNvSpPr>
              <a:spLocks noGrp="1"/>
            </p:cNvSpPr>
            <p:nvPr/>
          </p:nvSpPr>
          <p:spPr>
            <a:xfrm>
              <a:off x="6794283" y="2276373"/>
              <a:ext cx="12463" cy="15901"/>
            </a:xfrm>
            <a:prstGeom prst="ellipse">
              <a:avLst/>
            </a:prstGeom>
            <a:solidFill>
              <a:srgbClr val="0CA37A">
                <a:alpha val="95000"/>
              </a:srgbClr>
            </a:solidFill>
            <a:ln>
              <a:noFill/>
            </a:ln>
          </p:spPr>
          <p:txBody>
            <a:bodyPr anchor="ctr"/>
            <a:lstStyle/>
            <a:p>
              <a:pPr algn="ctr">
                <a:buNone/>
              </a:pPr>
            </a:p>
          </p:txBody>
        </p:sp>
        <p:sp>
          <p:nvSpPr>
            <p:cNvPr id="1303" name="projection-3d:source-247"/>
            <p:cNvSpPr>
              <a:spLocks noGrp="1"/>
            </p:cNvSpPr>
            <p:nvPr/>
          </p:nvSpPr>
          <p:spPr>
            <a:xfrm>
              <a:off x="5648325" y="1666875"/>
              <a:ext cx="1260912" cy="1113099"/>
            </a:xfrm>
            <a:custGeom>
              <a:avLst/>
              <a:gdLst/>
              <a:ahLst/>
              <a:cxnLst/>
              <a:rect l="l" t="t" r="r" b="b"/>
              <a:pathLst>
                <a:path w="951" h="658">
                  <a:moveTo>
                    <a:pt x="0" y="0"/>
                  </a:moveTo>
                  <a:moveTo>
                    <a:pt x="880" y="645"/>
                  </a:moveTo>
                  <a:lnTo>
                    <a:pt x="910" y="629"/>
                  </a:lnTo>
                  <a:lnTo>
                    <a:pt x="951" y="642"/>
                  </a:lnTo>
                  <a:lnTo>
                    <a:pt x="916" y="658"/>
                  </a:lnTo>
                  <a:close/>
                </a:path>
              </a:pathLst>
            </a:custGeom>
            <a:solidFill>
              <a:srgbClr val="0CA37A">
                <a:alpha val="100000"/>
              </a:srgbClr>
            </a:solidFill>
            <a:ln>
              <a:noFill/>
            </a:ln>
          </p:spPr>
          <p:txBody>
            <a:bodyPr anchor="ctr"/>
            <a:lstStyle/>
            <a:p>
              <a:pPr algn="ctr">
                <a:buNone/>
              </a:pPr>
            </a:p>
          </p:txBody>
        </p:sp>
        <p:sp>
          <p:nvSpPr>
            <p:cNvPr id="1304" name="projection-3d:source-248"/>
            <p:cNvSpPr>
              <a:spLocks noGrp="1"/>
            </p:cNvSpPr>
            <p:nvPr/>
          </p:nvSpPr>
          <p:spPr>
            <a:xfrm>
              <a:off x="7069668" y="2395972"/>
              <a:ext cx="46406" cy="257129"/>
            </a:xfrm>
            <a:prstGeom prst="line">
              <a:avLst/>
            </a:prstGeom>
            <a:ln w="5156">
              <a:solidFill>
                <a:srgbClr val="CC79A7">
                  <a:alpha val="96000"/>
                </a:srgbClr>
              </a:solidFill>
              <a:prstDash val="dash"/>
            </a:ln>
          </p:spPr>
        </p:sp>
        <p:sp>
          <p:nvSpPr>
            <p:cNvPr id="1305" name="projection-3d:source-249"/>
            <p:cNvSpPr>
              <a:spLocks noGrp="1"/>
            </p:cNvSpPr>
            <p:nvPr/>
          </p:nvSpPr>
          <p:spPr>
            <a:xfrm>
              <a:off x="7063437" y="2388021"/>
              <a:ext cx="12463" cy="15901"/>
            </a:xfrm>
            <a:prstGeom prst="ellipse">
              <a:avLst/>
            </a:prstGeom>
            <a:solidFill>
              <a:srgbClr val="CC79A7">
                <a:alpha val="95000"/>
              </a:srgbClr>
            </a:solidFill>
            <a:ln>
              <a:noFill/>
            </a:ln>
          </p:spPr>
          <p:txBody>
            <a:bodyPr anchor="ctr"/>
            <a:lstStyle/>
            <a:p>
              <a:pPr algn="ctr">
                <a:buNone/>
              </a:pPr>
            </a:p>
          </p:txBody>
        </p:sp>
        <p:sp>
          <p:nvSpPr>
            <p:cNvPr id="1306" name="projection-3d:source-250"/>
            <p:cNvSpPr>
              <a:spLocks noGrp="1"/>
            </p:cNvSpPr>
            <p:nvPr/>
          </p:nvSpPr>
          <p:spPr>
            <a:xfrm>
              <a:off x="5648325" y="1666875"/>
              <a:ext cx="1516807" cy="1011601"/>
            </a:xfrm>
            <a:custGeom>
              <a:avLst/>
              <a:gdLst/>
              <a:ahLst/>
              <a:cxnLst/>
              <a:rect l="l" t="t" r="r" b="b"/>
              <a:pathLst>
                <a:path w="1144" h="598">
                  <a:moveTo>
                    <a:pt x="0" y="0"/>
                  </a:moveTo>
                  <a:moveTo>
                    <a:pt x="1073" y="585"/>
                  </a:moveTo>
                  <a:lnTo>
                    <a:pt x="1103" y="569"/>
                  </a:lnTo>
                  <a:lnTo>
                    <a:pt x="1144" y="582"/>
                  </a:lnTo>
                  <a:lnTo>
                    <a:pt x="1109" y="598"/>
                  </a:lnTo>
                  <a:close/>
                </a:path>
              </a:pathLst>
            </a:custGeom>
            <a:solidFill>
              <a:srgbClr val="CC79A7">
                <a:alpha val="100000"/>
              </a:srgbClr>
            </a:solidFill>
            <a:ln>
              <a:noFill/>
            </a:ln>
          </p:spPr>
          <p:txBody>
            <a:bodyPr anchor="ctr"/>
            <a:lstStyle/>
            <a:p>
              <a:pPr algn="ctr">
                <a:buNone/>
              </a:pPr>
            </a:p>
          </p:txBody>
        </p:sp>
        <p:sp>
          <p:nvSpPr>
            <p:cNvPr id="1307" name="projection-3d:frame"/>
            <p:cNvSpPr>
              <a:spLocks noGrp="1"/>
            </p:cNvSpPr>
            <p:nvPr/>
          </p:nvSpPr>
          <p:spPr>
            <a:xfrm>
              <a:off x="5753100" y="1646873"/>
              <a:ext cx="1857375" cy="1691640"/>
            </a:xfrm>
            <a:prstGeom prst="rect">
              <a:avLst/>
            </a:prstGeom>
            <a:noFill/>
            <a:ln w="8810">
              <a:solidFill>
                <a:srgbClr val="263238"/>
              </a:solidFill>
              <a:prstDash val="solid"/>
            </a:ln>
          </p:spPr>
        </p:sp>
        <p:sp>
          <p:nvSpPr>
            <p:cNvPr id="1308" name="projection-3d:down-arrow-1027"/>
            <p:cNvSpPr>
              <a:spLocks noGrp="1"/>
            </p:cNvSpPr>
            <p:nvPr/>
          </p:nvSpPr>
          <p:spPr>
            <a:xfrm>
              <a:off x="6667500" y="3381375"/>
              <a:ext cx="705" cy="259080"/>
            </a:xfrm>
            <a:custGeom>
              <a:avLst/>
              <a:gdLst/>
              <a:ahLst/>
              <a:cxnLst/>
              <a:pathLst>
                <a:path w="953" h="161925">
                  <a:moveTo>
                    <a:pt x="0" y="0"/>
                  </a:moveTo>
                  <a:lnTo>
                    <a:pt x="0" y="161925"/>
                  </a:lnTo>
                </a:path>
              </a:pathLst>
            </a:custGeom>
            <a:noFill/>
            <a:ln w="10573">
              <a:solidFill>
                <a:srgbClr val="91A5B4"/>
              </a:solidFill>
              <a:prstDash val="solid"/>
            </a:ln>
          </p:spPr>
        </p:sp>
        <p:sp>
          <p:nvSpPr>
            <p:cNvPr id="1309" name="projection-3d:down-arrow-1028"/>
            <p:cNvSpPr>
              <a:spLocks noGrp="1"/>
            </p:cNvSpPr>
            <p:nvPr/>
          </p:nvSpPr>
          <p:spPr>
            <a:xfrm>
              <a:off x="6649315" y="3549015"/>
              <a:ext cx="36370" cy="91440"/>
            </a:xfrm>
            <a:custGeom>
              <a:avLst/>
              <a:gdLst/>
              <a:ahLst/>
              <a:cxnLst/>
              <a:pathLst>
                <a:path w="49149" h="57150">
                  <a:moveTo>
                    <a:pt x="24575" y="57150"/>
                  </a:moveTo>
                  <a:lnTo>
                    <a:pt x="49149" y="0"/>
                  </a:lnTo>
                  <a:lnTo>
                    <a:pt x="0" y="0"/>
                  </a:lnTo>
                  <a:close/>
                </a:path>
              </a:pathLst>
            </a:custGeom>
            <a:solidFill>
              <a:srgbClr val="91A5B4"/>
            </a:solidFill>
            <a:ln w="0">
              <a:noFill/>
              <a:prstDash val="solid"/>
            </a:ln>
          </p:spPr>
        </p:sp>
      </p:grpSp>
      <p:grpSp>
        <p:nvGrpSpPr>
          <p:cNvPr id="1310" name="position-certificate"/>
          <p:cNvGrpSpPr/>
          <p:nvPr/>
        </p:nvGrpSpPr>
        <p:grpSpPr>
          <a:xfrm>
            <a:off x="0" y="0"/>
            <a:ext cx="24955500" cy="8572500"/>
            <a:chOff x="0" y="0"/>
            <a:chExt cx="24955500" cy="8572500"/>
          </a:xfrm>
        </p:grpSpPr>
        <p:sp>
          <p:nvSpPr>
            <p:cNvPr id="1311" name="four:position-certificate:textbox:1040"/>
            <p:cNvSpPr>
              <a:spLocks noGrp="1"/>
            </p:cNvSpPr>
            <p:nvPr/>
          </p:nvSpPr>
          <p:spPr>
            <a:xfrm>
              <a:off x="8572500" y="1057275"/>
              <a:ext cx="2857500" cy="304800"/>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Position certificate</a:t>
              </a:r>
              <a:endParaRPr sz="1875" b="1">
                <a:solidFill>
                  <a:srgbClr val="263238"/>
                </a:solidFill>
                <a:latin typeface="Arial" panose="020B0604020202090204"/>
                <a:ea typeface="Arial" panose="020B0604020202090204"/>
                <a:cs typeface="Arial" panose="020B0604020202090204"/>
              </a:endParaRPr>
            </a:p>
          </p:txBody>
        </p:sp>
        <p:sp>
          <p:nvSpPr>
            <p:cNvPr id="1312" name="four:position-certificate:line:1041"/>
            <p:cNvSpPr>
              <a:spLocks noGrp="1"/>
            </p:cNvSpPr>
            <p:nvPr/>
          </p:nvSpPr>
          <p:spPr>
            <a:xfrm>
              <a:off x="11811000" y="1171575"/>
              <a:ext cx="314325" cy="953"/>
            </a:xfrm>
            <a:custGeom>
              <a:avLst/>
              <a:gdLst/>
              <a:ahLst/>
              <a:cxnLst/>
              <a:pathLst>
                <a:path w="314325" h="953">
                  <a:moveTo>
                    <a:pt x="0" y="0"/>
                  </a:moveTo>
                  <a:lnTo>
                    <a:pt x="314325" y="0"/>
                  </a:lnTo>
                </a:path>
              </a:pathLst>
            </a:custGeom>
            <a:noFill/>
            <a:ln w="11430">
              <a:solidFill>
                <a:srgbClr val="263238"/>
              </a:solidFill>
              <a:prstDash val="solid"/>
            </a:ln>
          </p:spPr>
        </p:sp>
        <p:sp>
          <p:nvSpPr>
            <p:cNvPr id="1313" name="four:position-certificate:reference-box-key:1042"/>
            <p:cNvSpPr>
              <a:spLocks noGrp="1"/>
            </p:cNvSpPr>
            <p:nvPr/>
          </p:nvSpPr>
          <p:spPr>
            <a:xfrm>
              <a:off x="11887200" y="1104900"/>
              <a:ext cx="171450" cy="133350"/>
            </a:xfrm>
            <a:prstGeom prst="rect">
              <a:avLst/>
            </a:prstGeom>
            <a:solidFill>
              <a:srgbClr val="92C0D9"/>
            </a:solidFill>
            <a:ln w="7620">
              <a:solidFill>
                <a:srgbClr val="263238"/>
              </a:solidFill>
              <a:prstDash val="solid"/>
            </a:ln>
          </p:spPr>
        </p:sp>
        <p:sp>
          <p:nvSpPr>
            <p:cNvPr id="1314" name="four:position-certificate:regular-node:1043"/>
            <p:cNvSpPr>
              <a:spLocks noGrp="1"/>
            </p:cNvSpPr>
            <p:nvPr/>
          </p:nvSpPr>
          <p:spPr>
            <a:xfrm>
              <a:off x="11953875" y="1152525"/>
              <a:ext cx="38100" cy="38100"/>
            </a:xfrm>
            <a:prstGeom prst="ellipse">
              <a:avLst/>
            </a:prstGeom>
            <a:solidFill>
              <a:srgbClr val="263238"/>
            </a:solidFill>
            <a:ln w="0">
              <a:noFill/>
              <a:prstDash val="solid"/>
            </a:ln>
          </p:spPr>
        </p:sp>
        <p:sp>
          <p:nvSpPr>
            <p:cNvPr id="1315" name="four:position-certificate:textbox:1044"/>
            <p:cNvSpPr>
              <a:spLocks noGrp="1"/>
            </p:cNvSpPr>
            <p:nvPr/>
          </p:nvSpPr>
          <p:spPr>
            <a:xfrm>
              <a:off x="12192000" y="990600"/>
              <a:ext cx="419100"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q</a:t>
              </a:r>
              <a:r>
                <a:rPr sz="1190" b="0" baseline="-25000">
                  <a:solidFill>
                    <a:srgbClr val="263238"/>
                  </a:solidFill>
                  <a:latin typeface="Arial" panose="020B0604020202090204"/>
                  <a:ea typeface="Arial" panose="020B0604020202090204"/>
                  <a:cs typeface="Arial" panose="020B0604020202090204"/>
                </a:rPr>
                <a:t>i</a:t>
              </a:r>
              <a:endParaRPr sz="1190" b="0" baseline="-25000">
                <a:solidFill>
                  <a:srgbClr val="263238"/>
                </a:solidFill>
                <a:latin typeface="Arial" panose="020B0604020202090204"/>
                <a:ea typeface="Arial" panose="020B0604020202090204"/>
                <a:cs typeface="Arial" panose="020B0604020202090204"/>
              </a:endParaRPr>
            </a:p>
          </p:txBody>
        </p:sp>
        <p:sp>
          <p:nvSpPr>
            <p:cNvPr id="1316" name="four:position-certificate:line:1045"/>
            <p:cNvSpPr>
              <a:spLocks noGrp="1"/>
            </p:cNvSpPr>
            <p:nvPr/>
          </p:nvSpPr>
          <p:spPr>
            <a:xfrm>
              <a:off x="13001625" y="1171575"/>
              <a:ext cx="314325" cy="953"/>
            </a:xfrm>
            <a:custGeom>
              <a:avLst/>
              <a:gdLst/>
              <a:ahLst/>
              <a:cxnLst/>
              <a:pathLst>
                <a:path w="314325" h="953">
                  <a:moveTo>
                    <a:pt x="0" y="0"/>
                  </a:moveTo>
                  <a:lnTo>
                    <a:pt x="314325" y="0"/>
                  </a:lnTo>
                </a:path>
              </a:pathLst>
            </a:custGeom>
            <a:noFill/>
            <a:ln w="11430">
              <a:solidFill>
                <a:srgbClr val="263238"/>
              </a:solidFill>
              <a:prstDash val="dash"/>
            </a:ln>
          </p:spPr>
        </p:sp>
        <p:sp>
          <p:nvSpPr>
            <p:cNvPr id="1317" name="four:position-certificate:line:1046"/>
            <p:cNvSpPr>
              <a:spLocks noGrp="1"/>
            </p:cNvSpPr>
            <p:nvPr/>
          </p:nvSpPr>
          <p:spPr>
            <a:xfrm>
              <a:off x="13154025" y="1095375"/>
              <a:ext cx="953" cy="152400"/>
            </a:xfrm>
            <a:custGeom>
              <a:avLst/>
              <a:gdLst/>
              <a:ahLst/>
              <a:cxnLst/>
              <a:pathLst>
                <a:path w="953" h="152400">
                  <a:moveTo>
                    <a:pt x="0" y="0"/>
                  </a:moveTo>
                  <a:lnTo>
                    <a:pt x="0" y="152400"/>
                  </a:lnTo>
                </a:path>
              </a:pathLst>
            </a:custGeom>
            <a:noFill/>
            <a:ln w="11430">
              <a:solidFill>
                <a:srgbClr val="263238"/>
              </a:solidFill>
              <a:prstDash val="dash"/>
            </a:ln>
          </p:spPr>
        </p:sp>
        <p:sp>
          <p:nvSpPr>
            <p:cNvPr id="1318" name="four:position-certificate:line:1047"/>
            <p:cNvSpPr>
              <a:spLocks noGrp="1"/>
            </p:cNvSpPr>
            <p:nvPr/>
          </p:nvSpPr>
          <p:spPr>
            <a:xfrm>
              <a:off x="13115925" y="1095375"/>
              <a:ext cx="76200" cy="953"/>
            </a:xfrm>
            <a:custGeom>
              <a:avLst/>
              <a:gdLst/>
              <a:ahLst/>
              <a:cxnLst/>
              <a:pathLst>
                <a:path w="76200" h="953">
                  <a:moveTo>
                    <a:pt x="0" y="0"/>
                  </a:moveTo>
                  <a:lnTo>
                    <a:pt x="76200" y="0"/>
                  </a:lnTo>
                </a:path>
              </a:pathLst>
            </a:custGeom>
            <a:noFill/>
            <a:ln w="11430">
              <a:solidFill>
                <a:srgbClr val="263238"/>
              </a:solidFill>
              <a:prstDash val="solid"/>
            </a:ln>
          </p:spPr>
        </p:sp>
        <p:sp>
          <p:nvSpPr>
            <p:cNvPr id="1319" name="four:position-certificate:textbox:1048"/>
            <p:cNvSpPr>
              <a:spLocks noGrp="1"/>
            </p:cNvSpPr>
            <p:nvPr/>
          </p:nvSpPr>
          <p:spPr>
            <a:xfrm>
              <a:off x="13382625" y="990600"/>
              <a:ext cx="419100"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u</a:t>
              </a:r>
              <a:r>
                <a:rPr sz="1190" b="0" baseline="-25000">
                  <a:solidFill>
                    <a:srgbClr val="263238"/>
                  </a:solidFill>
                  <a:latin typeface="Arial" panose="020B0604020202090204"/>
                  <a:ea typeface="Arial" panose="020B0604020202090204"/>
                  <a:cs typeface="Arial" panose="020B0604020202090204"/>
                </a:rPr>
                <a:t>i</a:t>
              </a:r>
              <a:endParaRPr sz="1190" b="0" baseline="-25000">
                <a:solidFill>
                  <a:srgbClr val="263238"/>
                </a:solidFill>
                <a:latin typeface="Arial" panose="020B0604020202090204"/>
                <a:ea typeface="Arial" panose="020B0604020202090204"/>
                <a:cs typeface="Arial" panose="020B0604020202090204"/>
              </a:endParaRPr>
            </a:p>
          </p:txBody>
        </p:sp>
        <p:sp>
          <p:nvSpPr>
            <p:cNvPr id="1320" name="four:position-certificate:textbox:1049"/>
            <p:cNvSpPr>
              <a:spLocks noGrp="1"/>
            </p:cNvSpPr>
            <p:nvPr/>
          </p:nvSpPr>
          <p:spPr>
            <a:xfrm>
              <a:off x="8648700" y="1400175"/>
              <a:ext cx="2762250" cy="276225"/>
            </a:xfrm>
            <a:prstGeom prst="rect">
              <a:avLst/>
            </a:prstGeom>
            <a:noFill/>
            <a:ln w="0">
              <a:noFill/>
              <a:prstDash val="solid"/>
            </a:ln>
          </p:spPr>
          <p:txBody>
            <a:bodyPr wrap="none" lIns="0" tIns="0" rIns="0" bIns="0" anchor="ctr">
              <a:normAutofit/>
            </a:bodyPr>
            <a:lstStyle>
              <a:defPPr algn="ctr">
                <a:defRPr sz="1650" b="1">
                  <a:solidFill>
                    <a:srgbClr val="263238"/>
                  </a:solidFill>
                  <a:latin typeface="Arial" panose="020B0604020202090204"/>
                  <a:ea typeface="Arial" panose="020B0604020202090204"/>
                  <a:cs typeface="Arial" panose="020B0604020202090204"/>
                </a:defRPr>
              </a:defPPr>
            </a:lstStyle>
            <a:p>
              <a:pPr algn="ctr">
                <a:defRPr sz="1650" b="1">
                  <a:solidFill>
                    <a:srgbClr val="263238"/>
                  </a:solidFill>
                  <a:latin typeface="Arial" panose="020B0604020202090204"/>
                  <a:ea typeface="Arial" panose="020B0604020202090204"/>
                  <a:cs typeface="Arial" panose="020B0604020202090204"/>
                </a:defRPr>
              </a:pPr>
              <a:r>
                <a:rPr sz="1650" b="1">
                  <a:solidFill>
                    <a:srgbClr val="263238"/>
                  </a:solidFill>
                  <a:latin typeface="Arial" panose="020B0604020202090204"/>
                  <a:ea typeface="Arial" panose="020B0604020202090204"/>
                  <a:cs typeface="Arial" panose="020B0604020202090204"/>
                </a:rPr>
                <a:t>Geometry only</a:t>
              </a:r>
              <a:endParaRPr sz="1650" b="1">
                <a:solidFill>
                  <a:srgbClr val="263238"/>
                </a:solidFill>
                <a:latin typeface="Arial" panose="020B0604020202090204"/>
                <a:ea typeface="Arial" panose="020B0604020202090204"/>
                <a:cs typeface="Arial" panose="020B0604020202090204"/>
              </a:endParaRPr>
            </a:p>
          </p:txBody>
        </p:sp>
        <p:sp>
          <p:nvSpPr>
            <p:cNvPr id="1321" name="four:position-certificate:textbox:1050"/>
            <p:cNvSpPr>
              <a:spLocks noGrp="1"/>
            </p:cNvSpPr>
            <p:nvPr/>
          </p:nvSpPr>
          <p:spPr>
            <a:xfrm>
              <a:off x="8610600" y="18002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22" name="four:position-certificate:textbox:1051"/>
            <p:cNvSpPr>
              <a:spLocks noGrp="1"/>
            </p:cNvSpPr>
            <p:nvPr/>
          </p:nvSpPr>
          <p:spPr>
            <a:xfrm>
              <a:off x="8610600" y="24860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23" name="four:position-certificate:line:1052"/>
            <p:cNvSpPr>
              <a:spLocks noGrp="1"/>
            </p:cNvSpPr>
            <p:nvPr/>
          </p:nvSpPr>
          <p:spPr>
            <a:xfrm>
              <a:off x="9043988" y="2124075"/>
              <a:ext cx="100013" cy="400050"/>
            </a:xfrm>
            <a:custGeom>
              <a:avLst/>
              <a:gdLst/>
              <a:ahLst/>
              <a:cxnLst/>
              <a:pathLst>
                <a:path w="100013" h="400050">
                  <a:moveTo>
                    <a:pt x="0" y="0"/>
                  </a:moveTo>
                  <a:lnTo>
                    <a:pt x="100013" y="400050"/>
                  </a:lnTo>
                </a:path>
              </a:pathLst>
            </a:custGeom>
            <a:noFill/>
            <a:ln w="10478">
              <a:solidFill>
                <a:srgbClr val="0072B2">
                  <a:alpha val="48000"/>
                </a:srgbClr>
              </a:solidFill>
              <a:prstDash val="solid"/>
            </a:ln>
          </p:spPr>
        </p:sp>
        <p:sp>
          <p:nvSpPr>
            <p:cNvPr id="1324" name="four:position-certificate:line:1053"/>
            <p:cNvSpPr>
              <a:spLocks noGrp="1"/>
            </p:cNvSpPr>
            <p:nvPr/>
          </p:nvSpPr>
          <p:spPr>
            <a:xfrm>
              <a:off x="9777413" y="2124075"/>
              <a:ext cx="33338" cy="400050"/>
            </a:xfrm>
            <a:custGeom>
              <a:avLst/>
              <a:gdLst/>
              <a:ahLst/>
              <a:cxnLst/>
              <a:pathLst>
                <a:path w="33338" h="400050">
                  <a:moveTo>
                    <a:pt x="0" y="0"/>
                  </a:moveTo>
                  <a:lnTo>
                    <a:pt x="33338" y="400050"/>
                  </a:lnTo>
                </a:path>
              </a:pathLst>
            </a:custGeom>
            <a:noFill/>
            <a:ln w="10478">
              <a:solidFill>
                <a:srgbClr val="D55E00">
                  <a:alpha val="48000"/>
                </a:srgbClr>
              </a:solidFill>
              <a:prstDash val="solid"/>
            </a:ln>
          </p:spPr>
        </p:sp>
        <p:sp>
          <p:nvSpPr>
            <p:cNvPr id="1325" name="four:position-certificate:line:1054"/>
            <p:cNvSpPr>
              <a:spLocks noGrp="1"/>
            </p:cNvSpPr>
            <p:nvPr/>
          </p:nvSpPr>
          <p:spPr>
            <a:xfrm>
              <a:off x="10477500" y="2124075"/>
              <a:ext cx="33338" cy="400050"/>
            </a:xfrm>
            <a:custGeom>
              <a:avLst/>
              <a:gdLst/>
              <a:ahLst/>
              <a:cxnLst/>
              <a:pathLst>
                <a:path w="33338" h="400050">
                  <a:moveTo>
                    <a:pt x="33338" y="0"/>
                  </a:moveTo>
                  <a:lnTo>
                    <a:pt x="0" y="400050"/>
                  </a:lnTo>
                </a:path>
              </a:pathLst>
            </a:custGeom>
            <a:noFill/>
            <a:ln w="10478">
              <a:solidFill>
                <a:srgbClr val="009E73">
                  <a:alpha val="48000"/>
                </a:srgbClr>
              </a:solidFill>
              <a:prstDash val="solid"/>
            </a:ln>
          </p:spPr>
        </p:sp>
        <p:sp>
          <p:nvSpPr>
            <p:cNvPr id="1326" name="four:position-certificate:line:1055"/>
            <p:cNvSpPr>
              <a:spLocks noGrp="1"/>
            </p:cNvSpPr>
            <p:nvPr/>
          </p:nvSpPr>
          <p:spPr>
            <a:xfrm>
              <a:off x="11144250" y="2124075"/>
              <a:ext cx="100013" cy="400050"/>
            </a:xfrm>
            <a:custGeom>
              <a:avLst/>
              <a:gdLst/>
              <a:ahLst/>
              <a:cxnLst/>
              <a:pathLst>
                <a:path w="100013" h="400050">
                  <a:moveTo>
                    <a:pt x="100013" y="0"/>
                  </a:moveTo>
                  <a:lnTo>
                    <a:pt x="0" y="400050"/>
                  </a:lnTo>
                </a:path>
              </a:pathLst>
            </a:custGeom>
            <a:noFill/>
            <a:ln w="10478">
              <a:solidFill>
                <a:srgbClr val="CC79A7">
                  <a:alpha val="48000"/>
                </a:srgbClr>
              </a:solidFill>
              <a:prstDash val="solid"/>
            </a:ln>
          </p:spPr>
        </p:sp>
        <p:sp>
          <p:nvSpPr>
            <p:cNvPr id="1327" name="four:position-certificate:line:1056"/>
            <p:cNvSpPr>
              <a:spLocks noGrp="1"/>
            </p:cNvSpPr>
            <p:nvPr/>
          </p:nvSpPr>
          <p:spPr>
            <a:xfrm>
              <a:off x="8915400" y="1990725"/>
              <a:ext cx="2457450" cy="953"/>
            </a:xfrm>
            <a:custGeom>
              <a:avLst/>
              <a:gdLst/>
              <a:ahLst/>
              <a:cxnLst/>
              <a:pathLst>
                <a:path w="2457450" h="953">
                  <a:moveTo>
                    <a:pt x="0" y="0"/>
                  </a:moveTo>
                  <a:lnTo>
                    <a:pt x="2457450" y="0"/>
                  </a:lnTo>
                </a:path>
              </a:pathLst>
            </a:custGeom>
            <a:noFill/>
            <a:ln w="12383">
              <a:solidFill>
                <a:srgbClr val="263238"/>
              </a:solidFill>
              <a:prstDash val="dash"/>
            </a:ln>
          </p:spPr>
        </p:sp>
        <p:sp>
          <p:nvSpPr>
            <p:cNvPr id="1328" name="four:position-certificate:polygon:1057"/>
            <p:cNvSpPr>
              <a:spLocks noGrp="1"/>
            </p:cNvSpPr>
            <p:nvPr/>
          </p:nvSpPr>
          <p:spPr>
            <a:xfrm>
              <a:off x="11306175" y="19620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29" name="four:position-certificate:line:1058"/>
            <p:cNvSpPr>
              <a:spLocks noGrp="1"/>
            </p:cNvSpPr>
            <p:nvPr/>
          </p:nvSpPr>
          <p:spPr>
            <a:xfrm>
              <a:off x="9043988" y="1876425"/>
              <a:ext cx="953" cy="228600"/>
            </a:xfrm>
            <a:custGeom>
              <a:avLst/>
              <a:gdLst/>
              <a:ahLst/>
              <a:cxnLst/>
              <a:pathLst>
                <a:path w="953" h="228600">
                  <a:moveTo>
                    <a:pt x="0" y="0"/>
                  </a:moveTo>
                  <a:lnTo>
                    <a:pt x="0" y="228600"/>
                  </a:lnTo>
                </a:path>
              </a:pathLst>
            </a:custGeom>
            <a:noFill/>
            <a:ln w="15240">
              <a:solidFill>
                <a:srgbClr val="0072B2"/>
              </a:solidFill>
              <a:prstDash val="dash"/>
            </a:ln>
          </p:spPr>
        </p:sp>
        <p:sp>
          <p:nvSpPr>
            <p:cNvPr id="1330" name="four:position-certificate:line:1059"/>
            <p:cNvSpPr>
              <a:spLocks noGrp="1"/>
            </p:cNvSpPr>
            <p:nvPr/>
          </p:nvSpPr>
          <p:spPr>
            <a:xfrm>
              <a:off x="9005888" y="1876425"/>
              <a:ext cx="76200" cy="953"/>
            </a:xfrm>
            <a:custGeom>
              <a:avLst/>
              <a:gdLst/>
              <a:ahLst/>
              <a:cxnLst/>
              <a:pathLst>
                <a:path w="76200" h="953">
                  <a:moveTo>
                    <a:pt x="0" y="0"/>
                  </a:moveTo>
                  <a:lnTo>
                    <a:pt x="76200" y="0"/>
                  </a:lnTo>
                </a:path>
              </a:pathLst>
            </a:custGeom>
            <a:noFill/>
            <a:ln w="15240">
              <a:solidFill>
                <a:srgbClr val="0072B2"/>
              </a:solidFill>
              <a:prstDash val="solid"/>
            </a:ln>
          </p:spPr>
        </p:sp>
        <p:sp>
          <p:nvSpPr>
            <p:cNvPr id="1331" name="four:position-certificate:regular-node:1060"/>
            <p:cNvSpPr>
              <a:spLocks noGrp="1"/>
            </p:cNvSpPr>
            <p:nvPr/>
          </p:nvSpPr>
          <p:spPr>
            <a:xfrm>
              <a:off x="9022080" y="1968818"/>
              <a:ext cx="43815" cy="43815"/>
            </a:xfrm>
            <a:prstGeom prst="ellipse">
              <a:avLst/>
            </a:prstGeom>
            <a:solidFill>
              <a:srgbClr val="0072B2"/>
            </a:solidFill>
            <a:ln w="0">
              <a:noFill/>
              <a:prstDash val="solid"/>
            </a:ln>
          </p:spPr>
        </p:sp>
        <p:sp>
          <p:nvSpPr>
            <p:cNvPr id="1332" name="four:position-certificate:line:1061"/>
            <p:cNvSpPr>
              <a:spLocks noGrp="1"/>
            </p:cNvSpPr>
            <p:nvPr/>
          </p:nvSpPr>
          <p:spPr>
            <a:xfrm>
              <a:off x="9777413" y="1876425"/>
              <a:ext cx="953" cy="228600"/>
            </a:xfrm>
            <a:custGeom>
              <a:avLst/>
              <a:gdLst/>
              <a:ahLst/>
              <a:cxnLst/>
              <a:pathLst>
                <a:path w="953" h="228600">
                  <a:moveTo>
                    <a:pt x="0" y="0"/>
                  </a:moveTo>
                  <a:lnTo>
                    <a:pt x="0" y="228600"/>
                  </a:lnTo>
                </a:path>
              </a:pathLst>
            </a:custGeom>
            <a:noFill/>
            <a:ln w="15240">
              <a:solidFill>
                <a:srgbClr val="D55E00"/>
              </a:solidFill>
              <a:prstDash val="dash"/>
            </a:ln>
          </p:spPr>
        </p:sp>
        <p:sp>
          <p:nvSpPr>
            <p:cNvPr id="1333" name="four:position-certificate:line:1062"/>
            <p:cNvSpPr>
              <a:spLocks noGrp="1"/>
            </p:cNvSpPr>
            <p:nvPr/>
          </p:nvSpPr>
          <p:spPr>
            <a:xfrm>
              <a:off x="9739313" y="1876425"/>
              <a:ext cx="76200" cy="953"/>
            </a:xfrm>
            <a:custGeom>
              <a:avLst/>
              <a:gdLst/>
              <a:ahLst/>
              <a:cxnLst/>
              <a:pathLst>
                <a:path w="76200" h="953">
                  <a:moveTo>
                    <a:pt x="0" y="0"/>
                  </a:moveTo>
                  <a:lnTo>
                    <a:pt x="76200" y="0"/>
                  </a:lnTo>
                </a:path>
              </a:pathLst>
            </a:custGeom>
            <a:noFill/>
            <a:ln w="15240">
              <a:solidFill>
                <a:srgbClr val="D55E00"/>
              </a:solidFill>
              <a:prstDash val="solid"/>
            </a:ln>
          </p:spPr>
        </p:sp>
        <p:sp>
          <p:nvSpPr>
            <p:cNvPr id="1334" name="four:position-certificate:regular-node:1063"/>
            <p:cNvSpPr>
              <a:spLocks noGrp="1"/>
            </p:cNvSpPr>
            <p:nvPr/>
          </p:nvSpPr>
          <p:spPr>
            <a:xfrm>
              <a:off x="9755505" y="1968818"/>
              <a:ext cx="43815" cy="43815"/>
            </a:xfrm>
            <a:prstGeom prst="ellipse">
              <a:avLst/>
            </a:prstGeom>
            <a:solidFill>
              <a:srgbClr val="D55E00"/>
            </a:solidFill>
            <a:ln w="0">
              <a:noFill/>
              <a:prstDash val="solid"/>
            </a:ln>
          </p:spPr>
        </p:sp>
        <p:sp>
          <p:nvSpPr>
            <p:cNvPr id="1335" name="four:position-certificate:line:1064"/>
            <p:cNvSpPr>
              <a:spLocks noGrp="1"/>
            </p:cNvSpPr>
            <p:nvPr/>
          </p:nvSpPr>
          <p:spPr>
            <a:xfrm>
              <a:off x="10510838" y="1876425"/>
              <a:ext cx="953" cy="228600"/>
            </a:xfrm>
            <a:custGeom>
              <a:avLst/>
              <a:gdLst/>
              <a:ahLst/>
              <a:cxnLst/>
              <a:pathLst>
                <a:path w="953" h="228600">
                  <a:moveTo>
                    <a:pt x="0" y="0"/>
                  </a:moveTo>
                  <a:lnTo>
                    <a:pt x="0" y="228600"/>
                  </a:lnTo>
                </a:path>
              </a:pathLst>
            </a:custGeom>
            <a:noFill/>
            <a:ln w="15240">
              <a:solidFill>
                <a:srgbClr val="009E73"/>
              </a:solidFill>
              <a:prstDash val="dash"/>
            </a:ln>
          </p:spPr>
        </p:sp>
        <p:sp>
          <p:nvSpPr>
            <p:cNvPr id="1336" name="four:position-certificate:line:1065"/>
            <p:cNvSpPr>
              <a:spLocks noGrp="1"/>
            </p:cNvSpPr>
            <p:nvPr/>
          </p:nvSpPr>
          <p:spPr>
            <a:xfrm>
              <a:off x="10472738" y="1876425"/>
              <a:ext cx="76200" cy="953"/>
            </a:xfrm>
            <a:custGeom>
              <a:avLst/>
              <a:gdLst/>
              <a:ahLst/>
              <a:cxnLst/>
              <a:pathLst>
                <a:path w="76200" h="953">
                  <a:moveTo>
                    <a:pt x="0" y="0"/>
                  </a:moveTo>
                  <a:lnTo>
                    <a:pt x="76200" y="0"/>
                  </a:lnTo>
                </a:path>
              </a:pathLst>
            </a:custGeom>
            <a:noFill/>
            <a:ln w="15240">
              <a:solidFill>
                <a:srgbClr val="009E73"/>
              </a:solidFill>
              <a:prstDash val="solid"/>
            </a:ln>
          </p:spPr>
        </p:sp>
        <p:sp>
          <p:nvSpPr>
            <p:cNvPr id="1337" name="four:position-certificate:regular-node:1066"/>
            <p:cNvSpPr>
              <a:spLocks noGrp="1"/>
            </p:cNvSpPr>
            <p:nvPr/>
          </p:nvSpPr>
          <p:spPr>
            <a:xfrm>
              <a:off x="10488930" y="1968818"/>
              <a:ext cx="43815" cy="43815"/>
            </a:xfrm>
            <a:prstGeom prst="ellipse">
              <a:avLst/>
            </a:prstGeom>
            <a:solidFill>
              <a:srgbClr val="009E73"/>
            </a:solidFill>
            <a:ln w="0">
              <a:noFill/>
              <a:prstDash val="solid"/>
            </a:ln>
          </p:spPr>
        </p:sp>
        <p:sp>
          <p:nvSpPr>
            <p:cNvPr id="1338" name="four:position-certificate:line:1067"/>
            <p:cNvSpPr>
              <a:spLocks noGrp="1"/>
            </p:cNvSpPr>
            <p:nvPr/>
          </p:nvSpPr>
          <p:spPr>
            <a:xfrm>
              <a:off x="11244263" y="1876425"/>
              <a:ext cx="953" cy="228600"/>
            </a:xfrm>
            <a:custGeom>
              <a:avLst/>
              <a:gdLst/>
              <a:ahLst/>
              <a:cxnLst/>
              <a:pathLst>
                <a:path w="953" h="228600">
                  <a:moveTo>
                    <a:pt x="0" y="0"/>
                  </a:moveTo>
                  <a:lnTo>
                    <a:pt x="0" y="228600"/>
                  </a:lnTo>
                </a:path>
              </a:pathLst>
            </a:custGeom>
            <a:noFill/>
            <a:ln w="15240">
              <a:solidFill>
                <a:srgbClr val="CC79A7"/>
              </a:solidFill>
              <a:prstDash val="dash"/>
            </a:ln>
          </p:spPr>
        </p:sp>
        <p:sp>
          <p:nvSpPr>
            <p:cNvPr id="1339" name="four:position-certificate:line:1068"/>
            <p:cNvSpPr>
              <a:spLocks noGrp="1"/>
            </p:cNvSpPr>
            <p:nvPr/>
          </p:nvSpPr>
          <p:spPr>
            <a:xfrm>
              <a:off x="11206163" y="1876425"/>
              <a:ext cx="76200" cy="953"/>
            </a:xfrm>
            <a:custGeom>
              <a:avLst/>
              <a:gdLst/>
              <a:ahLst/>
              <a:cxnLst/>
              <a:pathLst>
                <a:path w="76200" h="953">
                  <a:moveTo>
                    <a:pt x="0" y="0"/>
                  </a:moveTo>
                  <a:lnTo>
                    <a:pt x="76200" y="0"/>
                  </a:lnTo>
                </a:path>
              </a:pathLst>
            </a:custGeom>
            <a:noFill/>
            <a:ln w="15240">
              <a:solidFill>
                <a:srgbClr val="CC79A7"/>
              </a:solidFill>
              <a:prstDash val="solid"/>
            </a:ln>
          </p:spPr>
        </p:sp>
        <p:sp>
          <p:nvSpPr>
            <p:cNvPr id="1340" name="four:position-certificate:regular-node:1069"/>
            <p:cNvSpPr>
              <a:spLocks noGrp="1"/>
            </p:cNvSpPr>
            <p:nvPr/>
          </p:nvSpPr>
          <p:spPr>
            <a:xfrm>
              <a:off x="11222355" y="1968818"/>
              <a:ext cx="43815" cy="43815"/>
            </a:xfrm>
            <a:prstGeom prst="ellipse">
              <a:avLst/>
            </a:prstGeom>
            <a:solidFill>
              <a:srgbClr val="CC79A7"/>
            </a:solidFill>
            <a:ln w="0">
              <a:noFill/>
              <a:prstDash val="solid"/>
            </a:ln>
          </p:spPr>
        </p:sp>
        <p:sp>
          <p:nvSpPr>
            <p:cNvPr id="1341" name="four:position-certificate:line:1070"/>
            <p:cNvSpPr>
              <a:spLocks noGrp="1"/>
            </p:cNvSpPr>
            <p:nvPr/>
          </p:nvSpPr>
          <p:spPr>
            <a:xfrm>
              <a:off x="8915400" y="2676525"/>
              <a:ext cx="2457450" cy="953"/>
            </a:xfrm>
            <a:custGeom>
              <a:avLst/>
              <a:gdLst/>
              <a:ahLst/>
              <a:cxnLst/>
              <a:pathLst>
                <a:path w="2457450" h="953">
                  <a:moveTo>
                    <a:pt x="0" y="0"/>
                  </a:moveTo>
                  <a:lnTo>
                    <a:pt x="2457450" y="0"/>
                  </a:lnTo>
                </a:path>
              </a:pathLst>
            </a:custGeom>
            <a:noFill/>
            <a:ln w="14288">
              <a:solidFill>
                <a:srgbClr val="263238"/>
              </a:solidFill>
              <a:prstDash val="solid"/>
            </a:ln>
          </p:spPr>
        </p:sp>
        <p:sp>
          <p:nvSpPr>
            <p:cNvPr id="1342" name="four:position-certificate:polygon:1071"/>
            <p:cNvSpPr>
              <a:spLocks noGrp="1"/>
            </p:cNvSpPr>
            <p:nvPr/>
          </p:nvSpPr>
          <p:spPr>
            <a:xfrm>
              <a:off x="11306175" y="26478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43" name="four:position-certificate:interval-A:1072"/>
            <p:cNvSpPr>
              <a:spLocks noGrp="1"/>
            </p:cNvSpPr>
            <p:nvPr/>
          </p:nvSpPr>
          <p:spPr>
            <a:xfrm>
              <a:off x="9010650" y="2543175"/>
              <a:ext cx="266700" cy="266700"/>
            </a:xfrm>
            <a:prstGeom prst="rect">
              <a:avLst/>
            </a:prstGeom>
            <a:solidFill>
              <a:srgbClr val="0072B2"/>
            </a:solidFill>
            <a:ln w="7620">
              <a:solidFill>
                <a:srgbClr val="263238"/>
              </a:solidFill>
              <a:prstDash val="solid"/>
            </a:ln>
          </p:spPr>
        </p:sp>
        <p:sp>
          <p:nvSpPr>
            <p:cNvPr id="1344" name="four:position-certificate:regular-node:1073"/>
            <p:cNvSpPr>
              <a:spLocks noGrp="1"/>
            </p:cNvSpPr>
            <p:nvPr/>
          </p:nvSpPr>
          <p:spPr>
            <a:xfrm>
              <a:off x="9120188" y="2652713"/>
              <a:ext cx="47625" cy="47625"/>
            </a:xfrm>
            <a:prstGeom prst="ellipse">
              <a:avLst/>
            </a:prstGeom>
            <a:solidFill>
              <a:srgbClr val="263238"/>
            </a:solidFill>
            <a:ln w="0">
              <a:noFill/>
              <a:prstDash val="solid"/>
            </a:ln>
          </p:spPr>
        </p:sp>
        <p:sp>
          <p:nvSpPr>
            <p:cNvPr id="1345" name="four:position-certificate:interval-C:1074"/>
            <p:cNvSpPr>
              <a:spLocks noGrp="1"/>
            </p:cNvSpPr>
            <p:nvPr/>
          </p:nvSpPr>
          <p:spPr>
            <a:xfrm>
              <a:off x="9677400" y="2543175"/>
              <a:ext cx="266700" cy="266700"/>
            </a:xfrm>
            <a:prstGeom prst="rect">
              <a:avLst/>
            </a:prstGeom>
            <a:solidFill>
              <a:srgbClr val="D55E00"/>
            </a:solidFill>
            <a:ln w="7620">
              <a:solidFill>
                <a:srgbClr val="263238"/>
              </a:solidFill>
              <a:prstDash val="solid"/>
            </a:ln>
          </p:spPr>
        </p:sp>
        <p:sp>
          <p:nvSpPr>
            <p:cNvPr id="1346" name="four:position-certificate:regular-node:1075"/>
            <p:cNvSpPr>
              <a:spLocks noGrp="1"/>
            </p:cNvSpPr>
            <p:nvPr/>
          </p:nvSpPr>
          <p:spPr>
            <a:xfrm>
              <a:off x="9786938" y="2652713"/>
              <a:ext cx="47625" cy="47625"/>
            </a:xfrm>
            <a:prstGeom prst="ellipse">
              <a:avLst/>
            </a:prstGeom>
            <a:solidFill>
              <a:srgbClr val="263238"/>
            </a:solidFill>
            <a:ln w="0">
              <a:noFill/>
              <a:prstDash val="solid"/>
            </a:ln>
          </p:spPr>
        </p:sp>
        <p:sp>
          <p:nvSpPr>
            <p:cNvPr id="1347" name="four:position-certificate:interval-D:1076"/>
            <p:cNvSpPr>
              <a:spLocks noGrp="1"/>
            </p:cNvSpPr>
            <p:nvPr/>
          </p:nvSpPr>
          <p:spPr>
            <a:xfrm>
              <a:off x="10344150" y="2543175"/>
              <a:ext cx="266700" cy="266700"/>
            </a:xfrm>
            <a:prstGeom prst="rect">
              <a:avLst/>
            </a:prstGeom>
            <a:solidFill>
              <a:srgbClr val="009E73"/>
            </a:solidFill>
            <a:ln w="7620">
              <a:solidFill>
                <a:srgbClr val="263238"/>
              </a:solidFill>
              <a:prstDash val="solid"/>
            </a:ln>
          </p:spPr>
        </p:sp>
        <p:sp>
          <p:nvSpPr>
            <p:cNvPr id="1348" name="four:position-certificate:regular-node:1077"/>
            <p:cNvSpPr>
              <a:spLocks noGrp="1"/>
            </p:cNvSpPr>
            <p:nvPr/>
          </p:nvSpPr>
          <p:spPr>
            <a:xfrm>
              <a:off x="10453688" y="2652713"/>
              <a:ext cx="47625" cy="47625"/>
            </a:xfrm>
            <a:prstGeom prst="ellipse">
              <a:avLst/>
            </a:prstGeom>
            <a:solidFill>
              <a:srgbClr val="263238"/>
            </a:solidFill>
            <a:ln w="0">
              <a:noFill/>
              <a:prstDash val="solid"/>
            </a:ln>
          </p:spPr>
        </p:sp>
        <p:sp>
          <p:nvSpPr>
            <p:cNvPr id="1349" name="four:position-certificate:interval-B:1078"/>
            <p:cNvSpPr>
              <a:spLocks noGrp="1"/>
            </p:cNvSpPr>
            <p:nvPr/>
          </p:nvSpPr>
          <p:spPr>
            <a:xfrm>
              <a:off x="11010900" y="2543175"/>
              <a:ext cx="266700" cy="266700"/>
            </a:xfrm>
            <a:prstGeom prst="rect">
              <a:avLst/>
            </a:prstGeom>
            <a:solidFill>
              <a:srgbClr val="CC79A7"/>
            </a:solidFill>
            <a:ln w="7620">
              <a:solidFill>
                <a:srgbClr val="263238"/>
              </a:solidFill>
              <a:prstDash val="solid"/>
            </a:ln>
          </p:spPr>
        </p:sp>
        <p:sp>
          <p:nvSpPr>
            <p:cNvPr id="1350" name="four:position-certificate:regular-node:1079"/>
            <p:cNvSpPr>
              <a:spLocks noGrp="1"/>
            </p:cNvSpPr>
            <p:nvPr/>
          </p:nvSpPr>
          <p:spPr>
            <a:xfrm>
              <a:off x="11120438" y="2652713"/>
              <a:ext cx="47625" cy="47625"/>
            </a:xfrm>
            <a:prstGeom prst="ellipse">
              <a:avLst/>
            </a:prstGeom>
            <a:solidFill>
              <a:srgbClr val="263238"/>
            </a:solidFill>
            <a:ln w="0">
              <a:noFill/>
              <a:prstDash val="solid"/>
            </a:ln>
          </p:spPr>
        </p:sp>
        <p:sp>
          <p:nvSpPr>
            <p:cNvPr id="1351" name="four:position-certificate:textbox:1080"/>
            <p:cNvSpPr>
              <a:spLocks noGrp="1"/>
            </p:cNvSpPr>
            <p:nvPr/>
          </p:nvSpPr>
          <p:spPr>
            <a:xfrm>
              <a:off x="11887200" y="1400175"/>
              <a:ext cx="2762250" cy="276225"/>
            </a:xfrm>
            <a:prstGeom prst="rect">
              <a:avLst/>
            </a:prstGeom>
            <a:noFill/>
            <a:ln w="0">
              <a:noFill/>
              <a:prstDash val="solid"/>
            </a:ln>
          </p:spPr>
          <p:txBody>
            <a:bodyPr wrap="none" lIns="0" tIns="0" rIns="0" bIns="0" anchor="ctr">
              <a:normAutofit/>
            </a:bodyPr>
            <a:lstStyle>
              <a:defPPr algn="ctr">
                <a:defRPr sz="1650" b="1">
                  <a:solidFill>
                    <a:srgbClr val="263238"/>
                  </a:solidFill>
                  <a:latin typeface="Arial" panose="020B0604020202090204"/>
                  <a:ea typeface="Arial" panose="020B0604020202090204"/>
                  <a:cs typeface="Arial" panose="020B0604020202090204"/>
                </a:defRPr>
              </a:defPPr>
            </a:lstStyle>
            <a:p>
              <a:pPr algn="ctr">
                <a:defRPr sz="1650" b="1">
                  <a:solidFill>
                    <a:srgbClr val="263238"/>
                  </a:solidFill>
                  <a:latin typeface="Arial" panose="020B0604020202090204"/>
                  <a:ea typeface="Arial" panose="020B0604020202090204"/>
                  <a:cs typeface="Arial" panose="020B0604020202090204"/>
                </a:defRPr>
              </a:pPr>
              <a:r>
                <a:rPr sz="1650" b="1">
                  <a:solidFill>
                    <a:srgbClr val="263238"/>
                  </a:solidFill>
                  <a:latin typeface="Arial" panose="020B0604020202090204"/>
                  <a:ea typeface="Arial" panose="020B0604020202090204"/>
                  <a:cs typeface="Arial" panose="020B0604020202090204"/>
                </a:rPr>
                <a:t>Geometry + hierarchy</a:t>
              </a:r>
              <a:endParaRPr sz="1650" b="1">
                <a:solidFill>
                  <a:srgbClr val="263238"/>
                </a:solidFill>
                <a:latin typeface="Arial" panose="020B0604020202090204"/>
                <a:ea typeface="Arial" panose="020B0604020202090204"/>
                <a:cs typeface="Arial" panose="020B0604020202090204"/>
              </a:endParaRPr>
            </a:p>
          </p:txBody>
        </p:sp>
        <p:sp>
          <p:nvSpPr>
            <p:cNvPr id="1352" name="four:position-certificate:textbox:1081"/>
            <p:cNvSpPr>
              <a:spLocks noGrp="1"/>
            </p:cNvSpPr>
            <p:nvPr/>
          </p:nvSpPr>
          <p:spPr>
            <a:xfrm>
              <a:off x="11849100" y="18002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53" name="four:position-certificate:textbox:1082"/>
            <p:cNvSpPr>
              <a:spLocks noGrp="1"/>
            </p:cNvSpPr>
            <p:nvPr/>
          </p:nvSpPr>
          <p:spPr>
            <a:xfrm>
              <a:off x="11849100" y="24860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54" name="four:position-certificate:line:1083"/>
            <p:cNvSpPr>
              <a:spLocks noGrp="1"/>
            </p:cNvSpPr>
            <p:nvPr/>
          </p:nvSpPr>
          <p:spPr>
            <a:xfrm>
              <a:off x="12382500" y="2124075"/>
              <a:ext cx="953" cy="400050"/>
            </a:xfrm>
            <a:custGeom>
              <a:avLst/>
              <a:gdLst/>
              <a:ahLst/>
              <a:cxnLst/>
              <a:pathLst>
                <a:path w="953" h="400050">
                  <a:moveTo>
                    <a:pt x="0" y="0"/>
                  </a:moveTo>
                  <a:lnTo>
                    <a:pt x="0" y="400050"/>
                  </a:lnTo>
                </a:path>
              </a:pathLst>
            </a:custGeom>
            <a:noFill/>
            <a:ln w="10478">
              <a:solidFill>
                <a:srgbClr val="0072B2">
                  <a:alpha val="48000"/>
                </a:srgbClr>
              </a:solidFill>
              <a:prstDash val="solid"/>
            </a:ln>
          </p:spPr>
        </p:sp>
        <p:sp>
          <p:nvSpPr>
            <p:cNvPr id="1355" name="four:position-certificate:line:1084"/>
            <p:cNvSpPr>
              <a:spLocks noGrp="1"/>
            </p:cNvSpPr>
            <p:nvPr/>
          </p:nvSpPr>
          <p:spPr>
            <a:xfrm>
              <a:off x="13049250" y="2124075"/>
              <a:ext cx="800100" cy="400050"/>
            </a:xfrm>
            <a:custGeom>
              <a:avLst/>
              <a:gdLst/>
              <a:ahLst/>
              <a:cxnLst/>
              <a:pathLst>
                <a:path w="800100" h="400050">
                  <a:moveTo>
                    <a:pt x="800100" y="0"/>
                  </a:moveTo>
                  <a:lnTo>
                    <a:pt x="0" y="400050"/>
                  </a:lnTo>
                </a:path>
              </a:pathLst>
            </a:custGeom>
            <a:noFill/>
            <a:ln w="10478">
              <a:solidFill>
                <a:srgbClr val="D55E00">
                  <a:alpha val="48000"/>
                </a:srgbClr>
              </a:solidFill>
              <a:prstDash val="solid"/>
            </a:ln>
          </p:spPr>
        </p:sp>
        <p:sp>
          <p:nvSpPr>
            <p:cNvPr id="1356" name="four:position-certificate:line:1085"/>
            <p:cNvSpPr>
              <a:spLocks noGrp="1"/>
            </p:cNvSpPr>
            <p:nvPr/>
          </p:nvSpPr>
          <p:spPr>
            <a:xfrm>
              <a:off x="13716000" y="2124075"/>
              <a:ext cx="866775" cy="400050"/>
            </a:xfrm>
            <a:custGeom>
              <a:avLst/>
              <a:gdLst/>
              <a:ahLst/>
              <a:cxnLst/>
              <a:pathLst>
                <a:path w="866775" h="400050">
                  <a:moveTo>
                    <a:pt x="866775" y="0"/>
                  </a:moveTo>
                  <a:lnTo>
                    <a:pt x="0" y="400050"/>
                  </a:lnTo>
                </a:path>
              </a:pathLst>
            </a:custGeom>
            <a:noFill/>
            <a:ln w="10478">
              <a:solidFill>
                <a:srgbClr val="009E73">
                  <a:alpha val="48000"/>
                </a:srgbClr>
              </a:solidFill>
              <a:prstDash val="solid"/>
            </a:ln>
          </p:spPr>
        </p:sp>
        <p:sp>
          <p:nvSpPr>
            <p:cNvPr id="1357" name="four:position-certificate:line:1086"/>
            <p:cNvSpPr>
              <a:spLocks noGrp="1"/>
            </p:cNvSpPr>
            <p:nvPr/>
          </p:nvSpPr>
          <p:spPr>
            <a:xfrm>
              <a:off x="13115925" y="2124075"/>
              <a:ext cx="1266825" cy="400050"/>
            </a:xfrm>
            <a:custGeom>
              <a:avLst/>
              <a:gdLst/>
              <a:ahLst/>
              <a:cxnLst/>
              <a:pathLst>
                <a:path w="1266825" h="400050">
                  <a:moveTo>
                    <a:pt x="0" y="0"/>
                  </a:moveTo>
                  <a:lnTo>
                    <a:pt x="1266825" y="400050"/>
                  </a:lnTo>
                </a:path>
              </a:pathLst>
            </a:custGeom>
            <a:noFill/>
            <a:ln w="10478">
              <a:solidFill>
                <a:srgbClr val="CC79A7">
                  <a:alpha val="48000"/>
                </a:srgbClr>
              </a:solidFill>
              <a:prstDash val="solid"/>
            </a:ln>
          </p:spPr>
        </p:sp>
        <p:sp>
          <p:nvSpPr>
            <p:cNvPr id="1358" name="four:position-certificate:line:1087"/>
            <p:cNvSpPr>
              <a:spLocks noGrp="1"/>
            </p:cNvSpPr>
            <p:nvPr/>
          </p:nvSpPr>
          <p:spPr>
            <a:xfrm>
              <a:off x="12153900" y="1990725"/>
              <a:ext cx="2457450" cy="953"/>
            </a:xfrm>
            <a:custGeom>
              <a:avLst/>
              <a:gdLst/>
              <a:ahLst/>
              <a:cxnLst/>
              <a:pathLst>
                <a:path w="2457450" h="953">
                  <a:moveTo>
                    <a:pt x="0" y="0"/>
                  </a:moveTo>
                  <a:lnTo>
                    <a:pt x="2457450" y="0"/>
                  </a:lnTo>
                </a:path>
              </a:pathLst>
            </a:custGeom>
            <a:noFill/>
            <a:ln w="12383">
              <a:solidFill>
                <a:srgbClr val="263238"/>
              </a:solidFill>
              <a:prstDash val="dash"/>
            </a:ln>
          </p:spPr>
        </p:sp>
        <p:sp>
          <p:nvSpPr>
            <p:cNvPr id="1359" name="four:position-certificate:polygon:1088"/>
            <p:cNvSpPr>
              <a:spLocks noGrp="1"/>
            </p:cNvSpPr>
            <p:nvPr/>
          </p:nvSpPr>
          <p:spPr>
            <a:xfrm>
              <a:off x="14544675" y="19620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60" name="four:position-certificate:line:1089"/>
            <p:cNvSpPr>
              <a:spLocks noGrp="1"/>
            </p:cNvSpPr>
            <p:nvPr/>
          </p:nvSpPr>
          <p:spPr>
            <a:xfrm>
              <a:off x="12382500" y="1876425"/>
              <a:ext cx="953" cy="228600"/>
            </a:xfrm>
            <a:custGeom>
              <a:avLst/>
              <a:gdLst/>
              <a:ahLst/>
              <a:cxnLst/>
              <a:pathLst>
                <a:path w="953" h="228600">
                  <a:moveTo>
                    <a:pt x="0" y="0"/>
                  </a:moveTo>
                  <a:lnTo>
                    <a:pt x="0" y="228600"/>
                  </a:lnTo>
                </a:path>
              </a:pathLst>
            </a:custGeom>
            <a:noFill/>
            <a:ln w="15240">
              <a:solidFill>
                <a:srgbClr val="0072B2"/>
              </a:solidFill>
              <a:prstDash val="dash"/>
            </a:ln>
          </p:spPr>
        </p:sp>
        <p:sp>
          <p:nvSpPr>
            <p:cNvPr id="1361" name="four:position-certificate:line:1090"/>
            <p:cNvSpPr>
              <a:spLocks noGrp="1"/>
            </p:cNvSpPr>
            <p:nvPr/>
          </p:nvSpPr>
          <p:spPr>
            <a:xfrm>
              <a:off x="12344400" y="1876425"/>
              <a:ext cx="76200" cy="953"/>
            </a:xfrm>
            <a:custGeom>
              <a:avLst/>
              <a:gdLst/>
              <a:ahLst/>
              <a:cxnLst/>
              <a:pathLst>
                <a:path w="76200" h="953">
                  <a:moveTo>
                    <a:pt x="0" y="0"/>
                  </a:moveTo>
                  <a:lnTo>
                    <a:pt x="76200" y="0"/>
                  </a:lnTo>
                </a:path>
              </a:pathLst>
            </a:custGeom>
            <a:noFill/>
            <a:ln w="15240">
              <a:solidFill>
                <a:srgbClr val="0072B2"/>
              </a:solidFill>
              <a:prstDash val="solid"/>
            </a:ln>
          </p:spPr>
        </p:sp>
        <p:sp>
          <p:nvSpPr>
            <p:cNvPr id="1362" name="four:position-certificate:regular-node:1091"/>
            <p:cNvSpPr>
              <a:spLocks noGrp="1"/>
            </p:cNvSpPr>
            <p:nvPr/>
          </p:nvSpPr>
          <p:spPr>
            <a:xfrm>
              <a:off x="12360593" y="1968818"/>
              <a:ext cx="43815" cy="43815"/>
            </a:xfrm>
            <a:prstGeom prst="ellipse">
              <a:avLst/>
            </a:prstGeom>
            <a:solidFill>
              <a:srgbClr val="0072B2"/>
            </a:solidFill>
            <a:ln w="0">
              <a:noFill/>
              <a:prstDash val="solid"/>
            </a:ln>
          </p:spPr>
        </p:sp>
        <p:sp>
          <p:nvSpPr>
            <p:cNvPr id="1363" name="four:position-certificate:line:1092"/>
            <p:cNvSpPr>
              <a:spLocks noGrp="1"/>
            </p:cNvSpPr>
            <p:nvPr/>
          </p:nvSpPr>
          <p:spPr>
            <a:xfrm>
              <a:off x="13849350" y="1876425"/>
              <a:ext cx="953" cy="228600"/>
            </a:xfrm>
            <a:custGeom>
              <a:avLst/>
              <a:gdLst/>
              <a:ahLst/>
              <a:cxnLst/>
              <a:pathLst>
                <a:path w="953" h="228600">
                  <a:moveTo>
                    <a:pt x="0" y="0"/>
                  </a:moveTo>
                  <a:lnTo>
                    <a:pt x="0" y="228600"/>
                  </a:lnTo>
                </a:path>
              </a:pathLst>
            </a:custGeom>
            <a:noFill/>
            <a:ln w="15240">
              <a:solidFill>
                <a:srgbClr val="D55E00"/>
              </a:solidFill>
              <a:prstDash val="dash"/>
            </a:ln>
          </p:spPr>
        </p:sp>
        <p:sp>
          <p:nvSpPr>
            <p:cNvPr id="1364" name="four:position-certificate:line:1093"/>
            <p:cNvSpPr>
              <a:spLocks noGrp="1"/>
            </p:cNvSpPr>
            <p:nvPr/>
          </p:nvSpPr>
          <p:spPr>
            <a:xfrm>
              <a:off x="13811250" y="1876425"/>
              <a:ext cx="76200" cy="953"/>
            </a:xfrm>
            <a:custGeom>
              <a:avLst/>
              <a:gdLst/>
              <a:ahLst/>
              <a:cxnLst/>
              <a:pathLst>
                <a:path w="76200" h="953">
                  <a:moveTo>
                    <a:pt x="0" y="0"/>
                  </a:moveTo>
                  <a:lnTo>
                    <a:pt x="76200" y="0"/>
                  </a:lnTo>
                </a:path>
              </a:pathLst>
            </a:custGeom>
            <a:noFill/>
            <a:ln w="15240">
              <a:solidFill>
                <a:srgbClr val="D55E00"/>
              </a:solidFill>
              <a:prstDash val="solid"/>
            </a:ln>
          </p:spPr>
        </p:sp>
        <p:sp>
          <p:nvSpPr>
            <p:cNvPr id="1365" name="four:position-certificate:regular-node:1094"/>
            <p:cNvSpPr>
              <a:spLocks noGrp="1"/>
            </p:cNvSpPr>
            <p:nvPr/>
          </p:nvSpPr>
          <p:spPr>
            <a:xfrm>
              <a:off x="13827443" y="1968818"/>
              <a:ext cx="43815" cy="43815"/>
            </a:xfrm>
            <a:prstGeom prst="ellipse">
              <a:avLst/>
            </a:prstGeom>
            <a:solidFill>
              <a:srgbClr val="D55E00"/>
            </a:solidFill>
            <a:ln w="0">
              <a:noFill/>
              <a:prstDash val="solid"/>
            </a:ln>
          </p:spPr>
        </p:sp>
        <p:sp>
          <p:nvSpPr>
            <p:cNvPr id="1366" name="four:position-certificate:line:1095"/>
            <p:cNvSpPr>
              <a:spLocks noGrp="1"/>
            </p:cNvSpPr>
            <p:nvPr/>
          </p:nvSpPr>
          <p:spPr>
            <a:xfrm>
              <a:off x="14582775" y="1876425"/>
              <a:ext cx="953" cy="228600"/>
            </a:xfrm>
            <a:custGeom>
              <a:avLst/>
              <a:gdLst/>
              <a:ahLst/>
              <a:cxnLst/>
              <a:pathLst>
                <a:path w="953" h="228600">
                  <a:moveTo>
                    <a:pt x="0" y="0"/>
                  </a:moveTo>
                  <a:lnTo>
                    <a:pt x="0" y="228600"/>
                  </a:lnTo>
                </a:path>
              </a:pathLst>
            </a:custGeom>
            <a:noFill/>
            <a:ln w="15240">
              <a:solidFill>
                <a:srgbClr val="009E73"/>
              </a:solidFill>
              <a:prstDash val="dash"/>
            </a:ln>
          </p:spPr>
        </p:sp>
        <p:sp>
          <p:nvSpPr>
            <p:cNvPr id="1367" name="four:position-certificate:line:1096"/>
            <p:cNvSpPr>
              <a:spLocks noGrp="1"/>
            </p:cNvSpPr>
            <p:nvPr/>
          </p:nvSpPr>
          <p:spPr>
            <a:xfrm>
              <a:off x="14544675" y="1876425"/>
              <a:ext cx="76200" cy="953"/>
            </a:xfrm>
            <a:custGeom>
              <a:avLst/>
              <a:gdLst/>
              <a:ahLst/>
              <a:cxnLst/>
              <a:pathLst>
                <a:path w="76200" h="953">
                  <a:moveTo>
                    <a:pt x="0" y="0"/>
                  </a:moveTo>
                  <a:lnTo>
                    <a:pt x="76200" y="0"/>
                  </a:lnTo>
                </a:path>
              </a:pathLst>
            </a:custGeom>
            <a:noFill/>
            <a:ln w="15240">
              <a:solidFill>
                <a:srgbClr val="009E73"/>
              </a:solidFill>
              <a:prstDash val="solid"/>
            </a:ln>
          </p:spPr>
        </p:sp>
        <p:sp>
          <p:nvSpPr>
            <p:cNvPr id="1368" name="four:position-certificate:regular-node:1097"/>
            <p:cNvSpPr>
              <a:spLocks noGrp="1"/>
            </p:cNvSpPr>
            <p:nvPr/>
          </p:nvSpPr>
          <p:spPr>
            <a:xfrm>
              <a:off x="14560868" y="1968818"/>
              <a:ext cx="43815" cy="43815"/>
            </a:xfrm>
            <a:prstGeom prst="ellipse">
              <a:avLst/>
            </a:prstGeom>
            <a:solidFill>
              <a:srgbClr val="009E73"/>
            </a:solidFill>
            <a:ln w="0">
              <a:noFill/>
              <a:prstDash val="solid"/>
            </a:ln>
          </p:spPr>
        </p:sp>
        <p:sp>
          <p:nvSpPr>
            <p:cNvPr id="1369" name="four:position-certificate:line:1098"/>
            <p:cNvSpPr>
              <a:spLocks noGrp="1"/>
            </p:cNvSpPr>
            <p:nvPr/>
          </p:nvSpPr>
          <p:spPr>
            <a:xfrm>
              <a:off x="13115925" y="1876425"/>
              <a:ext cx="953" cy="228600"/>
            </a:xfrm>
            <a:custGeom>
              <a:avLst/>
              <a:gdLst/>
              <a:ahLst/>
              <a:cxnLst/>
              <a:pathLst>
                <a:path w="953" h="228600">
                  <a:moveTo>
                    <a:pt x="0" y="0"/>
                  </a:moveTo>
                  <a:lnTo>
                    <a:pt x="0" y="228600"/>
                  </a:lnTo>
                </a:path>
              </a:pathLst>
            </a:custGeom>
            <a:noFill/>
            <a:ln w="15240">
              <a:solidFill>
                <a:srgbClr val="CC79A7"/>
              </a:solidFill>
              <a:prstDash val="dash"/>
            </a:ln>
          </p:spPr>
        </p:sp>
        <p:sp>
          <p:nvSpPr>
            <p:cNvPr id="1370" name="four:position-certificate:line:1099"/>
            <p:cNvSpPr>
              <a:spLocks noGrp="1"/>
            </p:cNvSpPr>
            <p:nvPr/>
          </p:nvSpPr>
          <p:spPr>
            <a:xfrm>
              <a:off x="13077825" y="1876425"/>
              <a:ext cx="76200" cy="953"/>
            </a:xfrm>
            <a:custGeom>
              <a:avLst/>
              <a:gdLst/>
              <a:ahLst/>
              <a:cxnLst/>
              <a:pathLst>
                <a:path w="76200" h="953">
                  <a:moveTo>
                    <a:pt x="0" y="0"/>
                  </a:moveTo>
                  <a:lnTo>
                    <a:pt x="76200" y="0"/>
                  </a:lnTo>
                </a:path>
              </a:pathLst>
            </a:custGeom>
            <a:noFill/>
            <a:ln w="15240">
              <a:solidFill>
                <a:srgbClr val="CC79A7"/>
              </a:solidFill>
              <a:prstDash val="solid"/>
            </a:ln>
          </p:spPr>
        </p:sp>
        <p:sp>
          <p:nvSpPr>
            <p:cNvPr id="1371" name="four:position-certificate:regular-node:1100"/>
            <p:cNvSpPr>
              <a:spLocks noGrp="1"/>
            </p:cNvSpPr>
            <p:nvPr/>
          </p:nvSpPr>
          <p:spPr>
            <a:xfrm>
              <a:off x="13094018" y="1968818"/>
              <a:ext cx="43815" cy="43815"/>
            </a:xfrm>
            <a:prstGeom prst="ellipse">
              <a:avLst/>
            </a:prstGeom>
            <a:solidFill>
              <a:srgbClr val="CC79A7"/>
            </a:solidFill>
            <a:ln w="0">
              <a:noFill/>
              <a:prstDash val="solid"/>
            </a:ln>
          </p:spPr>
        </p:sp>
        <p:sp>
          <p:nvSpPr>
            <p:cNvPr id="1372" name="four:position-certificate:line:1101"/>
            <p:cNvSpPr>
              <a:spLocks noGrp="1"/>
            </p:cNvSpPr>
            <p:nvPr/>
          </p:nvSpPr>
          <p:spPr>
            <a:xfrm>
              <a:off x="12153900" y="2676525"/>
              <a:ext cx="2457450" cy="953"/>
            </a:xfrm>
            <a:custGeom>
              <a:avLst/>
              <a:gdLst/>
              <a:ahLst/>
              <a:cxnLst/>
              <a:pathLst>
                <a:path w="2457450" h="953">
                  <a:moveTo>
                    <a:pt x="0" y="0"/>
                  </a:moveTo>
                  <a:lnTo>
                    <a:pt x="2457450" y="0"/>
                  </a:lnTo>
                </a:path>
              </a:pathLst>
            </a:custGeom>
            <a:noFill/>
            <a:ln w="14288">
              <a:solidFill>
                <a:srgbClr val="263238"/>
              </a:solidFill>
              <a:prstDash val="solid"/>
            </a:ln>
          </p:spPr>
        </p:sp>
        <p:sp>
          <p:nvSpPr>
            <p:cNvPr id="1373" name="four:position-certificate:polygon:1102"/>
            <p:cNvSpPr>
              <a:spLocks noGrp="1"/>
            </p:cNvSpPr>
            <p:nvPr/>
          </p:nvSpPr>
          <p:spPr>
            <a:xfrm>
              <a:off x="14544675" y="26478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74" name="four:position-certificate:interval-A:1103"/>
            <p:cNvSpPr>
              <a:spLocks noGrp="1"/>
            </p:cNvSpPr>
            <p:nvPr/>
          </p:nvSpPr>
          <p:spPr>
            <a:xfrm>
              <a:off x="12249150" y="2543175"/>
              <a:ext cx="266700" cy="266700"/>
            </a:xfrm>
            <a:prstGeom prst="rect">
              <a:avLst/>
            </a:prstGeom>
            <a:solidFill>
              <a:srgbClr val="0072B2"/>
            </a:solidFill>
            <a:ln w="7620">
              <a:solidFill>
                <a:srgbClr val="263238"/>
              </a:solidFill>
              <a:prstDash val="solid"/>
            </a:ln>
          </p:spPr>
        </p:sp>
        <p:sp>
          <p:nvSpPr>
            <p:cNvPr id="1375" name="four:position-certificate:regular-node:1104"/>
            <p:cNvSpPr>
              <a:spLocks noGrp="1"/>
            </p:cNvSpPr>
            <p:nvPr/>
          </p:nvSpPr>
          <p:spPr>
            <a:xfrm>
              <a:off x="12358688" y="2652713"/>
              <a:ext cx="47625" cy="47625"/>
            </a:xfrm>
            <a:prstGeom prst="ellipse">
              <a:avLst/>
            </a:prstGeom>
            <a:solidFill>
              <a:srgbClr val="263238"/>
            </a:solidFill>
            <a:ln w="0">
              <a:noFill/>
              <a:prstDash val="solid"/>
            </a:ln>
          </p:spPr>
        </p:sp>
        <p:sp>
          <p:nvSpPr>
            <p:cNvPr id="1376" name="four:position-certificate:interval-C:1105"/>
            <p:cNvSpPr>
              <a:spLocks noGrp="1"/>
            </p:cNvSpPr>
            <p:nvPr/>
          </p:nvSpPr>
          <p:spPr>
            <a:xfrm>
              <a:off x="12915900" y="2543175"/>
              <a:ext cx="266700" cy="266700"/>
            </a:xfrm>
            <a:prstGeom prst="rect">
              <a:avLst/>
            </a:prstGeom>
            <a:solidFill>
              <a:srgbClr val="D55E00"/>
            </a:solidFill>
            <a:ln w="7620">
              <a:solidFill>
                <a:srgbClr val="263238"/>
              </a:solidFill>
              <a:prstDash val="solid"/>
            </a:ln>
          </p:spPr>
        </p:sp>
        <p:sp>
          <p:nvSpPr>
            <p:cNvPr id="1377" name="four:position-certificate:regular-node:1106"/>
            <p:cNvSpPr>
              <a:spLocks noGrp="1"/>
            </p:cNvSpPr>
            <p:nvPr/>
          </p:nvSpPr>
          <p:spPr>
            <a:xfrm>
              <a:off x="13025438" y="2652713"/>
              <a:ext cx="47625" cy="47625"/>
            </a:xfrm>
            <a:prstGeom prst="ellipse">
              <a:avLst/>
            </a:prstGeom>
            <a:solidFill>
              <a:srgbClr val="263238"/>
            </a:solidFill>
            <a:ln w="0">
              <a:noFill/>
              <a:prstDash val="solid"/>
            </a:ln>
          </p:spPr>
        </p:sp>
        <p:sp>
          <p:nvSpPr>
            <p:cNvPr id="1378" name="four:position-certificate:interval-D:1107"/>
            <p:cNvSpPr>
              <a:spLocks noGrp="1"/>
            </p:cNvSpPr>
            <p:nvPr/>
          </p:nvSpPr>
          <p:spPr>
            <a:xfrm>
              <a:off x="13582650" y="2543175"/>
              <a:ext cx="266700" cy="266700"/>
            </a:xfrm>
            <a:prstGeom prst="rect">
              <a:avLst/>
            </a:prstGeom>
            <a:solidFill>
              <a:srgbClr val="009E73"/>
            </a:solidFill>
            <a:ln w="7620">
              <a:solidFill>
                <a:srgbClr val="263238"/>
              </a:solidFill>
              <a:prstDash val="solid"/>
            </a:ln>
          </p:spPr>
        </p:sp>
        <p:sp>
          <p:nvSpPr>
            <p:cNvPr id="1379" name="four:position-certificate:regular-node:1108"/>
            <p:cNvSpPr>
              <a:spLocks noGrp="1"/>
            </p:cNvSpPr>
            <p:nvPr/>
          </p:nvSpPr>
          <p:spPr>
            <a:xfrm>
              <a:off x="13692188" y="2652713"/>
              <a:ext cx="47625" cy="47625"/>
            </a:xfrm>
            <a:prstGeom prst="ellipse">
              <a:avLst/>
            </a:prstGeom>
            <a:solidFill>
              <a:srgbClr val="263238"/>
            </a:solidFill>
            <a:ln w="0">
              <a:noFill/>
              <a:prstDash val="solid"/>
            </a:ln>
          </p:spPr>
        </p:sp>
        <p:sp>
          <p:nvSpPr>
            <p:cNvPr id="1380" name="four:position-certificate:interval-B:1109"/>
            <p:cNvSpPr>
              <a:spLocks noGrp="1"/>
            </p:cNvSpPr>
            <p:nvPr/>
          </p:nvSpPr>
          <p:spPr>
            <a:xfrm>
              <a:off x="14249400" y="2543175"/>
              <a:ext cx="266700" cy="266700"/>
            </a:xfrm>
            <a:prstGeom prst="rect">
              <a:avLst/>
            </a:prstGeom>
            <a:solidFill>
              <a:srgbClr val="CC79A7"/>
            </a:solidFill>
            <a:ln w="7620">
              <a:solidFill>
                <a:srgbClr val="263238"/>
              </a:solidFill>
              <a:prstDash val="solid"/>
            </a:ln>
          </p:spPr>
        </p:sp>
        <p:sp>
          <p:nvSpPr>
            <p:cNvPr id="1381" name="four:position-certificate:regular-node:1110"/>
            <p:cNvSpPr>
              <a:spLocks noGrp="1"/>
            </p:cNvSpPr>
            <p:nvPr/>
          </p:nvSpPr>
          <p:spPr>
            <a:xfrm>
              <a:off x="14358938" y="2652713"/>
              <a:ext cx="47625" cy="47625"/>
            </a:xfrm>
            <a:prstGeom prst="ellipse">
              <a:avLst/>
            </a:prstGeom>
            <a:solidFill>
              <a:srgbClr val="263238"/>
            </a:solidFill>
            <a:ln w="0">
              <a:noFill/>
              <a:prstDash val="solid"/>
            </a:ln>
          </p:spPr>
        </p:sp>
        <p:sp>
          <p:nvSpPr>
            <p:cNvPr id="1382" name="four:position-certificate:line:1111"/>
            <p:cNvSpPr>
              <a:spLocks noGrp="1"/>
            </p:cNvSpPr>
            <p:nvPr/>
          </p:nvSpPr>
          <p:spPr>
            <a:xfrm>
              <a:off x="9043988" y="2143125"/>
              <a:ext cx="953" cy="352425"/>
            </a:xfrm>
            <a:custGeom>
              <a:avLst/>
              <a:gdLst/>
              <a:ahLst/>
              <a:cxnLst/>
              <a:pathLst>
                <a:path w="953" h="352425">
                  <a:moveTo>
                    <a:pt x="0" y="0"/>
                  </a:moveTo>
                  <a:lnTo>
                    <a:pt x="0" y="352425"/>
                  </a:lnTo>
                </a:path>
              </a:pathLst>
            </a:custGeom>
            <a:noFill/>
            <a:ln w="9525">
              <a:solidFill>
                <a:srgbClr val="0072B2">
                  <a:alpha val="65000"/>
                </a:srgbClr>
              </a:solidFill>
              <a:prstDash val="dash"/>
            </a:ln>
          </p:spPr>
        </p:sp>
        <p:sp>
          <p:nvSpPr>
            <p:cNvPr id="1383" name="four:position-certificate:line:1112"/>
            <p:cNvSpPr>
              <a:spLocks noGrp="1"/>
            </p:cNvSpPr>
            <p:nvPr/>
          </p:nvSpPr>
          <p:spPr>
            <a:xfrm>
              <a:off x="9043988" y="2857500"/>
              <a:ext cx="953" cy="590550"/>
            </a:xfrm>
            <a:custGeom>
              <a:avLst/>
              <a:gdLst/>
              <a:ahLst/>
              <a:cxnLst/>
              <a:pathLst>
                <a:path w="953" h="590550">
                  <a:moveTo>
                    <a:pt x="0" y="0"/>
                  </a:moveTo>
                  <a:lnTo>
                    <a:pt x="0" y="590550"/>
                  </a:lnTo>
                </a:path>
              </a:pathLst>
            </a:custGeom>
            <a:noFill/>
            <a:ln w="9525">
              <a:solidFill>
                <a:srgbClr val="0072B2">
                  <a:alpha val="65000"/>
                </a:srgbClr>
              </a:solidFill>
              <a:prstDash val="dash"/>
            </a:ln>
          </p:spPr>
        </p:sp>
        <p:sp>
          <p:nvSpPr>
            <p:cNvPr id="1384" name="four:position-certificate:line:1113"/>
            <p:cNvSpPr>
              <a:spLocks noGrp="1"/>
            </p:cNvSpPr>
            <p:nvPr/>
          </p:nvSpPr>
          <p:spPr>
            <a:xfrm>
              <a:off x="9144000" y="2828925"/>
              <a:ext cx="953" cy="619125"/>
            </a:xfrm>
            <a:custGeom>
              <a:avLst/>
              <a:gdLst/>
              <a:ahLst/>
              <a:cxnLst/>
              <a:pathLst>
                <a:path w="953" h="619125">
                  <a:moveTo>
                    <a:pt x="0" y="0"/>
                  </a:moveTo>
                  <a:lnTo>
                    <a:pt x="0" y="619125"/>
                  </a:lnTo>
                </a:path>
              </a:pathLst>
            </a:custGeom>
            <a:noFill/>
            <a:ln w="10478">
              <a:solidFill>
                <a:srgbClr val="0072B2"/>
              </a:solidFill>
              <a:prstDash val="solid"/>
            </a:ln>
          </p:spPr>
        </p:sp>
        <p:sp>
          <p:nvSpPr>
            <p:cNvPr id="1385" name="four:position-certificate:line:1114"/>
            <p:cNvSpPr>
              <a:spLocks noGrp="1"/>
            </p:cNvSpPr>
            <p:nvPr/>
          </p:nvSpPr>
          <p:spPr>
            <a:xfrm>
              <a:off x="9043988" y="3381375"/>
              <a:ext cx="100013" cy="953"/>
            </a:xfrm>
            <a:custGeom>
              <a:avLst/>
              <a:gdLst/>
              <a:ahLst/>
              <a:cxnLst/>
              <a:pathLst>
                <a:path w="100013" h="953">
                  <a:moveTo>
                    <a:pt x="0" y="0"/>
                  </a:moveTo>
                  <a:lnTo>
                    <a:pt x="100013" y="0"/>
                  </a:lnTo>
                </a:path>
              </a:pathLst>
            </a:custGeom>
            <a:noFill/>
            <a:ln w="15240">
              <a:solidFill>
                <a:srgbClr val="0072B2"/>
              </a:solidFill>
              <a:prstDash val="solid"/>
            </a:ln>
          </p:spPr>
        </p:sp>
        <p:sp>
          <p:nvSpPr>
            <p:cNvPr id="1386" name="four:position-certificate:polygon:1115"/>
            <p:cNvSpPr>
              <a:spLocks noGrp="1"/>
            </p:cNvSpPr>
            <p:nvPr/>
          </p:nvSpPr>
          <p:spPr>
            <a:xfrm>
              <a:off x="9105900" y="3364992"/>
              <a:ext cx="38100" cy="32766"/>
            </a:xfrm>
            <a:custGeom>
              <a:avLst/>
              <a:gdLst/>
              <a:ahLst/>
              <a:cxnLst/>
              <a:pathLst>
                <a:path w="38100" h="32766">
                  <a:moveTo>
                    <a:pt x="38100" y="16383"/>
                  </a:moveTo>
                  <a:lnTo>
                    <a:pt x="0" y="0"/>
                  </a:lnTo>
                  <a:lnTo>
                    <a:pt x="0" y="32766"/>
                  </a:lnTo>
                  <a:close/>
                </a:path>
              </a:pathLst>
            </a:custGeom>
            <a:solidFill>
              <a:srgbClr val="0072B2"/>
            </a:solidFill>
            <a:ln w="0">
              <a:noFill/>
              <a:prstDash val="solid"/>
            </a:ln>
          </p:spPr>
        </p:sp>
        <p:sp>
          <p:nvSpPr>
            <p:cNvPr id="1387" name="four:position-certificate:polygon:1116"/>
            <p:cNvSpPr>
              <a:spLocks noGrp="1"/>
            </p:cNvSpPr>
            <p:nvPr/>
          </p:nvSpPr>
          <p:spPr>
            <a:xfrm>
              <a:off x="9043988" y="3364992"/>
              <a:ext cx="38100" cy="32766"/>
            </a:xfrm>
            <a:custGeom>
              <a:avLst/>
              <a:gdLst/>
              <a:ahLst/>
              <a:cxnLst/>
              <a:pathLst>
                <a:path w="38100" h="32766">
                  <a:moveTo>
                    <a:pt x="0" y="16383"/>
                  </a:moveTo>
                  <a:lnTo>
                    <a:pt x="38100" y="32766"/>
                  </a:lnTo>
                  <a:lnTo>
                    <a:pt x="38100" y="0"/>
                  </a:lnTo>
                  <a:close/>
                </a:path>
              </a:pathLst>
            </a:custGeom>
            <a:solidFill>
              <a:srgbClr val="0072B2"/>
            </a:solidFill>
            <a:ln w="0">
              <a:noFill/>
              <a:prstDash val="solid"/>
            </a:ln>
          </p:spPr>
        </p:sp>
        <p:sp>
          <p:nvSpPr>
            <p:cNvPr id="1388" name="four:position-certificate:textbox:1117"/>
            <p:cNvSpPr>
              <a:spLocks noGrp="1"/>
            </p:cNvSpPr>
            <p:nvPr/>
          </p:nvSpPr>
          <p:spPr>
            <a:xfrm>
              <a:off x="8617744" y="3009900"/>
              <a:ext cx="952500" cy="342900"/>
            </a:xfrm>
            <a:prstGeom prst="rect">
              <a:avLst/>
            </a:prstGeom>
            <a:solidFill>
              <a:srgbClr val="F7F9FA"/>
            </a:solidFill>
            <a:ln w="0">
              <a:noFill/>
              <a:prstDash val="solid"/>
            </a:ln>
          </p:spPr>
          <p:txBody>
            <a:bodyPr wrap="none" lIns="0" tIns="0" rIns="0" bIns="0" anchor="ctr">
              <a:normAutofit/>
            </a:bodyPr>
            <a:lstStyle>
              <a:defPPr algn="ctr">
                <a:defRPr sz="2175" b="0">
                  <a:solidFill>
                    <a:srgbClr val="0072B2"/>
                  </a:solidFill>
                  <a:latin typeface="Arial" panose="020B0604020202090204"/>
                  <a:ea typeface="Arial" panose="020B0604020202090204"/>
                  <a:cs typeface="Arial" panose="020B0604020202090204"/>
                </a:defRPr>
              </a:defPPr>
            </a:lstStyle>
            <a:p>
              <a:pPr algn="ctr">
                <a:defRPr sz="2175" b="0">
                  <a:solidFill>
                    <a:srgbClr val="0072B2"/>
                  </a:solidFill>
                  <a:latin typeface="Arial" panose="020B0604020202090204"/>
                  <a:ea typeface="Arial" panose="020B0604020202090204"/>
                  <a:cs typeface="Arial" panose="020B0604020202090204"/>
                </a:defRPr>
              </a:pPr>
              <a:r>
                <a:rPr sz="2175" b="0">
                  <a:solidFill>
                    <a:srgbClr val="0072B2"/>
                  </a:solidFill>
                  <a:latin typeface="Arial" panose="020B0604020202090204"/>
                  <a:ea typeface="Arial" panose="020B0604020202090204"/>
                  <a:cs typeface="Arial" panose="020B0604020202090204"/>
                </a:rPr>
                <a:t>τ</a:t>
              </a:r>
              <a:r>
                <a:rPr sz="1565" b="0" baseline="-25000">
                  <a:solidFill>
                    <a:srgbClr val="0072B2"/>
                  </a:solidFill>
                  <a:latin typeface="Arial" panose="020B0604020202090204"/>
                  <a:ea typeface="Arial" panose="020B0604020202090204"/>
                  <a:cs typeface="Arial" panose="020B0604020202090204"/>
                </a:rPr>
                <a:t>free</a:t>
              </a:r>
              <a:endParaRPr sz="1565" b="0" baseline="-25000">
                <a:solidFill>
                  <a:srgbClr val="0072B2"/>
                </a:solidFill>
                <a:latin typeface="Arial" panose="020B0604020202090204"/>
                <a:ea typeface="Arial" panose="020B0604020202090204"/>
                <a:cs typeface="Arial" panose="020B0604020202090204"/>
              </a:endParaRPr>
            </a:p>
          </p:txBody>
        </p:sp>
        <p:sp>
          <p:nvSpPr>
            <p:cNvPr id="1389" name="four:position-certificate:textbox:1118"/>
            <p:cNvSpPr>
              <a:spLocks noGrp="1"/>
            </p:cNvSpPr>
            <p:nvPr/>
          </p:nvSpPr>
          <p:spPr>
            <a:xfrm>
              <a:off x="10010775" y="3105150"/>
              <a:ext cx="1371600" cy="238125"/>
            </a:xfrm>
            <a:prstGeom prst="rect">
              <a:avLst/>
            </a:prstGeom>
            <a:noFill/>
            <a:ln w="0">
              <a:noFill/>
              <a:prstDash val="solid"/>
            </a:ln>
          </p:spPr>
          <p:txBody>
            <a:bodyPr wrap="none" lIns="0" tIns="0" rIns="0" bIns="0" anchor="ctr">
              <a:normAutofit/>
            </a:bodyPr>
            <a:lstStyle>
              <a:defPPr algn="ctr">
                <a:defRPr sz="1425" b="0">
                  <a:solidFill>
                    <a:srgbClr val="7B8790"/>
                  </a:solidFill>
                  <a:latin typeface="Arial" panose="020B0604020202090204"/>
                  <a:ea typeface="Arial" panose="020B0604020202090204"/>
                  <a:cs typeface="Arial" panose="020B0604020202090204"/>
                </a:defRPr>
              </a:defPPr>
            </a:lstStyle>
            <a:p>
              <a:pPr algn="ctr">
                <a:defRPr sz="1425" b="0">
                  <a:solidFill>
                    <a:srgbClr val="7B8790"/>
                  </a:solidFill>
                  <a:latin typeface="Arial" panose="020B0604020202090204"/>
                  <a:ea typeface="Arial" panose="020B0604020202090204"/>
                  <a:cs typeface="Arial" panose="020B0604020202090204"/>
                </a:defRPr>
              </a:pPr>
              <a:r>
                <a:rPr sz="1425" b="0">
                  <a:solidFill>
                    <a:srgbClr val="7B8790"/>
                  </a:solidFill>
                  <a:latin typeface="Arial" panose="020B0604020202090204"/>
                  <a:ea typeface="Arial" panose="020B0604020202090204"/>
                  <a:cs typeface="Arial" panose="020B0604020202090204"/>
                </a:rPr>
                <a:t>Geometry cost</a:t>
              </a:r>
              <a:endParaRPr sz="1425" b="0">
                <a:solidFill>
                  <a:srgbClr val="7B8790"/>
                </a:solidFill>
                <a:latin typeface="Arial" panose="020B0604020202090204"/>
                <a:ea typeface="Arial" panose="020B0604020202090204"/>
                <a:cs typeface="Arial" panose="020B0604020202090204"/>
              </a:endParaRPr>
            </a:p>
          </p:txBody>
        </p:sp>
        <p:sp>
          <p:nvSpPr>
            <p:cNvPr id="1390" name="four:position-certificate:line:1119"/>
            <p:cNvSpPr>
              <a:spLocks noGrp="1"/>
            </p:cNvSpPr>
            <p:nvPr/>
          </p:nvSpPr>
          <p:spPr>
            <a:xfrm>
              <a:off x="13115925" y="2143125"/>
              <a:ext cx="953" cy="352425"/>
            </a:xfrm>
            <a:custGeom>
              <a:avLst/>
              <a:gdLst/>
              <a:ahLst/>
              <a:cxnLst/>
              <a:pathLst>
                <a:path w="953" h="352425">
                  <a:moveTo>
                    <a:pt x="0" y="0"/>
                  </a:moveTo>
                  <a:lnTo>
                    <a:pt x="0" y="352425"/>
                  </a:lnTo>
                </a:path>
              </a:pathLst>
            </a:custGeom>
            <a:noFill/>
            <a:ln w="11430">
              <a:solidFill>
                <a:srgbClr val="CC79A7">
                  <a:alpha val="70000"/>
                </a:srgbClr>
              </a:solidFill>
              <a:prstDash val="dash"/>
            </a:ln>
          </p:spPr>
        </p:sp>
        <p:sp>
          <p:nvSpPr>
            <p:cNvPr id="1391" name="four:position-certificate:line:1120"/>
            <p:cNvSpPr>
              <a:spLocks noGrp="1"/>
            </p:cNvSpPr>
            <p:nvPr/>
          </p:nvSpPr>
          <p:spPr>
            <a:xfrm>
              <a:off x="13115925" y="2857500"/>
              <a:ext cx="953" cy="590550"/>
            </a:xfrm>
            <a:custGeom>
              <a:avLst/>
              <a:gdLst/>
              <a:ahLst/>
              <a:cxnLst/>
              <a:pathLst>
                <a:path w="953" h="590550">
                  <a:moveTo>
                    <a:pt x="0" y="0"/>
                  </a:moveTo>
                  <a:lnTo>
                    <a:pt x="0" y="590550"/>
                  </a:lnTo>
                </a:path>
              </a:pathLst>
            </a:custGeom>
            <a:noFill/>
            <a:ln w="11430">
              <a:solidFill>
                <a:srgbClr val="CC79A7">
                  <a:alpha val="70000"/>
                </a:srgbClr>
              </a:solidFill>
              <a:prstDash val="dash"/>
            </a:ln>
          </p:spPr>
        </p:sp>
        <p:sp>
          <p:nvSpPr>
            <p:cNvPr id="1392" name="four:position-certificate:line:1121"/>
            <p:cNvSpPr>
              <a:spLocks noGrp="1"/>
            </p:cNvSpPr>
            <p:nvPr/>
          </p:nvSpPr>
          <p:spPr>
            <a:xfrm>
              <a:off x="14382750" y="2828925"/>
              <a:ext cx="953" cy="619125"/>
            </a:xfrm>
            <a:custGeom>
              <a:avLst/>
              <a:gdLst/>
              <a:ahLst/>
              <a:cxnLst/>
              <a:pathLst>
                <a:path w="953" h="619125">
                  <a:moveTo>
                    <a:pt x="0" y="0"/>
                  </a:moveTo>
                  <a:lnTo>
                    <a:pt x="0" y="619125"/>
                  </a:lnTo>
                </a:path>
              </a:pathLst>
            </a:custGeom>
            <a:noFill/>
            <a:ln w="11430">
              <a:solidFill>
                <a:srgbClr val="CC79A7"/>
              </a:solidFill>
              <a:prstDash val="solid"/>
            </a:ln>
          </p:spPr>
        </p:sp>
        <p:sp>
          <p:nvSpPr>
            <p:cNvPr id="1393" name="four:position-certificate:line:1122"/>
            <p:cNvSpPr>
              <a:spLocks noGrp="1"/>
            </p:cNvSpPr>
            <p:nvPr/>
          </p:nvSpPr>
          <p:spPr>
            <a:xfrm>
              <a:off x="13115925" y="3381375"/>
              <a:ext cx="1266825" cy="953"/>
            </a:xfrm>
            <a:custGeom>
              <a:avLst/>
              <a:gdLst/>
              <a:ahLst/>
              <a:cxnLst/>
              <a:pathLst>
                <a:path w="1266825" h="953">
                  <a:moveTo>
                    <a:pt x="0" y="0"/>
                  </a:moveTo>
                  <a:lnTo>
                    <a:pt x="1266825" y="0"/>
                  </a:lnTo>
                </a:path>
              </a:pathLst>
            </a:custGeom>
            <a:noFill/>
            <a:ln w="15240">
              <a:solidFill>
                <a:srgbClr val="CC79A7"/>
              </a:solidFill>
              <a:prstDash val="solid"/>
            </a:ln>
          </p:spPr>
        </p:sp>
        <p:sp>
          <p:nvSpPr>
            <p:cNvPr id="1394" name="four:position-certificate:polygon:1123"/>
            <p:cNvSpPr>
              <a:spLocks noGrp="1"/>
            </p:cNvSpPr>
            <p:nvPr/>
          </p:nvSpPr>
          <p:spPr>
            <a:xfrm>
              <a:off x="14325600" y="3356801"/>
              <a:ext cx="57150" cy="49149"/>
            </a:xfrm>
            <a:custGeom>
              <a:avLst/>
              <a:gdLst/>
              <a:ahLst/>
              <a:cxnLst/>
              <a:pathLst>
                <a:path w="57150" h="49149">
                  <a:moveTo>
                    <a:pt x="57150" y="24574"/>
                  </a:moveTo>
                  <a:lnTo>
                    <a:pt x="0" y="0"/>
                  </a:lnTo>
                  <a:lnTo>
                    <a:pt x="0" y="49149"/>
                  </a:lnTo>
                  <a:close/>
                </a:path>
              </a:pathLst>
            </a:custGeom>
            <a:solidFill>
              <a:srgbClr val="CC79A7"/>
            </a:solidFill>
            <a:ln w="0">
              <a:noFill/>
              <a:prstDash val="solid"/>
            </a:ln>
          </p:spPr>
        </p:sp>
        <p:sp>
          <p:nvSpPr>
            <p:cNvPr id="1395" name="four:position-certificate:polygon:1124"/>
            <p:cNvSpPr>
              <a:spLocks noGrp="1"/>
            </p:cNvSpPr>
            <p:nvPr/>
          </p:nvSpPr>
          <p:spPr>
            <a:xfrm>
              <a:off x="13115925" y="3356801"/>
              <a:ext cx="57150" cy="49149"/>
            </a:xfrm>
            <a:custGeom>
              <a:avLst/>
              <a:gdLst/>
              <a:ahLst/>
              <a:cxnLst/>
              <a:pathLst>
                <a:path w="57150" h="49149">
                  <a:moveTo>
                    <a:pt x="0" y="24574"/>
                  </a:moveTo>
                  <a:lnTo>
                    <a:pt x="57150" y="49149"/>
                  </a:lnTo>
                  <a:lnTo>
                    <a:pt x="57150" y="0"/>
                  </a:lnTo>
                  <a:close/>
                </a:path>
              </a:pathLst>
            </a:custGeom>
            <a:solidFill>
              <a:srgbClr val="CC79A7"/>
            </a:solidFill>
            <a:ln w="0">
              <a:noFill/>
              <a:prstDash val="solid"/>
            </a:ln>
          </p:spPr>
        </p:sp>
        <p:sp>
          <p:nvSpPr>
            <p:cNvPr id="1396" name="four:position-certificate:textbox:1125"/>
            <p:cNvSpPr>
              <a:spLocks noGrp="1"/>
            </p:cNvSpPr>
            <p:nvPr/>
          </p:nvSpPr>
          <p:spPr>
            <a:xfrm>
              <a:off x="13425488" y="3009900"/>
              <a:ext cx="647700" cy="342900"/>
            </a:xfrm>
            <a:prstGeom prst="rect">
              <a:avLst/>
            </a:prstGeom>
            <a:solidFill>
              <a:srgbClr val="F7F9FA"/>
            </a:solidFill>
            <a:ln w="0">
              <a:noFill/>
              <a:prstDash val="solid"/>
            </a:ln>
          </p:spPr>
          <p:txBody>
            <a:bodyPr wrap="none" lIns="0" tIns="0" rIns="0" bIns="0" anchor="ctr">
              <a:normAutofit/>
            </a:bodyPr>
            <a:lstStyle>
              <a:defPPr algn="ctr">
                <a:defRPr sz="2175" b="0">
                  <a:solidFill>
                    <a:srgbClr val="CC79A7"/>
                  </a:solidFill>
                  <a:latin typeface="Arial" panose="020B0604020202090204"/>
                  <a:ea typeface="Arial" panose="020B0604020202090204"/>
                  <a:cs typeface="Arial" panose="020B0604020202090204"/>
                </a:defRPr>
              </a:defPPr>
            </a:lstStyle>
            <a:p>
              <a:pPr algn="ctr">
                <a:defRPr sz="2175" b="0">
                  <a:solidFill>
                    <a:srgbClr val="CC79A7"/>
                  </a:solidFill>
                  <a:latin typeface="Arial" panose="020B0604020202090204"/>
                  <a:ea typeface="Arial" panose="020B0604020202090204"/>
                  <a:cs typeface="Arial" panose="020B0604020202090204"/>
                </a:defRPr>
              </a:pPr>
              <a:r>
                <a:rPr sz="2175" b="0">
                  <a:solidFill>
                    <a:srgbClr val="CC79A7"/>
                  </a:solidFill>
                  <a:latin typeface="Arial" panose="020B0604020202090204"/>
                  <a:ea typeface="Arial" panose="020B0604020202090204"/>
                  <a:cs typeface="Arial" panose="020B0604020202090204"/>
                </a:rPr>
                <a:t>τ</a:t>
              </a:r>
              <a:r>
                <a:rPr sz="1565" b="0" baseline="32000">
                  <a:solidFill>
                    <a:srgbClr val="CC79A7"/>
                  </a:solidFill>
                  <a:latin typeface="Arial" panose="020B0604020202090204"/>
                  <a:ea typeface="Arial" panose="020B0604020202090204"/>
                  <a:cs typeface="Arial" panose="020B0604020202090204"/>
                </a:rPr>
                <a:t>*</a:t>
              </a:r>
              <a:endParaRPr sz="1565" b="0" baseline="32000">
                <a:solidFill>
                  <a:srgbClr val="CC79A7"/>
                </a:solidFill>
                <a:latin typeface="Arial" panose="020B0604020202090204"/>
                <a:ea typeface="Arial" panose="020B0604020202090204"/>
                <a:cs typeface="Arial" panose="020B0604020202090204"/>
              </a:endParaRPr>
            </a:p>
          </p:txBody>
        </p:sp>
        <p:sp>
          <p:nvSpPr>
            <p:cNvPr id="1397" name="four:position-certificate:textbox:1126"/>
            <p:cNvSpPr>
              <a:spLocks noGrp="1"/>
            </p:cNvSpPr>
            <p:nvPr/>
          </p:nvSpPr>
          <p:spPr>
            <a:xfrm>
              <a:off x="8629650" y="3629025"/>
              <a:ext cx="2857500" cy="342900"/>
            </a:xfrm>
            <a:prstGeom prst="rect">
              <a:avLst/>
            </a:prstGeom>
            <a:noFill/>
            <a:ln w="0">
              <a:noFill/>
              <a:prstDash val="solid"/>
            </a:ln>
          </p:spPr>
          <p:txBody>
            <a:bodyPr wrap="none" lIns="0" tIns="0" rIns="0" bIns="0" anchor="ctr">
              <a:normAutofit/>
            </a:bodyPr>
            <a:lstStyle>
              <a:defPPr algn="ctr">
                <a:defRPr sz="1875" b="0">
                  <a:solidFill>
                    <a:srgbClr val="263238"/>
                  </a:solidFill>
                  <a:latin typeface="Arial" panose="020B0604020202090204"/>
                  <a:ea typeface="Arial" panose="020B0604020202090204"/>
                  <a:cs typeface="Arial" panose="020B0604020202090204"/>
                </a:defRPr>
              </a:defPPr>
              <a:lvl1pPr algn="ctr">
                <a:defRPr sz="1875" b="0">
                  <a:solidFill>
                    <a:srgbClr val="263238"/>
                  </a:solidFill>
                  <a:latin typeface="Arial" panose="020B0604020202090204"/>
                  <a:ea typeface="Arial" panose="020B0604020202090204"/>
                  <a:cs typeface="Arial" panose="020B0604020202090204"/>
                </a:defRPr>
              </a:lvl1pPr>
              <a:lvl2pPr algn="ctr">
                <a:defRPr sz="1875" b="0">
                  <a:solidFill>
                    <a:srgbClr val="263238"/>
                  </a:solidFill>
                  <a:latin typeface="Arial" panose="020B0604020202090204"/>
                  <a:ea typeface="Arial" panose="020B0604020202090204"/>
                  <a:cs typeface="Arial" panose="020B0604020202090204"/>
                </a:defRPr>
              </a:lvl2pPr>
              <a:lvl3pPr algn="ctr">
                <a:defRPr sz="1875" b="0">
                  <a:solidFill>
                    <a:srgbClr val="263238"/>
                  </a:solidFill>
                  <a:latin typeface="Arial" panose="020B0604020202090204"/>
                  <a:ea typeface="Arial" panose="020B0604020202090204"/>
                  <a:cs typeface="Arial" panose="020B0604020202090204"/>
                </a:defRPr>
              </a:lvl3pPr>
              <a:lvl4pPr algn="ctr">
                <a:defRPr sz="1875" b="0">
                  <a:solidFill>
                    <a:srgbClr val="263238"/>
                  </a:solidFill>
                  <a:latin typeface="Arial" panose="020B0604020202090204"/>
                  <a:ea typeface="Arial" panose="020B0604020202090204"/>
                  <a:cs typeface="Arial" panose="020B0604020202090204"/>
                </a:defRPr>
              </a:lvl4pPr>
              <a:lvl5pPr algn="ctr">
                <a:defRPr sz="1875" b="0">
                  <a:solidFill>
                    <a:srgbClr val="263238"/>
                  </a:solidFill>
                  <a:latin typeface="Arial" panose="020B0604020202090204"/>
                  <a:ea typeface="Arial" panose="020B0604020202090204"/>
                  <a:cs typeface="Arial" panose="020B0604020202090204"/>
                </a:defRPr>
              </a:lvl5pPr>
              <a:lvl6pPr algn="ctr">
                <a:defRPr sz="1875" b="0">
                  <a:solidFill>
                    <a:srgbClr val="263238"/>
                  </a:solidFill>
                  <a:latin typeface="Arial" panose="020B0604020202090204"/>
                  <a:ea typeface="Arial" panose="020B0604020202090204"/>
                  <a:cs typeface="Arial" panose="020B0604020202090204"/>
                </a:defRPr>
              </a:lvl6pPr>
              <a:lvl7pPr algn="ctr">
                <a:defRPr sz="1875" b="0">
                  <a:solidFill>
                    <a:srgbClr val="263238"/>
                  </a:solidFill>
                  <a:latin typeface="Arial" panose="020B0604020202090204"/>
                  <a:ea typeface="Arial" panose="020B0604020202090204"/>
                  <a:cs typeface="Arial" panose="020B0604020202090204"/>
                </a:defRPr>
              </a:lvl7pPr>
              <a:lvl8pPr algn="ctr">
                <a:defRPr sz="1875" b="0">
                  <a:solidFill>
                    <a:srgbClr val="263238"/>
                  </a:solidFill>
                  <a:latin typeface="Arial" panose="020B0604020202090204"/>
                  <a:ea typeface="Arial" panose="020B0604020202090204"/>
                  <a:cs typeface="Arial" panose="020B0604020202090204"/>
                </a:defRPr>
              </a:lvl8pPr>
              <a:lvl9pPr algn="ctr">
                <a:defRPr sz="1875" b="0">
                  <a:solidFill>
                    <a:srgbClr val="263238"/>
                  </a:solidFill>
                  <a:latin typeface="Arial" panose="020B0604020202090204"/>
                  <a:ea typeface="Arial" panose="020B0604020202090204"/>
                  <a:cs typeface="Arial" panose="020B0604020202090204"/>
                </a:defRPr>
              </a:lvl9pPr>
            </a:lstStyle>
            <a:p>
              <a:pPr algn="ctr">
                <a:buNone/>
                <a:defRPr sz="1875" b="0">
                  <a:solidFill>
                    <a:srgbClr val="263238"/>
                  </a:solidFill>
                  <a:latin typeface="Arial" panose="020B0604020202090204"/>
                  <a:ea typeface="Arial" panose="020B0604020202090204"/>
                  <a:cs typeface="Arial" panose="020B0604020202090204"/>
                </a:defRPr>
              </a:pPr>
              <a:r>
                <a:rPr sz="1875" b="0">
                  <a:solidFill>
                    <a:srgbClr val="263238"/>
                  </a:solidFill>
                  <a:latin typeface="Arial" panose="020B0604020202090204"/>
                  <a:ea typeface="Arial" panose="020B0604020202090204"/>
                  <a:cs typeface="Arial" panose="020B0604020202090204"/>
                </a:rPr>
                <a:t>τ</a:t>
              </a:r>
              <a:r>
                <a:rPr sz="1350" b="0" baseline="-25000">
                  <a:solidFill>
                    <a:srgbClr val="263238"/>
                  </a:solidFill>
                  <a:latin typeface="Arial" panose="020B0604020202090204"/>
                  <a:ea typeface="Arial" panose="020B0604020202090204"/>
                  <a:cs typeface="Arial" panose="020B0604020202090204"/>
                </a:rPr>
                <a:t>free</a:t>
              </a:r>
              <a:endParaRPr sz="1350" b="0" baseline="-25000">
                <a:solidFill>
                  <a:srgbClr val="263238"/>
                </a:solidFill>
                <a:latin typeface="Arial" panose="020B0604020202090204"/>
                <a:ea typeface="Arial" panose="020B0604020202090204"/>
                <a:cs typeface="Arial" panose="020B0604020202090204"/>
              </a:endParaRPr>
            </a:p>
          </p:txBody>
        </p:sp>
        <p:sp>
          <p:nvSpPr>
            <p:cNvPr id="1398" name="four:position-certificate:textbox:1127"/>
            <p:cNvSpPr>
              <a:spLocks noGrp="1"/>
            </p:cNvSpPr>
            <p:nvPr/>
          </p:nvSpPr>
          <p:spPr>
            <a:xfrm>
              <a:off x="11811000" y="3629025"/>
              <a:ext cx="3009900" cy="342900"/>
            </a:xfrm>
            <a:prstGeom prst="rect">
              <a:avLst/>
            </a:prstGeom>
            <a:noFill/>
            <a:ln w="0">
              <a:noFill/>
              <a:prstDash val="solid"/>
            </a:ln>
          </p:spPr>
          <p:txBody>
            <a:bodyPr wrap="none" lIns="0" tIns="0" rIns="0" bIns="0" anchor="ctr">
              <a:normAutofit/>
            </a:bodyPr>
            <a:lstStyle>
              <a:defPPr algn="ctr">
                <a:defRPr sz="1950" b="0">
                  <a:solidFill>
                    <a:srgbClr val="263238"/>
                  </a:solidFill>
                  <a:latin typeface="Arial" panose="020B0604020202090204"/>
                  <a:ea typeface="Arial" panose="020B0604020202090204"/>
                  <a:cs typeface="Arial" panose="020B0604020202090204"/>
                </a:defRPr>
              </a:defPPr>
              <a:lvl1pPr algn="ctr">
                <a:defRPr sz="1950" b="0">
                  <a:solidFill>
                    <a:srgbClr val="263238"/>
                  </a:solidFill>
                  <a:latin typeface="Arial" panose="020B0604020202090204"/>
                  <a:ea typeface="Arial" panose="020B0604020202090204"/>
                  <a:cs typeface="Arial" panose="020B0604020202090204"/>
                </a:defRPr>
              </a:lvl1pPr>
              <a:lvl2pPr algn="ctr">
                <a:defRPr sz="1950" b="0">
                  <a:solidFill>
                    <a:srgbClr val="263238"/>
                  </a:solidFill>
                  <a:latin typeface="Arial" panose="020B0604020202090204"/>
                  <a:ea typeface="Arial" panose="020B0604020202090204"/>
                  <a:cs typeface="Arial" panose="020B0604020202090204"/>
                </a:defRPr>
              </a:lvl2pPr>
              <a:lvl3pPr algn="ctr">
                <a:defRPr sz="1950" b="0">
                  <a:solidFill>
                    <a:srgbClr val="263238"/>
                  </a:solidFill>
                  <a:latin typeface="Arial" panose="020B0604020202090204"/>
                  <a:ea typeface="Arial" panose="020B0604020202090204"/>
                  <a:cs typeface="Arial" panose="020B0604020202090204"/>
                </a:defRPr>
              </a:lvl3pPr>
              <a:lvl4pPr algn="ctr">
                <a:defRPr sz="1950" b="0">
                  <a:solidFill>
                    <a:srgbClr val="263238"/>
                  </a:solidFill>
                  <a:latin typeface="Arial" panose="020B0604020202090204"/>
                  <a:ea typeface="Arial" panose="020B0604020202090204"/>
                  <a:cs typeface="Arial" panose="020B0604020202090204"/>
                </a:defRPr>
              </a:lvl4pPr>
              <a:lvl5pPr algn="ctr">
                <a:defRPr sz="1950" b="0">
                  <a:solidFill>
                    <a:srgbClr val="263238"/>
                  </a:solidFill>
                  <a:latin typeface="Arial" panose="020B0604020202090204"/>
                  <a:ea typeface="Arial" panose="020B0604020202090204"/>
                  <a:cs typeface="Arial" panose="020B0604020202090204"/>
                </a:defRPr>
              </a:lvl5pPr>
              <a:lvl6pPr algn="ctr">
                <a:defRPr sz="1950" b="0">
                  <a:solidFill>
                    <a:srgbClr val="263238"/>
                  </a:solidFill>
                  <a:latin typeface="Arial" panose="020B0604020202090204"/>
                  <a:ea typeface="Arial" panose="020B0604020202090204"/>
                  <a:cs typeface="Arial" panose="020B0604020202090204"/>
                </a:defRPr>
              </a:lvl6pPr>
              <a:lvl7pPr algn="ctr">
                <a:defRPr sz="1950" b="0">
                  <a:solidFill>
                    <a:srgbClr val="263238"/>
                  </a:solidFill>
                  <a:latin typeface="Arial" panose="020B0604020202090204"/>
                  <a:ea typeface="Arial" panose="020B0604020202090204"/>
                  <a:cs typeface="Arial" panose="020B0604020202090204"/>
                </a:defRPr>
              </a:lvl7pPr>
              <a:lvl8pPr algn="ctr">
                <a:defRPr sz="1950" b="0">
                  <a:solidFill>
                    <a:srgbClr val="263238"/>
                  </a:solidFill>
                  <a:latin typeface="Arial" panose="020B0604020202090204"/>
                  <a:ea typeface="Arial" panose="020B0604020202090204"/>
                  <a:cs typeface="Arial" panose="020B0604020202090204"/>
                </a:defRPr>
              </a:lvl8pPr>
              <a:lvl9pPr algn="ctr">
                <a:defRPr sz="1950" b="0">
                  <a:solidFill>
                    <a:srgbClr val="263238"/>
                  </a:solidFill>
                  <a:latin typeface="Arial" panose="020B0604020202090204"/>
                  <a:ea typeface="Arial" panose="020B0604020202090204"/>
                  <a:cs typeface="Arial" panose="020B0604020202090204"/>
                </a:defRPr>
              </a:lvl9pPr>
            </a:lstStyle>
            <a:p>
              <a:pPr algn="ctr">
                <a:buNone/>
                <a:defRPr sz="1950" b="0">
                  <a:solidFill>
                    <a:srgbClr val="263238"/>
                  </a:solidFill>
                  <a:latin typeface="Arial" panose="020B0604020202090204"/>
                  <a:ea typeface="Arial" panose="020B0604020202090204"/>
                  <a:cs typeface="Arial" panose="020B0604020202090204"/>
                </a:defRPr>
              </a:pPr>
              <a:r>
                <a:rPr sz="1950" b="0">
                  <a:solidFill>
                    <a:srgbClr val="263238"/>
                  </a:solidFill>
                  <a:latin typeface="Arial" panose="020B0604020202090204"/>
                  <a:ea typeface="Arial" panose="020B0604020202090204"/>
                  <a:cs typeface="Arial" panose="020B0604020202090204"/>
                </a:rPr>
                <a:t>τ</a:t>
              </a:r>
              <a:r>
                <a:rPr sz="1405" b="0" baseline="32000">
                  <a:solidFill>
                    <a:srgbClr val="263238"/>
                  </a:solidFill>
                  <a:latin typeface="Arial" panose="020B0604020202090204"/>
                  <a:ea typeface="Arial" panose="020B0604020202090204"/>
                  <a:cs typeface="Arial" panose="020B0604020202090204"/>
                </a:rPr>
                <a:t>*</a:t>
              </a:r>
              <a:endParaRPr sz="1405" b="0" baseline="32000">
                <a:solidFill>
                  <a:srgbClr val="263238"/>
                </a:solidFill>
                <a:latin typeface="Arial" panose="020B0604020202090204"/>
                <a:ea typeface="Arial" panose="020B0604020202090204"/>
                <a:cs typeface="Arial" panose="020B0604020202090204"/>
              </a:endParaRPr>
            </a:p>
          </p:txBody>
        </p:sp>
      </p:grpSp>
      <p:grpSp>
        <p:nvGrpSpPr>
          <p:cNvPr id="1399" name="certificate-flow"/>
          <p:cNvGrpSpPr/>
          <p:nvPr/>
        </p:nvGrpSpPr>
        <p:grpSpPr>
          <a:xfrm>
            <a:off x="0" y="0"/>
            <a:ext cx="24955500" cy="8572500"/>
            <a:chOff x="0" y="0"/>
            <a:chExt cx="24955500" cy="8572500"/>
          </a:xfrm>
        </p:grpSpPr>
        <p:sp>
          <p:nvSpPr>
            <p:cNvPr id="1400" name="four:certificate-flow:line:1128"/>
            <p:cNvSpPr>
              <a:spLocks noGrp="1"/>
            </p:cNvSpPr>
            <p:nvPr/>
          </p:nvSpPr>
          <p:spPr>
            <a:xfrm>
              <a:off x="11601450" y="4162425"/>
              <a:ext cx="953" cy="542925"/>
            </a:xfrm>
            <a:custGeom>
              <a:avLst/>
              <a:gdLst/>
              <a:ahLst/>
              <a:cxnLst/>
              <a:pathLst>
                <a:path w="953" h="542925">
                  <a:moveTo>
                    <a:pt x="0" y="0"/>
                  </a:moveTo>
                  <a:lnTo>
                    <a:pt x="0" y="542925"/>
                  </a:lnTo>
                </a:path>
              </a:pathLst>
            </a:custGeom>
            <a:noFill/>
            <a:ln w="19050">
              <a:solidFill>
                <a:srgbClr val="7895A8"/>
              </a:solidFill>
              <a:prstDash val="solid"/>
            </a:ln>
          </p:spPr>
        </p:sp>
        <p:sp>
          <p:nvSpPr>
            <p:cNvPr id="1401" name="four:certificate-flow:polygon:1129"/>
            <p:cNvSpPr>
              <a:spLocks noGrp="1"/>
            </p:cNvSpPr>
            <p:nvPr/>
          </p:nvSpPr>
          <p:spPr>
            <a:xfrm>
              <a:off x="11564588" y="4619625"/>
              <a:ext cx="73723" cy="85725"/>
            </a:xfrm>
            <a:custGeom>
              <a:avLst/>
              <a:gdLst/>
              <a:ahLst/>
              <a:cxnLst/>
              <a:pathLst>
                <a:path w="73723" h="85725">
                  <a:moveTo>
                    <a:pt x="36862" y="85725"/>
                  </a:moveTo>
                  <a:lnTo>
                    <a:pt x="73723" y="0"/>
                  </a:lnTo>
                  <a:lnTo>
                    <a:pt x="0" y="0"/>
                  </a:lnTo>
                  <a:close/>
                </a:path>
              </a:pathLst>
            </a:custGeom>
            <a:solidFill>
              <a:srgbClr val="7895A8"/>
            </a:solidFill>
            <a:ln w="0">
              <a:noFill/>
              <a:prstDash val="solid"/>
            </a:ln>
          </p:spPr>
        </p:sp>
        <p:sp>
          <p:nvSpPr>
            <p:cNvPr id="1402" name="four:certificate-flow:textbox:1130"/>
            <p:cNvSpPr>
              <a:spLocks noGrp="1"/>
            </p:cNvSpPr>
            <p:nvPr/>
          </p:nvSpPr>
          <p:spPr>
            <a:xfrm>
              <a:off x="8572500" y="4257675"/>
              <a:ext cx="2857500" cy="342900"/>
            </a:xfrm>
            <a:prstGeom prst="rect">
              <a:avLst/>
            </a:prstGeom>
            <a:noFill/>
            <a:ln w="0">
              <a:noFill/>
              <a:prstDash val="solid"/>
            </a:ln>
          </p:spPr>
          <p:txBody>
            <a:bodyPr wrap="none" lIns="0" tIns="0" rIns="0" bIns="0" anchor="ctr">
              <a:normAutofit/>
            </a:bodyPr>
            <a:lstStyle>
              <a:defPPr algn="ctr">
                <a:defRPr sz="2025" b="0">
                  <a:solidFill>
                    <a:srgbClr val="7B8790"/>
                  </a:solidFill>
                  <a:latin typeface="Arial" panose="020B0604020202090204"/>
                  <a:ea typeface="Arial" panose="020B0604020202090204"/>
                  <a:cs typeface="Arial" panose="020B0604020202090204"/>
                </a:defRPr>
              </a:defPPr>
            </a:lstStyle>
            <a:p>
              <a:pPr algn="ctr">
                <a:defRPr sz="2025" b="0">
                  <a:solidFill>
                    <a:srgbClr val="7B8790"/>
                  </a:solidFill>
                  <a:latin typeface="Arial" panose="020B0604020202090204"/>
                  <a:ea typeface="Arial" panose="020B0604020202090204"/>
                  <a:cs typeface="Arial" panose="020B0604020202090204"/>
                </a:defRPr>
              </a:pPr>
              <a:r>
                <a:rPr sz="2025" b="0">
                  <a:solidFill>
                    <a:srgbClr val="7B8790"/>
                  </a:solidFill>
                  <a:latin typeface="Arial" panose="020B0604020202090204"/>
                  <a:ea typeface="Arial" panose="020B0604020202090204"/>
                  <a:cs typeface="Arial" panose="020B0604020202090204"/>
                </a:rPr>
                <a:t>H = </a:t>
              </a:r>
              <a:r>
                <a:rPr sz="2025" b="0">
                  <a:solidFill>
                    <a:srgbClr val="7B8790"/>
                  </a:solidFill>
                  <a:latin typeface="Arial" panose="020B0604020202090204"/>
                  <a:ea typeface="Arial" panose="020B0604020202090204"/>
                  <a:cs typeface="Arial" panose="020B0604020202090204"/>
                </a:rPr>
                <a:t>τ</a:t>
              </a:r>
              <a:r>
                <a:rPr sz="1460" b="0" baseline="32000">
                  <a:solidFill>
                    <a:srgbClr val="7B8790"/>
                  </a:solidFill>
                  <a:latin typeface="Arial" panose="020B0604020202090204"/>
                  <a:ea typeface="Arial" panose="020B0604020202090204"/>
                  <a:cs typeface="Arial" panose="020B0604020202090204"/>
                </a:rPr>
                <a:t>*</a:t>
              </a:r>
              <a:r>
                <a:rPr sz="2025" b="0">
                  <a:solidFill>
                    <a:srgbClr val="7B8790"/>
                  </a:solidFill>
                  <a:latin typeface="Arial" panose="020B0604020202090204"/>
                  <a:ea typeface="Arial" panose="020B0604020202090204"/>
                  <a:cs typeface="Arial" panose="020B0604020202090204"/>
                </a:rPr>
                <a:t> − </a:t>
              </a:r>
              <a:r>
                <a:rPr sz="2025" b="0">
                  <a:solidFill>
                    <a:srgbClr val="7B8790"/>
                  </a:solidFill>
                  <a:latin typeface="Arial" panose="020B0604020202090204"/>
                  <a:ea typeface="Arial" panose="020B0604020202090204"/>
                  <a:cs typeface="Arial" panose="020B0604020202090204"/>
                </a:rPr>
                <a:t>τ</a:t>
              </a:r>
              <a:r>
                <a:rPr sz="1460" b="0" baseline="-25000">
                  <a:solidFill>
                    <a:srgbClr val="7B8790"/>
                  </a:solidFill>
                  <a:latin typeface="Arial" panose="020B0604020202090204"/>
                  <a:ea typeface="Arial" panose="020B0604020202090204"/>
                  <a:cs typeface="Arial" panose="020B0604020202090204"/>
                </a:rPr>
                <a:t>free</a:t>
              </a:r>
              <a:endParaRPr sz="1460" b="0" baseline="-25000">
                <a:solidFill>
                  <a:srgbClr val="7B8790"/>
                </a:solidFill>
                <a:latin typeface="Arial" panose="020B0604020202090204"/>
                <a:ea typeface="Arial" panose="020B0604020202090204"/>
                <a:cs typeface="Arial" panose="020B0604020202090204"/>
              </a:endParaRPr>
            </a:p>
          </p:txBody>
        </p:sp>
        <p:sp>
          <p:nvSpPr>
            <p:cNvPr id="1403" name="four:certificate-flow:textbox:1131"/>
            <p:cNvSpPr>
              <a:spLocks noGrp="1"/>
            </p:cNvSpPr>
            <p:nvPr/>
          </p:nvSpPr>
          <p:spPr>
            <a:xfrm>
              <a:off x="11830050" y="4257675"/>
              <a:ext cx="1524000" cy="342900"/>
            </a:xfrm>
            <a:prstGeom prst="rect">
              <a:avLst/>
            </a:prstGeom>
            <a:noFill/>
            <a:ln w="0">
              <a:noFill/>
              <a:prstDash val="solid"/>
            </a:ln>
          </p:spPr>
          <p:txBody>
            <a:bodyPr wrap="none" lIns="0" tIns="0" rIns="0" bIns="0" anchor="ctr">
              <a:normAutofit/>
            </a:bodyPr>
            <a:lstStyle>
              <a:defPPr algn="ctr">
                <a:defRPr sz="2250" b="0">
                  <a:solidFill>
                    <a:srgbClr val="7B8790"/>
                  </a:solidFill>
                  <a:latin typeface="Arial" panose="020B0604020202090204"/>
                  <a:ea typeface="Arial" panose="020B0604020202090204"/>
                  <a:cs typeface="Arial" panose="020B0604020202090204"/>
                </a:defRPr>
              </a:defPPr>
            </a:lstStyle>
            <a:p>
              <a:pPr algn="ctr">
                <a:defRPr sz="2250" b="0">
                  <a:solidFill>
                    <a:srgbClr val="7B8790"/>
                  </a:solidFill>
                  <a:latin typeface="Arial" panose="020B0604020202090204"/>
                  <a:ea typeface="Arial" panose="020B0604020202090204"/>
                  <a:cs typeface="Arial" panose="020B0604020202090204"/>
                </a:defRPr>
              </a:pPr>
              <a:r>
                <a:rPr sz="2250" b="0">
                  <a:solidFill>
                    <a:srgbClr val="7B8790"/>
                  </a:solidFill>
                  <a:latin typeface="Arial" panose="020B0604020202090204"/>
                  <a:ea typeface="Arial" panose="020B0604020202090204"/>
                  <a:cs typeface="Arial" panose="020B0604020202090204"/>
                </a:rPr>
                <a:t>H &gt; θ</a:t>
              </a:r>
              <a:endParaRPr sz="2250" b="0">
                <a:solidFill>
                  <a:srgbClr val="7B8790"/>
                </a:solidFill>
                <a:latin typeface="Arial" panose="020B0604020202090204"/>
                <a:ea typeface="Arial" panose="020B0604020202090204"/>
                <a:cs typeface="Arial" panose="020B0604020202090204"/>
              </a:endParaRPr>
            </a:p>
          </p:txBody>
        </p:sp>
      </p:grpSp>
      <p:grpSp>
        <p:nvGrpSpPr>
          <p:cNvPr id="1404" name="selective-relaxation"/>
          <p:cNvGrpSpPr/>
          <p:nvPr/>
        </p:nvGrpSpPr>
        <p:grpSpPr>
          <a:xfrm>
            <a:off x="0" y="0"/>
            <a:ext cx="24955500" cy="8572500"/>
            <a:chOff x="0" y="0"/>
            <a:chExt cx="24955500" cy="8572500"/>
          </a:xfrm>
        </p:grpSpPr>
        <p:sp>
          <p:nvSpPr>
            <p:cNvPr id="1405" name="four:selective-relaxation:textbox:1132"/>
            <p:cNvSpPr>
              <a:spLocks noGrp="1"/>
            </p:cNvSpPr>
            <p:nvPr/>
          </p:nvSpPr>
          <p:spPr>
            <a:xfrm>
              <a:off x="8572500" y="4867275"/>
              <a:ext cx="4219575" cy="304800"/>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Selective relaxation</a:t>
              </a:r>
              <a:endParaRPr sz="1875" b="1">
                <a:solidFill>
                  <a:srgbClr val="263238"/>
                </a:solidFill>
                <a:latin typeface="Arial" panose="020B0604020202090204"/>
                <a:ea typeface="Arial" panose="020B0604020202090204"/>
                <a:cs typeface="Arial" panose="020B0604020202090204"/>
              </a:endParaRPr>
            </a:p>
          </p:txBody>
        </p:sp>
        <p:sp>
          <p:nvSpPr>
            <p:cNvPr id="1406" name="four:selective-relaxation:textbox:1133"/>
            <p:cNvSpPr>
              <a:spLocks noGrp="1"/>
            </p:cNvSpPr>
            <p:nvPr/>
          </p:nvSpPr>
          <p:spPr>
            <a:xfrm>
              <a:off x="8572500" y="5172075"/>
              <a:ext cx="1333500" cy="342900"/>
            </a:xfrm>
            <a:prstGeom prst="rect">
              <a:avLst/>
            </a:prstGeom>
            <a:noFill/>
            <a:ln w="0">
              <a:noFill/>
              <a:prstDash val="solid"/>
            </a:ln>
          </p:spPr>
          <p:txBody>
            <a:bodyPr wrap="none" lIns="0" tIns="0" rIns="0" bIns="0" anchor="ctr">
              <a:normAutofit/>
            </a:bodyPr>
            <a:lstStyle>
              <a:defPPr algn="ctr">
                <a:defRPr sz="2025" b="0">
                  <a:solidFill>
                    <a:srgbClr val="7B8790"/>
                  </a:solidFill>
                  <a:latin typeface="Arial" panose="020B0604020202090204"/>
                  <a:ea typeface="Arial" panose="020B0604020202090204"/>
                  <a:cs typeface="Arial" panose="020B0604020202090204"/>
                </a:defRPr>
              </a:defPPr>
            </a:lstStyle>
            <a:p>
              <a:pPr algn="ctr">
                <a:defRPr sz="2025" b="0">
                  <a:solidFill>
                    <a:srgbClr val="7B8790"/>
                  </a:solidFill>
                  <a:latin typeface="Arial" panose="020B0604020202090204"/>
                  <a:ea typeface="Arial" panose="020B0604020202090204"/>
                  <a:cs typeface="Arial" panose="020B0604020202090204"/>
                </a:defRPr>
              </a:pPr>
              <a:r>
                <a:rPr sz="2025" b="0">
                  <a:solidFill>
                    <a:srgbClr val="7B8790"/>
                  </a:solidFill>
                  <a:latin typeface="Arial" panose="020B0604020202090204"/>
                  <a:ea typeface="Arial" panose="020B0604020202090204"/>
                  <a:cs typeface="Arial" panose="020B0604020202090204"/>
                </a:rPr>
                <a:t>γ</a:t>
              </a:r>
              <a:r>
                <a:rPr sz="1460" b="0" baseline="-25000">
                  <a:solidFill>
                    <a:srgbClr val="7B8790"/>
                  </a:solidFill>
                  <a:latin typeface="Arial" panose="020B0604020202090204"/>
                  <a:ea typeface="Arial" panose="020B0604020202090204"/>
                  <a:cs typeface="Arial" panose="020B0604020202090204"/>
                </a:rPr>
                <a:t>v</a:t>
              </a:r>
              <a:r>
                <a:rPr sz="2025" b="0">
                  <a:solidFill>
                    <a:srgbClr val="7B8790"/>
                  </a:solidFill>
                  <a:latin typeface="Arial" panose="020B0604020202090204"/>
                  <a:ea typeface="Arial" panose="020B0604020202090204"/>
                  <a:cs typeface="Arial" panose="020B0604020202090204"/>
                </a:rPr>
                <a:t> ≤ κ</a:t>
              </a:r>
              <a:endParaRPr sz="2025" b="0">
                <a:solidFill>
                  <a:srgbClr val="7B8790"/>
                </a:solidFill>
                <a:latin typeface="Arial" panose="020B0604020202090204"/>
                <a:ea typeface="Arial" panose="020B0604020202090204"/>
                <a:cs typeface="Arial" panose="020B0604020202090204"/>
              </a:endParaRPr>
            </a:p>
          </p:txBody>
        </p:sp>
        <p:sp>
          <p:nvSpPr>
            <p:cNvPr id="1407" name="four:selective-relaxation:textbox:1134"/>
            <p:cNvSpPr>
              <a:spLocks noGrp="1"/>
            </p:cNvSpPr>
            <p:nvPr/>
          </p:nvSpPr>
          <p:spPr>
            <a:xfrm>
              <a:off x="8572500" y="5467350"/>
              <a:ext cx="1333500" cy="219075"/>
            </a:xfrm>
            <a:prstGeom prst="rect">
              <a:avLst/>
            </a:prstGeom>
            <a:noFill/>
            <a:ln w="0">
              <a:noFill/>
              <a:prstDash val="solid"/>
            </a:ln>
          </p:spPr>
          <p:txBody>
            <a:bodyPr wrap="none" lIns="0" tIns="0" rIns="0" bIns="0" anchor="ctr">
              <a:normAutofit/>
            </a:bodyPr>
            <a:lstStyle>
              <a:defPPr algn="ctr">
                <a:defRPr sz="1425" b="1">
                  <a:solidFill>
                    <a:srgbClr val="7B8790"/>
                  </a:solidFill>
                  <a:latin typeface="Arial" panose="020B0604020202090204"/>
                  <a:ea typeface="Arial" panose="020B0604020202090204"/>
                  <a:cs typeface="Arial" panose="020B0604020202090204"/>
                </a:defRPr>
              </a:defPPr>
            </a:lstStyle>
            <a:p>
              <a:pPr algn="ctr">
                <a:defRPr sz="1425" b="1">
                  <a:solidFill>
                    <a:srgbClr val="7B8790"/>
                  </a:solidFill>
                  <a:latin typeface="Arial" panose="020B0604020202090204"/>
                  <a:ea typeface="Arial" panose="020B0604020202090204"/>
                  <a:cs typeface="Arial" panose="020B0604020202090204"/>
                </a:defRPr>
              </a:pPr>
              <a:r>
                <a:rPr sz="1425" b="1">
                  <a:solidFill>
                    <a:srgbClr val="7B8790"/>
                  </a:solidFill>
                  <a:latin typeface="Arial" panose="020B0604020202090204"/>
                  <a:ea typeface="Arial" panose="020B0604020202090204"/>
                  <a:cs typeface="Arial" panose="020B0604020202090204"/>
                </a:rPr>
                <a:t>Expand</a:t>
              </a:r>
              <a:endParaRPr sz="1425" b="1">
                <a:solidFill>
                  <a:srgbClr val="7B8790"/>
                </a:solidFill>
                <a:latin typeface="Arial" panose="020B0604020202090204"/>
                <a:ea typeface="Arial" panose="020B0604020202090204"/>
                <a:cs typeface="Arial" panose="020B0604020202090204"/>
              </a:endParaRPr>
            </a:p>
          </p:txBody>
        </p:sp>
        <p:sp>
          <p:nvSpPr>
            <p:cNvPr id="1408" name="four:selective-relaxation:textbox:1135"/>
            <p:cNvSpPr>
              <a:spLocks noGrp="1"/>
            </p:cNvSpPr>
            <p:nvPr/>
          </p:nvSpPr>
          <p:spPr>
            <a:xfrm>
              <a:off x="10039350" y="5172075"/>
              <a:ext cx="1333500" cy="342900"/>
            </a:xfrm>
            <a:prstGeom prst="rect">
              <a:avLst/>
            </a:prstGeom>
            <a:noFill/>
            <a:ln w="0">
              <a:noFill/>
              <a:prstDash val="solid"/>
            </a:ln>
          </p:spPr>
          <p:txBody>
            <a:bodyPr wrap="none" lIns="0" tIns="0" rIns="0" bIns="0" anchor="ctr">
              <a:normAutofit/>
            </a:bodyPr>
            <a:lstStyle>
              <a:defPPr algn="ctr">
                <a:defRPr sz="2025" b="0">
                  <a:solidFill>
                    <a:srgbClr val="7B8790"/>
                  </a:solidFill>
                  <a:latin typeface="Arial" panose="020B0604020202090204"/>
                  <a:ea typeface="Arial" panose="020B0604020202090204"/>
                  <a:cs typeface="Arial" panose="020B0604020202090204"/>
                </a:defRPr>
              </a:defPPr>
            </a:lstStyle>
            <a:p>
              <a:pPr algn="ctr">
                <a:defRPr sz="2025" b="0">
                  <a:solidFill>
                    <a:srgbClr val="7B8790"/>
                  </a:solidFill>
                  <a:latin typeface="Arial" panose="020B0604020202090204"/>
                  <a:ea typeface="Arial" panose="020B0604020202090204"/>
                  <a:cs typeface="Arial" panose="020B0604020202090204"/>
                </a:defRPr>
              </a:pPr>
              <a:r>
                <a:rPr sz="2025" b="0">
                  <a:solidFill>
                    <a:srgbClr val="7B8790"/>
                  </a:solidFill>
                  <a:latin typeface="Arial" panose="020B0604020202090204"/>
                  <a:ea typeface="Arial" panose="020B0604020202090204"/>
                  <a:cs typeface="Arial" panose="020B0604020202090204"/>
                </a:rPr>
                <a:t>γ</a:t>
              </a:r>
              <a:r>
                <a:rPr sz="1460" b="0" baseline="-25000">
                  <a:solidFill>
                    <a:srgbClr val="7B8790"/>
                  </a:solidFill>
                  <a:latin typeface="Arial" panose="020B0604020202090204"/>
                  <a:ea typeface="Arial" panose="020B0604020202090204"/>
                  <a:cs typeface="Arial" panose="020B0604020202090204"/>
                </a:rPr>
                <a:t>v</a:t>
              </a:r>
              <a:r>
                <a:rPr sz="2025" b="0">
                  <a:solidFill>
                    <a:srgbClr val="7B8790"/>
                  </a:solidFill>
                  <a:latin typeface="Arial" panose="020B0604020202090204"/>
                  <a:ea typeface="Arial" panose="020B0604020202090204"/>
                  <a:cs typeface="Arial" panose="020B0604020202090204"/>
                </a:rPr>
                <a:t> &gt; κ</a:t>
              </a:r>
              <a:endParaRPr sz="2025" b="0">
                <a:solidFill>
                  <a:srgbClr val="7B8790"/>
                </a:solidFill>
                <a:latin typeface="Arial" panose="020B0604020202090204"/>
                <a:ea typeface="Arial" panose="020B0604020202090204"/>
                <a:cs typeface="Arial" panose="020B0604020202090204"/>
              </a:endParaRPr>
            </a:p>
          </p:txBody>
        </p:sp>
        <p:sp>
          <p:nvSpPr>
            <p:cNvPr id="1409" name="four:selective-relaxation:textbox:1136"/>
            <p:cNvSpPr>
              <a:spLocks noGrp="1"/>
            </p:cNvSpPr>
            <p:nvPr/>
          </p:nvSpPr>
          <p:spPr>
            <a:xfrm>
              <a:off x="10039350" y="5467350"/>
              <a:ext cx="1333500" cy="219075"/>
            </a:xfrm>
            <a:prstGeom prst="rect">
              <a:avLst/>
            </a:prstGeom>
            <a:noFill/>
            <a:ln w="0">
              <a:noFill/>
              <a:prstDash val="solid"/>
            </a:ln>
          </p:spPr>
          <p:txBody>
            <a:bodyPr wrap="none" lIns="0" tIns="0" rIns="0" bIns="0" anchor="ctr">
              <a:normAutofit/>
            </a:bodyPr>
            <a:lstStyle>
              <a:defPPr algn="ctr">
                <a:defRPr sz="1425" b="1">
                  <a:solidFill>
                    <a:srgbClr val="7B8790"/>
                  </a:solidFill>
                  <a:latin typeface="Arial" panose="020B0604020202090204"/>
                  <a:ea typeface="Arial" panose="020B0604020202090204"/>
                  <a:cs typeface="Arial" panose="020B0604020202090204"/>
                </a:defRPr>
              </a:defPPr>
            </a:lstStyle>
            <a:p>
              <a:pPr algn="ctr">
                <a:defRPr sz="1425" b="1">
                  <a:solidFill>
                    <a:srgbClr val="7B8790"/>
                  </a:solidFill>
                  <a:latin typeface="Arial" panose="020B0604020202090204"/>
                  <a:ea typeface="Arial" panose="020B0604020202090204"/>
                  <a:cs typeface="Arial" panose="020B0604020202090204"/>
                </a:defRPr>
              </a:pPr>
              <a:r>
                <a:rPr sz="1425" b="1">
                  <a:solidFill>
                    <a:srgbClr val="7B8790"/>
                  </a:solidFill>
                  <a:latin typeface="Arial" panose="020B0604020202090204"/>
                  <a:ea typeface="Arial" panose="020B0604020202090204"/>
                  <a:cs typeface="Arial" panose="020B0604020202090204"/>
                </a:rPr>
                <a:t>Retain</a:t>
              </a:r>
              <a:endParaRPr sz="1425" b="1">
                <a:solidFill>
                  <a:srgbClr val="7B8790"/>
                </a:solidFill>
                <a:latin typeface="Arial" panose="020B0604020202090204"/>
                <a:ea typeface="Arial" panose="020B0604020202090204"/>
                <a:cs typeface="Arial" panose="020B0604020202090204"/>
              </a:endParaRPr>
            </a:p>
          </p:txBody>
        </p:sp>
        <p:sp>
          <p:nvSpPr>
            <p:cNvPr id="1410" name="four:selective-relaxation:line:1137"/>
            <p:cNvSpPr>
              <a:spLocks noGrp="1"/>
            </p:cNvSpPr>
            <p:nvPr/>
          </p:nvSpPr>
          <p:spPr>
            <a:xfrm>
              <a:off x="9696450" y="5581650"/>
              <a:ext cx="953" cy="293370"/>
            </a:xfrm>
            <a:custGeom>
              <a:avLst/>
              <a:gdLst/>
              <a:ahLst/>
              <a:cxnLst/>
              <a:pathLst>
                <a:path w="953" h="293370">
                  <a:moveTo>
                    <a:pt x="0" y="60341"/>
                  </a:moveTo>
                  <a:lnTo>
                    <a:pt x="0" y="233029"/>
                  </a:lnTo>
                </a:path>
              </a:pathLst>
            </a:custGeom>
            <a:noFill/>
            <a:ln w="11906">
              <a:solidFill>
                <a:srgbClr val="263238"/>
              </a:solidFill>
              <a:prstDash val="solid"/>
            </a:ln>
          </p:spPr>
        </p:sp>
        <p:sp>
          <p:nvSpPr>
            <p:cNvPr id="1411" name="four:selective-relaxation:regular-node:1138"/>
            <p:cNvSpPr>
              <a:spLocks noGrp="1"/>
            </p:cNvSpPr>
            <p:nvPr/>
          </p:nvSpPr>
          <p:spPr>
            <a:xfrm>
              <a:off x="9678048" y="5672795"/>
              <a:ext cx="36805" cy="36805"/>
            </a:xfrm>
            <a:prstGeom prst="ellipse">
              <a:avLst/>
            </a:prstGeom>
            <a:solidFill>
              <a:srgbClr val="DCE8ED"/>
            </a:solidFill>
            <a:ln w="9525">
              <a:solidFill>
                <a:srgbClr val="263238"/>
              </a:solidFill>
              <a:prstDash val="solid"/>
            </a:ln>
          </p:spPr>
        </p:sp>
        <p:sp>
          <p:nvSpPr>
            <p:cNvPr id="1412" name="four:selective-relaxation:regular-node:1139"/>
            <p:cNvSpPr>
              <a:spLocks noGrp="1"/>
            </p:cNvSpPr>
            <p:nvPr/>
          </p:nvSpPr>
          <p:spPr>
            <a:xfrm>
              <a:off x="9678048" y="5747071"/>
              <a:ext cx="36805" cy="36805"/>
            </a:xfrm>
            <a:prstGeom prst="ellipse">
              <a:avLst/>
            </a:prstGeom>
            <a:solidFill>
              <a:srgbClr val="DCE8ED"/>
            </a:solidFill>
            <a:ln w="9525">
              <a:solidFill>
                <a:srgbClr val="263238"/>
              </a:solidFill>
              <a:prstDash val="solid"/>
            </a:ln>
          </p:spPr>
        </p:sp>
        <p:sp>
          <p:nvSpPr>
            <p:cNvPr id="1413" name="four:selective-relaxation:critical-node:1140"/>
            <p:cNvSpPr>
              <a:spLocks noGrp="1"/>
            </p:cNvSpPr>
            <p:nvPr/>
          </p:nvSpPr>
          <p:spPr>
            <a:xfrm>
              <a:off x="9642777" y="5527977"/>
              <a:ext cx="107347" cy="107347"/>
            </a:xfrm>
            <a:prstGeom prst="diamond">
              <a:avLst/>
            </a:prstGeom>
            <a:solidFill>
              <a:srgbClr val="DCE8ED"/>
            </a:solidFill>
            <a:ln w="10478">
              <a:solidFill>
                <a:srgbClr val="263238"/>
              </a:solidFill>
              <a:prstDash val="solid"/>
            </a:ln>
          </p:spPr>
        </p:sp>
        <p:sp>
          <p:nvSpPr>
            <p:cNvPr id="1414" name="four:selective-relaxation:critical-node:1141"/>
            <p:cNvSpPr>
              <a:spLocks noGrp="1"/>
            </p:cNvSpPr>
            <p:nvPr/>
          </p:nvSpPr>
          <p:spPr>
            <a:xfrm>
              <a:off x="9642777" y="5821347"/>
              <a:ext cx="107347" cy="107347"/>
            </a:xfrm>
            <a:prstGeom prst="diamond">
              <a:avLst/>
            </a:prstGeom>
            <a:solidFill>
              <a:srgbClr val="DCE8ED"/>
            </a:solidFill>
            <a:ln w="10478">
              <a:solidFill>
                <a:srgbClr val="263238"/>
              </a:solidFill>
              <a:prstDash val="solid"/>
            </a:ln>
          </p:spPr>
        </p:sp>
        <p:sp>
          <p:nvSpPr>
            <p:cNvPr id="1415" name="four:selective-relaxation:line:1142"/>
            <p:cNvSpPr>
              <a:spLocks noGrp="1"/>
            </p:cNvSpPr>
            <p:nvPr/>
          </p:nvSpPr>
          <p:spPr>
            <a:xfrm>
              <a:off x="9151239" y="5875020"/>
              <a:ext cx="1090422" cy="953"/>
            </a:xfrm>
            <a:custGeom>
              <a:avLst/>
              <a:gdLst/>
              <a:ahLst/>
              <a:cxnLst/>
              <a:pathLst>
                <a:path w="1090422" h="953">
                  <a:moveTo>
                    <a:pt x="0" y="0"/>
                  </a:moveTo>
                  <a:lnTo>
                    <a:pt x="484870" y="0"/>
                  </a:lnTo>
                  <a:moveTo>
                    <a:pt x="605552" y="0"/>
                  </a:moveTo>
                  <a:lnTo>
                    <a:pt x="1090422" y="0"/>
                  </a:lnTo>
                </a:path>
              </a:pathLst>
            </a:custGeom>
            <a:noFill/>
            <a:ln w="11906">
              <a:solidFill>
                <a:srgbClr val="263238"/>
              </a:solidFill>
              <a:prstDash val="solid"/>
            </a:ln>
          </p:spPr>
        </p:sp>
        <p:sp>
          <p:nvSpPr>
            <p:cNvPr id="1416" name="four:selective-relaxation:line:1143"/>
            <p:cNvSpPr>
              <a:spLocks noGrp="1"/>
            </p:cNvSpPr>
            <p:nvPr/>
          </p:nvSpPr>
          <p:spPr>
            <a:xfrm>
              <a:off x="9151239" y="5875020"/>
              <a:ext cx="953" cy="320040"/>
            </a:xfrm>
            <a:custGeom>
              <a:avLst/>
              <a:gdLst/>
              <a:ahLst/>
              <a:cxnLst/>
              <a:pathLst>
                <a:path w="953" h="320040">
                  <a:moveTo>
                    <a:pt x="0" y="0"/>
                  </a:moveTo>
                  <a:lnTo>
                    <a:pt x="0" y="236696"/>
                  </a:lnTo>
                </a:path>
              </a:pathLst>
            </a:custGeom>
            <a:noFill/>
            <a:ln w="11906">
              <a:solidFill>
                <a:srgbClr val="263238"/>
              </a:solidFill>
              <a:prstDash val="solid"/>
            </a:ln>
          </p:spPr>
        </p:sp>
        <p:sp>
          <p:nvSpPr>
            <p:cNvPr id="1417" name="four:selective-relaxation:regular-node:1144"/>
            <p:cNvSpPr>
              <a:spLocks noGrp="1"/>
            </p:cNvSpPr>
            <p:nvPr/>
          </p:nvSpPr>
          <p:spPr>
            <a:xfrm>
              <a:off x="9125169" y="5921381"/>
              <a:ext cx="52140" cy="52140"/>
            </a:xfrm>
            <a:prstGeom prst="ellipse">
              <a:avLst/>
            </a:prstGeom>
            <a:solidFill>
              <a:srgbClr val="D4B4CC"/>
            </a:solidFill>
            <a:ln w="9525">
              <a:solidFill>
                <a:srgbClr val="263238"/>
              </a:solidFill>
              <a:prstDash val="solid"/>
            </a:ln>
          </p:spPr>
        </p:sp>
        <p:sp>
          <p:nvSpPr>
            <p:cNvPr id="1418" name="four:selective-relaxation:regular-node:1145"/>
            <p:cNvSpPr>
              <a:spLocks noGrp="1"/>
            </p:cNvSpPr>
            <p:nvPr/>
          </p:nvSpPr>
          <p:spPr>
            <a:xfrm>
              <a:off x="9125169" y="6019883"/>
              <a:ext cx="52140" cy="52140"/>
            </a:xfrm>
            <a:prstGeom prst="ellipse">
              <a:avLst/>
            </a:prstGeom>
            <a:solidFill>
              <a:srgbClr val="D4B4CC"/>
            </a:solidFill>
            <a:ln w="9525">
              <a:solidFill>
                <a:srgbClr val="263238"/>
              </a:solidFill>
              <a:prstDash val="solid"/>
            </a:ln>
          </p:spPr>
        </p:sp>
        <p:sp>
          <p:nvSpPr>
            <p:cNvPr id="1419" name="four:selective-relaxation:line:1146"/>
            <p:cNvSpPr>
              <a:spLocks noGrp="1"/>
            </p:cNvSpPr>
            <p:nvPr/>
          </p:nvSpPr>
          <p:spPr>
            <a:xfrm>
              <a:off x="10241661" y="5875020"/>
              <a:ext cx="953" cy="773430"/>
            </a:xfrm>
            <a:custGeom>
              <a:avLst/>
              <a:gdLst/>
              <a:ahLst/>
              <a:cxnLst/>
              <a:pathLst>
                <a:path w="953" h="773430">
                  <a:moveTo>
                    <a:pt x="0" y="0"/>
                  </a:moveTo>
                  <a:lnTo>
                    <a:pt x="0" y="690086"/>
                  </a:lnTo>
                </a:path>
              </a:pathLst>
            </a:custGeom>
            <a:noFill/>
            <a:ln w="11906">
              <a:solidFill>
                <a:srgbClr val="263238"/>
              </a:solidFill>
              <a:prstDash val="solid"/>
            </a:ln>
          </p:spPr>
        </p:sp>
        <p:sp>
          <p:nvSpPr>
            <p:cNvPr id="1420" name="four:selective-relaxation:regular-node:1147"/>
            <p:cNvSpPr>
              <a:spLocks noGrp="1"/>
            </p:cNvSpPr>
            <p:nvPr/>
          </p:nvSpPr>
          <p:spPr>
            <a:xfrm>
              <a:off x="10215591" y="6010104"/>
              <a:ext cx="52140" cy="52140"/>
            </a:xfrm>
            <a:prstGeom prst="ellipse">
              <a:avLst/>
            </a:prstGeom>
            <a:solidFill>
              <a:srgbClr val="81C9BA"/>
            </a:solidFill>
            <a:ln w="9525">
              <a:solidFill>
                <a:srgbClr val="263238"/>
              </a:solidFill>
              <a:prstDash val="solid"/>
            </a:ln>
          </p:spPr>
        </p:sp>
        <p:sp>
          <p:nvSpPr>
            <p:cNvPr id="1421" name="four:selective-relaxation:regular-node:1148"/>
            <p:cNvSpPr>
              <a:spLocks noGrp="1"/>
            </p:cNvSpPr>
            <p:nvPr/>
          </p:nvSpPr>
          <p:spPr>
            <a:xfrm>
              <a:off x="10215591" y="6197327"/>
              <a:ext cx="52140" cy="52140"/>
            </a:xfrm>
            <a:prstGeom prst="ellipse">
              <a:avLst/>
            </a:prstGeom>
            <a:solidFill>
              <a:srgbClr val="81C9BA"/>
            </a:solidFill>
            <a:ln w="9525">
              <a:solidFill>
                <a:srgbClr val="263238"/>
              </a:solidFill>
              <a:prstDash val="solid"/>
            </a:ln>
          </p:spPr>
        </p:sp>
        <p:sp>
          <p:nvSpPr>
            <p:cNvPr id="1422" name="four:selective-relaxation:regular-node:1149"/>
            <p:cNvSpPr>
              <a:spLocks noGrp="1"/>
            </p:cNvSpPr>
            <p:nvPr/>
          </p:nvSpPr>
          <p:spPr>
            <a:xfrm>
              <a:off x="10215591" y="6384550"/>
              <a:ext cx="52140" cy="52140"/>
            </a:xfrm>
            <a:prstGeom prst="ellipse">
              <a:avLst/>
            </a:prstGeom>
            <a:solidFill>
              <a:srgbClr val="81C9BA"/>
            </a:solidFill>
            <a:ln w="9525">
              <a:solidFill>
                <a:srgbClr val="263238"/>
              </a:solidFill>
              <a:prstDash val="solid"/>
            </a:ln>
          </p:spPr>
        </p:sp>
        <p:sp>
          <p:nvSpPr>
            <p:cNvPr id="1423" name="four:selective-relaxation:line:1150"/>
            <p:cNvSpPr>
              <a:spLocks noGrp="1"/>
            </p:cNvSpPr>
            <p:nvPr/>
          </p:nvSpPr>
          <p:spPr>
            <a:xfrm>
              <a:off x="8807958" y="6195060"/>
              <a:ext cx="686562" cy="953"/>
            </a:xfrm>
            <a:custGeom>
              <a:avLst/>
              <a:gdLst/>
              <a:ahLst/>
              <a:cxnLst/>
              <a:pathLst>
                <a:path w="686562" h="953">
                  <a:moveTo>
                    <a:pt x="0" y="0"/>
                  </a:moveTo>
                  <a:lnTo>
                    <a:pt x="259937" y="0"/>
                  </a:lnTo>
                  <a:moveTo>
                    <a:pt x="426625" y="0"/>
                  </a:moveTo>
                  <a:lnTo>
                    <a:pt x="686562" y="0"/>
                  </a:lnTo>
                </a:path>
              </a:pathLst>
            </a:custGeom>
            <a:noFill/>
            <a:ln w="11906">
              <a:solidFill>
                <a:srgbClr val="263238"/>
              </a:solidFill>
              <a:prstDash val="solid"/>
            </a:ln>
          </p:spPr>
        </p:sp>
        <p:sp>
          <p:nvSpPr>
            <p:cNvPr id="1424" name="four:selective-relaxation:line:1151"/>
            <p:cNvSpPr>
              <a:spLocks noGrp="1"/>
            </p:cNvSpPr>
            <p:nvPr/>
          </p:nvSpPr>
          <p:spPr>
            <a:xfrm>
              <a:off x="9898380" y="6648450"/>
              <a:ext cx="686562" cy="953"/>
            </a:xfrm>
            <a:custGeom>
              <a:avLst/>
              <a:gdLst/>
              <a:ahLst/>
              <a:cxnLst/>
              <a:pathLst>
                <a:path w="686562" h="953">
                  <a:moveTo>
                    <a:pt x="0" y="0"/>
                  </a:moveTo>
                  <a:lnTo>
                    <a:pt x="259937" y="0"/>
                  </a:lnTo>
                  <a:moveTo>
                    <a:pt x="426625" y="0"/>
                  </a:moveTo>
                  <a:lnTo>
                    <a:pt x="686562" y="0"/>
                  </a:lnTo>
                </a:path>
              </a:pathLst>
            </a:custGeom>
            <a:noFill/>
            <a:ln w="11906">
              <a:solidFill>
                <a:srgbClr val="263238"/>
              </a:solidFill>
              <a:prstDash val="solid"/>
            </a:ln>
          </p:spPr>
        </p:sp>
        <p:sp>
          <p:nvSpPr>
            <p:cNvPr id="1425" name="four:selective-relaxation:line:1152"/>
            <p:cNvSpPr>
              <a:spLocks noGrp="1"/>
            </p:cNvSpPr>
            <p:nvPr/>
          </p:nvSpPr>
          <p:spPr>
            <a:xfrm>
              <a:off x="8807958" y="6195060"/>
              <a:ext cx="953" cy="720090"/>
            </a:xfrm>
            <a:custGeom>
              <a:avLst/>
              <a:gdLst/>
              <a:ahLst/>
              <a:cxnLst/>
              <a:pathLst>
                <a:path w="953" h="720090">
                  <a:moveTo>
                    <a:pt x="0" y="0"/>
                  </a:moveTo>
                  <a:lnTo>
                    <a:pt x="0" y="636746"/>
                  </a:lnTo>
                </a:path>
              </a:pathLst>
            </a:custGeom>
            <a:noFill/>
            <a:ln w="11906">
              <a:solidFill>
                <a:srgbClr val="263238"/>
              </a:solidFill>
              <a:prstDash val="solid"/>
            </a:ln>
          </p:spPr>
        </p:sp>
        <p:sp>
          <p:nvSpPr>
            <p:cNvPr id="1426" name="four:selective-relaxation:regular-node:1153"/>
            <p:cNvSpPr>
              <a:spLocks noGrp="1"/>
            </p:cNvSpPr>
            <p:nvPr/>
          </p:nvSpPr>
          <p:spPr>
            <a:xfrm>
              <a:off x="8781888" y="6316809"/>
              <a:ext cx="52140" cy="52140"/>
            </a:xfrm>
            <a:prstGeom prst="ellipse">
              <a:avLst/>
            </a:prstGeom>
            <a:solidFill>
              <a:srgbClr val="0072B2"/>
            </a:solidFill>
            <a:ln w="9525">
              <a:solidFill>
                <a:srgbClr val="263238"/>
              </a:solidFill>
              <a:prstDash val="solid"/>
            </a:ln>
          </p:spPr>
        </p:sp>
        <p:sp>
          <p:nvSpPr>
            <p:cNvPr id="1427" name="four:selective-relaxation:regular-node:1154"/>
            <p:cNvSpPr>
              <a:spLocks noGrp="1"/>
            </p:cNvSpPr>
            <p:nvPr/>
          </p:nvSpPr>
          <p:spPr>
            <a:xfrm>
              <a:off x="8781888" y="6490697"/>
              <a:ext cx="52140" cy="52140"/>
            </a:xfrm>
            <a:prstGeom prst="ellipse">
              <a:avLst/>
            </a:prstGeom>
            <a:solidFill>
              <a:srgbClr val="0072B2"/>
            </a:solidFill>
            <a:ln w="9525">
              <a:solidFill>
                <a:srgbClr val="263238"/>
              </a:solidFill>
              <a:prstDash val="solid"/>
            </a:ln>
          </p:spPr>
        </p:sp>
        <p:sp>
          <p:nvSpPr>
            <p:cNvPr id="1428" name="four:selective-relaxation:regular-node:1155"/>
            <p:cNvSpPr>
              <a:spLocks noGrp="1"/>
            </p:cNvSpPr>
            <p:nvPr/>
          </p:nvSpPr>
          <p:spPr>
            <a:xfrm>
              <a:off x="8781888" y="6664585"/>
              <a:ext cx="52140" cy="52140"/>
            </a:xfrm>
            <a:prstGeom prst="ellipse">
              <a:avLst/>
            </a:prstGeom>
            <a:solidFill>
              <a:srgbClr val="0072B2"/>
            </a:solidFill>
            <a:ln w="9525">
              <a:solidFill>
                <a:srgbClr val="263238"/>
              </a:solidFill>
              <a:prstDash val="solid"/>
            </a:ln>
          </p:spPr>
        </p:sp>
        <p:sp>
          <p:nvSpPr>
            <p:cNvPr id="1429" name="four:selective-relaxation:line:1156"/>
            <p:cNvSpPr>
              <a:spLocks noGrp="1"/>
            </p:cNvSpPr>
            <p:nvPr/>
          </p:nvSpPr>
          <p:spPr>
            <a:xfrm>
              <a:off x="9494520" y="6195060"/>
              <a:ext cx="953" cy="720090"/>
            </a:xfrm>
            <a:custGeom>
              <a:avLst/>
              <a:gdLst/>
              <a:ahLst/>
              <a:cxnLst/>
              <a:pathLst>
                <a:path w="953" h="720090">
                  <a:moveTo>
                    <a:pt x="0" y="0"/>
                  </a:moveTo>
                  <a:lnTo>
                    <a:pt x="0" y="636746"/>
                  </a:lnTo>
                </a:path>
              </a:pathLst>
            </a:custGeom>
            <a:noFill/>
            <a:ln w="11906">
              <a:solidFill>
                <a:srgbClr val="263238"/>
              </a:solidFill>
              <a:prstDash val="solid"/>
            </a:ln>
          </p:spPr>
        </p:sp>
        <p:sp>
          <p:nvSpPr>
            <p:cNvPr id="1430" name="four:selective-relaxation:regular-node:1157"/>
            <p:cNvSpPr>
              <a:spLocks noGrp="1"/>
            </p:cNvSpPr>
            <p:nvPr/>
          </p:nvSpPr>
          <p:spPr>
            <a:xfrm>
              <a:off x="9468450" y="6316809"/>
              <a:ext cx="52140" cy="52140"/>
            </a:xfrm>
            <a:prstGeom prst="ellipse">
              <a:avLst/>
            </a:prstGeom>
            <a:solidFill>
              <a:srgbClr val="CC79A7"/>
            </a:solidFill>
            <a:ln w="9525">
              <a:solidFill>
                <a:srgbClr val="263238"/>
              </a:solidFill>
              <a:prstDash val="solid"/>
            </a:ln>
          </p:spPr>
        </p:sp>
        <p:sp>
          <p:nvSpPr>
            <p:cNvPr id="1431" name="four:selective-relaxation:regular-node:1158"/>
            <p:cNvSpPr>
              <a:spLocks noGrp="1"/>
            </p:cNvSpPr>
            <p:nvPr/>
          </p:nvSpPr>
          <p:spPr>
            <a:xfrm>
              <a:off x="9468450" y="6490697"/>
              <a:ext cx="52140" cy="52140"/>
            </a:xfrm>
            <a:prstGeom prst="ellipse">
              <a:avLst/>
            </a:prstGeom>
            <a:solidFill>
              <a:srgbClr val="CC79A7"/>
            </a:solidFill>
            <a:ln w="9525">
              <a:solidFill>
                <a:srgbClr val="263238"/>
              </a:solidFill>
              <a:prstDash val="solid"/>
            </a:ln>
          </p:spPr>
        </p:sp>
        <p:sp>
          <p:nvSpPr>
            <p:cNvPr id="1432" name="four:selective-relaxation:regular-node:1159"/>
            <p:cNvSpPr>
              <a:spLocks noGrp="1"/>
            </p:cNvSpPr>
            <p:nvPr/>
          </p:nvSpPr>
          <p:spPr>
            <a:xfrm>
              <a:off x="9468450" y="6664585"/>
              <a:ext cx="52140" cy="52140"/>
            </a:xfrm>
            <a:prstGeom prst="ellipse">
              <a:avLst/>
            </a:prstGeom>
            <a:solidFill>
              <a:srgbClr val="CC79A7"/>
            </a:solidFill>
            <a:ln w="9525">
              <a:solidFill>
                <a:srgbClr val="263238"/>
              </a:solidFill>
              <a:prstDash val="solid"/>
            </a:ln>
          </p:spPr>
        </p:sp>
        <p:sp>
          <p:nvSpPr>
            <p:cNvPr id="1433" name="four:selective-relaxation:line:1160"/>
            <p:cNvSpPr>
              <a:spLocks noGrp="1"/>
            </p:cNvSpPr>
            <p:nvPr/>
          </p:nvSpPr>
          <p:spPr>
            <a:xfrm>
              <a:off x="9898380" y="6648450"/>
              <a:ext cx="953" cy="266700"/>
            </a:xfrm>
            <a:custGeom>
              <a:avLst/>
              <a:gdLst/>
              <a:ahLst/>
              <a:cxnLst/>
              <a:pathLst>
                <a:path w="953" h="266700">
                  <a:moveTo>
                    <a:pt x="0" y="0"/>
                  </a:moveTo>
                  <a:lnTo>
                    <a:pt x="0" y="183356"/>
                  </a:lnTo>
                </a:path>
              </a:pathLst>
            </a:custGeom>
            <a:noFill/>
            <a:ln w="11906">
              <a:solidFill>
                <a:srgbClr val="263238"/>
              </a:solidFill>
              <a:prstDash val="solid"/>
            </a:ln>
          </p:spPr>
        </p:sp>
        <p:sp>
          <p:nvSpPr>
            <p:cNvPr id="1434" name="four:selective-relaxation:regular-node:1161"/>
            <p:cNvSpPr>
              <a:spLocks noGrp="1"/>
            </p:cNvSpPr>
            <p:nvPr/>
          </p:nvSpPr>
          <p:spPr>
            <a:xfrm>
              <a:off x="9872310" y="6717392"/>
              <a:ext cx="52140" cy="52140"/>
            </a:xfrm>
            <a:prstGeom prst="ellipse">
              <a:avLst/>
            </a:prstGeom>
            <a:solidFill>
              <a:srgbClr val="D55E00"/>
            </a:solidFill>
            <a:ln w="9525">
              <a:solidFill>
                <a:srgbClr val="263238"/>
              </a:solidFill>
              <a:prstDash val="solid"/>
            </a:ln>
          </p:spPr>
        </p:sp>
        <p:sp>
          <p:nvSpPr>
            <p:cNvPr id="1435" name="four:selective-relaxation:line:1162"/>
            <p:cNvSpPr>
              <a:spLocks noGrp="1"/>
            </p:cNvSpPr>
            <p:nvPr/>
          </p:nvSpPr>
          <p:spPr>
            <a:xfrm>
              <a:off x="10584942" y="6648450"/>
              <a:ext cx="953" cy="266700"/>
            </a:xfrm>
            <a:custGeom>
              <a:avLst/>
              <a:gdLst/>
              <a:ahLst/>
              <a:cxnLst/>
              <a:pathLst>
                <a:path w="953" h="266700">
                  <a:moveTo>
                    <a:pt x="0" y="0"/>
                  </a:moveTo>
                  <a:lnTo>
                    <a:pt x="0" y="183356"/>
                  </a:lnTo>
                </a:path>
              </a:pathLst>
            </a:custGeom>
            <a:noFill/>
            <a:ln w="11906">
              <a:solidFill>
                <a:srgbClr val="263238"/>
              </a:solidFill>
              <a:prstDash val="solid"/>
            </a:ln>
          </p:spPr>
        </p:sp>
        <p:sp>
          <p:nvSpPr>
            <p:cNvPr id="1436" name="four:selective-relaxation:regular-node:1163"/>
            <p:cNvSpPr>
              <a:spLocks noGrp="1"/>
            </p:cNvSpPr>
            <p:nvPr/>
          </p:nvSpPr>
          <p:spPr>
            <a:xfrm>
              <a:off x="10558872" y="6717392"/>
              <a:ext cx="52140" cy="52140"/>
            </a:xfrm>
            <a:prstGeom prst="ellipse">
              <a:avLst/>
            </a:prstGeom>
            <a:solidFill>
              <a:srgbClr val="009E73"/>
            </a:solidFill>
            <a:ln w="9525">
              <a:solidFill>
                <a:srgbClr val="263238"/>
              </a:solidFill>
              <a:prstDash val="solid"/>
            </a:ln>
          </p:spPr>
        </p:sp>
        <p:sp>
          <p:nvSpPr>
            <p:cNvPr id="1437" name="four:selective-relaxation:critical-node:1164"/>
            <p:cNvSpPr>
              <a:spLocks noGrp="1"/>
            </p:cNvSpPr>
            <p:nvPr/>
          </p:nvSpPr>
          <p:spPr>
            <a:xfrm>
              <a:off x="9074563" y="6118384"/>
              <a:ext cx="153353" cy="153353"/>
            </a:xfrm>
            <a:prstGeom prst="diamond">
              <a:avLst/>
            </a:prstGeom>
            <a:solidFill>
              <a:srgbClr val="D4B4CC"/>
            </a:solidFill>
            <a:ln w="10478">
              <a:solidFill>
                <a:srgbClr val="263238"/>
              </a:solidFill>
              <a:prstDash val="solid"/>
            </a:ln>
          </p:spPr>
        </p:sp>
        <p:sp>
          <p:nvSpPr>
            <p:cNvPr id="1438" name="four:selective-relaxation:critical-node:1165"/>
            <p:cNvSpPr>
              <a:spLocks noGrp="1"/>
            </p:cNvSpPr>
            <p:nvPr/>
          </p:nvSpPr>
          <p:spPr>
            <a:xfrm>
              <a:off x="10164985" y="6571774"/>
              <a:ext cx="153353" cy="153353"/>
            </a:xfrm>
            <a:prstGeom prst="diamond">
              <a:avLst/>
            </a:prstGeom>
            <a:solidFill>
              <a:srgbClr val="81C9BA"/>
            </a:solidFill>
            <a:ln w="10478">
              <a:solidFill>
                <a:srgbClr val="263238"/>
              </a:solidFill>
              <a:prstDash val="solid"/>
            </a:ln>
          </p:spPr>
        </p:sp>
        <p:sp>
          <p:nvSpPr>
            <p:cNvPr id="1439" name="four:selective-relaxation:critical-node:1166"/>
            <p:cNvSpPr>
              <a:spLocks noGrp="1"/>
            </p:cNvSpPr>
            <p:nvPr/>
          </p:nvSpPr>
          <p:spPr>
            <a:xfrm>
              <a:off x="8731282" y="6838474"/>
              <a:ext cx="153353" cy="153353"/>
            </a:xfrm>
            <a:prstGeom prst="diamond">
              <a:avLst/>
            </a:prstGeom>
            <a:solidFill>
              <a:srgbClr val="0072B2"/>
            </a:solidFill>
            <a:ln w="10478">
              <a:solidFill>
                <a:srgbClr val="263238"/>
              </a:solidFill>
              <a:prstDash val="solid"/>
            </a:ln>
          </p:spPr>
        </p:sp>
        <p:sp>
          <p:nvSpPr>
            <p:cNvPr id="1440" name="four:selective-relaxation:critical-node:1167"/>
            <p:cNvSpPr>
              <a:spLocks noGrp="1"/>
            </p:cNvSpPr>
            <p:nvPr/>
          </p:nvSpPr>
          <p:spPr>
            <a:xfrm>
              <a:off x="9417844" y="6838474"/>
              <a:ext cx="153353" cy="153353"/>
            </a:xfrm>
            <a:prstGeom prst="diamond">
              <a:avLst/>
            </a:prstGeom>
            <a:solidFill>
              <a:srgbClr val="CC79A7"/>
            </a:solidFill>
            <a:ln w="10478">
              <a:solidFill>
                <a:srgbClr val="263238"/>
              </a:solidFill>
              <a:prstDash val="solid"/>
            </a:ln>
          </p:spPr>
        </p:sp>
        <p:sp>
          <p:nvSpPr>
            <p:cNvPr id="1441" name="four:selective-relaxation:critical-node:1168"/>
            <p:cNvSpPr>
              <a:spLocks noGrp="1"/>
            </p:cNvSpPr>
            <p:nvPr/>
          </p:nvSpPr>
          <p:spPr>
            <a:xfrm>
              <a:off x="9821704" y="6838474"/>
              <a:ext cx="153353" cy="153353"/>
            </a:xfrm>
            <a:prstGeom prst="diamond">
              <a:avLst/>
            </a:prstGeom>
            <a:solidFill>
              <a:srgbClr val="D55E00"/>
            </a:solidFill>
            <a:ln w="10478">
              <a:solidFill>
                <a:srgbClr val="263238"/>
              </a:solidFill>
              <a:prstDash val="solid"/>
            </a:ln>
          </p:spPr>
        </p:sp>
        <p:sp>
          <p:nvSpPr>
            <p:cNvPr id="1442" name="four:selective-relaxation:critical-node:1169"/>
            <p:cNvSpPr>
              <a:spLocks noGrp="1"/>
            </p:cNvSpPr>
            <p:nvPr/>
          </p:nvSpPr>
          <p:spPr>
            <a:xfrm>
              <a:off x="10508266" y="6838474"/>
              <a:ext cx="153353" cy="153353"/>
            </a:xfrm>
            <a:prstGeom prst="diamond">
              <a:avLst/>
            </a:prstGeom>
            <a:solidFill>
              <a:srgbClr val="009E73"/>
            </a:solidFill>
            <a:ln w="10478">
              <a:solidFill>
                <a:srgbClr val="263238"/>
              </a:solidFill>
              <a:prstDash val="solid"/>
            </a:ln>
          </p:spPr>
        </p:sp>
        <p:sp>
          <p:nvSpPr>
            <p:cNvPr id="1443" name="four:selective-relaxation:admissible-merge:1170"/>
            <p:cNvSpPr>
              <a:spLocks noGrp="1"/>
            </p:cNvSpPr>
            <p:nvPr/>
          </p:nvSpPr>
          <p:spPr>
            <a:xfrm>
              <a:off x="8979789" y="6023610"/>
              <a:ext cx="342900" cy="342900"/>
            </a:xfrm>
            <a:prstGeom prst="ellipse">
              <a:avLst/>
            </a:prstGeom>
            <a:solidFill>
              <a:srgbClr val="E6E8EB">
                <a:alpha val="35000"/>
              </a:srgbClr>
            </a:solidFill>
            <a:ln w="18098">
              <a:solidFill>
                <a:srgbClr val="7B8790"/>
              </a:solidFill>
              <a:prstDash val="solid"/>
            </a:ln>
          </p:spPr>
        </p:sp>
        <p:sp>
          <p:nvSpPr>
            <p:cNvPr id="1444" name="four:selective-relaxation:retained-merge:1171"/>
            <p:cNvSpPr>
              <a:spLocks noGrp="1"/>
            </p:cNvSpPr>
            <p:nvPr/>
          </p:nvSpPr>
          <p:spPr>
            <a:xfrm>
              <a:off x="10070211" y="6477000"/>
              <a:ext cx="342900" cy="342900"/>
            </a:xfrm>
            <a:prstGeom prst="ellipse">
              <a:avLst/>
            </a:prstGeom>
            <a:solidFill>
              <a:srgbClr val="E6E8EB">
                <a:alpha val="35000"/>
              </a:srgbClr>
            </a:solidFill>
            <a:ln w="18098">
              <a:solidFill>
                <a:srgbClr val="7B8790"/>
              </a:solidFill>
              <a:prstDash val="solid"/>
            </a:ln>
          </p:spPr>
        </p:sp>
        <p:sp>
          <p:nvSpPr>
            <p:cNvPr id="1445" name="four:selective-relaxation:line:1172"/>
            <p:cNvSpPr>
              <a:spLocks noGrp="1"/>
            </p:cNvSpPr>
            <p:nvPr/>
          </p:nvSpPr>
          <p:spPr>
            <a:xfrm>
              <a:off x="8896350" y="5695950"/>
              <a:ext cx="152400" cy="123825"/>
            </a:xfrm>
            <a:custGeom>
              <a:avLst/>
              <a:gdLst/>
              <a:ahLst/>
              <a:cxnLst/>
              <a:pathLst>
                <a:path w="152400" h="123825">
                  <a:moveTo>
                    <a:pt x="152400" y="0"/>
                  </a:moveTo>
                  <a:lnTo>
                    <a:pt x="0" y="123825"/>
                  </a:lnTo>
                </a:path>
              </a:pathLst>
            </a:custGeom>
            <a:noFill/>
            <a:ln w="13335">
              <a:solidFill>
                <a:srgbClr val="7B8790"/>
              </a:solidFill>
              <a:prstDash val="solid"/>
            </a:ln>
          </p:spPr>
        </p:sp>
        <p:sp>
          <p:nvSpPr>
            <p:cNvPr id="1446" name="four:selective-relaxation:line:1173"/>
            <p:cNvSpPr>
              <a:spLocks noGrp="1"/>
            </p:cNvSpPr>
            <p:nvPr/>
          </p:nvSpPr>
          <p:spPr>
            <a:xfrm>
              <a:off x="8896350" y="5819775"/>
              <a:ext cx="953" cy="114300"/>
            </a:xfrm>
            <a:custGeom>
              <a:avLst/>
              <a:gdLst/>
              <a:ahLst/>
              <a:cxnLst/>
              <a:pathLst>
                <a:path w="953" h="114300">
                  <a:moveTo>
                    <a:pt x="0" y="0"/>
                  </a:moveTo>
                  <a:lnTo>
                    <a:pt x="0" y="114300"/>
                  </a:lnTo>
                </a:path>
              </a:pathLst>
            </a:custGeom>
            <a:noFill/>
            <a:ln w="13335">
              <a:solidFill>
                <a:srgbClr val="7B8790"/>
              </a:solidFill>
              <a:prstDash val="solid"/>
            </a:ln>
          </p:spPr>
        </p:sp>
        <p:sp>
          <p:nvSpPr>
            <p:cNvPr id="1447" name="four:selective-relaxation:line:1174"/>
            <p:cNvSpPr>
              <a:spLocks noGrp="1"/>
            </p:cNvSpPr>
            <p:nvPr/>
          </p:nvSpPr>
          <p:spPr>
            <a:xfrm>
              <a:off x="8896350" y="5934075"/>
              <a:ext cx="125349" cy="131445"/>
            </a:xfrm>
            <a:custGeom>
              <a:avLst/>
              <a:gdLst/>
              <a:ahLst/>
              <a:cxnLst/>
              <a:pathLst>
                <a:path w="125349" h="131445">
                  <a:moveTo>
                    <a:pt x="0" y="0"/>
                  </a:moveTo>
                  <a:lnTo>
                    <a:pt x="125349" y="131445"/>
                  </a:lnTo>
                </a:path>
              </a:pathLst>
            </a:custGeom>
            <a:noFill/>
            <a:ln w="13335">
              <a:solidFill>
                <a:srgbClr val="7B8790"/>
              </a:solidFill>
              <a:prstDash val="solid"/>
            </a:ln>
          </p:spPr>
        </p:sp>
        <p:sp>
          <p:nvSpPr>
            <p:cNvPr id="1448" name="four:selective-relaxation:line:1175"/>
            <p:cNvSpPr>
              <a:spLocks noGrp="1"/>
            </p:cNvSpPr>
            <p:nvPr/>
          </p:nvSpPr>
          <p:spPr>
            <a:xfrm>
              <a:off x="10801350" y="5695950"/>
              <a:ext cx="953" cy="542925"/>
            </a:xfrm>
            <a:custGeom>
              <a:avLst/>
              <a:gdLst/>
              <a:ahLst/>
              <a:cxnLst/>
              <a:pathLst>
                <a:path w="953" h="542925">
                  <a:moveTo>
                    <a:pt x="0" y="0"/>
                  </a:moveTo>
                  <a:lnTo>
                    <a:pt x="0" y="542925"/>
                  </a:lnTo>
                </a:path>
              </a:pathLst>
            </a:custGeom>
            <a:noFill/>
            <a:ln w="13335">
              <a:solidFill>
                <a:srgbClr val="7B8790"/>
              </a:solidFill>
              <a:prstDash val="solid"/>
            </a:ln>
          </p:spPr>
        </p:sp>
        <p:sp>
          <p:nvSpPr>
            <p:cNvPr id="1449" name="four:selective-relaxation:line:1176"/>
            <p:cNvSpPr>
              <a:spLocks noGrp="1"/>
            </p:cNvSpPr>
            <p:nvPr/>
          </p:nvSpPr>
          <p:spPr>
            <a:xfrm>
              <a:off x="10371201" y="6238875"/>
              <a:ext cx="430149" cy="280035"/>
            </a:xfrm>
            <a:custGeom>
              <a:avLst/>
              <a:gdLst/>
              <a:ahLst/>
              <a:cxnLst/>
              <a:pathLst>
                <a:path w="430149" h="280035">
                  <a:moveTo>
                    <a:pt x="430149" y="0"/>
                  </a:moveTo>
                  <a:lnTo>
                    <a:pt x="0" y="280035"/>
                  </a:lnTo>
                </a:path>
              </a:pathLst>
            </a:custGeom>
            <a:noFill/>
            <a:ln w="13335">
              <a:solidFill>
                <a:srgbClr val="7B8790"/>
              </a:solidFill>
              <a:prstDash val="solid"/>
            </a:ln>
          </p:spPr>
        </p:sp>
        <p:sp>
          <p:nvSpPr>
            <p:cNvPr id="1450" name="four:selective-relaxation:textbox:1205"/>
            <p:cNvSpPr>
              <a:spLocks noGrp="1"/>
            </p:cNvSpPr>
            <p:nvPr/>
          </p:nvSpPr>
          <p:spPr>
            <a:xfrm>
              <a:off x="10839450" y="5600700"/>
              <a:ext cx="1524000" cy="276225"/>
            </a:xfrm>
            <a:prstGeom prst="rect">
              <a:avLst/>
            </a:prstGeom>
            <a:noFill/>
            <a:ln w="0">
              <a:noFill/>
              <a:prstDash val="solid"/>
            </a:ln>
          </p:spPr>
          <p:txBody>
            <a:bodyPr wrap="none" lIns="0" tIns="0" rIns="0" bIns="0" anchor="ctr">
              <a:normAutofit fontScale="96334"/>
            </a:bodyPr>
            <a:lstStyle>
              <a:defPPr algn="ctr">
                <a:defRPr sz="1425" b="1">
                  <a:solidFill>
                    <a:srgbClr val="7B8790"/>
                  </a:solidFill>
                  <a:latin typeface="Arial" panose="020B0604020202090204"/>
                  <a:ea typeface="Arial" panose="020B0604020202090204"/>
                  <a:cs typeface="Arial" panose="020B0604020202090204"/>
                </a:defRPr>
              </a:defPPr>
            </a:lstStyle>
            <a:p>
              <a:pPr algn="ctr">
                <a:defRPr sz="1425" b="1">
                  <a:solidFill>
                    <a:srgbClr val="7B8790"/>
                  </a:solidFill>
                  <a:latin typeface="Arial" panose="020B0604020202090204"/>
                  <a:ea typeface="Arial" panose="020B0604020202090204"/>
                  <a:cs typeface="Arial" panose="020B0604020202090204"/>
                </a:defRPr>
              </a:pPr>
              <a:r>
                <a:rPr sz="1425" b="1">
                  <a:solidFill>
                    <a:srgbClr val="7B8790"/>
                  </a:solidFill>
                  <a:latin typeface="Arial" panose="020B0604020202090204"/>
                  <a:ea typeface="Arial" panose="020B0604020202090204"/>
                  <a:cs typeface="Arial" panose="020B0604020202090204"/>
                </a:rPr>
                <a:t>Flatten then prune</a:t>
              </a:r>
              <a:endParaRPr sz="1425" b="1">
                <a:solidFill>
                  <a:srgbClr val="7B8790"/>
                </a:solidFill>
                <a:latin typeface="Arial" panose="020B0604020202090204"/>
                <a:ea typeface="Arial" panose="020B0604020202090204"/>
                <a:cs typeface="Arial" panose="020B0604020202090204"/>
              </a:endParaRPr>
            </a:p>
          </p:txBody>
        </p:sp>
        <p:sp>
          <p:nvSpPr>
            <p:cNvPr id="1451" name="four:selective-relaxation:rightArrow:1206"/>
            <p:cNvSpPr>
              <a:spLocks noGrp="1"/>
            </p:cNvSpPr>
            <p:nvPr/>
          </p:nvSpPr>
          <p:spPr>
            <a:xfrm>
              <a:off x="11372850" y="6105525"/>
              <a:ext cx="457200" cy="314325"/>
            </a:xfrm>
            <a:prstGeom prst="rightArrow">
              <a:avLst/>
            </a:prstGeom>
            <a:solidFill>
              <a:srgbClr val="9AAEBC"/>
            </a:solidFill>
            <a:ln w="0">
              <a:noFill/>
              <a:prstDash val="solid"/>
            </a:ln>
          </p:spPr>
        </p:sp>
        <p:sp>
          <p:nvSpPr>
            <p:cNvPr id="1452" name="four:selective-relaxation:textbox:1207"/>
            <p:cNvSpPr>
              <a:spLocks noGrp="1"/>
            </p:cNvSpPr>
            <p:nvPr/>
          </p:nvSpPr>
          <p:spPr>
            <a:xfrm>
              <a:off x="8686800" y="7124700"/>
              <a:ext cx="2019300" cy="342900"/>
            </a:xfrm>
            <a:prstGeom prst="rect">
              <a:avLst/>
            </a:prstGeom>
            <a:noFill/>
            <a:ln w="0">
              <a:noFill/>
              <a:prstDash val="solid"/>
            </a:ln>
          </p:spPr>
          <p:txBody>
            <a:bodyPr wrap="none" lIns="0" tIns="0" rIns="0" bIns="0" anchor="ctr">
              <a:normAutofit/>
            </a:bodyPr>
            <a:lstStyle>
              <a:defPPr algn="ctr">
                <a:defRPr sz="2100" b="0">
                  <a:solidFill>
                    <a:srgbClr val="263238"/>
                  </a:solidFill>
                  <a:latin typeface="Arial" panose="020B0604020202090204"/>
                  <a:ea typeface="Arial" panose="020B0604020202090204"/>
                  <a:cs typeface="Arial" panose="020B0604020202090204"/>
                </a:defRPr>
              </a:defPPr>
            </a:lstStyle>
            <a:p>
              <a:pPr algn="ctr">
                <a:defRPr sz="2100" b="0">
                  <a:solidFill>
                    <a:srgbClr val="263238"/>
                  </a:solidFill>
                  <a:latin typeface="Arial" panose="020B0604020202090204"/>
                  <a:ea typeface="Arial" panose="020B0604020202090204"/>
                  <a:cs typeface="Arial" panose="020B0604020202090204"/>
                </a:defRPr>
              </a:pPr>
              <a:r>
                <a:rPr sz="2100" b="0">
                  <a:solidFill>
                    <a:srgbClr val="263238"/>
                  </a:solidFill>
                  <a:latin typeface="Arial" panose="020B0604020202090204"/>
                  <a:ea typeface="Arial" panose="020B0604020202090204"/>
                  <a:cs typeface="Arial" panose="020B0604020202090204"/>
                </a:rPr>
                <a:t>T</a:t>
              </a:r>
              <a:endParaRPr sz="2100" b="0">
                <a:solidFill>
                  <a:srgbClr val="263238"/>
                </a:solidFill>
                <a:latin typeface="Arial" panose="020B0604020202090204"/>
                <a:ea typeface="Arial" panose="020B0604020202090204"/>
                <a:cs typeface="Arial" panose="020B0604020202090204"/>
              </a:endParaRPr>
            </a:p>
          </p:txBody>
        </p:sp>
        <p:sp>
          <p:nvSpPr>
            <p:cNvPr id="1453" name="four:selective-relaxation:textbox:1208"/>
            <p:cNvSpPr>
              <a:spLocks noGrp="1"/>
            </p:cNvSpPr>
            <p:nvPr/>
          </p:nvSpPr>
          <p:spPr>
            <a:xfrm>
              <a:off x="12639675" y="7124700"/>
              <a:ext cx="2019300" cy="342900"/>
            </a:xfrm>
            <a:prstGeom prst="rect">
              <a:avLst/>
            </a:prstGeom>
            <a:noFill/>
            <a:ln w="0">
              <a:noFill/>
              <a:prstDash val="solid"/>
            </a:ln>
          </p:spPr>
          <p:txBody>
            <a:bodyPr wrap="none" lIns="0" tIns="0" rIns="0" bIns="0" anchor="ctr">
              <a:normAutofit/>
            </a:bodyPr>
            <a:lstStyle>
              <a:defPPr algn="ctr">
                <a:defRPr sz="2100" b="0">
                  <a:solidFill>
                    <a:srgbClr val="263238"/>
                  </a:solidFill>
                  <a:latin typeface="Arial" panose="020B0604020202090204"/>
                  <a:ea typeface="Arial" panose="020B0604020202090204"/>
                  <a:cs typeface="Arial" panose="020B0604020202090204"/>
                </a:defRPr>
              </a:defPPr>
            </a:lstStyle>
            <a:p>
              <a:pPr algn="ctr">
                <a:defRPr sz="2100" b="0">
                  <a:solidFill>
                    <a:srgbClr val="263238"/>
                  </a:solidFill>
                  <a:latin typeface="Arial" panose="020B0604020202090204"/>
                  <a:ea typeface="Arial" panose="020B0604020202090204"/>
                  <a:cs typeface="Arial" panose="020B0604020202090204"/>
                </a:defRPr>
              </a:pPr>
              <a:r>
                <a:rPr sz="2100" b="0">
                  <a:solidFill>
                    <a:srgbClr val="263238"/>
                  </a:solidFill>
                  <a:latin typeface="Arial" panose="020B0604020202090204"/>
                  <a:ea typeface="Arial" panose="020B0604020202090204"/>
                  <a:cs typeface="Arial" panose="020B0604020202090204"/>
                </a:rPr>
                <a:t>T′</a:t>
              </a:r>
              <a:endParaRPr sz="2100" b="0">
                <a:solidFill>
                  <a:srgbClr val="263238"/>
                </a:solidFill>
                <a:latin typeface="Arial" panose="020B0604020202090204"/>
                <a:ea typeface="Arial" panose="020B0604020202090204"/>
                <a:cs typeface="Arial" panose="020B0604020202090204"/>
              </a:endParaRPr>
            </a:p>
          </p:txBody>
        </p:sp>
      </p:grpSp>
      <p:grpSp>
        <p:nvGrpSpPr>
          <p:cNvPr id="1454" name="relaxed-hierarchy"/>
          <p:cNvGrpSpPr/>
          <p:nvPr/>
        </p:nvGrpSpPr>
        <p:grpSpPr>
          <a:xfrm>
            <a:off x="0" y="0"/>
            <a:ext cx="24955500" cy="8572500"/>
            <a:chOff x="0" y="0"/>
            <a:chExt cx="24955500" cy="8572500"/>
          </a:xfrm>
        </p:grpSpPr>
        <p:sp>
          <p:nvSpPr>
            <p:cNvPr id="1455" name="four:relaxed-hierarchy:line:1177"/>
            <p:cNvSpPr>
              <a:spLocks noGrp="1"/>
            </p:cNvSpPr>
            <p:nvPr/>
          </p:nvSpPr>
          <p:spPr>
            <a:xfrm>
              <a:off x="13649325" y="5372100"/>
              <a:ext cx="953" cy="339471"/>
            </a:xfrm>
            <a:custGeom>
              <a:avLst/>
              <a:gdLst/>
              <a:ahLst/>
              <a:cxnLst/>
              <a:pathLst>
                <a:path w="953" h="339471">
                  <a:moveTo>
                    <a:pt x="0" y="68775"/>
                  </a:moveTo>
                  <a:lnTo>
                    <a:pt x="0" y="270696"/>
                  </a:lnTo>
                </a:path>
              </a:pathLst>
            </a:custGeom>
            <a:noFill/>
            <a:ln w="11906">
              <a:solidFill>
                <a:srgbClr val="263238"/>
              </a:solidFill>
              <a:prstDash val="solid"/>
            </a:ln>
          </p:spPr>
        </p:sp>
        <p:sp>
          <p:nvSpPr>
            <p:cNvPr id="1456" name="four:relaxed-hierarchy:regular-node:1178"/>
            <p:cNvSpPr>
              <a:spLocks noGrp="1"/>
            </p:cNvSpPr>
            <p:nvPr/>
          </p:nvSpPr>
          <p:spPr>
            <a:xfrm>
              <a:off x="13628031" y="5477567"/>
              <a:ext cx="42588" cy="42588"/>
            </a:xfrm>
            <a:prstGeom prst="ellipse">
              <a:avLst/>
            </a:prstGeom>
            <a:solidFill>
              <a:srgbClr val="DCE8ED"/>
            </a:solidFill>
            <a:ln w="9525">
              <a:solidFill>
                <a:srgbClr val="263238"/>
              </a:solidFill>
              <a:prstDash val="solid"/>
            </a:ln>
          </p:spPr>
        </p:sp>
        <p:sp>
          <p:nvSpPr>
            <p:cNvPr id="1457" name="four:relaxed-hierarchy:regular-node:1179"/>
            <p:cNvSpPr>
              <a:spLocks noGrp="1"/>
            </p:cNvSpPr>
            <p:nvPr/>
          </p:nvSpPr>
          <p:spPr>
            <a:xfrm>
              <a:off x="13628031" y="5563515"/>
              <a:ext cx="42588" cy="42588"/>
            </a:xfrm>
            <a:prstGeom prst="ellipse">
              <a:avLst/>
            </a:prstGeom>
            <a:solidFill>
              <a:srgbClr val="DCE8ED"/>
            </a:solidFill>
            <a:ln w="9525">
              <a:solidFill>
                <a:srgbClr val="263238"/>
              </a:solidFill>
              <a:prstDash val="solid"/>
            </a:ln>
          </p:spPr>
        </p:sp>
        <p:sp>
          <p:nvSpPr>
            <p:cNvPr id="1458" name="four:relaxed-hierarchy:critical-node:1180"/>
            <p:cNvSpPr>
              <a:spLocks noGrp="1"/>
            </p:cNvSpPr>
            <p:nvPr/>
          </p:nvSpPr>
          <p:spPr>
            <a:xfrm>
              <a:off x="13587217" y="5309992"/>
              <a:ext cx="124216" cy="124216"/>
            </a:xfrm>
            <a:prstGeom prst="diamond">
              <a:avLst/>
            </a:prstGeom>
            <a:solidFill>
              <a:srgbClr val="DCE8ED"/>
            </a:solidFill>
            <a:ln w="10478">
              <a:solidFill>
                <a:srgbClr val="263238"/>
              </a:solidFill>
              <a:prstDash val="solid"/>
            </a:ln>
          </p:spPr>
        </p:sp>
        <p:sp>
          <p:nvSpPr>
            <p:cNvPr id="1459" name="four:relaxed-hierarchy:critical-node:1181"/>
            <p:cNvSpPr>
              <a:spLocks noGrp="1"/>
            </p:cNvSpPr>
            <p:nvPr/>
          </p:nvSpPr>
          <p:spPr>
            <a:xfrm>
              <a:off x="13587217" y="5649463"/>
              <a:ext cx="124216" cy="124216"/>
            </a:xfrm>
            <a:prstGeom prst="diamond">
              <a:avLst/>
            </a:prstGeom>
            <a:solidFill>
              <a:srgbClr val="DCE8ED"/>
            </a:solidFill>
            <a:ln w="10478">
              <a:solidFill>
                <a:srgbClr val="263238"/>
              </a:solidFill>
              <a:prstDash val="solid"/>
            </a:ln>
          </p:spPr>
        </p:sp>
        <p:sp>
          <p:nvSpPr>
            <p:cNvPr id="1460" name="four:relaxed-hierarchy:line:1182"/>
            <p:cNvSpPr>
              <a:spLocks noGrp="1"/>
            </p:cNvSpPr>
            <p:nvPr/>
          </p:nvSpPr>
          <p:spPr>
            <a:xfrm>
              <a:off x="12760833" y="5711571"/>
              <a:ext cx="1776984" cy="953"/>
            </a:xfrm>
            <a:custGeom>
              <a:avLst/>
              <a:gdLst/>
              <a:ahLst/>
              <a:cxnLst/>
              <a:pathLst>
                <a:path w="1776984" h="953">
                  <a:moveTo>
                    <a:pt x="0" y="0"/>
                  </a:moveTo>
                  <a:lnTo>
                    <a:pt x="819717" y="0"/>
                  </a:lnTo>
                  <a:moveTo>
                    <a:pt x="957267" y="0"/>
                  </a:moveTo>
                  <a:lnTo>
                    <a:pt x="1776984" y="0"/>
                  </a:lnTo>
                </a:path>
              </a:pathLst>
            </a:custGeom>
            <a:noFill/>
            <a:ln w="11906">
              <a:solidFill>
                <a:srgbClr val="263238"/>
              </a:solidFill>
              <a:prstDash val="solid"/>
            </a:ln>
          </p:spPr>
        </p:sp>
        <p:sp>
          <p:nvSpPr>
            <p:cNvPr id="1461" name="four:relaxed-hierarchy:line:1183"/>
            <p:cNvSpPr>
              <a:spLocks noGrp="1"/>
            </p:cNvSpPr>
            <p:nvPr/>
          </p:nvSpPr>
          <p:spPr>
            <a:xfrm>
              <a:off x="12760833" y="5711571"/>
              <a:ext cx="953" cy="1203579"/>
            </a:xfrm>
            <a:custGeom>
              <a:avLst/>
              <a:gdLst/>
              <a:ahLst/>
              <a:cxnLst/>
              <a:pathLst>
                <a:path w="953" h="1203579">
                  <a:moveTo>
                    <a:pt x="0" y="0"/>
                  </a:moveTo>
                  <a:lnTo>
                    <a:pt x="0" y="1108186"/>
                  </a:lnTo>
                </a:path>
              </a:pathLst>
            </a:custGeom>
            <a:noFill/>
            <a:ln w="11906">
              <a:solidFill>
                <a:srgbClr val="263238"/>
              </a:solidFill>
              <a:prstDash val="solid"/>
            </a:ln>
          </p:spPr>
        </p:sp>
        <p:sp>
          <p:nvSpPr>
            <p:cNvPr id="1462" name="four:relaxed-hierarchy:regular-node:1184"/>
            <p:cNvSpPr>
              <a:spLocks noGrp="1"/>
            </p:cNvSpPr>
            <p:nvPr/>
          </p:nvSpPr>
          <p:spPr>
            <a:xfrm>
              <a:off x="12730666" y="5945034"/>
              <a:ext cx="60333" cy="60333"/>
            </a:xfrm>
            <a:prstGeom prst="ellipse">
              <a:avLst/>
            </a:prstGeom>
            <a:solidFill>
              <a:srgbClr val="0072B2"/>
            </a:solidFill>
            <a:ln w="9525">
              <a:solidFill>
                <a:srgbClr val="263238"/>
              </a:solidFill>
              <a:prstDash val="solid"/>
            </a:ln>
          </p:spPr>
        </p:sp>
        <p:sp>
          <p:nvSpPr>
            <p:cNvPr id="1463" name="four:relaxed-hierarchy:regular-node:1185"/>
            <p:cNvSpPr>
              <a:spLocks noGrp="1"/>
            </p:cNvSpPr>
            <p:nvPr/>
          </p:nvSpPr>
          <p:spPr>
            <a:xfrm>
              <a:off x="12730666" y="6238831"/>
              <a:ext cx="60333" cy="60333"/>
            </a:xfrm>
            <a:prstGeom prst="ellipse">
              <a:avLst/>
            </a:prstGeom>
            <a:solidFill>
              <a:srgbClr val="0072B2"/>
            </a:solidFill>
            <a:ln w="9525">
              <a:solidFill>
                <a:srgbClr val="263238"/>
              </a:solidFill>
              <a:prstDash val="solid"/>
            </a:ln>
          </p:spPr>
        </p:sp>
        <p:sp>
          <p:nvSpPr>
            <p:cNvPr id="1464" name="four:relaxed-hierarchy:regular-node:1186"/>
            <p:cNvSpPr>
              <a:spLocks noGrp="1"/>
            </p:cNvSpPr>
            <p:nvPr/>
          </p:nvSpPr>
          <p:spPr>
            <a:xfrm>
              <a:off x="12730666" y="6532628"/>
              <a:ext cx="60333" cy="60333"/>
            </a:xfrm>
            <a:prstGeom prst="ellipse">
              <a:avLst/>
            </a:prstGeom>
            <a:solidFill>
              <a:srgbClr val="0072B2"/>
            </a:solidFill>
            <a:ln w="9525">
              <a:solidFill>
                <a:srgbClr val="263238"/>
              </a:solidFill>
              <a:prstDash val="solid"/>
            </a:ln>
          </p:spPr>
        </p:sp>
        <p:sp>
          <p:nvSpPr>
            <p:cNvPr id="1465" name="four:relaxed-hierarchy:line:1187"/>
            <p:cNvSpPr>
              <a:spLocks noGrp="1"/>
            </p:cNvSpPr>
            <p:nvPr/>
          </p:nvSpPr>
          <p:spPr>
            <a:xfrm>
              <a:off x="14537817" y="5711571"/>
              <a:ext cx="953" cy="1203579"/>
            </a:xfrm>
            <a:custGeom>
              <a:avLst/>
              <a:gdLst/>
              <a:ahLst/>
              <a:cxnLst/>
              <a:pathLst>
                <a:path w="953" h="1203579">
                  <a:moveTo>
                    <a:pt x="0" y="0"/>
                  </a:moveTo>
                  <a:lnTo>
                    <a:pt x="0" y="1108186"/>
                  </a:lnTo>
                </a:path>
              </a:pathLst>
            </a:custGeom>
            <a:noFill/>
            <a:ln w="11906">
              <a:solidFill>
                <a:srgbClr val="263238"/>
              </a:solidFill>
              <a:prstDash val="solid"/>
            </a:ln>
          </p:spPr>
        </p:sp>
        <p:sp>
          <p:nvSpPr>
            <p:cNvPr id="1466" name="four:relaxed-hierarchy:regular-node:1188"/>
            <p:cNvSpPr>
              <a:spLocks noGrp="1"/>
            </p:cNvSpPr>
            <p:nvPr/>
          </p:nvSpPr>
          <p:spPr>
            <a:xfrm>
              <a:off x="14507650" y="5945034"/>
              <a:ext cx="60333" cy="60333"/>
            </a:xfrm>
            <a:prstGeom prst="ellipse">
              <a:avLst/>
            </a:prstGeom>
            <a:solidFill>
              <a:srgbClr val="CC79A7"/>
            </a:solidFill>
            <a:ln w="9525">
              <a:solidFill>
                <a:srgbClr val="263238"/>
              </a:solidFill>
              <a:prstDash val="solid"/>
            </a:ln>
          </p:spPr>
        </p:sp>
        <p:sp>
          <p:nvSpPr>
            <p:cNvPr id="1467" name="four:relaxed-hierarchy:regular-node:1189"/>
            <p:cNvSpPr>
              <a:spLocks noGrp="1"/>
            </p:cNvSpPr>
            <p:nvPr/>
          </p:nvSpPr>
          <p:spPr>
            <a:xfrm>
              <a:off x="14507650" y="6238831"/>
              <a:ext cx="60333" cy="60333"/>
            </a:xfrm>
            <a:prstGeom prst="ellipse">
              <a:avLst/>
            </a:prstGeom>
            <a:solidFill>
              <a:srgbClr val="CC79A7"/>
            </a:solidFill>
            <a:ln w="9525">
              <a:solidFill>
                <a:srgbClr val="263238"/>
              </a:solidFill>
              <a:prstDash val="solid"/>
            </a:ln>
          </p:spPr>
        </p:sp>
        <p:sp>
          <p:nvSpPr>
            <p:cNvPr id="1468" name="four:relaxed-hierarchy:regular-node:1190"/>
            <p:cNvSpPr>
              <a:spLocks noGrp="1"/>
            </p:cNvSpPr>
            <p:nvPr/>
          </p:nvSpPr>
          <p:spPr>
            <a:xfrm>
              <a:off x="14507650" y="6532628"/>
              <a:ext cx="60333" cy="60333"/>
            </a:xfrm>
            <a:prstGeom prst="ellipse">
              <a:avLst/>
            </a:prstGeom>
            <a:solidFill>
              <a:srgbClr val="CC79A7"/>
            </a:solidFill>
            <a:ln w="9525">
              <a:solidFill>
                <a:srgbClr val="263238"/>
              </a:solidFill>
              <a:prstDash val="solid"/>
            </a:ln>
          </p:spPr>
        </p:sp>
        <p:sp>
          <p:nvSpPr>
            <p:cNvPr id="1469" name="four:relaxed-hierarchy:line:1191"/>
            <p:cNvSpPr>
              <a:spLocks noGrp="1"/>
            </p:cNvSpPr>
            <p:nvPr/>
          </p:nvSpPr>
          <p:spPr>
            <a:xfrm>
              <a:off x="13649325" y="5711571"/>
              <a:ext cx="953" cy="894969"/>
            </a:xfrm>
            <a:custGeom>
              <a:avLst/>
              <a:gdLst/>
              <a:ahLst/>
              <a:cxnLst/>
              <a:pathLst>
                <a:path w="953" h="894969">
                  <a:moveTo>
                    <a:pt x="0" y="68775"/>
                  </a:moveTo>
                  <a:lnTo>
                    <a:pt x="0" y="799576"/>
                  </a:lnTo>
                </a:path>
              </a:pathLst>
            </a:custGeom>
            <a:noFill/>
            <a:ln w="11906">
              <a:solidFill>
                <a:srgbClr val="263238"/>
              </a:solidFill>
              <a:prstDash val="solid"/>
            </a:ln>
          </p:spPr>
        </p:sp>
        <p:sp>
          <p:nvSpPr>
            <p:cNvPr id="1470" name="four:relaxed-hierarchy:regular-node:1192"/>
            <p:cNvSpPr>
              <a:spLocks noGrp="1"/>
            </p:cNvSpPr>
            <p:nvPr/>
          </p:nvSpPr>
          <p:spPr>
            <a:xfrm>
              <a:off x="13619158" y="5914463"/>
              <a:ext cx="60333" cy="60333"/>
            </a:xfrm>
            <a:prstGeom prst="ellipse">
              <a:avLst/>
            </a:prstGeom>
            <a:solidFill>
              <a:srgbClr val="81C9BA"/>
            </a:solidFill>
            <a:ln w="9525">
              <a:solidFill>
                <a:srgbClr val="263238"/>
              </a:solidFill>
              <a:prstDash val="solid"/>
            </a:ln>
          </p:spPr>
        </p:sp>
        <p:sp>
          <p:nvSpPr>
            <p:cNvPr id="1471" name="four:relaxed-hierarchy:regular-node:1193"/>
            <p:cNvSpPr>
              <a:spLocks noGrp="1"/>
            </p:cNvSpPr>
            <p:nvPr/>
          </p:nvSpPr>
          <p:spPr>
            <a:xfrm>
              <a:off x="13619158" y="6115580"/>
              <a:ext cx="60333" cy="60333"/>
            </a:xfrm>
            <a:prstGeom prst="ellipse">
              <a:avLst/>
            </a:prstGeom>
            <a:solidFill>
              <a:srgbClr val="81C9BA"/>
            </a:solidFill>
            <a:ln w="9525">
              <a:solidFill>
                <a:srgbClr val="263238"/>
              </a:solidFill>
              <a:prstDash val="solid"/>
            </a:ln>
          </p:spPr>
        </p:sp>
        <p:sp>
          <p:nvSpPr>
            <p:cNvPr id="1472" name="four:relaxed-hierarchy:regular-node:1194"/>
            <p:cNvSpPr>
              <a:spLocks noGrp="1"/>
            </p:cNvSpPr>
            <p:nvPr/>
          </p:nvSpPr>
          <p:spPr>
            <a:xfrm>
              <a:off x="13619158" y="6316697"/>
              <a:ext cx="60333" cy="60333"/>
            </a:xfrm>
            <a:prstGeom prst="ellipse">
              <a:avLst/>
            </a:prstGeom>
            <a:solidFill>
              <a:srgbClr val="81C9BA"/>
            </a:solidFill>
            <a:ln w="9525">
              <a:solidFill>
                <a:srgbClr val="263238"/>
              </a:solidFill>
              <a:prstDash val="solid"/>
            </a:ln>
          </p:spPr>
        </p:sp>
        <p:sp>
          <p:nvSpPr>
            <p:cNvPr id="1473" name="four:relaxed-hierarchy:line:1195"/>
            <p:cNvSpPr>
              <a:spLocks noGrp="1"/>
            </p:cNvSpPr>
            <p:nvPr/>
          </p:nvSpPr>
          <p:spPr>
            <a:xfrm>
              <a:off x="13346430" y="6606540"/>
              <a:ext cx="605790" cy="953"/>
            </a:xfrm>
            <a:custGeom>
              <a:avLst/>
              <a:gdLst/>
              <a:ahLst/>
              <a:cxnLst/>
              <a:pathLst>
                <a:path w="605790" h="953">
                  <a:moveTo>
                    <a:pt x="0" y="0"/>
                  </a:moveTo>
                  <a:lnTo>
                    <a:pt x="207502" y="0"/>
                  </a:lnTo>
                  <a:moveTo>
                    <a:pt x="398288" y="0"/>
                  </a:moveTo>
                  <a:lnTo>
                    <a:pt x="605790" y="0"/>
                  </a:lnTo>
                </a:path>
              </a:pathLst>
            </a:custGeom>
            <a:noFill/>
            <a:ln w="11906">
              <a:solidFill>
                <a:srgbClr val="263238"/>
              </a:solidFill>
              <a:prstDash val="solid"/>
            </a:ln>
          </p:spPr>
        </p:sp>
        <p:sp>
          <p:nvSpPr>
            <p:cNvPr id="1474" name="four:relaxed-hierarchy:line:1196"/>
            <p:cNvSpPr>
              <a:spLocks noGrp="1"/>
            </p:cNvSpPr>
            <p:nvPr/>
          </p:nvSpPr>
          <p:spPr>
            <a:xfrm>
              <a:off x="13346430" y="6606540"/>
              <a:ext cx="953" cy="308610"/>
            </a:xfrm>
            <a:custGeom>
              <a:avLst/>
              <a:gdLst/>
              <a:ahLst/>
              <a:cxnLst/>
              <a:pathLst>
                <a:path w="953" h="308610">
                  <a:moveTo>
                    <a:pt x="0" y="0"/>
                  </a:moveTo>
                  <a:lnTo>
                    <a:pt x="0" y="213217"/>
                  </a:lnTo>
                </a:path>
              </a:pathLst>
            </a:custGeom>
            <a:noFill/>
            <a:ln w="11906">
              <a:solidFill>
                <a:srgbClr val="263238"/>
              </a:solidFill>
              <a:prstDash val="solid"/>
            </a:ln>
          </p:spPr>
        </p:sp>
        <p:sp>
          <p:nvSpPr>
            <p:cNvPr id="1475" name="four:relaxed-hierarchy:regular-node:1197"/>
            <p:cNvSpPr>
              <a:spLocks noGrp="1"/>
            </p:cNvSpPr>
            <p:nvPr/>
          </p:nvSpPr>
          <p:spPr>
            <a:xfrm>
              <a:off x="13316263" y="6686316"/>
              <a:ext cx="60333" cy="60333"/>
            </a:xfrm>
            <a:prstGeom prst="ellipse">
              <a:avLst/>
            </a:prstGeom>
            <a:solidFill>
              <a:srgbClr val="D55E00"/>
            </a:solidFill>
            <a:ln w="9525">
              <a:solidFill>
                <a:srgbClr val="263238"/>
              </a:solidFill>
              <a:prstDash val="solid"/>
            </a:ln>
          </p:spPr>
        </p:sp>
        <p:sp>
          <p:nvSpPr>
            <p:cNvPr id="1476" name="four:relaxed-hierarchy:line:1198"/>
            <p:cNvSpPr>
              <a:spLocks noGrp="1"/>
            </p:cNvSpPr>
            <p:nvPr/>
          </p:nvSpPr>
          <p:spPr>
            <a:xfrm>
              <a:off x="13952220" y="6606540"/>
              <a:ext cx="953" cy="308610"/>
            </a:xfrm>
            <a:custGeom>
              <a:avLst/>
              <a:gdLst/>
              <a:ahLst/>
              <a:cxnLst/>
              <a:pathLst>
                <a:path w="953" h="308610">
                  <a:moveTo>
                    <a:pt x="0" y="0"/>
                  </a:moveTo>
                  <a:lnTo>
                    <a:pt x="0" y="213217"/>
                  </a:lnTo>
                </a:path>
              </a:pathLst>
            </a:custGeom>
            <a:noFill/>
            <a:ln w="11906">
              <a:solidFill>
                <a:srgbClr val="263238"/>
              </a:solidFill>
              <a:prstDash val="solid"/>
            </a:ln>
          </p:spPr>
        </p:sp>
        <p:sp>
          <p:nvSpPr>
            <p:cNvPr id="1477" name="four:relaxed-hierarchy:regular-node:1199"/>
            <p:cNvSpPr>
              <a:spLocks noGrp="1"/>
            </p:cNvSpPr>
            <p:nvPr/>
          </p:nvSpPr>
          <p:spPr>
            <a:xfrm>
              <a:off x="13922053" y="6686316"/>
              <a:ext cx="60333" cy="60333"/>
            </a:xfrm>
            <a:prstGeom prst="ellipse">
              <a:avLst/>
            </a:prstGeom>
            <a:solidFill>
              <a:srgbClr val="009E73"/>
            </a:solidFill>
            <a:ln w="9525">
              <a:solidFill>
                <a:srgbClr val="263238"/>
              </a:solidFill>
              <a:prstDash val="solid"/>
            </a:ln>
          </p:spPr>
        </p:sp>
        <p:sp>
          <p:nvSpPr>
            <p:cNvPr id="1478" name="four:relaxed-hierarchy:critical-node:1200"/>
            <p:cNvSpPr>
              <a:spLocks noGrp="1"/>
            </p:cNvSpPr>
            <p:nvPr/>
          </p:nvSpPr>
          <p:spPr>
            <a:xfrm>
              <a:off x="13560600" y="6517815"/>
              <a:ext cx="177451" cy="177451"/>
            </a:xfrm>
            <a:prstGeom prst="diamond">
              <a:avLst/>
            </a:prstGeom>
            <a:solidFill>
              <a:srgbClr val="81C9BA"/>
            </a:solidFill>
            <a:ln w="10478">
              <a:solidFill>
                <a:srgbClr val="263238"/>
              </a:solidFill>
              <a:prstDash val="solid"/>
            </a:ln>
          </p:spPr>
        </p:sp>
        <p:sp>
          <p:nvSpPr>
            <p:cNvPr id="1479" name="four:relaxed-hierarchy:critical-node:1201"/>
            <p:cNvSpPr>
              <a:spLocks noGrp="1"/>
            </p:cNvSpPr>
            <p:nvPr/>
          </p:nvSpPr>
          <p:spPr>
            <a:xfrm>
              <a:off x="12672108" y="6826425"/>
              <a:ext cx="177451" cy="177451"/>
            </a:xfrm>
            <a:prstGeom prst="diamond">
              <a:avLst/>
            </a:prstGeom>
            <a:solidFill>
              <a:srgbClr val="0072B2"/>
            </a:solidFill>
            <a:ln w="10478">
              <a:solidFill>
                <a:srgbClr val="263238"/>
              </a:solidFill>
              <a:prstDash val="solid"/>
            </a:ln>
          </p:spPr>
        </p:sp>
        <p:sp>
          <p:nvSpPr>
            <p:cNvPr id="1480" name="four:relaxed-hierarchy:critical-node:1202"/>
            <p:cNvSpPr>
              <a:spLocks noGrp="1"/>
            </p:cNvSpPr>
            <p:nvPr/>
          </p:nvSpPr>
          <p:spPr>
            <a:xfrm>
              <a:off x="13257705" y="6826425"/>
              <a:ext cx="177451" cy="177451"/>
            </a:xfrm>
            <a:prstGeom prst="diamond">
              <a:avLst/>
            </a:prstGeom>
            <a:solidFill>
              <a:srgbClr val="D55E00"/>
            </a:solidFill>
            <a:ln w="10478">
              <a:solidFill>
                <a:srgbClr val="263238"/>
              </a:solidFill>
              <a:prstDash val="solid"/>
            </a:ln>
          </p:spPr>
        </p:sp>
        <p:sp>
          <p:nvSpPr>
            <p:cNvPr id="1481" name="four:relaxed-hierarchy:critical-node:1203"/>
            <p:cNvSpPr>
              <a:spLocks noGrp="1"/>
            </p:cNvSpPr>
            <p:nvPr/>
          </p:nvSpPr>
          <p:spPr>
            <a:xfrm>
              <a:off x="13863495" y="6826425"/>
              <a:ext cx="177451" cy="177451"/>
            </a:xfrm>
            <a:prstGeom prst="diamond">
              <a:avLst/>
            </a:prstGeom>
            <a:solidFill>
              <a:srgbClr val="009E73"/>
            </a:solidFill>
            <a:ln w="10478">
              <a:solidFill>
                <a:srgbClr val="263238"/>
              </a:solidFill>
              <a:prstDash val="solid"/>
            </a:ln>
          </p:spPr>
        </p:sp>
        <p:sp>
          <p:nvSpPr>
            <p:cNvPr id="1482" name="four:relaxed-hierarchy:critical-node:1204"/>
            <p:cNvSpPr>
              <a:spLocks noGrp="1"/>
            </p:cNvSpPr>
            <p:nvPr/>
          </p:nvSpPr>
          <p:spPr>
            <a:xfrm>
              <a:off x="14449092" y="6826425"/>
              <a:ext cx="177451" cy="177451"/>
            </a:xfrm>
            <a:prstGeom prst="diamond">
              <a:avLst/>
            </a:prstGeom>
            <a:solidFill>
              <a:srgbClr val="CC79A7"/>
            </a:solidFill>
            <a:ln w="10478">
              <a:solidFill>
                <a:srgbClr val="263238"/>
              </a:solidFill>
              <a:prstDash val="solid"/>
            </a:ln>
          </p:spPr>
        </p:sp>
      </p:grpSp>
      <p:grpSp>
        <p:nvGrpSpPr>
          <p:cNvPr id="1483" name="linked-tree-layout"/>
          <p:cNvGrpSpPr/>
          <p:nvPr/>
        </p:nvGrpSpPr>
        <p:grpSpPr>
          <a:xfrm>
            <a:off x="0" y="0"/>
            <a:ext cx="24955500" cy="8572500"/>
            <a:chOff x="0" y="0"/>
            <a:chExt cx="24955500" cy="8572500"/>
          </a:xfrm>
        </p:grpSpPr>
        <p:sp>
          <p:nvSpPr>
            <p:cNvPr id="1484" name="four:linked-tree-layout:textbox:1209"/>
            <p:cNvSpPr>
              <a:spLocks noGrp="1"/>
            </p:cNvSpPr>
            <p:nvPr/>
          </p:nvSpPr>
          <p:spPr>
            <a:xfrm>
              <a:off x="15754350" y="1057275"/>
              <a:ext cx="4114800"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Budgeted interval layout</a:t>
              </a:r>
              <a:endParaRPr sz="1800" b="1">
                <a:solidFill>
                  <a:srgbClr val="263238"/>
                </a:solidFill>
                <a:latin typeface="Arial" panose="020B0604020202090204"/>
                <a:ea typeface="Arial" panose="020B0604020202090204"/>
                <a:cs typeface="Arial" panose="020B0604020202090204"/>
              </a:endParaRPr>
            </a:p>
          </p:txBody>
        </p:sp>
        <p:sp>
          <p:nvSpPr>
            <p:cNvPr id="1485" name="four:linked-tree-layout:textbox:1238"/>
            <p:cNvSpPr>
              <a:spLocks noGrp="1"/>
            </p:cNvSpPr>
            <p:nvPr/>
          </p:nvSpPr>
          <p:spPr>
            <a:xfrm>
              <a:off x="19450050" y="1457325"/>
              <a:ext cx="428625"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a:t>
              </a:r>
              <a:endParaRPr sz="2025" b="0">
                <a:solidFill>
                  <a:srgbClr val="263238"/>
                </a:solidFill>
                <a:latin typeface="Arial" panose="020B0604020202090204"/>
                <a:ea typeface="Arial" panose="020B0604020202090204"/>
                <a:cs typeface="Arial" panose="020B0604020202090204"/>
              </a:endParaRPr>
            </a:p>
          </p:txBody>
        </p:sp>
        <p:sp>
          <p:nvSpPr>
            <p:cNvPr id="1486" name="four:linked-tree-layout:line:1239"/>
            <p:cNvSpPr>
              <a:spLocks noGrp="1"/>
            </p:cNvSpPr>
            <p:nvPr/>
          </p:nvSpPr>
          <p:spPr>
            <a:xfrm>
              <a:off x="16059150" y="3171825"/>
              <a:ext cx="3648075" cy="953"/>
            </a:xfrm>
            <a:custGeom>
              <a:avLst/>
              <a:gdLst/>
              <a:ahLst/>
              <a:cxnLst/>
              <a:pathLst>
                <a:path w="3648075" h="953">
                  <a:moveTo>
                    <a:pt x="0" y="0"/>
                  </a:moveTo>
                  <a:lnTo>
                    <a:pt x="3648075" y="0"/>
                  </a:lnTo>
                </a:path>
              </a:pathLst>
            </a:custGeom>
            <a:noFill/>
            <a:ln w="11430">
              <a:solidFill>
                <a:srgbClr val="263238"/>
              </a:solidFill>
              <a:prstDash val="dash"/>
            </a:ln>
          </p:spPr>
        </p:sp>
        <p:sp>
          <p:nvSpPr>
            <p:cNvPr id="1487" name="four:linked-tree-layout:polygon:1240"/>
            <p:cNvSpPr>
              <a:spLocks noGrp="1"/>
            </p:cNvSpPr>
            <p:nvPr/>
          </p:nvSpPr>
          <p:spPr>
            <a:xfrm>
              <a:off x="19640550" y="31431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488" name="four:linked-tree-layout:textbox:1241"/>
            <p:cNvSpPr>
              <a:spLocks noGrp="1"/>
            </p:cNvSpPr>
            <p:nvPr/>
          </p:nvSpPr>
          <p:spPr>
            <a:xfrm>
              <a:off x="15716250" y="2981325"/>
              <a:ext cx="333375" cy="342900"/>
            </a:xfrm>
            <a:prstGeom prst="rect">
              <a:avLst/>
            </a:prstGeom>
            <a:noFill/>
            <a:ln w="0">
              <a:noFill/>
              <a:prstDash val="solid"/>
            </a:ln>
          </p:spPr>
          <p:txBody>
            <a:bodyPr wrap="none" lIns="0" tIns="0" rIns="0" bIns="0" anchor="ctr">
              <a:normAutofit/>
            </a:bodyPr>
            <a:lstStyle>
              <a:defPPr algn="ctr">
                <a:defRPr sz="1725" b="0">
                  <a:solidFill>
                    <a:srgbClr val="7B8790"/>
                  </a:solidFill>
                  <a:latin typeface="Arial" panose="020B0604020202090204"/>
                  <a:ea typeface="Arial" panose="020B0604020202090204"/>
                  <a:cs typeface="Arial" panose="020B0604020202090204"/>
                </a:defRPr>
              </a:defPPr>
            </a:lstStyle>
            <a:p>
              <a:pPr algn="ctr">
                <a:defRPr sz="1725" b="0">
                  <a:solidFill>
                    <a:srgbClr val="7B8790"/>
                  </a:solidFill>
                  <a:latin typeface="Arial" panose="020B0604020202090204"/>
                  <a:ea typeface="Arial" panose="020B0604020202090204"/>
                  <a:cs typeface="Arial" panose="020B0604020202090204"/>
                </a:defRPr>
              </a:pPr>
              <a:r>
                <a:rPr sz="1725" b="0">
                  <a:solidFill>
                    <a:srgbClr val="7B8790"/>
                  </a:solidFill>
                  <a:latin typeface="Arial" panose="020B0604020202090204"/>
                  <a:ea typeface="Arial" panose="020B0604020202090204"/>
                  <a:cs typeface="Arial" panose="020B0604020202090204"/>
                </a:rPr>
                <a:t>u</a:t>
              </a:r>
              <a:r>
                <a:rPr sz="1240" b="0" baseline="-25000">
                  <a:solidFill>
                    <a:srgbClr val="7B8790"/>
                  </a:solidFill>
                  <a:latin typeface="Arial" panose="020B0604020202090204"/>
                  <a:ea typeface="Arial" panose="020B0604020202090204"/>
                  <a:cs typeface="Arial" panose="020B0604020202090204"/>
                </a:rPr>
                <a:t>i</a:t>
              </a:r>
              <a:endParaRPr sz="1240" b="0" baseline="-25000">
                <a:solidFill>
                  <a:srgbClr val="7B8790"/>
                </a:solidFill>
                <a:latin typeface="Arial" panose="020B0604020202090204"/>
                <a:ea typeface="Arial" panose="020B0604020202090204"/>
                <a:cs typeface="Arial" panose="020B0604020202090204"/>
              </a:endParaRPr>
            </a:p>
          </p:txBody>
        </p:sp>
        <p:sp>
          <p:nvSpPr>
            <p:cNvPr id="1489" name="four:linked-tree-layout:line:1242"/>
            <p:cNvSpPr>
              <a:spLocks noGrp="1"/>
            </p:cNvSpPr>
            <p:nvPr/>
          </p:nvSpPr>
          <p:spPr>
            <a:xfrm>
              <a:off x="16268224" y="2809875"/>
              <a:ext cx="953" cy="457200"/>
            </a:xfrm>
            <a:custGeom>
              <a:avLst/>
              <a:gdLst/>
              <a:ahLst/>
              <a:cxnLst/>
              <a:pathLst>
                <a:path w="953" h="457200">
                  <a:moveTo>
                    <a:pt x="0" y="3310"/>
                  </a:moveTo>
                  <a:lnTo>
                    <a:pt x="0" y="457200"/>
                  </a:lnTo>
                </a:path>
              </a:pathLst>
            </a:custGeom>
            <a:noFill/>
            <a:ln w="13335">
              <a:solidFill>
                <a:srgbClr val="0072B2"/>
              </a:solidFill>
              <a:prstDash val="dash"/>
            </a:ln>
          </p:spPr>
        </p:sp>
        <p:sp>
          <p:nvSpPr>
            <p:cNvPr id="1490" name="four:linked-tree-layout:line:1243"/>
            <p:cNvSpPr>
              <a:spLocks noGrp="1"/>
            </p:cNvSpPr>
            <p:nvPr/>
          </p:nvSpPr>
          <p:spPr>
            <a:xfrm>
              <a:off x="16230124" y="3076575"/>
              <a:ext cx="76200" cy="953"/>
            </a:xfrm>
            <a:custGeom>
              <a:avLst/>
              <a:gdLst/>
              <a:ahLst/>
              <a:cxnLst/>
              <a:pathLst>
                <a:path w="76200" h="953">
                  <a:moveTo>
                    <a:pt x="0" y="0"/>
                  </a:moveTo>
                  <a:lnTo>
                    <a:pt x="76200" y="0"/>
                  </a:lnTo>
                </a:path>
              </a:pathLst>
            </a:custGeom>
            <a:noFill/>
            <a:ln w="14288">
              <a:solidFill>
                <a:srgbClr val="0072B2"/>
              </a:solidFill>
              <a:prstDash val="solid"/>
            </a:ln>
          </p:spPr>
        </p:sp>
        <p:sp>
          <p:nvSpPr>
            <p:cNvPr id="1491" name="four:linked-tree-layout:regular-node:1244"/>
            <p:cNvSpPr>
              <a:spLocks noGrp="1"/>
            </p:cNvSpPr>
            <p:nvPr/>
          </p:nvSpPr>
          <p:spPr>
            <a:xfrm>
              <a:off x="16246316" y="3149918"/>
              <a:ext cx="43815" cy="43815"/>
            </a:xfrm>
            <a:prstGeom prst="ellipse">
              <a:avLst/>
            </a:prstGeom>
            <a:solidFill>
              <a:srgbClr val="0072B2"/>
            </a:solidFill>
            <a:ln w="0">
              <a:noFill/>
              <a:prstDash val="solid"/>
            </a:ln>
          </p:spPr>
        </p:sp>
        <p:sp>
          <p:nvSpPr>
            <p:cNvPr id="1492" name="four:linked-tree-layout:line:1245"/>
            <p:cNvSpPr>
              <a:spLocks noGrp="1"/>
            </p:cNvSpPr>
            <p:nvPr/>
          </p:nvSpPr>
          <p:spPr>
            <a:xfrm>
              <a:off x="16268224" y="3286125"/>
              <a:ext cx="138589" cy="171450"/>
            </a:xfrm>
            <a:custGeom>
              <a:avLst/>
              <a:gdLst/>
              <a:ahLst/>
              <a:cxnLst/>
              <a:pathLst>
                <a:path w="138589" h="171450">
                  <a:moveTo>
                    <a:pt x="0" y="0"/>
                  </a:moveTo>
                  <a:lnTo>
                    <a:pt x="138589" y="171450"/>
                  </a:lnTo>
                </a:path>
              </a:pathLst>
            </a:custGeom>
            <a:noFill/>
            <a:ln w="11430">
              <a:solidFill>
                <a:srgbClr val="0072B2">
                  <a:alpha val="65000"/>
                </a:srgbClr>
              </a:solidFill>
              <a:prstDash val="solid"/>
            </a:ln>
          </p:spPr>
        </p:sp>
        <p:sp>
          <p:nvSpPr>
            <p:cNvPr id="1493" name="four:linked-tree-layout:line:1246"/>
            <p:cNvSpPr>
              <a:spLocks noGrp="1"/>
            </p:cNvSpPr>
            <p:nvPr/>
          </p:nvSpPr>
          <p:spPr>
            <a:xfrm>
              <a:off x="17284541" y="2809875"/>
              <a:ext cx="953" cy="457200"/>
            </a:xfrm>
            <a:custGeom>
              <a:avLst/>
              <a:gdLst/>
              <a:ahLst/>
              <a:cxnLst/>
              <a:pathLst>
                <a:path w="953" h="457200">
                  <a:moveTo>
                    <a:pt x="0" y="3310"/>
                  </a:moveTo>
                  <a:lnTo>
                    <a:pt x="0" y="457200"/>
                  </a:lnTo>
                </a:path>
              </a:pathLst>
            </a:custGeom>
            <a:noFill/>
            <a:ln w="13335">
              <a:solidFill>
                <a:srgbClr val="D55E00"/>
              </a:solidFill>
              <a:prstDash val="dash"/>
            </a:ln>
          </p:spPr>
        </p:sp>
        <p:sp>
          <p:nvSpPr>
            <p:cNvPr id="1494" name="four:linked-tree-layout:line:1247"/>
            <p:cNvSpPr>
              <a:spLocks noGrp="1"/>
            </p:cNvSpPr>
            <p:nvPr/>
          </p:nvSpPr>
          <p:spPr>
            <a:xfrm>
              <a:off x="17246441" y="3076575"/>
              <a:ext cx="76200" cy="953"/>
            </a:xfrm>
            <a:custGeom>
              <a:avLst/>
              <a:gdLst/>
              <a:ahLst/>
              <a:cxnLst/>
              <a:pathLst>
                <a:path w="76200" h="953">
                  <a:moveTo>
                    <a:pt x="0" y="0"/>
                  </a:moveTo>
                  <a:lnTo>
                    <a:pt x="76200" y="0"/>
                  </a:lnTo>
                </a:path>
              </a:pathLst>
            </a:custGeom>
            <a:noFill/>
            <a:ln w="14288">
              <a:solidFill>
                <a:srgbClr val="D55E00"/>
              </a:solidFill>
              <a:prstDash val="solid"/>
            </a:ln>
          </p:spPr>
        </p:sp>
        <p:sp>
          <p:nvSpPr>
            <p:cNvPr id="1495" name="four:linked-tree-layout:regular-node:1248"/>
            <p:cNvSpPr>
              <a:spLocks noGrp="1"/>
            </p:cNvSpPr>
            <p:nvPr/>
          </p:nvSpPr>
          <p:spPr>
            <a:xfrm>
              <a:off x="17262634" y="3149918"/>
              <a:ext cx="43815" cy="43815"/>
            </a:xfrm>
            <a:prstGeom prst="ellipse">
              <a:avLst/>
            </a:prstGeom>
            <a:solidFill>
              <a:srgbClr val="D55E00"/>
            </a:solidFill>
            <a:ln w="0">
              <a:noFill/>
              <a:prstDash val="solid"/>
            </a:ln>
          </p:spPr>
        </p:sp>
        <p:sp>
          <p:nvSpPr>
            <p:cNvPr id="1496" name="four:linked-tree-layout:line:1249"/>
            <p:cNvSpPr>
              <a:spLocks noGrp="1"/>
            </p:cNvSpPr>
            <p:nvPr/>
          </p:nvSpPr>
          <p:spPr>
            <a:xfrm>
              <a:off x="17284541" y="3286125"/>
              <a:ext cx="46196" cy="171450"/>
            </a:xfrm>
            <a:custGeom>
              <a:avLst/>
              <a:gdLst/>
              <a:ahLst/>
              <a:cxnLst/>
              <a:pathLst>
                <a:path w="46196" h="171450">
                  <a:moveTo>
                    <a:pt x="0" y="0"/>
                  </a:moveTo>
                  <a:lnTo>
                    <a:pt x="46196" y="171450"/>
                  </a:lnTo>
                </a:path>
              </a:pathLst>
            </a:custGeom>
            <a:noFill/>
            <a:ln w="11430">
              <a:solidFill>
                <a:srgbClr val="D55E00">
                  <a:alpha val="65000"/>
                </a:srgbClr>
              </a:solidFill>
              <a:prstDash val="solid"/>
            </a:ln>
          </p:spPr>
        </p:sp>
        <p:sp>
          <p:nvSpPr>
            <p:cNvPr id="1497" name="four:linked-tree-layout:line:1250"/>
            <p:cNvSpPr>
              <a:spLocks noGrp="1"/>
            </p:cNvSpPr>
            <p:nvPr/>
          </p:nvSpPr>
          <p:spPr>
            <a:xfrm>
              <a:off x="18300859" y="2809875"/>
              <a:ext cx="953" cy="457200"/>
            </a:xfrm>
            <a:custGeom>
              <a:avLst/>
              <a:gdLst/>
              <a:ahLst/>
              <a:cxnLst/>
              <a:pathLst>
                <a:path w="953" h="457200">
                  <a:moveTo>
                    <a:pt x="0" y="3310"/>
                  </a:moveTo>
                  <a:lnTo>
                    <a:pt x="0" y="457200"/>
                  </a:lnTo>
                </a:path>
              </a:pathLst>
            </a:custGeom>
            <a:noFill/>
            <a:ln w="13335">
              <a:solidFill>
                <a:srgbClr val="009E73"/>
              </a:solidFill>
              <a:prstDash val="dash"/>
            </a:ln>
          </p:spPr>
        </p:sp>
        <p:sp>
          <p:nvSpPr>
            <p:cNvPr id="1498" name="four:linked-tree-layout:line:1251"/>
            <p:cNvSpPr>
              <a:spLocks noGrp="1"/>
            </p:cNvSpPr>
            <p:nvPr/>
          </p:nvSpPr>
          <p:spPr>
            <a:xfrm>
              <a:off x="18262759" y="3076575"/>
              <a:ext cx="76200" cy="953"/>
            </a:xfrm>
            <a:custGeom>
              <a:avLst/>
              <a:gdLst/>
              <a:ahLst/>
              <a:cxnLst/>
              <a:pathLst>
                <a:path w="76200" h="953">
                  <a:moveTo>
                    <a:pt x="0" y="0"/>
                  </a:moveTo>
                  <a:lnTo>
                    <a:pt x="76200" y="0"/>
                  </a:lnTo>
                </a:path>
              </a:pathLst>
            </a:custGeom>
            <a:noFill/>
            <a:ln w="14288">
              <a:solidFill>
                <a:srgbClr val="009E73"/>
              </a:solidFill>
              <a:prstDash val="solid"/>
            </a:ln>
          </p:spPr>
        </p:sp>
        <p:sp>
          <p:nvSpPr>
            <p:cNvPr id="1499" name="four:linked-tree-layout:regular-node:1252"/>
            <p:cNvSpPr>
              <a:spLocks noGrp="1"/>
            </p:cNvSpPr>
            <p:nvPr/>
          </p:nvSpPr>
          <p:spPr>
            <a:xfrm>
              <a:off x="18278951" y="3149918"/>
              <a:ext cx="43815" cy="43815"/>
            </a:xfrm>
            <a:prstGeom prst="ellipse">
              <a:avLst/>
            </a:prstGeom>
            <a:solidFill>
              <a:srgbClr val="009E73"/>
            </a:solidFill>
            <a:ln w="0">
              <a:noFill/>
              <a:prstDash val="solid"/>
            </a:ln>
          </p:spPr>
        </p:sp>
        <p:sp>
          <p:nvSpPr>
            <p:cNvPr id="1500" name="four:linked-tree-layout:line:1253"/>
            <p:cNvSpPr>
              <a:spLocks noGrp="1"/>
            </p:cNvSpPr>
            <p:nvPr/>
          </p:nvSpPr>
          <p:spPr>
            <a:xfrm>
              <a:off x="18254663" y="3286125"/>
              <a:ext cx="46196" cy="171450"/>
            </a:xfrm>
            <a:custGeom>
              <a:avLst/>
              <a:gdLst/>
              <a:ahLst/>
              <a:cxnLst/>
              <a:pathLst>
                <a:path w="46196" h="171450">
                  <a:moveTo>
                    <a:pt x="46196" y="0"/>
                  </a:moveTo>
                  <a:lnTo>
                    <a:pt x="0" y="171450"/>
                  </a:lnTo>
                </a:path>
              </a:pathLst>
            </a:custGeom>
            <a:noFill/>
            <a:ln w="11430">
              <a:solidFill>
                <a:srgbClr val="009E73">
                  <a:alpha val="65000"/>
                </a:srgbClr>
              </a:solidFill>
              <a:prstDash val="solid"/>
            </a:ln>
          </p:spPr>
        </p:sp>
        <p:sp>
          <p:nvSpPr>
            <p:cNvPr id="1501" name="four:linked-tree-layout:line:1254"/>
            <p:cNvSpPr>
              <a:spLocks noGrp="1"/>
            </p:cNvSpPr>
            <p:nvPr/>
          </p:nvSpPr>
          <p:spPr>
            <a:xfrm>
              <a:off x="19317176" y="2809875"/>
              <a:ext cx="953" cy="457200"/>
            </a:xfrm>
            <a:custGeom>
              <a:avLst/>
              <a:gdLst/>
              <a:ahLst/>
              <a:cxnLst/>
              <a:pathLst>
                <a:path w="953" h="457200">
                  <a:moveTo>
                    <a:pt x="0" y="3310"/>
                  </a:moveTo>
                  <a:lnTo>
                    <a:pt x="0" y="457200"/>
                  </a:lnTo>
                </a:path>
              </a:pathLst>
            </a:custGeom>
            <a:noFill/>
            <a:ln w="13335">
              <a:solidFill>
                <a:srgbClr val="CC79A7"/>
              </a:solidFill>
              <a:prstDash val="dash"/>
            </a:ln>
          </p:spPr>
        </p:sp>
        <p:sp>
          <p:nvSpPr>
            <p:cNvPr id="1502" name="four:linked-tree-layout:line:1255"/>
            <p:cNvSpPr>
              <a:spLocks noGrp="1"/>
            </p:cNvSpPr>
            <p:nvPr/>
          </p:nvSpPr>
          <p:spPr>
            <a:xfrm>
              <a:off x="19279076" y="3076575"/>
              <a:ext cx="76200" cy="953"/>
            </a:xfrm>
            <a:custGeom>
              <a:avLst/>
              <a:gdLst/>
              <a:ahLst/>
              <a:cxnLst/>
              <a:pathLst>
                <a:path w="76200" h="953">
                  <a:moveTo>
                    <a:pt x="0" y="0"/>
                  </a:moveTo>
                  <a:lnTo>
                    <a:pt x="76200" y="0"/>
                  </a:lnTo>
                </a:path>
              </a:pathLst>
            </a:custGeom>
            <a:noFill/>
            <a:ln w="14288">
              <a:solidFill>
                <a:srgbClr val="CC79A7"/>
              </a:solidFill>
              <a:prstDash val="solid"/>
            </a:ln>
          </p:spPr>
        </p:sp>
        <p:sp>
          <p:nvSpPr>
            <p:cNvPr id="1503" name="four:linked-tree-layout:regular-node:1256"/>
            <p:cNvSpPr>
              <a:spLocks noGrp="1"/>
            </p:cNvSpPr>
            <p:nvPr/>
          </p:nvSpPr>
          <p:spPr>
            <a:xfrm>
              <a:off x="19295269" y="3149918"/>
              <a:ext cx="43815" cy="43815"/>
            </a:xfrm>
            <a:prstGeom prst="ellipse">
              <a:avLst/>
            </a:prstGeom>
            <a:solidFill>
              <a:srgbClr val="CC79A7"/>
            </a:solidFill>
            <a:ln w="0">
              <a:noFill/>
              <a:prstDash val="solid"/>
            </a:ln>
          </p:spPr>
        </p:sp>
        <p:sp>
          <p:nvSpPr>
            <p:cNvPr id="1504" name="four:linked-tree-layout:line:1257"/>
            <p:cNvSpPr>
              <a:spLocks noGrp="1"/>
            </p:cNvSpPr>
            <p:nvPr/>
          </p:nvSpPr>
          <p:spPr>
            <a:xfrm>
              <a:off x="19178588" y="3286125"/>
              <a:ext cx="138589" cy="171450"/>
            </a:xfrm>
            <a:custGeom>
              <a:avLst/>
              <a:gdLst/>
              <a:ahLst/>
              <a:cxnLst/>
              <a:pathLst>
                <a:path w="138589" h="171450">
                  <a:moveTo>
                    <a:pt x="138589" y="0"/>
                  </a:moveTo>
                  <a:lnTo>
                    <a:pt x="0" y="171450"/>
                  </a:lnTo>
                </a:path>
              </a:pathLst>
            </a:custGeom>
            <a:noFill/>
            <a:ln w="11430">
              <a:solidFill>
                <a:srgbClr val="CC79A7">
                  <a:alpha val="65000"/>
                </a:srgbClr>
              </a:solidFill>
              <a:prstDash val="solid"/>
            </a:ln>
          </p:spPr>
        </p:sp>
        <p:sp>
          <p:nvSpPr>
            <p:cNvPr id="1505" name="four:linked-tree-layout:line:1258"/>
            <p:cNvSpPr>
              <a:spLocks noGrp="1"/>
            </p:cNvSpPr>
            <p:nvPr/>
          </p:nvSpPr>
          <p:spPr>
            <a:xfrm>
              <a:off x="16059150" y="3600450"/>
              <a:ext cx="3648075" cy="953"/>
            </a:xfrm>
            <a:custGeom>
              <a:avLst/>
              <a:gdLst/>
              <a:ahLst/>
              <a:cxnLst/>
              <a:pathLst>
                <a:path w="3648075" h="953">
                  <a:moveTo>
                    <a:pt x="0" y="0"/>
                  </a:moveTo>
                  <a:lnTo>
                    <a:pt x="3648075" y="0"/>
                  </a:lnTo>
                </a:path>
              </a:pathLst>
            </a:custGeom>
            <a:noFill/>
            <a:ln w="14288">
              <a:solidFill>
                <a:srgbClr val="263238"/>
              </a:solidFill>
              <a:prstDash val="solid"/>
            </a:ln>
          </p:spPr>
        </p:sp>
        <p:sp>
          <p:nvSpPr>
            <p:cNvPr id="1506" name="four:linked-tree-layout:polygon:1259"/>
            <p:cNvSpPr>
              <a:spLocks noGrp="1"/>
            </p:cNvSpPr>
            <p:nvPr/>
          </p:nvSpPr>
          <p:spPr>
            <a:xfrm>
              <a:off x="19631025" y="3567684"/>
              <a:ext cx="76200" cy="65532"/>
            </a:xfrm>
            <a:custGeom>
              <a:avLst/>
              <a:gdLst/>
              <a:ahLst/>
              <a:cxnLst/>
              <a:pathLst>
                <a:path w="76200" h="65532">
                  <a:moveTo>
                    <a:pt x="76200" y="32766"/>
                  </a:moveTo>
                  <a:lnTo>
                    <a:pt x="0" y="0"/>
                  </a:lnTo>
                  <a:lnTo>
                    <a:pt x="0" y="65532"/>
                  </a:lnTo>
                  <a:close/>
                </a:path>
              </a:pathLst>
            </a:custGeom>
            <a:solidFill>
              <a:srgbClr val="263238"/>
            </a:solidFill>
            <a:ln w="0">
              <a:noFill/>
              <a:prstDash val="solid"/>
            </a:ln>
          </p:spPr>
        </p:sp>
        <p:sp>
          <p:nvSpPr>
            <p:cNvPr id="1507" name="four:linked-tree-layout:textbox:1260"/>
            <p:cNvSpPr>
              <a:spLocks noGrp="1"/>
            </p:cNvSpPr>
            <p:nvPr/>
          </p:nvSpPr>
          <p:spPr>
            <a:xfrm>
              <a:off x="15716250" y="3409950"/>
              <a:ext cx="333375" cy="342900"/>
            </a:xfrm>
            <a:prstGeom prst="rect">
              <a:avLst/>
            </a:prstGeom>
            <a:noFill/>
            <a:ln w="0">
              <a:noFill/>
              <a:prstDash val="solid"/>
            </a:ln>
          </p:spPr>
          <p:txBody>
            <a:bodyPr wrap="none" lIns="0" tIns="0" rIns="0" bIns="0" anchor="ctr">
              <a:normAutofit/>
            </a:bodyPr>
            <a:lstStyle>
              <a:defPPr algn="ctr">
                <a:defRPr sz="1725" b="0">
                  <a:solidFill>
                    <a:srgbClr val="7B8790"/>
                  </a:solidFill>
                  <a:latin typeface="Arial" panose="020B0604020202090204"/>
                  <a:ea typeface="Arial" panose="020B0604020202090204"/>
                  <a:cs typeface="Arial" panose="020B0604020202090204"/>
                </a:defRPr>
              </a:defPPr>
            </a:lstStyle>
            <a:p>
              <a:pPr algn="ctr">
                <a:defRPr sz="1725" b="0">
                  <a:solidFill>
                    <a:srgbClr val="7B8790"/>
                  </a:solidFill>
                  <a:latin typeface="Arial" panose="020B0604020202090204"/>
                  <a:ea typeface="Arial" panose="020B0604020202090204"/>
                  <a:cs typeface="Arial" panose="020B0604020202090204"/>
                </a:defRPr>
              </a:pPr>
              <a:r>
                <a:rPr sz="1725" b="0">
                  <a:solidFill>
                    <a:srgbClr val="7B8790"/>
                  </a:solidFill>
                  <a:latin typeface="Arial" panose="020B0604020202090204"/>
                  <a:ea typeface="Arial" panose="020B0604020202090204"/>
                  <a:cs typeface="Arial" panose="020B0604020202090204"/>
                </a:rPr>
                <a:t>q</a:t>
              </a:r>
              <a:r>
                <a:rPr sz="1240" b="0" baseline="-25000">
                  <a:solidFill>
                    <a:srgbClr val="7B8790"/>
                  </a:solidFill>
                  <a:latin typeface="Arial" panose="020B0604020202090204"/>
                  <a:ea typeface="Arial" panose="020B0604020202090204"/>
                  <a:cs typeface="Arial" panose="020B0604020202090204"/>
                </a:rPr>
                <a:t>i</a:t>
              </a:r>
              <a:endParaRPr sz="1240" b="0" baseline="-25000">
                <a:solidFill>
                  <a:srgbClr val="7B8790"/>
                </a:solidFill>
                <a:latin typeface="Arial" panose="020B0604020202090204"/>
                <a:ea typeface="Arial" panose="020B0604020202090204"/>
                <a:cs typeface="Arial" panose="020B0604020202090204"/>
              </a:endParaRPr>
            </a:p>
          </p:txBody>
        </p:sp>
        <p:sp>
          <p:nvSpPr>
            <p:cNvPr id="1508" name="four:linked-tree-layout:interval-A:1261"/>
            <p:cNvSpPr>
              <a:spLocks noGrp="1"/>
            </p:cNvSpPr>
            <p:nvPr/>
          </p:nvSpPr>
          <p:spPr>
            <a:xfrm>
              <a:off x="16222028" y="3462338"/>
              <a:ext cx="369570" cy="276225"/>
            </a:xfrm>
            <a:prstGeom prst="rect">
              <a:avLst/>
            </a:prstGeom>
            <a:solidFill>
              <a:srgbClr val="0072B2"/>
            </a:solidFill>
            <a:ln w="7620">
              <a:solidFill>
                <a:srgbClr val="263238"/>
              </a:solidFill>
              <a:prstDash val="solid"/>
            </a:ln>
          </p:spPr>
        </p:sp>
        <p:sp>
          <p:nvSpPr>
            <p:cNvPr id="1509" name="four:linked-tree-layout:regular-node:1262"/>
            <p:cNvSpPr>
              <a:spLocks noGrp="1"/>
            </p:cNvSpPr>
            <p:nvPr/>
          </p:nvSpPr>
          <p:spPr>
            <a:xfrm>
              <a:off x="16383000" y="3576638"/>
              <a:ext cx="47625" cy="47625"/>
            </a:xfrm>
            <a:prstGeom prst="ellipse">
              <a:avLst/>
            </a:prstGeom>
            <a:solidFill>
              <a:srgbClr val="263238"/>
            </a:solidFill>
            <a:ln w="0">
              <a:noFill/>
              <a:prstDash val="solid"/>
            </a:ln>
          </p:spPr>
        </p:sp>
        <p:sp>
          <p:nvSpPr>
            <p:cNvPr id="1510" name="four:linked-tree-layout:interval-C:1263"/>
            <p:cNvSpPr>
              <a:spLocks noGrp="1"/>
            </p:cNvSpPr>
            <p:nvPr/>
          </p:nvSpPr>
          <p:spPr>
            <a:xfrm>
              <a:off x="17145953" y="3462338"/>
              <a:ext cx="369570" cy="276225"/>
            </a:xfrm>
            <a:prstGeom prst="rect">
              <a:avLst/>
            </a:prstGeom>
            <a:solidFill>
              <a:srgbClr val="D55E00"/>
            </a:solidFill>
            <a:ln w="7620">
              <a:solidFill>
                <a:srgbClr val="263238"/>
              </a:solidFill>
              <a:prstDash val="solid"/>
            </a:ln>
          </p:spPr>
        </p:sp>
        <p:sp>
          <p:nvSpPr>
            <p:cNvPr id="1511" name="four:linked-tree-layout:regular-node:1264"/>
            <p:cNvSpPr>
              <a:spLocks noGrp="1"/>
            </p:cNvSpPr>
            <p:nvPr/>
          </p:nvSpPr>
          <p:spPr>
            <a:xfrm>
              <a:off x="17306925" y="3576638"/>
              <a:ext cx="47625" cy="47625"/>
            </a:xfrm>
            <a:prstGeom prst="ellipse">
              <a:avLst/>
            </a:prstGeom>
            <a:solidFill>
              <a:srgbClr val="263238"/>
            </a:solidFill>
            <a:ln w="0">
              <a:noFill/>
              <a:prstDash val="solid"/>
            </a:ln>
          </p:spPr>
        </p:sp>
        <p:sp>
          <p:nvSpPr>
            <p:cNvPr id="1512" name="four:linked-tree-layout:interval-D:1265"/>
            <p:cNvSpPr>
              <a:spLocks noGrp="1"/>
            </p:cNvSpPr>
            <p:nvPr/>
          </p:nvSpPr>
          <p:spPr>
            <a:xfrm>
              <a:off x="18069878" y="3462338"/>
              <a:ext cx="369570" cy="276225"/>
            </a:xfrm>
            <a:prstGeom prst="rect">
              <a:avLst/>
            </a:prstGeom>
            <a:solidFill>
              <a:srgbClr val="009E73"/>
            </a:solidFill>
            <a:ln w="7620">
              <a:solidFill>
                <a:srgbClr val="263238"/>
              </a:solidFill>
              <a:prstDash val="solid"/>
            </a:ln>
          </p:spPr>
        </p:sp>
        <p:sp>
          <p:nvSpPr>
            <p:cNvPr id="1513" name="four:linked-tree-layout:regular-node:1266"/>
            <p:cNvSpPr>
              <a:spLocks noGrp="1"/>
            </p:cNvSpPr>
            <p:nvPr/>
          </p:nvSpPr>
          <p:spPr>
            <a:xfrm>
              <a:off x="18230850" y="3576638"/>
              <a:ext cx="47625" cy="47625"/>
            </a:xfrm>
            <a:prstGeom prst="ellipse">
              <a:avLst/>
            </a:prstGeom>
            <a:solidFill>
              <a:srgbClr val="263238"/>
            </a:solidFill>
            <a:ln w="0">
              <a:noFill/>
              <a:prstDash val="solid"/>
            </a:ln>
          </p:spPr>
        </p:sp>
        <p:sp>
          <p:nvSpPr>
            <p:cNvPr id="1514" name="four:linked-tree-layout:interval-B:1267"/>
            <p:cNvSpPr>
              <a:spLocks noGrp="1"/>
            </p:cNvSpPr>
            <p:nvPr/>
          </p:nvSpPr>
          <p:spPr>
            <a:xfrm>
              <a:off x="18993803" y="3462338"/>
              <a:ext cx="369570" cy="276225"/>
            </a:xfrm>
            <a:prstGeom prst="rect">
              <a:avLst/>
            </a:prstGeom>
            <a:solidFill>
              <a:srgbClr val="CC79A7"/>
            </a:solidFill>
            <a:ln w="7620">
              <a:solidFill>
                <a:srgbClr val="263238"/>
              </a:solidFill>
              <a:prstDash val="solid"/>
            </a:ln>
          </p:spPr>
        </p:sp>
        <p:sp>
          <p:nvSpPr>
            <p:cNvPr id="1515" name="four:linked-tree-layout:regular-node:1268"/>
            <p:cNvSpPr>
              <a:spLocks noGrp="1"/>
            </p:cNvSpPr>
            <p:nvPr/>
          </p:nvSpPr>
          <p:spPr>
            <a:xfrm>
              <a:off x="19154775" y="3576638"/>
              <a:ext cx="47625" cy="47625"/>
            </a:xfrm>
            <a:prstGeom prst="ellipse">
              <a:avLst/>
            </a:prstGeom>
            <a:solidFill>
              <a:srgbClr val="263238"/>
            </a:solidFill>
            <a:ln w="0">
              <a:noFill/>
              <a:prstDash val="solid"/>
            </a:ln>
          </p:spPr>
        </p:sp>
        <p:sp>
          <p:nvSpPr>
            <p:cNvPr id="1516" name="four:linked-tree-layout:line:1269"/>
            <p:cNvSpPr>
              <a:spLocks noGrp="1"/>
            </p:cNvSpPr>
            <p:nvPr/>
          </p:nvSpPr>
          <p:spPr>
            <a:xfrm>
              <a:off x="19317176" y="3286125"/>
              <a:ext cx="953" cy="152400"/>
            </a:xfrm>
            <a:custGeom>
              <a:avLst/>
              <a:gdLst/>
              <a:ahLst/>
              <a:cxnLst/>
              <a:pathLst>
                <a:path w="953" h="152400">
                  <a:moveTo>
                    <a:pt x="0" y="0"/>
                  </a:moveTo>
                  <a:lnTo>
                    <a:pt x="0" y="152400"/>
                  </a:lnTo>
                </a:path>
              </a:pathLst>
            </a:custGeom>
            <a:noFill/>
            <a:ln w="9525">
              <a:solidFill>
                <a:srgbClr val="CC79A7"/>
              </a:solidFill>
              <a:prstDash val="dash"/>
            </a:ln>
          </p:spPr>
        </p:sp>
        <p:sp>
          <p:nvSpPr>
            <p:cNvPr id="1517" name="four:linked-tree-layout:line:1270"/>
            <p:cNvSpPr>
              <a:spLocks noGrp="1"/>
            </p:cNvSpPr>
            <p:nvPr/>
          </p:nvSpPr>
          <p:spPr>
            <a:xfrm>
              <a:off x="19178588" y="3371850"/>
              <a:ext cx="953" cy="85725"/>
            </a:xfrm>
            <a:custGeom>
              <a:avLst/>
              <a:gdLst/>
              <a:ahLst/>
              <a:cxnLst/>
              <a:pathLst>
                <a:path w="953" h="85725">
                  <a:moveTo>
                    <a:pt x="0" y="85725"/>
                  </a:moveTo>
                  <a:lnTo>
                    <a:pt x="0" y="0"/>
                  </a:lnTo>
                </a:path>
              </a:pathLst>
            </a:custGeom>
            <a:noFill/>
            <a:ln w="9525">
              <a:solidFill>
                <a:srgbClr val="CC79A7"/>
              </a:solidFill>
              <a:prstDash val="solid"/>
            </a:ln>
          </p:spPr>
        </p:sp>
        <p:sp>
          <p:nvSpPr>
            <p:cNvPr id="1518" name="four:linked-tree-layout:line:1271"/>
            <p:cNvSpPr>
              <a:spLocks noGrp="1"/>
            </p:cNvSpPr>
            <p:nvPr/>
          </p:nvSpPr>
          <p:spPr>
            <a:xfrm>
              <a:off x="19178588" y="3400425"/>
              <a:ext cx="138589" cy="953"/>
            </a:xfrm>
            <a:custGeom>
              <a:avLst/>
              <a:gdLst/>
              <a:ahLst/>
              <a:cxnLst/>
              <a:pathLst>
                <a:path w="138589" h="953">
                  <a:moveTo>
                    <a:pt x="0" y="0"/>
                  </a:moveTo>
                  <a:lnTo>
                    <a:pt x="138589" y="0"/>
                  </a:lnTo>
                </a:path>
              </a:pathLst>
            </a:custGeom>
            <a:noFill/>
            <a:ln w="14288">
              <a:solidFill>
                <a:srgbClr val="CC79A7"/>
              </a:solidFill>
              <a:prstDash val="solid"/>
            </a:ln>
          </p:spPr>
        </p:sp>
        <p:sp>
          <p:nvSpPr>
            <p:cNvPr id="1519" name="four:linked-tree-layout:polygon:1272"/>
            <p:cNvSpPr>
              <a:spLocks noGrp="1"/>
            </p:cNvSpPr>
            <p:nvPr/>
          </p:nvSpPr>
          <p:spPr>
            <a:xfrm>
              <a:off x="19279076" y="3384042"/>
              <a:ext cx="38100" cy="32766"/>
            </a:xfrm>
            <a:custGeom>
              <a:avLst/>
              <a:gdLst/>
              <a:ahLst/>
              <a:cxnLst/>
              <a:pathLst>
                <a:path w="38100" h="32766">
                  <a:moveTo>
                    <a:pt x="38100" y="16383"/>
                  </a:moveTo>
                  <a:lnTo>
                    <a:pt x="0" y="0"/>
                  </a:lnTo>
                  <a:lnTo>
                    <a:pt x="0" y="32766"/>
                  </a:lnTo>
                  <a:close/>
                </a:path>
              </a:pathLst>
            </a:custGeom>
            <a:solidFill>
              <a:srgbClr val="CC79A7"/>
            </a:solidFill>
            <a:ln w="0">
              <a:noFill/>
              <a:prstDash val="solid"/>
            </a:ln>
          </p:spPr>
        </p:sp>
        <p:sp>
          <p:nvSpPr>
            <p:cNvPr id="1520" name="four:linked-tree-layout:polygon:1273"/>
            <p:cNvSpPr>
              <a:spLocks noGrp="1"/>
            </p:cNvSpPr>
            <p:nvPr/>
          </p:nvSpPr>
          <p:spPr>
            <a:xfrm>
              <a:off x="19178588" y="3384042"/>
              <a:ext cx="38100" cy="32766"/>
            </a:xfrm>
            <a:custGeom>
              <a:avLst/>
              <a:gdLst/>
              <a:ahLst/>
              <a:cxnLst/>
              <a:pathLst>
                <a:path w="38100" h="32766">
                  <a:moveTo>
                    <a:pt x="0" y="16383"/>
                  </a:moveTo>
                  <a:lnTo>
                    <a:pt x="38100" y="32766"/>
                  </a:lnTo>
                  <a:lnTo>
                    <a:pt x="38100" y="0"/>
                  </a:lnTo>
                  <a:close/>
                </a:path>
              </a:pathLst>
            </a:custGeom>
            <a:solidFill>
              <a:srgbClr val="CC79A7"/>
            </a:solidFill>
            <a:ln w="0">
              <a:noFill/>
              <a:prstDash val="solid"/>
            </a:ln>
          </p:spPr>
        </p:sp>
        <p:sp>
          <p:nvSpPr>
            <p:cNvPr id="1521" name="four:linked-tree-layout:textbox:1274"/>
            <p:cNvSpPr>
              <a:spLocks noGrp="1"/>
            </p:cNvSpPr>
            <p:nvPr/>
          </p:nvSpPr>
          <p:spPr>
            <a:xfrm>
              <a:off x="15754350" y="3752850"/>
              <a:ext cx="1885950" cy="238125"/>
            </a:xfrm>
            <a:prstGeom prst="rect">
              <a:avLst/>
            </a:prstGeom>
            <a:noFill/>
            <a:ln w="0">
              <a:noFill/>
              <a:prstDash val="solid"/>
            </a:ln>
          </p:spPr>
          <p:txBody>
            <a:bodyPr wrap="none" lIns="0" tIns="0" rIns="0" bIns="0" anchor="ctr">
              <a:normAutofit/>
            </a:bodyPr>
            <a:lstStyle>
              <a:defPPr algn="ctr">
                <a:defRPr sz="1500" b="0">
                  <a:solidFill>
                    <a:srgbClr val="7B8790"/>
                  </a:solidFill>
                  <a:latin typeface="Arial" panose="020B0604020202090204"/>
                  <a:ea typeface="Arial" panose="020B0604020202090204"/>
                  <a:cs typeface="Arial" panose="020B0604020202090204"/>
                </a:defRPr>
              </a:defPPr>
            </a:lstStyle>
            <a:p>
              <a:pPr algn="ctr">
                <a:defRPr sz="1500" b="0">
                  <a:solidFill>
                    <a:srgbClr val="7B8790"/>
                  </a:solidFill>
                  <a:latin typeface="Arial" panose="020B0604020202090204"/>
                  <a:ea typeface="Arial" panose="020B0604020202090204"/>
                  <a:cs typeface="Arial" panose="020B0604020202090204"/>
                </a:defRPr>
              </a:pPr>
              <a:r>
                <a:rPr sz="1500" b="0">
                  <a:solidFill>
                    <a:srgbClr val="7B8790"/>
                  </a:solidFill>
                  <a:latin typeface="Arial" panose="020B0604020202090204"/>
                  <a:ea typeface="Arial" panose="020B0604020202090204"/>
                  <a:cs typeface="Arial" panose="020B0604020202090204"/>
                </a:rPr>
                <a:t>Reference positions</a:t>
              </a:r>
              <a:endParaRPr sz="1500" b="0">
                <a:solidFill>
                  <a:srgbClr val="7B8790"/>
                </a:solidFill>
                <a:latin typeface="Arial" panose="020B0604020202090204"/>
                <a:ea typeface="Arial" panose="020B0604020202090204"/>
                <a:cs typeface="Arial" panose="020B0604020202090204"/>
              </a:endParaRPr>
            </a:p>
          </p:txBody>
        </p:sp>
        <p:sp>
          <p:nvSpPr>
            <p:cNvPr id="1522" name="four:linked-tree-layout:textbox:1275"/>
            <p:cNvSpPr>
              <a:spLocks noGrp="1"/>
            </p:cNvSpPr>
            <p:nvPr/>
          </p:nvSpPr>
          <p:spPr>
            <a:xfrm>
              <a:off x="17678400" y="3676650"/>
              <a:ext cx="2190750" cy="342900"/>
            </a:xfrm>
            <a:prstGeom prst="rect">
              <a:avLst/>
            </a:prstGeom>
            <a:noFill/>
            <a:ln w="0">
              <a:noFill/>
              <a:prstDash val="solid"/>
            </a:ln>
          </p:spPr>
          <p:txBody>
            <a:bodyPr wrap="none" lIns="0" tIns="0" rIns="0" bIns="0" anchor="ctr">
              <a:normAutofit/>
            </a:bodyPr>
            <a:lstStyle>
              <a:defPPr algn="ctr">
                <a:defRPr sz="1800" b="0">
                  <a:solidFill>
                    <a:srgbClr val="7B8790"/>
                  </a:solidFill>
                  <a:latin typeface="Arial" panose="020B0604020202090204"/>
                  <a:ea typeface="Arial" panose="020B0604020202090204"/>
                  <a:cs typeface="Arial" panose="020B0604020202090204"/>
                </a:defRPr>
              </a:defPPr>
            </a:lstStyle>
            <a:p>
              <a:pPr algn="ctr">
                <a:defRPr sz="1800" b="0">
                  <a:solidFill>
                    <a:srgbClr val="7B8790"/>
                  </a:solidFill>
                  <a:latin typeface="Arial" panose="020B0604020202090204"/>
                  <a:ea typeface="Arial" panose="020B0604020202090204"/>
                  <a:cs typeface="Arial" panose="020B0604020202090204"/>
                </a:defRPr>
              </a:pPr>
              <a:r>
                <a:rPr sz="1800" b="0">
                  <a:solidFill>
                    <a:srgbClr val="7B8790"/>
                  </a:solidFill>
                  <a:latin typeface="Arial" panose="020B0604020202090204"/>
                  <a:ea typeface="Arial" panose="020B0604020202090204"/>
                  <a:cs typeface="Arial" panose="020B0604020202090204"/>
                </a:rPr>
                <a:t>e</a:t>
              </a:r>
              <a:r>
                <a:rPr sz="1295" b="0" baseline="-25000">
                  <a:solidFill>
                    <a:srgbClr val="7B8790"/>
                  </a:solidFill>
                  <a:latin typeface="Arial" panose="020B0604020202090204"/>
                  <a:ea typeface="Arial" panose="020B0604020202090204"/>
                  <a:cs typeface="Arial" panose="020B0604020202090204"/>
                </a:rPr>
                <a:t>i</a:t>
              </a:r>
              <a:r>
                <a:rPr sz="1800" b="0">
                  <a:solidFill>
                    <a:srgbClr val="7B8790"/>
                  </a:solidFill>
                  <a:latin typeface="Arial" panose="020B0604020202090204"/>
                  <a:ea typeface="Arial" panose="020B0604020202090204"/>
                  <a:cs typeface="Arial" panose="020B0604020202090204"/>
                </a:rPr>
                <a:t> = |</a:t>
              </a:r>
              <a:r>
                <a:rPr sz="1800" b="0">
                  <a:solidFill>
                    <a:srgbClr val="7B8790"/>
                  </a:solidFill>
                  <a:latin typeface="Arial" panose="020B0604020202090204"/>
                  <a:ea typeface="Arial" panose="020B0604020202090204"/>
                  <a:cs typeface="Arial" panose="020B0604020202090204"/>
                </a:rPr>
                <a:t>u</a:t>
              </a:r>
              <a:r>
                <a:rPr sz="1295" b="0" baseline="-25000">
                  <a:solidFill>
                    <a:srgbClr val="7B8790"/>
                  </a:solidFill>
                  <a:latin typeface="Arial" panose="020B0604020202090204"/>
                  <a:ea typeface="Arial" panose="020B0604020202090204"/>
                  <a:cs typeface="Arial" panose="020B0604020202090204"/>
                </a:rPr>
                <a:t>i</a:t>
              </a:r>
              <a:r>
                <a:rPr sz="1800" b="0">
                  <a:solidFill>
                    <a:srgbClr val="7B8790"/>
                  </a:solidFill>
                  <a:latin typeface="Arial" panose="020B0604020202090204"/>
                  <a:ea typeface="Arial" panose="020B0604020202090204"/>
                  <a:cs typeface="Arial" panose="020B0604020202090204"/>
                </a:rPr>
                <a:t> − </a:t>
              </a:r>
              <a:r>
                <a:rPr sz="1800" b="0">
                  <a:solidFill>
                    <a:srgbClr val="7B8790"/>
                  </a:solidFill>
                  <a:latin typeface="Arial" panose="020B0604020202090204"/>
                  <a:ea typeface="Arial" panose="020B0604020202090204"/>
                  <a:cs typeface="Arial" panose="020B0604020202090204"/>
                </a:rPr>
                <a:t>q</a:t>
              </a:r>
              <a:r>
                <a:rPr sz="1295" b="0" baseline="-25000">
                  <a:solidFill>
                    <a:srgbClr val="7B8790"/>
                  </a:solidFill>
                  <a:latin typeface="Arial" panose="020B0604020202090204"/>
                  <a:ea typeface="Arial" panose="020B0604020202090204"/>
                  <a:cs typeface="Arial" panose="020B0604020202090204"/>
                </a:rPr>
                <a:t>i</a:t>
              </a:r>
              <a:r>
                <a:rPr sz="1800" b="0">
                  <a:solidFill>
                    <a:srgbClr val="7B8790"/>
                  </a:solidFill>
                  <a:latin typeface="Arial" panose="020B0604020202090204"/>
                  <a:ea typeface="Arial" panose="020B0604020202090204"/>
                  <a:cs typeface="Arial" panose="020B0604020202090204"/>
                </a:rPr>
                <a:t>|</a:t>
              </a:r>
              <a:endParaRPr sz="1800" b="0">
                <a:solidFill>
                  <a:srgbClr val="7B8790"/>
                </a:solidFill>
                <a:latin typeface="Arial" panose="020B0604020202090204"/>
                <a:ea typeface="Arial" panose="020B0604020202090204"/>
                <a:cs typeface="Arial" panose="020B0604020202090204"/>
              </a:endParaRPr>
            </a:p>
          </p:txBody>
        </p:sp>
      </p:grpSp>
      <p:grpSp>
        <p:nvGrpSpPr>
          <p:cNvPr id="1523" name="layout-hierarchy"/>
          <p:cNvGrpSpPr/>
          <p:nvPr/>
        </p:nvGrpSpPr>
        <p:grpSpPr>
          <a:xfrm>
            <a:off x="0" y="0"/>
            <a:ext cx="24955500" cy="8572500"/>
            <a:chOff x="0" y="0"/>
            <a:chExt cx="24955500" cy="8572500"/>
          </a:xfrm>
        </p:grpSpPr>
        <p:sp>
          <p:nvSpPr>
            <p:cNvPr id="1524" name="four:layout-hierarchy:line:1210"/>
            <p:cNvSpPr>
              <a:spLocks noGrp="1"/>
            </p:cNvSpPr>
            <p:nvPr/>
          </p:nvSpPr>
          <p:spPr>
            <a:xfrm>
              <a:off x="17792700" y="1466850"/>
              <a:ext cx="953" cy="278701"/>
            </a:xfrm>
            <a:custGeom>
              <a:avLst/>
              <a:gdLst/>
              <a:ahLst/>
              <a:cxnLst/>
              <a:pathLst>
                <a:path w="953" h="278701">
                  <a:moveTo>
                    <a:pt x="0" y="57657"/>
                  </a:moveTo>
                  <a:lnTo>
                    <a:pt x="0" y="221044"/>
                  </a:lnTo>
                </a:path>
              </a:pathLst>
            </a:custGeom>
            <a:noFill/>
            <a:ln w="11906">
              <a:solidFill>
                <a:srgbClr val="263238"/>
              </a:solidFill>
              <a:prstDash val="solid"/>
            </a:ln>
          </p:spPr>
        </p:sp>
        <p:sp>
          <p:nvSpPr>
            <p:cNvPr id="1525" name="four:layout-hierarchy:regular-node:1211"/>
            <p:cNvSpPr>
              <a:spLocks noGrp="1"/>
            </p:cNvSpPr>
            <p:nvPr/>
          </p:nvSpPr>
          <p:spPr>
            <a:xfrm>
              <a:off x="17775218" y="1553437"/>
              <a:ext cx="34964" cy="34964"/>
            </a:xfrm>
            <a:prstGeom prst="ellipse">
              <a:avLst/>
            </a:prstGeom>
            <a:solidFill>
              <a:srgbClr val="DCE8ED"/>
            </a:solidFill>
            <a:ln w="9525">
              <a:solidFill>
                <a:srgbClr val="263238"/>
              </a:solidFill>
              <a:prstDash val="solid"/>
            </a:ln>
          </p:spPr>
        </p:sp>
        <p:sp>
          <p:nvSpPr>
            <p:cNvPr id="1526" name="four:layout-hierarchy:regular-node:1212"/>
            <p:cNvSpPr>
              <a:spLocks noGrp="1"/>
            </p:cNvSpPr>
            <p:nvPr/>
          </p:nvSpPr>
          <p:spPr>
            <a:xfrm>
              <a:off x="17775218" y="1624000"/>
              <a:ext cx="34964" cy="34964"/>
            </a:xfrm>
            <a:prstGeom prst="ellipse">
              <a:avLst/>
            </a:prstGeom>
            <a:solidFill>
              <a:srgbClr val="DCE8ED"/>
            </a:solidFill>
            <a:ln w="9525">
              <a:solidFill>
                <a:srgbClr val="263238"/>
              </a:solidFill>
              <a:prstDash val="solid"/>
            </a:ln>
          </p:spPr>
        </p:sp>
        <p:sp>
          <p:nvSpPr>
            <p:cNvPr id="1527" name="four:layout-hierarchy:critical-node:1213"/>
            <p:cNvSpPr>
              <a:spLocks noGrp="1"/>
            </p:cNvSpPr>
            <p:nvPr/>
          </p:nvSpPr>
          <p:spPr>
            <a:xfrm>
              <a:off x="17741710" y="1415860"/>
              <a:ext cx="101979" cy="101979"/>
            </a:xfrm>
            <a:prstGeom prst="diamond">
              <a:avLst/>
            </a:prstGeom>
            <a:solidFill>
              <a:srgbClr val="DCE8ED"/>
            </a:solidFill>
            <a:ln w="10478">
              <a:solidFill>
                <a:srgbClr val="263238"/>
              </a:solidFill>
              <a:prstDash val="solid"/>
            </a:ln>
          </p:spPr>
        </p:sp>
        <p:sp>
          <p:nvSpPr>
            <p:cNvPr id="1528" name="four:layout-hierarchy:critical-node:1214"/>
            <p:cNvSpPr>
              <a:spLocks noGrp="1"/>
            </p:cNvSpPr>
            <p:nvPr/>
          </p:nvSpPr>
          <p:spPr>
            <a:xfrm>
              <a:off x="17741710" y="1694562"/>
              <a:ext cx="101979" cy="101979"/>
            </a:xfrm>
            <a:prstGeom prst="diamond">
              <a:avLst/>
            </a:prstGeom>
            <a:solidFill>
              <a:srgbClr val="DCE8ED"/>
            </a:solidFill>
            <a:ln w="10478">
              <a:solidFill>
                <a:srgbClr val="263238"/>
              </a:solidFill>
              <a:prstDash val="solid"/>
            </a:ln>
          </p:spPr>
        </p:sp>
        <p:sp>
          <p:nvSpPr>
            <p:cNvPr id="1529" name="four:layout-hierarchy:line:1215"/>
            <p:cNvSpPr>
              <a:spLocks noGrp="1"/>
            </p:cNvSpPr>
            <p:nvPr/>
          </p:nvSpPr>
          <p:spPr>
            <a:xfrm>
              <a:off x="16268224" y="1745552"/>
              <a:ext cx="3048952" cy="953"/>
            </a:xfrm>
            <a:custGeom>
              <a:avLst/>
              <a:gdLst/>
              <a:ahLst/>
              <a:cxnLst/>
              <a:pathLst>
                <a:path w="3048952" h="953">
                  <a:moveTo>
                    <a:pt x="0" y="0"/>
                  </a:moveTo>
                  <a:lnTo>
                    <a:pt x="1466819" y="0"/>
                  </a:lnTo>
                  <a:moveTo>
                    <a:pt x="1582133" y="0"/>
                  </a:moveTo>
                  <a:lnTo>
                    <a:pt x="3048952" y="0"/>
                  </a:lnTo>
                </a:path>
              </a:pathLst>
            </a:custGeom>
            <a:noFill/>
            <a:ln w="11906">
              <a:solidFill>
                <a:srgbClr val="263238"/>
              </a:solidFill>
              <a:prstDash val="solid"/>
            </a:ln>
          </p:spPr>
        </p:sp>
        <p:sp>
          <p:nvSpPr>
            <p:cNvPr id="1530" name="four:layout-hierarchy:line:1216"/>
            <p:cNvSpPr>
              <a:spLocks noGrp="1"/>
            </p:cNvSpPr>
            <p:nvPr/>
          </p:nvSpPr>
          <p:spPr>
            <a:xfrm>
              <a:off x="16268224" y="1745552"/>
              <a:ext cx="953" cy="988124"/>
            </a:xfrm>
            <a:custGeom>
              <a:avLst/>
              <a:gdLst/>
              <a:ahLst/>
              <a:cxnLst/>
              <a:pathLst>
                <a:path w="953" h="988124">
                  <a:moveTo>
                    <a:pt x="0" y="0"/>
                  </a:moveTo>
                  <a:lnTo>
                    <a:pt x="0" y="908614"/>
                  </a:lnTo>
                </a:path>
              </a:pathLst>
            </a:custGeom>
            <a:noFill/>
            <a:ln w="11906">
              <a:solidFill>
                <a:srgbClr val="263238"/>
              </a:solidFill>
              <a:prstDash val="solid"/>
            </a:ln>
          </p:spPr>
        </p:sp>
        <p:sp>
          <p:nvSpPr>
            <p:cNvPr id="1531" name="four:layout-hierarchy:regular-node:1217"/>
            <p:cNvSpPr>
              <a:spLocks noGrp="1"/>
            </p:cNvSpPr>
            <p:nvPr/>
          </p:nvSpPr>
          <p:spPr>
            <a:xfrm>
              <a:off x="16243457" y="1937222"/>
              <a:ext cx="49533" cy="49533"/>
            </a:xfrm>
            <a:prstGeom prst="ellipse">
              <a:avLst/>
            </a:prstGeom>
            <a:solidFill>
              <a:srgbClr val="0072B2"/>
            </a:solidFill>
            <a:ln w="9525">
              <a:solidFill>
                <a:srgbClr val="263238"/>
              </a:solidFill>
              <a:prstDash val="solid"/>
            </a:ln>
          </p:spPr>
        </p:sp>
        <p:sp>
          <p:nvSpPr>
            <p:cNvPr id="1532" name="four:layout-hierarchy:regular-node:1218"/>
            <p:cNvSpPr>
              <a:spLocks noGrp="1"/>
            </p:cNvSpPr>
            <p:nvPr/>
          </p:nvSpPr>
          <p:spPr>
            <a:xfrm>
              <a:off x="16243457" y="2178426"/>
              <a:ext cx="49533" cy="49533"/>
            </a:xfrm>
            <a:prstGeom prst="ellipse">
              <a:avLst/>
            </a:prstGeom>
            <a:solidFill>
              <a:srgbClr val="0072B2"/>
            </a:solidFill>
            <a:ln w="9525">
              <a:solidFill>
                <a:srgbClr val="263238"/>
              </a:solidFill>
              <a:prstDash val="solid"/>
            </a:ln>
          </p:spPr>
        </p:sp>
        <p:sp>
          <p:nvSpPr>
            <p:cNvPr id="1533" name="four:layout-hierarchy:regular-node:1219"/>
            <p:cNvSpPr>
              <a:spLocks noGrp="1"/>
            </p:cNvSpPr>
            <p:nvPr/>
          </p:nvSpPr>
          <p:spPr>
            <a:xfrm>
              <a:off x="16243457" y="2419629"/>
              <a:ext cx="49533" cy="49533"/>
            </a:xfrm>
            <a:prstGeom prst="ellipse">
              <a:avLst/>
            </a:prstGeom>
            <a:solidFill>
              <a:srgbClr val="0072B2"/>
            </a:solidFill>
            <a:ln w="9525">
              <a:solidFill>
                <a:srgbClr val="263238"/>
              </a:solidFill>
              <a:prstDash val="solid"/>
            </a:ln>
          </p:spPr>
        </p:sp>
        <p:sp>
          <p:nvSpPr>
            <p:cNvPr id="1534" name="four:layout-hierarchy:line:1220"/>
            <p:cNvSpPr>
              <a:spLocks noGrp="1"/>
            </p:cNvSpPr>
            <p:nvPr/>
          </p:nvSpPr>
          <p:spPr>
            <a:xfrm>
              <a:off x="19317176" y="1745552"/>
              <a:ext cx="953" cy="988124"/>
            </a:xfrm>
            <a:custGeom>
              <a:avLst/>
              <a:gdLst/>
              <a:ahLst/>
              <a:cxnLst/>
              <a:pathLst>
                <a:path w="953" h="988124">
                  <a:moveTo>
                    <a:pt x="0" y="0"/>
                  </a:moveTo>
                  <a:lnTo>
                    <a:pt x="0" y="908614"/>
                  </a:lnTo>
                </a:path>
              </a:pathLst>
            </a:custGeom>
            <a:noFill/>
            <a:ln w="11906">
              <a:solidFill>
                <a:srgbClr val="263238"/>
              </a:solidFill>
              <a:prstDash val="solid"/>
            </a:ln>
          </p:spPr>
        </p:sp>
        <p:sp>
          <p:nvSpPr>
            <p:cNvPr id="1535" name="four:layout-hierarchy:regular-node:1221"/>
            <p:cNvSpPr>
              <a:spLocks noGrp="1"/>
            </p:cNvSpPr>
            <p:nvPr/>
          </p:nvSpPr>
          <p:spPr>
            <a:xfrm>
              <a:off x="19292410" y="1937222"/>
              <a:ext cx="49533" cy="49533"/>
            </a:xfrm>
            <a:prstGeom prst="ellipse">
              <a:avLst/>
            </a:prstGeom>
            <a:solidFill>
              <a:srgbClr val="CC79A7"/>
            </a:solidFill>
            <a:ln w="9525">
              <a:solidFill>
                <a:srgbClr val="263238"/>
              </a:solidFill>
              <a:prstDash val="solid"/>
            </a:ln>
          </p:spPr>
        </p:sp>
        <p:sp>
          <p:nvSpPr>
            <p:cNvPr id="1536" name="four:layout-hierarchy:regular-node:1222"/>
            <p:cNvSpPr>
              <a:spLocks noGrp="1"/>
            </p:cNvSpPr>
            <p:nvPr/>
          </p:nvSpPr>
          <p:spPr>
            <a:xfrm>
              <a:off x="19292410" y="2178426"/>
              <a:ext cx="49533" cy="49533"/>
            </a:xfrm>
            <a:prstGeom prst="ellipse">
              <a:avLst/>
            </a:prstGeom>
            <a:solidFill>
              <a:srgbClr val="CC79A7"/>
            </a:solidFill>
            <a:ln w="9525">
              <a:solidFill>
                <a:srgbClr val="263238"/>
              </a:solidFill>
              <a:prstDash val="solid"/>
            </a:ln>
          </p:spPr>
        </p:sp>
        <p:sp>
          <p:nvSpPr>
            <p:cNvPr id="1537" name="four:layout-hierarchy:regular-node:1223"/>
            <p:cNvSpPr>
              <a:spLocks noGrp="1"/>
            </p:cNvSpPr>
            <p:nvPr/>
          </p:nvSpPr>
          <p:spPr>
            <a:xfrm>
              <a:off x="19292410" y="2419629"/>
              <a:ext cx="49533" cy="49533"/>
            </a:xfrm>
            <a:prstGeom prst="ellipse">
              <a:avLst/>
            </a:prstGeom>
            <a:solidFill>
              <a:srgbClr val="CC79A7"/>
            </a:solidFill>
            <a:ln w="9525">
              <a:solidFill>
                <a:srgbClr val="263238"/>
              </a:solidFill>
              <a:prstDash val="solid"/>
            </a:ln>
          </p:spPr>
        </p:sp>
        <p:sp>
          <p:nvSpPr>
            <p:cNvPr id="1538" name="four:layout-hierarchy:line:1224"/>
            <p:cNvSpPr>
              <a:spLocks noGrp="1"/>
            </p:cNvSpPr>
            <p:nvPr/>
          </p:nvSpPr>
          <p:spPr>
            <a:xfrm>
              <a:off x="17792700" y="1745552"/>
              <a:ext cx="953" cy="734758"/>
            </a:xfrm>
            <a:custGeom>
              <a:avLst/>
              <a:gdLst/>
              <a:ahLst/>
              <a:cxnLst/>
              <a:pathLst>
                <a:path w="953" h="734758">
                  <a:moveTo>
                    <a:pt x="0" y="57657"/>
                  </a:moveTo>
                  <a:lnTo>
                    <a:pt x="0" y="655249"/>
                  </a:lnTo>
                </a:path>
              </a:pathLst>
            </a:custGeom>
            <a:noFill/>
            <a:ln w="11906">
              <a:solidFill>
                <a:srgbClr val="263238"/>
              </a:solidFill>
              <a:prstDash val="solid"/>
            </a:ln>
          </p:spPr>
        </p:sp>
        <p:sp>
          <p:nvSpPr>
            <p:cNvPr id="1539" name="four:layout-hierarchy:regular-node:1225"/>
            <p:cNvSpPr>
              <a:spLocks noGrp="1"/>
            </p:cNvSpPr>
            <p:nvPr/>
          </p:nvSpPr>
          <p:spPr>
            <a:xfrm>
              <a:off x="17767934" y="1912123"/>
              <a:ext cx="49533" cy="49533"/>
            </a:xfrm>
            <a:prstGeom prst="ellipse">
              <a:avLst/>
            </a:prstGeom>
            <a:solidFill>
              <a:srgbClr val="81C9BA"/>
            </a:solidFill>
            <a:ln w="9525">
              <a:solidFill>
                <a:srgbClr val="263238"/>
              </a:solidFill>
              <a:prstDash val="solid"/>
            </a:ln>
          </p:spPr>
        </p:sp>
        <p:sp>
          <p:nvSpPr>
            <p:cNvPr id="1540" name="four:layout-hierarchy:regular-node:1226"/>
            <p:cNvSpPr>
              <a:spLocks noGrp="1"/>
            </p:cNvSpPr>
            <p:nvPr/>
          </p:nvSpPr>
          <p:spPr>
            <a:xfrm>
              <a:off x="17767934" y="2077238"/>
              <a:ext cx="49533" cy="49533"/>
            </a:xfrm>
            <a:prstGeom prst="ellipse">
              <a:avLst/>
            </a:prstGeom>
            <a:solidFill>
              <a:srgbClr val="81C9BA"/>
            </a:solidFill>
            <a:ln w="9525">
              <a:solidFill>
                <a:srgbClr val="263238"/>
              </a:solidFill>
              <a:prstDash val="solid"/>
            </a:ln>
          </p:spPr>
        </p:sp>
        <p:sp>
          <p:nvSpPr>
            <p:cNvPr id="1541" name="four:layout-hierarchy:regular-node:1227"/>
            <p:cNvSpPr>
              <a:spLocks noGrp="1"/>
            </p:cNvSpPr>
            <p:nvPr/>
          </p:nvSpPr>
          <p:spPr>
            <a:xfrm>
              <a:off x="17767934" y="2242353"/>
              <a:ext cx="49533" cy="49533"/>
            </a:xfrm>
            <a:prstGeom prst="ellipse">
              <a:avLst/>
            </a:prstGeom>
            <a:solidFill>
              <a:srgbClr val="81C9BA"/>
            </a:solidFill>
            <a:ln w="9525">
              <a:solidFill>
                <a:srgbClr val="263238"/>
              </a:solidFill>
              <a:prstDash val="solid"/>
            </a:ln>
          </p:spPr>
        </p:sp>
        <p:sp>
          <p:nvSpPr>
            <p:cNvPr id="1542" name="four:layout-hierarchy:line:1228"/>
            <p:cNvSpPr>
              <a:spLocks noGrp="1"/>
            </p:cNvSpPr>
            <p:nvPr/>
          </p:nvSpPr>
          <p:spPr>
            <a:xfrm>
              <a:off x="17284541" y="2480310"/>
              <a:ext cx="1016317" cy="953"/>
            </a:xfrm>
            <a:custGeom>
              <a:avLst/>
              <a:gdLst/>
              <a:ahLst/>
              <a:cxnLst/>
              <a:pathLst>
                <a:path w="1016317" h="953">
                  <a:moveTo>
                    <a:pt x="0" y="0"/>
                  </a:moveTo>
                  <a:lnTo>
                    <a:pt x="428649" y="0"/>
                  </a:lnTo>
                  <a:moveTo>
                    <a:pt x="587669" y="0"/>
                  </a:moveTo>
                  <a:lnTo>
                    <a:pt x="1016317" y="0"/>
                  </a:lnTo>
                </a:path>
              </a:pathLst>
            </a:custGeom>
            <a:noFill/>
            <a:ln w="11906">
              <a:solidFill>
                <a:srgbClr val="263238"/>
              </a:solidFill>
              <a:prstDash val="solid"/>
            </a:ln>
          </p:spPr>
        </p:sp>
        <p:sp>
          <p:nvSpPr>
            <p:cNvPr id="1543" name="four:layout-hierarchy:line:1229"/>
            <p:cNvSpPr>
              <a:spLocks noGrp="1"/>
            </p:cNvSpPr>
            <p:nvPr/>
          </p:nvSpPr>
          <p:spPr>
            <a:xfrm>
              <a:off x="17284541" y="2480310"/>
              <a:ext cx="953" cy="253365"/>
            </a:xfrm>
            <a:custGeom>
              <a:avLst/>
              <a:gdLst/>
              <a:ahLst/>
              <a:cxnLst/>
              <a:pathLst>
                <a:path w="953" h="253365">
                  <a:moveTo>
                    <a:pt x="0" y="0"/>
                  </a:moveTo>
                  <a:lnTo>
                    <a:pt x="0" y="173855"/>
                  </a:lnTo>
                </a:path>
              </a:pathLst>
            </a:custGeom>
            <a:noFill/>
            <a:ln w="11906">
              <a:solidFill>
                <a:srgbClr val="263238"/>
              </a:solidFill>
              <a:prstDash val="solid"/>
            </a:ln>
          </p:spPr>
        </p:sp>
        <p:sp>
          <p:nvSpPr>
            <p:cNvPr id="1544" name="four:layout-hierarchy:regular-node:1230"/>
            <p:cNvSpPr>
              <a:spLocks noGrp="1"/>
            </p:cNvSpPr>
            <p:nvPr/>
          </p:nvSpPr>
          <p:spPr>
            <a:xfrm>
              <a:off x="17259775" y="2545805"/>
              <a:ext cx="49533" cy="49533"/>
            </a:xfrm>
            <a:prstGeom prst="ellipse">
              <a:avLst/>
            </a:prstGeom>
            <a:solidFill>
              <a:srgbClr val="D55E00"/>
            </a:solidFill>
            <a:ln w="9525">
              <a:solidFill>
                <a:srgbClr val="263238"/>
              </a:solidFill>
              <a:prstDash val="solid"/>
            </a:ln>
          </p:spPr>
        </p:sp>
        <p:sp>
          <p:nvSpPr>
            <p:cNvPr id="1545" name="four:layout-hierarchy:line:1231"/>
            <p:cNvSpPr>
              <a:spLocks noGrp="1"/>
            </p:cNvSpPr>
            <p:nvPr/>
          </p:nvSpPr>
          <p:spPr>
            <a:xfrm>
              <a:off x="18300859" y="2480310"/>
              <a:ext cx="953" cy="253365"/>
            </a:xfrm>
            <a:custGeom>
              <a:avLst/>
              <a:gdLst/>
              <a:ahLst/>
              <a:cxnLst/>
              <a:pathLst>
                <a:path w="953" h="253365">
                  <a:moveTo>
                    <a:pt x="0" y="0"/>
                  </a:moveTo>
                  <a:lnTo>
                    <a:pt x="0" y="173855"/>
                  </a:lnTo>
                </a:path>
              </a:pathLst>
            </a:custGeom>
            <a:noFill/>
            <a:ln w="11906">
              <a:solidFill>
                <a:srgbClr val="263238"/>
              </a:solidFill>
              <a:prstDash val="solid"/>
            </a:ln>
          </p:spPr>
        </p:sp>
        <p:sp>
          <p:nvSpPr>
            <p:cNvPr id="1546" name="four:layout-hierarchy:regular-node:1232"/>
            <p:cNvSpPr>
              <a:spLocks noGrp="1"/>
            </p:cNvSpPr>
            <p:nvPr/>
          </p:nvSpPr>
          <p:spPr>
            <a:xfrm>
              <a:off x="18276092" y="2545805"/>
              <a:ext cx="49533" cy="49533"/>
            </a:xfrm>
            <a:prstGeom prst="ellipse">
              <a:avLst/>
            </a:prstGeom>
            <a:solidFill>
              <a:srgbClr val="009E73"/>
            </a:solidFill>
            <a:ln w="9525">
              <a:solidFill>
                <a:srgbClr val="263238"/>
              </a:solidFill>
              <a:prstDash val="solid"/>
            </a:ln>
          </p:spPr>
        </p:sp>
        <p:sp>
          <p:nvSpPr>
            <p:cNvPr id="1547" name="four:layout-hierarchy:critical-node:1233"/>
            <p:cNvSpPr>
              <a:spLocks noGrp="1"/>
            </p:cNvSpPr>
            <p:nvPr/>
          </p:nvSpPr>
          <p:spPr>
            <a:xfrm>
              <a:off x="17719858" y="2407468"/>
              <a:ext cx="145685" cy="145685"/>
            </a:xfrm>
            <a:prstGeom prst="diamond">
              <a:avLst/>
            </a:prstGeom>
            <a:solidFill>
              <a:srgbClr val="81C9BA"/>
            </a:solidFill>
            <a:ln w="10478">
              <a:solidFill>
                <a:srgbClr val="263238"/>
              </a:solidFill>
              <a:prstDash val="solid"/>
            </a:ln>
          </p:spPr>
        </p:sp>
        <p:sp>
          <p:nvSpPr>
            <p:cNvPr id="1548" name="four:layout-hierarchy:critical-node:1234"/>
            <p:cNvSpPr>
              <a:spLocks noGrp="1"/>
            </p:cNvSpPr>
            <p:nvPr/>
          </p:nvSpPr>
          <p:spPr>
            <a:xfrm>
              <a:off x="16195381" y="2660833"/>
              <a:ext cx="145685" cy="145685"/>
            </a:xfrm>
            <a:prstGeom prst="diamond">
              <a:avLst/>
            </a:prstGeom>
            <a:solidFill>
              <a:srgbClr val="0072B2"/>
            </a:solidFill>
            <a:ln w="10478">
              <a:solidFill>
                <a:srgbClr val="263238"/>
              </a:solidFill>
              <a:prstDash val="solid"/>
            </a:ln>
          </p:spPr>
        </p:sp>
        <p:sp>
          <p:nvSpPr>
            <p:cNvPr id="1549" name="four:layout-hierarchy:critical-node:1235"/>
            <p:cNvSpPr>
              <a:spLocks noGrp="1"/>
            </p:cNvSpPr>
            <p:nvPr/>
          </p:nvSpPr>
          <p:spPr>
            <a:xfrm>
              <a:off x="17211699" y="2660833"/>
              <a:ext cx="145685" cy="145685"/>
            </a:xfrm>
            <a:prstGeom prst="diamond">
              <a:avLst/>
            </a:prstGeom>
            <a:solidFill>
              <a:srgbClr val="D55E00"/>
            </a:solidFill>
            <a:ln w="10478">
              <a:solidFill>
                <a:srgbClr val="263238"/>
              </a:solidFill>
              <a:prstDash val="solid"/>
            </a:ln>
          </p:spPr>
        </p:sp>
        <p:sp>
          <p:nvSpPr>
            <p:cNvPr id="1550" name="four:layout-hierarchy:critical-node:1236"/>
            <p:cNvSpPr>
              <a:spLocks noGrp="1"/>
            </p:cNvSpPr>
            <p:nvPr/>
          </p:nvSpPr>
          <p:spPr>
            <a:xfrm>
              <a:off x="18228016" y="2660833"/>
              <a:ext cx="145685" cy="145685"/>
            </a:xfrm>
            <a:prstGeom prst="diamond">
              <a:avLst/>
            </a:prstGeom>
            <a:solidFill>
              <a:srgbClr val="009E73"/>
            </a:solidFill>
            <a:ln w="10478">
              <a:solidFill>
                <a:srgbClr val="263238"/>
              </a:solidFill>
              <a:prstDash val="solid"/>
            </a:ln>
          </p:spPr>
        </p:sp>
        <p:sp>
          <p:nvSpPr>
            <p:cNvPr id="1551" name="four:layout-hierarchy:critical-node:1237"/>
            <p:cNvSpPr>
              <a:spLocks noGrp="1"/>
            </p:cNvSpPr>
            <p:nvPr/>
          </p:nvSpPr>
          <p:spPr>
            <a:xfrm>
              <a:off x="19244334" y="2660833"/>
              <a:ext cx="145685" cy="145685"/>
            </a:xfrm>
            <a:prstGeom prst="diamond">
              <a:avLst/>
            </a:prstGeom>
            <a:solidFill>
              <a:srgbClr val="CC79A7"/>
            </a:solidFill>
            <a:ln w="10478">
              <a:solidFill>
                <a:srgbClr val="263238"/>
              </a:solidFill>
              <a:prstDash val="solid"/>
            </a:ln>
          </p:spPr>
        </p:sp>
      </p:grpSp>
      <p:grpSp>
        <p:nvGrpSpPr>
          <p:cNvPr id="1552" name="layout-to-filling"/>
          <p:cNvGrpSpPr/>
          <p:nvPr/>
        </p:nvGrpSpPr>
        <p:grpSpPr>
          <a:xfrm>
            <a:off x="0" y="0"/>
            <a:ext cx="24955500" cy="8572500"/>
            <a:chOff x="0" y="0"/>
            <a:chExt cx="24955500" cy="8572500"/>
          </a:xfrm>
        </p:grpSpPr>
        <p:sp>
          <p:nvSpPr>
            <p:cNvPr id="1553" name="four:layout-to-filling:line:1276"/>
            <p:cNvSpPr>
              <a:spLocks noGrp="1"/>
            </p:cNvSpPr>
            <p:nvPr/>
          </p:nvSpPr>
          <p:spPr>
            <a:xfrm>
              <a:off x="17811750" y="4057650"/>
              <a:ext cx="953" cy="114300"/>
            </a:xfrm>
            <a:custGeom>
              <a:avLst/>
              <a:gdLst/>
              <a:ahLst/>
              <a:cxnLst/>
              <a:pathLst>
                <a:path w="953" h="114300">
                  <a:moveTo>
                    <a:pt x="0" y="0"/>
                  </a:moveTo>
                  <a:lnTo>
                    <a:pt x="0" y="114300"/>
                  </a:lnTo>
                </a:path>
              </a:pathLst>
            </a:custGeom>
            <a:noFill/>
            <a:ln w="13335">
              <a:solidFill>
                <a:srgbClr val="91A5B4"/>
              </a:solidFill>
              <a:prstDash val="solid"/>
            </a:ln>
          </p:spPr>
        </p:sp>
        <p:sp>
          <p:nvSpPr>
            <p:cNvPr id="1554" name="four:layout-to-filling:polygon:1277"/>
            <p:cNvSpPr>
              <a:spLocks noGrp="1"/>
            </p:cNvSpPr>
            <p:nvPr/>
          </p:nvSpPr>
          <p:spPr>
            <a:xfrm>
              <a:off x="17791271" y="4124325"/>
              <a:ext cx="40958" cy="47625"/>
            </a:xfrm>
            <a:custGeom>
              <a:avLst/>
              <a:gdLst/>
              <a:ahLst/>
              <a:cxnLst/>
              <a:pathLst>
                <a:path w="40958" h="47625">
                  <a:moveTo>
                    <a:pt x="20479" y="47625"/>
                  </a:moveTo>
                  <a:lnTo>
                    <a:pt x="40958" y="0"/>
                  </a:lnTo>
                  <a:lnTo>
                    <a:pt x="0" y="0"/>
                  </a:lnTo>
                  <a:close/>
                </a:path>
              </a:pathLst>
            </a:custGeom>
            <a:solidFill>
              <a:srgbClr val="91A5B4"/>
            </a:solidFill>
            <a:ln w="0">
              <a:noFill/>
              <a:prstDash val="solid"/>
            </a:ln>
          </p:spPr>
        </p:sp>
      </p:grpSp>
      <p:grpSp>
        <p:nvGrpSpPr>
          <p:cNvPr id="1555" name="barrier-filling"/>
          <p:cNvGrpSpPr/>
          <p:nvPr/>
        </p:nvGrpSpPr>
        <p:grpSpPr>
          <a:xfrm>
            <a:off x="15592425" y="4267200"/>
            <a:ext cx="4305300" cy="3352800"/>
            <a:chOff x="15592425" y="4267200"/>
            <a:chExt cx="4305300" cy="3352800"/>
          </a:xfrm>
        </p:grpSpPr>
        <p:sp>
          <p:nvSpPr>
            <p:cNvPr id="1556" name="four:barrier-filling:textbox:1278"/>
            <p:cNvSpPr>
              <a:spLocks noGrp="1"/>
            </p:cNvSpPr>
            <p:nvPr/>
          </p:nvSpPr>
          <p:spPr>
            <a:xfrm>
              <a:off x="15754350" y="4267200"/>
              <a:ext cx="4114800"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Minimax barrier filling</a:t>
              </a:r>
              <a:endParaRPr sz="1800" b="1">
                <a:solidFill>
                  <a:srgbClr val="263238"/>
                </a:solidFill>
                <a:latin typeface="Arial" panose="020B0604020202090204"/>
                <a:ea typeface="Arial" panose="020B0604020202090204"/>
                <a:cs typeface="Arial" panose="020B0604020202090204"/>
              </a:endParaRPr>
            </a:p>
          </p:txBody>
        </p:sp>
        <p:sp>
          <p:nvSpPr>
            <p:cNvPr id="1557" name="four:barrier-filling:line:1279"/>
            <p:cNvSpPr>
              <a:spLocks noGrp="1"/>
            </p:cNvSpPr>
            <p:nvPr/>
          </p:nvSpPr>
          <p:spPr>
            <a:xfrm>
              <a:off x="15963900" y="4695825"/>
              <a:ext cx="266700" cy="953"/>
            </a:xfrm>
            <a:custGeom>
              <a:avLst/>
              <a:gdLst/>
              <a:ahLst/>
              <a:cxnLst/>
              <a:pathLst>
                <a:path w="266700" h="953">
                  <a:moveTo>
                    <a:pt x="0" y="0"/>
                  </a:moveTo>
                  <a:lnTo>
                    <a:pt x="266700" y="0"/>
                  </a:lnTo>
                </a:path>
              </a:pathLst>
            </a:custGeom>
            <a:noFill/>
            <a:ln w="33338">
              <a:solidFill>
                <a:srgbClr val="DDA5C4"/>
              </a:solidFill>
              <a:prstDash val="dash"/>
            </a:ln>
          </p:spPr>
        </p:sp>
        <p:sp>
          <p:nvSpPr>
            <p:cNvPr id="1558" name="four:barrier-filling:textbox:1280"/>
            <p:cNvSpPr>
              <a:spLocks noGrp="1"/>
            </p:cNvSpPr>
            <p:nvPr/>
          </p:nvSpPr>
          <p:spPr>
            <a:xfrm>
              <a:off x="16325850" y="4581525"/>
              <a:ext cx="1333500" cy="228600"/>
            </a:xfrm>
            <a:prstGeom prst="rect">
              <a:avLst/>
            </a:prstGeom>
            <a:noFill/>
            <a:ln w="0">
              <a:noFill/>
              <a:prstDash val="solid"/>
            </a:ln>
          </p:spPr>
          <p:txBody>
            <a:bodyPr wrap="none" lIns="0" tIns="0" rIns="0" bIns="0" anchor="ctr">
              <a:normAutofit/>
            </a:bodyPr>
            <a:lstStyle>
              <a:defPPr algn="l">
                <a:defRPr sz="1500" b="1">
                  <a:solidFill>
                    <a:srgbClr val="DDA5C4"/>
                  </a:solidFill>
                  <a:latin typeface="Arial" panose="020B0604020202090204"/>
                  <a:ea typeface="Arial" panose="020B0604020202090204"/>
                  <a:cs typeface="Arial" panose="020B0604020202090204"/>
                </a:defRPr>
              </a:defPPr>
            </a:lstStyle>
            <a:p>
              <a:pPr algn="l">
                <a:defRPr sz="1500" b="1">
                  <a:solidFill>
                    <a:srgbClr val="DDA5C4"/>
                  </a:solidFill>
                  <a:latin typeface="Arial" panose="020B0604020202090204"/>
                  <a:ea typeface="Arial" panose="020B0604020202090204"/>
                  <a:cs typeface="Arial" panose="020B0604020202090204"/>
                </a:defRPr>
              </a:pPr>
              <a:r>
                <a:rPr sz="1500" b="1">
                  <a:solidFill>
                    <a:srgbClr val="DDA5C4"/>
                  </a:solidFill>
                  <a:latin typeface="Arial" panose="020B0604020202090204"/>
                  <a:ea typeface="Arial" panose="020B0604020202090204"/>
                  <a:cs typeface="Arial" panose="020B0604020202090204"/>
                </a:rPr>
                <a:t>LCA path</a:t>
              </a:r>
              <a:endParaRPr sz="1500" b="1">
                <a:solidFill>
                  <a:srgbClr val="DDA5C4"/>
                </a:solidFill>
                <a:latin typeface="Arial" panose="020B0604020202090204"/>
                <a:ea typeface="Arial" panose="020B0604020202090204"/>
                <a:cs typeface="Arial" panose="020B0604020202090204"/>
              </a:endParaRPr>
            </a:p>
          </p:txBody>
        </p:sp>
        <p:sp>
          <p:nvSpPr>
            <p:cNvPr id="1559" name="four:barrier-filling:line:1281"/>
            <p:cNvSpPr>
              <a:spLocks noGrp="1"/>
            </p:cNvSpPr>
            <p:nvPr/>
          </p:nvSpPr>
          <p:spPr>
            <a:xfrm>
              <a:off x="18030825" y="4695825"/>
              <a:ext cx="247650" cy="953"/>
            </a:xfrm>
            <a:custGeom>
              <a:avLst/>
              <a:gdLst/>
              <a:ahLst/>
              <a:cxnLst/>
              <a:pathLst>
                <a:path w="247650" h="953">
                  <a:moveTo>
                    <a:pt x="0" y="0"/>
                  </a:moveTo>
                  <a:lnTo>
                    <a:pt x="247650" y="0"/>
                  </a:lnTo>
                </a:path>
              </a:pathLst>
            </a:custGeom>
            <a:noFill/>
            <a:ln w="27623">
              <a:solidFill>
                <a:srgbClr val="263238"/>
              </a:solidFill>
              <a:prstDash val="solid"/>
            </a:ln>
          </p:spPr>
        </p:sp>
        <p:sp>
          <p:nvSpPr>
            <p:cNvPr id="1560" name="four:barrier-filling:textbox:1282"/>
            <p:cNvSpPr>
              <a:spLocks noGrp="1"/>
            </p:cNvSpPr>
            <p:nvPr/>
          </p:nvSpPr>
          <p:spPr>
            <a:xfrm>
              <a:off x="18345150" y="4581525"/>
              <a:ext cx="1143000" cy="228600"/>
            </a:xfrm>
            <a:prstGeom prst="rect">
              <a:avLst/>
            </a:prstGeom>
            <a:noFill/>
            <a:ln w="0">
              <a:noFill/>
              <a:prstDash val="solid"/>
            </a:ln>
          </p:spPr>
          <p:txBody>
            <a:bodyPr wrap="none" lIns="0" tIns="0" rIns="0" bIns="0" anchor="ctr">
              <a:normAutofit/>
            </a:bodyPr>
            <a:lstStyle>
              <a:defPPr algn="l">
                <a:defRPr sz="1500" b="1">
                  <a:solidFill>
                    <a:srgbClr val="263238"/>
                  </a:solidFill>
                  <a:latin typeface="Arial" panose="020B0604020202090204"/>
                  <a:ea typeface="Arial" panose="020B0604020202090204"/>
                  <a:cs typeface="Arial" panose="020B0604020202090204"/>
                </a:defRPr>
              </a:defPPr>
            </a:lstStyle>
            <a:p>
              <a:pPr algn="l">
                <a:defRPr sz="1500"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Optimal</a:t>
              </a:r>
              <a:endParaRPr sz="1500" b="1">
                <a:solidFill>
                  <a:srgbClr val="263238"/>
                </a:solidFill>
                <a:latin typeface="Arial" panose="020B0604020202090204"/>
                <a:ea typeface="Arial" panose="020B0604020202090204"/>
                <a:cs typeface="Arial" panose="020B0604020202090204"/>
              </a:endParaRPr>
            </a:p>
          </p:txBody>
        </p:sp>
        <p:sp>
          <p:nvSpPr>
            <p:cNvPr id="1561" name="four:barrier-filling:line:1283"/>
            <p:cNvSpPr>
              <a:spLocks noGrp="1"/>
            </p:cNvSpPr>
            <p:nvPr/>
          </p:nvSpPr>
          <p:spPr>
            <a:xfrm>
              <a:off x="15944850" y="4867275"/>
              <a:ext cx="953" cy="1905000"/>
            </a:xfrm>
            <a:custGeom>
              <a:avLst/>
              <a:gdLst/>
              <a:ahLst/>
              <a:cxnLst/>
              <a:pathLst>
                <a:path w="953" h="1905000">
                  <a:moveTo>
                    <a:pt x="0" y="54293"/>
                  </a:moveTo>
                  <a:lnTo>
                    <a:pt x="0" y="1905000"/>
                  </a:lnTo>
                </a:path>
              </a:pathLst>
            </a:custGeom>
            <a:noFill/>
            <a:ln w="4763">
              <a:solidFill>
                <a:srgbClr val="D8E1E7"/>
              </a:solidFill>
              <a:prstDash val="solid"/>
            </a:ln>
          </p:spPr>
        </p:sp>
        <p:sp>
          <p:nvSpPr>
            <p:cNvPr id="1562" name="four:barrier-filling:line:1284"/>
            <p:cNvSpPr>
              <a:spLocks noGrp="1"/>
            </p:cNvSpPr>
            <p:nvPr/>
          </p:nvSpPr>
          <p:spPr>
            <a:xfrm>
              <a:off x="16868775" y="4867275"/>
              <a:ext cx="953" cy="1905000"/>
            </a:xfrm>
            <a:custGeom>
              <a:avLst/>
              <a:gdLst/>
              <a:ahLst/>
              <a:cxnLst/>
              <a:pathLst>
                <a:path w="953" h="1905000">
                  <a:moveTo>
                    <a:pt x="0" y="0"/>
                  </a:moveTo>
                  <a:lnTo>
                    <a:pt x="0" y="1905000"/>
                  </a:lnTo>
                </a:path>
              </a:pathLst>
            </a:custGeom>
            <a:noFill/>
            <a:ln w="4763">
              <a:solidFill>
                <a:srgbClr val="D8E1E7"/>
              </a:solidFill>
              <a:prstDash val="solid"/>
            </a:ln>
          </p:spPr>
        </p:sp>
        <p:sp>
          <p:nvSpPr>
            <p:cNvPr id="1563" name="four:barrier-filling:line:1285"/>
            <p:cNvSpPr>
              <a:spLocks noGrp="1"/>
            </p:cNvSpPr>
            <p:nvPr/>
          </p:nvSpPr>
          <p:spPr>
            <a:xfrm>
              <a:off x="17792700" y="4867275"/>
              <a:ext cx="953" cy="1905000"/>
            </a:xfrm>
            <a:custGeom>
              <a:avLst/>
              <a:gdLst/>
              <a:ahLst/>
              <a:cxnLst/>
              <a:pathLst>
                <a:path w="953" h="1905000">
                  <a:moveTo>
                    <a:pt x="0" y="0"/>
                  </a:moveTo>
                  <a:lnTo>
                    <a:pt x="0" y="1170350"/>
                  </a:lnTo>
                  <a:moveTo>
                    <a:pt x="0" y="1278935"/>
                  </a:moveTo>
                  <a:lnTo>
                    <a:pt x="0" y="1311184"/>
                  </a:lnTo>
                  <a:moveTo>
                    <a:pt x="0" y="1410244"/>
                  </a:moveTo>
                  <a:lnTo>
                    <a:pt x="0" y="1905000"/>
                  </a:lnTo>
                </a:path>
              </a:pathLst>
            </a:custGeom>
            <a:noFill/>
            <a:ln w="4763">
              <a:solidFill>
                <a:srgbClr val="D8E1E7"/>
              </a:solidFill>
              <a:prstDash val="solid"/>
            </a:ln>
          </p:spPr>
        </p:sp>
        <p:sp>
          <p:nvSpPr>
            <p:cNvPr id="1564" name="four:barrier-filling:line:1286"/>
            <p:cNvSpPr>
              <a:spLocks noGrp="1"/>
            </p:cNvSpPr>
            <p:nvPr/>
          </p:nvSpPr>
          <p:spPr>
            <a:xfrm>
              <a:off x="18716625" y="4867275"/>
              <a:ext cx="953" cy="1905000"/>
            </a:xfrm>
            <a:custGeom>
              <a:avLst/>
              <a:gdLst/>
              <a:ahLst/>
              <a:cxnLst/>
              <a:pathLst>
                <a:path w="953" h="1905000">
                  <a:moveTo>
                    <a:pt x="0" y="0"/>
                  </a:moveTo>
                  <a:lnTo>
                    <a:pt x="0" y="1905000"/>
                  </a:lnTo>
                </a:path>
              </a:pathLst>
            </a:custGeom>
            <a:noFill/>
            <a:ln w="4763">
              <a:solidFill>
                <a:srgbClr val="D8E1E7"/>
              </a:solidFill>
              <a:prstDash val="solid"/>
            </a:ln>
          </p:spPr>
        </p:sp>
        <p:sp>
          <p:nvSpPr>
            <p:cNvPr id="1565" name="four:barrier-filling:line:1287"/>
            <p:cNvSpPr>
              <a:spLocks noGrp="1"/>
            </p:cNvSpPr>
            <p:nvPr/>
          </p:nvSpPr>
          <p:spPr>
            <a:xfrm>
              <a:off x="19640550" y="4867275"/>
              <a:ext cx="953" cy="1905000"/>
            </a:xfrm>
            <a:custGeom>
              <a:avLst/>
              <a:gdLst/>
              <a:ahLst/>
              <a:cxnLst/>
              <a:pathLst>
                <a:path w="953" h="1905000">
                  <a:moveTo>
                    <a:pt x="0" y="54293"/>
                  </a:moveTo>
                  <a:lnTo>
                    <a:pt x="0" y="1905000"/>
                  </a:lnTo>
                </a:path>
              </a:pathLst>
            </a:custGeom>
            <a:noFill/>
            <a:ln w="4763">
              <a:solidFill>
                <a:srgbClr val="D8E1E7"/>
              </a:solidFill>
              <a:prstDash val="solid"/>
            </a:ln>
          </p:spPr>
        </p:sp>
        <p:sp>
          <p:nvSpPr>
            <p:cNvPr id="1566" name="four:barrier-filling:line:1288"/>
            <p:cNvSpPr>
              <a:spLocks noGrp="1"/>
            </p:cNvSpPr>
            <p:nvPr/>
          </p:nvSpPr>
          <p:spPr>
            <a:xfrm>
              <a:off x="15944850" y="4867275"/>
              <a:ext cx="3695700" cy="953"/>
            </a:xfrm>
            <a:custGeom>
              <a:avLst/>
              <a:gdLst/>
              <a:ahLst/>
              <a:cxnLst/>
              <a:pathLst>
                <a:path w="3695700" h="953">
                  <a:moveTo>
                    <a:pt x="54293" y="0"/>
                  </a:moveTo>
                  <a:lnTo>
                    <a:pt x="3641408" y="0"/>
                  </a:lnTo>
                </a:path>
              </a:pathLst>
            </a:custGeom>
            <a:noFill/>
            <a:ln w="4763">
              <a:solidFill>
                <a:srgbClr val="D8E1E7"/>
              </a:solidFill>
              <a:prstDash val="solid"/>
            </a:ln>
          </p:spPr>
        </p:sp>
        <p:sp>
          <p:nvSpPr>
            <p:cNvPr id="1567" name="four:barrier-filling:line:1289"/>
            <p:cNvSpPr>
              <a:spLocks noGrp="1"/>
            </p:cNvSpPr>
            <p:nvPr/>
          </p:nvSpPr>
          <p:spPr>
            <a:xfrm>
              <a:off x="15944850" y="5248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68" name="four:barrier-filling:line:1290"/>
            <p:cNvSpPr>
              <a:spLocks noGrp="1"/>
            </p:cNvSpPr>
            <p:nvPr/>
          </p:nvSpPr>
          <p:spPr>
            <a:xfrm>
              <a:off x="15944850" y="5629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69" name="four:barrier-filling:line:1291"/>
            <p:cNvSpPr>
              <a:spLocks noGrp="1"/>
            </p:cNvSpPr>
            <p:nvPr/>
          </p:nvSpPr>
          <p:spPr>
            <a:xfrm>
              <a:off x="15944850" y="6010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70" name="four:barrier-filling:line:1292"/>
            <p:cNvSpPr>
              <a:spLocks noGrp="1"/>
            </p:cNvSpPr>
            <p:nvPr/>
          </p:nvSpPr>
          <p:spPr>
            <a:xfrm>
              <a:off x="15944850" y="6391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71" name="four:barrier-filling:line:1293"/>
            <p:cNvSpPr>
              <a:spLocks noGrp="1"/>
            </p:cNvSpPr>
            <p:nvPr/>
          </p:nvSpPr>
          <p:spPr>
            <a:xfrm>
              <a:off x="15944850" y="6772275"/>
              <a:ext cx="3695700" cy="953"/>
            </a:xfrm>
            <a:custGeom>
              <a:avLst/>
              <a:gdLst/>
              <a:ahLst/>
              <a:cxnLst/>
              <a:pathLst>
                <a:path w="3695700" h="953">
                  <a:moveTo>
                    <a:pt x="0" y="0"/>
                  </a:moveTo>
                  <a:lnTo>
                    <a:pt x="1285399" y="0"/>
                  </a:lnTo>
                  <a:moveTo>
                    <a:pt x="1393984" y="0"/>
                  </a:moveTo>
                  <a:lnTo>
                    <a:pt x="3695700" y="0"/>
                  </a:lnTo>
                </a:path>
              </a:pathLst>
            </a:custGeom>
            <a:noFill/>
            <a:ln w="4763">
              <a:solidFill>
                <a:srgbClr val="D8E1E7"/>
              </a:solidFill>
              <a:prstDash val="solid"/>
            </a:ln>
          </p:spPr>
        </p:sp>
        <p:sp>
          <p:nvSpPr>
            <p:cNvPr id="1572" name="four:barrier-filling:rect:1294"/>
            <p:cNvSpPr>
              <a:spLocks noGrp="1"/>
            </p:cNvSpPr>
            <p:nvPr/>
          </p:nvSpPr>
          <p:spPr>
            <a:xfrm>
              <a:off x="15944850" y="4867275"/>
              <a:ext cx="3695700" cy="1905000"/>
            </a:xfrm>
            <a:prstGeom prst="rect">
              <a:avLst/>
            </a:prstGeom>
            <a:noFill/>
            <a:ln w="7620">
              <a:solidFill>
                <a:srgbClr val="A8B6C1"/>
              </a:solidFill>
              <a:prstDash val="solid"/>
            </a:ln>
          </p:spPr>
        </p:sp>
        <p:sp>
          <p:nvSpPr>
            <p:cNvPr id="1573" name="four:barrier-filling:line:1295"/>
            <p:cNvSpPr>
              <a:spLocks noGrp="1"/>
            </p:cNvSpPr>
            <p:nvPr/>
          </p:nvSpPr>
          <p:spPr>
            <a:xfrm>
              <a:off x="16268224" y="6267450"/>
              <a:ext cx="953" cy="762000"/>
            </a:xfrm>
            <a:custGeom>
              <a:avLst/>
              <a:gdLst/>
              <a:ahLst/>
              <a:cxnLst/>
              <a:pathLst>
                <a:path w="953" h="762000">
                  <a:moveTo>
                    <a:pt x="0" y="0"/>
                  </a:moveTo>
                  <a:lnTo>
                    <a:pt x="0" y="762000"/>
                  </a:lnTo>
                </a:path>
              </a:pathLst>
            </a:custGeom>
            <a:noFill/>
            <a:ln w="9525">
              <a:solidFill>
                <a:srgbClr val="0072B2">
                  <a:alpha val="70000"/>
                </a:srgbClr>
              </a:solidFill>
              <a:prstDash val="dash"/>
            </a:ln>
          </p:spPr>
        </p:sp>
        <p:sp>
          <p:nvSpPr>
            <p:cNvPr id="1574" name="four:barrier-filling:line:1296"/>
            <p:cNvSpPr>
              <a:spLocks noGrp="1"/>
            </p:cNvSpPr>
            <p:nvPr/>
          </p:nvSpPr>
          <p:spPr>
            <a:xfrm>
              <a:off x="17284541" y="6838950"/>
              <a:ext cx="953" cy="190500"/>
            </a:xfrm>
            <a:custGeom>
              <a:avLst/>
              <a:gdLst/>
              <a:ahLst/>
              <a:cxnLst/>
              <a:pathLst>
                <a:path w="953" h="190500">
                  <a:moveTo>
                    <a:pt x="0" y="0"/>
                  </a:moveTo>
                  <a:lnTo>
                    <a:pt x="0" y="190500"/>
                  </a:lnTo>
                </a:path>
              </a:pathLst>
            </a:custGeom>
            <a:noFill/>
            <a:ln w="9525">
              <a:solidFill>
                <a:srgbClr val="D55E00">
                  <a:alpha val="70000"/>
                </a:srgbClr>
              </a:solidFill>
              <a:prstDash val="dash"/>
            </a:ln>
          </p:spPr>
        </p:sp>
        <p:sp>
          <p:nvSpPr>
            <p:cNvPr id="1575" name="four:barrier-filling:line:1297"/>
            <p:cNvSpPr>
              <a:spLocks noGrp="1"/>
            </p:cNvSpPr>
            <p:nvPr/>
          </p:nvSpPr>
          <p:spPr>
            <a:xfrm>
              <a:off x="18300859" y="6539593"/>
              <a:ext cx="953" cy="489857"/>
            </a:xfrm>
            <a:custGeom>
              <a:avLst/>
              <a:gdLst/>
              <a:ahLst/>
              <a:cxnLst/>
              <a:pathLst>
                <a:path w="953" h="489857">
                  <a:moveTo>
                    <a:pt x="0" y="0"/>
                  </a:moveTo>
                  <a:lnTo>
                    <a:pt x="0" y="489857"/>
                  </a:lnTo>
                </a:path>
              </a:pathLst>
            </a:custGeom>
            <a:noFill/>
            <a:ln w="9525">
              <a:solidFill>
                <a:srgbClr val="009E73">
                  <a:alpha val="70000"/>
                </a:srgbClr>
              </a:solidFill>
              <a:prstDash val="dash"/>
            </a:ln>
          </p:spPr>
        </p:sp>
        <p:sp>
          <p:nvSpPr>
            <p:cNvPr id="1576" name="four:barrier-filling:line:1298"/>
            <p:cNvSpPr>
              <a:spLocks noGrp="1"/>
            </p:cNvSpPr>
            <p:nvPr/>
          </p:nvSpPr>
          <p:spPr>
            <a:xfrm>
              <a:off x="19317176" y="5913664"/>
              <a:ext cx="953" cy="1115786"/>
            </a:xfrm>
            <a:custGeom>
              <a:avLst/>
              <a:gdLst/>
              <a:ahLst/>
              <a:cxnLst/>
              <a:pathLst>
                <a:path w="953" h="1115786">
                  <a:moveTo>
                    <a:pt x="0" y="0"/>
                  </a:moveTo>
                  <a:lnTo>
                    <a:pt x="0" y="1115786"/>
                  </a:lnTo>
                </a:path>
              </a:pathLst>
            </a:custGeom>
            <a:noFill/>
            <a:ln w="9525">
              <a:solidFill>
                <a:srgbClr val="CC79A7">
                  <a:alpha val="70000"/>
                </a:srgbClr>
              </a:solidFill>
              <a:prstDash val="dash"/>
            </a:ln>
          </p:spPr>
        </p:sp>
        <p:sp>
          <p:nvSpPr>
            <p:cNvPr id="1577" name="four:barrier-filling:smooth-change-band:1299"/>
            <p:cNvSpPr>
              <a:spLocks noGrp="1"/>
            </p:cNvSpPr>
            <p:nvPr/>
          </p:nvSpPr>
          <p:spPr>
            <a:xfrm>
              <a:off x="16268224" y="5003346"/>
              <a:ext cx="508159" cy="1197429"/>
            </a:xfrm>
            <a:custGeom>
              <a:avLst/>
              <a:gdLst/>
              <a:ahLst/>
              <a:cxnLst/>
              <a:pathLst>
                <a:path w="508159" h="1197429">
                  <a:moveTo>
                    <a:pt x="0" y="1197429"/>
                  </a:moveTo>
                  <a:cubicBezTo>
                    <a:pt x="169386" y="1197429"/>
                    <a:pt x="338772" y="136071"/>
                    <a:pt x="508159" y="136071"/>
                  </a:cubicBezTo>
                  <a:lnTo>
                    <a:pt x="508159" y="0"/>
                  </a:lnTo>
                  <a:cubicBezTo>
                    <a:pt x="338772" y="0"/>
                    <a:pt x="169386" y="1197429"/>
                    <a:pt x="0" y="1197429"/>
                  </a:cubicBezTo>
                  <a:close/>
                </a:path>
              </a:pathLst>
            </a:custGeom>
            <a:solidFill>
              <a:srgbClr val="D3DCE4">
                <a:alpha val="32000"/>
              </a:srgbClr>
            </a:solidFill>
            <a:ln w="0">
              <a:noFill/>
            </a:ln>
          </p:spPr>
        </p:sp>
        <p:sp>
          <p:nvSpPr>
            <p:cNvPr id="1578" name="four:barrier-filling:smooth-change-band:1300"/>
            <p:cNvSpPr>
              <a:spLocks noGrp="1"/>
            </p:cNvSpPr>
            <p:nvPr/>
          </p:nvSpPr>
          <p:spPr>
            <a:xfrm>
              <a:off x="16776383" y="5003346"/>
              <a:ext cx="508159" cy="1768929"/>
            </a:xfrm>
            <a:custGeom>
              <a:avLst/>
              <a:gdLst/>
              <a:ahLst/>
              <a:cxnLst/>
              <a:pathLst>
                <a:path w="508159" h="1768929">
                  <a:moveTo>
                    <a:pt x="0" y="136071"/>
                  </a:moveTo>
                  <a:cubicBezTo>
                    <a:pt x="169386" y="136071"/>
                    <a:pt x="338773" y="1768929"/>
                    <a:pt x="508159" y="1768929"/>
                  </a:cubicBezTo>
                  <a:lnTo>
                    <a:pt x="508159" y="1768929"/>
                  </a:lnTo>
                  <a:cubicBezTo>
                    <a:pt x="338773" y="1768929"/>
                    <a:pt x="169386" y="0"/>
                    <a:pt x="0" y="0"/>
                  </a:cubicBezTo>
                  <a:close/>
                </a:path>
              </a:pathLst>
            </a:custGeom>
            <a:solidFill>
              <a:srgbClr val="D3DCE4">
                <a:alpha val="32000"/>
              </a:srgbClr>
            </a:solidFill>
            <a:ln w="0">
              <a:noFill/>
            </a:ln>
          </p:spPr>
        </p:sp>
        <p:sp>
          <p:nvSpPr>
            <p:cNvPr id="1579" name="four:barrier-filling:smooth-change-band:1301"/>
            <p:cNvSpPr>
              <a:spLocks noGrp="1"/>
            </p:cNvSpPr>
            <p:nvPr/>
          </p:nvSpPr>
          <p:spPr>
            <a:xfrm>
              <a:off x="17284541" y="6091918"/>
              <a:ext cx="508159" cy="680357"/>
            </a:xfrm>
            <a:custGeom>
              <a:avLst/>
              <a:gdLst/>
              <a:ahLst/>
              <a:cxnLst/>
              <a:pathLst>
                <a:path w="508159" h="680357">
                  <a:moveTo>
                    <a:pt x="0" y="680357"/>
                  </a:moveTo>
                  <a:cubicBezTo>
                    <a:pt x="169386" y="680357"/>
                    <a:pt x="338772" y="0"/>
                    <a:pt x="508159" y="0"/>
                  </a:cubicBezTo>
                  <a:lnTo>
                    <a:pt x="508159" y="136071"/>
                  </a:lnTo>
                  <a:cubicBezTo>
                    <a:pt x="338772" y="136071"/>
                    <a:pt x="169386" y="680357"/>
                    <a:pt x="0" y="680357"/>
                  </a:cubicBezTo>
                  <a:close/>
                </a:path>
              </a:pathLst>
            </a:custGeom>
            <a:solidFill>
              <a:srgbClr val="D3DCE4">
                <a:alpha val="32000"/>
              </a:srgbClr>
            </a:solidFill>
            <a:ln w="0">
              <a:noFill/>
            </a:ln>
          </p:spPr>
        </p:sp>
        <p:sp>
          <p:nvSpPr>
            <p:cNvPr id="1580" name="four:barrier-filling:smooth-change-band:1302"/>
            <p:cNvSpPr>
              <a:spLocks noGrp="1"/>
            </p:cNvSpPr>
            <p:nvPr/>
          </p:nvSpPr>
          <p:spPr>
            <a:xfrm>
              <a:off x="17792700" y="6091918"/>
              <a:ext cx="508159" cy="381000"/>
            </a:xfrm>
            <a:custGeom>
              <a:avLst/>
              <a:gdLst/>
              <a:ahLst/>
              <a:cxnLst/>
              <a:pathLst>
                <a:path w="508159" h="381000">
                  <a:moveTo>
                    <a:pt x="0" y="0"/>
                  </a:moveTo>
                  <a:cubicBezTo>
                    <a:pt x="169386" y="0"/>
                    <a:pt x="338772" y="381000"/>
                    <a:pt x="508159" y="381000"/>
                  </a:cubicBezTo>
                  <a:lnTo>
                    <a:pt x="508159" y="381000"/>
                  </a:lnTo>
                  <a:cubicBezTo>
                    <a:pt x="338772" y="381000"/>
                    <a:pt x="169386" y="136071"/>
                    <a:pt x="0" y="136071"/>
                  </a:cubicBezTo>
                  <a:close/>
                </a:path>
              </a:pathLst>
            </a:custGeom>
            <a:solidFill>
              <a:srgbClr val="D3DCE4">
                <a:alpha val="32000"/>
              </a:srgbClr>
            </a:solidFill>
            <a:ln w="0">
              <a:noFill/>
            </a:ln>
          </p:spPr>
        </p:sp>
        <p:sp>
          <p:nvSpPr>
            <p:cNvPr id="1581" name="four:barrier-filling:smooth-change-band:1303"/>
            <p:cNvSpPr>
              <a:spLocks noGrp="1"/>
            </p:cNvSpPr>
            <p:nvPr/>
          </p:nvSpPr>
          <p:spPr>
            <a:xfrm>
              <a:off x="18300859" y="5003346"/>
              <a:ext cx="508159" cy="1469571"/>
            </a:xfrm>
            <a:custGeom>
              <a:avLst/>
              <a:gdLst/>
              <a:ahLst/>
              <a:cxnLst/>
              <a:pathLst>
                <a:path w="508159" h="1469571">
                  <a:moveTo>
                    <a:pt x="0" y="1469571"/>
                  </a:moveTo>
                  <a:cubicBezTo>
                    <a:pt x="169386" y="1469571"/>
                    <a:pt x="338773" y="136071"/>
                    <a:pt x="508159" y="136071"/>
                  </a:cubicBezTo>
                  <a:lnTo>
                    <a:pt x="508159" y="0"/>
                  </a:lnTo>
                  <a:cubicBezTo>
                    <a:pt x="338773" y="0"/>
                    <a:pt x="169386" y="1469571"/>
                    <a:pt x="0" y="1469571"/>
                  </a:cubicBezTo>
                  <a:close/>
                </a:path>
              </a:pathLst>
            </a:custGeom>
            <a:solidFill>
              <a:srgbClr val="D3DCE4">
                <a:alpha val="32000"/>
              </a:srgbClr>
            </a:solidFill>
            <a:ln w="0">
              <a:noFill/>
            </a:ln>
          </p:spPr>
        </p:sp>
        <p:sp>
          <p:nvSpPr>
            <p:cNvPr id="1582" name="four:barrier-filling:smooth-change-band:1304"/>
            <p:cNvSpPr>
              <a:spLocks noGrp="1"/>
            </p:cNvSpPr>
            <p:nvPr/>
          </p:nvSpPr>
          <p:spPr>
            <a:xfrm>
              <a:off x="18809018" y="5003346"/>
              <a:ext cx="508159" cy="843643"/>
            </a:xfrm>
            <a:custGeom>
              <a:avLst/>
              <a:gdLst/>
              <a:ahLst/>
              <a:cxnLst/>
              <a:pathLst>
                <a:path w="508159" h="843643">
                  <a:moveTo>
                    <a:pt x="0" y="136071"/>
                  </a:moveTo>
                  <a:cubicBezTo>
                    <a:pt x="169386" y="136071"/>
                    <a:pt x="338772" y="843643"/>
                    <a:pt x="508159" y="843643"/>
                  </a:cubicBezTo>
                  <a:lnTo>
                    <a:pt x="508159" y="843643"/>
                  </a:lnTo>
                  <a:cubicBezTo>
                    <a:pt x="338772" y="843643"/>
                    <a:pt x="169386" y="0"/>
                    <a:pt x="0" y="0"/>
                  </a:cubicBezTo>
                  <a:close/>
                </a:path>
              </a:pathLst>
            </a:custGeom>
            <a:solidFill>
              <a:srgbClr val="D3DCE4">
                <a:alpha val="32000"/>
              </a:srgbClr>
            </a:solidFill>
            <a:ln w="0">
              <a:noFill/>
            </a:ln>
          </p:spPr>
        </p:sp>
        <p:sp>
          <p:nvSpPr>
            <p:cNvPr id="1583" name="four:barrier-filling:initial-filling-curve:1305"/>
            <p:cNvSpPr>
              <a:spLocks noGrp="1"/>
            </p:cNvSpPr>
            <p:nvPr/>
          </p:nvSpPr>
          <p:spPr>
            <a:xfrm>
              <a:off x="15944850" y="4867275"/>
              <a:ext cx="323374" cy="1333500"/>
            </a:xfrm>
            <a:custGeom>
              <a:avLst/>
              <a:gdLst/>
              <a:ahLst/>
              <a:cxnLst/>
              <a:pathLst>
                <a:path w="323374" h="1333500">
                  <a:moveTo>
                    <a:pt x="27329" y="26963"/>
                  </a:moveTo>
                  <a:cubicBezTo>
                    <a:pt x="116901" y="198432"/>
                    <a:pt x="206473" y="1135068"/>
                    <a:pt x="296045" y="1306537"/>
                  </a:cubicBezTo>
                </a:path>
              </a:pathLst>
            </a:custGeom>
            <a:noFill/>
            <a:ln w="33338">
              <a:solidFill>
                <a:srgbClr val="DDA5C4"/>
              </a:solidFill>
              <a:prstDash val="dash"/>
            </a:ln>
          </p:spPr>
        </p:sp>
        <p:sp>
          <p:nvSpPr>
            <p:cNvPr id="1584" name="four:barrier-filling:initial-filling-curve:1306"/>
            <p:cNvSpPr>
              <a:spLocks noGrp="1"/>
            </p:cNvSpPr>
            <p:nvPr/>
          </p:nvSpPr>
          <p:spPr>
            <a:xfrm>
              <a:off x="16268224" y="5003346"/>
              <a:ext cx="508159" cy="1197429"/>
            </a:xfrm>
            <a:custGeom>
              <a:avLst/>
              <a:gdLst/>
              <a:ahLst/>
              <a:cxnLst/>
              <a:pathLst>
                <a:path w="508159" h="1197429">
                  <a:moveTo>
                    <a:pt x="36575" y="1179711"/>
                  </a:moveTo>
                  <a:cubicBezTo>
                    <a:pt x="182407" y="1041990"/>
                    <a:pt x="328239" y="144475"/>
                    <a:pt x="474071" y="15442"/>
                  </a:cubicBezTo>
                </a:path>
              </a:pathLst>
            </a:custGeom>
            <a:noFill/>
            <a:ln w="33338">
              <a:solidFill>
                <a:srgbClr val="DDA5C4"/>
              </a:solidFill>
              <a:prstDash val="dash"/>
            </a:ln>
          </p:spPr>
        </p:sp>
        <p:sp>
          <p:nvSpPr>
            <p:cNvPr id="1585" name="four:barrier-filling:initial-filling-curve:1307"/>
            <p:cNvSpPr>
              <a:spLocks noGrp="1"/>
            </p:cNvSpPr>
            <p:nvPr/>
          </p:nvSpPr>
          <p:spPr>
            <a:xfrm>
              <a:off x="16776383" y="5003346"/>
              <a:ext cx="508159" cy="1768929"/>
            </a:xfrm>
            <a:custGeom>
              <a:avLst/>
              <a:gdLst/>
              <a:ahLst/>
              <a:cxnLst/>
              <a:pathLst>
                <a:path w="508159" h="1768929">
                  <a:moveTo>
                    <a:pt x="30810" y="18720"/>
                  </a:moveTo>
                  <a:cubicBezTo>
                    <a:pt x="178944" y="194936"/>
                    <a:pt x="327077" y="1559986"/>
                    <a:pt x="475211" y="1747584"/>
                  </a:cubicBezTo>
                </a:path>
              </a:pathLst>
            </a:custGeom>
            <a:noFill/>
            <a:ln w="33338">
              <a:solidFill>
                <a:srgbClr val="DDA5C4"/>
              </a:solidFill>
              <a:prstDash val="dash"/>
            </a:ln>
          </p:spPr>
        </p:sp>
        <p:sp>
          <p:nvSpPr>
            <p:cNvPr id="1586" name="four:barrier-filling:initial-filling-curve:1308"/>
            <p:cNvSpPr>
              <a:spLocks noGrp="1"/>
            </p:cNvSpPr>
            <p:nvPr/>
          </p:nvSpPr>
          <p:spPr>
            <a:xfrm>
              <a:off x="17284541" y="6227989"/>
              <a:ext cx="508159" cy="544286"/>
            </a:xfrm>
            <a:custGeom>
              <a:avLst/>
              <a:gdLst/>
              <a:ahLst/>
              <a:cxnLst/>
              <a:pathLst>
                <a:path w="508159" h="544286">
                  <a:moveTo>
                    <a:pt x="43174" y="533167"/>
                  </a:moveTo>
                  <a:cubicBezTo>
                    <a:pt x="184848" y="462384"/>
                    <a:pt x="326523" y="75538"/>
                    <a:pt x="468197" y="9569"/>
                  </a:cubicBezTo>
                </a:path>
              </a:pathLst>
            </a:custGeom>
            <a:noFill/>
            <a:ln w="33338">
              <a:solidFill>
                <a:srgbClr val="DDA5C4"/>
              </a:solidFill>
              <a:prstDash val="dash"/>
            </a:ln>
          </p:spPr>
        </p:sp>
        <p:sp>
          <p:nvSpPr>
            <p:cNvPr id="1587" name="four:barrier-filling:initial-filling-curve:1309"/>
            <p:cNvSpPr>
              <a:spLocks noGrp="1"/>
            </p:cNvSpPr>
            <p:nvPr/>
          </p:nvSpPr>
          <p:spPr>
            <a:xfrm>
              <a:off x="17792700" y="6227989"/>
              <a:ext cx="508159" cy="244929"/>
            </a:xfrm>
            <a:custGeom>
              <a:avLst/>
              <a:gdLst/>
              <a:ahLst/>
              <a:cxnLst/>
              <a:pathLst>
                <a:path w="508159" h="244929">
                  <a:moveTo>
                    <a:pt x="44276" y="5254"/>
                  </a:moveTo>
                  <a:cubicBezTo>
                    <a:pt x="182864" y="37132"/>
                    <a:pt x="321451" y="204397"/>
                    <a:pt x="460039" y="238756"/>
                  </a:cubicBezTo>
                </a:path>
              </a:pathLst>
            </a:custGeom>
            <a:noFill/>
            <a:ln w="33338">
              <a:solidFill>
                <a:srgbClr val="DDA5C4"/>
              </a:solidFill>
              <a:prstDash val="dash"/>
            </a:ln>
          </p:spPr>
        </p:sp>
        <p:sp>
          <p:nvSpPr>
            <p:cNvPr id="1588" name="four:barrier-filling:initial-filling-curve:1310"/>
            <p:cNvSpPr>
              <a:spLocks noGrp="1"/>
            </p:cNvSpPr>
            <p:nvPr/>
          </p:nvSpPr>
          <p:spPr>
            <a:xfrm>
              <a:off x="18300859" y="5003346"/>
              <a:ext cx="508159" cy="1469571"/>
            </a:xfrm>
            <a:custGeom>
              <a:avLst/>
              <a:gdLst/>
              <a:ahLst/>
              <a:cxnLst/>
              <a:pathLst>
                <a:path w="508159" h="1469571">
                  <a:moveTo>
                    <a:pt x="34686" y="1449965"/>
                  </a:moveTo>
                  <a:cubicBezTo>
                    <a:pt x="181715" y="1287710"/>
                    <a:pt x="328745" y="169372"/>
                    <a:pt x="475774" y="17145"/>
                  </a:cubicBezTo>
                </a:path>
              </a:pathLst>
            </a:custGeom>
            <a:noFill/>
            <a:ln w="33338">
              <a:solidFill>
                <a:srgbClr val="DDA5C4"/>
              </a:solidFill>
              <a:prstDash val="dash"/>
            </a:ln>
          </p:spPr>
        </p:sp>
        <p:sp>
          <p:nvSpPr>
            <p:cNvPr id="1589" name="four:barrier-filling:initial-filling-curve:1311"/>
            <p:cNvSpPr>
              <a:spLocks noGrp="1"/>
            </p:cNvSpPr>
            <p:nvPr/>
          </p:nvSpPr>
          <p:spPr>
            <a:xfrm>
              <a:off x="18809018" y="5003346"/>
              <a:ext cx="508159" cy="843643"/>
            </a:xfrm>
            <a:custGeom>
              <a:avLst/>
              <a:gdLst/>
              <a:ahLst/>
              <a:cxnLst/>
              <a:pathLst>
                <a:path w="508159" h="843643">
                  <a:moveTo>
                    <a:pt x="36858" y="12672"/>
                  </a:moveTo>
                  <a:cubicBezTo>
                    <a:pt x="180735" y="109085"/>
                    <a:pt x="324612" y="725871"/>
                    <a:pt x="468488" y="829021"/>
                  </a:cubicBezTo>
                </a:path>
              </a:pathLst>
            </a:custGeom>
            <a:noFill/>
            <a:ln w="33338">
              <a:solidFill>
                <a:srgbClr val="DDA5C4"/>
              </a:solidFill>
              <a:prstDash val="dash"/>
            </a:ln>
          </p:spPr>
        </p:sp>
        <p:sp>
          <p:nvSpPr>
            <p:cNvPr id="1590" name="four:barrier-filling:initial-filling-curve:1312"/>
            <p:cNvSpPr>
              <a:spLocks noGrp="1"/>
            </p:cNvSpPr>
            <p:nvPr/>
          </p:nvSpPr>
          <p:spPr>
            <a:xfrm>
              <a:off x="19317176" y="4867275"/>
              <a:ext cx="323374" cy="979714"/>
            </a:xfrm>
            <a:custGeom>
              <a:avLst/>
              <a:gdLst/>
              <a:ahLst/>
              <a:cxnLst/>
              <a:pathLst>
                <a:path w="323374" h="979714">
                  <a:moveTo>
                    <a:pt x="30221" y="955643"/>
                  </a:moveTo>
                  <a:cubicBezTo>
                    <a:pt x="117865" y="820665"/>
                    <a:pt x="205509" y="159049"/>
                    <a:pt x="293152" y="24071"/>
                  </a:cubicBezTo>
                </a:path>
              </a:pathLst>
            </a:custGeom>
            <a:noFill/>
            <a:ln w="33338">
              <a:solidFill>
                <a:srgbClr val="DDA5C4"/>
              </a:solidFill>
              <a:prstDash val="dash"/>
            </a:ln>
          </p:spPr>
        </p:sp>
        <p:sp>
          <p:nvSpPr>
            <p:cNvPr id="1591" name="four:barrier-filling:profile-halo:1313"/>
            <p:cNvSpPr>
              <a:spLocks noGrp="1"/>
            </p:cNvSpPr>
            <p:nvPr/>
          </p:nvSpPr>
          <p:spPr>
            <a:xfrm>
              <a:off x="15944850" y="4867275"/>
              <a:ext cx="323374" cy="1333500"/>
            </a:xfrm>
            <a:custGeom>
              <a:avLst/>
              <a:gdLst/>
              <a:ahLst/>
              <a:cxnLst/>
              <a:pathLst>
                <a:path w="323374" h="1333500">
                  <a:moveTo>
                    <a:pt x="27329" y="26963"/>
                  </a:moveTo>
                  <a:cubicBezTo>
                    <a:pt x="116901" y="198432"/>
                    <a:pt x="206473" y="1135068"/>
                    <a:pt x="296045" y="1306537"/>
                  </a:cubicBezTo>
                </a:path>
              </a:pathLst>
            </a:custGeom>
            <a:noFill/>
            <a:ln w="42863">
              <a:solidFill>
                <a:srgbClr val="FFFFFF"/>
              </a:solidFill>
              <a:prstDash val="solid"/>
            </a:ln>
          </p:spPr>
        </p:sp>
        <p:sp>
          <p:nvSpPr>
            <p:cNvPr id="1592" name="four:barrier-filling:optimized-filling-curve:1314"/>
            <p:cNvSpPr>
              <a:spLocks noGrp="1"/>
            </p:cNvSpPr>
            <p:nvPr/>
          </p:nvSpPr>
          <p:spPr>
            <a:xfrm>
              <a:off x="15944850" y="4867275"/>
              <a:ext cx="323374" cy="1333500"/>
            </a:xfrm>
            <a:custGeom>
              <a:avLst/>
              <a:gdLst/>
              <a:ahLst/>
              <a:cxnLst/>
              <a:pathLst>
                <a:path w="323374" h="1333500">
                  <a:moveTo>
                    <a:pt x="27329" y="26963"/>
                  </a:moveTo>
                  <a:cubicBezTo>
                    <a:pt x="116901" y="198432"/>
                    <a:pt x="206473" y="1135068"/>
                    <a:pt x="296045" y="1306537"/>
                  </a:cubicBezTo>
                </a:path>
              </a:pathLst>
            </a:custGeom>
            <a:noFill/>
            <a:ln w="26670">
              <a:solidFill>
                <a:srgbClr val="263238"/>
              </a:solidFill>
              <a:prstDash val="solid"/>
            </a:ln>
          </p:spPr>
        </p:sp>
        <p:sp>
          <p:nvSpPr>
            <p:cNvPr id="1593" name="four:barrier-filling:profile-halo:1315"/>
            <p:cNvSpPr>
              <a:spLocks noGrp="1"/>
            </p:cNvSpPr>
            <p:nvPr/>
          </p:nvSpPr>
          <p:spPr>
            <a:xfrm>
              <a:off x="16268224" y="5139418"/>
              <a:ext cx="508159" cy="1061357"/>
            </a:xfrm>
            <a:custGeom>
              <a:avLst/>
              <a:gdLst/>
              <a:ahLst/>
              <a:cxnLst/>
              <a:pathLst>
                <a:path w="508159" h="1061357">
                  <a:moveTo>
                    <a:pt x="37664" y="1044729"/>
                  </a:moveTo>
                  <a:cubicBezTo>
                    <a:pt x="181941" y="920651"/>
                    <a:pt x="326218" y="140707"/>
                    <a:pt x="470494" y="16628"/>
                  </a:cubicBezTo>
                </a:path>
              </a:pathLst>
            </a:custGeom>
            <a:noFill/>
            <a:ln w="42863">
              <a:solidFill>
                <a:srgbClr val="FFFFFF"/>
              </a:solidFill>
              <a:prstDash val="solid"/>
            </a:ln>
          </p:spPr>
        </p:sp>
        <p:sp>
          <p:nvSpPr>
            <p:cNvPr id="1594" name="four:barrier-filling:optimized-filling-curve:1316"/>
            <p:cNvSpPr>
              <a:spLocks noGrp="1"/>
            </p:cNvSpPr>
            <p:nvPr/>
          </p:nvSpPr>
          <p:spPr>
            <a:xfrm>
              <a:off x="16268224" y="5139418"/>
              <a:ext cx="508159" cy="1061357"/>
            </a:xfrm>
            <a:custGeom>
              <a:avLst/>
              <a:gdLst/>
              <a:ahLst/>
              <a:cxnLst/>
              <a:pathLst>
                <a:path w="508159" h="1061357">
                  <a:moveTo>
                    <a:pt x="37664" y="1044729"/>
                  </a:moveTo>
                  <a:cubicBezTo>
                    <a:pt x="181941" y="920651"/>
                    <a:pt x="326218" y="140707"/>
                    <a:pt x="470494" y="16628"/>
                  </a:cubicBezTo>
                </a:path>
              </a:pathLst>
            </a:custGeom>
            <a:noFill/>
            <a:ln w="26670">
              <a:solidFill>
                <a:srgbClr val="263238"/>
              </a:solidFill>
              <a:prstDash val="solid"/>
            </a:ln>
          </p:spPr>
        </p:sp>
        <p:sp>
          <p:nvSpPr>
            <p:cNvPr id="1595" name="four:barrier-filling:profile-halo:1317"/>
            <p:cNvSpPr>
              <a:spLocks noGrp="1"/>
            </p:cNvSpPr>
            <p:nvPr/>
          </p:nvSpPr>
          <p:spPr>
            <a:xfrm>
              <a:off x="16776383" y="5139418"/>
              <a:ext cx="508159" cy="1632857"/>
            </a:xfrm>
            <a:custGeom>
              <a:avLst/>
              <a:gdLst/>
              <a:ahLst/>
              <a:cxnLst/>
              <a:pathLst>
                <a:path w="508159" h="1632857">
                  <a:moveTo>
                    <a:pt x="33700" y="20592"/>
                  </a:moveTo>
                  <a:cubicBezTo>
                    <a:pt x="180620" y="195985"/>
                    <a:pt x="327539" y="1436872"/>
                    <a:pt x="474458" y="1612265"/>
                  </a:cubicBezTo>
                </a:path>
              </a:pathLst>
            </a:custGeom>
            <a:noFill/>
            <a:ln w="42863">
              <a:solidFill>
                <a:srgbClr val="FFFFFF"/>
              </a:solidFill>
              <a:prstDash val="solid"/>
            </a:ln>
          </p:spPr>
        </p:sp>
        <p:sp>
          <p:nvSpPr>
            <p:cNvPr id="1596" name="four:barrier-filling:optimized-filling-curve:1318"/>
            <p:cNvSpPr>
              <a:spLocks noGrp="1"/>
            </p:cNvSpPr>
            <p:nvPr/>
          </p:nvSpPr>
          <p:spPr>
            <a:xfrm>
              <a:off x="16776383" y="5139418"/>
              <a:ext cx="508159" cy="1632857"/>
            </a:xfrm>
            <a:custGeom>
              <a:avLst/>
              <a:gdLst/>
              <a:ahLst/>
              <a:cxnLst/>
              <a:pathLst>
                <a:path w="508159" h="1632857">
                  <a:moveTo>
                    <a:pt x="33700" y="20592"/>
                  </a:moveTo>
                  <a:cubicBezTo>
                    <a:pt x="180620" y="195985"/>
                    <a:pt x="327539" y="1436872"/>
                    <a:pt x="474458" y="1612265"/>
                  </a:cubicBezTo>
                </a:path>
              </a:pathLst>
            </a:custGeom>
            <a:noFill/>
            <a:ln w="26670">
              <a:solidFill>
                <a:srgbClr val="263238"/>
              </a:solidFill>
              <a:prstDash val="solid"/>
            </a:ln>
          </p:spPr>
        </p:sp>
        <p:sp>
          <p:nvSpPr>
            <p:cNvPr id="1597" name="four:barrier-filling:profile-halo:1319"/>
            <p:cNvSpPr>
              <a:spLocks noGrp="1"/>
            </p:cNvSpPr>
            <p:nvPr/>
          </p:nvSpPr>
          <p:spPr>
            <a:xfrm>
              <a:off x="17284541" y="6091918"/>
              <a:ext cx="508159" cy="680357"/>
            </a:xfrm>
            <a:custGeom>
              <a:avLst/>
              <a:gdLst/>
              <a:ahLst/>
              <a:cxnLst/>
              <a:pathLst>
                <a:path w="508159" h="680357">
                  <a:moveTo>
                    <a:pt x="41450" y="667515"/>
                  </a:moveTo>
                  <a:cubicBezTo>
                    <a:pt x="183203" y="582206"/>
                    <a:pt x="324956" y="98151"/>
                    <a:pt x="466708" y="12842"/>
                  </a:cubicBezTo>
                </a:path>
              </a:pathLst>
            </a:custGeom>
            <a:noFill/>
            <a:ln w="42863">
              <a:solidFill>
                <a:srgbClr val="FFFFFF"/>
              </a:solidFill>
              <a:prstDash val="solid"/>
            </a:ln>
          </p:spPr>
        </p:sp>
        <p:sp>
          <p:nvSpPr>
            <p:cNvPr id="1598" name="four:barrier-filling:optimized-filling-curve:1320"/>
            <p:cNvSpPr>
              <a:spLocks noGrp="1"/>
            </p:cNvSpPr>
            <p:nvPr/>
          </p:nvSpPr>
          <p:spPr>
            <a:xfrm>
              <a:off x="17284541" y="6091918"/>
              <a:ext cx="508159" cy="680357"/>
            </a:xfrm>
            <a:custGeom>
              <a:avLst/>
              <a:gdLst/>
              <a:ahLst/>
              <a:cxnLst/>
              <a:pathLst>
                <a:path w="508159" h="680357">
                  <a:moveTo>
                    <a:pt x="41450" y="667515"/>
                  </a:moveTo>
                  <a:cubicBezTo>
                    <a:pt x="183203" y="582206"/>
                    <a:pt x="324956" y="98151"/>
                    <a:pt x="466708" y="12842"/>
                  </a:cubicBezTo>
                </a:path>
              </a:pathLst>
            </a:custGeom>
            <a:noFill/>
            <a:ln w="26670">
              <a:solidFill>
                <a:srgbClr val="263238"/>
              </a:solidFill>
              <a:prstDash val="solid"/>
            </a:ln>
          </p:spPr>
        </p:sp>
        <p:sp>
          <p:nvSpPr>
            <p:cNvPr id="1599" name="four:barrier-filling:profile-halo:1321"/>
            <p:cNvSpPr>
              <a:spLocks noGrp="1"/>
            </p:cNvSpPr>
            <p:nvPr/>
          </p:nvSpPr>
          <p:spPr>
            <a:xfrm>
              <a:off x="17792700" y="6091918"/>
              <a:ext cx="508159" cy="381000"/>
            </a:xfrm>
            <a:custGeom>
              <a:avLst/>
              <a:gdLst/>
              <a:ahLst/>
              <a:cxnLst/>
              <a:pathLst>
                <a:path w="508159" h="381000">
                  <a:moveTo>
                    <a:pt x="45629" y="8664"/>
                  </a:moveTo>
                  <a:cubicBezTo>
                    <a:pt x="184596" y="59758"/>
                    <a:pt x="323563" y="321242"/>
                    <a:pt x="462530" y="372336"/>
                  </a:cubicBezTo>
                </a:path>
              </a:pathLst>
            </a:custGeom>
            <a:noFill/>
            <a:ln w="42863">
              <a:solidFill>
                <a:srgbClr val="FFFFFF"/>
              </a:solidFill>
              <a:prstDash val="solid"/>
            </a:ln>
          </p:spPr>
        </p:sp>
        <p:sp>
          <p:nvSpPr>
            <p:cNvPr id="1600" name="four:barrier-filling:optimized-filling-curve:1322"/>
            <p:cNvSpPr>
              <a:spLocks noGrp="1"/>
            </p:cNvSpPr>
            <p:nvPr/>
          </p:nvSpPr>
          <p:spPr>
            <a:xfrm>
              <a:off x="17792700" y="6091918"/>
              <a:ext cx="508159" cy="381000"/>
            </a:xfrm>
            <a:custGeom>
              <a:avLst/>
              <a:gdLst/>
              <a:ahLst/>
              <a:cxnLst/>
              <a:pathLst>
                <a:path w="508159" h="381000">
                  <a:moveTo>
                    <a:pt x="45629" y="8664"/>
                  </a:moveTo>
                  <a:cubicBezTo>
                    <a:pt x="184596" y="59758"/>
                    <a:pt x="323563" y="321242"/>
                    <a:pt x="462530" y="372336"/>
                  </a:cubicBezTo>
                </a:path>
              </a:pathLst>
            </a:custGeom>
            <a:noFill/>
            <a:ln w="26670">
              <a:solidFill>
                <a:srgbClr val="263238"/>
              </a:solidFill>
              <a:prstDash val="solid"/>
            </a:ln>
          </p:spPr>
        </p:sp>
        <p:sp>
          <p:nvSpPr>
            <p:cNvPr id="1601" name="four:barrier-filling:profile-halo:1323"/>
            <p:cNvSpPr>
              <a:spLocks noGrp="1"/>
            </p:cNvSpPr>
            <p:nvPr/>
          </p:nvSpPr>
          <p:spPr>
            <a:xfrm>
              <a:off x="18300859" y="5139418"/>
              <a:ext cx="508159" cy="1333500"/>
            </a:xfrm>
            <a:custGeom>
              <a:avLst/>
              <a:gdLst/>
              <a:ahLst/>
              <a:cxnLst/>
              <a:pathLst>
                <a:path w="508159" h="1333500">
                  <a:moveTo>
                    <a:pt x="35588" y="1314795"/>
                  </a:moveTo>
                  <a:cubicBezTo>
                    <a:pt x="181249" y="1165427"/>
                    <a:pt x="326910" y="168073"/>
                    <a:pt x="472571" y="18705"/>
                  </a:cubicBezTo>
                </a:path>
              </a:pathLst>
            </a:custGeom>
            <a:noFill/>
            <a:ln w="42863">
              <a:solidFill>
                <a:srgbClr val="FFFFFF"/>
              </a:solidFill>
              <a:prstDash val="solid"/>
            </a:ln>
          </p:spPr>
        </p:sp>
        <p:sp>
          <p:nvSpPr>
            <p:cNvPr id="1602" name="four:barrier-filling:optimized-filling-curve:1324"/>
            <p:cNvSpPr>
              <a:spLocks noGrp="1"/>
            </p:cNvSpPr>
            <p:nvPr/>
          </p:nvSpPr>
          <p:spPr>
            <a:xfrm>
              <a:off x="18300859" y="5139418"/>
              <a:ext cx="508159" cy="1333500"/>
            </a:xfrm>
            <a:custGeom>
              <a:avLst/>
              <a:gdLst/>
              <a:ahLst/>
              <a:cxnLst/>
              <a:pathLst>
                <a:path w="508159" h="1333500">
                  <a:moveTo>
                    <a:pt x="35588" y="1314795"/>
                  </a:moveTo>
                  <a:cubicBezTo>
                    <a:pt x="181249" y="1165427"/>
                    <a:pt x="326910" y="168073"/>
                    <a:pt x="472571" y="18705"/>
                  </a:cubicBezTo>
                </a:path>
              </a:pathLst>
            </a:custGeom>
            <a:noFill/>
            <a:ln w="26670">
              <a:solidFill>
                <a:srgbClr val="263238"/>
              </a:solidFill>
              <a:prstDash val="solid"/>
            </a:ln>
          </p:spPr>
        </p:sp>
        <p:sp>
          <p:nvSpPr>
            <p:cNvPr id="1603" name="four:barrier-filling:profile-halo:1325"/>
            <p:cNvSpPr>
              <a:spLocks noGrp="1"/>
            </p:cNvSpPr>
            <p:nvPr/>
          </p:nvSpPr>
          <p:spPr>
            <a:xfrm>
              <a:off x="18809018" y="5139418"/>
              <a:ext cx="508159" cy="707571"/>
            </a:xfrm>
            <a:custGeom>
              <a:avLst/>
              <a:gdLst/>
              <a:ahLst/>
              <a:cxnLst/>
              <a:pathLst>
                <a:path w="508159" h="707571">
                  <a:moveTo>
                    <a:pt x="41134" y="13158"/>
                  </a:moveTo>
                  <a:cubicBezTo>
                    <a:pt x="183098" y="101394"/>
                    <a:pt x="325061" y="606178"/>
                    <a:pt x="467025" y="694413"/>
                  </a:cubicBezTo>
                </a:path>
              </a:pathLst>
            </a:custGeom>
            <a:noFill/>
            <a:ln w="42863">
              <a:solidFill>
                <a:srgbClr val="FFFFFF"/>
              </a:solidFill>
              <a:prstDash val="solid"/>
            </a:ln>
          </p:spPr>
        </p:sp>
        <p:sp>
          <p:nvSpPr>
            <p:cNvPr id="1604" name="four:barrier-filling:optimized-filling-curve:1326"/>
            <p:cNvSpPr>
              <a:spLocks noGrp="1"/>
            </p:cNvSpPr>
            <p:nvPr/>
          </p:nvSpPr>
          <p:spPr>
            <a:xfrm>
              <a:off x="18809018" y="5139418"/>
              <a:ext cx="508159" cy="707571"/>
            </a:xfrm>
            <a:custGeom>
              <a:avLst/>
              <a:gdLst/>
              <a:ahLst/>
              <a:cxnLst/>
              <a:pathLst>
                <a:path w="508159" h="707571">
                  <a:moveTo>
                    <a:pt x="41134" y="13158"/>
                  </a:moveTo>
                  <a:cubicBezTo>
                    <a:pt x="183098" y="101394"/>
                    <a:pt x="325061" y="606178"/>
                    <a:pt x="467025" y="694413"/>
                  </a:cubicBezTo>
                </a:path>
              </a:pathLst>
            </a:custGeom>
            <a:noFill/>
            <a:ln w="26670">
              <a:solidFill>
                <a:srgbClr val="263238"/>
              </a:solidFill>
              <a:prstDash val="solid"/>
            </a:ln>
          </p:spPr>
        </p:sp>
        <p:sp>
          <p:nvSpPr>
            <p:cNvPr id="1605" name="four:barrier-filling:profile-halo:1327"/>
            <p:cNvSpPr>
              <a:spLocks noGrp="1"/>
            </p:cNvSpPr>
            <p:nvPr/>
          </p:nvSpPr>
          <p:spPr>
            <a:xfrm>
              <a:off x="19317176" y="4867275"/>
              <a:ext cx="323374" cy="979714"/>
            </a:xfrm>
            <a:custGeom>
              <a:avLst/>
              <a:gdLst/>
              <a:ahLst/>
              <a:cxnLst/>
              <a:pathLst>
                <a:path w="323374" h="979714">
                  <a:moveTo>
                    <a:pt x="30221" y="955643"/>
                  </a:moveTo>
                  <a:cubicBezTo>
                    <a:pt x="117865" y="820665"/>
                    <a:pt x="205509" y="159049"/>
                    <a:pt x="293152" y="24071"/>
                  </a:cubicBezTo>
                </a:path>
              </a:pathLst>
            </a:custGeom>
            <a:noFill/>
            <a:ln w="42863">
              <a:solidFill>
                <a:srgbClr val="FFFFFF"/>
              </a:solidFill>
              <a:prstDash val="solid"/>
            </a:ln>
          </p:spPr>
        </p:sp>
        <p:sp>
          <p:nvSpPr>
            <p:cNvPr id="1606" name="four:barrier-filling:optimized-filling-curve:1328"/>
            <p:cNvSpPr>
              <a:spLocks noGrp="1"/>
            </p:cNvSpPr>
            <p:nvPr/>
          </p:nvSpPr>
          <p:spPr>
            <a:xfrm>
              <a:off x="19317176" y="4867275"/>
              <a:ext cx="323374" cy="979714"/>
            </a:xfrm>
            <a:custGeom>
              <a:avLst/>
              <a:gdLst/>
              <a:ahLst/>
              <a:cxnLst/>
              <a:pathLst>
                <a:path w="323374" h="979714">
                  <a:moveTo>
                    <a:pt x="30221" y="955643"/>
                  </a:moveTo>
                  <a:cubicBezTo>
                    <a:pt x="117865" y="820665"/>
                    <a:pt x="205509" y="159049"/>
                    <a:pt x="293152" y="24071"/>
                  </a:cubicBezTo>
                </a:path>
              </a:pathLst>
            </a:custGeom>
            <a:noFill/>
            <a:ln w="26670">
              <a:solidFill>
                <a:srgbClr val="263238"/>
              </a:solidFill>
              <a:prstDash val="solid"/>
            </a:ln>
          </p:spPr>
        </p:sp>
        <p:sp>
          <p:nvSpPr>
            <p:cNvPr id="1607" name="four:barrier-filling:line:1329"/>
            <p:cNvSpPr>
              <a:spLocks noGrp="1"/>
            </p:cNvSpPr>
            <p:nvPr/>
          </p:nvSpPr>
          <p:spPr>
            <a:xfrm>
              <a:off x="16268224" y="5275489"/>
              <a:ext cx="3048952" cy="953"/>
            </a:xfrm>
            <a:custGeom>
              <a:avLst/>
              <a:gdLst/>
              <a:ahLst/>
              <a:cxnLst/>
              <a:pathLst>
                <a:path w="3048952" h="953">
                  <a:moveTo>
                    <a:pt x="0" y="0"/>
                  </a:moveTo>
                  <a:lnTo>
                    <a:pt x="3048952" y="0"/>
                  </a:lnTo>
                </a:path>
              </a:pathLst>
            </a:custGeom>
            <a:noFill/>
            <a:ln w="11430">
              <a:solidFill>
                <a:srgbClr val="8F9DA9"/>
              </a:solidFill>
              <a:prstDash val="dash"/>
            </a:ln>
          </p:spPr>
        </p:sp>
        <p:sp>
          <p:nvSpPr>
            <p:cNvPr id="1608" name="four:barrier-filling:textbox:1330"/>
            <p:cNvSpPr>
              <a:spLocks noGrp="1"/>
            </p:cNvSpPr>
            <p:nvPr/>
          </p:nvSpPr>
          <p:spPr>
            <a:xfrm>
              <a:off x="16230124" y="5104039"/>
              <a:ext cx="190500" cy="342900"/>
            </a:xfrm>
            <a:prstGeom prst="rect">
              <a:avLst/>
            </a:prstGeom>
            <a:solidFill>
              <a:srgbClr val="FFFFFF"/>
            </a:solidFill>
            <a:ln w="0">
              <a:noFill/>
              <a:prstDash val="solid"/>
            </a:ln>
          </p:spPr>
          <p:txBody>
            <a:bodyPr wrap="none" lIns="0" tIns="0" rIns="0" bIns="0" anchor="ctr">
              <a:normAutofit/>
            </a:bodyPr>
            <a:lstStyle>
              <a:defPPr algn="ctr">
                <a:defRPr sz="1725" b="0">
                  <a:solidFill>
                    <a:srgbClr val="7B8790"/>
                  </a:solidFill>
                  <a:latin typeface="Arial" panose="020B0604020202090204"/>
                  <a:ea typeface="Arial" panose="020B0604020202090204"/>
                  <a:cs typeface="Arial" panose="020B0604020202090204"/>
                </a:defRPr>
              </a:defPPr>
            </a:lstStyle>
            <a:p>
              <a:pPr algn="ctr">
                <a:defRPr sz="1725" b="0">
                  <a:solidFill>
                    <a:srgbClr val="7B8790"/>
                  </a:solidFill>
                  <a:latin typeface="Arial" panose="020B0604020202090204"/>
                  <a:ea typeface="Arial" panose="020B0604020202090204"/>
                  <a:cs typeface="Arial" panose="020B0604020202090204"/>
                </a:defRPr>
              </a:pPr>
              <a:r>
                <a:rPr sz="1725" b="0">
                  <a:solidFill>
                    <a:srgbClr val="7B8790"/>
                  </a:solidFill>
                  <a:latin typeface="Arial" panose="020B0604020202090204"/>
                  <a:ea typeface="Arial" panose="020B0604020202090204"/>
                  <a:cs typeface="Arial" panose="020B0604020202090204"/>
                </a:rPr>
                <a:t>T</a:t>
              </a:r>
              <a:endParaRPr sz="1725" b="0">
                <a:solidFill>
                  <a:srgbClr val="7B8790"/>
                </a:solidFill>
                <a:latin typeface="Arial" panose="020B0604020202090204"/>
                <a:ea typeface="Arial" panose="020B0604020202090204"/>
                <a:cs typeface="Arial" panose="020B0604020202090204"/>
              </a:endParaRPr>
            </a:p>
          </p:txBody>
        </p:sp>
        <p:sp>
          <p:nvSpPr>
            <p:cNvPr id="1609" name="four:barrier-filling:line:1333"/>
            <p:cNvSpPr>
              <a:spLocks noGrp="1"/>
            </p:cNvSpPr>
            <p:nvPr/>
          </p:nvSpPr>
          <p:spPr>
            <a:xfrm>
              <a:off x="16833533" y="5003346"/>
              <a:ext cx="959168" cy="953"/>
            </a:xfrm>
            <a:custGeom>
              <a:avLst/>
              <a:gdLst/>
              <a:ahLst/>
              <a:cxnLst/>
              <a:pathLst>
                <a:path w="959168" h="953">
                  <a:moveTo>
                    <a:pt x="0" y="0"/>
                  </a:moveTo>
                  <a:lnTo>
                    <a:pt x="959168" y="0"/>
                  </a:lnTo>
                </a:path>
              </a:pathLst>
            </a:custGeom>
            <a:noFill/>
            <a:ln w="9525">
              <a:solidFill>
                <a:srgbClr val="DDA5C4">
                  <a:alpha val="70000"/>
                </a:srgbClr>
              </a:solidFill>
              <a:prstDash val="dash"/>
            </a:ln>
          </p:spPr>
        </p:sp>
        <p:sp>
          <p:nvSpPr>
            <p:cNvPr id="1610" name="four:barrier-filling:line:1334"/>
            <p:cNvSpPr>
              <a:spLocks noGrp="1"/>
            </p:cNvSpPr>
            <p:nvPr/>
          </p:nvSpPr>
          <p:spPr>
            <a:xfrm>
              <a:off x="16833533" y="5139418"/>
              <a:ext cx="1282541" cy="953"/>
            </a:xfrm>
            <a:custGeom>
              <a:avLst/>
              <a:gdLst/>
              <a:ahLst/>
              <a:cxnLst/>
              <a:pathLst>
                <a:path w="1282541" h="953">
                  <a:moveTo>
                    <a:pt x="0" y="0"/>
                  </a:moveTo>
                  <a:lnTo>
                    <a:pt x="1282541" y="0"/>
                  </a:lnTo>
                </a:path>
              </a:pathLst>
            </a:custGeom>
            <a:noFill/>
            <a:ln w="9525">
              <a:solidFill>
                <a:srgbClr val="263238">
                  <a:alpha val="65000"/>
                </a:srgbClr>
              </a:solidFill>
              <a:prstDash val="dash"/>
            </a:ln>
          </p:spPr>
        </p:sp>
        <p:sp>
          <p:nvSpPr>
            <p:cNvPr id="1611" name="four:barrier-filling:line:1335"/>
            <p:cNvSpPr>
              <a:spLocks noGrp="1"/>
            </p:cNvSpPr>
            <p:nvPr/>
          </p:nvSpPr>
          <p:spPr>
            <a:xfrm>
              <a:off x="17792700" y="5003346"/>
              <a:ext cx="953" cy="272143"/>
            </a:xfrm>
            <a:custGeom>
              <a:avLst/>
              <a:gdLst/>
              <a:ahLst/>
              <a:cxnLst/>
              <a:pathLst>
                <a:path w="953" h="272143">
                  <a:moveTo>
                    <a:pt x="0" y="0"/>
                  </a:moveTo>
                  <a:lnTo>
                    <a:pt x="0" y="272143"/>
                  </a:lnTo>
                </a:path>
              </a:pathLst>
            </a:custGeom>
            <a:noFill/>
            <a:ln w="20003">
              <a:solidFill>
                <a:srgbClr val="DDA5C4"/>
              </a:solidFill>
              <a:prstDash val="solid"/>
            </a:ln>
          </p:spPr>
        </p:sp>
        <p:sp>
          <p:nvSpPr>
            <p:cNvPr id="1612" name="four:barrier-filling:line:1336"/>
            <p:cNvSpPr>
              <a:spLocks noGrp="1"/>
            </p:cNvSpPr>
            <p:nvPr/>
          </p:nvSpPr>
          <p:spPr>
            <a:xfrm>
              <a:off x="17754600" y="5003346"/>
              <a:ext cx="76200" cy="953"/>
            </a:xfrm>
            <a:custGeom>
              <a:avLst/>
              <a:gdLst/>
              <a:ahLst/>
              <a:cxnLst/>
              <a:pathLst>
                <a:path w="76200" h="953">
                  <a:moveTo>
                    <a:pt x="0" y="0"/>
                  </a:moveTo>
                  <a:lnTo>
                    <a:pt x="76200" y="0"/>
                  </a:lnTo>
                </a:path>
              </a:pathLst>
            </a:custGeom>
            <a:noFill/>
            <a:ln w="20003">
              <a:solidFill>
                <a:srgbClr val="DDA5C4"/>
              </a:solidFill>
              <a:prstDash val="solid"/>
            </a:ln>
          </p:spPr>
        </p:sp>
        <p:sp>
          <p:nvSpPr>
            <p:cNvPr id="1613" name="four:barrier-filling:line:1337"/>
            <p:cNvSpPr>
              <a:spLocks noGrp="1"/>
            </p:cNvSpPr>
            <p:nvPr/>
          </p:nvSpPr>
          <p:spPr>
            <a:xfrm>
              <a:off x="17754600" y="5275489"/>
              <a:ext cx="76200" cy="953"/>
            </a:xfrm>
            <a:custGeom>
              <a:avLst/>
              <a:gdLst/>
              <a:ahLst/>
              <a:cxnLst/>
              <a:pathLst>
                <a:path w="76200" h="953">
                  <a:moveTo>
                    <a:pt x="0" y="0"/>
                  </a:moveTo>
                  <a:lnTo>
                    <a:pt x="76200" y="0"/>
                  </a:lnTo>
                </a:path>
              </a:pathLst>
            </a:custGeom>
            <a:noFill/>
            <a:ln w="20003">
              <a:solidFill>
                <a:srgbClr val="DDA5C4"/>
              </a:solidFill>
              <a:prstDash val="solid"/>
            </a:ln>
          </p:spPr>
        </p:sp>
        <p:sp>
          <p:nvSpPr>
            <p:cNvPr id="1614" name="four:barrier-filling:line:1338"/>
            <p:cNvSpPr>
              <a:spLocks noGrp="1"/>
            </p:cNvSpPr>
            <p:nvPr/>
          </p:nvSpPr>
          <p:spPr>
            <a:xfrm>
              <a:off x="18116074" y="5139418"/>
              <a:ext cx="953" cy="136071"/>
            </a:xfrm>
            <a:custGeom>
              <a:avLst/>
              <a:gdLst/>
              <a:ahLst/>
              <a:cxnLst/>
              <a:pathLst>
                <a:path w="953" h="136071">
                  <a:moveTo>
                    <a:pt x="0" y="0"/>
                  </a:moveTo>
                  <a:lnTo>
                    <a:pt x="0" y="136071"/>
                  </a:lnTo>
                </a:path>
              </a:pathLst>
            </a:custGeom>
            <a:noFill/>
            <a:ln w="20003">
              <a:solidFill>
                <a:srgbClr val="263238"/>
              </a:solidFill>
              <a:prstDash val="solid"/>
            </a:ln>
          </p:spPr>
        </p:sp>
        <p:sp>
          <p:nvSpPr>
            <p:cNvPr id="1615" name="four:barrier-filling:line:1339"/>
            <p:cNvSpPr>
              <a:spLocks noGrp="1"/>
            </p:cNvSpPr>
            <p:nvPr/>
          </p:nvSpPr>
          <p:spPr>
            <a:xfrm>
              <a:off x="18077974" y="5139418"/>
              <a:ext cx="76200" cy="953"/>
            </a:xfrm>
            <a:custGeom>
              <a:avLst/>
              <a:gdLst/>
              <a:ahLst/>
              <a:cxnLst/>
              <a:pathLst>
                <a:path w="76200" h="953">
                  <a:moveTo>
                    <a:pt x="0" y="0"/>
                  </a:moveTo>
                  <a:lnTo>
                    <a:pt x="76200" y="0"/>
                  </a:lnTo>
                </a:path>
              </a:pathLst>
            </a:custGeom>
            <a:noFill/>
            <a:ln w="20003">
              <a:solidFill>
                <a:srgbClr val="263238"/>
              </a:solidFill>
              <a:prstDash val="solid"/>
            </a:ln>
          </p:spPr>
        </p:sp>
        <p:sp>
          <p:nvSpPr>
            <p:cNvPr id="1616" name="four:barrier-filling:line:1340"/>
            <p:cNvSpPr>
              <a:spLocks noGrp="1"/>
            </p:cNvSpPr>
            <p:nvPr/>
          </p:nvSpPr>
          <p:spPr>
            <a:xfrm>
              <a:off x="18077974" y="5275489"/>
              <a:ext cx="76200" cy="953"/>
            </a:xfrm>
            <a:custGeom>
              <a:avLst/>
              <a:gdLst/>
              <a:ahLst/>
              <a:cxnLst/>
              <a:pathLst>
                <a:path w="76200" h="953">
                  <a:moveTo>
                    <a:pt x="0" y="0"/>
                  </a:moveTo>
                  <a:lnTo>
                    <a:pt x="76200" y="0"/>
                  </a:lnTo>
                </a:path>
              </a:pathLst>
            </a:custGeom>
            <a:noFill/>
            <a:ln w="20003">
              <a:solidFill>
                <a:srgbClr val="263238"/>
              </a:solidFill>
              <a:prstDash val="solid"/>
            </a:ln>
          </p:spPr>
        </p:sp>
        <p:sp>
          <p:nvSpPr>
            <p:cNvPr id="1617" name="four:barrier-filling:textbox:1341"/>
            <p:cNvSpPr>
              <a:spLocks noGrp="1"/>
            </p:cNvSpPr>
            <p:nvPr/>
          </p:nvSpPr>
          <p:spPr>
            <a:xfrm>
              <a:off x="16916400" y="4917621"/>
              <a:ext cx="781050" cy="342900"/>
            </a:xfrm>
            <a:prstGeom prst="rect">
              <a:avLst/>
            </a:prstGeom>
            <a:solidFill>
              <a:srgbClr val="FFFFFF"/>
            </a:solidFill>
            <a:ln w="0">
              <a:noFill/>
              <a:prstDash val="solid"/>
            </a:ln>
          </p:spPr>
          <p:txBody>
            <a:bodyPr wrap="none" lIns="0" tIns="0" rIns="0" bIns="0" anchor="ctr">
              <a:normAutofit/>
            </a:bodyPr>
            <a:lstStyle>
              <a:defPPr algn="ctr">
                <a:defRPr sz="1800" b="0">
                  <a:solidFill>
                    <a:srgbClr val="DDA5C4"/>
                  </a:solidFill>
                  <a:latin typeface="Arial" panose="020B0604020202090204"/>
                  <a:ea typeface="Arial" panose="020B0604020202090204"/>
                  <a:cs typeface="Arial" panose="020B0604020202090204"/>
                </a:defRPr>
              </a:defPPr>
            </a:lstStyle>
            <a:p>
              <a:pPr algn="ctr">
                <a:defRPr sz="1800" b="0">
                  <a:solidFill>
                    <a:srgbClr val="DDA5C4"/>
                  </a:solidFill>
                  <a:latin typeface="Arial" panose="020B0604020202090204"/>
                  <a:ea typeface="Arial" panose="020B0604020202090204"/>
                  <a:cs typeface="Arial" panose="020B0604020202090204"/>
                </a:defRPr>
              </a:pPr>
              <a:r>
                <a:rPr sz="1800" b="0">
                  <a:solidFill>
                    <a:srgbClr val="DDA5C4"/>
                  </a:solidFill>
                  <a:latin typeface="Arial" panose="020B0604020202090204"/>
                  <a:ea typeface="Arial" panose="020B0604020202090204"/>
                  <a:cs typeface="Arial" panose="020B0604020202090204"/>
                </a:rPr>
                <a:t>δ</a:t>
              </a:r>
              <a:r>
                <a:rPr sz="1295" b="0" baseline="-25000">
                  <a:solidFill>
                    <a:srgbClr val="DDA5C4"/>
                  </a:solidFill>
                  <a:latin typeface="Arial" panose="020B0604020202090204"/>
                  <a:ea typeface="Arial" panose="020B0604020202090204"/>
                  <a:cs typeface="Arial" panose="020B0604020202090204"/>
                </a:rPr>
                <a:t>LCA</a:t>
              </a:r>
              <a:endParaRPr sz="1295" b="0" baseline="-25000">
                <a:solidFill>
                  <a:srgbClr val="DDA5C4"/>
                </a:solidFill>
                <a:latin typeface="Arial" panose="020B0604020202090204"/>
                <a:ea typeface="Arial" panose="020B0604020202090204"/>
                <a:cs typeface="Arial" panose="020B0604020202090204"/>
              </a:endParaRPr>
            </a:p>
          </p:txBody>
        </p:sp>
        <p:sp>
          <p:nvSpPr>
            <p:cNvPr id="1618" name="four:barrier-filling:textbox:1342"/>
            <p:cNvSpPr>
              <a:spLocks noGrp="1"/>
            </p:cNvSpPr>
            <p:nvPr/>
          </p:nvSpPr>
          <p:spPr>
            <a:xfrm>
              <a:off x="17620774" y="5342164"/>
              <a:ext cx="514350" cy="342900"/>
            </a:xfrm>
            <a:prstGeom prst="rect">
              <a:avLst/>
            </a:prstGeom>
            <a:solidFill>
              <a:srgbClr val="FFFFFF"/>
            </a:solidFill>
            <a:ln w="0">
              <a:noFill/>
              <a:prstDash val="solid"/>
            </a:ln>
          </p:spPr>
          <p:txBody>
            <a:bodyPr wrap="none" lIns="0" tIns="0" rIns="0" bIns="0" anchor="ctr">
              <a:normAutofit/>
            </a:bodyPr>
            <a:lstStyle>
              <a:defPPr algn="ctr">
                <a:defRPr sz="1800" b="0">
                  <a:solidFill>
                    <a:srgbClr val="263238"/>
                  </a:solidFill>
                  <a:latin typeface="Arial" panose="020B0604020202090204"/>
                  <a:ea typeface="Arial" panose="020B0604020202090204"/>
                  <a:cs typeface="Arial" panose="020B0604020202090204"/>
                </a:defRPr>
              </a:defPPr>
            </a:lstStyle>
            <a:p>
              <a:pPr algn="ctr">
                <a:defRPr sz="1800" b="0">
                  <a:solidFill>
                    <a:srgbClr val="263238"/>
                  </a:solidFill>
                  <a:latin typeface="Arial" panose="020B0604020202090204"/>
                  <a:ea typeface="Arial" panose="020B0604020202090204"/>
                  <a:cs typeface="Arial" panose="020B0604020202090204"/>
                </a:defRPr>
              </a:pPr>
              <a:r>
                <a:rPr sz="1800" b="0">
                  <a:solidFill>
                    <a:srgbClr val="263238"/>
                  </a:solidFill>
                  <a:latin typeface="Arial" panose="020B0604020202090204"/>
                  <a:ea typeface="Arial" panose="020B0604020202090204"/>
                  <a:cs typeface="Arial" panose="020B0604020202090204"/>
                </a:rPr>
                <a:t>δ</a:t>
              </a:r>
              <a:r>
                <a:rPr sz="1295" b="0" baseline="32000">
                  <a:solidFill>
                    <a:srgbClr val="263238"/>
                  </a:solidFill>
                  <a:latin typeface="Arial" panose="020B0604020202090204"/>
                  <a:ea typeface="Arial" panose="020B0604020202090204"/>
                  <a:cs typeface="Arial" panose="020B0604020202090204"/>
                </a:rPr>
                <a:t>*</a:t>
              </a:r>
              <a:endParaRPr sz="1295" b="0" baseline="32000">
                <a:solidFill>
                  <a:srgbClr val="263238"/>
                </a:solidFill>
                <a:latin typeface="Arial" panose="020B0604020202090204"/>
                <a:ea typeface="Arial" panose="020B0604020202090204"/>
                <a:cs typeface="Arial" panose="020B0604020202090204"/>
              </a:endParaRPr>
            </a:p>
          </p:txBody>
        </p:sp>
        <p:sp>
          <p:nvSpPr>
            <p:cNvPr id="1619" name="four:barrier-filling:line:1343"/>
            <p:cNvSpPr>
              <a:spLocks noGrp="1"/>
            </p:cNvSpPr>
            <p:nvPr/>
          </p:nvSpPr>
          <p:spPr>
            <a:xfrm>
              <a:off x="18116074" y="5304064"/>
              <a:ext cx="953" cy="200025"/>
            </a:xfrm>
            <a:custGeom>
              <a:avLst/>
              <a:gdLst/>
              <a:ahLst/>
              <a:cxnLst/>
              <a:pathLst>
                <a:path w="953" h="200025">
                  <a:moveTo>
                    <a:pt x="0" y="0"/>
                  </a:moveTo>
                  <a:lnTo>
                    <a:pt x="0" y="200025"/>
                  </a:lnTo>
                </a:path>
              </a:pathLst>
            </a:custGeom>
            <a:noFill/>
            <a:ln w="11430">
              <a:solidFill>
                <a:srgbClr val="263238"/>
              </a:solidFill>
              <a:prstDash val="solid"/>
            </a:ln>
          </p:spPr>
        </p:sp>
        <p:sp>
          <p:nvSpPr>
            <p:cNvPr id="1620" name="four:barrier-filling:line:1344"/>
            <p:cNvSpPr>
              <a:spLocks noGrp="1"/>
            </p:cNvSpPr>
            <p:nvPr/>
          </p:nvSpPr>
          <p:spPr>
            <a:xfrm>
              <a:off x="18068449" y="5504089"/>
              <a:ext cx="47625" cy="953"/>
            </a:xfrm>
            <a:custGeom>
              <a:avLst/>
              <a:gdLst/>
              <a:ahLst/>
              <a:cxnLst/>
              <a:pathLst>
                <a:path w="47625" h="953">
                  <a:moveTo>
                    <a:pt x="47625" y="0"/>
                  </a:moveTo>
                  <a:lnTo>
                    <a:pt x="0" y="0"/>
                  </a:lnTo>
                </a:path>
              </a:pathLst>
            </a:custGeom>
            <a:noFill/>
            <a:ln w="11430">
              <a:solidFill>
                <a:srgbClr val="263238"/>
              </a:solidFill>
              <a:prstDash val="solid"/>
            </a:ln>
          </p:spPr>
        </p:sp>
        <p:sp>
          <p:nvSpPr>
            <p:cNvPr id="1621" name="four:barrier-filling:line:1345"/>
            <p:cNvSpPr>
              <a:spLocks noGrp="1"/>
            </p:cNvSpPr>
            <p:nvPr/>
          </p:nvSpPr>
          <p:spPr>
            <a:xfrm>
              <a:off x="16268224" y="6886575"/>
              <a:ext cx="3048952" cy="953"/>
            </a:xfrm>
            <a:custGeom>
              <a:avLst/>
              <a:gdLst/>
              <a:ahLst/>
              <a:cxnLst/>
              <a:pathLst>
                <a:path w="3048952" h="953">
                  <a:moveTo>
                    <a:pt x="0" y="0"/>
                  </a:moveTo>
                  <a:lnTo>
                    <a:pt x="3048952" y="0"/>
                  </a:lnTo>
                </a:path>
              </a:pathLst>
            </a:custGeom>
            <a:noFill/>
            <a:ln w="10478">
              <a:solidFill>
                <a:srgbClr val="7A8994"/>
              </a:solidFill>
              <a:prstDash val="solid"/>
            </a:ln>
          </p:spPr>
        </p:sp>
        <p:sp>
          <p:nvSpPr>
            <p:cNvPr id="1622" name="four:barrier-filling:line:1346"/>
            <p:cNvSpPr>
              <a:spLocks noGrp="1"/>
            </p:cNvSpPr>
            <p:nvPr/>
          </p:nvSpPr>
          <p:spPr>
            <a:xfrm>
              <a:off x="16268224" y="6838950"/>
              <a:ext cx="953" cy="95250"/>
            </a:xfrm>
            <a:custGeom>
              <a:avLst/>
              <a:gdLst/>
              <a:ahLst/>
              <a:cxnLst/>
              <a:pathLst>
                <a:path w="953" h="95250">
                  <a:moveTo>
                    <a:pt x="0" y="0"/>
                  </a:moveTo>
                  <a:lnTo>
                    <a:pt x="0" y="95250"/>
                  </a:lnTo>
                </a:path>
              </a:pathLst>
            </a:custGeom>
            <a:noFill/>
            <a:ln w="19050">
              <a:solidFill>
                <a:srgbClr val="0072B2"/>
              </a:solidFill>
              <a:prstDash val="solid"/>
            </a:ln>
          </p:spPr>
        </p:sp>
        <p:sp>
          <p:nvSpPr>
            <p:cNvPr id="1623" name="four:barrier-filling:line:1347"/>
            <p:cNvSpPr>
              <a:spLocks noGrp="1"/>
            </p:cNvSpPr>
            <p:nvPr/>
          </p:nvSpPr>
          <p:spPr>
            <a:xfrm>
              <a:off x="19317176" y="6838950"/>
              <a:ext cx="953" cy="95250"/>
            </a:xfrm>
            <a:custGeom>
              <a:avLst/>
              <a:gdLst/>
              <a:ahLst/>
              <a:cxnLst/>
              <a:pathLst>
                <a:path w="953" h="95250">
                  <a:moveTo>
                    <a:pt x="0" y="0"/>
                  </a:moveTo>
                  <a:lnTo>
                    <a:pt x="0" y="95250"/>
                  </a:lnTo>
                </a:path>
              </a:pathLst>
            </a:custGeom>
            <a:noFill/>
            <a:ln w="19050">
              <a:solidFill>
                <a:srgbClr val="CC79A7"/>
              </a:solidFill>
              <a:prstDash val="solid"/>
            </a:ln>
          </p:spPr>
        </p:sp>
        <p:sp>
          <p:nvSpPr>
            <p:cNvPr id="1624" name="four:barrier-filling:regular-node:1348"/>
            <p:cNvSpPr>
              <a:spLocks noGrp="1"/>
            </p:cNvSpPr>
            <p:nvPr/>
          </p:nvSpPr>
          <p:spPr>
            <a:xfrm>
              <a:off x="16070342" y="5497830"/>
              <a:ext cx="72390" cy="72390"/>
            </a:xfrm>
            <a:prstGeom prst="ellipse">
              <a:avLst/>
            </a:prstGeom>
            <a:solidFill>
              <a:srgbClr val="0072B2"/>
            </a:solidFill>
            <a:ln w="9525">
              <a:solidFill>
                <a:srgbClr val="263238"/>
              </a:solidFill>
              <a:prstDash val="solid"/>
            </a:ln>
          </p:spPr>
        </p:sp>
        <p:sp>
          <p:nvSpPr>
            <p:cNvPr id="1625" name="four:barrier-filling:regular-node:1349"/>
            <p:cNvSpPr>
              <a:spLocks noGrp="1"/>
            </p:cNvSpPr>
            <p:nvPr/>
          </p:nvSpPr>
          <p:spPr>
            <a:xfrm>
              <a:off x="16486108" y="5633901"/>
              <a:ext cx="72390" cy="72390"/>
            </a:xfrm>
            <a:prstGeom prst="ellipse">
              <a:avLst/>
            </a:prstGeom>
            <a:solidFill>
              <a:srgbClr val="0072B2"/>
            </a:solidFill>
            <a:ln w="9525">
              <a:solidFill>
                <a:srgbClr val="263238"/>
              </a:solidFill>
              <a:prstDash val="solid"/>
            </a:ln>
          </p:spPr>
        </p:sp>
        <p:sp>
          <p:nvSpPr>
            <p:cNvPr id="1626" name="four:barrier-filling:regular-node:1350"/>
            <p:cNvSpPr>
              <a:spLocks noGrp="1"/>
            </p:cNvSpPr>
            <p:nvPr/>
          </p:nvSpPr>
          <p:spPr>
            <a:xfrm>
              <a:off x="16994267" y="5919651"/>
              <a:ext cx="72390" cy="72390"/>
            </a:xfrm>
            <a:prstGeom prst="ellipse">
              <a:avLst/>
            </a:prstGeom>
            <a:solidFill>
              <a:srgbClr val="81C9BA"/>
            </a:solidFill>
            <a:ln w="9525">
              <a:solidFill>
                <a:srgbClr val="263238"/>
              </a:solidFill>
              <a:prstDash val="solid"/>
            </a:ln>
          </p:spPr>
        </p:sp>
        <p:sp>
          <p:nvSpPr>
            <p:cNvPr id="1627" name="four:barrier-filling:regular-node:1351"/>
            <p:cNvSpPr>
              <a:spLocks noGrp="1"/>
            </p:cNvSpPr>
            <p:nvPr/>
          </p:nvSpPr>
          <p:spPr>
            <a:xfrm>
              <a:off x="17502426" y="6395901"/>
              <a:ext cx="72390" cy="72390"/>
            </a:xfrm>
            <a:prstGeom prst="ellipse">
              <a:avLst/>
            </a:prstGeom>
            <a:solidFill>
              <a:srgbClr val="D55E00"/>
            </a:solidFill>
            <a:ln w="9525">
              <a:solidFill>
                <a:srgbClr val="263238"/>
              </a:solidFill>
              <a:prstDash val="solid"/>
            </a:ln>
          </p:spPr>
        </p:sp>
        <p:sp>
          <p:nvSpPr>
            <p:cNvPr id="1628" name="four:barrier-filling:regular-node:1352"/>
            <p:cNvSpPr>
              <a:spLocks noGrp="1"/>
            </p:cNvSpPr>
            <p:nvPr/>
          </p:nvSpPr>
          <p:spPr>
            <a:xfrm>
              <a:off x="18010584" y="6246223"/>
              <a:ext cx="72390" cy="72390"/>
            </a:xfrm>
            <a:prstGeom prst="ellipse">
              <a:avLst/>
            </a:prstGeom>
            <a:solidFill>
              <a:srgbClr val="009E73"/>
            </a:solidFill>
            <a:ln w="9525">
              <a:solidFill>
                <a:srgbClr val="263238"/>
              </a:solidFill>
              <a:prstDash val="solid"/>
            </a:ln>
          </p:spPr>
        </p:sp>
        <p:sp>
          <p:nvSpPr>
            <p:cNvPr id="1629" name="four:barrier-filling:regular-node:1353"/>
            <p:cNvSpPr>
              <a:spLocks noGrp="1"/>
            </p:cNvSpPr>
            <p:nvPr/>
          </p:nvSpPr>
          <p:spPr>
            <a:xfrm>
              <a:off x="18518743" y="5769973"/>
              <a:ext cx="72390" cy="72390"/>
            </a:xfrm>
            <a:prstGeom prst="ellipse">
              <a:avLst/>
            </a:prstGeom>
            <a:solidFill>
              <a:srgbClr val="81C9BA"/>
            </a:solidFill>
            <a:ln w="9525">
              <a:solidFill>
                <a:srgbClr val="263238"/>
              </a:solidFill>
              <a:prstDash val="solid"/>
            </a:ln>
          </p:spPr>
        </p:sp>
        <p:sp>
          <p:nvSpPr>
            <p:cNvPr id="1630" name="four:barrier-filling:regular-node:1354"/>
            <p:cNvSpPr>
              <a:spLocks noGrp="1"/>
            </p:cNvSpPr>
            <p:nvPr/>
          </p:nvSpPr>
          <p:spPr>
            <a:xfrm>
              <a:off x="19026902" y="5457009"/>
              <a:ext cx="72390" cy="72390"/>
            </a:xfrm>
            <a:prstGeom prst="ellipse">
              <a:avLst/>
            </a:prstGeom>
            <a:solidFill>
              <a:srgbClr val="CC79A7"/>
            </a:solidFill>
            <a:ln w="9525">
              <a:solidFill>
                <a:srgbClr val="263238"/>
              </a:solidFill>
              <a:prstDash val="solid"/>
            </a:ln>
          </p:spPr>
        </p:sp>
        <p:sp>
          <p:nvSpPr>
            <p:cNvPr id="1631" name="four:barrier-filling:regular-node:1355"/>
            <p:cNvSpPr>
              <a:spLocks noGrp="1"/>
            </p:cNvSpPr>
            <p:nvPr/>
          </p:nvSpPr>
          <p:spPr>
            <a:xfrm>
              <a:off x="19442668" y="5320937"/>
              <a:ext cx="72390" cy="72390"/>
            </a:xfrm>
            <a:prstGeom prst="ellipse">
              <a:avLst/>
            </a:prstGeom>
            <a:solidFill>
              <a:srgbClr val="CC79A7"/>
            </a:solidFill>
            <a:ln w="9525">
              <a:solidFill>
                <a:srgbClr val="263238"/>
              </a:solidFill>
              <a:prstDash val="solid"/>
            </a:ln>
          </p:spPr>
        </p:sp>
        <p:sp>
          <p:nvSpPr>
            <p:cNvPr id="1632" name="four:barrier-filling:critical-node:1356"/>
            <p:cNvSpPr>
              <a:spLocks noGrp="1"/>
            </p:cNvSpPr>
            <p:nvPr/>
          </p:nvSpPr>
          <p:spPr>
            <a:xfrm>
              <a:off x="15897225" y="4819650"/>
              <a:ext cx="95250" cy="95250"/>
            </a:xfrm>
            <a:prstGeom prst="diamond">
              <a:avLst/>
            </a:prstGeom>
            <a:solidFill>
              <a:srgbClr val="DCE8ED"/>
            </a:solidFill>
            <a:ln w="10478">
              <a:solidFill>
                <a:srgbClr val="263238"/>
              </a:solidFill>
              <a:prstDash val="solid"/>
            </a:ln>
          </p:spPr>
        </p:sp>
        <p:sp>
          <p:nvSpPr>
            <p:cNvPr id="1633" name="four:barrier-filling:critical-node:1357"/>
            <p:cNvSpPr>
              <a:spLocks noGrp="1"/>
            </p:cNvSpPr>
            <p:nvPr/>
          </p:nvSpPr>
          <p:spPr>
            <a:xfrm>
              <a:off x="16220599" y="6153150"/>
              <a:ext cx="95250" cy="95250"/>
            </a:xfrm>
            <a:prstGeom prst="diamond">
              <a:avLst/>
            </a:prstGeom>
            <a:solidFill>
              <a:srgbClr val="0072B2"/>
            </a:solidFill>
            <a:ln w="10478">
              <a:solidFill>
                <a:srgbClr val="263238"/>
              </a:solidFill>
              <a:prstDash val="solid"/>
            </a:ln>
          </p:spPr>
        </p:sp>
        <p:sp>
          <p:nvSpPr>
            <p:cNvPr id="1634" name="four:barrier-filling:baseline-barrier:1358"/>
            <p:cNvSpPr>
              <a:spLocks noGrp="1"/>
            </p:cNvSpPr>
            <p:nvPr/>
          </p:nvSpPr>
          <p:spPr>
            <a:xfrm>
              <a:off x="16733520" y="4960484"/>
              <a:ext cx="85725" cy="85725"/>
            </a:xfrm>
            <a:prstGeom prst="diamond">
              <a:avLst/>
            </a:prstGeom>
            <a:solidFill>
              <a:srgbClr val="FFFFFF"/>
            </a:solidFill>
            <a:ln w="17145">
              <a:solidFill>
                <a:srgbClr val="DDA5C4"/>
              </a:solidFill>
              <a:prstDash val="solid"/>
            </a:ln>
          </p:spPr>
        </p:sp>
        <p:sp>
          <p:nvSpPr>
            <p:cNvPr id="1635" name="four:barrier-filling:optimal-barrier:1359"/>
            <p:cNvSpPr>
              <a:spLocks noGrp="1"/>
            </p:cNvSpPr>
            <p:nvPr/>
          </p:nvSpPr>
          <p:spPr>
            <a:xfrm>
              <a:off x="16728758" y="5091793"/>
              <a:ext cx="95250" cy="95250"/>
            </a:xfrm>
            <a:prstGeom prst="diamond">
              <a:avLst/>
            </a:prstGeom>
            <a:solidFill>
              <a:srgbClr val="FFFFFF"/>
            </a:solidFill>
            <a:ln w="16193">
              <a:solidFill>
                <a:srgbClr val="263238"/>
              </a:solidFill>
              <a:prstDash val="solid"/>
            </a:ln>
          </p:spPr>
        </p:sp>
        <p:sp>
          <p:nvSpPr>
            <p:cNvPr id="1636" name="four:barrier-filling:critical-node:1360"/>
            <p:cNvSpPr>
              <a:spLocks noGrp="1"/>
            </p:cNvSpPr>
            <p:nvPr/>
          </p:nvSpPr>
          <p:spPr>
            <a:xfrm>
              <a:off x="17236916" y="6724650"/>
              <a:ext cx="95250" cy="95250"/>
            </a:xfrm>
            <a:prstGeom prst="diamond">
              <a:avLst/>
            </a:prstGeom>
            <a:solidFill>
              <a:srgbClr val="D55E00"/>
            </a:solidFill>
            <a:ln w="10478">
              <a:solidFill>
                <a:srgbClr val="263238"/>
              </a:solidFill>
              <a:prstDash val="solid"/>
            </a:ln>
          </p:spPr>
        </p:sp>
        <p:sp>
          <p:nvSpPr>
            <p:cNvPr id="1637" name="four:barrier-filling:baseline-barrier:1361"/>
            <p:cNvSpPr>
              <a:spLocks noGrp="1"/>
            </p:cNvSpPr>
            <p:nvPr/>
          </p:nvSpPr>
          <p:spPr>
            <a:xfrm>
              <a:off x="17749838" y="6185127"/>
              <a:ext cx="85725" cy="85725"/>
            </a:xfrm>
            <a:prstGeom prst="diamond">
              <a:avLst/>
            </a:prstGeom>
            <a:solidFill>
              <a:srgbClr val="FFFFFF"/>
            </a:solidFill>
            <a:ln w="17145">
              <a:solidFill>
                <a:srgbClr val="DDA5C4"/>
              </a:solidFill>
              <a:prstDash val="solid"/>
            </a:ln>
          </p:spPr>
        </p:sp>
        <p:sp>
          <p:nvSpPr>
            <p:cNvPr id="1638" name="four:barrier-filling:optimal-barrier:1362"/>
            <p:cNvSpPr>
              <a:spLocks noGrp="1"/>
            </p:cNvSpPr>
            <p:nvPr/>
          </p:nvSpPr>
          <p:spPr>
            <a:xfrm>
              <a:off x="17745075" y="6044293"/>
              <a:ext cx="95250" cy="95250"/>
            </a:xfrm>
            <a:prstGeom prst="diamond">
              <a:avLst/>
            </a:prstGeom>
            <a:solidFill>
              <a:srgbClr val="FFFFFF"/>
            </a:solidFill>
            <a:ln w="16193">
              <a:solidFill>
                <a:srgbClr val="263238"/>
              </a:solidFill>
              <a:prstDash val="solid"/>
            </a:ln>
          </p:spPr>
        </p:sp>
        <p:sp>
          <p:nvSpPr>
            <p:cNvPr id="1639" name="four:barrier-filling:critical-node:1363"/>
            <p:cNvSpPr>
              <a:spLocks noGrp="1"/>
            </p:cNvSpPr>
            <p:nvPr/>
          </p:nvSpPr>
          <p:spPr>
            <a:xfrm>
              <a:off x="18253234" y="6425293"/>
              <a:ext cx="95250" cy="95250"/>
            </a:xfrm>
            <a:prstGeom prst="diamond">
              <a:avLst/>
            </a:prstGeom>
            <a:solidFill>
              <a:srgbClr val="009E73"/>
            </a:solidFill>
            <a:ln w="10478">
              <a:solidFill>
                <a:srgbClr val="263238"/>
              </a:solidFill>
              <a:prstDash val="solid"/>
            </a:ln>
          </p:spPr>
        </p:sp>
        <p:sp>
          <p:nvSpPr>
            <p:cNvPr id="1640" name="four:barrier-filling:baseline-barrier:1364"/>
            <p:cNvSpPr>
              <a:spLocks noGrp="1"/>
            </p:cNvSpPr>
            <p:nvPr/>
          </p:nvSpPr>
          <p:spPr>
            <a:xfrm>
              <a:off x="18766155" y="4960484"/>
              <a:ext cx="85725" cy="85725"/>
            </a:xfrm>
            <a:prstGeom prst="diamond">
              <a:avLst/>
            </a:prstGeom>
            <a:solidFill>
              <a:srgbClr val="FFFFFF"/>
            </a:solidFill>
            <a:ln w="17145">
              <a:solidFill>
                <a:srgbClr val="DDA5C4"/>
              </a:solidFill>
              <a:prstDash val="solid"/>
            </a:ln>
          </p:spPr>
        </p:sp>
        <p:sp>
          <p:nvSpPr>
            <p:cNvPr id="1641" name="four:barrier-filling:optimal-barrier:1365"/>
            <p:cNvSpPr>
              <a:spLocks noGrp="1"/>
            </p:cNvSpPr>
            <p:nvPr/>
          </p:nvSpPr>
          <p:spPr>
            <a:xfrm>
              <a:off x="18761393" y="5091793"/>
              <a:ext cx="95250" cy="95250"/>
            </a:xfrm>
            <a:prstGeom prst="diamond">
              <a:avLst/>
            </a:prstGeom>
            <a:solidFill>
              <a:srgbClr val="FFFFFF"/>
            </a:solidFill>
            <a:ln w="16193">
              <a:solidFill>
                <a:srgbClr val="263238"/>
              </a:solidFill>
              <a:prstDash val="solid"/>
            </a:ln>
          </p:spPr>
        </p:sp>
        <p:sp>
          <p:nvSpPr>
            <p:cNvPr id="1642" name="four:barrier-filling:critical-node:1366"/>
            <p:cNvSpPr>
              <a:spLocks noGrp="1"/>
            </p:cNvSpPr>
            <p:nvPr/>
          </p:nvSpPr>
          <p:spPr>
            <a:xfrm>
              <a:off x="19269551" y="5799364"/>
              <a:ext cx="95250" cy="95250"/>
            </a:xfrm>
            <a:prstGeom prst="diamond">
              <a:avLst/>
            </a:prstGeom>
            <a:solidFill>
              <a:srgbClr val="CC79A7"/>
            </a:solidFill>
            <a:ln w="10478">
              <a:solidFill>
                <a:srgbClr val="263238"/>
              </a:solidFill>
              <a:prstDash val="solid"/>
            </a:ln>
          </p:spPr>
        </p:sp>
        <p:sp>
          <p:nvSpPr>
            <p:cNvPr id="1643" name="four:barrier-filling:critical-node:1367"/>
            <p:cNvSpPr>
              <a:spLocks noGrp="1"/>
            </p:cNvSpPr>
            <p:nvPr/>
          </p:nvSpPr>
          <p:spPr>
            <a:xfrm>
              <a:off x="19592925" y="4819650"/>
              <a:ext cx="95250" cy="95250"/>
            </a:xfrm>
            <a:prstGeom prst="diamond">
              <a:avLst/>
            </a:prstGeom>
            <a:solidFill>
              <a:srgbClr val="DCE8ED"/>
            </a:solidFill>
            <a:ln w="10478">
              <a:solidFill>
                <a:srgbClr val="263238"/>
              </a:solidFill>
              <a:prstDash val="solid"/>
            </a:ln>
          </p:spPr>
        </p:sp>
        <p:sp>
          <p:nvSpPr>
            <p:cNvPr id="1644" name="four:barrier-filling:line:1368"/>
            <p:cNvSpPr>
              <a:spLocks noGrp="1"/>
            </p:cNvSpPr>
            <p:nvPr/>
          </p:nvSpPr>
          <p:spPr>
            <a:xfrm>
              <a:off x="15801975" y="4819650"/>
              <a:ext cx="953" cy="1952625"/>
            </a:xfrm>
            <a:custGeom>
              <a:avLst/>
              <a:gdLst/>
              <a:ahLst/>
              <a:cxnLst/>
              <a:pathLst>
                <a:path w="953" h="1952625">
                  <a:moveTo>
                    <a:pt x="0" y="1952625"/>
                  </a:moveTo>
                  <a:lnTo>
                    <a:pt x="0" y="0"/>
                  </a:lnTo>
                </a:path>
              </a:pathLst>
            </a:custGeom>
            <a:noFill/>
            <a:ln w="14288">
              <a:solidFill>
                <a:srgbClr val="263238"/>
              </a:solidFill>
              <a:prstDash val="solid"/>
            </a:ln>
          </p:spPr>
        </p:sp>
        <p:sp>
          <p:nvSpPr>
            <p:cNvPr id="1645" name="four:barrier-filling:polygon:1369"/>
            <p:cNvSpPr>
              <a:spLocks noGrp="1"/>
            </p:cNvSpPr>
            <p:nvPr/>
          </p:nvSpPr>
          <p:spPr>
            <a:xfrm>
              <a:off x="15769209" y="4819650"/>
              <a:ext cx="65532" cy="76200"/>
            </a:xfrm>
            <a:custGeom>
              <a:avLst/>
              <a:gdLst/>
              <a:ahLst/>
              <a:cxnLst/>
              <a:pathLst>
                <a:path w="65532" h="76200">
                  <a:moveTo>
                    <a:pt x="32766" y="0"/>
                  </a:moveTo>
                  <a:lnTo>
                    <a:pt x="0" y="76200"/>
                  </a:lnTo>
                  <a:lnTo>
                    <a:pt x="65532" y="76200"/>
                  </a:lnTo>
                  <a:close/>
                </a:path>
              </a:pathLst>
            </a:custGeom>
            <a:solidFill>
              <a:srgbClr val="263238"/>
            </a:solidFill>
            <a:ln w="0">
              <a:noFill/>
              <a:prstDash val="solid"/>
            </a:ln>
          </p:spPr>
        </p:sp>
        <p:sp>
          <p:nvSpPr>
            <p:cNvPr id="1646" name="four:barrier-filling:textbox:1370"/>
            <p:cNvSpPr>
              <a:spLocks noGrp="1"/>
            </p:cNvSpPr>
            <p:nvPr/>
          </p:nvSpPr>
          <p:spPr>
            <a:xfrm>
              <a:off x="15592425" y="5648325"/>
              <a:ext cx="209550" cy="342900"/>
            </a:xfrm>
            <a:prstGeom prst="rect">
              <a:avLst/>
            </a:prstGeom>
            <a:noFill/>
            <a:ln w="0">
              <a:noFill/>
              <a:prstDash val="solid"/>
            </a:ln>
          </p:spPr>
          <p:txBody>
            <a:bodyPr wrap="none" lIns="0" tIns="0" rIns="0" bIns="0" anchor="ctr">
              <a:normAutofit/>
            </a:bodyPr>
            <a:lstStyle>
              <a:defPPr algn="ctr">
                <a:defRPr sz="1875" b="0">
                  <a:solidFill>
                    <a:srgbClr val="263238"/>
                  </a:solidFill>
                  <a:latin typeface="Arial" panose="020B0604020202090204"/>
                  <a:ea typeface="Arial" panose="020B0604020202090204"/>
                  <a:cs typeface="Arial" panose="020B0604020202090204"/>
                </a:defRPr>
              </a:defPPr>
            </a:lstStyle>
            <a:p>
              <a:pPr algn="ctr">
                <a:defRPr sz="1875" b="0">
                  <a:solidFill>
                    <a:srgbClr val="263238"/>
                  </a:solidFill>
                  <a:latin typeface="Arial" panose="020B0604020202090204"/>
                  <a:ea typeface="Arial" panose="020B0604020202090204"/>
                  <a:cs typeface="Arial" panose="020B0604020202090204"/>
                </a:defRPr>
              </a:pPr>
              <a:r>
                <a:rPr sz="1875" b="0">
                  <a:solidFill>
                    <a:srgbClr val="263238"/>
                  </a:solidFill>
                  <a:latin typeface="Arial" panose="020B0604020202090204"/>
                  <a:ea typeface="Arial" panose="020B0604020202090204"/>
                  <a:cs typeface="Arial" panose="020B0604020202090204"/>
                </a:rPr>
                <a:t>ψ</a:t>
              </a:r>
              <a:endParaRPr sz="1875" b="0">
                <a:solidFill>
                  <a:srgbClr val="263238"/>
                </a:solidFill>
                <a:latin typeface="Arial" panose="020B0604020202090204"/>
                <a:ea typeface="Arial" panose="020B0604020202090204"/>
                <a:cs typeface="Arial" panose="020B0604020202090204"/>
              </a:endParaRPr>
            </a:p>
          </p:txBody>
        </p:sp>
        <p:sp>
          <p:nvSpPr>
            <p:cNvPr id="1647" name="four:barrier-filling:line:1371"/>
            <p:cNvSpPr>
              <a:spLocks noGrp="1"/>
            </p:cNvSpPr>
            <p:nvPr/>
          </p:nvSpPr>
          <p:spPr>
            <a:xfrm>
              <a:off x="15944850" y="7029450"/>
              <a:ext cx="3695700" cy="953"/>
            </a:xfrm>
            <a:custGeom>
              <a:avLst/>
              <a:gdLst/>
              <a:ahLst/>
              <a:cxnLst/>
              <a:pathLst>
                <a:path w="3695700" h="953">
                  <a:moveTo>
                    <a:pt x="0" y="0"/>
                  </a:moveTo>
                  <a:lnTo>
                    <a:pt x="3695700" y="0"/>
                  </a:lnTo>
                </a:path>
              </a:pathLst>
            </a:custGeom>
            <a:noFill/>
            <a:ln w="12383">
              <a:solidFill>
                <a:srgbClr val="263238"/>
              </a:solidFill>
              <a:prstDash val="solid"/>
            </a:ln>
          </p:spPr>
        </p:sp>
        <p:sp>
          <p:nvSpPr>
            <p:cNvPr id="1648" name="four:barrier-filling:polygon:1372"/>
            <p:cNvSpPr>
              <a:spLocks noGrp="1"/>
            </p:cNvSpPr>
            <p:nvPr/>
          </p:nvSpPr>
          <p:spPr>
            <a:xfrm>
              <a:off x="19573875" y="7000780"/>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649" name="four:barrier-filling:textbox:1373"/>
            <p:cNvSpPr>
              <a:spLocks noGrp="1"/>
            </p:cNvSpPr>
            <p:nvPr/>
          </p:nvSpPr>
          <p:spPr>
            <a:xfrm>
              <a:off x="19678650" y="6896100"/>
              <a:ext cx="219075" cy="342900"/>
            </a:xfrm>
            <a:prstGeom prst="rect">
              <a:avLst/>
            </a:prstGeom>
            <a:noFill/>
            <a:ln w="0">
              <a:noFill/>
              <a:prstDash val="solid"/>
            </a:ln>
          </p:spPr>
          <p:txBody>
            <a:bodyPr wrap="none" lIns="0" tIns="0" rIns="0" bIns="0" anchor="ctr">
              <a:normAutofit/>
            </a:bodyPr>
            <a:lstStyle>
              <a:defPPr algn="ctr">
                <a:defRPr sz="1800" b="0">
                  <a:solidFill>
                    <a:srgbClr val="263238"/>
                  </a:solidFill>
                  <a:latin typeface="Arial" panose="020B0604020202090204"/>
                  <a:ea typeface="Arial" panose="020B0604020202090204"/>
                  <a:cs typeface="Arial" panose="020B0604020202090204"/>
                </a:defRPr>
              </a:defPPr>
            </a:lstStyle>
            <a:p>
              <a:pPr algn="ctr">
                <a:defRPr sz="1800" b="0">
                  <a:solidFill>
                    <a:srgbClr val="263238"/>
                  </a:solidFill>
                  <a:latin typeface="Arial" panose="020B0604020202090204"/>
                  <a:ea typeface="Arial" panose="020B0604020202090204"/>
                  <a:cs typeface="Arial" panose="020B0604020202090204"/>
                </a:defRPr>
              </a:pPr>
              <a:r>
                <a:rPr sz="1800" b="0">
                  <a:solidFill>
                    <a:srgbClr val="263238"/>
                  </a:solidFill>
                  <a:latin typeface="Arial" panose="020B0604020202090204"/>
                  <a:ea typeface="Arial" panose="020B0604020202090204"/>
                  <a:cs typeface="Arial" panose="020B0604020202090204"/>
                </a:rPr>
                <a:t>u</a:t>
              </a:r>
              <a:endParaRPr sz="1800" b="0">
                <a:solidFill>
                  <a:srgbClr val="263238"/>
                </a:solidFill>
                <a:latin typeface="Arial" panose="020B0604020202090204"/>
                <a:ea typeface="Arial" panose="020B0604020202090204"/>
                <a:cs typeface="Arial" panose="020B0604020202090204"/>
              </a:endParaRPr>
            </a:p>
          </p:txBody>
        </p:sp>
        <p:sp>
          <p:nvSpPr>
            <p:cNvPr id="1650" name="four:barrier-filling:line:1374"/>
            <p:cNvSpPr>
              <a:spLocks noGrp="1"/>
            </p:cNvSpPr>
            <p:nvPr/>
          </p:nvSpPr>
          <p:spPr>
            <a:xfrm>
              <a:off x="15944850" y="7181850"/>
              <a:ext cx="3695700" cy="953"/>
            </a:xfrm>
            <a:custGeom>
              <a:avLst/>
              <a:gdLst/>
              <a:ahLst/>
              <a:cxnLst/>
              <a:pathLst>
                <a:path w="3695700" h="953">
                  <a:moveTo>
                    <a:pt x="49530" y="0"/>
                  </a:moveTo>
                  <a:lnTo>
                    <a:pt x="273844" y="0"/>
                  </a:lnTo>
                  <a:moveTo>
                    <a:pt x="372904" y="0"/>
                  </a:moveTo>
                  <a:lnTo>
                    <a:pt x="782002" y="0"/>
                  </a:lnTo>
                  <a:moveTo>
                    <a:pt x="881063" y="0"/>
                  </a:moveTo>
                  <a:lnTo>
                    <a:pt x="1290161" y="0"/>
                  </a:lnTo>
                  <a:moveTo>
                    <a:pt x="1389221" y="0"/>
                  </a:moveTo>
                  <a:lnTo>
                    <a:pt x="1798320" y="0"/>
                  </a:lnTo>
                  <a:moveTo>
                    <a:pt x="1897380" y="0"/>
                  </a:moveTo>
                  <a:lnTo>
                    <a:pt x="2306479" y="0"/>
                  </a:lnTo>
                  <a:moveTo>
                    <a:pt x="2405539" y="0"/>
                  </a:moveTo>
                  <a:lnTo>
                    <a:pt x="2814638" y="0"/>
                  </a:lnTo>
                  <a:moveTo>
                    <a:pt x="2913698" y="0"/>
                  </a:moveTo>
                  <a:lnTo>
                    <a:pt x="3322796" y="0"/>
                  </a:lnTo>
                  <a:moveTo>
                    <a:pt x="3421856" y="0"/>
                  </a:moveTo>
                  <a:lnTo>
                    <a:pt x="3646170" y="0"/>
                  </a:lnTo>
                </a:path>
              </a:pathLst>
            </a:custGeom>
            <a:noFill/>
            <a:ln w="8573">
              <a:solidFill>
                <a:srgbClr val="91A5B4"/>
              </a:solidFill>
              <a:prstDash val="solid"/>
            </a:ln>
          </p:spPr>
        </p:sp>
        <p:sp>
          <p:nvSpPr>
            <p:cNvPr id="1651" name="four:barrier-filling:critical-node:1375"/>
            <p:cNvSpPr>
              <a:spLocks noGrp="1"/>
            </p:cNvSpPr>
            <p:nvPr/>
          </p:nvSpPr>
          <p:spPr>
            <a:xfrm>
              <a:off x="15901988" y="7138988"/>
              <a:ext cx="85725" cy="85725"/>
            </a:xfrm>
            <a:prstGeom prst="diamond">
              <a:avLst/>
            </a:prstGeom>
            <a:solidFill>
              <a:srgbClr val="DCE8ED"/>
            </a:solidFill>
            <a:ln w="10478">
              <a:solidFill>
                <a:srgbClr val="263238"/>
              </a:solidFill>
              <a:prstDash val="solid"/>
            </a:ln>
          </p:spPr>
        </p:sp>
        <p:sp>
          <p:nvSpPr>
            <p:cNvPr id="1652" name="four:barrier-filling:regular-node:1376"/>
            <p:cNvSpPr>
              <a:spLocks noGrp="1"/>
            </p:cNvSpPr>
            <p:nvPr/>
          </p:nvSpPr>
          <p:spPr>
            <a:xfrm>
              <a:off x="16073199" y="7148513"/>
              <a:ext cx="66675" cy="66675"/>
            </a:xfrm>
            <a:prstGeom prst="ellipse">
              <a:avLst/>
            </a:prstGeom>
            <a:solidFill>
              <a:srgbClr val="0072B2"/>
            </a:solidFill>
            <a:ln w="6668">
              <a:solidFill>
                <a:srgbClr val="263238"/>
              </a:solidFill>
              <a:prstDash val="solid"/>
            </a:ln>
          </p:spPr>
        </p:sp>
        <p:sp>
          <p:nvSpPr>
            <p:cNvPr id="1653" name="four:barrier-filling:critical-node:1377"/>
            <p:cNvSpPr>
              <a:spLocks noGrp="1"/>
            </p:cNvSpPr>
            <p:nvPr/>
          </p:nvSpPr>
          <p:spPr>
            <a:xfrm>
              <a:off x="16225361" y="7138988"/>
              <a:ext cx="85725" cy="85725"/>
            </a:xfrm>
            <a:prstGeom prst="diamond">
              <a:avLst/>
            </a:prstGeom>
            <a:solidFill>
              <a:srgbClr val="0072B2"/>
            </a:solidFill>
            <a:ln w="10478">
              <a:solidFill>
                <a:srgbClr val="263238"/>
              </a:solidFill>
              <a:prstDash val="solid"/>
            </a:ln>
          </p:spPr>
        </p:sp>
        <p:sp>
          <p:nvSpPr>
            <p:cNvPr id="1654" name="four:barrier-filling:regular-node:1378"/>
            <p:cNvSpPr>
              <a:spLocks noGrp="1"/>
            </p:cNvSpPr>
            <p:nvPr/>
          </p:nvSpPr>
          <p:spPr>
            <a:xfrm>
              <a:off x="16488966" y="7148513"/>
              <a:ext cx="66675" cy="66675"/>
            </a:xfrm>
            <a:prstGeom prst="ellipse">
              <a:avLst/>
            </a:prstGeom>
            <a:solidFill>
              <a:srgbClr val="0072B2"/>
            </a:solidFill>
            <a:ln w="6668">
              <a:solidFill>
                <a:srgbClr val="263238"/>
              </a:solidFill>
              <a:prstDash val="solid"/>
            </a:ln>
          </p:spPr>
        </p:sp>
        <p:sp>
          <p:nvSpPr>
            <p:cNvPr id="1655" name="four:barrier-filling:critical-node:1379"/>
            <p:cNvSpPr>
              <a:spLocks noGrp="1"/>
            </p:cNvSpPr>
            <p:nvPr/>
          </p:nvSpPr>
          <p:spPr>
            <a:xfrm>
              <a:off x="16733520" y="7138988"/>
              <a:ext cx="85725" cy="85725"/>
            </a:xfrm>
            <a:prstGeom prst="diamond">
              <a:avLst/>
            </a:prstGeom>
            <a:solidFill>
              <a:srgbClr val="DCE8ED"/>
            </a:solidFill>
            <a:ln w="10478">
              <a:solidFill>
                <a:srgbClr val="263238"/>
              </a:solidFill>
              <a:prstDash val="solid"/>
            </a:ln>
          </p:spPr>
        </p:sp>
        <p:sp>
          <p:nvSpPr>
            <p:cNvPr id="1656" name="four:barrier-filling:regular-node:1380"/>
            <p:cNvSpPr>
              <a:spLocks noGrp="1"/>
            </p:cNvSpPr>
            <p:nvPr/>
          </p:nvSpPr>
          <p:spPr>
            <a:xfrm>
              <a:off x="16997124" y="7148513"/>
              <a:ext cx="66675" cy="66675"/>
            </a:xfrm>
            <a:prstGeom prst="ellipse">
              <a:avLst/>
            </a:prstGeom>
            <a:solidFill>
              <a:srgbClr val="81C9BA"/>
            </a:solidFill>
            <a:ln w="6668">
              <a:solidFill>
                <a:srgbClr val="263238"/>
              </a:solidFill>
              <a:prstDash val="solid"/>
            </a:ln>
          </p:spPr>
        </p:sp>
        <p:sp>
          <p:nvSpPr>
            <p:cNvPr id="1657" name="four:barrier-filling:critical-node:1381"/>
            <p:cNvSpPr>
              <a:spLocks noGrp="1"/>
            </p:cNvSpPr>
            <p:nvPr/>
          </p:nvSpPr>
          <p:spPr>
            <a:xfrm>
              <a:off x="17241679" y="7138988"/>
              <a:ext cx="85725" cy="85725"/>
            </a:xfrm>
            <a:prstGeom prst="diamond">
              <a:avLst/>
            </a:prstGeom>
            <a:solidFill>
              <a:srgbClr val="D55E00"/>
            </a:solidFill>
            <a:ln w="10478">
              <a:solidFill>
                <a:srgbClr val="263238"/>
              </a:solidFill>
              <a:prstDash val="solid"/>
            </a:ln>
          </p:spPr>
        </p:sp>
        <p:sp>
          <p:nvSpPr>
            <p:cNvPr id="1658" name="four:barrier-filling:regular-node:1382"/>
            <p:cNvSpPr>
              <a:spLocks noGrp="1"/>
            </p:cNvSpPr>
            <p:nvPr/>
          </p:nvSpPr>
          <p:spPr>
            <a:xfrm>
              <a:off x="17505283" y="7148513"/>
              <a:ext cx="66675" cy="66675"/>
            </a:xfrm>
            <a:prstGeom prst="ellipse">
              <a:avLst/>
            </a:prstGeom>
            <a:solidFill>
              <a:srgbClr val="D55E00"/>
            </a:solidFill>
            <a:ln w="6668">
              <a:solidFill>
                <a:srgbClr val="263238"/>
              </a:solidFill>
              <a:prstDash val="solid"/>
            </a:ln>
          </p:spPr>
        </p:sp>
        <p:sp>
          <p:nvSpPr>
            <p:cNvPr id="1659" name="four:barrier-filling:critical-node:1383"/>
            <p:cNvSpPr>
              <a:spLocks noGrp="1"/>
            </p:cNvSpPr>
            <p:nvPr/>
          </p:nvSpPr>
          <p:spPr>
            <a:xfrm>
              <a:off x="17749838" y="7138988"/>
              <a:ext cx="85725" cy="85725"/>
            </a:xfrm>
            <a:prstGeom prst="diamond">
              <a:avLst/>
            </a:prstGeom>
            <a:solidFill>
              <a:srgbClr val="81C9BA"/>
            </a:solidFill>
            <a:ln w="10478">
              <a:solidFill>
                <a:srgbClr val="263238"/>
              </a:solidFill>
              <a:prstDash val="solid"/>
            </a:ln>
          </p:spPr>
        </p:sp>
        <p:sp>
          <p:nvSpPr>
            <p:cNvPr id="1660" name="four:barrier-filling:regular-node:1384"/>
            <p:cNvSpPr>
              <a:spLocks noGrp="1"/>
            </p:cNvSpPr>
            <p:nvPr/>
          </p:nvSpPr>
          <p:spPr>
            <a:xfrm>
              <a:off x="18013442" y="7148513"/>
              <a:ext cx="66675" cy="66675"/>
            </a:xfrm>
            <a:prstGeom prst="ellipse">
              <a:avLst/>
            </a:prstGeom>
            <a:solidFill>
              <a:srgbClr val="009E73"/>
            </a:solidFill>
            <a:ln w="6668">
              <a:solidFill>
                <a:srgbClr val="263238"/>
              </a:solidFill>
              <a:prstDash val="solid"/>
            </a:ln>
          </p:spPr>
        </p:sp>
        <p:sp>
          <p:nvSpPr>
            <p:cNvPr id="1661" name="four:barrier-filling:critical-node:1385"/>
            <p:cNvSpPr>
              <a:spLocks noGrp="1"/>
            </p:cNvSpPr>
            <p:nvPr/>
          </p:nvSpPr>
          <p:spPr>
            <a:xfrm>
              <a:off x="18257996" y="7138988"/>
              <a:ext cx="85725" cy="85725"/>
            </a:xfrm>
            <a:prstGeom prst="diamond">
              <a:avLst/>
            </a:prstGeom>
            <a:solidFill>
              <a:srgbClr val="009E73"/>
            </a:solidFill>
            <a:ln w="10478">
              <a:solidFill>
                <a:srgbClr val="263238"/>
              </a:solidFill>
              <a:prstDash val="solid"/>
            </a:ln>
          </p:spPr>
        </p:sp>
        <p:sp>
          <p:nvSpPr>
            <p:cNvPr id="1662" name="four:barrier-filling:regular-node:1386"/>
            <p:cNvSpPr>
              <a:spLocks noGrp="1"/>
            </p:cNvSpPr>
            <p:nvPr/>
          </p:nvSpPr>
          <p:spPr>
            <a:xfrm>
              <a:off x="18521601" y="7148513"/>
              <a:ext cx="66675" cy="66675"/>
            </a:xfrm>
            <a:prstGeom prst="ellipse">
              <a:avLst/>
            </a:prstGeom>
            <a:solidFill>
              <a:srgbClr val="81C9BA"/>
            </a:solidFill>
            <a:ln w="6668">
              <a:solidFill>
                <a:srgbClr val="263238"/>
              </a:solidFill>
              <a:prstDash val="solid"/>
            </a:ln>
          </p:spPr>
        </p:sp>
        <p:sp>
          <p:nvSpPr>
            <p:cNvPr id="1663" name="four:barrier-filling:critical-node:1387"/>
            <p:cNvSpPr>
              <a:spLocks noGrp="1"/>
            </p:cNvSpPr>
            <p:nvPr/>
          </p:nvSpPr>
          <p:spPr>
            <a:xfrm>
              <a:off x="18766155" y="7138988"/>
              <a:ext cx="85725" cy="85725"/>
            </a:xfrm>
            <a:prstGeom prst="diamond">
              <a:avLst/>
            </a:prstGeom>
            <a:solidFill>
              <a:srgbClr val="DCE8ED"/>
            </a:solidFill>
            <a:ln w="10478">
              <a:solidFill>
                <a:srgbClr val="263238"/>
              </a:solidFill>
              <a:prstDash val="solid"/>
            </a:ln>
          </p:spPr>
        </p:sp>
        <p:sp>
          <p:nvSpPr>
            <p:cNvPr id="1664" name="four:barrier-filling:regular-node:1388"/>
            <p:cNvSpPr>
              <a:spLocks noGrp="1"/>
            </p:cNvSpPr>
            <p:nvPr/>
          </p:nvSpPr>
          <p:spPr>
            <a:xfrm>
              <a:off x="19029759" y="7148513"/>
              <a:ext cx="66675" cy="66675"/>
            </a:xfrm>
            <a:prstGeom prst="ellipse">
              <a:avLst/>
            </a:prstGeom>
            <a:solidFill>
              <a:srgbClr val="CC79A7"/>
            </a:solidFill>
            <a:ln w="6668">
              <a:solidFill>
                <a:srgbClr val="263238"/>
              </a:solidFill>
              <a:prstDash val="solid"/>
            </a:ln>
          </p:spPr>
        </p:sp>
        <p:sp>
          <p:nvSpPr>
            <p:cNvPr id="1665" name="four:barrier-filling:critical-node:1389"/>
            <p:cNvSpPr>
              <a:spLocks noGrp="1"/>
            </p:cNvSpPr>
            <p:nvPr/>
          </p:nvSpPr>
          <p:spPr>
            <a:xfrm>
              <a:off x="19274314" y="7138988"/>
              <a:ext cx="85725" cy="85725"/>
            </a:xfrm>
            <a:prstGeom prst="diamond">
              <a:avLst/>
            </a:prstGeom>
            <a:solidFill>
              <a:srgbClr val="CC79A7"/>
            </a:solidFill>
            <a:ln w="10478">
              <a:solidFill>
                <a:srgbClr val="263238"/>
              </a:solidFill>
              <a:prstDash val="solid"/>
            </a:ln>
          </p:spPr>
        </p:sp>
        <p:sp>
          <p:nvSpPr>
            <p:cNvPr id="1666" name="four:barrier-filling:regular-node:1390"/>
            <p:cNvSpPr>
              <a:spLocks noGrp="1"/>
            </p:cNvSpPr>
            <p:nvPr/>
          </p:nvSpPr>
          <p:spPr>
            <a:xfrm>
              <a:off x="19445526" y="7148513"/>
              <a:ext cx="66675" cy="66675"/>
            </a:xfrm>
            <a:prstGeom prst="ellipse">
              <a:avLst/>
            </a:prstGeom>
            <a:solidFill>
              <a:srgbClr val="CC79A7"/>
            </a:solidFill>
            <a:ln w="6668">
              <a:solidFill>
                <a:srgbClr val="263238"/>
              </a:solidFill>
              <a:prstDash val="solid"/>
            </a:ln>
          </p:spPr>
        </p:sp>
        <p:sp>
          <p:nvSpPr>
            <p:cNvPr id="1667" name="four:barrier-filling:critical-node:1391"/>
            <p:cNvSpPr>
              <a:spLocks noGrp="1"/>
            </p:cNvSpPr>
            <p:nvPr/>
          </p:nvSpPr>
          <p:spPr>
            <a:xfrm>
              <a:off x="19597688" y="7138988"/>
              <a:ext cx="85725" cy="85725"/>
            </a:xfrm>
            <a:prstGeom prst="diamond">
              <a:avLst/>
            </a:prstGeom>
            <a:solidFill>
              <a:srgbClr val="DCE8ED"/>
            </a:solidFill>
            <a:ln w="10478">
              <a:solidFill>
                <a:srgbClr val="263238"/>
              </a:solidFill>
              <a:prstDash val="solid"/>
            </a:ln>
          </p:spPr>
        </p:sp>
        <p:sp>
          <p:nvSpPr>
            <p:cNvPr id="1668" name="four:barrier-filling:line:1392"/>
            <p:cNvSpPr>
              <a:spLocks noGrp="1"/>
            </p:cNvSpPr>
            <p:nvPr/>
          </p:nvSpPr>
          <p:spPr>
            <a:xfrm>
              <a:off x="17792700" y="7258050"/>
              <a:ext cx="953" cy="57150"/>
            </a:xfrm>
            <a:custGeom>
              <a:avLst/>
              <a:gdLst/>
              <a:ahLst/>
              <a:cxnLst/>
              <a:pathLst>
                <a:path w="953" h="57150">
                  <a:moveTo>
                    <a:pt x="0" y="0"/>
                  </a:moveTo>
                  <a:lnTo>
                    <a:pt x="0" y="57150"/>
                  </a:lnTo>
                </a:path>
              </a:pathLst>
            </a:custGeom>
            <a:noFill/>
            <a:ln w="11430">
              <a:solidFill>
                <a:srgbClr val="91A5B4"/>
              </a:solidFill>
              <a:prstDash val="solid"/>
            </a:ln>
          </p:spPr>
        </p:sp>
        <p:sp>
          <p:nvSpPr>
            <p:cNvPr id="1669" name="four:barrier-filling:polygon:1393"/>
            <p:cNvSpPr>
              <a:spLocks noGrp="1"/>
            </p:cNvSpPr>
            <p:nvPr/>
          </p:nvSpPr>
          <p:spPr>
            <a:xfrm>
              <a:off x="17776317" y="7277100"/>
              <a:ext cx="32766" cy="38100"/>
            </a:xfrm>
            <a:custGeom>
              <a:avLst/>
              <a:gdLst/>
              <a:ahLst/>
              <a:cxnLst/>
              <a:pathLst>
                <a:path w="32766" h="38100">
                  <a:moveTo>
                    <a:pt x="16383" y="38100"/>
                  </a:moveTo>
                  <a:lnTo>
                    <a:pt x="32766" y="0"/>
                  </a:lnTo>
                  <a:lnTo>
                    <a:pt x="0" y="0"/>
                  </a:lnTo>
                  <a:close/>
                </a:path>
              </a:pathLst>
            </a:custGeom>
            <a:solidFill>
              <a:srgbClr val="91A5B4"/>
            </a:solidFill>
            <a:ln w="0">
              <a:noFill/>
              <a:prstDash val="solid"/>
            </a:ln>
          </p:spPr>
        </p:sp>
        <p:sp>
          <p:nvSpPr>
            <p:cNvPr id="1670" name="four:barrier-filling:textbox:1394"/>
            <p:cNvSpPr>
              <a:spLocks noGrp="1"/>
            </p:cNvSpPr>
            <p:nvPr/>
          </p:nvSpPr>
          <p:spPr>
            <a:xfrm>
              <a:off x="15630525" y="7277100"/>
              <a:ext cx="247650" cy="342900"/>
            </a:xfrm>
            <a:prstGeom prst="rect">
              <a:avLst/>
            </a:prstGeom>
            <a:noFill/>
            <a:ln w="0">
              <a:noFill/>
              <a:prstDash val="solid"/>
            </a:ln>
          </p:spPr>
          <p:txBody>
            <a:bodyPr wrap="none" lIns="0" tIns="0" rIns="0" bIns="0" anchor="ctr">
              <a:normAutofit/>
            </a:bodyPr>
            <a:lstStyle>
              <a:defPPr algn="ctr">
                <a:defRPr sz="1950" b="0">
                  <a:solidFill>
                    <a:srgbClr val="263238"/>
                  </a:solidFill>
                  <a:latin typeface="Arial" panose="020B0604020202090204"/>
                  <a:ea typeface="Arial" panose="020B0604020202090204"/>
                  <a:cs typeface="Arial" panose="020B0604020202090204"/>
                </a:defRPr>
              </a:defPPr>
            </a:lstStyle>
            <a:p>
              <a:pPr algn="ctr">
                <a:defRPr sz="1950" b="0">
                  <a:solidFill>
                    <a:srgbClr val="263238"/>
                  </a:solidFill>
                  <a:latin typeface="Arial" panose="020B0604020202090204"/>
                  <a:ea typeface="Arial" panose="020B0604020202090204"/>
                  <a:cs typeface="Arial" panose="020B0604020202090204"/>
                </a:defRPr>
              </a:pPr>
              <a:r>
                <a:rPr sz="1950" b="0">
                  <a:solidFill>
                    <a:srgbClr val="263238"/>
                  </a:solidFill>
                  <a:latin typeface="Arial" panose="020B0604020202090204"/>
                  <a:ea typeface="Arial" panose="020B0604020202090204"/>
                  <a:cs typeface="Arial" panose="020B0604020202090204"/>
                </a:rPr>
                <a:t>tₐ</a:t>
              </a:r>
              <a:endParaRPr sz="1950" b="0">
                <a:solidFill>
                  <a:srgbClr val="263238"/>
                </a:solidFill>
                <a:latin typeface="Arial" panose="020B0604020202090204"/>
                <a:ea typeface="Arial" panose="020B0604020202090204"/>
                <a:cs typeface="Arial" panose="020B0604020202090204"/>
              </a:endParaRPr>
            </a:p>
          </p:txBody>
        </p:sp>
        <p:sp>
          <p:nvSpPr>
            <p:cNvPr id="1671" name="four:barrier-filling:filled-output-cell-0:1395"/>
            <p:cNvSpPr>
              <a:spLocks noGrp="1"/>
            </p:cNvSpPr>
            <p:nvPr/>
          </p:nvSpPr>
          <p:spPr>
            <a:xfrm>
              <a:off x="15944850" y="7343775"/>
              <a:ext cx="19248" cy="200025"/>
            </a:xfrm>
            <a:prstGeom prst="rect">
              <a:avLst/>
            </a:prstGeom>
            <a:solidFill>
              <a:srgbClr val="DCE8ED"/>
            </a:solidFill>
            <a:ln w="0">
              <a:noFill/>
              <a:prstDash val="solid"/>
            </a:ln>
          </p:spPr>
        </p:sp>
        <p:sp>
          <p:nvSpPr>
            <p:cNvPr id="1672" name="four:barrier-filling:filled-output-cell-1:1396"/>
            <p:cNvSpPr>
              <a:spLocks noGrp="1"/>
            </p:cNvSpPr>
            <p:nvPr/>
          </p:nvSpPr>
          <p:spPr>
            <a:xfrm>
              <a:off x="15964098" y="7343775"/>
              <a:ext cx="19248" cy="200025"/>
            </a:xfrm>
            <a:prstGeom prst="rect">
              <a:avLst/>
            </a:prstGeom>
            <a:solidFill>
              <a:srgbClr val="DCE8ED"/>
            </a:solidFill>
            <a:ln w="0">
              <a:noFill/>
              <a:prstDash val="solid"/>
            </a:ln>
          </p:spPr>
        </p:sp>
        <p:sp>
          <p:nvSpPr>
            <p:cNvPr id="1673" name="four:barrier-filling:filled-output-cell-2:1397"/>
            <p:cNvSpPr>
              <a:spLocks noGrp="1"/>
            </p:cNvSpPr>
            <p:nvPr/>
          </p:nvSpPr>
          <p:spPr>
            <a:xfrm>
              <a:off x="15983347" y="7343775"/>
              <a:ext cx="19248" cy="200025"/>
            </a:xfrm>
            <a:prstGeom prst="rect">
              <a:avLst/>
            </a:prstGeom>
            <a:solidFill>
              <a:srgbClr val="DCE8ED"/>
            </a:solidFill>
            <a:ln w="0">
              <a:noFill/>
              <a:prstDash val="solid"/>
            </a:ln>
          </p:spPr>
        </p:sp>
        <p:sp>
          <p:nvSpPr>
            <p:cNvPr id="1674" name="four:barrier-filling:filled-output-cell-3:1398"/>
            <p:cNvSpPr>
              <a:spLocks noGrp="1"/>
            </p:cNvSpPr>
            <p:nvPr/>
          </p:nvSpPr>
          <p:spPr>
            <a:xfrm>
              <a:off x="16002595" y="7343775"/>
              <a:ext cx="19248" cy="200025"/>
            </a:xfrm>
            <a:prstGeom prst="rect">
              <a:avLst/>
            </a:prstGeom>
            <a:solidFill>
              <a:srgbClr val="DCE8ED"/>
            </a:solidFill>
            <a:ln w="0">
              <a:noFill/>
              <a:prstDash val="solid"/>
            </a:ln>
          </p:spPr>
        </p:sp>
        <p:sp>
          <p:nvSpPr>
            <p:cNvPr id="1675" name="four:barrier-filling:filled-output-cell-4:1399"/>
            <p:cNvSpPr>
              <a:spLocks noGrp="1"/>
            </p:cNvSpPr>
            <p:nvPr/>
          </p:nvSpPr>
          <p:spPr>
            <a:xfrm>
              <a:off x="16021844" y="7343775"/>
              <a:ext cx="19248" cy="200025"/>
            </a:xfrm>
            <a:prstGeom prst="rect">
              <a:avLst/>
            </a:prstGeom>
            <a:solidFill>
              <a:srgbClr val="DCE8ED"/>
            </a:solidFill>
            <a:ln w="0">
              <a:noFill/>
              <a:prstDash val="solid"/>
            </a:ln>
          </p:spPr>
        </p:sp>
        <p:sp>
          <p:nvSpPr>
            <p:cNvPr id="1676" name="four:barrier-filling:filled-output-cell-5:1400"/>
            <p:cNvSpPr>
              <a:spLocks noGrp="1"/>
            </p:cNvSpPr>
            <p:nvPr/>
          </p:nvSpPr>
          <p:spPr>
            <a:xfrm>
              <a:off x="16041092" y="7343775"/>
              <a:ext cx="19248" cy="200025"/>
            </a:xfrm>
            <a:prstGeom prst="rect">
              <a:avLst/>
            </a:prstGeom>
            <a:solidFill>
              <a:srgbClr val="D4E2E9"/>
            </a:solidFill>
            <a:ln w="0">
              <a:noFill/>
              <a:prstDash val="solid"/>
            </a:ln>
          </p:spPr>
        </p:sp>
        <p:sp>
          <p:nvSpPr>
            <p:cNvPr id="1677" name="four:barrier-filling:filled-output-cell-6:1401"/>
            <p:cNvSpPr>
              <a:spLocks noGrp="1"/>
            </p:cNvSpPr>
            <p:nvPr/>
          </p:nvSpPr>
          <p:spPr>
            <a:xfrm>
              <a:off x="16060341" y="7343775"/>
              <a:ext cx="19248" cy="200025"/>
            </a:xfrm>
            <a:prstGeom prst="rect">
              <a:avLst/>
            </a:prstGeom>
            <a:solidFill>
              <a:srgbClr val="9DC6DC"/>
            </a:solidFill>
            <a:ln w="0">
              <a:noFill/>
              <a:prstDash val="solid"/>
            </a:ln>
          </p:spPr>
        </p:sp>
        <p:sp>
          <p:nvSpPr>
            <p:cNvPr id="1678" name="four:barrier-filling:filled-output-cell-7:1402"/>
            <p:cNvSpPr>
              <a:spLocks noGrp="1"/>
            </p:cNvSpPr>
            <p:nvPr/>
          </p:nvSpPr>
          <p:spPr>
            <a:xfrm>
              <a:off x="16079589" y="7343775"/>
              <a:ext cx="19248" cy="200025"/>
            </a:xfrm>
            <a:prstGeom prst="rect">
              <a:avLst/>
            </a:prstGeom>
            <a:solidFill>
              <a:srgbClr val="5AA2CA"/>
            </a:solidFill>
            <a:ln w="0">
              <a:noFill/>
              <a:prstDash val="solid"/>
            </a:ln>
          </p:spPr>
        </p:sp>
        <p:sp>
          <p:nvSpPr>
            <p:cNvPr id="1679" name="four:barrier-filling:filled-output-cell-8:1403"/>
            <p:cNvSpPr>
              <a:spLocks noGrp="1"/>
            </p:cNvSpPr>
            <p:nvPr/>
          </p:nvSpPr>
          <p:spPr>
            <a:xfrm>
              <a:off x="16098838" y="7343775"/>
              <a:ext cx="19248" cy="200025"/>
            </a:xfrm>
            <a:prstGeom prst="rect">
              <a:avLst/>
            </a:prstGeom>
            <a:solidFill>
              <a:srgbClr val="1D82BA"/>
            </a:solidFill>
            <a:ln w="0">
              <a:noFill/>
              <a:prstDash val="solid"/>
            </a:ln>
          </p:spPr>
        </p:sp>
        <p:sp>
          <p:nvSpPr>
            <p:cNvPr id="1680" name="four:barrier-filling:filled-output-cell-9:1404"/>
            <p:cNvSpPr>
              <a:spLocks noGrp="1"/>
            </p:cNvSpPr>
            <p:nvPr/>
          </p:nvSpPr>
          <p:spPr>
            <a:xfrm>
              <a:off x="16118086" y="7343775"/>
              <a:ext cx="19248" cy="200025"/>
            </a:xfrm>
            <a:prstGeom prst="rect">
              <a:avLst/>
            </a:prstGeom>
            <a:solidFill>
              <a:srgbClr val="0072B2"/>
            </a:solidFill>
            <a:ln w="0">
              <a:noFill/>
              <a:prstDash val="solid"/>
            </a:ln>
          </p:spPr>
        </p:sp>
        <p:sp>
          <p:nvSpPr>
            <p:cNvPr id="1681" name="four:barrier-filling:filled-output-cell-10:1405"/>
            <p:cNvSpPr>
              <a:spLocks noGrp="1"/>
            </p:cNvSpPr>
            <p:nvPr/>
          </p:nvSpPr>
          <p:spPr>
            <a:xfrm>
              <a:off x="16137334" y="7343775"/>
              <a:ext cx="19248" cy="200025"/>
            </a:xfrm>
            <a:prstGeom prst="rect">
              <a:avLst/>
            </a:prstGeom>
            <a:solidFill>
              <a:srgbClr val="0072B2"/>
            </a:solidFill>
            <a:ln w="0">
              <a:noFill/>
              <a:prstDash val="solid"/>
            </a:ln>
          </p:spPr>
        </p:sp>
        <p:sp>
          <p:nvSpPr>
            <p:cNvPr id="1682" name="four:barrier-filling:filled-output-cell-11:1406"/>
            <p:cNvSpPr>
              <a:spLocks noGrp="1"/>
            </p:cNvSpPr>
            <p:nvPr/>
          </p:nvSpPr>
          <p:spPr>
            <a:xfrm>
              <a:off x="16156583" y="7343775"/>
              <a:ext cx="19248" cy="200025"/>
            </a:xfrm>
            <a:prstGeom prst="rect">
              <a:avLst/>
            </a:prstGeom>
            <a:solidFill>
              <a:srgbClr val="0072B2"/>
            </a:solidFill>
            <a:ln w="0">
              <a:noFill/>
              <a:prstDash val="solid"/>
            </a:ln>
          </p:spPr>
        </p:sp>
        <p:sp>
          <p:nvSpPr>
            <p:cNvPr id="1683" name="four:barrier-filling:filled-output-cell-12:1407"/>
            <p:cNvSpPr>
              <a:spLocks noGrp="1"/>
            </p:cNvSpPr>
            <p:nvPr/>
          </p:nvSpPr>
          <p:spPr>
            <a:xfrm>
              <a:off x="16175831" y="7343775"/>
              <a:ext cx="19248" cy="200025"/>
            </a:xfrm>
            <a:prstGeom prst="rect">
              <a:avLst/>
            </a:prstGeom>
            <a:solidFill>
              <a:srgbClr val="0072B2"/>
            </a:solidFill>
            <a:ln w="0">
              <a:noFill/>
              <a:prstDash val="solid"/>
            </a:ln>
          </p:spPr>
        </p:sp>
        <p:sp>
          <p:nvSpPr>
            <p:cNvPr id="1684" name="four:barrier-filling:filled-output-cell-13:1408"/>
            <p:cNvSpPr>
              <a:spLocks noGrp="1"/>
            </p:cNvSpPr>
            <p:nvPr/>
          </p:nvSpPr>
          <p:spPr>
            <a:xfrm>
              <a:off x="16195080" y="7343775"/>
              <a:ext cx="19248" cy="200025"/>
            </a:xfrm>
            <a:prstGeom prst="rect">
              <a:avLst/>
            </a:prstGeom>
            <a:solidFill>
              <a:srgbClr val="0072B2"/>
            </a:solidFill>
            <a:ln w="0">
              <a:noFill/>
              <a:prstDash val="solid"/>
            </a:ln>
          </p:spPr>
        </p:sp>
        <p:sp>
          <p:nvSpPr>
            <p:cNvPr id="1685" name="four:barrier-filling:filled-output-cell-14:1409"/>
            <p:cNvSpPr>
              <a:spLocks noGrp="1"/>
            </p:cNvSpPr>
            <p:nvPr/>
          </p:nvSpPr>
          <p:spPr>
            <a:xfrm>
              <a:off x="16214328" y="7343775"/>
              <a:ext cx="19248" cy="200025"/>
            </a:xfrm>
            <a:prstGeom prst="rect">
              <a:avLst/>
            </a:prstGeom>
            <a:solidFill>
              <a:srgbClr val="0072B2"/>
            </a:solidFill>
            <a:ln w="0">
              <a:noFill/>
              <a:prstDash val="solid"/>
            </a:ln>
          </p:spPr>
        </p:sp>
        <p:sp>
          <p:nvSpPr>
            <p:cNvPr id="1686" name="four:barrier-filling:filled-output-cell-15:1410"/>
            <p:cNvSpPr>
              <a:spLocks noGrp="1"/>
            </p:cNvSpPr>
            <p:nvPr/>
          </p:nvSpPr>
          <p:spPr>
            <a:xfrm>
              <a:off x="16233577" y="7343775"/>
              <a:ext cx="19248" cy="200025"/>
            </a:xfrm>
            <a:prstGeom prst="rect">
              <a:avLst/>
            </a:prstGeom>
            <a:solidFill>
              <a:srgbClr val="0072B2"/>
            </a:solidFill>
            <a:ln w="0">
              <a:noFill/>
              <a:prstDash val="solid"/>
            </a:ln>
          </p:spPr>
        </p:sp>
        <p:sp>
          <p:nvSpPr>
            <p:cNvPr id="1687" name="four:barrier-filling:filled-output-cell-16:1411"/>
            <p:cNvSpPr>
              <a:spLocks noGrp="1"/>
            </p:cNvSpPr>
            <p:nvPr/>
          </p:nvSpPr>
          <p:spPr>
            <a:xfrm>
              <a:off x="16252825" y="7343775"/>
              <a:ext cx="19248" cy="200025"/>
            </a:xfrm>
            <a:prstGeom prst="rect">
              <a:avLst/>
            </a:prstGeom>
            <a:solidFill>
              <a:srgbClr val="0072B2"/>
            </a:solidFill>
            <a:ln w="0">
              <a:noFill/>
              <a:prstDash val="solid"/>
            </a:ln>
          </p:spPr>
        </p:sp>
        <p:sp>
          <p:nvSpPr>
            <p:cNvPr id="1688" name="four:barrier-filling:filled-output-cell-17:1412"/>
            <p:cNvSpPr>
              <a:spLocks noGrp="1"/>
            </p:cNvSpPr>
            <p:nvPr/>
          </p:nvSpPr>
          <p:spPr>
            <a:xfrm>
              <a:off x="16272073" y="7343775"/>
              <a:ext cx="19248" cy="200025"/>
            </a:xfrm>
            <a:prstGeom prst="rect">
              <a:avLst/>
            </a:prstGeom>
            <a:solidFill>
              <a:srgbClr val="0072B2"/>
            </a:solidFill>
            <a:ln w="0">
              <a:noFill/>
              <a:prstDash val="solid"/>
            </a:ln>
          </p:spPr>
        </p:sp>
        <p:sp>
          <p:nvSpPr>
            <p:cNvPr id="1689" name="four:barrier-filling:filled-output-cell-18:1413"/>
            <p:cNvSpPr>
              <a:spLocks noGrp="1"/>
            </p:cNvSpPr>
            <p:nvPr/>
          </p:nvSpPr>
          <p:spPr>
            <a:xfrm>
              <a:off x="16291322" y="7343775"/>
              <a:ext cx="19248" cy="200025"/>
            </a:xfrm>
            <a:prstGeom prst="rect">
              <a:avLst/>
            </a:prstGeom>
            <a:solidFill>
              <a:srgbClr val="0072B2"/>
            </a:solidFill>
            <a:ln w="0">
              <a:noFill/>
              <a:prstDash val="solid"/>
            </a:ln>
          </p:spPr>
        </p:sp>
        <p:sp>
          <p:nvSpPr>
            <p:cNvPr id="1690" name="four:barrier-filling:filled-output-cell-19:1414"/>
            <p:cNvSpPr>
              <a:spLocks noGrp="1"/>
            </p:cNvSpPr>
            <p:nvPr/>
          </p:nvSpPr>
          <p:spPr>
            <a:xfrm>
              <a:off x="16310570" y="7343775"/>
              <a:ext cx="19248" cy="200025"/>
            </a:xfrm>
            <a:prstGeom prst="rect">
              <a:avLst/>
            </a:prstGeom>
            <a:solidFill>
              <a:srgbClr val="0072B2"/>
            </a:solidFill>
            <a:ln w="0">
              <a:noFill/>
              <a:prstDash val="solid"/>
            </a:ln>
          </p:spPr>
        </p:sp>
        <p:sp>
          <p:nvSpPr>
            <p:cNvPr id="1691" name="four:barrier-filling:filled-output-cell-20:1415"/>
            <p:cNvSpPr>
              <a:spLocks noGrp="1"/>
            </p:cNvSpPr>
            <p:nvPr/>
          </p:nvSpPr>
          <p:spPr>
            <a:xfrm>
              <a:off x="16329819" y="7343775"/>
              <a:ext cx="19248" cy="200025"/>
            </a:xfrm>
            <a:prstGeom prst="rect">
              <a:avLst/>
            </a:prstGeom>
            <a:solidFill>
              <a:srgbClr val="0072B2"/>
            </a:solidFill>
            <a:ln w="0">
              <a:noFill/>
              <a:prstDash val="solid"/>
            </a:ln>
          </p:spPr>
        </p:sp>
        <p:sp>
          <p:nvSpPr>
            <p:cNvPr id="1692" name="four:barrier-filling:filled-output-cell-21:1416"/>
            <p:cNvSpPr>
              <a:spLocks noGrp="1"/>
            </p:cNvSpPr>
            <p:nvPr/>
          </p:nvSpPr>
          <p:spPr>
            <a:xfrm>
              <a:off x="16349067" y="7343775"/>
              <a:ext cx="19248" cy="200025"/>
            </a:xfrm>
            <a:prstGeom prst="rect">
              <a:avLst/>
            </a:prstGeom>
            <a:solidFill>
              <a:srgbClr val="0072B2"/>
            </a:solidFill>
            <a:ln w="0">
              <a:noFill/>
              <a:prstDash val="solid"/>
            </a:ln>
          </p:spPr>
        </p:sp>
        <p:sp>
          <p:nvSpPr>
            <p:cNvPr id="1693" name="four:barrier-filling:filled-output-cell-22:1417"/>
            <p:cNvSpPr>
              <a:spLocks noGrp="1"/>
            </p:cNvSpPr>
            <p:nvPr/>
          </p:nvSpPr>
          <p:spPr>
            <a:xfrm>
              <a:off x="16368316" y="7343775"/>
              <a:ext cx="19248" cy="200025"/>
            </a:xfrm>
            <a:prstGeom prst="rect">
              <a:avLst/>
            </a:prstGeom>
            <a:solidFill>
              <a:srgbClr val="0072B2"/>
            </a:solidFill>
            <a:ln w="0">
              <a:noFill/>
              <a:prstDash val="solid"/>
            </a:ln>
          </p:spPr>
        </p:sp>
        <p:sp>
          <p:nvSpPr>
            <p:cNvPr id="1694" name="four:barrier-filling:filled-output-cell-23:1418"/>
            <p:cNvSpPr>
              <a:spLocks noGrp="1"/>
            </p:cNvSpPr>
            <p:nvPr/>
          </p:nvSpPr>
          <p:spPr>
            <a:xfrm>
              <a:off x="16387564" y="7343775"/>
              <a:ext cx="19248" cy="200025"/>
            </a:xfrm>
            <a:prstGeom prst="rect">
              <a:avLst/>
            </a:prstGeom>
            <a:solidFill>
              <a:srgbClr val="0977B4"/>
            </a:solidFill>
            <a:ln w="0">
              <a:noFill/>
              <a:prstDash val="solid"/>
            </a:ln>
          </p:spPr>
        </p:sp>
        <p:sp>
          <p:nvSpPr>
            <p:cNvPr id="1695" name="four:barrier-filling:filled-output-cell-24:1419"/>
            <p:cNvSpPr>
              <a:spLocks noGrp="1"/>
            </p:cNvSpPr>
            <p:nvPr/>
          </p:nvSpPr>
          <p:spPr>
            <a:xfrm>
              <a:off x="16406813" y="7343775"/>
              <a:ext cx="19248" cy="200025"/>
            </a:xfrm>
            <a:prstGeom prst="rect">
              <a:avLst/>
            </a:prstGeom>
            <a:solidFill>
              <a:srgbClr val="2385BB"/>
            </a:solidFill>
            <a:ln w="0">
              <a:noFill/>
              <a:prstDash val="solid"/>
            </a:ln>
          </p:spPr>
        </p:sp>
        <p:sp>
          <p:nvSpPr>
            <p:cNvPr id="1696" name="four:barrier-filling:filled-output-cell-25:1420"/>
            <p:cNvSpPr>
              <a:spLocks noGrp="1"/>
            </p:cNvSpPr>
            <p:nvPr/>
          </p:nvSpPr>
          <p:spPr>
            <a:xfrm>
              <a:off x="16426061" y="7343775"/>
              <a:ext cx="19248" cy="200025"/>
            </a:xfrm>
            <a:prstGeom prst="rect">
              <a:avLst/>
            </a:prstGeom>
            <a:solidFill>
              <a:srgbClr val="4899C5"/>
            </a:solidFill>
            <a:ln w="0">
              <a:noFill/>
              <a:prstDash val="solid"/>
            </a:ln>
          </p:spPr>
        </p:sp>
        <p:sp>
          <p:nvSpPr>
            <p:cNvPr id="1697" name="four:barrier-filling:filled-output-cell-26:1421"/>
            <p:cNvSpPr>
              <a:spLocks noGrp="1"/>
            </p:cNvSpPr>
            <p:nvPr/>
          </p:nvSpPr>
          <p:spPr>
            <a:xfrm>
              <a:off x="16445309" y="7343775"/>
              <a:ext cx="19248" cy="200025"/>
            </a:xfrm>
            <a:prstGeom prst="rect">
              <a:avLst/>
            </a:prstGeom>
            <a:solidFill>
              <a:srgbClr val="72AFD1"/>
            </a:solidFill>
            <a:ln w="0">
              <a:noFill/>
              <a:prstDash val="solid"/>
            </a:ln>
          </p:spPr>
        </p:sp>
        <p:sp>
          <p:nvSpPr>
            <p:cNvPr id="1698" name="four:barrier-filling:filled-output-cell-27:1422"/>
            <p:cNvSpPr>
              <a:spLocks noGrp="1"/>
            </p:cNvSpPr>
            <p:nvPr/>
          </p:nvSpPr>
          <p:spPr>
            <a:xfrm>
              <a:off x="16464558" y="7343775"/>
              <a:ext cx="19248" cy="200025"/>
            </a:xfrm>
            <a:prstGeom prst="rect">
              <a:avLst/>
            </a:prstGeom>
            <a:solidFill>
              <a:srgbClr val="9CC5DC"/>
            </a:solidFill>
            <a:ln w="0">
              <a:noFill/>
              <a:prstDash val="solid"/>
            </a:ln>
          </p:spPr>
        </p:sp>
        <p:sp>
          <p:nvSpPr>
            <p:cNvPr id="1699" name="four:barrier-filling:filled-output-cell-28:1423"/>
            <p:cNvSpPr>
              <a:spLocks noGrp="1"/>
            </p:cNvSpPr>
            <p:nvPr/>
          </p:nvSpPr>
          <p:spPr>
            <a:xfrm>
              <a:off x="16483806" y="7343775"/>
              <a:ext cx="19248" cy="200025"/>
            </a:xfrm>
            <a:prstGeom prst="rect">
              <a:avLst/>
            </a:prstGeom>
            <a:solidFill>
              <a:srgbClr val="C9DBE4"/>
            </a:solidFill>
            <a:ln w="0">
              <a:noFill/>
              <a:prstDash val="solid"/>
            </a:ln>
          </p:spPr>
        </p:sp>
        <p:sp>
          <p:nvSpPr>
            <p:cNvPr id="1700" name="four:barrier-filling:filled-output-cell-29:1424"/>
            <p:cNvSpPr>
              <a:spLocks noGrp="1"/>
            </p:cNvSpPr>
            <p:nvPr/>
          </p:nvSpPr>
          <p:spPr>
            <a:xfrm>
              <a:off x="16503055" y="7343775"/>
              <a:ext cx="19248" cy="200025"/>
            </a:xfrm>
            <a:prstGeom prst="rect">
              <a:avLst/>
            </a:prstGeom>
            <a:solidFill>
              <a:srgbClr val="D8E5EB"/>
            </a:solidFill>
            <a:ln w="0">
              <a:noFill/>
              <a:prstDash val="solid"/>
            </a:ln>
          </p:spPr>
        </p:sp>
        <p:sp>
          <p:nvSpPr>
            <p:cNvPr id="1701" name="four:barrier-filling:filled-output-cell-30:1425"/>
            <p:cNvSpPr>
              <a:spLocks noGrp="1"/>
            </p:cNvSpPr>
            <p:nvPr/>
          </p:nvSpPr>
          <p:spPr>
            <a:xfrm>
              <a:off x="16522303" y="7343775"/>
              <a:ext cx="19248" cy="200025"/>
            </a:xfrm>
            <a:prstGeom prst="rect">
              <a:avLst/>
            </a:prstGeom>
            <a:solidFill>
              <a:srgbClr val="DCE8ED"/>
            </a:solidFill>
            <a:ln w="0">
              <a:noFill/>
              <a:prstDash val="solid"/>
            </a:ln>
          </p:spPr>
        </p:sp>
        <p:sp>
          <p:nvSpPr>
            <p:cNvPr id="1702" name="four:barrier-filling:filled-output-cell-31:1426"/>
            <p:cNvSpPr>
              <a:spLocks noGrp="1"/>
            </p:cNvSpPr>
            <p:nvPr/>
          </p:nvSpPr>
          <p:spPr>
            <a:xfrm>
              <a:off x="16541552" y="7343775"/>
              <a:ext cx="19248" cy="200025"/>
            </a:xfrm>
            <a:prstGeom prst="rect">
              <a:avLst/>
            </a:prstGeom>
            <a:solidFill>
              <a:srgbClr val="DCE8ED"/>
            </a:solidFill>
            <a:ln w="0">
              <a:noFill/>
              <a:prstDash val="solid"/>
            </a:ln>
          </p:spPr>
        </p:sp>
        <p:sp>
          <p:nvSpPr>
            <p:cNvPr id="1703" name="four:barrier-filling:filled-output-cell-32:1427"/>
            <p:cNvSpPr>
              <a:spLocks noGrp="1"/>
            </p:cNvSpPr>
            <p:nvPr/>
          </p:nvSpPr>
          <p:spPr>
            <a:xfrm>
              <a:off x="16560800" y="7343775"/>
              <a:ext cx="19248" cy="200025"/>
            </a:xfrm>
            <a:prstGeom prst="rect">
              <a:avLst/>
            </a:prstGeom>
            <a:solidFill>
              <a:srgbClr val="DCE8ED"/>
            </a:solidFill>
            <a:ln w="0">
              <a:noFill/>
              <a:prstDash val="solid"/>
            </a:ln>
          </p:spPr>
        </p:sp>
        <p:sp>
          <p:nvSpPr>
            <p:cNvPr id="1704" name="four:barrier-filling:filled-output-cell-33:1428"/>
            <p:cNvSpPr>
              <a:spLocks noGrp="1"/>
            </p:cNvSpPr>
            <p:nvPr/>
          </p:nvSpPr>
          <p:spPr>
            <a:xfrm>
              <a:off x="16580048" y="7343775"/>
              <a:ext cx="19248" cy="200025"/>
            </a:xfrm>
            <a:prstGeom prst="rect">
              <a:avLst/>
            </a:prstGeom>
            <a:solidFill>
              <a:srgbClr val="DCE8ED"/>
            </a:solidFill>
            <a:ln w="0">
              <a:noFill/>
              <a:prstDash val="solid"/>
            </a:ln>
          </p:spPr>
        </p:sp>
        <p:sp>
          <p:nvSpPr>
            <p:cNvPr id="1705" name="four:barrier-filling:filled-output-cell-34:1429"/>
            <p:cNvSpPr>
              <a:spLocks noGrp="1"/>
            </p:cNvSpPr>
            <p:nvPr/>
          </p:nvSpPr>
          <p:spPr>
            <a:xfrm>
              <a:off x="16599297" y="7343775"/>
              <a:ext cx="19248" cy="200025"/>
            </a:xfrm>
            <a:prstGeom prst="rect">
              <a:avLst/>
            </a:prstGeom>
            <a:solidFill>
              <a:srgbClr val="DCE8ED"/>
            </a:solidFill>
            <a:ln w="0">
              <a:noFill/>
              <a:prstDash val="solid"/>
            </a:ln>
          </p:spPr>
        </p:sp>
        <p:sp>
          <p:nvSpPr>
            <p:cNvPr id="1706" name="four:barrier-filling:filled-output-cell-35:1430"/>
            <p:cNvSpPr>
              <a:spLocks noGrp="1"/>
            </p:cNvSpPr>
            <p:nvPr/>
          </p:nvSpPr>
          <p:spPr>
            <a:xfrm>
              <a:off x="16618545" y="7343775"/>
              <a:ext cx="19248" cy="200025"/>
            </a:xfrm>
            <a:prstGeom prst="rect">
              <a:avLst/>
            </a:prstGeom>
            <a:solidFill>
              <a:srgbClr val="DCE8ED"/>
            </a:solidFill>
            <a:ln w="0">
              <a:noFill/>
              <a:prstDash val="solid"/>
            </a:ln>
          </p:spPr>
        </p:sp>
        <p:sp>
          <p:nvSpPr>
            <p:cNvPr id="1707" name="four:barrier-filling:filled-output-cell-36:1431"/>
            <p:cNvSpPr>
              <a:spLocks noGrp="1"/>
            </p:cNvSpPr>
            <p:nvPr/>
          </p:nvSpPr>
          <p:spPr>
            <a:xfrm>
              <a:off x="16637794" y="7343775"/>
              <a:ext cx="19248" cy="200025"/>
            </a:xfrm>
            <a:prstGeom prst="rect">
              <a:avLst/>
            </a:prstGeom>
            <a:solidFill>
              <a:srgbClr val="DCE8ED"/>
            </a:solidFill>
            <a:ln w="0">
              <a:noFill/>
              <a:prstDash val="solid"/>
            </a:ln>
          </p:spPr>
        </p:sp>
        <p:sp>
          <p:nvSpPr>
            <p:cNvPr id="1708" name="four:barrier-filling:filled-output-cell-37:1432"/>
            <p:cNvSpPr>
              <a:spLocks noGrp="1"/>
            </p:cNvSpPr>
            <p:nvPr/>
          </p:nvSpPr>
          <p:spPr>
            <a:xfrm>
              <a:off x="16657042" y="7343775"/>
              <a:ext cx="19248" cy="200025"/>
            </a:xfrm>
            <a:prstGeom prst="rect">
              <a:avLst/>
            </a:prstGeom>
            <a:solidFill>
              <a:srgbClr val="DCE8ED"/>
            </a:solidFill>
            <a:ln w="0">
              <a:noFill/>
              <a:prstDash val="solid"/>
            </a:ln>
          </p:spPr>
        </p:sp>
        <p:sp>
          <p:nvSpPr>
            <p:cNvPr id="1709" name="four:barrier-filling:filled-output-cell-38:1433"/>
            <p:cNvSpPr>
              <a:spLocks noGrp="1"/>
            </p:cNvSpPr>
            <p:nvPr/>
          </p:nvSpPr>
          <p:spPr>
            <a:xfrm>
              <a:off x="16676291" y="7343775"/>
              <a:ext cx="19248" cy="200025"/>
            </a:xfrm>
            <a:prstGeom prst="rect">
              <a:avLst/>
            </a:prstGeom>
            <a:solidFill>
              <a:srgbClr val="DCE8ED"/>
            </a:solidFill>
            <a:ln w="0">
              <a:noFill/>
              <a:prstDash val="solid"/>
            </a:ln>
          </p:spPr>
        </p:sp>
        <p:sp>
          <p:nvSpPr>
            <p:cNvPr id="1710" name="four:barrier-filling:filled-output-cell-39:1434"/>
            <p:cNvSpPr>
              <a:spLocks noGrp="1"/>
            </p:cNvSpPr>
            <p:nvPr/>
          </p:nvSpPr>
          <p:spPr>
            <a:xfrm>
              <a:off x="16695539" y="7343775"/>
              <a:ext cx="19248" cy="200025"/>
            </a:xfrm>
            <a:prstGeom prst="rect">
              <a:avLst/>
            </a:prstGeom>
            <a:solidFill>
              <a:srgbClr val="DCE8ED"/>
            </a:solidFill>
            <a:ln w="0">
              <a:noFill/>
              <a:prstDash val="solid"/>
            </a:ln>
          </p:spPr>
        </p:sp>
        <p:sp>
          <p:nvSpPr>
            <p:cNvPr id="1711" name="four:barrier-filling:filled-output-cell-40:1435"/>
            <p:cNvSpPr>
              <a:spLocks noGrp="1"/>
            </p:cNvSpPr>
            <p:nvPr/>
          </p:nvSpPr>
          <p:spPr>
            <a:xfrm>
              <a:off x="16714788" y="7343775"/>
              <a:ext cx="19248" cy="200025"/>
            </a:xfrm>
            <a:prstGeom prst="rect">
              <a:avLst/>
            </a:prstGeom>
            <a:solidFill>
              <a:srgbClr val="DCE8ED"/>
            </a:solidFill>
            <a:ln w="0">
              <a:noFill/>
              <a:prstDash val="solid"/>
            </a:ln>
          </p:spPr>
        </p:sp>
        <p:sp>
          <p:nvSpPr>
            <p:cNvPr id="1712" name="four:barrier-filling:filled-output-cell-41:1436"/>
            <p:cNvSpPr>
              <a:spLocks noGrp="1"/>
            </p:cNvSpPr>
            <p:nvPr/>
          </p:nvSpPr>
          <p:spPr>
            <a:xfrm>
              <a:off x="16734036" y="7343775"/>
              <a:ext cx="19248" cy="200025"/>
            </a:xfrm>
            <a:prstGeom prst="rect">
              <a:avLst/>
            </a:prstGeom>
            <a:solidFill>
              <a:srgbClr val="DCE8ED"/>
            </a:solidFill>
            <a:ln w="0">
              <a:noFill/>
              <a:prstDash val="solid"/>
            </a:ln>
          </p:spPr>
        </p:sp>
        <p:sp>
          <p:nvSpPr>
            <p:cNvPr id="1713" name="four:barrier-filling:filled-output-cell-42:1437"/>
            <p:cNvSpPr>
              <a:spLocks noGrp="1"/>
            </p:cNvSpPr>
            <p:nvPr/>
          </p:nvSpPr>
          <p:spPr>
            <a:xfrm>
              <a:off x="16753284" y="7343775"/>
              <a:ext cx="19248" cy="200025"/>
            </a:xfrm>
            <a:prstGeom prst="rect">
              <a:avLst/>
            </a:prstGeom>
            <a:solidFill>
              <a:srgbClr val="DCE8ED"/>
            </a:solidFill>
            <a:ln w="0">
              <a:noFill/>
              <a:prstDash val="solid"/>
            </a:ln>
          </p:spPr>
        </p:sp>
        <p:sp>
          <p:nvSpPr>
            <p:cNvPr id="1714" name="four:barrier-filling:filled-output-cell-43:1438"/>
            <p:cNvSpPr>
              <a:spLocks noGrp="1"/>
            </p:cNvSpPr>
            <p:nvPr/>
          </p:nvSpPr>
          <p:spPr>
            <a:xfrm>
              <a:off x="16772533" y="7343775"/>
              <a:ext cx="19248" cy="200025"/>
            </a:xfrm>
            <a:prstGeom prst="rect">
              <a:avLst/>
            </a:prstGeom>
            <a:solidFill>
              <a:srgbClr val="DCE8ED"/>
            </a:solidFill>
            <a:ln w="0">
              <a:noFill/>
              <a:prstDash val="solid"/>
            </a:ln>
          </p:spPr>
        </p:sp>
        <p:sp>
          <p:nvSpPr>
            <p:cNvPr id="1715" name="four:barrier-filling:filled-output-cell-44:1439"/>
            <p:cNvSpPr>
              <a:spLocks noGrp="1"/>
            </p:cNvSpPr>
            <p:nvPr/>
          </p:nvSpPr>
          <p:spPr>
            <a:xfrm>
              <a:off x="16791781" y="7343775"/>
              <a:ext cx="19248" cy="200025"/>
            </a:xfrm>
            <a:prstGeom prst="rect">
              <a:avLst/>
            </a:prstGeom>
            <a:solidFill>
              <a:srgbClr val="DCE8ED"/>
            </a:solidFill>
            <a:ln w="0">
              <a:noFill/>
              <a:prstDash val="solid"/>
            </a:ln>
          </p:spPr>
        </p:sp>
        <p:sp>
          <p:nvSpPr>
            <p:cNvPr id="1716" name="four:barrier-filling:filled-output-cell-45:1440"/>
            <p:cNvSpPr>
              <a:spLocks noGrp="1"/>
            </p:cNvSpPr>
            <p:nvPr/>
          </p:nvSpPr>
          <p:spPr>
            <a:xfrm>
              <a:off x="16811030" y="7343775"/>
              <a:ext cx="19248" cy="200025"/>
            </a:xfrm>
            <a:prstGeom prst="rect">
              <a:avLst/>
            </a:prstGeom>
            <a:solidFill>
              <a:srgbClr val="DCE8ED"/>
            </a:solidFill>
            <a:ln w="0">
              <a:noFill/>
              <a:prstDash val="solid"/>
            </a:ln>
          </p:spPr>
        </p:sp>
        <p:sp>
          <p:nvSpPr>
            <p:cNvPr id="1717" name="four:barrier-filling:filled-output-cell-46:1441"/>
            <p:cNvSpPr>
              <a:spLocks noGrp="1"/>
            </p:cNvSpPr>
            <p:nvPr/>
          </p:nvSpPr>
          <p:spPr>
            <a:xfrm>
              <a:off x="16830278" y="7343775"/>
              <a:ext cx="19248" cy="200025"/>
            </a:xfrm>
            <a:prstGeom prst="rect">
              <a:avLst/>
            </a:prstGeom>
            <a:solidFill>
              <a:srgbClr val="DCE8ED"/>
            </a:solidFill>
            <a:ln w="0">
              <a:noFill/>
              <a:prstDash val="solid"/>
            </a:ln>
          </p:spPr>
        </p:sp>
        <p:sp>
          <p:nvSpPr>
            <p:cNvPr id="1718" name="four:barrier-filling:filled-output-cell-47:1442"/>
            <p:cNvSpPr>
              <a:spLocks noGrp="1"/>
            </p:cNvSpPr>
            <p:nvPr/>
          </p:nvSpPr>
          <p:spPr>
            <a:xfrm>
              <a:off x="16849527" y="7343775"/>
              <a:ext cx="19248" cy="200025"/>
            </a:xfrm>
            <a:prstGeom prst="rect">
              <a:avLst/>
            </a:prstGeom>
            <a:solidFill>
              <a:srgbClr val="DCE8ED"/>
            </a:solidFill>
            <a:ln w="0">
              <a:noFill/>
              <a:prstDash val="solid"/>
            </a:ln>
          </p:spPr>
        </p:sp>
        <p:sp>
          <p:nvSpPr>
            <p:cNvPr id="1719" name="four:barrier-filling:filled-output-cell-48:1443"/>
            <p:cNvSpPr>
              <a:spLocks noGrp="1"/>
            </p:cNvSpPr>
            <p:nvPr/>
          </p:nvSpPr>
          <p:spPr>
            <a:xfrm>
              <a:off x="16868775" y="7343775"/>
              <a:ext cx="19248" cy="200025"/>
            </a:xfrm>
            <a:prstGeom prst="rect">
              <a:avLst/>
            </a:prstGeom>
            <a:solidFill>
              <a:srgbClr val="DCE8ED"/>
            </a:solidFill>
            <a:ln w="0">
              <a:noFill/>
              <a:prstDash val="solid"/>
            </a:ln>
          </p:spPr>
        </p:sp>
        <p:sp>
          <p:nvSpPr>
            <p:cNvPr id="1720" name="four:barrier-filling:filled-output-cell-49:1444"/>
            <p:cNvSpPr>
              <a:spLocks noGrp="1"/>
            </p:cNvSpPr>
            <p:nvPr/>
          </p:nvSpPr>
          <p:spPr>
            <a:xfrm>
              <a:off x="16888023" y="7343775"/>
              <a:ext cx="19248" cy="200025"/>
            </a:xfrm>
            <a:prstGeom prst="rect">
              <a:avLst/>
            </a:prstGeom>
            <a:solidFill>
              <a:srgbClr val="DCE8ED"/>
            </a:solidFill>
            <a:ln w="0">
              <a:noFill/>
              <a:prstDash val="solid"/>
            </a:ln>
          </p:spPr>
        </p:sp>
        <p:sp>
          <p:nvSpPr>
            <p:cNvPr id="1721" name="four:barrier-filling:filled-output-cell-50:1445"/>
            <p:cNvSpPr>
              <a:spLocks noGrp="1"/>
            </p:cNvSpPr>
            <p:nvPr/>
          </p:nvSpPr>
          <p:spPr>
            <a:xfrm>
              <a:off x="16907272" y="7343775"/>
              <a:ext cx="19248" cy="200025"/>
            </a:xfrm>
            <a:prstGeom prst="rect">
              <a:avLst/>
            </a:prstGeom>
            <a:solidFill>
              <a:srgbClr val="DCE8ED"/>
            </a:solidFill>
            <a:ln w="0">
              <a:noFill/>
              <a:prstDash val="solid"/>
            </a:ln>
          </p:spPr>
        </p:sp>
        <p:sp>
          <p:nvSpPr>
            <p:cNvPr id="1722" name="four:barrier-filling:filled-output-cell-51:1446"/>
            <p:cNvSpPr>
              <a:spLocks noGrp="1"/>
            </p:cNvSpPr>
            <p:nvPr/>
          </p:nvSpPr>
          <p:spPr>
            <a:xfrm>
              <a:off x="16926520" y="7343775"/>
              <a:ext cx="19248" cy="200025"/>
            </a:xfrm>
            <a:prstGeom prst="rect">
              <a:avLst/>
            </a:prstGeom>
            <a:solidFill>
              <a:srgbClr val="DCE8ED"/>
            </a:solidFill>
            <a:ln w="0">
              <a:noFill/>
              <a:prstDash val="solid"/>
            </a:ln>
          </p:spPr>
        </p:sp>
        <p:sp>
          <p:nvSpPr>
            <p:cNvPr id="1723" name="four:barrier-filling:filled-output-cell-52:1447"/>
            <p:cNvSpPr>
              <a:spLocks noGrp="1"/>
            </p:cNvSpPr>
            <p:nvPr/>
          </p:nvSpPr>
          <p:spPr>
            <a:xfrm>
              <a:off x="16945769" y="7343775"/>
              <a:ext cx="19248" cy="200025"/>
            </a:xfrm>
            <a:prstGeom prst="rect">
              <a:avLst/>
            </a:prstGeom>
            <a:solidFill>
              <a:srgbClr val="DCE8ED"/>
            </a:solidFill>
            <a:ln w="0">
              <a:noFill/>
              <a:prstDash val="solid"/>
            </a:ln>
          </p:spPr>
        </p:sp>
        <p:sp>
          <p:nvSpPr>
            <p:cNvPr id="1724" name="four:barrier-filling:filled-output-cell-53:1448"/>
            <p:cNvSpPr>
              <a:spLocks noGrp="1"/>
            </p:cNvSpPr>
            <p:nvPr/>
          </p:nvSpPr>
          <p:spPr>
            <a:xfrm>
              <a:off x="16965017" y="7343775"/>
              <a:ext cx="19248" cy="200025"/>
            </a:xfrm>
            <a:prstGeom prst="rect">
              <a:avLst/>
            </a:prstGeom>
            <a:solidFill>
              <a:srgbClr val="DCE8ED"/>
            </a:solidFill>
            <a:ln w="0">
              <a:noFill/>
              <a:prstDash val="solid"/>
            </a:ln>
          </p:spPr>
        </p:sp>
        <p:sp>
          <p:nvSpPr>
            <p:cNvPr id="1725" name="four:barrier-filling:filled-output-cell-54:1449"/>
            <p:cNvSpPr>
              <a:spLocks noGrp="1"/>
            </p:cNvSpPr>
            <p:nvPr/>
          </p:nvSpPr>
          <p:spPr>
            <a:xfrm>
              <a:off x="16984266" y="7343775"/>
              <a:ext cx="19248" cy="200025"/>
            </a:xfrm>
            <a:prstGeom prst="rect">
              <a:avLst/>
            </a:prstGeom>
            <a:solidFill>
              <a:srgbClr val="DCE8ED"/>
            </a:solidFill>
            <a:ln w="0">
              <a:noFill/>
              <a:prstDash val="solid"/>
            </a:ln>
          </p:spPr>
        </p:sp>
        <p:sp>
          <p:nvSpPr>
            <p:cNvPr id="1726" name="four:barrier-filling:filled-output-cell-55:1450"/>
            <p:cNvSpPr>
              <a:spLocks noGrp="1"/>
            </p:cNvSpPr>
            <p:nvPr/>
          </p:nvSpPr>
          <p:spPr>
            <a:xfrm>
              <a:off x="17003514" y="7343775"/>
              <a:ext cx="19248" cy="200025"/>
            </a:xfrm>
            <a:prstGeom prst="rect">
              <a:avLst/>
            </a:prstGeom>
            <a:solidFill>
              <a:srgbClr val="DCE8ED"/>
            </a:solidFill>
            <a:ln w="0">
              <a:noFill/>
              <a:prstDash val="solid"/>
            </a:ln>
          </p:spPr>
        </p:sp>
        <p:sp>
          <p:nvSpPr>
            <p:cNvPr id="1727" name="four:barrier-filling:filled-output-cell-56:1451"/>
            <p:cNvSpPr>
              <a:spLocks noGrp="1"/>
            </p:cNvSpPr>
            <p:nvPr/>
          </p:nvSpPr>
          <p:spPr>
            <a:xfrm>
              <a:off x="17022763" y="7343775"/>
              <a:ext cx="19248" cy="200025"/>
            </a:xfrm>
            <a:prstGeom prst="rect">
              <a:avLst/>
            </a:prstGeom>
            <a:solidFill>
              <a:srgbClr val="DBE8EC"/>
            </a:solidFill>
            <a:ln w="0">
              <a:noFill/>
              <a:prstDash val="solid"/>
            </a:ln>
          </p:spPr>
        </p:sp>
        <p:sp>
          <p:nvSpPr>
            <p:cNvPr id="1728" name="four:barrier-filling:filled-output-cell-57:1452"/>
            <p:cNvSpPr>
              <a:spLocks noGrp="1"/>
            </p:cNvSpPr>
            <p:nvPr/>
          </p:nvSpPr>
          <p:spPr>
            <a:xfrm>
              <a:off x="17042011" y="7343775"/>
              <a:ext cx="19248" cy="200025"/>
            </a:xfrm>
            <a:prstGeom prst="rect">
              <a:avLst/>
            </a:prstGeom>
            <a:solidFill>
              <a:srgbClr val="D3E3E5"/>
            </a:solidFill>
            <a:ln w="0">
              <a:noFill/>
              <a:prstDash val="solid"/>
            </a:ln>
          </p:spPr>
        </p:sp>
        <p:sp>
          <p:nvSpPr>
            <p:cNvPr id="1729" name="four:barrier-filling:filled-output-cell-58:1453"/>
            <p:cNvSpPr>
              <a:spLocks noGrp="1"/>
            </p:cNvSpPr>
            <p:nvPr/>
          </p:nvSpPr>
          <p:spPr>
            <a:xfrm>
              <a:off x="17061259" y="7343775"/>
              <a:ext cx="19248" cy="200025"/>
            </a:xfrm>
            <a:prstGeom prst="rect">
              <a:avLst/>
            </a:prstGeom>
            <a:solidFill>
              <a:srgbClr val="DAC9B8"/>
            </a:solidFill>
            <a:ln w="0">
              <a:noFill/>
              <a:prstDash val="solid"/>
            </a:ln>
          </p:spPr>
        </p:sp>
        <p:sp>
          <p:nvSpPr>
            <p:cNvPr id="1730" name="four:barrier-filling:filled-output-cell-59:1454"/>
            <p:cNvSpPr>
              <a:spLocks noGrp="1"/>
            </p:cNvSpPr>
            <p:nvPr/>
          </p:nvSpPr>
          <p:spPr>
            <a:xfrm>
              <a:off x="17080508" y="7343775"/>
              <a:ext cx="19248" cy="200025"/>
            </a:xfrm>
            <a:prstGeom prst="rect">
              <a:avLst/>
            </a:prstGeom>
            <a:solidFill>
              <a:srgbClr val="D9B08D"/>
            </a:solidFill>
            <a:ln w="0">
              <a:noFill/>
              <a:prstDash val="solid"/>
            </a:ln>
          </p:spPr>
        </p:sp>
        <p:sp>
          <p:nvSpPr>
            <p:cNvPr id="1731" name="four:barrier-filling:filled-output-cell-60:1455"/>
            <p:cNvSpPr>
              <a:spLocks noGrp="1"/>
            </p:cNvSpPr>
            <p:nvPr/>
          </p:nvSpPr>
          <p:spPr>
            <a:xfrm>
              <a:off x="17099756" y="7343775"/>
              <a:ext cx="19248" cy="200025"/>
            </a:xfrm>
            <a:prstGeom prst="rect">
              <a:avLst/>
            </a:prstGeom>
            <a:solidFill>
              <a:srgbClr val="D89660"/>
            </a:solidFill>
            <a:ln w="0">
              <a:noFill/>
              <a:prstDash val="solid"/>
            </a:ln>
          </p:spPr>
        </p:sp>
        <p:sp>
          <p:nvSpPr>
            <p:cNvPr id="1732" name="four:barrier-filling:filled-output-cell-61:1456"/>
            <p:cNvSpPr>
              <a:spLocks noGrp="1"/>
            </p:cNvSpPr>
            <p:nvPr/>
          </p:nvSpPr>
          <p:spPr>
            <a:xfrm>
              <a:off x="17119005" y="7343775"/>
              <a:ext cx="19248" cy="200025"/>
            </a:xfrm>
            <a:prstGeom prst="rect">
              <a:avLst/>
            </a:prstGeom>
            <a:solidFill>
              <a:srgbClr val="D77D35"/>
            </a:solidFill>
            <a:ln w="0">
              <a:noFill/>
              <a:prstDash val="solid"/>
            </a:ln>
          </p:spPr>
        </p:sp>
        <p:sp>
          <p:nvSpPr>
            <p:cNvPr id="1733" name="four:barrier-filling:filled-output-cell-62:1457"/>
            <p:cNvSpPr>
              <a:spLocks noGrp="1"/>
            </p:cNvSpPr>
            <p:nvPr/>
          </p:nvSpPr>
          <p:spPr>
            <a:xfrm>
              <a:off x="17138253" y="7343775"/>
              <a:ext cx="19248" cy="200025"/>
            </a:xfrm>
            <a:prstGeom prst="rect">
              <a:avLst/>
            </a:prstGeom>
            <a:solidFill>
              <a:srgbClr val="D66913"/>
            </a:solidFill>
            <a:ln w="0">
              <a:noFill/>
              <a:prstDash val="solid"/>
            </a:ln>
          </p:spPr>
        </p:sp>
        <p:sp>
          <p:nvSpPr>
            <p:cNvPr id="1734" name="four:barrier-filling:filled-output-cell-63:1458"/>
            <p:cNvSpPr>
              <a:spLocks noGrp="1"/>
            </p:cNvSpPr>
            <p:nvPr/>
          </p:nvSpPr>
          <p:spPr>
            <a:xfrm>
              <a:off x="17157502" y="7343775"/>
              <a:ext cx="19248" cy="200025"/>
            </a:xfrm>
            <a:prstGeom prst="rect">
              <a:avLst/>
            </a:prstGeom>
            <a:solidFill>
              <a:srgbClr val="D55F02"/>
            </a:solidFill>
            <a:ln w="0">
              <a:noFill/>
              <a:prstDash val="solid"/>
            </a:ln>
          </p:spPr>
        </p:sp>
        <p:sp>
          <p:nvSpPr>
            <p:cNvPr id="1735" name="four:barrier-filling:filled-output-cell-64:1459"/>
            <p:cNvSpPr>
              <a:spLocks noGrp="1"/>
            </p:cNvSpPr>
            <p:nvPr/>
          </p:nvSpPr>
          <p:spPr>
            <a:xfrm>
              <a:off x="17176750" y="7343775"/>
              <a:ext cx="19248" cy="200025"/>
            </a:xfrm>
            <a:prstGeom prst="rect">
              <a:avLst/>
            </a:prstGeom>
            <a:solidFill>
              <a:srgbClr val="D55E00"/>
            </a:solidFill>
            <a:ln w="0">
              <a:noFill/>
              <a:prstDash val="solid"/>
            </a:ln>
          </p:spPr>
        </p:sp>
        <p:sp>
          <p:nvSpPr>
            <p:cNvPr id="1736" name="four:barrier-filling:filled-output-cell-65:1460"/>
            <p:cNvSpPr>
              <a:spLocks noGrp="1"/>
            </p:cNvSpPr>
            <p:nvPr/>
          </p:nvSpPr>
          <p:spPr>
            <a:xfrm>
              <a:off x="17195998" y="7343775"/>
              <a:ext cx="19248" cy="200025"/>
            </a:xfrm>
            <a:prstGeom prst="rect">
              <a:avLst/>
            </a:prstGeom>
            <a:solidFill>
              <a:srgbClr val="D55E00"/>
            </a:solidFill>
            <a:ln w="0">
              <a:noFill/>
              <a:prstDash val="solid"/>
            </a:ln>
          </p:spPr>
        </p:sp>
        <p:sp>
          <p:nvSpPr>
            <p:cNvPr id="1737" name="four:barrier-filling:filled-output-cell-66:1461"/>
            <p:cNvSpPr>
              <a:spLocks noGrp="1"/>
            </p:cNvSpPr>
            <p:nvPr/>
          </p:nvSpPr>
          <p:spPr>
            <a:xfrm>
              <a:off x="17215247" y="7343775"/>
              <a:ext cx="19248" cy="200025"/>
            </a:xfrm>
            <a:prstGeom prst="rect">
              <a:avLst/>
            </a:prstGeom>
            <a:solidFill>
              <a:srgbClr val="D55E00"/>
            </a:solidFill>
            <a:ln w="0">
              <a:noFill/>
              <a:prstDash val="solid"/>
            </a:ln>
          </p:spPr>
        </p:sp>
        <p:sp>
          <p:nvSpPr>
            <p:cNvPr id="1738" name="four:barrier-filling:filled-output-cell-67:1462"/>
            <p:cNvSpPr>
              <a:spLocks noGrp="1"/>
            </p:cNvSpPr>
            <p:nvPr/>
          </p:nvSpPr>
          <p:spPr>
            <a:xfrm>
              <a:off x="17234495" y="7343775"/>
              <a:ext cx="19248" cy="200025"/>
            </a:xfrm>
            <a:prstGeom prst="rect">
              <a:avLst/>
            </a:prstGeom>
            <a:solidFill>
              <a:srgbClr val="D55E00"/>
            </a:solidFill>
            <a:ln w="0">
              <a:noFill/>
              <a:prstDash val="solid"/>
            </a:ln>
          </p:spPr>
        </p:sp>
        <p:sp>
          <p:nvSpPr>
            <p:cNvPr id="1739" name="four:barrier-filling:filled-output-cell-68:1463"/>
            <p:cNvSpPr>
              <a:spLocks noGrp="1"/>
            </p:cNvSpPr>
            <p:nvPr/>
          </p:nvSpPr>
          <p:spPr>
            <a:xfrm>
              <a:off x="17253744" y="7343775"/>
              <a:ext cx="19248" cy="200025"/>
            </a:xfrm>
            <a:prstGeom prst="rect">
              <a:avLst/>
            </a:prstGeom>
            <a:solidFill>
              <a:srgbClr val="D55E00"/>
            </a:solidFill>
            <a:ln w="0">
              <a:noFill/>
              <a:prstDash val="solid"/>
            </a:ln>
          </p:spPr>
        </p:sp>
        <p:sp>
          <p:nvSpPr>
            <p:cNvPr id="1740" name="four:barrier-filling:filled-output-cell-69:1464"/>
            <p:cNvSpPr>
              <a:spLocks noGrp="1"/>
            </p:cNvSpPr>
            <p:nvPr/>
          </p:nvSpPr>
          <p:spPr>
            <a:xfrm>
              <a:off x="17272992" y="7343775"/>
              <a:ext cx="19248" cy="200025"/>
            </a:xfrm>
            <a:prstGeom prst="rect">
              <a:avLst/>
            </a:prstGeom>
            <a:solidFill>
              <a:srgbClr val="D55E00"/>
            </a:solidFill>
            <a:ln w="0">
              <a:noFill/>
              <a:prstDash val="solid"/>
            </a:ln>
          </p:spPr>
        </p:sp>
        <p:sp>
          <p:nvSpPr>
            <p:cNvPr id="1741" name="four:barrier-filling:filled-output-cell-70:1465"/>
            <p:cNvSpPr>
              <a:spLocks noGrp="1"/>
            </p:cNvSpPr>
            <p:nvPr/>
          </p:nvSpPr>
          <p:spPr>
            <a:xfrm>
              <a:off x="17292241" y="7343775"/>
              <a:ext cx="19248" cy="200025"/>
            </a:xfrm>
            <a:prstGeom prst="rect">
              <a:avLst/>
            </a:prstGeom>
            <a:solidFill>
              <a:srgbClr val="D55E00"/>
            </a:solidFill>
            <a:ln w="0">
              <a:noFill/>
              <a:prstDash val="solid"/>
            </a:ln>
          </p:spPr>
        </p:sp>
        <p:sp>
          <p:nvSpPr>
            <p:cNvPr id="1742" name="four:barrier-filling:filled-output-cell-71:1466"/>
            <p:cNvSpPr>
              <a:spLocks noGrp="1"/>
            </p:cNvSpPr>
            <p:nvPr/>
          </p:nvSpPr>
          <p:spPr>
            <a:xfrm>
              <a:off x="17311489" y="7343775"/>
              <a:ext cx="19248" cy="200025"/>
            </a:xfrm>
            <a:prstGeom prst="rect">
              <a:avLst/>
            </a:prstGeom>
            <a:solidFill>
              <a:srgbClr val="D55E00"/>
            </a:solidFill>
            <a:ln w="0">
              <a:noFill/>
              <a:prstDash val="solid"/>
            </a:ln>
          </p:spPr>
        </p:sp>
        <p:sp>
          <p:nvSpPr>
            <p:cNvPr id="1743" name="four:barrier-filling:filled-output-cell-72:1467"/>
            <p:cNvSpPr>
              <a:spLocks noGrp="1"/>
            </p:cNvSpPr>
            <p:nvPr/>
          </p:nvSpPr>
          <p:spPr>
            <a:xfrm>
              <a:off x="17330738" y="7343775"/>
              <a:ext cx="19248" cy="200025"/>
            </a:xfrm>
            <a:prstGeom prst="rect">
              <a:avLst/>
            </a:prstGeom>
            <a:solidFill>
              <a:srgbClr val="D55E00"/>
            </a:solidFill>
            <a:ln w="0">
              <a:noFill/>
              <a:prstDash val="solid"/>
            </a:ln>
          </p:spPr>
        </p:sp>
        <p:sp>
          <p:nvSpPr>
            <p:cNvPr id="1744" name="four:barrier-filling:filled-output-cell-73:1468"/>
            <p:cNvSpPr>
              <a:spLocks noGrp="1"/>
            </p:cNvSpPr>
            <p:nvPr/>
          </p:nvSpPr>
          <p:spPr>
            <a:xfrm>
              <a:off x="17349986" y="7343775"/>
              <a:ext cx="19248" cy="200025"/>
            </a:xfrm>
            <a:prstGeom prst="rect">
              <a:avLst/>
            </a:prstGeom>
            <a:solidFill>
              <a:srgbClr val="D55E00"/>
            </a:solidFill>
            <a:ln w="0">
              <a:noFill/>
              <a:prstDash val="solid"/>
            </a:ln>
          </p:spPr>
        </p:sp>
        <p:sp>
          <p:nvSpPr>
            <p:cNvPr id="1745" name="four:barrier-filling:filled-output-cell-74:1469"/>
            <p:cNvSpPr>
              <a:spLocks noGrp="1"/>
            </p:cNvSpPr>
            <p:nvPr/>
          </p:nvSpPr>
          <p:spPr>
            <a:xfrm>
              <a:off x="17369234" y="7343775"/>
              <a:ext cx="19248" cy="200025"/>
            </a:xfrm>
            <a:prstGeom prst="rect">
              <a:avLst/>
            </a:prstGeom>
            <a:solidFill>
              <a:srgbClr val="D55E00"/>
            </a:solidFill>
            <a:ln w="0">
              <a:noFill/>
              <a:prstDash val="solid"/>
            </a:ln>
          </p:spPr>
        </p:sp>
        <p:sp>
          <p:nvSpPr>
            <p:cNvPr id="1746" name="four:barrier-filling:filled-output-cell-75:1470"/>
            <p:cNvSpPr>
              <a:spLocks noGrp="1"/>
            </p:cNvSpPr>
            <p:nvPr/>
          </p:nvSpPr>
          <p:spPr>
            <a:xfrm>
              <a:off x="17388483" y="7343775"/>
              <a:ext cx="19248" cy="200025"/>
            </a:xfrm>
            <a:prstGeom prst="rect">
              <a:avLst/>
            </a:prstGeom>
            <a:solidFill>
              <a:srgbClr val="D55E00"/>
            </a:solidFill>
            <a:ln w="0">
              <a:noFill/>
              <a:prstDash val="solid"/>
            </a:ln>
          </p:spPr>
        </p:sp>
        <p:sp>
          <p:nvSpPr>
            <p:cNvPr id="1747" name="four:barrier-filling:filled-output-cell-76:1471"/>
            <p:cNvSpPr>
              <a:spLocks noGrp="1"/>
            </p:cNvSpPr>
            <p:nvPr/>
          </p:nvSpPr>
          <p:spPr>
            <a:xfrm>
              <a:off x="17407731" y="7343775"/>
              <a:ext cx="19248" cy="200025"/>
            </a:xfrm>
            <a:prstGeom prst="rect">
              <a:avLst/>
            </a:prstGeom>
            <a:solidFill>
              <a:srgbClr val="D5640A"/>
            </a:solidFill>
            <a:ln w="0">
              <a:noFill/>
              <a:prstDash val="solid"/>
            </a:ln>
          </p:spPr>
        </p:sp>
        <p:sp>
          <p:nvSpPr>
            <p:cNvPr id="1748" name="four:barrier-filling:filled-output-cell-77:1472"/>
            <p:cNvSpPr>
              <a:spLocks noGrp="1"/>
            </p:cNvSpPr>
            <p:nvPr/>
          </p:nvSpPr>
          <p:spPr>
            <a:xfrm>
              <a:off x="17426980" y="7343775"/>
              <a:ext cx="19248" cy="200025"/>
            </a:xfrm>
            <a:prstGeom prst="rect">
              <a:avLst/>
            </a:prstGeom>
            <a:solidFill>
              <a:srgbClr val="D67120"/>
            </a:solidFill>
            <a:ln w="0">
              <a:noFill/>
              <a:prstDash val="solid"/>
            </a:ln>
          </p:spPr>
        </p:sp>
        <p:sp>
          <p:nvSpPr>
            <p:cNvPr id="1749" name="four:barrier-filling:filled-output-cell-78:1473"/>
            <p:cNvSpPr>
              <a:spLocks noGrp="1"/>
            </p:cNvSpPr>
            <p:nvPr/>
          </p:nvSpPr>
          <p:spPr>
            <a:xfrm>
              <a:off x="17446228" y="7343775"/>
              <a:ext cx="19248" cy="200025"/>
            </a:xfrm>
            <a:prstGeom prst="rect">
              <a:avLst/>
            </a:prstGeom>
            <a:solidFill>
              <a:srgbClr val="D7813D"/>
            </a:solidFill>
            <a:ln w="0">
              <a:noFill/>
              <a:prstDash val="solid"/>
            </a:ln>
          </p:spPr>
        </p:sp>
        <p:sp>
          <p:nvSpPr>
            <p:cNvPr id="1750" name="four:barrier-filling:filled-output-cell-79:1474"/>
            <p:cNvSpPr>
              <a:spLocks noGrp="1"/>
            </p:cNvSpPr>
            <p:nvPr/>
          </p:nvSpPr>
          <p:spPr>
            <a:xfrm>
              <a:off x="17465477" y="7343775"/>
              <a:ext cx="19248" cy="200025"/>
            </a:xfrm>
            <a:prstGeom prst="rect">
              <a:avLst/>
            </a:prstGeom>
            <a:solidFill>
              <a:srgbClr val="A1B0B5"/>
            </a:solidFill>
            <a:ln w="0">
              <a:noFill/>
              <a:prstDash val="solid"/>
            </a:ln>
          </p:spPr>
        </p:sp>
        <p:sp>
          <p:nvSpPr>
            <p:cNvPr id="1751" name="four:barrier-filling:filled-output-cell-80:1475"/>
            <p:cNvSpPr>
              <a:spLocks noGrp="1"/>
            </p:cNvSpPr>
            <p:nvPr/>
          </p:nvSpPr>
          <p:spPr>
            <a:xfrm>
              <a:off x="17484725" y="7343775"/>
              <a:ext cx="19248" cy="200025"/>
            </a:xfrm>
            <a:prstGeom prst="rect">
              <a:avLst/>
            </a:prstGeom>
            <a:solidFill>
              <a:srgbClr val="5CBDA6"/>
            </a:solidFill>
            <a:ln w="0">
              <a:noFill/>
              <a:prstDash val="solid"/>
            </a:ln>
          </p:spPr>
        </p:sp>
        <p:sp>
          <p:nvSpPr>
            <p:cNvPr id="1752" name="four:barrier-filling:filled-output-cell-81:1476"/>
            <p:cNvSpPr>
              <a:spLocks noGrp="1"/>
            </p:cNvSpPr>
            <p:nvPr/>
          </p:nvSpPr>
          <p:spPr>
            <a:xfrm>
              <a:off x="17503973" y="7343775"/>
              <a:ext cx="19248" cy="200025"/>
            </a:xfrm>
            <a:prstGeom prst="rect">
              <a:avLst/>
            </a:prstGeom>
            <a:solidFill>
              <a:srgbClr val="72C4B2"/>
            </a:solidFill>
            <a:ln w="0">
              <a:noFill/>
              <a:prstDash val="solid"/>
            </a:ln>
          </p:spPr>
        </p:sp>
        <p:sp>
          <p:nvSpPr>
            <p:cNvPr id="1753" name="four:barrier-filling:filled-output-cell-82:1477"/>
            <p:cNvSpPr>
              <a:spLocks noGrp="1"/>
            </p:cNvSpPr>
            <p:nvPr/>
          </p:nvSpPr>
          <p:spPr>
            <a:xfrm>
              <a:off x="17523222" y="7343775"/>
              <a:ext cx="19248" cy="200025"/>
            </a:xfrm>
            <a:prstGeom prst="rect">
              <a:avLst/>
            </a:prstGeom>
            <a:solidFill>
              <a:srgbClr val="7FC9BA"/>
            </a:solidFill>
            <a:ln w="0">
              <a:noFill/>
              <a:prstDash val="solid"/>
            </a:ln>
          </p:spPr>
        </p:sp>
        <p:sp>
          <p:nvSpPr>
            <p:cNvPr id="1754" name="four:barrier-filling:filled-output-cell-83:1478"/>
            <p:cNvSpPr>
              <a:spLocks noGrp="1"/>
            </p:cNvSpPr>
            <p:nvPr/>
          </p:nvSpPr>
          <p:spPr>
            <a:xfrm>
              <a:off x="17542470" y="7343775"/>
              <a:ext cx="19248" cy="200025"/>
            </a:xfrm>
            <a:prstGeom prst="rect">
              <a:avLst/>
            </a:prstGeom>
            <a:solidFill>
              <a:srgbClr val="81C9BA"/>
            </a:solidFill>
            <a:ln w="0">
              <a:noFill/>
              <a:prstDash val="solid"/>
            </a:ln>
          </p:spPr>
        </p:sp>
        <p:sp>
          <p:nvSpPr>
            <p:cNvPr id="1755" name="four:barrier-filling:filled-output-cell-84:1479"/>
            <p:cNvSpPr>
              <a:spLocks noGrp="1"/>
            </p:cNvSpPr>
            <p:nvPr/>
          </p:nvSpPr>
          <p:spPr>
            <a:xfrm>
              <a:off x="17561719" y="7343775"/>
              <a:ext cx="19248" cy="200025"/>
            </a:xfrm>
            <a:prstGeom prst="rect">
              <a:avLst/>
            </a:prstGeom>
            <a:solidFill>
              <a:srgbClr val="81C9BA"/>
            </a:solidFill>
            <a:ln w="0">
              <a:noFill/>
              <a:prstDash val="solid"/>
            </a:ln>
          </p:spPr>
        </p:sp>
        <p:sp>
          <p:nvSpPr>
            <p:cNvPr id="1756" name="four:barrier-filling:filled-output-cell-85:1480"/>
            <p:cNvSpPr>
              <a:spLocks noGrp="1"/>
            </p:cNvSpPr>
            <p:nvPr/>
          </p:nvSpPr>
          <p:spPr>
            <a:xfrm>
              <a:off x="17580967" y="7343775"/>
              <a:ext cx="19248" cy="200025"/>
            </a:xfrm>
            <a:prstGeom prst="rect">
              <a:avLst/>
            </a:prstGeom>
            <a:solidFill>
              <a:srgbClr val="81C9BA"/>
            </a:solidFill>
            <a:ln w="0">
              <a:noFill/>
              <a:prstDash val="solid"/>
            </a:ln>
          </p:spPr>
        </p:sp>
        <p:sp>
          <p:nvSpPr>
            <p:cNvPr id="1757" name="four:barrier-filling:filled-output-cell-86:1481"/>
            <p:cNvSpPr>
              <a:spLocks noGrp="1"/>
            </p:cNvSpPr>
            <p:nvPr/>
          </p:nvSpPr>
          <p:spPr>
            <a:xfrm>
              <a:off x="17600216" y="7343775"/>
              <a:ext cx="19248" cy="200025"/>
            </a:xfrm>
            <a:prstGeom prst="rect">
              <a:avLst/>
            </a:prstGeom>
            <a:solidFill>
              <a:srgbClr val="81C9BA"/>
            </a:solidFill>
            <a:ln w="0">
              <a:noFill/>
              <a:prstDash val="solid"/>
            </a:ln>
          </p:spPr>
        </p:sp>
        <p:sp>
          <p:nvSpPr>
            <p:cNvPr id="1758" name="four:barrier-filling:filled-output-cell-87:1482"/>
            <p:cNvSpPr>
              <a:spLocks noGrp="1"/>
            </p:cNvSpPr>
            <p:nvPr/>
          </p:nvSpPr>
          <p:spPr>
            <a:xfrm>
              <a:off x="17619464" y="7343775"/>
              <a:ext cx="19248" cy="200025"/>
            </a:xfrm>
            <a:prstGeom prst="rect">
              <a:avLst/>
            </a:prstGeom>
            <a:solidFill>
              <a:srgbClr val="81C9BA"/>
            </a:solidFill>
            <a:ln w="0">
              <a:noFill/>
              <a:prstDash val="solid"/>
            </a:ln>
          </p:spPr>
        </p:sp>
        <p:sp>
          <p:nvSpPr>
            <p:cNvPr id="1759" name="four:barrier-filling:filled-output-cell-88:1483"/>
            <p:cNvSpPr>
              <a:spLocks noGrp="1"/>
            </p:cNvSpPr>
            <p:nvPr/>
          </p:nvSpPr>
          <p:spPr>
            <a:xfrm>
              <a:off x="17638713" y="7343775"/>
              <a:ext cx="19248" cy="200025"/>
            </a:xfrm>
            <a:prstGeom prst="rect">
              <a:avLst/>
            </a:prstGeom>
            <a:solidFill>
              <a:srgbClr val="81C9BA"/>
            </a:solidFill>
            <a:ln w="0">
              <a:noFill/>
              <a:prstDash val="solid"/>
            </a:ln>
          </p:spPr>
        </p:sp>
        <p:sp>
          <p:nvSpPr>
            <p:cNvPr id="1760" name="four:barrier-filling:filled-output-cell-89:1484"/>
            <p:cNvSpPr>
              <a:spLocks noGrp="1"/>
            </p:cNvSpPr>
            <p:nvPr/>
          </p:nvSpPr>
          <p:spPr>
            <a:xfrm>
              <a:off x="17657961" y="7343775"/>
              <a:ext cx="19248" cy="200025"/>
            </a:xfrm>
            <a:prstGeom prst="rect">
              <a:avLst/>
            </a:prstGeom>
            <a:solidFill>
              <a:srgbClr val="81C9BA"/>
            </a:solidFill>
            <a:ln w="0">
              <a:noFill/>
              <a:prstDash val="solid"/>
            </a:ln>
          </p:spPr>
        </p:sp>
        <p:sp>
          <p:nvSpPr>
            <p:cNvPr id="1761" name="four:barrier-filling:filled-output-cell-90:1485"/>
            <p:cNvSpPr>
              <a:spLocks noGrp="1"/>
            </p:cNvSpPr>
            <p:nvPr/>
          </p:nvSpPr>
          <p:spPr>
            <a:xfrm>
              <a:off x="17677209" y="7343775"/>
              <a:ext cx="19248" cy="200025"/>
            </a:xfrm>
            <a:prstGeom prst="rect">
              <a:avLst/>
            </a:prstGeom>
            <a:solidFill>
              <a:srgbClr val="81C9BA"/>
            </a:solidFill>
            <a:ln w="0">
              <a:noFill/>
              <a:prstDash val="solid"/>
            </a:ln>
          </p:spPr>
        </p:sp>
        <p:sp>
          <p:nvSpPr>
            <p:cNvPr id="1762" name="four:barrier-filling:filled-output-cell-91:1486"/>
            <p:cNvSpPr>
              <a:spLocks noGrp="1"/>
            </p:cNvSpPr>
            <p:nvPr/>
          </p:nvSpPr>
          <p:spPr>
            <a:xfrm>
              <a:off x="17696458" y="7343775"/>
              <a:ext cx="19248" cy="200025"/>
            </a:xfrm>
            <a:prstGeom prst="rect">
              <a:avLst/>
            </a:prstGeom>
            <a:solidFill>
              <a:srgbClr val="81C9BA"/>
            </a:solidFill>
            <a:ln w="0">
              <a:noFill/>
              <a:prstDash val="solid"/>
            </a:ln>
          </p:spPr>
        </p:sp>
        <p:sp>
          <p:nvSpPr>
            <p:cNvPr id="1763" name="four:barrier-filling:filled-output-cell-92:1487"/>
            <p:cNvSpPr>
              <a:spLocks noGrp="1"/>
            </p:cNvSpPr>
            <p:nvPr/>
          </p:nvSpPr>
          <p:spPr>
            <a:xfrm>
              <a:off x="17715706" y="7343775"/>
              <a:ext cx="19248" cy="200025"/>
            </a:xfrm>
            <a:prstGeom prst="rect">
              <a:avLst/>
            </a:prstGeom>
            <a:solidFill>
              <a:srgbClr val="81C9BA"/>
            </a:solidFill>
            <a:ln w="0">
              <a:noFill/>
              <a:prstDash val="solid"/>
            </a:ln>
          </p:spPr>
        </p:sp>
        <p:sp>
          <p:nvSpPr>
            <p:cNvPr id="1764" name="four:barrier-filling:filled-output-cell-93:1488"/>
            <p:cNvSpPr>
              <a:spLocks noGrp="1"/>
            </p:cNvSpPr>
            <p:nvPr/>
          </p:nvSpPr>
          <p:spPr>
            <a:xfrm>
              <a:off x="17734955" y="7343775"/>
              <a:ext cx="19248" cy="200025"/>
            </a:xfrm>
            <a:prstGeom prst="rect">
              <a:avLst/>
            </a:prstGeom>
            <a:solidFill>
              <a:srgbClr val="81C9BA"/>
            </a:solidFill>
            <a:ln w="0">
              <a:noFill/>
              <a:prstDash val="solid"/>
            </a:ln>
          </p:spPr>
        </p:sp>
        <p:sp>
          <p:nvSpPr>
            <p:cNvPr id="1765" name="four:barrier-filling:filled-output-cell-94:1489"/>
            <p:cNvSpPr>
              <a:spLocks noGrp="1"/>
            </p:cNvSpPr>
            <p:nvPr/>
          </p:nvSpPr>
          <p:spPr>
            <a:xfrm>
              <a:off x="17754203" y="7343775"/>
              <a:ext cx="19248" cy="200025"/>
            </a:xfrm>
            <a:prstGeom prst="rect">
              <a:avLst/>
            </a:prstGeom>
            <a:solidFill>
              <a:srgbClr val="81C9BA"/>
            </a:solidFill>
            <a:ln w="0">
              <a:noFill/>
              <a:prstDash val="solid"/>
            </a:ln>
          </p:spPr>
        </p:sp>
        <p:sp>
          <p:nvSpPr>
            <p:cNvPr id="1766" name="four:barrier-filling:filled-output-cell-95:1490"/>
            <p:cNvSpPr>
              <a:spLocks noGrp="1"/>
            </p:cNvSpPr>
            <p:nvPr/>
          </p:nvSpPr>
          <p:spPr>
            <a:xfrm>
              <a:off x="17773452" y="7343775"/>
              <a:ext cx="19248" cy="200025"/>
            </a:xfrm>
            <a:prstGeom prst="rect">
              <a:avLst/>
            </a:prstGeom>
            <a:solidFill>
              <a:srgbClr val="81C9BA"/>
            </a:solidFill>
            <a:ln w="0">
              <a:noFill/>
              <a:prstDash val="solid"/>
            </a:ln>
          </p:spPr>
        </p:sp>
        <p:sp>
          <p:nvSpPr>
            <p:cNvPr id="1767" name="four:barrier-filling:filled-output-cell-96:1491"/>
            <p:cNvSpPr>
              <a:spLocks noGrp="1"/>
            </p:cNvSpPr>
            <p:nvPr/>
          </p:nvSpPr>
          <p:spPr>
            <a:xfrm>
              <a:off x="17792700" y="7343775"/>
              <a:ext cx="19248" cy="200025"/>
            </a:xfrm>
            <a:prstGeom prst="rect">
              <a:avLst/>
            </a:prstGeom>
            <a:solidFill>
              <a:srgbClr val="81C9BA"/>
            </a:solidFill>
            <a:ln w="0">
              <a:noFill/>
              <a:prstDash val="solid"/>
            </a:ln>
          </p:spPr>
        </p:sp>
        <p:sp>
          <p:nvSpPr>
            <p:cNvPr id="1768" name="four:barrier-filling:filled-output-cell-97:1492"/>
            <p:cNvSpPr>
              <a:spLocks noGrp="1"/>
            </p:cNvSpPr>
            <p:nvPr/>
          </p:nvSpPr>
          <p:spPr>
            <a:xfrm>
              <a:off x="17811948" y="7343775"/>
              <a:ext cx="19248" cy="200025"/>
            </a:xfrm>
            <a:prstGeom prst="rect">
              <a:avLst/>
            </a:prstGeom>
            <a:solidFill>
              <a:srgbClr val="81C9BA"/>
            </a:solidFill>
            <a:ln w="0">
              <a:noFill/>
              <a:prstDash val="solid"/>
            </a:ln>
          </p:spPr>
        </p:sp>
        <p:sp>
          <p:nvSpPr>
            <p:cNvPr id="1769" name="four:barrier-filling:filled-output-cell-98:1493"/>
            <p:cNvSpPr>
              <a:spLocks noGrp="1"/>
            </p:cNvSpPr>
            <p:nvPr/>
          </p:nvSpPr>
          <p:spPr>
            <a:xfrm>
              <a:off x="17831197" y="7343775"/>
              <a:ext cx="19248" cy="200025"/>
            </a:xfrm>
            <a:prstGeom prst="rect">
              <a:avLst/>
            </a:prstGeom>
            <a:solidFill>
              <a:srgbClr val="81C9BA"/>
            </a:solidFill>
            <a:ln w="0">
              <a:noFill/>
              <a:prstDash val="solid"/>
            </a:ln>
          </p:spPr>
        </p:sp>
        <p:sp>
          <p:nvSpPr>
            <p:cNvPr id="1770" name="four:barrier-filling:filled-output-cell-99:1494"/>
            <p:cNvSpPr>
              <a:spLocks noGrp="1"/>
            </p:cNvSpPr>
            <p:nvPr/>
          </p:nvSpPr>
          <p:spPr>
            <a:xfrm>
              <a:off x="17850445" y="7343775"/>
              <a:ext cx="19248" cy="200025"/>
            </a:xfrm>
            <a:prstGeom prst="rect">
              <a:avLst/>
            </a:prstGeom>
            <a:solidFill>
              <a:srgbClr val="81C9BA"/>
            </a:solidFill>
            <a:ln w="0">
              <a:noFill/>
              <a:prstDash val="solid"/>
            </a:ln>
          </p:spPr>
        </p:sp>
        <p:sp>
          <p:nvSpPr>
            <p:cNvPr id="1771" name="four:barrier-filling:filled-output-cell-100:1495"/>
            <p:cNvSpPr>
              <a:spLocks noGrp="1"/>
            </p:cNvSpPr>
            <p:nvPr/>
          </p:nvSpPr>
          <p:spPr>
            <a:xfrm>
              <a:off x="17869694" y="7343775"/>
              <a:ext cx="19248" cy="200025"/>
            </a:xfrm>
            <a:prstGeom prst="rect">
              <a:avLst/>
            </a:prstGeom>
            <a:solidFill>
              <a:srgbClr val="81C9BA"/>
            </a:solidFill>
            <a:ln w="0">
              <a:noFill/>
              <a:prstDash val="solid"/>
            </a:ln>
          </p:spPr>
        </p:sp>
        <p:sp>
          <p:nvSpPr>
            <p:cNvPr id="1772" name="four:barrier-filling:filled-output-cell-101:1496"/>
            <p:cNvSpPr>
              <a:spLocks noGrp="1"/>
            </p:cNvSpPr>
            <p:nvPr/>
          </p:nvSpPr>
          <p:spPr>
            <a:xfrm>
              <a:off x="17888942" y="7343775"/>
              <a:ext cx="19248" cy="200025"/>
            </a:xfrm>
            <a:prstGeom prst="rect">
              <a:avLst/>
            </a:prstGeom>
            <a:solidFill>
              <a:srgbClr val="81C9BA"/>
            </a:solidFill>
            <a:ln w="0">
              <a:noFill/>
              <a:prstDash val="solid"/>
            </a:ln>
          </p:spPr>
        </p:sp>
        <p:sp>
          <p:nvSpPr>
            <p:cNvPr id="1773" name="four:barrier-filling:filled-output-cell-102:1497"/>
            <p:cNvSpPr>
              <a:spLocks noGrp="1"/>
            </p:cNvSpPr>
            <p:nvPr/>
          </p:nvSpPr>
          <p:spPr>
            <a:xfrm>
              <a:off x="17908191" y="7343775"/>
              <a:ext cx="19248" cy="200025"/>
            </a:xfrm>
            <a:prstGeom prst="rect">
              <a:avLst/>
            </a:prstGeom>
            <a:solidFill>
              <a:srgbClr val="81C9BA"/>
            </a:solidFill>
            <a:ln w="0">
              <a:noFill/>
              <a:prstDash val="solid"/>
            </a:ln>
          </p:spPr>
        </p:sp>
        <p:sp>
          <p:nvSpPr>
            <p:cNvPr id="1774" name="four:barrier-filling:filled-output-cell-103:1498"/>
            <p:cNvSpPr>
              <a:spLocks noGrp="1"/>
            </p:cNvSpPr>
            <p:nvPr/>
          </p:nvSpPr>
          <p:spPr>
            <a:xfrm>
              <a:off x="17927439" y="7343775"/>
              <a:ext cx="19248" cy="200025"/>
            </a:xfrm>
            <a:prstGeom prst="rect">
              <a:avLst/>
            </a:prstGeom>
            <a:solidFill>
              <a:srgbClr val="81C9BA"/>
            </a:solidFill>
            <a:ln w="0">
              <a:noFill/>
              <a:prstDash val="solid"/>
            </a:ln>
          </p:spPr>
        </p:sp>
        <p:sp>
          <p:nvSpPr>
            <p:cNvPr id="1775" name="four:barrier-filling:filled-output-cell-104:1499"/>
            <p:cNvSpPr>
              <a:spLocks noGrp="1"/>
            </p:cNvSpPr>
            <p:nvPr/>
          </p:nvSpPr>
          <p:spPr>
            <a:xfrm>
              <a:off x="17946688" y="7343775"/>
              <a:ext cx="19248" cy="200025"/>
            </a:xfrm>
            <a:prstGeom prst="rect">
              <a:avLst/>
            </a:prstGeom>
            <a:solidFill>
              <a:srgbClr val="81C9BA"/>
            </a:solidFill>
            <a:ln w="0">
              <a:noFill/>
              <a:prstDash val="solid"/>
            </a:ln>
          </p:spPr>
        </p:sp>
        <p:sp>
          <p:nvSpPr>
            <p:cNvPr id="1776" name="four:barrier-filling:filled-output-cell-105:1500"/>
            <p:cNvSpPr>
              <a:spLocks noGrp="1"/>
            </p:cNvSpPr>
            <p:nvPr/>
          </p:nvSpPr>
          <p:spPr>
            <a:xfrm>
              <a:off x="17965936" y="7343775"/>
              <a:ext cx="19248" cy="200025"/>
            </a:xfrm>
            <a:prstGeom prst="rect">
              <a:avLst/>
            </a:prstGeom>
            <a:solidFill>
              <a:srgbClr val="81C9BA"/>
            </a:solidFill>
            <a:ln w="0">
              <a:noFill/>
              <a:prstDash val="solid"/>
            </a:ln>
          </p:spPr>
        </p:sp>
        <p:sp>
          <p:nvSpPr>
            <p:cNvPr id="1777" name="four:barrier-filling:filled-output-cell-106:1501"/>
            <p:cNvSpPr>
              <a:spLocks noGrp="1"/>
            </p:cNvSpPr>
            <p:nvPr/>
          </p:nvSpPr>
          <p:spPr>
            <a:xfrm>
              <a:off x="17985184" y="7343775"/>
              <a:ext cx="19248" cy="200025"/>
            </a:xfrm>
            <a:prstGeom prst="rect">
              <a:avLst/>
            </a:prstGeom>
            <a:solidFill>
              <a:srgbClr val="81C9BA"/>
            </a:solidFill>
            <a:ln w="0">
              <a:noFill/>
              <a:prstDash val="solid"/>
            </a:ln>
          </p:spPr>
        </p:sp>
        <p:sp>
          <p:nvSpPr>
            <p:cNvPr id="1778" name="four:barrier-filling:filled-output-cell-107:1502"/>
            <p:cNvSpPr>
              <a:spLocks noGrp="1"/>
            </p:cNvSpPr>
            <p:nvPr/>
          </p:nvSpPr>
          <p:spPr>
            <a:xfrm>
              <a:off x="18004433" y="7343775"/>
              <a:ext cx="19248" cy="200025"/>
            </a:xfrm>
            <a:prstGeom prst="rect">
              <a:avLst/>
            </a:prstGeom>
            <a:solidFill>
              <a:srgbClr val="81C9BA"/>
            </a:solidFill>
            <a:ln w="0">
              <a:noFill/>
              <a:prstDash val="solid"/>
            </a:ln>
          </p:spPr>
        </p:sp>
        <p:sp>
          <p:nvSpPr>
            <p:cNvPr id="1779" name="four:barrier-filling:filled-output-cell-108:1503"/>
            <p:cNvSpPr>
              <a:spLocks noGrp="1"/>
            </p:cNvSpPr>
            <p:nvPr/>
          </p:nvSpPr>
          <p:spPr>
            <a:xfrm>
              <a:off x="18023681" y="7343775"/>
              <a:ext cx="19248" cy="200025"/>
            </a:xfrm>
            <a:prstGeom prst="rect">
              <a:avLst/>
            </a:prstGeom>
            <a:solidFill>
              <a:srgbClr val="81C9BA"/>
            </a:solidFill>
            <a:ln w="0">
              <a:noFill/>
              <a:prstDash val="solid"/>
            </a:ln>
          </p:spPr>
        </p:sp>
        <p:sp>
          <p:nvSpPr>
            <p:cNvPr id="1780" name="four:barrier-filling:filled-output-cell-109:1504"/>
            <p:cNvSpPr>
              <a:spLocks noGrp="1"/>
            </p:cNvSpPr>
            <p:nvPr/>
          </p:nvSpPr>
          <p:spPr>
            <a:xfrm>
              <a:off x="18042930" y="7343775"/>
              <a:ext cx="19248" cy="200025"/>
            </a:xfrm>
            <a:prstGeom prst="rect">
              <a:avLst/>
            </a:prstGeom>
            <a:solidFill>
              <a:srgbClr val="7FC9B9"/>
            </a:solidFill>
            <a:ln w="0">
              <a:noFill/>
              <a:prstDash val="solid"/>
            </a:ln>
          </p:spPr>
        </p:sp>
        <p:sp>
          <p:nvSpPr>
            <p:cNvPr id="1781" name="four:barrier-filling:filled-output-cell-110:1505"/>
            <p:cNvSpPr>
              <a:spLocks noGrp="1"/>
            </p:cNvSpPr>
            <p:nvPr/>
          </p:nvSpPr>
          <p:spPr>
            <a:xfrm>
              <a:off x="18062178" y="7343775"/>
              <a:ext cx="19248" cy="200025"/>
            </a:xfrm>
            <a:prstGeom prst="rect">
              <a:avLst/>
            </a:prstGeom>
            <a:solidFill>
              <a:srgbClr val="73C5B3"/>
            </a:solidFill>
            <a:ln w="0">
              <a:noFill/>
              <a:prstDash val="solid"/>
            </a:ln>
          </p:spPr>
        </p:sp>
        <p:sp>
          <p:nvSpPr>
            <p:cNvPr id="1782" name="four:barrier-filling:filled-output-cell-111:1506"/>
            <p:cNvSpPr>
              <a:spLocks noGrp="1"/>
            </p:cNvSpPr>
            <p:nvPr/>
          </p:nvSpPr>
          <p:spPr>
            <a:xfrm>
              <a:off x="18081427" y="7343775"/>
              <a:ext cx="19248" cy="200025"/>
            </a:xfrm>
            <a:prstGeom prst="rect">
              <a:avLst/>
            </a:prstGeom>
            <a:solidFill>
              <a:srgbClr val="60BEA8"/>
            </a:solidFill>
            <a:ln w="0">
              <a:noFill/>
              <a:prstDash val="solid"/>
            </a:ln>
          </p:spPr>
        </p:sp>
        <p:sp>
          <p:nvSpPr>
            <p:cNvPr id="1783" name="four:barrier-filling:filled-output-cell-112:1507"/>
            <p:cNvSpPr>
              <a:spLocks noGrp="1"/>
            </p:cNvSpPr>
            <p:nvPr/>
          </p:nvSpPr>
          <p:spPr>
            <a:xfrm>
              <a:off x="18100675" y="7343775"/>
              <a:ext cx="19248" cy="200025"/>
            </a:xfrm>
            <a:prstGeom prst="rect">
              <a:avLst/>
            </a:prstGeom>
            <a:solidFill>
              <a:srgbClr val="48B69B"/>
            </a:solidFill>
            <a:ln w="0">
              <a:noFill/>
              <a:prstDash val="solid"/>
            </a:ln>
          </p:spPr>
        </p:sp>
        <p:sp>
          <p:nvSpPr>
            <p:cNvPr id="1784" name="four:barrier-filling:filled-output-cell-113:1508"/>
            <p:cNvSpPr>
              <a:spLocks noGrp="1"/>
            </p:cNvSpPr>
            <p:nvPr/>
          </p:nvSpPr>
          <p:spPr>
            <a:xfrm>
              <a:off x="18119923" y="7343775"/>
              <a:ext cx="19248" cy="200025"/>
            </a:xfrm>
            <a:prstGeom prst="rect">
              <a:avLst/>
            </a:prstGeom>
            <a:solidFill>
              <a:srgbClr val="2EAE8D"/>
            </a:solidFill>
            <a:ln w="0">
              <a:noFill/>
              <a:prstDash val="solid"/>
            </a:ln>
          </p:spPr>
        </p:sp>
        <p:sp>
          <p:nvSpPr>
            <p:cNvPr id="1785" name="four:barrier-filling:filled-output-cell-114:1509"/>
            <p:cNvSpPr>
              <a:spLocks noGrp="1"/>
            </p:cNvSpPr>
            <p:nvPr/>
          </p:nvSpPr>
          <p:spPr>
            <a:xfrm>
              <a:off x="18139172" y="7343775"/>
              <a:ext cx="19248" cy="200025"/>
            </a:xfrm>
            <a:prstGeom prst="rect">
              <a:avLst/>
            </a:prstGeom>
            <a:solidFill>
              <a:srgbClr val="1AA781"/>
            </a:solidFill>
            <a:ln w="0">
              <a:noFill/>
              <a:prstDash val="solid"/>
            </a:ln>
          </p:spPr>
        </p:sp>
        <p:sp>
          <p:nvSpPr>
            <p:cNvPr id="1786" name="four:barrier-filling:filled-output-cell-115:1510"/>
            <p:cNvSpPr>
              <a:spLocks noGrp="1"/>
            </p:cNvSpPr>
            <p:nvPr/>
          </p:nvSpPr>
          <p:spPr>
            <a:xfrm>
              <a:off x="18158420" y="7343775"/>
              <a:ext cx="19248" cy="200025"/>
            </a:xfrm>
            <a:prstGeom prst="rect">
              <a:avLst/>
            </a:prstGeom>
            <a:solidFill>
              <a:srgbClr val="07A177"/>
            </a:solidFill>
            <a:ln w="0">
              <a:noFill/>
              <a:prstDash val="solid"/>
            </a:ln>
          </p:spPr>
        </p:sp>
        <p:sp>
          <p:nvSpPr>
            <p:cNvPr id="1787" name="four:barrier-filling:filled-output-cell-116:1511"/>
            <p:cNvSpPr>
              <a:spLocks noGrp="1"/>
            </p:cNvSpPr>
            <p:nvPr/>
          </p:nvSpPr>
          <p:spPr>
            <a:xfrm>
              <a:off x="18177669" y="7343775"/>
              <a:ext cx="19248" cy="200025"/>
            </a:xfrm>
            <a:prstGeom prst="rect">
              <a:avLst/>
            </a:prstGeom>
            <a:solidFill>
              <a:srgbClr val="009E73"/>
            </a:solidFill>
            <a:ln w="0">
              <a:noFill/>
              <a:prstDash val="solid"/>
            </a:ln>
          </p:spPr>
        </p:sp>
        <p:sp>
          <p:nvSpPr>
            <p:cNvPr id="1788" name="four:barrier-filling:filled-output-cell-117:1512"/>
            <p:cNvSpPr>
              <a:spLocks noGrp="1"/>
            </p:cNvSpPr>
            <p:nvPr/>
          </p:nvSpPr>
          <p:spPr>
            <a:xfrm>
              <a:off x="18196917" y="7343775"/>
              <a:ext cx="19248" cy="200025"/>
            </a:xfrm>
            <a:prstGeom prst="rect">
              <a:avLst/>
            </a:prstGeom>
            <a:solidFill>
              <a:srgbClr val="009E73"/>
            </a:solidFill>
            <a:ln w="0">
              <a:noFill/>
              <a:prstDash val="solid"/>
            </a:ln>
          </p:spPr>
        </p:sp>
        <p:sp>
          <p:nvSpPr>
            <p:cNvPr id="1789" name="four:barrier-filling:filled-output-cell-118:1513"/>
            <p:cNvSpPr>
              <a:spLocks noGrp="1"/>
            </p:cNvSpPr>
            <p:nvPr/>
          </p:nvSpPr>
          <p:spPr>
            <a:xfrm>
              <a:off x="18216166" y="7343775"/>
              <a:ext cx="19248" cy="200025"/>
            </a:xfrm>
            <a:prstGeom prst="rect">
              <a:avLst/>
            </a:prstGeom>
            <a:solidFill>
              <a:srgbClr val="009E73"/>
            </a:solidFill>
            <a:ln w="0">
              <a:noFill/>
              <a:prstDash val="solid"/>
            </a:ln>
          </p:spPr>
        </p:sp>
        <p:sp>
          <p:nvSpPr>
            <p:cNvPr id="1790" name="four:barrier-filling:filled-output-cell-119:1514"/>
            <p:cNvSpPr>
              <a:spLocks noGrp="1"/>
            </p:cNvSpPr>
            <p:nvPr/>
          </p:nvSpPr>
          <p:spPr>
            <a:xfrm>
              <a:off x="18235414" y="7343775"/>
              <a:ext cx="19248" cy="200025"/>
            </a:xfrm>
            <a:prstGeom prst="rect">
              <a:avLst/>
            </a:prstGeom>
            <a:solidFill>
              <a:srgbClr val="009E73"/>
            </a:solidFill>
            <a:ln w="0">
              <a:noFill/>
              <a:prstDash val="solid"/>
            </a:ln>
          </p:spPr>
        </p:sp>
        <p:sp>
          <p:nvSpPr>
            <p:cNvPr id="1791" name="four:barrier-filling:filled-output-cell-120:1515"/>
            <p:cNvSpPr>
              <a:spLocks noGrp="1"/>
            </p:cNvSpPr>
            <p:nvPr/>
          </p:nvSpPr>
          <p:spPr>
            <a:xfrm>
              <a:off x="18254663" y="7343775"/>
              <a:ext cx="19248" cy="200025"/>
            </a:xfrm>
            <a:prstGeom prst="rect">
              <a:avLst/>
            </a:prstGeom>
            <a:solidFill>
              <a:srgbClr val="009E73"/>
            </a:solidFill>
            <a:ln w="0">
              <a:noFill/>
              <a:prstDash val="solid"/>
            </a:ln>
          </p:spPr>
        </p:sp>
        <p:sp>
          <p:nvSpPr>
            <p:cNvPr id="1792" name="four:barrier-filling:filled-output-cell-121:1516"/>
            <p:cNvSpPr>
              <a:spLocks noGrp="1"/>
            </p:cNvSpPr>
            <p:nvPr/>
          </p:nvSpPr>
          <p:spPr>
            <a:xfrm>
              <a:off x="18273911" y="7343775"/>
              <a:ext cx="19248" cy="200025"/>
            </a:xfrm>
            <a:prstGeom prst="rect">
              <a:avLst/>
            </a:prstGeom>
            <a:solidFill>
              <a:srgbClr val="009E73"/>
            </a:solidFill>
            <a:ln w="0">
              <a:noFill/>
              <a:prstDash val="solid"/>
            </a:ln>
          </p:spPr>
        </p:sp>
        <p:sp>
          <p:nvSpPr>
            <p:cNvPr id="1793" name="four:barrier-filling:filled-output-cell-122:1517"/>
            <p:cNvSpPr>
              <a:spLocks noGrp="1"/>
            </p:cNvSpPr>
            <p:nvPr/>
          </p:nvSpPr>
          <p:spPr>
            <a:xfrm>
              <a:off x="18293159" y="7343775"/>
              <a:ext cx="19248" cy="200025"/>
            </a:xfrm>
            <a:prstGeom prst="rect">
              <a:avLst/>
            </a:prstGeom>
            <a:solidFill>
              <a:srgbClr val="009E73"/>
            </a:solidFill>
            <a:ln w="0">
              <a:noFill/>
              <a:prstDash val="solid"/>
            </a:ln>
          </p:spPr>
        </p:sp>
        <p:sp>
          <p:nvSpPr>
            <p:cNvPr id="1794" name="four:barrier-filling:filled-output-cell-123:1518"/>
            <p:cNvSpPr>
              <a:spLocks noGrp="1"/>
            </p:cNvSpPr>
            <p:nvPr/>
          </p:nvSpPr>
          <p:spPr>
            <a:xfrm>
              <a:off x="18312408" y="7343775"/>
              <a:ext cx="19248" cy="200025"/>
            </a:xfrm>
            <a:prstGeom prst="rect">
              <a:avLst/>
            </a:prstGeom>
            <a:solidFill>
              <a:srgbClr val="009E73"/>
            </a:solidFill>
            <a:ln w="0">
              <a:noFill/>
              <a:prstDash val="solid"/>
            </a:ln>
          </p:spPr>
        </p:sp>
        <p:sp>
          <p:nvSpPr>
            <p:cNvPr id="1795" name="four:barrier-filling:filled-output-cell-124:1519"/>
            <p:cNvSpPr>
              <a:spLocks noGrp="1"/>
            </p:cNvSpPr>
            <p:nvPr/>
          </p:nvSpPr>
          <p:spPr>
            <a:xfrm>
              <a:off x="18331656" y="7343775"/>
              <a:ext cx="19248" cy="200025"/>
            </a:xfrm>
            <a:prstGeom prst="rect">
              <a:avLst/>
            </a:prstGeom>
            <a:solidFill>
              <a:srgbClr val="009E73"/>
            </a:solidFill>
            <a:ln w="0">
              <a:noFill/>
              <a:prstDash val="solid"/>
            </a:ln>
          </p:spPr>
        </p:sp>
        <p:sp>
          <p:nvSpPr>
            <p:cNvPr id="1796" name="four:barrier-filling:filled-output-cell-125:1520"/>
            <p:cNvSpPr>
              <a:spLocks noGrp="1"/>
            </p:cNvSpPr>
            <p:nvPr/>
          </p:nvSpPr>
          <p:spPr>
            <a:xfrm>
              <a:off x="18350905" y="7343775"/>
              <a:ext cx="19248" cy="200025"/>
            </a:xfrm>
            <a:prstGeom prst="rect">
              <a:avLst/>
            </a:prstGeom>
            <a:solidFill>
              <a:srgbClr val="009E73"/>
            </a:solidFill>
            <a:ln w="0">
              <a:noFill/>
              <a:prstDash val="solid"/>
            </a:ln>
          </p:spPr>
        </p:sp>
        <p:sp>
          <p:nvSpPr>
            <p:cNvPr id="1797" name="four:barrier-filling:filled-output-cell-126:1521"/>
            <p:cNvSpPr>
              <a:spLocks noGrp="1"/>
            </p:cNvSpPr>
            <p:nvPr/>
          </p:nvSpPr>
          <p:spPr>
            <a:xfrm>
              <a:off x="18370153" y="7343775"/>
              <a:ext cx="19248" cy="200025"/>
            </a:xfrm>
            <a:prstGeom prst="rect">
              <a:avLst/>
            </a:prstGeom>
            <a:solidFill>
              <a:srgbClr val="009E73"/>
            </a:solidFill>
            <a:ln w="0">
              <a:noFill/>
              <a:prstDash val="solid"/>
            </a:ln>
          </p:spPr>
        </p:sp>
        <p:sp>
          <p:nvSpPr>
            <p:cNvPr id="1798" name="four:barrier-filling:filled-output-cell-127:1522"/>
            <p:cNvSpPr>
              <a:spLocks noGrp="1"/>
            </p:cNvSpPr>
            <p:nvPr/>
          </p:nvSpPr>
          <p:spPr>
            <a:xfrm>
              <a:off x="18389402" y="7343775"/>
              <a:ext cx="19248" cy="200025"/>
            </a:xfrm>
            <a:prstGeom prst="rect">
              <a:avLst/>
            </a:prstGeom>
            <a:solidFill>
              <a:srgbClr val="009E73"/>
            </a:solidFill>
            <a:ln w="0">
              <a:noFill/>
              <a:prstDash val="solid"/>
            </a:ln>
          </p:spPr>
        </p:sp>
        <p:sp>
          <p:nvSpPr>
            <p:cNvPr id="1799" name="four:barrier-filling:filled-output-cell-128:1523"/>
            <p:cNvSpPr>
              <a:spLocks noGrp="1"/>
            </p:cNvSpPr>
            <p:nvPr/>
          </p:nvSpPr>
          <p:spPr>
            <a:xfrm>
              <a:off x="18408650" y="7343775"/>
              <a:ext cx="19248" cy="200025"/>
            </a:xfrm>
            <a:prstGeom prst="rect">
              <a:avLst/>
            </a:prstGeom>
            <a:solidFill>
              <a:srgbClr val="019E74"/>
            </a:solidFill>
            <a:ln w="0">
              <a:noFill/>
              <a:prstDash val="solid"/>
            </a:ln>
          </p:spPr>
        </p:sp>
        <p:sp>
          <p:nvSpPr>
            <p:cNvPr id="1800" name="four:barrier-filling:filled-output-cell-129:1524"/>
            <p:cNvSpPr>
              <a:spLocks noGrp="1"/>
            </p:cNvSpPr>
            <p:nvPr/>
          </p:nvSpPr>
          <p:spPr>
            <a:xfrm>
              <a:off x="18427898" y="7343775"/>
              <a:ext cx="19248" cy="200025"/>
            </a:xfrm>
            <a:prstGeom prst="rect">
              <a:avLst/>
            </a:prstGeom>
            <a:solidFill>
              <a:srgbClr val="11A47D"/>
            </a:solidFill>
            <a:ln w="0">
              <a:noFill/>
              <a:prstDash val="solid"/>
            </a:ln>
          </p:spPr>
        </p:sp>
        <p:sp>
          <p:nvSpPr>
            <p:cNvPr id="1801" name="four:barrier-filling:filled-output-cell-130:1525"/>
            <p:cNvSpPr>
              <a:spLocks noGrp="1"/>
            </p:cNvSpPr>
            <p:nvPr/>
          </p:nvSpPr>
          <p:spPr>
            <a:xfrm>
              <a:off x="18447147" y="7343775"/>
              <a:ext cx="19248" cy="200025"/>
            </a:xfrm>
            <a:prstGeom prst="rect">
              <a:avLst/>
            </a:prstGeom>
            <a:solidFill>
              <a:srgbClr val="31AF8E"/>
            </a:solidFill>
            <a:ln w="0">
              <a:noFill/>
              <a:prstDash val="solid"/>
            </a:ln>
          </p:spPr>
        </p:sp>
        <p:sp>
          <p:nvSpPr>
            <p:cNvPr id="1802" name="four:barrier-filling:filled-output-cell-131:1526"/>
            <p:cNvSpPr>
              <a:spLocks noGrp="1"/>
            </p:cNvSpPr>
            <p:nvPr/>
          </p:nvSpPr>
          <p:spPr>
            <a:xfrm>
              <a:off x="18466395" y="7343775"/>
              <a:ext cx="19248" cy="200025"/>
            </a:xfrm>
            <a:prstGeom prst="rect">
              <a:avLst/>
            </a:prstGeom>
            <a:solidFill>
              <a:srgbClr val="59BCA4"/>
            </a:solidFill>
            <a:ln w="0">
              <a:noFill/>
              <a:prstDash val="solid"/>
            </a:ln>
          </p:spPr>
        </p:sp>
        <p:sp>
          <p:nvSpPr>
            <p:cNvPr id="1803" name="four:barrier-filling:filled-output-cell-132:1527"/>
            <p:cNvSpPr>
              <a:spLocks noGrp="1"/>
            </p:cNvSpPr>
            <p:nvPr/>
          </p:nvSpPr>
          <p:spPr>
            <a:xfrm>
              <a:off x="18485644" y="7343775"/>
              <a:ext cx="19248" cy="200025"/>
            </a:xfrm>
            <a:prstGeom prst="rect">
              <a:avLst/>
            </a:prstGeom>
            <a:solidFill>
              <a:srgbClr val="83CABC"/>
            </a:solidFill>
            <a:ln w="0">
              <a:noFill/>
              <a:prstDash val="solid"/>
            </a:ln>
          </p:spPr>
        </p:sp>
        <p:sp>
          <p:nvSpPr>
            <p:cNvPr id="1804" name="four:barrier-filling:filled-output-cell-133:1528"/>
            <p:cNvSpPr>
              <a:spLocks noGrp="1"/>
            </p:cNvSpPr>
            <p:nvPr/>
          </p:nvSpPr>
          <p:spPr>
            <a:xfrm>
              <a:off x="18504892" y="7343775"/>
              <a:ext cx="19248" cy="200025"/>
            </a:xfrm>
            <a:prstGeom prst="rect">
              <a:avLst/>
            </a:prstGeom>
            <a:solidFill>
              <a:srgbClr val="ABD7D2"/>
            </a:solidFill>
            <a:ln w="0">
              <a:noFill/>
              <a:prstDash val="solid"/>
            </a:ln>
          </p:spPr>
        </p:sp>
        <p:sp>
          <p:nvSpPr>
            <p:cNvPr id="1805" name="four:barrier-filling:filled-output-cell-134:1529"/>
            <p:cNvSpPr>
              <a:spLocks noGrp="1"/>
            </p:cNvSpPr>
            <p:nvPr/>
          </p:nvSpPr>
          <p:spPr>
            <a:xfrm>
              <a:off x="18524141" y="7343775"/>
              <a:ext cx="19248" cy="200025"/>
            </a:xfrm>
            <a:prstGeom prst="rect">
              <a:avLst/>
            </a:prstGeom>
            <a:solidFill>
              <a:srgbClr val="D7E0E8"/>
            </a:solidFill>
            <a:ln w="0">
              <a:noFill/>
              <a:prstDash val="solid"/>
            </a:ln>
          </p:spPr>
        </p:sp>
        <p:sp>
          <p:nvSpPr>
            <p:cNvPr id="1806" name="four:barrier-filling:filled-output-cell-135:1530"/>
            <p:cNvSpPr>
              <a:spLocks noGrp="1"/>
            </p:cNvSpPr>
            <p:nvPr/>
          </p:nvSpPr>
          <p:spPr>
            <a:xfrm>
              <a:off x="18543389" y="7343775"/>
              <a:ext cx="19248" cy="200025"/>
            </a:xfrm>
            <a:prstGeom prst="rect">
              <a:avLst/>
            </a:prstGeom>
            <a:solidFill>
              <a:srgbClr val="DCE7ED"/>
            </a:solidFill>
            <a:ln w="0">
              <a:noFill/>
              <a:prstDash val="solid"/>
            </a:ln>
          </p:spPr>
        </p:sp>
        <p:sp>
          <p:nvSpPr>
            <p:cNvPr id="1807" name="four:barrier-filling:filled-output-cell-136:1531"/>
            <p:cNvSpPr>
              <a:spLocks noGrp="1"/>
            </p:cNvSpPr>
            <p:nvPr/>
          </p:nvSpPr>
          <p:spPr>
            <a:xfrm>
              <a:off x="18562638" y="7343775"/>
              <a:ext cx="19248" cy="200025"/>
            </a:xfrm>
            <a:prstGeom prst="rect">
              <a:avLst/>
            </a:prstGeom>
            <a:solidFill>
              <a:srgbClr val="DCE8ED"/>
            </a:solidFill>
            <a:ln w="0">
              <a:noFill/>
              <a:prstDash val="solid"/>
            </a:ln>
          </p:spPr>
        </p:sp>
        <p:sp>
          <p:nvSpPr>
            <p:cNvPr id="1808" name="four:barrier-filling:filled-output-cell-137:1532"/>
            <p:cNvSpPr>
              <a:spLocks noGrp="1"/>
            </p:cNvSpPr>
            <p:nvPr/>
          </p:nvSpPr>
          <p:spPr>
            <a:xfrm>
              <a:off x="18581886" y="7343775"/>
              <a:ext cx="19248" cy="200025"/>
            </a:xfrm>
            <a:prstGeom prst="rect">
              <a:avLst/>
            </a:prstGeom>
            <a:solidFill>
              <a:srgbClr val="DCE8ED"/>
            </a:solidFill>
            <a:ln w="0">
              <a:noFill/>
              <a:prstDash val="solid"/>
            </a:ln>
          </p:spPr>
        </p:sp>
        <p:sp>
          <p:nvSpPr>
            <p:cNvPr id="1809" name="four:barrier-filling:filled-output-cell-138:1533"/>
            <p:cNvSpPr>
              <a:spLocks noGrp="1"/>
            </p:cNvSpPr>
            <p:nvPr/>
          </p:nvSpPr>
          <p:spPr>
            <a:xfrm>
              <a:off x="18601134" y="7343775"/>
              <a:ext cx="19248" cy="200025"/>
            </a:xfrm>
            <a:prstGeom prst="rect">
              <a:avLst/>
            </a:prstGeom>
            <a:solidFill>
              <a:srgbClr val="DCE8ED"/>
            </a:solidFill>
            <a:ln w="0">
              <a:noFill/>
              <a:prstDash val="solid"/>
            </a:ln>
          </p:spPr>
        </p:sp>
        <p:sp>
          <p:nvSpPr>
            <p:cNvPr id="1810" name="four:barrier-filling:filled-output-cell-139:1534"/>
            <p:cNvSpPr>
              <a:spLocks noGrp="1"/>
            </p:cNvSpPr>
            <p:nvPr/>
          </p:nvSpPr>
          <p:spPr>
            <a:xfrm>
              <a:off x="18620383" y="7343775"/>
              <a:ext cx="19248" cy="200025"/>
            </a:xfrm>
            <a:prstGeom prst="rect">
              <a:avLst/>
            </a:prstGeom>
            <a:solidFill>
              <a:srgbClr val="DCE8ED"/>
            </a:solidFill>
            <a:ln w="0">
              <a:noFill/>
              <a:prstDash val="solid"/>
            </a:ln>
          </p:spPr>
        </p:sp>
        <p:sp>
          <p:nvSpPr>
            <p:cNvPr id="1811" name="four:barrier-filling:filled-output-cell-140:1535"/>
            <p:cNvSpPr>
              <a:spLocks noGrp="1"/>
            </p:cNvSpPr>
            <p:nvPr/>
          </p:nvSpPr>
          <p:spPr>
            <a:xfrm>
              <a:off x="18639631" y="7343775"/>
              <a:ext cx="19248" cy="200025"/>
            </a:xfrm>
            <a:prstGeom prst="rect">
              <a:avLst/>
            </a:prstGeom>
            <a:solidFill>
              <a:srgbClr val="DCE8ED"/>
            </a:solidFill>
            <a:ln w="0">
              <a:noFill/>
              <a:prstDash val="solid"/>
            </a:ln>
          </p:spPr>
        </p:sp>
        <p:sp>
          <p:nvSpPr>
            <p:cNvPr id="1812" name="four:barrier-filling:filled-output-cell-141:1536"/>
            <p:cNvSpPr>
              <a:spLocks noGrp="1"/>
            </p:cNvSpPr>
            <p:nvPr/>
          </p:nvSpPr>
          <p:spPr>
            <a:xfrm>
              <a:off x="18658880" y="7343775"/>
              <a:ext cx="19248" cy="200025"/>
            </a:xfrm>
            <a:prstGeom prst="rect">
              <a:avLst/>
            </a:prstGeom>
            <a:solidFill>
              <a:srgbClr val="DCE8ED"/>
            </a:solidFill>
            <a:ln w="0">
              <a:noFill/>
              <a:prstDash val="solid"/>
            </a:ln>
          </p:spPr>
        </p:sp>
        <p:sp>
          <p:nvSpPr>
            <p:cNvPr id="1813" name="four:barrier-filling:filled-output-cell-142:1537"/>
            <p:cNvSpPr>
              <a:spLocks noGrp="1"/>
            </p:cNvSpPr>
            <p:nvPr/>
          </p:nvSpPr>
          <p:spPr>
            <a:xfrm>
              <a:off x="18678128" y="7343775"/>
              <a:ext cx="19248" cy="200025"/>
            </a:xfrm>
            <a:prstGeom prst="rect">
              <a:avLst/>
            </a:prstGeom>
            <a:solidFill>
              <a:srgbClr val="DCE8ED"/>
            </a:solidFill>
            <a:ln w="0">
              <a:noFill/>
              <a:prstDash val="solid"/>
            </a:ln>
          </p:spPr>
        </p:sp>
        <p:sp>
          <p:nvSpPr>
            <p:cNvPr id="1814" name="four:barrier-filling:filled-output-cell-143:1538"/>
            <p:cNvSpPr>
              <a:spLocks noGrp="1"/>
            </p:cNvSpPr>
            <p:nvPr/>
          </p:nvSpPr>
          <p:spPr>
            <a:xfrm>
              <a:off x="18697377" y="7343775"/>
              <a:ext cx="19248" cy="200025"/>
            </a:xfrm>
            <a:prstGeom prst="rect">
              <a:avLst/>
            </a:prstGeom>
            <a:solidFill>
              <a:srgbClr val="DCE8ED"/>
            </a:solidFill>
            <a:ln w="0">
              <a:noFill/>
              <a:prstDash val="solid"/>
            </a:ln>
          </p:spPr>
        </p:sp>
        <p:sp>
          <p:nvSpPr>
            <p:cNvPr id="1815" name="four:barrier-filling:filled-output-cell-144:1539"/>
            <p:cNvSpPr>
              <a:spLocks noGrp="1"/>
            </p:cNvSpPr>
            <p:nvPr/>
          </p:nvSpPr>
          <p:spPr>
            <a:xfrm>
              <a:off x="18716625" y="7343775"/>
              <a:ext cx="19248" cy="200025"/>
            </a:xfrm>
            <a:prstGeom prst="rect">
              <a:avLst/>
            </a:prstGeom>
            <a:solidFill>
              <a:srgbClr val="DCE8ED"/>
            </a:solidFill>
            <a:ln w="0">
              <a:noFill/>
              <a:prstDash val="solid"/>
            </a:ln>
          </p:spPr>
        </p:sp>
        <p:sp>
          <p:nvSpPr>
            <p:cNvPr id="1816" name="four:barrier-filling:filled-output-cell-145:1540"/>
            <p:cNvSpPr>
              <a:spLocks noGrp="1"/>
            </p:cNvSpPr>
            <p:nvPr/>
          </p:nvSpPr>
          <p:spPr>
            <a:xfrm>
              <a:off x="18735873" y="7343775"/>
              <a:ext cx="19248" cy="200025"/>
            </a:xfrm>
            <a:prstGeom prst="rect">
              <a:avLst/>
            </a:prstGeom>
            <a:solidFill>
              <a:srgbClr val="DCE8ED"/>
            </a:solidFill>
            <a:ln w="0">
              <a:noFill/>
              <a:prstDash val="solid"/>
            </a:ln>
          </p:spPr>
        </p:sp>
        <p:sp>
          <p:nvSpPr>
            <p:cNvPr id="1817" name="four:barrier-filling:filled-output-cell-146:1541"/>
            <p:cNvSpPr>
              <a:spLocks noGrp="1"/>
            </p:cNvSpPr>
            <p:nvPr/>
          </p:nvSpPr>
          <p:spPr>
            <a:xfrm>
              <a:off x="18755122" y="7343775"/>
              <a:ext cx="19248" cy="200025"/>
            </a:xfrm>
            <a:prstGeom prst="rect">
              <a:avLst/>
            </a:prstGeom>
            <a:solidFill>
              <a:srgbClr val="DCE8ED"/>
            </a:solidFill>
            <a:ln w="0">
              <a:noFill/>
              <a:prstDash val="solid"/>
            </a:ln>
          </p:spPr>
        </p:sp>
        <p:sp>
          <p:nvSpPr>
            <p:cNvPr id="1818" name="four:barrier-filling:filled-output-cell-147:1542"/>
            <p:cNvSpPr>
              <a:spLocks noGrp="1"/>
            </p:cNvSpPr>
            <p:nvPr/>
          </p:nvSpPr>
          <p:spPr>
            <a:xfrm>
              <a:off x="18774370" y="7343775"/>
              <a:ext cx="19248" cy="200025"/>
            </a:xfrm>
            <a:prstGeom prst="rect">
              <a:avLst/>
            </a:prstGeom>
            <a:solidFill>
              <a:srgbClr val="DCE8ED"/>
            </a:solidFill>
            <a:ln w="0">
              <a:noFill/>
              <a:prstDash val="solid"/>
            </a:ln>
          </p:spPr>
        </p:sp>
        <p:sp>
          <p:nvSpPr>
            <p:cNvPr id="1819" name="four:barrier-filling:filled-output-cell-148:1543"/>
            <p:cNvSpPr>
              <a:spLocks noGrp="1"/>
            </p:cNvSpPr>
            <p:nvPr/>
          </p:nvSpPr>
          <p:spPr>
            <a:xfrm>
              <a:off x="18793619" y="7343775"/>
              <a:ext cx="19248" cy="200025"/>
            </a:xfrm>
            <a:prstGeom prst="rect">
              <a:avLst/>
            </a:prstGeom>
            <a:solidFill>
              <a:srgbClr val="DCE8ED"/>
            </a:solidFill>
            <a:ln w="0">
              <a:noFill/>
              <a:prstDash val="solid"/>
            </a:ln>
          </p:spPr>
        </p:sp>
        <p:sp>
          <p:nvSpPr>
            <p:cNvPr id="1820" name="four:barrier-filling:filled-output-cell-149:1544"/>
            <p:cNvSpPr>
              <a:spLocks noGrp="1"/>
            </p:cNvSpPr>
            <p:nvPr/>
          </p:nvSpPr>
          <p:spPr>
            <a:xfrm>
              <a:off x="18812867" y="7343775"/>
              <a:ext cx="19248" cy="200025"/>
            </a:xfrm>
            <a:prstGeom prst="rect">
              <a:avLst/>
            </a:prstGeom>
            <a:solidFill>
              <a:srgbClr val="DCE8ED"/>
            </a:solidFill>
            <a:ln w="0">
              <a:noFill/>
              <a:prstDash val="solid"/>
            </a:ln>
          </p:spPr>
        </p:sp>
        <p:sp>
          <p:nvSpPr>
            <p:cNvPr id="1821" name="four:barrier-filling:filled-output-cell-150:1545"/>
            <p:cNvSpPr>
              <a:spLocks noGrp="1"/>
            </p:cNvSpPr>
            <p:nvPr/>
          </p:nvSpPr>
          <p:spPr>
            <a:xfrm>
              <a:off x="18832116" y="7343775"/>
              <a:ext cx="19248" cy="200025"/>
            </a:xfrm>
            <a:prstGeom prst="rect">
              <a:avLst/>
            </a:prstGeom>
            <a:solidFill>
              <a:srgbClr val="DCE8ED"/>
            </a:solidFill>
            <a:ln w="0">
              <a:noFill/>
              <a:prstDash val="solid"/>
            </a:ln>
          </p:spPr>
        </p:sp>
        <p:sp>
          <p:nvSpPr>
            <p:cNvPr id="1822" name="four:barrier-filling:filled-output-cell-151:1546"/>
            <p:cNvSpPr>
              <a:spLocks noGrp="1"/>
            </p:cNvSpPr>
            <p:nvPr/>
          </p:nvSpPr>
          <p:spPr>
            <a:xfrm>
              <a:off x="18851364" y="7343775"/>
              <a:ext cx="19248" cy="200025"/>
            </a:xfrm>
            <a:prstGeom prst="rect">
              <a:avLst/>
            </a:prstGeom>
            <a:solidFill>
              <a:srgbClr val="DCE8ED"/>
            </a:solidFill>
            <a:ln w="0">
              <a:noFill/>
              <a:prstDash val="solid"/>
            </a:ln>
          </p:spPr>
        </p:sp>
        <p:sp>
          <p:nvSpPr>
            <p:cNvPr id="1823" name="four:barrier-filling:filled-output-cell-152:1547"/>
            <p:cNvSpPr>
              <a:spLocks noGrp="1"/>
            </p:cNvSpPr>
            <p:nvPr/>
          </p:nvSpPr>
          <p:spPr>
            <a:xfrm>
              <a:off x="18870613" y="7343775"/>
              <a:ext cx="19248" cy="200025"/>
            </a:xfrm>
            <a:prstGeom prst="rect">
              <a:avLst/>
            </a:prstGeom>
            <a:solidFill>
              <a:srgbClr val="DCE8ED"/>
            </a:solidFill>
            <a:ln w="0">
              <a:noFill/>
              <a:prstDash val="solid"/>
            </a:ln>
          </p:spPr>
        </p:sp>
        <p:sp>
          <p:nvSpPr>
            <p:cNvPr id="1824" name="four:barrier-filling:filled-output-cell-153:1548"/>
            <p:cNvSpPr>
              <a:spLocks noGrp="1"/>
            </p:cNvSpPr>
            <p:nvPr/>
          </p:nvSpPr>
          <p:spPr>
            <a:xfrm>
              <a:off x="18889861" y="7343775"/>
              <a:ext cx="19248" cy="200025"/>
            </a:xfrm>
            <a:prstGeom prst="rect">
              <a:avLst/>
            </a:prstGeom>
            <a:solidFill>
              <a:srgbClr val="DCE8ED"/>
            </a:solidFill>
            <a:ln w="0">
              <a:noFill/>
              <a:prstDash val="solid"/>
            </a:ln>
          </p:spPr>
        </p:sp>
        <p:sp>
          <p:nvSpPr>
            <p:cNvPr id="1825" name="four:barrier-filling:filled-output-cell-154:1549"/>
            <p:cNvSpPr>
              <a:spLocks noGrp="1"/>
            </p:cNvSpPr>
            <p:nvPr/>
          </p:nvSpPr>
          <p:spPr>
            <a:xfrm>
              <a:off x="18909109" y="7343775"/>
              <a:ext cx="19248" cy="200025"/>
            </a:xfrm>
            <a:prstGeom prst="rect">
              <a:avLst/>
            </a:prstGeom>
            <a:solidFill>
              <a:srgbClr val="DCE8ED"/>
            </a:solidFill>
            <a:ln w="0">
              <a:noFill/>
              <a:prstDash val="solid"/>
            </a:ln>
          </p:spPr>
        </p:sp>
        <p:sp>
          <p:nvSpPr>
            <p:cNvPr id="1826" name="four:barrier-filling:filled-output-cell-155:1550"/>
            <p:cNvSpPr>
              <a:spLocks noGrp="1"/>
            </p:cNvSpPr>
            <p:nvPr/>
          </p:nvSpPr>
          <p:spPr>
            <a:xfrm>
              <a:off x="18928358" y="7343775"/>
              <a:ext cx="19248" cy="200025"/>
            </a:xfrm>
            <a:prstGeom prst="rect">
              <a:avLst/>
            </a:prstGeom>
            <a:solidFill>
              <a:srgbClr val="DCE8ED"/>
            </a:solidFill>
            <a:ln w="0">
              <a:noFill/>
              <a:prstDash val="solid"/>
            </a:ln>
          </p:spPr>
        </p:sp>
        <p:sp>
          <p:nvSpPr>
            <p:cNvPr id="1827" name="four:barrier-filling:filled-output-cell-156:1551"/>
            <p:cNvSpPr>
              <a:spLocks noGrp="1"/>
            </p:cNvSpPr>
            <p:nvPr/>
          </p:nvSpPr>
          <p:spPr>
            <a:xfrm>
              <a:off x="18947606" y="7343775"/>
              <a:ext cx="19248" cy="200025"/>
            </a:xfrm>
            <a:prstGeom prst="rect">
              <a:avLst/>
            </a:prstGeom>
            <a:solidFill>
              <a:srgbClr val="DCE8ED"/>
            </a:solidFill>
            <a:ln w="0">
              <a:noFill/>
              <a:prstDash val="solid"/>
            </a:ln>
          </p:spPr>
        </p:sp>
        <p:sp>
          <p:nvSpPr>
            <p:cNvPr id="1828" name="four:barrier-filling:filled-output-cell-157:1552"/>
            <p:cNvSpPr>
              <a:spLocks noGrp="1"/>
            </p:cNvSpPr>
            <p:nvPr/>
          </p:nvSpPr>
          <p:spPr>
            <a:xfrm>
              <a:off x="18966855" y="7343775"/>
              <a:ext cx="19248" cy="200025"/>
            </a:xfrm>
            <a:prstGeom prst="rect">
              <a:avLst/>
            </a:prstGeom>
            <a:solidFill>
              <a:srgbClr val="DCE8ED"/>
            </a:solidFill>
            <a:ln w="0">
              <a:noFill/>
              <a:prstDash val="solid"/>
            </a:ln>
          </p:spPr>
        </p:sp>
        <p:sp>
          <p:nvSpPr>
            <p:cNvPr id="1829" name="four:barrier-filling:filled-output-cell-158:1553"/>
            <p:cNvSpPr>
              <a:spLocks noGrp="1"/>
            </p:cNvSpPr>
            <p:nvPr/>
          </p:nvSpPr>
          <p:spPr>
            <a:xfrm>
              <a:off x="18986103" y="7343775"/>
              <a:ext cx="19248" cy="200025"/>
            </a:xfrm>
            <a:prstGeom prst="rect">
              <a:avLst/>
            </a:prstGeom>
            <a:solidFill>
              <a:srgbClr val="DCE8ED"/>
            </a:solidFill>
            <a:ln w="0">
              <a:noFill/>
              <a:prstDash val="solid"/>
            </a:ln>
          </p:spPr>
        </p:sp>
        <p:sp>
          <p:nvSpPr>
            <p:cNvPr id="1830" name="four:barrier-filling:filled-output-cell-159:1554"/>
            <p:cNvSpPr>
              <a:spLocks noGrp="1"/>
            </p:cNvSpPr>
            <p:nvPr/>
          </p:nvSpPr>
          <p:spPr>
            <a:xfrm>
              <a:off x="19005352" y="7343775"/>
              <a:ext cx="19248" cy="200025"/>
            </a:xfrm>
            <a:prstGeom prst="rect">
              <a:avLst/>
            </a:prstGeom>
            <a:solidFill>
              <a:srgbClr val="DCE8ED"/>
            </a:solidFill>
            <a:ln w="0">
              <a:noFill/>
              <a:prstDash val="solid"/>
            </a:ln>
          </p:spPr>
        </p:sp>
        <p:sp>
          <p:nvSpPr>
            <p:cNvPr id="1831" name="four:barrier-filling:filled-output-cell-160:1555"/>
            <p:cNvSpPr>
              <a:spLocks noGrp="1"/>
            </p:cNvSpPr>
            <p:nvPr/>
          </p:nvSpPr>
          <p:spPr>
            <a:xfrm>
              <a:off x="19024600" y="7343775"/>
              <a:ext cx="19248" cy="200025"/>
            </a:xfrm>
            <a:prstGeom prst="rect">
              <a:avLst/>
            </a:prstGeom>
            <a:solidFill>
              <a:srgbClr val="DCE8ED"/>
            </a:solidFill>
            <a:ln w="0">
              <a:noFill/>
              <a:prstDash val="solid"/>
            </a:ln>
          </p:spPr>
        </p:sp>
        <p:sp>
          <p:nvSpPr>
            <p:cNvPr id="1832" name="four:barrier-filling:filled-output-cell-161:1556"/>
            <p:cNvSpPr>
              <a:spLocks noGrp="1"/>
            </p:cNvSpPr>
            <p:nvPr/>
          </p:nvSpPr>
          <p:spPr>
            <a:xfrm>
              <a:off x="19043848" y="7343775"/>
              <a:ext cx="19248" cy="200025"/>
            </a:xfrm>
            <a:prstGeom prst="rect">
              <a:avLst/>
            </a:prstGeom>
            <a:solidFill>
              <a:srgbClr val="DCE8ED"/>
            </a:solidFill>
            <a:ln w="0">
              <a:noFill/>
              <a:prstDash val="solid"/>
            </a:ln>
          </p:spPr>
        </p:sp>
        <p:sp>
          <p:nvSpPr>
            <p:cNvPr id="1833" name="four:barrier-filling:filled-output-cell-162:1557"/>
            <p:cNvSpPr>
              <a:spLocks noGrp="1"/>
            </p:cNvSpPr>
            <p:nvPr/>
          </p:nvSpPr>
          <p:spPr>
            <a:xfrm>
              <a:off x="19063097" y="7343775"/>
              <a:ext cx="19248" cy="200025"/>
            </a:xfrm>
            <a:prstGeom prst="rect">
              <a:avLst/>
            </a:prstGeom>
            <a:solidFill>
              <a:srgbClr val="DCE6E9"/>
            </a:solidFill>
            <a:ln w="0">
              <a:noFill/>
              <a:prstDash val="solid"/>
            </a:ln>
          </p:spPr>
        </p:sp>
        <p:sp>
          <p:nvSpPr>
            <p:cNvPr id="1834" name="four:barrier-filling:filled-output-cell-163:1558"/>
            <p:cNvSpPr>
              <a:spLocks noGrp="1"/>
            </p:cNvSpPr>
            <p:nvPr/>
          </p:nvSpPr>
          <p:spPr>
            <a:xfrm>
              <a:off x="19082345" y="7343775"/>
              <a:ext cx="19248" cy="200025"/>
            </a:xfrm>
            <a:prstGeom prst="rect">
              <a:avLst/>
            </a:prstGeom>
            <a:solidFill>
              <a:srgbClr val="DADCDB"/>
            </a:solidFill>
            <a:ln w="0">
              <a:noFill/>
              <a:prstDash val="solid"/>
            </a:ln>
          </p:spPr>
        </p:sp>
        <p:sp>
          <p:nvSpPr>
            <p:cNvPr id="1835" name="four:barrier-filling:filled-output-cell-164:1559"/>
            <p:cNvSpPr>
              <a:spLocks noGrp="1"/>
            </p:cNvSpPr>
            <p:nvPr/>
          </p:nvSpPr>
          <p:spPr>
            <a:xfrm>
              <a:off x="19101594" y="7343775"/>
              <a:ext cx="19248" cy="200025"/>
            </a:xfrm>
            <a:prstGeom prst="rect">
              <a:avLst/>
            </a:prstGeom>
            <a:solidFill>
              <a:srgbClr val="D7C8D9"/>
            </a:solidFill>
            <a:ln w="0">
              <a:noFill/>
              <a:prstDash val="solid"/>
            </a:ln>
          </p:spPr>
        </p:sp>
        <p:sp>
          <p:nvSpPr>
            <p:cNvPr id="1836" name="four:barrier-filling:filled-output-cell-165:1560"/>
            <p:cNvSpPr>
              <a:spLocks noGrp="1"/>
            </p:cNvSpPr>
            <p:nvPr/>
          </p:nvSpPr>
          <p:spPr>
            <a:xfrm>
              <a:off x="19120842" y="7343775"/>
              <a:ext cx="19248" cy="200025"/>
            </a:xfrm>
            <a:prstGeom prst="rect">
              <a:avLst/>
            </a:prstGeom>
            <a:solidFill>
              <a:srgbClr val="D4B2CB"/>
            </a:solidFill>
            <a:ln w="0">
              <a:noFill/>
              <a:prstDash val="solid"/>
            </a:ln>
          </p:spPr>
        </p:sp>
        <p:sp>
          <p:nvSpPr>
            <p:cNvPr id="1837" name="four:barrier-filling:filled-output-cell-166:1561"/>
            <p:cNvSpPr>
              <a:spLocks noGrp="1"/>
            </p:cNvSpPr>
            <p:nvPr/>
          </p:nvSpPr>
          <p:spPr>
            <a:xfrm>
              <a:off x="19140091" y="7343775"/>
              <a:ext cx="19248" cy="200025"/>
            </a:xfrm>
            <a:prstGeom prst="rect">
              <a:avLst/>
            </a:prstGeom>
            <a:solidFill>
              <a:srgbClr val="D19DBE"/>
            </a:solidFill>
            <a:ln w="0">
              <a:noFill/>
              <a:prstDash val="solid"/>
            </a:ln>
          </p:spPr>
        </p:sp>
        <p:sp>
          <p:nvSpPr>
            <p:cNvPr id="1838" name="four:barrier-filling:filled-output-cell-167:1562"/>
            <p:cNvSpPr>
              <a:spLocks noGrp="1"/>
            </p:cNvSpPr>
            <p:nvPr/>
          </p:nvSpPr>
          <p:spPr>
            <a:xfrm>
              <a:off x="19159339" y="7343775"/>
              <a:ext cx="19248" cy="200025"/>
            </a:xfrm>
            <a:prstGeom prst="rect">
              <a:avLst/>
            </a:prstGeom>
            <a:solidFill>
              <a:srgbClr val="CF8AB2"/>
            </a:solidFill>
            <a:ln w="0">
              <a:noFill/>
              <a:prstDash val="solid"/>
            </a:ln>
          </p:spPr>
        </p:sp>
        <p:sp>
          <p:nvSpPr>
            <p:cNvPr id="1839" name="four:barrier-filling:filled-output-cell-168:1563"/>
            <p:cNvSpPr>
              <a:spLocks noGrp="1"/>
            </p:cNvSpPr>
            <p:nvPr/>
          </p:nvSpPr>
          <p:spPr>
            <a:xfrm>
              <a:off x="19178588" y="7343775"/>
              <a:ext cx="19248" cy="200025"/>
            </a:xfrm>
            <a:prstGeom prst="rect">
              <a:avLst/>
            </a:prstGeom>
            <a:solidFill>
              <a:srgbClr val="CD7EAA"/>
            </a:solidFill>
            <a:ln w="0">
              <a:noFill/>
              <a:prstDash val="solid"/>
            </a:ln>
          </p:spPr>
        </p:sp>
        <p:sp>
          <p:nvSpPr>
            <p:cNvPr id="1840" name="four:barrier-filling:filled-output-cell-169:1564"/>
            <p:cNvSpPr>
              <a:spLocks noGrp="1"/>
            </p:cNvSpPr>
            <p:nvPr/>
          </p:nvSpPr>
          <p:spPr>
            <a:xfrm>
              <a:off x="19197836" y="7343775"/>
              <a:ext cx="19248" cy="200025"/>
            </a:xfrm>
            <a:prstGeom prst="rect">
              <a:avLst/>
            </a:prstGeom>
            <a:solidFill>
              <a:srgbClr val="CC79A7"/>
            </a:solidFill>
            <a:ln w="0">
              <a:noFill/>
              <a:prstDash val="solid"/>
            </a:ln>
          </p:spPr>
        </p:sp>
        <p:sp>
          <p:nvSpPr>
            <p:cNvPr id="1841" name="four:barrier-filling:filled-output-cell-170:1565"/>
            <p:cNvSpPr>
              <a:spLocks noGrp="1"/>
            </p:cNvSpPr>
            <p:nvPr/>
          </p:nvSpPr>
          <p:spPr>
            <a:xfrm>
              <a:off x="19217084" y="7343775"/>
              <a:ext cx="19248" cy="200025"/>
            </a:xfrm>
            <a:prstGeom prst="rect">
              <a:avLst/>
            </a:prstGeom>
            <a:solidFill>
              <a:srgbClr val="CC79A7"/>
            </a:solidFill>
            <a:ln w="0">
              <a:noFill/>
              <a:prstDash val="solid"/>
            </a:ln>
          </p:spPr>
        </p:sp>
        <p:sp>
          <p:nvSpPr>
            <p:cNvPr id="1842" name="four:barrier-filling:filled-output-cell-171:1566"/>
            <p:cNvSpPr>
              <a:spLocks noGrp="1"/>
            </p:cNvSpPr>
            <p:nvPr/>
          </p:nvSpPr>
          <p:spPr>
            <a:xfrm>
              <a:off x="19236333" y="7343775"/>
              <a:ext cx="19248" cy="200025"/>
            </a:xfrm>
            <a:prstGeom prst="rect">
              <a:avLst/>
            </a:prstGeom>
            <a:solidFill>
              <a:srgbClr val="CC79A7"/>
            </a:solidFill>
            <a:ln w="0">
              <a:noFill/>
              <a:prstDash val="solid"/>
            </a:ln>
          </p:spPr>
        </p:sp>
        <p:sp>
          <p:nvSpPr>
            <p:cNvPr id="1843" name="four:barrier-filling:filled-output-cell-172:1567"/>
            <p:cNvSpPr>
              <a:spLocks noGrp="1"/>
            </p:cNvSpPr>
            <p:nvPr/>
          </p:nvSpPr>
          <p:spPr>
            <a:xfrm>
              <a:off x="19255581" y="7343775"/>
              <a:ext cx="19248" cy="200025"/>
            </a:xfrm>
            <a:prstGeom prst="rect">
              <a:avLst/>
            </a:prstGeom>
            <a:solidFill>
              <a:srgbClr val="CC79A7"/>
            </a:solidFill>
            <a:ln w="0">
              <a:noFill/>
              <a:prstDash val="solid"/>
            </a:ln>
          </p:spPr>
        </p:sp>
        <p:sp>
          <p:nvSpPr>
            <p:cNvPr id="1844" name="four:barrier-filling:filled-output-cell-173:1568"/>
            <p:cNvSpPr>
              <a:spLocks noGrp="1"/>
            </p:cNvSpPr>
            <p:nvPr/>
          </p:nvSpPr>
          <p:spPr>
            <a:xfrm>
              <a:off x="19274830" y="7343775"/>
              <a:ext cx="19248" cy="200025"/>
            </a:xfrm>
            <a:prstGeom prst="rect">
              <a:avLst/>
            </a:prstGeom>
            <a:solidFill>
              <a:srgbClr val="CC79A7"/>
            </a:solidFill>
            <a:ln w="0">
              <a:noFill/>
              <a:prstDash val="solid"/>
            </a:ln>
          </p:spPr>
        </p:sp>
        <p:sp>
          <p:nvSpPr>
            <p:cNvPr id="1845" name="four:barrier-filling:filled-output-cell-174:1569"/>
            <p:cNvSpPr>
              <a:spLocks noGrp="1"/>
            </p:cNvSpPr>
            <p:nvPr/>
          </p:nvSpPr>
          <p:spPr>
            <a:xfrm>
              <a:off x="19294078" y="7343775"/>
              <a:ext cx="19248" cy="200025"/>
            </a:xfrm>
            <a:prstGeom prst="rect">
              <a:avLst/>
            </a:prstGeom>
            <a:solidFill>
              <a:srgbClr val="CC79A7"/>
            </a:solidFill>
            <a:ln w="0">
              <a:noFill/>
              <a:prstDash val="solid"/>
            </a:ln>
          </p:spPr>
        </p:sp>
        <p:sp>
          <p:nvSpPr>
            <p:cNvPr id="1846" name="four:barrier-filling:filled-output-cell-175:1570"/>
            <p:cNvSpPr>
              <a:spLocks noGrp="1"/>
            </p:cNvSpPr>
            <p:nvPr/>
          </p:nvSpPr>
          <p:spPr>
            <a:xfrm>
              <a:off x="19313327" y="7343775"/>
              <a:ext cx="19248" cy="200025"/>
            </a:xfrm>
            <a:prstGeom prst="rect">
              <a:avLst/>
            </a:prstGeom>
            <a:solidFill>
              <a:srgbClr val="CC79A7"/>
            </a:solidFill>
            <a:ln w="0">
              <a:noFill/>
              <a:prstDash val="solid"/>
            </a:ln>
          </p:spPr>
        </p:sp>
        <p:sp>
          <p:nvSpPr>
            <p:cNvPr id="1847" name="four:barrier-filling:filled-output-cell-176:1571"/>
            <p:cNvSpPr>
              <a:spLocks noGrp="1"/>
            </p:cNvSpPr>
            <p:nvPr/>
          </p:nvSpPr>
          <p:spPr>
            <a:xfrm>
              <a:off x="19332575" y="7343775"/>
              <a:ext cx="19248" cy="200025"/>
            </a:xfrm>
            <a:prstGeom prst="rect">
              <a:avLst/>
            </a:prstGeom>
            <a:solidFill>
              <a:srgbClr val="CC79A7"/>
            </a:solidFill>
            <a:ln w="0">
              <a:noFill/>
              <a:prstDash val="solid"/>
            </a:ln>
          </p:spPr>
        </p:sp>
        <p:sp>
          <p:nvSpPr>
            <p:cNvPr id="1848" name="four:barrier-filling:filled-output-cell-177:1572"/>
            <p:cNvSpPr>
              <a:spLocks noGrp="1"/>
            </p:cNvSpPr>
            <p:nvPr/>
          </p:nvSpPr>
          <p:spPr>
            <a:xfrm>
              <a:off x="19351823" y="7343775"/>
              <a:ext cx="19248" cy="200025"/>
            </a:xfrm>
            <a:prstGeom prst="rect">
              <a:avLst/>
            </a:prstGeom>
            <a:solidFill>
              <a:srgbClr val="CC79A7"/>
            </a:solidFill>
            <a:ln w="0">
              <a:noFill/>
              <a:prstDash val="solid"/>
            </a:ln>
          </p:spPr>
        </p:sp>
        <p:sp>
          <p:nvSpPr>
            <p:cNvPr id="1849" name="four:barrier-filling:filled-output-cell-178:1573"/>
            <p:cNvSpPr>
              <a:spLocks noGrp="1"/>
            </p:cNvSpPr>
            <p:nvPr/>
          </p:nvSpPr>
          <p:spPr>
            <a:xfrm>
              <a:off x="19371072" y="7343775"/>
              <a:ext cx="19248" cy="200025"/>
            </a:xfrm>
            <a:prstGeom prst="rect">
              <a:avLst/>
            </a:prstGeom>
            <a:solidFill>
              <a:srgbClr val="CC79A7"/>
            </a:solidFill>
            <a:ln w="0">
              <a:noFill/>
              <a:prstDash val="solid"/>
            </a:ln>
          </p:spPr>
        </p:sp>
        <p:sp>
          <p:nvSpPr>
            <p:cNvPr id="1850" name="four:barrier-filling:filled-output-cell-179:1574"/>
            <p:cNvSpPr>
              <a:spLocks noGrp="1"/>
            </p:cNvSpPr>
            <p:nvPr/>
          </p:nvSpPr>
          <p:spPr>
            <a:xfrm>
              <a:off x="19390320" y="7343775"/>
              <a:ext cx="19248" cy="200025"/>
            </a:xfrm>
            <a:prstGeom prst="rect">
              <a:avLst/>
            </a:prstGeom>
            <a:solidFill>
              <a:srgbClr val="CC79A7"/>
            </a:solidFill>
            <a:ln w="0">
              <a:noFill/>
              <a:prstDash val="solid"/>
            </a:ln>
          </p:spPr>
        </p:sp>
        <p:sp>
          <p:nvSpPr>
            <p:cNvPr id="1851" name="four:barrier-filling:filled-output-cell-180:1575"/>
            <p:cNvSpPr>
              <a:spLocks noGrp="1"/>
            </p:cNvSpPr>
            <p:nvPr/>
          </p:nvSpPr>
          <p:spPr>
            <a:xfrm>
              <a:off x="19409569" y="7343775"/>
              <a:ext cx="19248" cy="200025"/>
            </a:xfrm>
            <a:prstGeom prst="rect">
              <a:avLst/>
            </a:prstGeom>
            <a:solidFill>
              <a:srgbClr val="CC79A7"/>
            </a:solidFill>
            <a:ln w="0">
              <a:noFill/>
              <a:prstDash val="solid"/>
            </a:ln>
          </p:spPr>
        </p:sp>
        <p:sp>
          <p:nvSpPr>
            <p:cNvPr id="1852" name="four:barrier-filling:filled-output-cell-181:1576"/>
            <p:cNvSpPr>
              <a:spLocks noGrp="1"/>
            </p:cNvSpPr>
            <p:nvPr/>
          </p:nvSpPr>
          <p:spPr>
            <a:xfrm>
              <a:off x="19428817" y="7343775"/>
              <a:ext cx="19248" cy="200025"/>
            </a:xfrm>
            <a:prstGeom prst="rect">
              <a:avLst/>
            </a:prstGeom>
            <a:solidFill>
              <a:srgbClr val="CC79A7"/>
            </a:solidFill>
            <a:ln w="0">
              <a:noFill/>
              <a:prstDash val="solid"/>
            </a:ln>
          </p:spPr>
        </p:sp>
        <p:sp>
          <p:nvSpPr>
            <p:cNvPr id="1853" name="four:barrier-filling:filled-output-cell-182:1577"/>
            <p:cNvSpPr>
              <a:spLocks noGrp="1"/>
            </p:cNvSpPr>
            <p:nvPr/>
          </p:nvSpPr>
          <p:spPr>
            <a:xfrm>
              <a:off x="19448066" y="7343775"/>
              <a:ext cx="19248" cy="200025"/>
            </a:xfrm>
            <a:prstGeom prst="rect">
              <a:avLst/>
            </a:prstGeom>
            <a:solidFill>
              <a:srgbClr val="CC79A7"/>
            </a:solidFill>
            <a:ln w="0">
              <a:noFill/>
              <a:prstDash val="solid"/>
            </a:ln>
          </p:spPr>
        </p:sp>
        <p:sp>
          <p:nvSpPr>
            <p:cNvPr id="1854" name="four:barrier-filling:filled-output-cell-183:1578"/>
            <p:cNvSpPr>
              <a:spLocks noGrp="1"/>
            </p:cNvSpPr>
            <p:nvPr/>
          </p:nvSpPr>
          <p:spPr>
            <a:xfrm>
              <a:off x="19467314" y="7343775"/>
              <a:ext cx="19248" cy="200025"/>
            </a:xfrm>
            <a:prstGeom prst="rect">
              <a:avLst/>
            </a:prstGeom>
            <a:solidFill>
              <a:srgbClr val="CE88B0"/>
            </a:solidFill>
            <a:ln w="0">
              <a:noFill/>
              <a:prstDash val="solid"/>
            </a:ln>
          </p:spPr>
        </p:sp>
        <p:sp>
          <p:nvSpPr>
            <p:cNvPr id="1855" name="four:barrier-filling:filled-output-cell-184:1579"/>
            <p:cNvSpPr>
              <a:spLocks noGrp="1"/>
            </p:cNvSpPr>
            <p:nvPr/>
          </p:nvSpPr>
          <p:spPr>
            <a:xfrm>
              <a:off x="19486563" y="7343775"/>
              <a:ext cx="19248" cy="200025"/>
            </a:xfrm>
            <a:prstGeom prst="rect">
              <a:avLst/>
            </a:prstGeom>
            <a:solidFill>
              <a:srgbClr val="D2A6C3"/>
            </a:solidFill>
            <a:ln w="0">
              <a:noFill/>
              <a:prstDash val="solid"/>
            </a:ln>
          </p:spPr>
        </p:sp>
        <p:sp>
          <p:nvSpPr>
            <p:cNvPr id="1856" name="four:barrier-filling:filled-output-cell-185:1580"/>
            <p:cNvSpPr>
              <a:spLocks noGrp="1"/>
            </p:cNvSpPr>
            <p:nvPr/>
          </p:nvSpPr>
          <p:spPr>
            <a:xfrm>
              <a:off x="19505811" y="7343775"/>
              <a:ext cx="19248" cy="200025"/>
            </a:xfrm>
            <a:prstGeom prst="rect">
              <a:avLst/>
            </a:prstGeom>
            <a:solidFill>
              <a:srgbClr val="D7C8D9"/>
            </a:solidFill>
            <a:ln w="0">
              <a:noFill/>
              <a:prstDash val="solid"/>
            </a:ln>
          </p:spPr>
        </p:sp>
        <p:sp>
          <p:nvSpPr>
            <p:cNvPr id="1857" name="four:barrier-filling:filled-output-cell-186:1581"/>
            <p:cNvSpPr>
              <a:spLocks noGrp="1"/>
            </p:cNvSpPr>
            <p:nvPr/>
          </p:nvSpPr>
          <p:spPr>
            <a:xfrm>
              <a:off x="19525059" y="7343775"/>
              <a:ext cx="19248" cy="200025"/>
            </a:xfrm>
            <a:prstGeom prst="rect">
              <a:avLst/>
            </a:prstGeom>
            <a:solidFill>
              <a:srgbClr val="DBE3E5"/>
            </a:solidFill>
            <a:ln w="0">
              <a:noFill/>
              <a:prstDash val="solid"/>
            </a:ln>
          </p:spPr>
        </p:sp>
        <p:sp>
          <p:nvSpPr>
            <p:cNvPr id="1858" name="four:barrier-filling:filled-output-cell-187:1582"/>
            <p:cNvSpPr>
              <a:spLocks noGrp="1"/>
            </p:cNvSpPr>
            <p:nvPr/>
          </p:nvSpPr>
          <p:spPr>
            <a:xfrm>
              <a:off x="19544308" y="7343775"/>
              <a:ext cx="19248" cy="200025"/>
            </a:xfrm>
            <a:prstGeom prst="rect">
              <a:avLst/>
            </a:prstGeom>
            <a:solidFill>
              <a:srgbClr val="DCE8ED"/>
            </a:solidFill>
            <a:ln w="0">
              <a:noFill/>
              <a:prstDash val="solid"/>
            </a:ln>
          </p:spPr>
        </p:sp>
        <p:sp>
          <p:nvSpPr>
            <p:cNvPr id="1859" name="four:barrier-filling:filled-output-cell-188:1583"/>
            <p:cNvSpPr>
              <a:spLocks noGrp="1"/>
            </p:cNvSpPr>
            <p:nvPr/>
          </p:nvSpPr>
          <p:spPr>
            <a:xfrm>
              <a:off x="19563556" y="7343775"/>
              <a:ext cx="19248" cy="200025"/>
            </a:xfrm>
            <a:prstGeom prst="rect">
              <a:avLst/>
            </a:prstGeom>
            <a:solidFill>
              <a:srgbClr val="DCE8ED"/>
            </a:solidFill>
            <a:ln w="0">
              <a:noFill/>
              <a:prstDash val="solid"/>
            </a:ln>
          </p:spPr>
        </p:sp>
        <p:sp>
          <p:nvSpPr>
            <p:cNvPr id="1860" name="four:barrier-filling:filled-output-cell-189:1584"/>
            <p:cNvSpPr>
              <a:spLocks noGrp="1"/>
            </p:cNvSpPr>
            <p:nvPr/>
          </p:nvSpPr>
          <p:spPr>
            <a:xfrm>
              <a:off x="19582805" y="7343775"/>
              <a:ext cx="19248" cy="200025"/>
            </a:xfrm>
            <a:prstGeom prst="rect">
              <a:avLst/>
            </a:prstGeom>
            <a:solidFill>
              <a:srgbClr val="DCE8ED"/>
            </a:solidFill>
            <a:ln w="0">
              <a:noFill/>
              <a:prstDash val="solid"/>
            </a:ln>
          </p:spPr>
        </p:sp>
        <p:sp>
          <p:nvSpPr>
            <p:cNvPr id="1861" name="four:barrier-filling:filled-output-cell-190:1585"/>
            <p:cNvSpPr>
              <a:spLocks noGrp="1"/>
            </p:cNvSpPr>
            <p:nvPr/>
          </p:nvSpPr>
          <p:spPr>
            <a:xfrm>
              <a:off x="19602053" y="7343775"/>
              <a:ext cx="19248" cy="200025"/>
            </a:xfrm>
            <a:prstGeom prst="rect">
              <a:avLst/>
            </a:prstGeom>
            <a:solidFill>
              <a:srgbClr val="DCE8ED"/>
            </a:solidFill>
            <a:ln w="0">
              <a:noFill/>
              <a:prstDash val="solid"/>
            </a:ln>
          </p:spPr>
        </p:sp>
        <p:sp>
          <p:nvSpPr>
            <p:cNvPr id="1862" name="four:barrier-filling:filled-output-cell-191:1586"/>
            <p:cNvSpPr>
              <a:spLocks noGrp="1"/>
            </p:cNvSpPr>
            <p:nvPr/>
          </p:nvSpPr>
          <p:spPr>
            <a:xfrm>
              <a:off x="19621302" y="7343775"/>
              <a:ext cx="19248" cy="200025"/>
            </a:xfrm>
            <a:prstGeom prst="rect">
              <a:avLst/>
            </a:prstGeom>
            <a:solidFill>
              <a:srgbClr val="DCE8ED"/>
            </a:solidFill>
            <a:ln w="0">
              <a:noFill/>
              <a:prstDash val="solid"/>
            </a:ln>
          </p:spPr>
        </p:sp>
        <p:sp>
          <p:nvSpPr>
            <p:cNvPr id="1863" name="four:barrier-filling:filled-output-border:1587"/>
            <p:cNvSpPr>
              <a:spLocks noGrp="1"/>
            </p:cNvSpPr>
            <p:nvPr/>
          </p:nvSpPr>
          <p:spPr>
            <a:xfrm>
              <a:off x="15944850" y="7343775"/>
              <a:ext cx="3695700" cy="200025"/>
            </a:xfrm>
            <a:prstGeom prst="rect">
              <a:avLst/>
            </a:prstGeom>
            <a:noFill/>
            <a:ln w="7620">
              <a:solidFill>
                <a:srgbClr val="263238"/>
              </a:solidFill>
              <a:prstDash val="solid"/>
            </a:ln>
          </p:spPr>
        </p:sp>
      </p:grpSp>
      <p:grpSp>
        <p:nvGrpSpPr>
          <p:cNvPr id="1864" name="time-step-strips"/>
          <p:cNvGrpSpPr/>
          <p:nvPr/>
        </p:nvGrpSpPr>
        <p:grpSpPr>
          <a:xfrm>
            <a:off x="0" y="0"/>
            <a:ext cx="24955500" cy="8572500"/>
            <a:chOff x="0" y="0"/>
            <a:chExt cx="24955500" cy="8572500"/>
          </a:xfrm>
        </p:grpSpPr>
        <p:sp>
          <p:nvSpPr>
            <p:cNvPr id="1865" name="dense-strip-12-border">
              <a:extLst>
                <a:ext uri="{FF2B5EF4-FFF2-40B4-BE49-F238E27FC236}">
                  <a16:creationId xmlns:a16="http://schemas.microsoft.com/office/drawing/2014/main" id="{DDB84DCD-DDD4-4657-827D-3799F6073E6E}"/>
                </a:ext>
              </a:extLst>
            </p:cNvPr>
            <p:cNvSpPr>
              <a:spLocks noGrp="1"/>
            </p:cNvSpPr>
            <p:nvPr/>
          </p:nvSpPr>
          <p:spPr>
            <a:xfrm>
              <a:off x="21240750" y="3886200"/>
              <a:ext cx="2952750" cy="133350"/>
            </a:xfrm>
            <a:prstGeom prst="rect">
              <a:avLst/>
            </a:prstGeom>
            <a:noFill/>
            <a:ln w="6191">
              <a:solidFill>
                <a:srgbClr val="6B7D89"/>
              </a:solidFill>
              <a:prstDash val="solid"/>
            </a:ln>
          </p:spPr>
        </p:sp>
        <p:sp>
          <p:nvSpPr>
            <p:cNvPr id="1866" name="dense-strip-12-cell-191">
              <a:extLst>
                <a:ext uri="{FF2B5EF4-FFF2-40B4-BE49-F238E27FC236}">
                  <a16:creationId xmlns:a16="http://schemas.microsoft.com/office/drawing/2014/main" id="{E0AEE02E-9A97-4B3F-A0F9-141958D54621}"/>
                </a:ext>
              </a:extLst>
            </p:cNvPr>
            <p:cNvSpPr>
              <a:spLocks noGrp="1"/>
            </p:cNvSpPr>
            <p:nvPr/>
          </p:nvSpPr>
          <p:spPr>
            <a:xfrm>
              <a:off x="24178121" y="3886200"/>
              <a:ext cx="15522" cy="133350"/>
            </a:xfrm>
            <a:prstGeom prst="rect">
              <a:avLst/>
            </a:prstGeom>
            <a:solidFill>
              <a:srgbClr val="DCE8ED"/>
            </a:solidFill>
            <a:ln w="0">
              <a:noFill/>
              <a:prstDash val="solid"/>
            </a:ln>
          </p:spPr>
        </p:sp>
        <p:sp>
          <p:nvSpPr>
            <p:cNvPr id="1867" name="dense-strip-12-cell-190">
              <a:extLst>
                <a:ext uri="{FF2B5EF4-FFF2-40B4-BE49-F238E27FC236}">
                  <a16:creationId xmlns:a16="http://schemas.microsoft.com/office/drawing/2014/main" id="{5A987AF3-A124-4D40-BF66-0941D5B19ACA}"/>
                </a:ext>
              </a:extLst>
            </p:cNvPr>
            <p:cNvSpPr>
              <a:spLocks noGrp="1"/>
            </p:cNvSpPr>
            <p:nvPr/>
          </p:nvSpPr>
          <p:spPr>
            <a:xfrm>
              <a:off x="24162742" y="3886200"/>
              <a:ext cx="15522" cy="133350"/>
            </a:xfrm>
            <a:prstGeom prst="rect">
              <a:avLst/>
            </a:prstGeom>
            <a:solidFill>
              <a:srgbClr val="DCE8ED"/>
            </a:solidFill>
            <a:ln w="0">
              <a:noFill/>
              <a:prstDash val="solid"/>
            </a:ln>
          </p:spPr>
        </p:sp>
        <p:sp>
          <p:nvSpPr>
            <p:cNvPr id="1868" name="dense-strip-12-cell-189">
              <a:extLst>
                <a:ext uri="{FF2B5EF4-FFF2-40B4-BE49-F238E27FC236}">
                  <a16:creationId xmlns:a16="http://schemas.microsoft.com/office/drawing/2014/main" id="{BC062729-00DC-440B-AE0E-CF7354F5D150}"/>
                </a:ext>
              </a:extLst>
            </p:cNvPr>
            <p:cNvSpPr>
              <a:spLocks noGrp="1"/>
            </p:cNvSpPr>
            <p:nvPr/>
          </p:nvSpPr>
          <p:spPr>
            <a:xfrm>
              <a:off x="24147363" y="3886200"/>
              <a:ext cx="15522" cy="133350"/>
            </a:xfrm>
            <a:prstGeom prst="rect">
              <a:avLst/>
            </a:prstGeom>
            <a:solidFill>
              <a:srgbClr val="DCE8ED"/>
            </a:solidFill>
            <a:ln w="0">
              <a:noFill/>
              <a:prstDash val="solid"/>
            </a:ln>
          </p:spPr>
        </p:sp>
        <p:sp>
          <p:nvSpPr>
            <p:cNvPr id="1869" name="dense-strip-12-cell-188">
              <a:extLst>
                <a:ext uri="{FF2B5EF4-FFF2-40B4-BE49-F238E27FC236}">
                  <a16:creationId xmlns:a16="http://schemas.microsoft.com/office/drawing/2014/main" id="{57F78D64-EB75-4F6B-83B9-6AFC96E092BF}"/>
                </a:ext>
              </a:extLst>
            </p:cNvPr>
            <p:cNvSpPr>
              <a:spLocks noGrp="1"/>
            </p:cNvSpPr>
            <p:nvPr/>
          </p:nvSpPr>
          <p:spPr>
            <a:xfrm>
              <a:off x="24131984" y="3886200"/>
              <a:ext cx="15522" cy="133350"/>
            </a:xfrm>
            <a:prstGeom prst="rect">
              <a:avLst/>
            </a:prstGeom>
            <a:solidFill>
              <a:srgbClr val="DCE8ED"/>
            </a:solidFill>
            <a:ln w="0">
              <a:noFill/>
              <a:prstDash val="solid"/>
            </a:ln>
          </p:spPr>
        </p:sp>
        <p:sp>
          <p:nvSpPr>
            <p:cNvPr id="1870" name="dense-strip-12-cell-187">
              <a:extLst>
                <a:ext uri="{FF2B5EF4-FFF2-40B4-BE49-F238E27FC236}">
                  <a16:creationId xmlns:a16="http://schemas.microsoft.com/office/drawing/2014/main" id="{B94F7FDC-6999-4ABD-BCD0-91ACCC1F39DF}"/>
                </a:ext>
              </a:extLst>
            </p:cNvPr>
            <p:cNvSpPr>
              <a:spLocks noGrp="1"/>
            </p:cNvSpPr>
            <p:nvPr/>
          </p:nvSpPr>
          <p:spPr>
            <a:xfrm>
              <a:off x="24116605" y="3886200"/>
              <a:ext cx="15522" cy="133350"/>
            </a:xfrm>
            <a:prstGeom prst="rect">
              <a:avLst/>
            </a:prstGeom>
            <a:solidFill>
              <a:srgbClr val="DBE4E7"/>
            </a:solidFill>
            <a:ln w="0">
              <a:noFill/>
              <a:prstDash val="solid"/>
            </a:ln>
          </p:spPr>
        </p:sp>
        <p:sp>
          <p:nvSpPr>
            <p:cNvPr id="1871" name="dense-strip-12-cell-186">
              <a:extLst>
                <a:ext uri="{FF2B5EF4-FFF2-40B4-BE49-F238E27FC236}">
                  <a16:creationId xmlns:a16="http://schemas.microsoft.com/office/drawing/2014/main" id="{F17964C8-8854-4975-A30B-8832261BA9C3}"/>
                </a:ext>
              </a:extLst>
            </p:cNvPr>
            <p:cNvSpPr>
              <a:spLocks noGrp="1"/>
            </p:cNvSpPr>
            <p:nvPr/>
          </p:nvSpPr>
          <p:spPr>
            <a:xfrm>
              <a:off x="24101227" y="3886200"/>
              <a:ext cx="15522" cy="133350"/>
            </a:xfrm>
            <a:prstGeom prst="rect">
              <a:avLst/>
            </a:prstGeom>
            <a:solidFill>
              <a:srgbClr val="D7C5D7"/>
            </a:solidFill>
            <a:ln w="0">
              <a:noFill/>
              <a:prstDash val="solid"/>
            </a:ln>
          </p:spPr>
        </p:sp>
        <p:sp>
          <p:nvSpPr>
            <p:cNvPr id="1872" name="dense-strip-12-cell-185">
              <a:extLst>
                <a:ext uri="{FF2B5EF4-FFF2-40B4-BE49-F238E27FC236}">
                  <a16:creationId xmlns:a16="http://schemas.microsoft.com/office/drawing/2014/main" id="{F9282615-6B91-4E81-BA3A-E9CB620E2CB9}"/>
                </a:ext>
              </a:extLst>
            </p:cNvPr>
            <p:cNvSpPr>
              <a:spLocks noGrp="1"/>
            </p:cNvSpPr>
            <p:nvPr/>
          </p:nvSpPr>
          <p:spPr>
            <a:xfrm>
              <a:off x="24085848" y="3886200"/>
              <a:ext cx="15522" cy="133350"/>
            </a:xfrm>
            <a:prstGeom prst="rect">
              <a:avLst/>
            </a:prstGeom>
            <a:solidFill>
              <a:srgbClr val="D19CBD"/>
            </a:solidFill>
            <a:ln w="0">
              <a:noFill/>
              <a:prstDash val="solid"/>
            </a:ln>
          </p:spPr>
        </p:sp>
        <p:sp>
          <p:nvSpPr>
            <p:cNvPr id="1873" name="dense-strip-12-cell-184">
              <a:extLst>
                <a:ext uri="{FF2B5EF4-FFF2-40B4-BE49-F238E27FC236}">
                  <a16:creationId xmlns:a16="http://schemas.microsoft.com/office/drawing/2014/main" id="{237EA710-F8D5-4559-A393-3CF2A795B12D}"/>
                </a:ext>
              </a:extLst>
            </p:cNvPr>
            <p:cNvSpPr>
              <a:spLocks noGrp="1"/>
            </p:cNvSpPr>
            <p:nvPr/>
          </p:nvSpPr>
          <p:spPr>
            <a:xfrm>
              <a:off x="24070469" y="3886200"/>
              <a:ext cx="15522" cy="133350"/>
            </a:xfrm>
            <a:prstGeom prst="rect">
              <a:avLst/>
            </a:prstGeom>
            <a:solidFill>
              <a:srgbClr val="CD7EAA"/>
            </a:solidFill>
            <a:ln w="0">
              <a:noFill/>
              <a:prstDash val="solid"/>
            </a:ln>
          </p:spPr>
        </p:sp>
        <p:sp>
          <p:nvSpPr>
            <p:cNvPr id="1874" name="dense-strip-12-cell-183">
              <a:extLst>
                <a:ext uri="{FF2B5EF4-FFF2-40B4-BE49-F238E27FC236}">
                  <a16:creationId xmlns:a16="http://schemas.microsoft.com/office/drawing/2014/main" id="{1E5E94B5-5334-4177-95E4-153EAA16E10A}"/>
                </a:ext>
              </a:extLst>
            </p:cNvPr>
            <p:cNvSpPr>
              <a:spLocks noGrp="1"/>
            </p:cNvSpPr>
            <p:nvPr/>
          </p:nvSpPr>
          <p:spPr>
            <a:xfrm>
              <a:off x="24055090" y="3886200"/>
              <a:ext cx="15522" cy="133350"/>
            </a:xfrm>
            <a:prstGeom prst="rect">
              <a:avLst/>
            </a:prstGeom>
            <a:solidFill>
              <a:srgbClr val="CC79A7"/>
            </a:solidFill>
            <a:ln w="0">
              <a:noFill/>
              <a:prstDash val="solid"/>
            </a:ln>
          </p:spPr>
        </p:sp>
        <p:sp>
          <p:nvSpPr>
            <p:cNvPr id="1875" name="dense-strip-12-cell-182">
              <a:extLst>
                <a:ext uri="{FF2B5EF4-FFF2-40B4-BE49-F238E27FC236}">
                  <a16:creationId xmlns:a16="http://schemas.microsoft.com/office/drawing/2014/main" id="{ED32EC0D-47F5-4D60-9839-F00144FC662B}"/>
                </a:ext>
              </a:extLst>
            </p:cNvPr>
            <p:cNvSpPr>
              <a:spLocks noGrp="1"/>
            </p:cNvSpPr>
            <p:nvPr/>
          </p:nvSpPr>
          <p:spPr>
            <a:xfrm>
              <a:off x="24039711" y="3886200"/>
              <a:ext cx="15522" cy="133350"/>
            </a:xfrm>
            <a:prstGeom prst="rect">
              <a:avLst/>
            </a:prstGeom>
            <a:solidFill>
              <a:srgbClr val="CC79A7"/>
            </a:solidFill>
            <a:ln w="0">
              <a:noFill/>
              <a:prstDash val="solid"/>
            </a:ln>
          </p:spPr>
        </p:sp>
        <p:sp>
          <p:nvSpPr>
            <p:cNvPr id="1876" name="dense-strip-12-cell-181">
              <a:extLst>
                <a:ext uri="{FF2B5EF4-FFF2-40B4-BE49-F238E27FC236}">
                  <a16:creationId xmlns:a16="http://schemas.microsoft.com/office/drawing/2014/main" id="{8D5EEBD4-5512-464D-93E6-EA47DEAA929C}"/>
                </a:ext>
              </a:extLst>
            </p:cNvPr>
            <p:cNvSpPr>
              <a:spLocks noGrp="1"/>
            </p:cNvSpPr>
            <p:nvPr/>
          </p:nvSpPr>
          <p:spPr>
            <a:xfrm>
              <a:off x="24024332" y="3886200"/>
              <a:ext cx="15522" cy="133350"/>
            </a:xfrm>
            <a:prstGeom prst="rect">
              <a:avLst/>
            </a:prstGeom>
            <a:solidFill>
              <a:srgbClr val="CC79A7"/>
            </a:solidFill>
            <a:ln w="0">
              <a:noFill/>
              <a:prstDash val="solid"/>
            </a:ln>
          </p:spPr>
        </p:sp>
        <p:sp>
          <p:nvSpPr>
            <p:cNvPr id="1877" name="dense-strip-12-cell-180">
              <a:extLst>
                <a:ext uri="{FF2B5EF4-FFF2-40B4-BE49-F238E27FC236}">
                  <a16:creationId xmlns:a16="http://schemas.microsoft.com/office/drawing/2014/main" id="{400B653C-8201-4F76-A78B-C697F2E07175}"/>
                </a:ext>
              </a:extLst>
            </p:cNvPr>
            <p:cNvSpPr>
              <a:spLocks noGrp="1"/>
            </p:cNvSpPr>
            <p:nvPr/>
          </p:nvSpPr>
          <p:spPr>
            <a:xfrm>
              <a:off x="24008953" y="3886200"/>
              <a:ext cx="15522" cy="133350"/>
            </a:xfrm>
            <a:prstGeom prst="rect">
              <a:avLst/>
            </a:prstGeom>
            <a:solidFill>
              <a:srgbClr val="CC79A7"/>
            </a:solidFill>
            <a:ln w="0">
              <a:noFill/>
              <a:prstDash val="solid"/>
            </a:ln>
          </p:spPr>
        </p:sp>
        <p:sp>
          <p:nvSpPr>
            <p:cNvPr id="1878" name="dense-strip-12-cell-179">
              <a:extLst>
                <a:ext uri="{FF2B5EF4-FFF2-40B4-BE49-F238E27FC236}">
                  <a16:creationId xmlns:a16="http://schemas.microsoft.com/office/drawing/2014/main" id="{0D4EE44A-AAD7-4C6D-9ADC-58E580E13A4F}"/>
                </a:ext>
              </a:extLst>
            </p:cNvPr>
            <p:cNvSpPr>
              <a:spLocks noGrp="1"/>
            </p:cNvSpPr>
            <p:nvPr/>
          </p:nvSpPr>
          <p:spPr>
            <a:xfrm>
              <a:off x="23993574" y="3886200"/>
              <a:ext cx="15522" cy="133350"/>
            </a:xfrm>
            <a:prstGeom prst="rect">
              <a:avLst/>
            </a:prstGeom>
            <a:solidFill>
              <a:srgbClr val="CC79A7"/>
            </a:solidFill>
            <a:ln w="0">
              <a:noFill/>
              <a:prstDash val="solid"/>
            </a:ln>
          </p:spPr>
        </p:sp>
        <p:sp>
          <p:nvSpPr>
            <p:cNvPr id="1879" name="dense-strip-12-cell-178">
              <a:extLst>
                <a:ext uri="{FF2B5EF4-FFF2-40B4-BE49-F238E27FC236}">
                  <a16:creationId xmlns:a16="http://schemas.microsoft.com/office/drawing/2014/main" id="{04AB225D-2F6B-4729-813A-120E55231795}"/>
                </a:ext>
              </a:extLst>
            </p:cNvPr>
            <p:cNvSpPr>
              <a:spLocks noGrp="1"/>
            </p:cNvSpPr>
            <p:nvPr/>
          </p:nvSpPr>
          <p:spPr>
            <a:xfrm>
              <a:off x="23978195" y="3886200"/>
              <a:ext cx="15522" cy="133350"/>
            </a:xfrm>
            <a:prstGeom prst="rect">
              <a:avLst/>
            </a:prstGeom>
            <a:solidFill>
              <a:srgbClr val="CC79A7"/>
            </a:solidFill>
            <a:ln w="0">
              <a:noFill/>
              <a:prstDash val="solid"/>
            </a:ln>
          </p:spPr>
        </p:sp>
        <p:sp>
          <p:nvSpPr>
            <p:cNvPr id="1880" name="dense-strip-12-cell-177">
              <a:extLst>
                <a:ext uri="{FF2B5EF4-FFF2-40B4-BE49-F238E27FC236}">
                  <a16:creationId xmlns:a16="http://schemas.microsoft.com/office/drawing/2014/main" id="{B770F67C-F927-4624-8248-EE2D6977AFA7}"/>
                </a:ext>
              </a:extLst>
            </p:cNvPr>
            <p:cNvSpPr>
              <a:spLocks noGrp="1"/>
            </p:cNvSpPr>
            <p:nvPr/>
          </p:nvSpPr>
          <p:spPr>
            <a:xfrm>
              <a:off x="23962816" y="3886200"/>
              <a:ext cx="15522" cy="133350"/>
            </a:xfrm>
            <a:prstGeom prst="rect">
              <a:avLst/>
            </a:prstGeom>
            <a:solidFill>
              <a:srgbClr val="CC79A7"/>
            </a:solidFill>
            <a:ln w="0">
              <a:noFill/>
              <a:prstDash val="solid"/>
            </a:ln>
          </p:spPr>
        </p:sp>
        <p:sp>
          <p:nvSpPr>
            <p:cNvPr id="1881" name="dense-strip-12-cell-176">
              <a:extLst>
                <a:ext uri="{FF2B5EF4-FFF2-40B4-BE49-F238E27FC236}">
                  <a16:creationId xmlns:a16="http://schemas.microsoft.com/office/drawing/2014/main" id="{FCDB9FF4-E5BC-430E-8424-803DFBC9DBCE}"/>
                </a:ext>
              </a:extLst>
            </p:cNvPr>
            <p:cNvSpPr>
              <a:spLocks noGrp="1"/>
            </p:cNvSpPr>
            <p:nvPr/>
          </p:nvSpPr>
          <p:spPr>
            <a:xfrm>
              <a:off x="23947438" y="3886200"/>
              <a:ext cx="15522" cy="133350"/>
            </a:xfrm>
            <a:prstGeom prst="rect">
              <a:avLst/>
            </a:prstGeom>
            <a:solidFill>
              <a:srgbClr val="CC79A7"/>
            </a:solidFill>
            <a:ln w="0">
              <a:noFill/>
              <a:prstDash val="solid"/>
            </a:ln>
          </p:spPr>
        </p:sp>
        <p:sp>
          <p:nvSpPr>
            <p:cNvPr id="1882" name="dense-strip-12-cell-175">
              <a:extLst>
                <a:ext uri="{FF2B5EF4-FFF2-40B4-BE49-F238E27FC236}">
                  <a16:creationId xmlns:a16="http://schemas.microsoft.com/office/drawing/2014/main" id="{3FED70E6-41B7-487B-9153-68E47A7474F5}"/>
                </a:ext>
              </a:extLst>
            </p:cNvPr>
            <p:cNvSpPr>
              <a:spLocks noGrp="1"/>
            </p:cNvSpPr>
            <p:nvPr/>
          </p:nvSpPr>
          <p:spPr>
            <a:xfrm>
              <a:off x="23932059" y="3886200"/>
              <a:ext cx="15522" cy="133350"/>
            </a:xfrm>
            <a:prstGeom prst="rect">
              <a:avLst/>
            </a:prstGeom>
            <a:solidFill>
              <a:srgbClr val="CC79A7"/>
            </a:solidFill>
            <a:ln w="0">
              <a:noFill/>
              <a:prstDash val="solid"/>
            </a:ln>
          </p:spPr>
        </p:sp>
        <p:sp>
          <p:nvSpPr>
            <p:cNvPr id="1883" name="dense-strip-12-cell-174">
              <a:extLst>
                <a:ext uri="{FF2B5EF4-FFF2-40B4-BE49-F238E27FC236}">
                  <a16:creationId xmlns:a16="http://schemas.microsoft.com/office/drawing/2014/main" id="{18C8D8D0-E9A9-4B78-BCDF-012CEF2727DE}"/>
                </a:ext>
              </a:extLst>
            </p:cNvPr>
            <p:cNvSpPr>
              <a:spLocks noGrp="1"/>
            </p:cNvSpPr>
            <p:nvPr/>
          </p:nvSpPr>
          <p:spPr>
            <a:xfrm>
              <a:off x="23916680" y="3886200"/>
              <a:ext cx="15522" cy="133350"/>
            </a:xfrm>
            <a:prstGeom prst="rect">
              <a:avLst/>
            </a:prstGeom>
            <a:solidFill>
              <a:srgbClr val="CC7BA9"/>
            </a:solidFill>
            <a:ln w="0">
              <a:noFill/>
              <a:prstDash val="solid"/>
            </a:ln>
          </p:spPr>
        </p:sp>
        <p:sp>
          <p:nvSpPr>
            <p:cNvPr id="1884" name="dense-strip-12-cell-173">
              <a:extLst>
                <a:ext uri="{FF2B5EF4-FFF2-40B4-BE49-F238E27FC236}">
                  <a16:creationId xmlns:a16="http://schemas.microsoft.com/office/drawing/2014/main" id="{85BB06D4-794C-48C1-B878-07512F83AEA0}"/>
                </a:ext>
              </a:extLst>
            </p:cNvPr>
            <p:cNvSpPr>
              <a:spLocks noGrp="1"/>
            </p:cNvSpPr>
            <p:nvPr/>
          </p:nvSpPr>
          <p:spPr>
            <a:xfrm>
              <a:off x="23901301" y="3886200"/>
              <a:ext cx="15522" cy="133350"/>
            </a:xfrm>
            <a:prstGeom prst="rect">
              <a:avLst/>
            </a:prstGeom>
            <a:solidFill>
              <a:srgbClr val="CD82AD"/>
            </a:solidFill>
            <a:ln w="0">
              <a:noFill/>
              <a:prstDash val="solid"/>
            </a:ln>
          </p:spPr>
        </p:sp>
        <p:sp>
          <p:nvSpPr>
            <p:cNvPr id="1885" name="dense-strip-12-cell-172">
              <a:extLst>
                <a:ext uri="{FF2B5EF4-FFF2-40B4-BE49-F238E27FC236}">
                  <a16:creationId xmlns:a16="http://schemas.microsoft.com/office/drawing/2014/main" id="{BC1F88EF-FC66-424B-A126-B9C255B4E93E}"/>
                </a:ext>
              </a:extLst>
            </p:cNvPr>
            <p:cNvSpPr>
              <a:spLocks noGrp="1"/>
            </p:cNvSpPr>
            <p:nvPr/>
          </p:nvSpPr>
          <p:spPr>
            <a:xfrm>
              <a:off x="23885922" y="3886200"/>
              <a:ext cx="15522" cy="133350"/>
            </a:xfrm>
            <a:prstGeom prst="rect">
              <a:avLst/>
            </a:prstGeom>
            <a:solidFill>
              <a:srgbClr val="CF8DB3"/>
            </a:solidFill>
            <a:ln w="0">
              <a:noFill/>
              <a:prstDash val="solid"/>
            </a:ln>
          </p:spPr>
        </p:sp>
        <p:sp>
          <p:nvSpPr>
            <p:cNvPr id="1886" name="dense-strip-12-cell-171">
              <a:extLst>
                <a:ext uri="{FF2B5EF4-FFF2-40B4-BE49-F238E27FC236}">
                  <a16:creationId xmlns:a16="http://schemas.microsoft.com/office/drawing/2014/main" id="{105E27AD-5EA7-4CB1-B48D-C37394A40080}"/>
                </a:ext>
              </a:extLst>
            </p:cNvPr>
            <p:cNvSpPr>
              <a:spLocks noGrp="1"/>
            </p:cNvSpPr>
            <p:nvPr/>
          </p:nvSpPr>
          <p:spPr>
            <a:xfrm>
              <a:off x="23870543" y="3886200"/>
              <a:ext cx="15522" cy="133350"/>
            </a:xfrm>
            <a:prstGeom prst="rect">
              <a:avLst/>
            </a:prstGeom>
            <a:solidFill>
              <a:srgbClr val="D098BA"/>
            </a:solidFill>
            <a:ln w="0">
              <a:noFill/>
              <a:prstDash val="solid"/>
            </a:ln>
          </p:spPr>
        </p:sp>
        <p:sp>
          <p:nvSpPr>
            <p:cNvPr id="1887" name="dense-strip-12-cell-170">
              <a:extLst>
                <a:ext uri="{FF2B5EF4-FFF2-40B4-BE49-F238E27FC236}">
                  <a16:creationId xmlns:a16="http://schemas.microsoft.com/office/drawing/2014/main" id="{E37B617B-9235-49F1-B048-CD1C3B8D8DB6}"/>
                </a:ext>
              </a:extLst>
            </p:cNvPr>
            <p:cNvSpPr>
              <a:spLocks noGrp="1"/>
            </p:cNvSpPr>
            <p:nvPr/>
          </p:nvSpPr>
          <p:spPr>
            <a:xfrm>
              <a:off x="23855164" y="3886200"/>
              <a:ext cx="15522" cy="133350"/>
            </a:xfrm>
            <a:prstGeom prst="rect">
              <a:avLst/>
            </a:prstGeom>
            <a:solidFill>
              <a:srgbClr val="D2A3C1"/>
            </a:solidFill>
            <a:ln w="0">
              <a:noFill/>
              <a:prstDash val="solid"/>
            </a:ln>
          </p:spPr>
        </p:sp>
        <p:sp>
          <p:nvSpPr>
            <p:cNvPr id="1888" name="dense-strip-12-cell-169">
              <a:extLst>
                <a:ext uri="{FF2B5EF4-FFF2-40B4-BE49-F238E27FC236}">
                  <a16:creationId xmlns:a16="http://schemas.microsoft.com/office/drawing/2014/main" id="{515F7113-EA84-48ED-A38E-79A46266C870}"/>
                </a:ext>
              </a:extLst>
            </p:cNvPr>
            <p:cNvSpPr>
              <a:spLocks noGrp="1"/>
            </p:cNvSpPr>
            <p:nvPr/>
          </p:nvSpPr>
          <p:spPr>
            <a:xfrm>
              <a:off x="23839785" y="3886200"/>
              <a:ext cx="15522" cy="133350"/>
            </a:xfrm>
            <a:prstGeom prst="rect">
              <a:avLst/>
            </a:prstGeom>
            <a:solidFill>
              <a:srgbClr val="D3ACC7"/>
            </a:solidFill>
            <a:ln w="0">
              <a:noFill/>
              <a:prstDash val="solid"/>
            </a:ln>
          </p:spPr>
        </p:sp>
        <p:sp>
          <p:nvSpPr>
            <p:cNvPr id="1889" name="dense-strip-12-cell-168">
              <a:extLst>
                <a:ext uri="{FF2B5EF4-FFF2-40B4-BE49-F238E27FC236}">
                  <a16:creationId xmlns:a16="http://schemas.microsoft.com/office/drawing/2014/main" id="{9DC23809-07B3-4388-9537-46961CBFE889}"/>
                </a:ext>
              </a:extLst>
            </p:cNvPr>
            <p:cNvSpPr>
              <a:spLocks noGrp="1"/>
            </p:cNvSpPr>
            <p:nvPr/>
          </p:nvSpPr>
          <p:spPr>
            <a:xfrm>
              <a:off x="23824406" y="3886200"/>
              <a:ext cx="15522" cy="133350"/>
            </a:xfrm>
            <a:prstGeom prst="rect">
              <a:avLst/>
            </a:prstGeom>
            <a:solidFill>
              <a:srgbClr val="D4B2CB"/>
            </a:solidFill>
            <a:ln w="0">
              <a:noFill/>
              <a:prstDash val="solid"/>
            </a:ln>
          </p:spPr>
        </p:sp>
        <p:sp>
          <p:nvSpPr>
            <p:cNvPr id="1890" name="dense-strip-12-cell-167">
              <a:extLst>
                <a:ext uri="{FF2B5EF4-FFF2-40B4-BE49-F238E27FC236}">
                  <a16:creationId xmlns:a16="http://schemas.microsoft.com/office/drawing/2014/main" id="{58A18399-9FCA-4C0A-8841-B4AF4618CA02}"/>
                </a:ext>
              </a:extLst>
            </p:cNvPr>
            <p:cNvSpPr>
              <a:spLocks noGrp="1"/>
            </p:cNvSpPr>
            <p:nvPr/>
          </p:nvSpPr>
          <p:spPr>
            <a:xfrm>
              <a:off x="23809027" y="3886200"/>
              <a:ext cx="15522" cy="133350"/>
            </a:xfrm>
            <a:prstGeom prst="rect">
              <a:avLst/>
            </a:prstGeom>
            <a:solidFill>
              <a:srgbClr val="D4B4CC"/>
            </a:solidFill>
            <a:ln w="0">
              <a:noFill/>
              <a:prstDash val="solid"/>
            </a:ln>
          </p:spPr>
        </p:sp>
        <p:sp>
          <p:nvSpPr>
            <p:cNvPr id="1891" name="dense-strip-12-cell-166">
              <a:extLst>
                <a:ext uri="{FF2B5EF4-FFF2-40B4-BE49-F238E27FC236}">
                  <a16:creationId xmlns:a16="http://schemas.microsoft.com/office/drawing/2014/main" id="{ADC278EC-D8C5-410C-B8D2-A9C1E7C07004}"/>
                </a:ext>
              </a:extLst>
            </p:cNvPr>
            <p:cNvSpPr>
              <a:spLocks noGrp="1"/>
            </p:cNvSpPr>
            <p:nvPr/>
          </p:nvSpPr>
          <p:spPr>
            <a:xfrm>
              <a:off x="23793648" y="3886200"/>
              <a:ext cx="15522" cy="133350"/>
            </a:xfrm>
            <a:prstGeom prst="rect">
              <a:avLst/>
            </a:prstGeom>
            <a:solidFill>
              <a:srgbClr val="D4B4CC"/>
            </a:solidFill>
            <a:ln w="0">
              <a:noFill/>
              <a:prstDash val="solid"/>
            </a:ln>
          </p:spPr>
        </p:sp>
        <p:sp>
          <p:nvSpPr>
            <p:cNvPr id="1892" name="dense-strip-12-cell-165">
              <a:extLst>
                <a:ext uri="{FF2B5EF4-FFF2-40B4-BE49-F238E27FC236}">
                  <a16:creationId xmlns:a16="http://schemas.microsoft.com/office/drawing/2014/main" id="{69017D45-6EDA-43D4-B161-EE7A3C857262}"/>
                </a:ext>
              </a:extLst>
            </p:cNvPr>
            <p:cNvSpPr>
              <a:spLocks noGrp="1"/>
            </p:cNvSpPr>
            <p:nvPr/>
          </p:nvSpPr>
          <p:spPr>
            <a:xfrm>
              <a:off x="23778270" y="3886200"/>
              <a:ext cx="15522" cy="133350"/>
            </a:xfrm>
            <a:prstGeom prst="rect">
              <a:avLst/>
            </a:prstGeom>
            <a:solidFill>
              <a:srgbClr val="D4B4CC"/>
            </a:solidFill>
            <a:ln w="0">
              <a:noFill/>
              <a:prstDash val="solid"/>
            </a:ln>
          </p:spPr>
        </p:sp>
        <p:sp>
          <p:nvSpPr>
            <p:cNvPr id="1893" name="dense-strip-12-cell-164">
              <a:extLst>
                <a:ext uri="{FF2B5EF4-FFF2-40B4-BE49-F238E27FC236}">
                  <a16:creationId xmlns:a16="http://schemas.microsoft.com/office/drawing/2014/main" id="{ABF823DB-F1BD-4360-94D1-A7F4FF942B27}"/>
                </a:ext>
              </a:extLst>
            </p:cNvPr>
            <p:cNvSpPr>
              <a:spLocks noGrp="1"/>
            </p:cNvSpPr>
            <p:nvPr/>
          </p:nvSpPr>
          <p:spPr>
            <a:xfrm>
              <a:off x="23762891" y="3886200"/>
              <a:ext cx="15522" cy="133350"/>
            </a:xfrm>
            <a:prstGeom prst="rect">
              <a:avLst/>
            </a:prstGeom>
            <a:solidFill>
              <a:srgbClr val="D4B4CC"/>
            </a:solidFill>
            <a:ln w="0">
              <a:noFill/>
              <a:prstDash val="solid"/>
            </a:ln>
          </p:spPr>
        </p:sp>
        <p:sp>
          <p:nvSpPr>
            <p:cNvPr id="1894" name="dense-strip-12-cell-163">
              <a:extLst>
                <a:ext uri="{FF2B5EF4-FFF2-40B4-BE49-F238E27FC236}">
                  <a16:creationId xmlns:a16="http://schemas.microsoft.com/office/drawing/2014/main" id="{93F6159B-0986-4192-B3E5-94B00520E619}"/>
                </a:ext>
              </a:extLst>
            </p:cNvPr>
            <p:cNvSpPr>
              <a:spLocks noGrp="1"/>
            </p:cNvSpPr>
            <p:nvPr/>
          </p:nvSpPr>
          <p:spPr>
            <a:xfrm>
              <a:off x="23747512" y="3886200"/>
              <a:ext cx="15522" cy="133350"/>
            </a:xfrm>
            <a:prstGeom prst="rect">
              <a:avLst/>
            </a:prstGeom>
            <a:solidFill>
              <a:srgbClr val="D4B4CC"/>
            </a:solidFill>
            <a:ln w="0">
              <a:noFill/>
              <a:prstDash val="solid"/>
            </a:ln>
          </p:spPr>
        </p:sp>
        <p:sp>
          <p:nvSpPr>
            <p:cNvPr id="1895" name="dense-strip-12-cell-162">
              <a:extLst>
                <a:ext uri="{FF2B5EF4-FFF2-40B4-BE49-F238E27FC236}">
                  <a16:creationId xmlns:a16="http://schemas.microsoft.com/office/drawing/2014/main" id="{7413A847-468A-4DA8-A32C-BBE8C38A07B8}"/>
                </a:ext>
              </a:extLst>
            </p:cNvPr>
            <p:cNvSpPr>
              <a:spLocks noGrp="1"/>
            </p:cNvSpPr>
            <p:nvPr/>
          </p:nvSpPr>
          <p:spPr>
            <a:xfrm>
              <a:off x="23732133" y="3886200"/>
              <a:ext cx="15522" cy="133350"/>
            </a:xfrm>
            <a:prstGeom prst="rect">
              <a:avLst/>
            </a:prstGeom>
            <a:solidFill>
              <a:srgbClr val="D4B4CC"/>
            </a:solidFill>
            <a:ln w="0">
              <a:noFill/>
              <a:prstDash val="solid"/>
            </a:ln>
          </p:spPr>
        </p:sp>
        <p:sp>
          <p:nvSpPr>
            <p:cNvPr id="1896" name="dense-strip-12-cell-161">
              <a:extLst>
                <a:ext uri="{FF2B5EF4-FFF2-40B4-BE49-F238E27FC236}">
                  <a16:creationId xmlns:a16="http://schemas.microsoft.com/office/drawing/2014/main" id="{B6875575-D37F-4DF6-A5B2-3ADD6EF1DE9E}"/>
                </a:ext>
              </a:extLst>
            </p:cNvPr>
            <p:cNvSpPr>
              <a:spLocks noGrp="1"/>
            </p:cNvSpPr>
            <p:nvPr/>
          </p:nvSpPr>
          <p:spPr>
            <a:xfrm>
              <a:off x="23716754" y="3886200"/>
              <a:ext cx="15522" cy="133350"/>
            </a:xfrm>
            <a:prstGeom prst="rect">
              <a:avLst/>
            </a:prstGeom>
            <a:solidFill>
              <a:srgbClr val="D4B4CC"/>
            </a:solidFill>
            <a:ln w="0">
              <a:noFill/>
              <a:prstDash val="solid"/>
            </a:ln>
          </p:spPr>
        </p:sp>
        <p:sp>
          <p:nvSpPr>
            <p:cNvPr id="1897" name="dense-strip-12-cell-160">
              <a:extLst>
                <a:ext uri="{FF2B5EF4-FFF2-40B4-BE49-F238E27FC236}">
                  <a16:creationId xmlns:a16="http://schemas.microsoft.com/office/drawing/2014/main" id="{FE94B010-8B64-4741-A5AD-848A7A7D3B17}"/>
                </a:ext>
              </a:extLst>
            </p:cNvPr>
            <p:cNvSpPr>
              <a:spLocks noGrp="1"/>
            </p:cNvSpPr>
            <p:nvPr/>
          </p:nvSpPr>
          <p:spPr>
            <a:xfrm>
              <a:off x="23701375" y="3886200"/>
              <a:ext cx="15522" cy="133350"/>
            </a:xfrm>
            <a:prstGeom prst="rect">
              <a:avLst/>
            </a:prstGeom>
            <a:solidFill>
              <a:srgbClr val="D4B4CC"/>
            </a:solidFill>
            <a:ln w="0">
              <a:noFill/>
              <a:prstDash val="solid"/>
            </a:ln>
          </p:spPr>
        </p:sp>
        <p:sp>
          <p:nvSpPr>
            <p:cNvPr id="1898" name="dense-strip-12-cell-159">
              <a:extLst>
                <a:ext uri="{FF2B5EF4-FFF2-40B4-BE49-F238E27FC236}">
                  <a16:creationId xmlns:a16="http://schemas.microsoft.com/office/drawing/2014/main" id="{1A3D2768-1D42-48C1-B6F7-D3741FEFC203}"/>
                </a:ext>
              </a:extLst>
            </p:cNvPr>
            <p:cNvSpPr>
              <a:spLocks noGrp="1"/>
            </p:cNvSpPr>
            <p:nvPr/>
          </p:nvSpPr>
          <p:spPr>
            <a:xfrm>
              <a:off x="23685996" y="3886200"/>
              <a:ext cx="15522" cy="133350"/>
            </a:xfrm>
            <a:prstGeom prst="rect">
              <a:avLst/>
            </a:prstGeom>
            <a:solidFill>
              <a:srgbClr val="D4B4CC"/>
            </a:solidFill>
            <a:ln w="0">
              <a:noFill/>
              <a:prstDash val="solid"/>
            </a:ln>
          </p:spPr>
        </p:sp>
        <p:sp>
          <p:nvSpPr>
            <p:cNvPr id="1899" name="dense-strip-12-cell-158">
              <a:extLst>
                <a:ext uri="{FF2B5EF4-FFF2-40B4-BE49-F238E27FC236}">
                  <a16:creationId xmlns:a16="http://schemas.microsoft.com/office/drawing/2014/main" id="{9D0A3CF1-E08D-4270-9067-B248CDFAC303}"/>
                </a:ext>
              </a:extLst>
            </p:cNvPr>
            <p:cNvSpPr>
              <a:spLocks noGrp="1"/>
            </p:cNvSpPr>
            <p:nvPr/>
          </p:nvSpPr>
          <p:spPr>
            <a:xfrm>
              <a:off x="23670617" y="3886200"/>
              <a:ext cx="15522" cy="133350"/>
            </a:xfrm>
            <a:prstGeom prst="rect">
              <a:avLst/>
            </a:prstGeom>
            <a:solidFill>
              <a:srgbClr val="D4B4CC"/>
            </a:solidFill>
            <a:ln w="0">
              <a:noFill/>
              <a:prstDash val="solid"/>
            </a:ln>
          </p:spPr>
        </p:sp>
        <p:sp>
          <p:nvSpPr>
            <p:cNvPr id="1900" name="dense-strip-12-cell-157">
              <a:extLst>
                <a:ext uri="{FF2B5EF4-FFF2-40B4-BE49-F238E27FC236}">
                  <a16:creationId xmlns:a16="http://schemas.microsoft.com/office/drawing/2014/main" id="{0A859EE8-4203-4D1D-95EE-347863CF8E3C}"/>
                </a:ext>
              </a:extLst>
            </p:cNvPr>
            <p:cNvSpPr>
              <a:spLocks noGrp="1"/>
            </p:cNvSpPr>
            <p:nvPr/>
          </p:nvSpPr>
          <p:spPr>
            <a:xfrm>
              <a:off x="23655238" y="3886200"/>
              <a:ext cx="15522" cy="133350"/>
            </a:xfrm>
            <a:prstGeom prst="rect">
              <a:avLst/>
            </a:prstGeom>
            <a:solidFill>
              <a:srgbClr val="D4B4CC"/>
            </a:solidFill>
            <a:ln w="0">
              <a:noFill/>
              <a:prstDash val="solid"/>
            </a:ln>
          </p:spPr>
        </p:sp>
        <p:sp>
          <p:nvSpPr>
            <p:cNvPr id="1901" name="dense-strip-12-cell-156">
              <a:extLst>
                <a:ext uri="{FF2B5EF4-FFF2-40B4-BE49-F238E27FC236}">
                  <a16:creationId xmlns:a16="http://schemas.microsoft.com/office/drawing/2014/main" id="{5619E68E-F396-42EC-852A-44CB0B252D91}"/>
                </a:ext>
              </a:extLst>
            </p:cNvPr>
            <p:cNvSpPr>
              <a:spLocks noGrp="1"/>
            </p:cNvSpPr>
            <p:nvPr/>
          </p:nvSpPr>
          <p:spPr>
            <a:xfrm>
              <a:off x="23639859" y="3886200"/>
              <a:ext cx="15522" cy="133350"/>
            </a:xfrm>
            <a:prstGeom prst="rect">
              <a:avLst/>
            </a:prstGeom>
            <a:solidFill>
              <a:srgbClr val="D4B4CC"/>
            </a:solidFill>
            <a:ln w="0">
              <a:noFill/>
              <a:prstDash val="solid"/>
            </a:ln>
          </p:spPr>
        </p:sp>
        <p:sp>
          <p:nvSpPr>
            <p:cNvPr id="1902" name="dense-strip-12-cell-155">
              <a:extLst>
                <a:ext uri="{FF2B5EF4-FFF2-40B4-BE49-F238E27FC236}">
                  <a16:creationId xmlns:a16="http://schemas.microsoft.com/office/drawing/2014/main" id="{95F81906-0049-4767-80E6-2532CFE71F7C}"/>
                </a:ext>
              </a:extLst>
            </p:cNvPr>
            <p:cNvSpPr>
              <a:spLocks noGrp="1"/>
            </p:cNvSpPr>
            <p:nvPr/>
          </p:nvSpPr>
          <p:spPr>
            <a:xfrm>
              <a:off x="23624480" y="3886200"/>
              <a:ext cx="15522" cy="133350"/>
            </a:xfrm>
            <a:prstGeom prst="rect">
              <a:avLst/>
            </a:prstGeom>
            <a:solidFill>
              <a:srgbClr val="D4B4CC"/>
            </a:solidFill>
            <a:ln w="0">
              <a:noFill/>
              <a:prstDash val="solid"/>
            </a:ln>
          </p:spPr>
        </p:sp>
        <p:sp>
          <p:nvSpPr>
            <p:cNvPr id="1903" name="dense-strip-12-cell-154">
              <a:extLst>
                <a:ext uri="{FF2B5EF4-FFF2-40B4-BE49-F238E27FC236}">
                  <a16:creationId xmlns:a16="http://schemas.microsoft.com/office/drawing/2014/main" id="{A84BA96C-E928-4C46-AF81-45E75DCF067A}"/>
                </a:ext>
              </a:extLst>
            </p:cNvPr>
            <p:cNvSpPr>
              <a:spLocks noGrp="1"/>
            </p:cNvSpPr>
            <p:nvPr/>
          </p:nvSpPr>
          <p:spPr>
            <a:xfrm>
              <a:off x="23609102" y="3886200"/>
              <a:ext cx="15522" cy="133350"/>
            </a:xfrm>
            <a:prstGeom prst="rect">
              <a:avLst/>
            </a:prstGeom>
            <a:solidFill>
              <a:srgbClr val="D4B4CC"/>
            </a:solidFill>
            <a:ln w="0">
              <a:noFill/>
              <a:prstDash val="solid"/>
            </a:ln>
          </p:spPr>
        </p:sp>
        <p:sp>
          <p:nvSpPr>
            <p:cNvPr id="1904" name="dense-strip-12-cell-153">
              <a:extLst>
                <a:ext uri="{FF2B5EF4-FFF2-40B4-BE49-F238E27FC236}">
                  <a16:creationId xmlns:a16="http://schemas.microsoft.com/office/drawing/2014/main" id="{6EA6560D-2CE0-4D48-8EC6-5DAF93877142}"/>
                </a:ext>
              </a:extLst>
            </p:cNvPr>
            <p:cNvSpPr>
              <a:spLocks noGrp="1"/>
            </p:cNvSpPr>
            <p:nvPr/>
          </p:nvSpPr>
          <p:spPr>
            <a:xfrm>
              <a:off x="23593723" y="3886200"/>
              <a:ext cx="15522" cy="133350"/>
            </a:xfrm>
            <a:prstGeom prst="rect">
              <a:avLst/>
            </a:prstGeom>
            <a:solidFill>
              <a:srgbClr val="D4B4CC"/>
            </a:solidFill>
            <a:ln w="0">
              <a:noFill/>
              <a:prstDash val="solid"/>
            </a:ln>
          </p:spPr>
        </p:sp>
        <p:sp>
          <p:nvSpPr>
            <p:cNvPr id="1905" name="dense-strip-12-cell-152">
              <a:extLst>
                <a:ext uri="{FF2B5EF4-FFF2-40B4-BE49-F238E27FC236}">
                  <a16:creationId xmlns:a16="http://schemas.microsoft.com/office/drawing/2014/main" id="{0E0F0734-E407-4406-B673-607B739E4F7C}"/>
                </a:ext>
              </a:extLst>
            </p:cNvPr>
            <p:cNvSpPr>
              <a:spLocks noGrp="1"/>
            </p:cNvSpPr>
            <p:nvPr/>
          </p:nvSpPr>
          <p:spPr>
            <a:xfrm>
              <a:off x="23578344" y="3886200"/>
              <a:ext cx="15522" cy="133350"/>
            </a:xfrm>
            <a:prstGeom prst="rect">
              <a:avLst/>
            </a:prstGeom>
            <a:solidFill>
              <a:srgbClr val="D4B4CC"/>
            </a:solidFill>
            <a:ln w="0">
              <a:noFill/>
              <a:prstDash val="solid"/>
            </a:ln>
          </p:spPr>
        </p:sp>
        <p:sp>
          <p:nvSpPr>
            <p:cNvPr id="1906" name="dense-strip-12-cell-151">
              <a:extLst>
                <a:ext uri="{FF2B5EF4-FFF2-40B4-BE49-F238E27FC236}">
                  <a16:creationId xmlns:a16="http://schemas.microsoft.com/office/drawing/2014/main" id="{841EA827-9AC5-4AF6-BBE8-9BA2A4D95B78}"/>
                </a:ext>
              </a:extLst>
            </p:cNvPr>
            <p:cNvSpPr>
              <a:spLocks noGrp="1"/>
            </p:cNvSpPr>
            <p:nvPr/>
          </p:nvSpPr>
          <p:spPr>
            <a:xfrm>
              <a:off x="23562965" y="3886200"/>
              <a:ext cx="15522" cy="133350"/>
            </a:xfrm>
            <a:prstGeom prst="rect">
              <a:avLst/>
            </a:prstGeom>
            <a:solidFill>
              <a:srgbClr val="D4B4CC"/>
            </a:solidFill>
            <a:ln w="0">
              <a:noFill/>
              <a:prstDash val="solid"/>
            </a:ln>
          </p:spPr>
        </p:sp>
        <p:sp>
          <p:nvSpPr>
            <p:cNvPr id="1907" name="dense-strip-12-cell-150">
              <a:extLst>
                <a:ext uri="{FF2B5EF4-FFF2-40B4-BE49-F238E27FC236}">
                  <a16:creationId xmlns:a16="http://schemas.microsoft.com/office/drawing/2014/main" id="{80C52CF0-F1A8-4018-8223-435528BF15AF}"/>
                </a:ext>
              </a:extLst>
            </p:cNvPr>
            <p:cNvSpPr>
              <a:spLocks noGrp="1"/>
            </p:cNvSpPr>
            <p:nvPr/>
          </p:nvSpPr>
          <p:spPr>
            <a:xfrm>
              <a:off x="23547586" y="3886200"/>
              <a:ext cx="15522" cy="133350"/>
            </a:xfrm>
            <a:prstGeom prst="rect">
              <a:avLst/>
            </a:prstGeom>
            <a:solidFill>
              <a:srgbClr val="D4B4CC"/>
            </a:solidFill>
            <a:ln w="0">
              <a:noFill/>
              <a:prstDash val="solid"/>
            </a:ln>
          </p:spPr>
        </p:sp>
        <p:sp>
          <p:nvSpPr>
            <p:cNvPr id="1908" name="dense-strip-12-cell-149">
              <a:extLst>
                <a:ext uri="{FF2B5EF4-FFF2-40B4-BE49-F238E27FC236}">
                  <a16:creationId xmlns:a16="http://schemas.microsoft.com/office/drawing/2014/main" id="{4D74FFD5-AC18-4E4E-AF25-5A7DC879C63A}"/>
                </a:ext>
              </a:extLst>
            </p:cNvPr>
            <p:cNvSpPr>
              <a:spLocks noGrp="1"/>
            </p:cNvSpPr>
            <p:nvPr/>
          </p:nvSpPr>
          <p:spPr>
            <a:xfrm>
              <a:off x="23532207" y="3886200"/>
              <a:ext cx="15522" cy="133350"/>
            </a:xfrm>
            <a:prstGeom prst="rect">
              <a:avLst/>
            </a:prstGeom>
            <a:solidFill>
              <a:srgbClr val="D4B4CC"/>
            </a:solidFill>
            <a:ln w="0">
              <a:noFill/>
              <a:prstDash val="solid"/>
            </a:ln>
          </p:spPr>
        </p:sp>
        <p:sp>
          <p:nvSpPr>
            <p:cNvPr id="1909" name="dense-strip-12-cell-148">
              <a:extLst>
                <a:ext uri="{FF2B5EF4-FFF2-40B4-BE49-F238E27FC236}">
                  <a16:creationId xmlns:a16="http://schemas.microsoft.com/office/drawing/2014/main" id="{5819325A-8A1B-4400-9847-477D2572073A}"/>
                </a:ext>
              </a:extLst>
            </p:cNvPr>
            <p:cNvSpPr>
              <a:spLocks noGrp="1"/>
            </p:cNvSpPr>
            <p:nvPr/>
          </p:nvSpPr>
          <p:spPr>
            <a:xfrm>
              <a:off x="23516828" y="3886200"/>
              <a:ext cx="15522" cy="133350"/>
            </a:xfrm>
            <a:prstGeom prst="rect">
              <a:avLst/>
            </a:prstGeom>
            <a:solidFill>
              <a:srgbClr val="D4B4CC"/>
            </a:solidFill>
            <a:ln w="0">
              <a:noFill/>
              <a:prstDash val="solid"/>
            </a:ln>
          </p:spPr>
        </p:sp>
        <p:sp>
          <p:nvSpPr>
            <p:cNvPr id="1910" name="dense-strip-12-cell-147">
              <a:extLst>
                <a:ext uri="{FF2B5EF4-FFF2-40B4-BE49-F238E27FC236}">
                  <a16:creationId xmlns:a16="http://schemas.microsoft.com/office/drawing/2014/main" id="{D9A0912C-8F7A-4F30-82DA-5F8206C503BC}"/>
                </a:ext>
              </a:extLst>
            </p:cNvPr>
            <p:cNvSpPr>
              <a:spLocks noGrp="1"/>
            </p:cNvSpPr>
            <p:nvPr/>
          </p:nvSpPr>
          <p:spPr>
            <a:xfrm>
              <a:off x="23501449" y="3886200"/>
              <a:ext cx="15522" cy="133350"/>
            </a:xfrm>
            <a:prstGeom prst="rect">
              <a:avLst/>
            </a:prstGeom>
            <a:solidFill>
              <a:srgbClr val="D4B4CC"/>
            </a:solidFill>
            <a:ln w="0">
              <a:noFill/>
              <a:prstDash val="solid"/>
            </a:ln>
          </p:spPr>
        </p:sp>
        <p:sp>
          <p:nvSpPr>
            <p:cNvPr id="1911" name="dense-strip-12-cell-146">
              <a:extLst>
                <a:ext uri="{FF2B5EF4-FFF2-40B4-BE49-F238E27FC236}">
                  <a16:creationId xmlns:a16="http://schemas.microsoft.com/office/drawing/2014/main" id="{49BF6BE6-88B1-4F6A-95B5-ED73D61C02F1}"/>
                </a:ext>
              </a:extLst>
            </p:cNvPr>
            <p:cNvSpPr>
              <a:spLocks noGrp="1"/>
            </p:cNvSpPr>
            <p:nvPr/>
          </p:nvSpPr>
          <p:spPr>
            <a:xfrm>
              <a:off x="23486070" y="3886200"/>
              <a:ext cx="15522" cy="133350"/>
            </a:xfrm>
            <a:prstGeom prst="rect">
              <a:avLst/>
            </a:prstGeom>
            <a:solidFill>
              <a:srgbClr val="D4B4CC"/>
            </a:solidFill>
            <a:ln w="0">
              <a:noFill/>
              <a:prstDash val="solid"/>
            </a:ln>
          </p:spPr>
        </p:sp>
        <p:sp>
          <p:nvSpPr>
            <p:cNvPr id="1912" name="dense-strip-12-cell-145">
              <a:extLst>
                <a:ext uri="{FF2B5EF4-FFF2-40B4-BE49-F238E27FC236}">
                  <a16:creationId xmlns:a16="http://schemas.microsoft.com/office/drawing/2014/main" id="{223156BE-D848-48FF-82E7-A329547E7380}"/>
                </a:ext>
              </a:extLst>
            </p:cNvPr>
            <p:cNvSpPr>
              <a:spLocks noGrp="1"/>
            </p:cNvSpPr>
            <p:nvPr/>
          </p:nvSpPr>
          <p:spPr>
            <a:xfrm>
              <a:off x="23470691" y="3886200"/>
              <a:ext cx="15522" cy="133350"/>
            </a:xfrm>
            <a:prstGeom prst="rect">
              <a:avLst/>
            </a:prstGeom>
            <a:solidFill>
              <a:srgbClr val="D4B4CC"/>
            </a:solidFill>
            <a:ln w="0">
              <a:noFill/>
              <a:prstDash val="solid"/>
            </a:ln>
          </p:spPr>
        </p:sp>
        <p:sp>
          <p:nvSpPr>
            <p:cNvPr id="1913" name="dense-strip-12-cell-144">
              <a:extLst>
                <a:ext uri="{FF2B5EF4-FFF2-40B4-BE49-F238E27FC236}">
                  <a16:creationId xmlns:a16="http://schemas.microsoft.com/office/drawing/2014/main" id="{184CB9FC-ACEB-48E9-B39C-F0595215F53E}"/>
                </a:ext>
              </a:extLst>
            </p:cNvPr>
            <p:cNvSpPr>
              <a:spLocks noGrp="1"/>
            </p:cNvSpPr>
            <p:nvPr/>
          </p:nvSpPr>
          <p:spPr>
            <a:xfrm>
              <a:off x="23455313" y="3886200"/>
              <a:ext cx="15522" cy="133350"/>
            </a:xfrm>
            <a:prstGeom prst="rect">
              <a:avLst/>
            </a:prstGeom>
            <a:solidFill>
              <a:srgbClr val="D4B4CC"/>
            </a:solidFill>
            <a:ln w="0">
              <a:noFill/>
              <a:prstDash val="solid"/>
            </a:ln>
          </p:spPr>
        </p:sp>
        <p:sp>
          <p:nvSpPr>
            <p:cNvPr id="1914" name="dense-strip-12-cell-143">
              <a:extLst>
                <a:ext uri="{FF2B5EF4-FFF2-40B4-BE49-F238E27FC236}">
                  <a16:creationId xmlns:a16="http://schemas.microsoft.com/office/drawing/2014/main" id="{5E4B2BF6-BF35-4075-847D-2B7CD339BD70}"/>
                </a:ext>
              </a:extLst>
            </p:cNvPr>
            <p:cNvSpPr>
              <a:spLocks noGrp="1"/>
            </p:cNvSpPr>
            <p:nvPr/>
          </p:nvSpPr>
          <p:spPr>
            <a:xfrm>
              <a:off x="23439934" y="3886200"/>
              <a:ext cx="15522" cy="133350"/>
            </a:xfrm>
            <a:prstGeom prst="rect">
              <a:avLst/>
            </a:prstGeom>
            <a:solidFill>
              <a:srgbClr val="D4B4CC"/>
            </a:solidFill>
            <a:ln w="0">
              <a:noFill/>
              <a:prstDash val="solid"/>
            </a:ln>
          </p:spPr>
        </p:sp>
        <p:sp>
          <p:nvSpPr>
            <p:cNvPr id="1915" name="dense-strip-12-cell-142">
              <a:extLst>
                <a:ext uri="{FF2B5EF4-FFF2-40B4-BE49-F238E27FC236}">
                  <a16:creationId xmlns:a16="http://schemas.microsoft.com/office/drawing/2014/main" id="{488628A7-4C48-441D-AAC8-45550DCD7FDE}"/>
                </a:ext>
              </a:extLst>
            </p:cNvPr>
            <p:cNvSpPr>
              <a:spLocks noGrp="1"/>
            </p:cNvSpPr>
            <p:nvPr/>
          </p:nvSpPr>
          <p:spPr>
            <a:xfrm>
              <a:off x="23424555" y="3886200"/>
              <a:ext cx="15522" cy="133350"/>
            </a:xfrm>
            <a:prstGeom prst="rect">
              <a:avLst/>
            </a:prstGeom>
            <a:solidFill>
              <a:srgbClr val="D4B4CC"/>
            </a:solidFill>
            <a:ln w="0">
              <a:noFill/>
              <a:prstDash val="solid"/>
            </a:ln>
          </p:spPr>
        </p:sp>
        <p:sp>
          <p:nvSpPr>
            <p:cNvPr id="1916" name="dense-strip-12-cell-141">
              <a:extLst>
                <a:ext uri="{FF2B5EF4-FFF2-40B4-BE49-F238E27FC236}">
                  <a16:creationId xmlns:a16="http://schemas.microsoft.com/office/drawing/2014/main" id="{301A06BE-C0C0-4F68-9A5A-544E43E0DBC4}"/>
                </a:ext>
              </a:extLst>
            </p:cNvPr>
            <p:cNvSpPr>
              <a:spLocks noGrp="1"/>
            </p:cNvSpPr>
            <p:nvPr/>
          </p:nvSpPr>
          <p:spPr>
            <a:xfrm>
              <a:off x="23409176" y="3886200"/>
              <a:ext cx="15522" cy="133350"/>
            </a:xfrm>
            <a:prstGeom prst="rect">
              <a:avLst/>
            </a:prstGeom>
            <a:solidFill>
              <a:srgbClr val="D4B4CC"/>
            </a:solidFill>
            <a:ln w="0">
              <a:noFill/>
              <a:prstDash val="solid"/>
            </a:ln>
          </p:spPr>
        </p:sp>
        <p:sp>
          <p:nvSpPr>
            <p:cNvPr id="1917" name="dense-strip-12-cell-140">
              <a:extLst>
                <a:ext uri="{FF2B5EF4-FFF2-40B4-BE49-F238E27FC236}">
                  <a16:creationId xmlns:a16="http://schemas.microsoft.com/office/drawing/2014/main" id="{475037A9-AC6B-41CF-AF09-D1C7F0982AE4}"/>
                </a:ext>
              </a:extLst>
            </p:cNvPr>
            <p:cNvSpPr>
              <a:spLocks noGrp="1"/>
            </p:cNvSpPr>
            <p:nvPr/>
          </p:nvSpPr>
          <p:spPr>
            <a:xfrm>
              <a:off x="23393797" y="3886200"/>
              <a:ext cx="15522" cy="133350"/>
            </a:xfrm>
            <a:prstGeom prst="rect">
              <a:avLst/>
            </a:prstGeom>
            <a:solidFill>
              <a:srgbClr val="D4B4CC"/>
            </a:solidFill>
            <a:ln w="0">
              <a:noFill/>
              <a:prstDash val="solid"/>
            </a:ln>
          </p:spPr>
        </p:sp>
        <p:sp>
          <p:nvSpPr>
            <p:cNvPr id="1918" name="dense-strip-12-cell-139">
              <a:extLst>
                <a:ext uri="{FF2B5EF4-FFF2-40B4-BE49-F238E27FC236}">
                  <a16:creationId xmlns:a16="http://schemas.microsoft.com/office/drawing/2014/main" id="{5E519ABA-75C1-47AC-B692-B0951AB88854}"/>
                </a:ext>
              </a:extLst>
            </p:cNvPr>
            <p:cNvSpPr>
              <a:spLocks noGrp="1"/>
            </p:cNvSpPr>
            <p:nvPr/>
          </p:nvSpPr>
          <p:spPr>
            <a:xfrm>
              <a:off x="23378418" y="3886200"/>
              <a:ext cx="15522" cy="133350"/>
            </a:xfrm>
            <a:prstGeom prst="rect">
              <a:avLst/>
            </a:prstGeom>
            <a:solidFill>
              <a:srgbClr val="D4B4CC"/>
            </a:solidFill>
            <a:ln w="0">
              <a:noFill/>
              <a:prstDash val="solid"/>
            </a:ln>
          </p:spPr>
        </p:sp>
        <p:sp>
          <p:nvSpPr>
            <p:cNvPr id="1919" name="dense-strip-12-cell-138">
              <a:extLst>
                <a:ext uri="{FF2B5EF4-FFF2-40B4-BE49-F238E27FC236}">
                  <a16:creationId xmlns:a16="http://schemas.microsoft.com/office/drawing/2014/main" id="{646F7397-332F-45E5-AC40-708E88F33ABB}"/>
                </a:ext>
              </a:extLst>
            </p:cNvPr>
            <p:cNvSpPr>
              <a:spLocks noGrp="1"/>
            </p:cNvSpPr>
            <p:nvPr/>
          </p:nvSpPr>
          <p:spPr>
            <a:xfrm>
              <a:off x="23363039" y="3886200"/>
              <a:ext cx="15522" cy="133350"/>
            </a:xfrm>
            <a:prstGeom prst="rect">
              <a:avLst/>
            </a:prstGeom>
            <a:solidFill>
              <a:srgbClr val="D4B3CB"/>
            </a:solidFill>
            <a:ln w="0">
              <a:noFill/>
              <a:prstDash val="solid"/>
            </a:ln>
          </p:spPr>
        </p:sp>
        <p:sp>
          <p:nvSpPr>
            <p:cNvPr id="1920" name="dense-strip-12-cell-137">
              <a:extLst>
                <a:ext uri="{FF2B5EF4-FFF2-40B4-BE49-F238E27FC236}">
                  <a16:creationId xmlns:a16="http://schemas.microsoft.com/office/drawing/2014/main" id="{385484A7-3FDE-488E-9B9F-B22BEE046F65}"/>
                </a:ext>
              </a:extLst>
            </p:cNvPr>
            <p:cNvSpPr>
              <a:spLocks noGrp="1"/>
            </p:cNvSpPr>
            <p:nvPr/>
          </p:nvSpPr>
          <p:spPr>
            <a:xfrm>
              <a:off x="23347660" y="3886200"/>
              <a:ext cx="15522" cy="133350"/>
            </a:xfrm>
            <a:prstGeom prst="rect">
              <a:avLst/>
            </a:prstGeom>
            <a:solidFill>
              <a:srgbClr val="C7B9A5"/>
            </a:solidFill>
            <a:ln w="0">
              <a:noFill/>
              <a:prstDash val="solid"/>
            </a:ln>
          </p:spPr>
        </p:sp>
        <p:sp>
          <p:nvSpPr>
            <p:cNvPr id="1921" name="dense-strip-12-cell-136">
              <a:extLst>
                <a:ext uri="{FF2B5EF4-FFF2-40B4-BE49-F238E27FC236}">
                  <a16:creationId xmlns:a16="http://schemas.microsoft.com/office/drawing/2014/main" id="{F8DE2D5E-5D89-4EBA-A599-D5A2620D3D08}"/>
                </a:ext>
              </a:extLst>
            </p:cNvPr>
            <p:cNvSpPr>
              <a:spLocks noGrp="1"/>
            </p:cNvSpPr>
            <p:nvPr/>
          </p:nvSpPr>
          <p:spPr>
            <a:xfrm>
              <a:off x="23332281" y="3886200"/>
              <a:ext cx="15522" cy="133350"/>
            </a:xfrm>
            <a:prstGeom prst="rect">
              <a:avLst/>
            </a:prstGeom>
            <a:solidFill>
              <a:srgbClr val="AEAFA5"/>
            </a:solidFill>
            <a:ln w="0">
              <a:noFill/>
              <a:prstDash val="solid"/>
            </a:ln>
          </p:spPr>
        </p:sp>
        <p:sp>
          <p:nvSpPr>
            <p:cNvPr id="1922" name="dense-strip-12-cell-135">
              <a:extLst>
                <a:ext uri="{FF2B5EF4-FFF2-40B4-BE49-F238E27FC236}">
                  <a16:creationId xmlns:a16="http://schemas.microsoft.com/office/drawing/2014/main" id="{02CFA8E0-0189-45FC-B662-34B0DC00CB51}"/>
                </a:ext>
              </a:extLst>
            </p:cNvPr>
            <p:cNvSpPr>
              <a:spLocks noGrp="1"/>
            </p:cNvSpPr>
            <p:nvPr/>
          </p:nvSpPr>
          <p:spPr>
            <a:xfrm>
              <a:off x="23316902" y="3886200"/>
              <a:ext cx="15522" cy="133350"/>
            </a:xfrm>
            <a:prstGeom prst="rect">
              <a:avLst/>
            </a:prstGeom>
            <a:solidFill>
              <a:srgbClr val="92A3A5"/>
            </a:solidFill>
            <a:ln w="0">
              <a:noFill/>
              <a:prstDash val="solid"/>
            </a:ln>
          </p:spPr>
        </p:sp>
        <p:sp>
          <p:nvSpPr>
            <p:cNvPr id="1923" name="dense-strip-12-cell-134">
              <a:extLst>
                <a:ext uri="{FF2B5EF4-FFF2-40B4-BE49-F238E27FC236}">
                  <a16:creationId xmlns:a16="http://schemas.microsoft.com/office/drawing/2014/main" id="{E8DD8D4A-E0E5-46E9-91FD-63FF826552B4}"/>
                </a:ext>
              </a:extLst>
            </p:cNvPr>
            <p:cNvSpPr>
              <a:spLocks noGrp="1"/>
            </p:cNvSpPr>
            <p:nvPr/>
          </p:nvSpPr>
          <p:spPr>
            <a:xfrm>
              <a:off x="23301523" y="3886200"/>
              <a:ext cx="15522" cy="133350"/>
            </a:xfrm>
            <a:prstGeom prst="rect">
              <a:avLst/>
            </a:prstGeom>
            <a:solidFill>
              <a:srgbClr val="7698A5"/>
            </a:solidFill>
            <a:ln w="0">
              <a:noFill/>
              <a:prstDash val="solid"/>
            </a:ln>
          </p:spPr>
        </p:sp>
        <p:sp>
          <p:nvSpPr>
            <p:cNvPr id="1924" name="dense-strip-12-cell-133">
              <a:extLst>
                <a:ext uri="{FF2B5EF4-FFF2-40B4-BE49-F238E27FC236}">
                  <a16:creationId xmlns:a16="http://schemas.microsoft.com/office/drawing/2014/main" id="{0048A065-7175-4489-99CC-8E6E5DE17BF0}"/>
                </a:ext>
              </a:extLst>
            </p:cNvPr>
            <p:cNvSpPr>
              <a:spLocks noGrp="1"/>
            </p:cNvSpPr>
            <p:nvPr/>
          </p:nvSpPr>
          <p:spPr>
            <a:xfrm>
              <a:off x="23286145" y="3886200"/>
              <a:ext cx="15522" cy="133350"/>
            </a:xfrm>
            <a:prstGeom prst="rect">
              <a:avLst/>
            </a:prstGeom>
            <a:solidFill>
              <a:srgbClr val="167EB8"/>
            </a:solidFill>
            <a:ln w="0">
              <a:noFill/>
              <a:prstDash val="solid"/>
            </a:ln>
          </p:spPr>
        </p:sp>
        <p:sp>
          <p:nvSpPr>
            <p:cNvPr id="1925" name="dense-strip-12-cell-132">
              <a:extLst>
                <a:ext uri="{FF2B5EF4-FFF2-40B4-BE49-F238E27FC236}">
                  <a16:creationId xmlns:a16="http://schemas.microsoft.com/office/drawing/2014/main" id="{C3409D37-D6B1-43AA-A774-75B6BF543AE9}"/>
                </a:ext>
              </a:extLst>
            </p:cNvPr>
            <p:cNvSpPr>
              <a:spLocks noGrp="1"/>
            </p:cNvSpPr>
            <p:nvPr/>
          </p:nvSpPr>
          <p:spPr>
            <a:xfrm>
              <a:off x="23270766" y="3886200"/>
              <a:ext cx="15522" cy="133350"/>
            </a:xfrm>
            <a:prstGeom prst="rect">
              <a:avLst/>
            </a:prstGeom>
            <a:solidFill>
              <a:srgbClr val="0575B3"/>
            </a:solidFill>
            <a:ln w="0">
              <a:noFill/>
              <a:prstDash val="solid"/>
            </a:ln>
          </p:spPr>
        </p:sp>
        <p:sp>
          <p:nvSpPr>
            <p:cNvPr id="1926" name="dense-strip-12-cell-131">
              <a:extLst>
                <a:ext uri="{FF2B5EF4-FFF2-40B4-BE49-F238E27FC236}">
                  <a16:creationId xmlns:a16="http://schemas.microsoft.com/office/drawing/2014/main" id="{2C617A25-784A-4480-AEEC-139A059D8D06}"/>
                </a:ext>
              </a:extLst>
            </p:cNvPr>
            <p:cNvSpPr>
              <a:spLocks noGrp="1"/>
            </p:cNvSpPr>
            <p:nvPr/>
          </p:nvSpPr>
          <p:spPr>
            <a:xfrm>
              <a:off x="23255387" y="3886200"/>
              <a:ext cx="15522" cy="133350"/>
            </a:xfrm>
            <a:prstGeom prst="rect">
              <a:avLst/>
            </a:prstGeom>
            <a:solidFill>
              <a:srgbClr val="0072B2"/>
            </a:solidFill>
            <a:ln w="0">
              <a:noFill/>
              <a:prstDash val="solid"/>
            </a:ln>
          </p:spPr>
        </p:sp>
        <p:sp>
          <p:nvSpPr>
            <p:cNvPr id="1927" name="dense-strip-12-cell-130">
              <a:extLst>
                <a:ext uri="{FF2B5EF4-FFF2-40B4-BE49-F238E27FC236}">
                  <a16:creationId xmlns:a16="http://schemas.microsoft.com/office/drawing/2014/main" id="{87EA43E7-F567-45DF-8B2B-2B7934A3EBB3}"/>
                </a:ext>
              </a:extLst>
            </p:cNvPr>
            <p:cNvSpPr>
              <a:spLocks noGrp="1"/>
            </p:cNvSpPr>
            <p:nvPr/>
          </p:nvSpPr>
          <p:spPr>
            <a:xfrm>
              <a:off x="23240008" y="3886200"/>
              <a:ext cx="15522" cy="133350"/>
            </a:xfrm>
            <a:prstGeom prst="rect">
              <a:avLst/>
            </a:prstGeom>
            <a:solidFill>
              <a:srgbClr val="0072B2"/>
            </a:solidFill>
            <a:ln w="0">
              <a:noFill/>
              <a:prstDash val="solid"/>
            </a:ln>
          </p:spPr>
        </p:sp>
        <p:sp>
          <p:nvSpPr>
            <p:cNvPr id="1928" name="dense-strip-12-cell-129">
              <a:extLst>
                <a:ext uri="{FF2B5EF4-FFF2-40B4-BE49-F238E27FC236}">
                  <a16:creationId xmlns:a16="http://schemas.microsoft.com/office/drawing/2014/main" id="{5138E4D1-9DE0-4846-B87C-552F97647A27}"/>
                </a:ext>
              </a:extLst>
            </p:cNvPr>
            <p:cNvSpPr>
              <a:spLocks noGrp="1"/>
            </p:cNvSpPr>
            <p:nvPr/>
          </p:nvSpPr>
          <p:spPr>
            <a:xfrm>
              <a:off x="23224629" y="3886200"/>
              <a:ext cx="15522" cy="133350"/>
            </a:xfrm>
            <a:prstGeom prst="rect">
              <a:avLst/>
            </a:prstGeom>
            <a:solidFill>
              <a:srgbClr val="0072B2"/>
            </a:solidFill>
            <a:ln w="0">
              <a:noFill/>
              <a:prstDash val="solid"/>
            </a:ln>
          </p:spPr>
        </p:sp>
        <p:sp>
          <p:nvSpPr>
            <p:cNvPr id="1929" name="dense-strip-12-cell-128">
              <a:extLst>
                <a:ext uri="{FF2B5EF4-FFF2-40B4-BE49-F238E27FC236}">
                  <a16:creationId xmlns:a16="http://schemas.microsoft.com/office/drawing/2014/main" id="{A5A43CEB-2D72-43CE-B7DA-CA0FA4F0A566}"/>
                </a:ext>
              </a:extLst>
            </p:cNvPr>
            <p:cNvSpPr>
              <a:spLocks noGrp="1"/>
            </p:cNvSpPr>
            <p:nvPr/>
          </p:nvSpPr>
          <p:spPr>
            <a:xfrm>
              <a:off x="23209250" y="3886200"/>
              <a:ext cx="15522" cy="133350"/>
            </a:xfrm>
            <a:prstGeom prst="rect">
              <a:avLst/>
            </a:prstGeom>
            <a:solidFill>
              <a:srgbClr val="0072B2"/>
            </a:solidFill>
            <a:ln w="0">
              <a:noFill/>
              <a:prstDash val="solid"/>
            </a:ln>
          </p:spPr>
        </p:sp>
        <p:sp>
          <p:nvSpPr>
            <p:cNvPr id="1930" name="dense-strip-12-cell-127">
              <a:extLst>
                <a:ext uri="{FF2B5EF4-FFF2-40B4-BE49-F238E27FC236}">
                  <a16:creationId xmlns:a16="http://schemas.microsoft.com/office/drawing/2014/main" id="{1A4906DD-3BA7-4E4D-A918-BC29C40B21D8}"/>
                </a:ext>
              </a:extLst>
            </p:cNvPr>
            <p:cNvSpPr>
              <a:spLocks noGrp="1"/>
            </p:cNvSpPr>
            <p:nvPr/>
          </p:nvSpPr>
          <p:spPr>
            <a:xfrm>
              <a:off x="23193871" y="3886200"/>
              <a:ext cx="15522" cy="133350"/>
            </a:xfrm>
            <a:prstGeom prst="rect">
              <a:avLst/>
            </a:prstGeom>
            <a:solidFill>
              <a:srgbClr val="0072B2"/>
            </a:solidFill>
            <a:ln w="0">
              <a:noFill/>
              <a:prstDash val="solid"/>
            </a:ln>
          </p:spPr>
        </p:sp>
        <p:sp>
          <p:nvSpPr>
            <p:cNvPr id="1931" name="dense-strip-12-cell-126">
              <a:extLst>
                <a:ext uri="{FF2B5EF4-FFF2-40B4-BE49-F238E27FC236}">
                  <a16:creationId xmlns:a16="http://schemas.microsoft.com/office/drawing/2014/main" id="{FB7F429A-A17A-4AE4-A15F-55A377D4497C}"/>
                </a:ext>
              </a:extLst>
            </p:cNvPr>
            <p:cNvSpPr>
              <a:spLocks noGrp="1"/>
            </p:cNvSpPr>
            <p:nvPr/>
          </p:nvSpPr>
          <p:spPr>
            <a:xfrm>
              <a:off x="23178492" y="3886200"/>
              <a:ext cx="15522" cy="133350"/>
            </a:xfrm>
            <a:prstGeom prst="rect">
              <a:avLst/>
            </a:prstGeom>
            <a:solidFill>
              <a:srgbClr val="0072B2"/>
            </a:solidFill>
            <a:ln w="0">
              <a:noFill/>
              <a:prstDash val="solid"/>
            </a:ln>
          </p:spPr>
        </p:sp>
        <p:sp>
          <p:nvSpPr>
            <p:cNvPr id="1932" name="dense-strip-12-cell-125">
              <a:extLst>
                <a:ext uri="{FF2B5EF4-FFF2-40B4-BE49-F238E27FC236}">
                  <a16:creationId xmlns:a16="http://schemas.microsoft.com/office/drawing/2014/main" id="{F2A25591-87D6-4C7B-A4C3-9F602FB6AD0F}"/>
                </a:ext>
              </a:extLst>
            </p:cNvPr>
            <p:cNvSpPr>
              <a:spLocks noGrp="1"/>
            </p:cNvSpPr>
            <p:nvPr/>
          </p:nvSpPr>
          <p:spPr>
            <a:xfrm>
              <a:off x="23163113" y="3886200"/>
              <a:ext cx="15522" cy="133350"/>
            </a:xfrm>
            <a:prstGeom prst="rect">
              <a:avLst/>
            </a:prstGeom>
            <a:solidFill>
              <a:srgbClr val="0072B2"/>
            </a:solidFill>
            <a:ln w="0">
              <a:noFill/>
              <a:prstDash val="solid"/>
            </a:ln>
          </p:spPr>
        </p:sp>
        <p:sp>
          <p:nvSpPr>
            <p:cNvPr id="1933" name="dense-strip-12-cell-124">
              <a:extLst>
                <a:ext uri="{FF2B5EF4-FFF2-40B4-BE49-F238E27FC236}">
                  <a16:creationId xmlns:a16="http://schemas.microsoft.com/office/drawing/2014/main" id="{FF8A4A33-07BF-4DA2-AEA6-F8317390FBC3}"/>
                </a:ext>
              </a:extLst>
            </p:cNvPr>
            <p:cNvSpPr>
              <a:spLocks noGrp="1"/>
            </p:cNvSpPr>
            <p:nvPr/>
          </p:nvSpPr>
          <p:spPr>
            <a:xfrm>
              <a:off x="23147734" y="3886200"/>
              <a:ext cx="15522" cy="133350"/>
            </a:xfrm>
            <a:prstGeom prst="rect">
              <a:avLst/>
            </a:prstGeom>
            <a:solidFill>
              <a:srgbClr val="0072B2"/>
            </a:solidFill>
            <a:ln w="0">
              <a:noFill/>
              <a:prstDash val="solid"/>
            </a:ln>
          </p:spPr>
        </p:sp>
        <p:sp>
          <p:nvSpPr>
            <p:cNvPr id="1934" name="dense-strip-12-cell-123">
              <a:extLst>
                <a:ext uri="{FF2B5EF4-FFF2-40B4-BE49-F238E27FC236}">
                  <a16:creationId xmlns:a16="http://schemas.microsoft.com/office/drawing/2014/main" id="{2B3FAA6F-2311-48A8-A8FB-D0B379CBF29B}"/>
                </a:ext>
              </a:extLst>
            </p:cNvPr>
            <p:cNvSpPr>
              <a:spLocks noGrp="1"/>
            </p:cNvSpPr>
            <p:nvPr/>
          </p:nvSpPr>
          <p:spPr>
            <a:xfrm>
              <a:off x="23132355" y="3886200"/>
              <a:ext cx="15522" cy="133350"/>
            </a:xfrm>
            <a:prstGeom prst="rect">
              <a:avLst/>
            </a:prstGeom>
            <a:solidFill>
              <a:srgbClr val="0072B2"/>
            </a:solidFill>
            <a:ln w="0">
              <a:noFill/>
              <a:prstDash val="solid"/>
            </a:ln>
          </p:spPr>
        </p:sp>
        <p:sp>
          <p:nvSpPr>
            <p:cNvPr id="1935" name="dense-strip-12-cell-122">
              <a:extLst>
                <a:ext uri="{FF2B5EF4-FFF2-40B4-BE49-F238E27FC236}">
                  <a16:creationId xmlns:a16="http://schemas.microsoft.com/office/drawing/2014/main" id="{EB18A2F2-B2AF-4398-9F4D-65C16C3D99BF}"/>
                </a:ext>
              </a:extLst>
            </p:cNvPr>
            <p:cNvSpPr>
              <a:spLocks noGrp="1"/>
            </p:cNvSpPr>
            <p:nvPr/>
          </p:nvSpPr>
          <p:spPr>
            <a:xfrm>
              <a:off x="23116977" y="3886200"/>
              <a:ext cx="15522" cy="133350"/>
            </a:xfrm>
            <a:prstGeom prst="rect">
              <a:avLst/>
            </a:prstGeom>
            <a:solidFill>
              <a:srgbClr val="0072B2"/>
            </a:solidFill>
            <a:ln w="0">
              <a:noFill/>
              <a:prstDash val="solid"/>
            </a:ln>
          </p:spPr>
        </p:sp>
        <p:sp>
          <p:nvSpPr>
            <p:cNvPr id="1936" name="dense-strip-12-cell-121">
              <a:extLst>
                <a:ext uri="{FF2B5EF4-FFF2-40B4-BE49-F238E27FC236}">
                  <a16:creationId xmlns:a16="http://schemas.microsoft.com/office/drawing/2014/main" id="{3C1316BA-5C05-4A52-8AF2-48381D54FA23}"/>
                </a:ext>
              </a:extLst>
            </p:cNvPr>
            <p:cNvSpPr>
              <a:spLocks noGrp="1"/>
            </p:cNvSpPr>
            <p:nvPr/>
          </p:nvSpPr>
          <p:spPr>
            <a:xfrm>
              <a:off x="23101598" y="3886200"/>
              <a:ext cx="15522" cy="133350"/>
            </a:xfrm>
            <a:prstGeom prst="rect">
              <a:avLst/>
            </a:prstGeom>
            <a:solidFill>
              <a:srgbClr val="0072B2"/>
            </a:solidFill>
            <a:ln w="0">
              <a:noFill/>
              <a:prstDash val="solid"/>
            </a:ln>
          </p:spPr>
        </p:sp>
        <p:sp>
          <p:nvSpPr>
            <p:cNvPr id="1937" name="dense-strip-12-cell-120">
              <a:extLst>
                <a:ext uri="{FF2B5EF4-FFF2-40B4-BE49-F238E27FC236}">
                  <a16:creationId xmlns:a16="http://schemas.microsoft.com/office/drawing/2014/main" id="{C8BA0377-723F-4D27-91FF-1D0CF9C52AAE}"/>
                </a:ext>
              </a:extLst>
            </p:cNvPr>
            <p:cNvSpPr>
              <a:spLocks noGrp="1"/>
            </p:cNvSpPr>
            <p:nvPr/>
          </p:nvSpPr>
          <p:spPr>
            <a:xfrm>
              <a:off x="23086219" y="3886200"/>
              <a:ext cx="15522" cy="133350"/>
            </a:xfrm>
            <a:prstGeom prst="rect">
              <a:avLst/>
            </a:prstGeom>
            <a:solidFill>
              <a:srgbClr val="0072B2"/>
            </a:solidFill>
            <a:ln w="0">
              <a:noFill/>
              <a:prstDash val="solid"/>
            </a:ln>
          </p:spPr>
        </p:sp>
        <p:sp>
          <p:nvSpPr>
            <p:cNvPr id="1938" name="dense-strip-12-cell-119">
              <a:extLst>
                <a:ext uri="{FF2B5EF4-FFF2-40B4-BE49-F238E27FC236}">
                  <a16:creationId xmlns:a16="http://schemas.microsoft.com/office/drawing/2014/main" id="{1477FC8F-E493-4415-89C4-FF1FAAAAC501}"/>
                </a:ext>
              </a:extLst>
            </p:cNvPr>
            <p:cNvSpPr>
              <a:spLocks noGrp="1"/>
            </p:cNvSpPr>
            <p:nvPr/>
          </p:nvSpPr>
          <p:spPr>
            <a:xfrm>
              <a:off x="23070840" y="3886200"/>
              <a:ext cx="15522" cy="133350"/>
            </a:xfrm>
            <a:prstGeom prst="rect">
              <a:avLst/>
            </a:prstGeom>
            <a:solidFill>
              <a:srgbClr val="0072B2"/>
            </a:solidFill>
            <a:ln w="0">
              <a:noFill/>
              <a:prstDash val="solid"/>
            </a:ln>
          </p:spPr>
        </p:sp>
        <p:sp>
          <p:nvSpPr>
            <p:cNvPr id="1939" name="dense-strip-12-cell-118">
              <a:extLst>
                <a:ext uri="{FF2B5EF4-FFF2-40B4-BE49-F238E27FC236}">
                  <a16:creationId xmlns:a16="http://schemas.microsoft.com/office/drawing/2014/main" id="{90097AEE-A269-4D22-A6ED-A6A3AD4E967F}"/>
                </a:ext>
              </a:extLst>
            </p:cNvPr>
            <p:cNvSpPr>
              <a:spLocks noGrp="1"/>
            </p:cNvSpPr>
            <p:nvPr/>
          </p:nvSpPr>
          <p:spPr>
            <a:xfrm>
              <a:off x="23055461" y="3886200"/>
              <a:ext cx="15522" cy="133350"/>
            </a:xfrm>
            <a:prstGeom prst="rect">
              <a:avLst/>
            </a:prstGeom>
            <a:solidFill>
              <a:srgbClr val="0072B2"/>
            </a:solidFill>
            <a:ln w="0">
              <a:noFill/>
              <a:prstDash val="solid"/>
            </a:ln>
          </p:spPr>
        </p:sp>
        <p:sp>
          <p:nvSpPr>
            <p:cNvPr id="1940" name="dense-strip-12-cell-117">
              <a:extLst>
                <a:ext uri="{FF2B5EF4-FFF2-40B4-BE49-F238E27FC236}">
                  <a16:creationId xmlns:a16="http://schemas.microsoft.com/office/drawing/2014/main" id="{C58D2B03-BA64-4AF9-8EBA-1CA9D37F6B34}"/>
                </a:ext>
              </a:extLst>
            </p:cNvPr>
            <p:cNvSpPr>
              <a:spLocks noGrp="1"/>
            </p:cNvSpPr>
            <p:nvPr/>
          </p:nvSpPr>
          <p:spPr>
            <a:xfrm>
              <a:off x="23040082" y="3886200"/>
              <a:ext cx="15522" cy="133350"/>
            </a:xfrm>
            <a:prstGeom prst="rect">
              <a:avLst/>
            </a:prstGeom>
            <a:solidFill>
              <a:srgbClr val="0173B2"/>
            </a:solidFill>
            <a:ln w="0">
              <a:noFill/>
              <a:prstDash val="solid"/>
            </a:ln>
          </p:spPr>
        </p:sp>
        <p:sp>
          <p:nvSpPr>
            <p:cNvPr id="1941" name="dense-strip-12-cell-116">
              <a:extLst>
                <a:ext uri="{FF2B5EF4-FFF2-40B4-BE49-F238E27FC236}">
                  <a16:creationId xmlns:a16="http://schemas.microsoft.com/office/drawing/2014/main" id="{98D5B89D-6493-4CE5-B584-578BB0D0D35B}"/>
                </a:ext>
              </a:extLst>
            </p:cNvPr>
            <p:cNvSpPr>
              <a:spLocks noGrp="1"/>
            </p:cNvSpPr>
            <p:nvPr/>
          </p:nvSpPr>
          <p:spPr>
            <a:xfrm>
              <a:off x="23024703" y="3886200"/>
              <a:ext cx="15522" cy="133350"/>
            </a:xfrm>
            <a:prstGeom prst="rect">
              <a:avLst/>
            </a:prstGeom>
            <a:solidFill>
              <a:srgbClr val="127CB7"/>
            </a:solidFill>
            <a:ln w="0">
              <a:noFill/>
              <a:prstDash val="solid"/>
            </a:ln>
          </p:spPr>
        </p:sp>
        <p:sp>
          <p:nvSpPr>
            <p:cNvPr id="1942" name="dense-strip-12-cell-115">
              <a:extLst>
                <a:ext uri="{FF2B5EF4-FFF2-40B4-BE49-F238E27FC236}">
                  <a16:creationId xmlns:a16="http://schemas.microsoft.com/office/drawing/2014/main" id="{6E202A87-6689-4039-BCAF-34347D81CA80}"/>
                </a:ext>
              </a:extLst>
            </p:cNvPr>
            <p:cNvSpPr>
              <a:spLocks noGrp="1"/>
            </p:cNvSpPr>
            <p:nvPr/>
          </p:nvSpPr>
          <p:spPr>
            <a:xfrm>
              <a:off x="23009324" y="3886200"/>
              <a:ext cx="15522" cy="133350"/>
            </a:xfrm>
            <a:prstGeom prst="rect">
              <a:avLst/>
            </a:prstGeom>
            <a:solidFill>
              <a:srgbClr val="318CBF"/>
            </a:solidFill>
            <a:ln w="0">
              <a:noFill/>
              <a:prstDash val="solid"/>
            </a:ln>
          </p:spPr>
        </p:sp>
        <p:sp>
          <p:nvSpPr>
            <p:cNvPr id="1943" name="dense-strip-12-cell-114">
              <a:extLst>
                <a:ext uri="{FF2B5EF4-FFF2-40B4-BE49-F238E27FC236}">
                  <a16:creationId xmlns:a16="http://schemas.microsoft.com/office/drawing/2014/main" id="{646DEB4C-AB6F-42EF-8DF2-F47C0A02B3DE}"/>
                </a:ext>
              </a:extLst>
            </p:cNvPr>
            <p:cNvSpPr>
              <a:spLocks noGrp="1"/>
            </p:cNvSpPr>
            <p:nvPr/>
          </p:nvSpPr>
          <p:spPr>
            <a:xfrm>
              <a:off x="22993945" y="3886200"/>
              <a:ext cx="15522" cy="133350"/>
            </a:xfrm>
            <a:prstGeom prst="rect">
              <a:avLst/>
            </a:prstGeom>
            <a:solidFill>
              <a:srgbClr val="58A1CA"/>
            </a:solidFill>
            <a:ln w="0">
              <a:noFill/>
              <a:prstDash val="solid"/>
            </a:ln>
          </p:spPr>
        </p:sp>
        <p:sp>
          <p:nvSpPr>
            <p:cNvPr id="1944" name="dense-strip-12-cell-113">
              <a:extLst>
                <a:ext uri="{FF2B5EF4-FFF2-40B4-BE49-F238E27FC236}">
                  <a16:creationId xmlns:a16="http://schemas.microsoft.com/office/drawing/2014/main" id="{7AEE8029-42C3-4BE5-8BC3-989EFBA07E46}"/>
                </a:ext>
              </a:extLst>
            </p:cNvPr>
            <p:cNvSpPr>
              <a:spLocks noGrp="1"/>
            </p:cNvSpPr>
            <p:nvPr/>
          </p:nvSpPr>
          <p:spPr>
            <a:xfrm>
              <a:off x="22978566" y="3886200"/>
              <a:ext cx="15522" cy="133350"/>
            </a:xfrm>
            <a:prstGeom prst="rect">
              <a:avLst/>
            </a:prstGeom>
            <a:solidFill>
              <a:srgbClr val="84B9D5"/>
            </a:solidFill>
            <a:ln w="0">
              <a:noFill/>
              <a:prstDash val="solid"/>
            </a:ln>
          </p:spPr>
        </p:sp>
        <p:sp>
          <p:nvSpPr>
            <p:cNvPr id="1945" name="dense-strip-12-cell-112">
              <a:extLst>
                <a:ext uri="{FF2B5EF4-FFF2-40B4-BE49-F238E27FC236}">
                  <a16:creationId xmlns:a16="http://schemas.microsoft.com/office/drawing/2014/main" id="{5A07989B-0DFC-46E7-A20A-BBFF79DB2FA3}"/>
                </a:ext>
              </a:extLst>
            </p:cNvPr>
            <p:cNvSpPr>
              <a:spLocks noGrp="1"/>
            </p:cNvSpPr>
            <p:nvPr/>
          </p:nvSpPr>
          <p:spPr>
            <a:xfrm>
              <a:off x="22963188" y="3886200"/>
              <a:ext cx="15522" cy="133350"/>
            </a:xfrm>
            <a:prstGeom prst="rect">
              <a:avLst/>
            </a:prstGeom>
            <a:solidFill>
              <a:srgbClr val="ABCEE0"/>
            </a:solidFill>
            <a:ln w="0">
              <a:noFill/>
              <a:prstDash val="solid"/>
            </a:ln>
          </p:spPr>
        </p:sp>
        <p:sp>
          <p:nvSpPr>
            <p:cNvPr id="1946" name="dense-strip-12-cell-111">
              <a:extLst>
                <a:ext uri="{FF2B5EF4-FFF2-40B4-BE49-F238E27FC236}">
                  <a16:creationId xmlns:a16="http://schemas.microsoft.com/office/drawing/2014/main" id="{8FD0ACF2-F902-495A-A8AA-0694D00E9AF5}"/>
                </a:ext>
              </a:extLst>
            </p:cNvPr>
            <p:cNvSpPr>
              <a:spLocks noGrp="1"/>
            </p:cNvSpPr>
            <p:nvPr/>
          </p:nvSpPr>
          <p:spPr>
            <a:xfrm>
              <a:off x="22947809" y="3886200"/>
              <a:ext cx="15522" cy="133350"/>
            </a:xfrm>
            <a:prstGeom prst="rect">
              <a:avLst/>
            </a:prstGeom>
            <a:solidFill>
              <a:srgbClr val="D0E0E7"/>
            </a:solidFill>
            <a:ln w="0">
              <a:noFill/>
              <a:prstDash val="solid"/>
            </a:ln>
          </p:spPr>
        </p:sp>
        <p:sp>
          <p:nvSpPr>
            <p:cNvPr id="1947" name="dense-strip-12-cell-110">
              <a:extLst>
                <a:ext uri="{FF2B5EF4-FFF2-40B4-BE49-F238E27FC236}">
                  <a16:creationId xmlns:a16="http://schemas.microsoft.com/office/drawing/2014/main" id="{307CCD8B-935C-475D-83CC-CA1E63F70773}"/>
                </a:ext>
              </a:extLst>
            </p:cNvPr>
            <p:cNvSpPr>
              <a:spLocks noGrp="1"/>
            </p:cNvSpPr>
            <p:nvPr/>
          </p:nvSpPr>
          <p:spPr>
            <a:xfrm>
              <a:off x="22932430" y="3886200"/>
              <a:ext cx="15522" cy="133350"/>
            </a:xfrm>
            <a:prstGeom prst="rect">
              <a:avLst/>
            </a:prstGeom>
            <a:solidFill>
              <a:srgbClr val="DBE7ED"/>
            </a:solidFill>
            <a:ln w="0">
              <a:noFill/>
              <a:prstDash val="solid"/>
            </a:ln>
          </p:spPr>
        </p:sp>
        <p:sp>
          <p:nvSpPr>
            <p:cNvPr id="1948" name="dense-strip-12-cell-109">
              <a:extLst>
                <a:ext uri="{FF2B5EF4-FFF2-40B4-BE49-F238E27FC236}">
                  <a16:creationId xmlns:a16="http://schemas.microsoft.com/office/drawing/2014/main" id="{C19EDE20-B2F1-4FE1-9B59-CEEAD7124FFC}"/>
                </a:ext>
              </a:extLst>
            </p:cNvPr>
            <p:cNvSpPr>
              <a:spLocks noGrp="1"/>
            </p:cNvSpPr>
            <p:nvPr/>
          </p:nvSpPr>
          <p:spPr>
            <a:xfrm>
              <a:off x="22917051" y="3886200"/>
              <a:ext cx="15522" cy="133350"/>
            </a:xfrm>
            <a:prstGeom prst="rect">
              <a:avLst/>
            </a:prstGeom>
            <a:solidFill>
              <a:srgbClr val="DCE8ED"/>
            </a:solidFill>
            <a:ln w="0">
              <a:noFill/>
              <a:prstDash val="solid"/>
            </a:ln>
          </p:spPr>
        </p:sp>
        <p:sp>
          <p:nvSpPr>
            <p:cNvPr id="1949" name="dense-strip-12-cell-108">
              <a:extLst>
                <a:ext uri="{FF2B5EF4-FFF2-40B4-BE49-F238E27FC236}">
                  <a16:creationId xmlns:a16="http://schemas.microsoft.com/office/drawing/2014/main" id="{85A98F44-3185-436F-851B-245ECB4F9885}"/>
                </a:ext>
              </a:extLst>
            </p:cNvPr>
            <p:cNvSpPr>
              <a:spLocks noGrp="1"/>
            </p:cNvSpPr>
            <p:nvPr/>
          </p:nvSpPr>
          <p:spPr>
            <a:xfrm>
              <a:off x="22901672" y="3886200"/>
              <a:ext cx="15522" cy="133350"/>
            </a:xfrm>
            <a:prstGeom prst="rect">
              <a:avLst/>
            </a:prstGeom>
            <a:solidFill>
              <a:srgbClr val="DCE8ED"/>
            </a:solidFill>
            <a:ln w="0">
              <a:noFill/>
              <a:prstDash val="solid"/>
            </a:ln>
          </p:spPr>
        </p:sp>
        <p:sp>
          <p:nvSpPr>
            <p:cNvPr id="1950" name="dense-strip-12-cell-107">
              <a:extLst>
                <a:ext uri="{FF2B5EF4-FFF2-40B4-BE49-F238E27FC236}">
                  <a16:creationId xmlns:a16="http://schemas.microsoft.com/office/drawing/2014/main" id="{73EC1B08-E2F3-409D-B021-F8E37AF71355}"/>
                </a:ext>
              </a:extLst>
            </p:cNvPr>
            <p:cNvSpPr>
              <a:spLocks noGrp="1"/>
            </p:cNvSpPr>
            <p:nvPr/>
          </p:nvSpPr>
          <p:spPr>
            <a:xfrm>
              <a:off x="22886293" y="3886200"/>
              <a:ext cx="15522" cy="133350"/>
            </a:xfrm>
            <a:prstGeom prst="rect">
              <a:avLst/>
            </a:prstGeom>
            <a:solidFill>
              <a:srgbClr val="DCE8ED"/>
            </a:solidFill>
            <a:ln w="0">
              <a:noFill/>
              <a:prstDash val="solid"/>
            </a:ln>
          </p:spPr>
        </p:sp>
        <p:sp>
          <p:nvSpPr>
            <p:cNvPr id="1951" name="dense-strip-12-cell-106">
              <a:extLst>
                <a:ext uri="{FF2B5EF4-FFF2-40B4-BE49-F238E27FC236}">
                  <a16:creationId xmlns:a16="http://schemas.microsoft.com/office/drawing/2014/main" id="{2EC096E2-461A-49DD-8554-2229AE6640D5}"/>
                </a:ext>
              </a:extLst>
            </p:cNvPr>
            <p:cNvSpPr>
              <a:spLocks noGrp="1"/>
            </p:cNvSpPr>
            <p:nvPr/>
          </p:nvSpPr>
          <p:spPr>
            <a:xfrm>
              <a:off x="22870914" y="3886200"/>
              <a:ext cx="15522" cy="133350"/>
            </a:xfrm>
            <a:prstGeom prst="rect">
              <a:avLst/>
            </a:prstGeom>
            <a:solidFill>
              <a:srgbClr val="DCE8ED"/>
            </a:solidFill>
            <a:ln w="0">
              <a:noFill/>
              <a:prstDash val="solid"/>
            </a:ln>
          </p:spPr>
        </p:sp>
        <p:sp>
          <p:nvSpPr>
            <p:cNvPr id="1952" name="dense-strip-12-cell-105">
              <a:extLst>
                <a:ext uri="{FF2B5EF4-FFF2-40B4-BE49-F238E27FC236}">
                  <a16:creationId xmlns:a16="http://schemas.microsoft.com/office/drawing/2014/main" id="{C8A7A898-63E2-4D64-AB12-6E9F4153970A}"/>
                </a:ext>
              </a:extLst>
            </p:cNvPr>
            <p:cNvSpPr>
              <a:spLocks noGrp="1"/>
            </p:cNvSpPr>
            <p:nvPr/>
          </p:nvSpPr>
          <p:spPr>
            <a:xfrm>
              <a:off x="22855535" y="3886200"/>
              <a:ext cx="15522" cy="133350"/>
            </a:xfrm>
            <a:prstGeom prst="rect">
              <a:avLst/>
            </a:prstGeom>
            <a:solidFill>
              <a:srgbClr val="DCE8ED"/>
            </a:solidFill>
            <a:ln w="0">
              <a:noFill/>
              <a:prstDash val="solid"/>
            </a:ln>
          </p:spPr>
        </p:sp>
        <p:sp>
          <p:nvSpPr>
            <p:cNvPr id="1953" name="dense-strip-12-cell-104">
              <a:extLst>
                <a:ext uri="{FF2B5EF4-FFF2-40B4-BE49-F238E27FC236}">
                  <a16:creationId xmlns:a16="http://schemas.microsoft.com/office/drawing/2014/main" id="{2D7C0B5F-2135-42DA-93F0-AFF732575005}"/>
                </a:ext>
              </a:extLst>
            </p:cNvPr>
            <p:cNvSpPr>
              <a:spLocks noGrp="1"/>
            </p:cNvSpPr>
            <p:nvPr/>
          </p:nvSpPr>
          <p:spPr>
            <a:xfrm>
              <a:off x="22840156" y="3886200"/>
              <a:ext cx="15522" cy="133350"/>
            </a:xfrm>
            <a:prstGeom prst="rect">
              <a:avLst/>
            </a:prstGeom>
            <a:solidFill>
              <a:srgbClr val="DCE8ED"/>
            </a:solidFill>
            <a:ln w="0">
              <a:noFill/>
              <a:prstDash val="solid"/>
            </a:ln>
          </p:spPr>
        </p:sp>
        <p:sp>
          <p:nvSpPr>
            <p:cNvPr id="1954" name="dense-strip-12-cell-103">
              <a:extLst>
                <a:ext uri="{FF2B5EF4-FFF2-40B4-BE49-F238E27FC236}">
                  <a16:creationId xmlns:a16="http://schemas.microsoft.com/office/drawing/2014/main" id="{C711D65B-54F8-49FD-B651-C0872D23B533}"/>
                </a:ext>
              </a:extLst>
            </p:cNvPr>
            <p:cNvSpPr>
              <a:spLocks noGrp="1"/>
            </p:cNvSpPr>
            <p:nvPr/>
          </p:nvSpPr>
          <p:spPr>
            <a:xfrm>
              <a:off x="22824777" y="3886200"/>
              <a:ext cx="15522" cy="133350"/>
            </a:xfrm>
            <a:prstGeom prst="rect">
              <a:avLst/>
            </a:prstGeom>
            <a:solidFill>
              <a:srgbClr val="DCE8ED"/>
            </a:solidFill>
            <a:ln w="0">
              <a:noFill/>
              <a:prstDash val="solid"/>
            </a:ln>
          </p:spPr>
        </p:sp>
        <p:sp>
          <p:nvSpPr>
            <p:cNvPr id="1955" name="dense-strip-12-cell-102">
              <a:extLst>
                <a:ext uri="{FF2B5EF4-FFF2-40B4-BE49-F238E27FC236}">
                  <a16:creationId xmlns:a16="http://schemas.microsoft.com/office/drawing/2014/main" id="{3B5F0153-B039-4603-813B-3D447B668909}"/>
                </a:ext>
              </a:extLst>
            </p:cNvPr>
            <p:cNvSpPr>
              <a:spLocks noGrp="1"/>
            </p:cNvSpPr>
            <p:nvPr/>
          </p:nvSpPr>
          <p:spPr>
            <a:xfrm>
              <a:off x="22809398" y="3886200"/>
              <a:ext cx="15522" cy="133350"/>
            </a:xfrm>
            <a:prstGeom prst="rect">
              <a:avLst/>
            </a:prstGeom>
            <a:solidFill>
              <a:srgbClr val="DCE8ED"/>
            </a:solidFill>
            <a:ln w="0">
              <a:noFill/>
              <a:prstDash val="solid"/>
            </a:ln>
          </p:spPr>
        </p:sp>
        <p:sp>
          <p:nvSpPr>
            <p:cNvPr id="1956" name="dense-strip-12-cell-101">
              <a:extLst>
                <a:ext uri="{FF2B5EF4-FFF2-40B4-BE49-F238E27FC236}">
                  <a16:creationId xmlns:a16="http://schemas.microsoft.com/office/drawing/2014/main" id="{A54397B5-5D80-419E-BB7A-D4D2F3D280A7}"/>
                </a:ext>
              </a:extLst>
            </p:cNvPr>
            <p:cNvSpPr>
              <a:spLocks noGrp="1"/>
            </p:cNvSpPr>
            <p:nvPr/>
          </p:nvSpPr>
          <p:spPr>
            <a:xfrm>
              <a:off x="22794020" y="3886200"/>
              <a:ext cx="15522" cy="133350"/>
            </a:xfrm>
            <a:prstGeom prst="rect">
              <a:avLst/>
            </a:prstGeom>
            <a:solidFill>
              <a:srgbClr val="DCE8ED"/>
            </a:solidFill>
            <a:ln w="0">
              <a:noFill/>
              <a:prstDash val="solid"/>
            </a:ln>
          </p:spPr>
        </p:sp>
        <p:sp>
          <p:nvSpPr>
            <p:cNvPr id="1957" name="dense-strip-12-cell-100">
              <a:extLst>
                <a:ext uri="{FF2B5EF4-FFF2-40B4-BE49-F238E27FC236}">
                  <a16:creationId xmlns:a16="http://schemas.microsoft.com/office/drawing/2014/main" id="{0E66041F-09D4-4B5A-AD14-FAAE881E3D06}"/>
                </a:ext>
              </a:extLst>
            </p:cNvPr>
            <p:cNvSpPr>
              <a:spLocks noGrp="1"/>
            </p:cNvSpPr>
            <p:nvPr/>
          </p:nvSpPr>
          <p:spPr>
            <a:xfrm>
              <a:off x="22778641" y="3886200"/>
              <a:ext cx="15522" cy="133350"/>
            </a:xfrm>
            <a:prstGeom prst="rect">
              <a:avLst/>
            </a:prstGeom>
            <a:solidFill>
              <a:srgbClr val="DCE8ED"/>
            </a:solidFill>
            <a:ln w="0">
              <a:noFill/>
              <a:prstDash val="solid"/>
            </a:ln>
          </p:spPr>
        </p:sp>
        <p:sp>
          <p:nvSpPr>
            <p:cNvPr id="1958" name="dense-strip-12-cell-99">
              <a:extLst>
                <a:ext uri="{FF2B5EF4-FFF2-40B4-BE49-F238E27FC236}">
                  <a16:creationId xmlns:a16="http://schemas.microsoft.com/office/drawing/2014/main" id="{BA411B6C-5686-42EF-BED3-BFA252A2D9F5}"/>
                </a:ext>
              </a:extLst>
            </p:cNvPr>
            <p:cNvSpPr>
              <a:spLocks noGrp="1"/>
            </p:cNvSpPr>
            <p:nvPr/>
          </p:nvSpPr>
          <p:spPr>
            <a:xfrm>
              <a:off x="22763262" y="3886200"/>
              <a:ext cx="15522" cy="133350"/>
            </a:xfrm>
            <a:prstGeom prst="rect">
              <a:avLst/>
            </a:prstGeom>
            <a:solidFill>
              <a:srgbClr val="DCE8ED"/>
            </a:solidFill>
            <a:ln w="0">
              <a:noFill/>
              <a:prstDash val="solid"/>
            </a:ln>
          </p:spPr>
        </p:sp>
        <p:sp>
          <p:nvSpPr>
            <p:cNvPr id="1959" name="dense-strip-12-cell-98">
              <a:extLst>
                <a:ext uri="{FF2B5EF4-FFF2-40B4-BE49-F238E27FC236}">
                  <a16:creationId xmlns:a16="http://schemas.microsoft.com/office/drawing/2014/main" id="{D6ACF415-2CF8-4E6A-BD08-CBC7FEE80F96}"/>
                </a:ext>
              </a:extLst>
            </p:cNvPr>
            <p:cNvSpPr>
              <a:spLocks noGrp="1"/>
            </p:cNvSpPr>
            <p:nvPr/>
          </p:nvSpPr>
          <p:spPr>
            <a:xfrm>
              <a:off x="22747883" y="3886200"/>
              <a:ext cx="15522" cy="133350"/>
            </a:xfrm>
            <a:prstGeom prst="rect">
              <a:avLst/>
            </a:prstGeom>
            <a:solidFill>
              <a:srgbClr val="DCE8ED"/>
            </a:solidFill>
            <a:ln w="0">
              <a:noFill/>
              <a:prstDash val="solid"/>
            </a:ln>
          </p:spPr>
        </p:sp>
        <p:sp>
          <p:nvSpPr>
            <p:cNvPr id="1960" name="dense-strip-12-cell-97">
              <a:extLst>
                <a:ext uri="{FF2B5EF4-FFF2-40B4-BE49-F238E27FC236}">
                  <a16:creationId xmlns:a16="http://schemas.microsoft.com/office/drawing/2014/main" id="{26687AF6-1D61-4091-94C2-1B9E56213BF5}"/>
                </a:ext>
              </a:extLst>
            </p:cNvPr>
            <p:cNvSpPr>
              <a:spLocks noGrp="1"/>
            </p:cNvSpPr>
            <p:nvPr/>
          </p:nvSpPr>
          <p:spPr>
            <a:xfrm>
              <a:off x="22732504" y="3886200"/>
              <a:ext cx="15522" cy="133350"/>
            </a:xfrm>
            <a:prstGeom prst="rect">
              <a:avLst/>
            </a:prstGeom>
            <a:solidFill>
              <a:srgbClr val="DCE8ED"/>
            </a:solidFill>
            <a:ln w="0">
              <a:noFill/>
              <a:prstDash val="solid"/>
            </a:ln>
          </p:spPr>
        </p:sp>
        <p:sp>
          <p:nvSpPr>
            <p:cNvPr id="1961" name="dense-strip-12-cell-96">
              <a:extLst>
                <a:ext uri="{FF2B5EF4-FFF2-40B4-BE49-F238E27FC236}">
                  <a16:creationId xmlns:a16="http://schemas.microsoft.com/office/drawing/2014/main" id="{5ACCB012-CDE6-4E41-ACEC-2C67B18EC168}"/>
                </a:ext>
              </a:extLst>
            </p:cNvPr>
            <p:cNvSpPr>
              <a:spLocks noGrp="1"/>
            </p:cNvSpPr>
            <p:nvPr/>
          </p:nvSpPr>
          <p:spPr>
            <a:xfrm>
              <a:off x="22717125" y="3886200"/>
              <a:ext cx="15522" cy="133350"/>
            </a:xfrm>
            <a:prstGeom prst="rect">
              <a:avLst/>
            </a:prstGeom>
            <a:solidFill>
              <a:srgbClr val="DCE8ED"/>
            </a:solidFill>
            <a:ln w="0">
              <a:noFill/>
              <a:prstDash val="solid"/>
            </a:ln>
          </p:spPr>
        </p:sp>
        <p:sp>
          <p:nvSpPr>
            <p:cNvPr id="1962" name="dense-strip-12-cell-95">
              <a:extLst>
                <a:ext uri="{FF2B5EF4-FFF2-40B4-BE49-F238E27FC236}">
                  <a16:creationId xmlns:a16="http://schemas.microsoft.com/office/drawing/2014/main" id="{A6220DB7-939D-4F9B-8128-529A5F65E46F}"/>
                </a:ext>
              </a:extLst>
            </p:cNvPr>
            <p:cNvSpPr>
              <a:spLocks noGrp="1"/>
            </p:cNvSpPr>
            <p:nvPr/>
          </p:nvSpPr>
          <p:spPr>
            <a:xfrm>
              <a:off x="22701746" y="3886200"/>
              <a:ext cx="15522" cy="133350"/>
            </a:xfrm>
            <a:prstGeom prst="rect">
              <a:avLst/>
            </a:prstGeom>
            <a:solidFill>
              <a:srgbClr val="DCE8ED"/>
            </a:solidFill>
            <a:ln w="0">
              <a:noFill/>
              <a:prstDash val="solid"/>
            </a:ln>
          </p:spPr>
        </p:sp>
        <p:sp>
          <p:nvSpPr>
            <p:cNvPr id="1963" name="dense-strip-12-cell-94">
              <a:extLst>
                <a:ext uri="{FF2B5EF4-FFF2-40B4-BE49-F238E27FC236}">
                  <a16:creationId xmlns:a16="http://schemas.microsoft.com/office/drawing/2014/main" id="{31644DE2-0C07-4976-909D-DE8238B1DDC8}"/>
                </a:ext>
              </a:extLst>
            </p:cNvPr>
            <p:cNvSpPr>
              <a:spLocks noGrp="1"/>
            </p:cNvSpPr>
            <p:nvPr/>
          </p:nvSpPr>
          <p:spPr>
            <a:xfrm>
              <a:off x="22686367" y="3886200"/>
              <a:ext cx="15522" cy="133350"/>
            </a:xfrm>
            <a:prstGeom prst="rect">
              <a:avLst/>
            </a:prstGeom>
            <a:solidFill>
              <a:srgbClr val="DCE8ED"/>
            </a:solidFill>
            <a:ln w="0">
              <a:noFill/>
              <a:prstDash val="solid"/>
            </a:ln>
          </p:spPr>
        </p:sp>
        <p:sp>
          <p:nvSpPr>
            <p:cNvPr id="1964" name="dense-strip-12-cell-93">
              <a:extLst>
                <a:ext uri="{FF2B5EF4-FFF2-40B4-BE49-F238E27FC236}">
                  <a16:creationId xmlns:a16="http://schemas.microsoft.com/office/drawing/2014/main" id="{A5F7C2AD-B485-4903-8E3F-FF010690A05C}"/>
                </a:ext>
              </a:extLst>
            </p:cNvPr>
            <p:cNvSpPr>
              <a:spLocks noGrp="1"/>
            </p:cNvSpPr>
            <p:nvPr/>
          </p:nvSpPr>
          <p:spPr>
            <a:xfrm>
              <a:off x="22670988" y="3886200"/>
              <a:ext cx="15522" cy="133350"/>
            </a:xfrm>
            <a:prstGeom prst="rect">
              <a:avLst/>
            </a:prstGeom>
            <a:solidFill>
              <a:srgbClr val="DCE8ED"/>
            </a:solidFill>
            <a:ln w="0">
              <a:noFill/>
              <a:prstDash val="solid"/>
            </a:ln>
          </p:spPr>
        </p:sp>
        <p:sp>
          <p:nvSpPr>
            <p:cNvPr id="1965" name="dense-strip-12-cell-92">
              <a:extLst>
                <a:ext uri="{FF2B5EF4-FFF2-40B4-BE49-F238E27FC236}">
                  <a16:creationId xmlns:a16="http://schemas.microsoft.com/office/drawing/2014/main" id="{8C03D382-4614-40DB-9A22-960D712E0AAC}"/>
                </a:ext>
              </a:extLst>
            </p:cNvPr>
            <p:cNvSpPr>
              <a:spLocks noGrp="1"/>
            </p:cNvSpPr>
            <p:nvPr/>
          </p:nvSpPr>
          <p:spPr>
            <a:xfrm>
              <a:off x="22655609" y="3886200"/>
              <a:ext cx="15522" cy="133350"/>
            </a:xfrm>
            <a:prstGeom prst="rect">
              <a:avLst/>
            </a:prstGeom>
            <a:solidFill>
              <a:srgbClr val="DCE8ED"/>
            </a:solidFill>
            <a:ln w="0">
              <a:noFill/>
              <a:prstDash val="solid"/>
            </a:ln>
          </p:spPr>
        </p:sp>
        <p:sp>
          <p:nvSpPr>
            <p:cNvPr id="1966" name="dense-strip-12-cell-91">
              <a:extLst>
                <a:ext uri="{FF2B5EF4-FFF2-40B4-BE49-F238E27FC236}">
                  <a16:creationId xmlns:a16="http://schemas.microsoft.com/office/drawing/2014/main" id="{4ABC00AF-CBA3-416F-8501-58E37E9A6F15}"/>
                </a:ext>
              </a:extLst>
            </p:cNvPr>
            <p:cNvSpPr>
              <a:spLocks noGrp="1"/>
            </p:cNvSpPr>
            <p:nvPr/>
          </p:nvSpPr>
          <p:spPr>
            <a:xfrm>
              <a:off x="22640230" y="3886200"/>
              <a:ext cx="15522" cy="133350"/>
            </a:xfrm>
            <a:prstGeom prst="rect">
              <a:avLst/>
            </a:prstGeom>
            <a:solidFill>
              <a:srgbClr val="DCE8ED"/>
            </a:solidFill>
            <a:ln w="0">
              <a:noFill/>
              <a:prstDash val="solid"/>
            </a:ln>
          </p:spPr>
        </p:sp>
        <p:sp>
          <p:nvSpPr>
            <p:cNvPr id="1967" name="dense-strip-12-cell-90">
              <a:extLst>
                <a:ext uri="{FF2B5EF4-FFF2-40B4-BE49-F238E27FC236}">
                  <a16:creationId xmlns:a16="http://schemas.microsoft.com/office/drawing/2014/main" id="{12578E1F-BE1B-4748-97B2-E33E676E82F1}"/>
                </a:ext>
              </a:extLst>
            </p:cNvPr>
            <p:cNvSpPr>
              <a:spLocks noGrp="1"/>
            </p:cNvSpPr>
            <p:nvPr/>
          </p:nvSpPr>
          <p:spPr>
            <a:xfrm>
              <a:off x="22624852" y="3886200"/>
              <a:ext cx="15522" cy="133350"/>
            </a:xfrm>
            <a:prstGeom prst="rect">
              <a:avLst/>
            </a:prstGeom>
            <a:solidFill>
              <a:srgbClr val="DCE8ED"/>
            </a:solidFill>
            <a:ln w="0">
              <a:noFill/>
              <a:prstDash val="solid"/>
            </a:ln>
          </p:spPr>
        </p:sp>
        <p:sp>
          <p:nvSpPr>
            <p:cNvPr id="1968" name="dense-strip-12-cell-89">
              <a:extLst>
                <a:ext uri="{FF2B5EF4-FFF2-40B4-BE49-F238E27FC236}">
                  <a16:creationId xmlns:a16="http://schemas.microsoft.com/office/drawing/2014/main" id="{DC18B9DC-9E33-4A83-B025-BF7D5D0FEC6E}"/>
                </a:ext>
              </a:extLst>
            </p:cNvPr>
            <p:cNvSpPr>
              <a:spLocks noGrp="1"/>
            </p:cNvSpPr>
            <p:nvPr/>
          </p:nvSpPr>
          <p:spPr>
            <a:xfrm>
              <a:off x="22609473" y="3886200"/>
              <a:ext cx="15522" cy="133350"/>
            </a:xfrm>
            <a:prstGeom prst="rect">
              <a:avLst/>
            </a:prstGeom>
            <a:solidFill>
              <a:srgbClr val="DCE8ED"/>
            </a:solidFill>
            <a:ln w="0">
              <a:noFill/>
              <a:prstDash val="solid"/>
            </a:ln>
          </p:spPr>
        </p:sp>
        <p:sp>
          <p:nvSpPr>
            <p:cNvPr id="1969" name="dense-strip-12-cell-88">
              <a:extLst>
                <a:ext uri="{FF2B5EF4-FFF2-40B4-BE49-F238E27FC236}">
                  <a16:creationId xmlns:a16="http://schemas.microsoft.com/office/drawing/2014/main" id="{80C9964C-E6BA-47BE-AD08-72F81FC18CCC}"/>
                </a:ext>
              </a:extLst>
            </p:cNvPr>
            <p:cNvSpPr>
              <a:spLocks noGrp="1"/>
            </p:cNvSpPr>
            <p:nvPr/>
          </p:nvSpPr>
          <p:spPr>
            <a:xfrm>
              <a:off x="22594094" y="3886200"/>
              <a:ext cx="15522" cy="133350"/>
            </a:xfrm>
            <a:prstGeom prst="rect">
              <a:avLst/>
            </a:prstGeom>
            <a:solidFill>
              <a:srgbClr val="DCE8ED"/>
            </a:solidFill>
            <a:ln w="0">
              <a:noFill/>
              <a:prstDash val="solid"/>
            </a:ln>
          </p:spPr>
        </p:sp>
        <p:sp>
          <p:nvSpPr>
            <p:cNvPr id="1970" name="dense-strip-12-cell-87">
              <a:extLst>
                <a:ext uri="{FF2B5EF4-FFF2-40B4-BE49-F238E27FC236}">
                  <a16:creationId xmlns:a16="http://schemas.microsoft.com/office/drawing/2014/main" id="{823C801E-7B8E-4034-918D-1045837297D9}"/>
                </a:ext>
              </a:extLst>
            </p:cNvPr>
            <p:cNvSpPr>
              <a:spLocks noGrp="1"/>
            </p:cNvSpPr>
            <p:nvPr/>
          </p:nvSpPr>
          <p:spPr>
            <a:xfrm>
              <a:off x="22578715" y="3886200"/>
              <a:ext cx="15522" cy="133350"/>
            </a:xfrm>
            <a:prstGeom prst="rect">
              <a:avLst/>
            </a:prstGeom>
            <a:solidFill>
              <a:srgbClr val="DCE8ED"/>
            </a:solidFill>
            <a:ln w="0">
              <a:noFill/>
              <a:prstDash val="solid"/>
            </a:ln>
          </p:spPr>
        </p:sp>
        <p:sp>
          <p:nvSpPr>
            <p:cNvPr id="1971" name="dense-strip-12-cell-86">
              <a:extLst>
                <a:ext uri="{FF2B5EF4-FFF2-40B4-BE49-F238E27FC236}">
                  <a16:creationId xmlns:a16="http://schemas.microsoft.com/office/drawing/2014/main" id="{3928CBF7-C003-4928-986B-C29E36F52F43}"/>
                </a:ext>
              </a:extLst>
            </p:cNvPr>
            <p:cNvSpPr>
              <a:spLocks noGrp="1"/>
            </p:cNvSpPr>
            <p:nvPr/>
          </p:nvSpPr>
          <p:spPr>
            <a:xfrm>
              <a:off x="22563336" y="3886200"/>
              <a:ext cx="15522" cy="133350"/>
            </a:xfrm>
            <a:prstGeom prst="rect">
              <a:avLst/>
            </a:prstGeom>
            <a:solidFill>
              <a:srgbClr val="DCE8ED"/>
            </a:solidFill>
            <a:ln w="0">
              <a:noFill/>
              <a:prstDash val="solid"/>
            </a:ln>
          </p:spPr>
        </p:sp>
        <p:sp>
          <p:nvSpPr>
            <p:cNvPr id="1972" name="dense-strip-12-cell-85">
              <a:extLst>
                <a:ext uri="{FF2B5EF4-FFF2-40B4-BE49-F238E27FC236}">
                  <a16:creationId xmlns:a16="http://schemas.microsoft.com/office/drawing/2014/main" id="{793CBABA-E298-4104-96D0-AF173732A235}"/>
                </a:ext>
              </a:extLst>
            </p:cNvPr>
            <p:cNvSpPr>
              <a:spLocks noGrp="1"/>
            </p:cNvSpPr>
            <p:nvPr/>
          </p:nvSpPr>
          <p:spPr>
            <a:xfrm>
              <a:off x="22547957" y="3886200"/>
              <a:ext cx="15522" cy="133350"/>
            </a:xfrm>
            <a:prstGeom prst="rect">
              <a:avLst/>
            </a:prstGeom>
            <a:solidFill>
              <a:srgbClr val="DCE8ED"/>
            </a:solidFill>
            <a:ln w="0">
              <a:noFill/>
              <a:prstDash val="solid"/>
            </a:ln>
          </p:spPr>
        </p:sp>
        <p:sp>
          <p:nvSpPr>
            <p:cNvPr id="1973" name="dense-strip-12-cell-84">
              <a:extLst>
                <a:ext uri="{FF2B5EF4-FFF2-40B4-BE49-F238E27FC236}">
                  <a16:creationId xmlns:a16="http://schemas.microsoft.com/office/drawing/2014/main" id="{12FED5DF-FAF8-4B41-AB38-3B83AB802DC1}"/>
                </a:ext>
              </a:extLst>
            </p:cNvPr>
            <p:cNvSpPr>
              <a:spLocks noGrp="1"/>
            </p:cNvSpPr>
            <p:nvPr/>
          </p:nvSpPr>
          <p:spPr>
            <a:xfrm>
              <a:off x="22532578" y="3886200"/>
              <a:ext cx="15522" cy="133350"/>
            </a:xfrm>
            <a:prstGeom prst="rect">
              <a:avLst/>
            </a:prstGeom>
            <a:solidFill>
              <a:srgbClr val="DCE8ED"/>
            </a:solidFill>
            <a:ln w="0">
              <a:noFill/>
              <a:prstDash val="solid"/>
            </a:ln>
          </p:spPr>
        </p:sp>
        <p:sp>
          <p:nvSpPr>
            <p:cNvPr id="1974" name="dense-strip-12-cell-83">
              <a:extLst>
                <a:ext uri="{FF2B5EF4-FFF2-40B4-BE49-F238E27FC236}">
                  <a16:creationId xmlns:a16="http://schemas.microsoft.com/office/drawing/2014/main" id="{604D7B34-A918-467B-9166-F78D72A9E7D2}"/>
                </a:ext>
              </a:extLst>
            </p:cNvPr>
            <p:cNvSpPr>
              <a:spLocks noGrp="1"/>
            </p:cNvSpPr>
            <p:nvPr/>
          </p:nvSpPr>
          <p:spPr>
            <a:xfrm>
              <a:off x="22517199" y="3886200"/>
              <a:ext cx="15522" cy="133350"/>
            </a:xfrm>
            <a:prstGeom prst="rect">
              <a:avLst/>
            </a:prstGeom>
            <a:solidFill>
              <a:srgbClr val="DAE5EC"/>
            </a:solidFill>
            <a:ln w="0">
              <a:noFill/>
              <a:prstDash val="solid"/>
            </a:ln>
          </p:spPr>
        </p:sp>
        <p:sp>
          <p:nvSpPr>
            <p:cNvPr id="1975" name="dense-strip-12-cell-82">
              <a:extLst>
                <a:ext uri="{FF2B5EF4-FFF2-40B4-BE49-F238E27FC236}">
                  <a16:creationId xmlns:a16="http://schemas.microsoft.com/office/drawing/2014/main" id="{2F4A7E07-16E8-4222-999D-FFE774E57352}"/>
                </a:ext>
              </a:extLst>
            </p:cNvPr>
            <p:cNvSpPr>
              <a:spLocks noGrp="1"/>
            </p:cNvSpPr>
            <p:nvPr/>
          </p:nvSpPr>
          <p:spPr>
            <a:xfrm>
              <a:off x="22501820" y="3886200"/>
              <a:ext cx="15522" cy="133350"/>
            </a:xfrm>
            <a:prstGeom prst="rect">
              <a:avLst/>
            </a:prstGeom>
            <a:solidFill>
              <a:srgbClr val="D3DAE6"/>
            </a:solidFill>
            <a:ln w="0">
              <a:noFill/>
              <a:prstDash val="solid"/>
            </a:ln>
          </p:spPr>
        </p:sp>
        <p:sp>
          <p:nvSpPr>
            <p:cNvPr id="1976" name="dense-strip-12-cell-81">
              <a:extLst>
                <a:ext uri="{FF2B5EF4-FFF2-40B4-BE49-F238E27FC236}">
                  <a16:creationId xmlns:a16="http://schemas.microsoft.com/office/drawing/2014/main" id="{1470505F-E700-4352-8B71-1F0C93BF0FF4}"/>
                </a:ext>
              </a:extLst>
            </p:cNvPr>
            <p:cNvSpPr>
              <a:spLocks noGrp="1"/>
            </p:cNvSpPr>
            <p:nvPr/>
          </p:nvSpPr>
          <p:spPr>
            <a:xfrm>
              <a:off x="22486441" y="3886200"/>
              <a:ext cx="15522" cy="133350"/>
            </a:xfrm>
            <a:prstGeom prst="rect">
              <a:avLst/>
            </a:prstGeom>
            <a:solidFill>
              <a:srgbClr val="9CD3CA"/>
            </a:solidFill>
            <a:ln w="0">
              <a:noFill/>
              <a:prstDash val="solid"/>
            </a:ln>
          </p:spPr>
        </p:sp>
        <p:sp>
          <p:nvSpPr>
            <p:cNvPr id="1977" name="dense-strip-12-cell-80">
              <a:extLst>
                <a:ext uri="{FF2B5EF4-FFF2-40B4-BE49-F238E27FC236}">
                  <a16:creationId xmlns:a16="http://schemas.microsoft.com/office/drawing/2014/main" id="{78047115-056D-49DE-AD93-E84242EA4089}"/>
                </a:ext>
              </a:extLst>
            </p:cNvPr>
            <p:cNvSpPr>
              <a:spLocks noGrp="1"/>
            </p:cNvSpPr>
            <p:nvPr/>
          </p:nvSpPr>
          <p:spPr>
            <a:xfrm>
              <a:off x="22471063" y="3886200"/>
              <a:ext cx="15522" cy="133350"/>
            </a:xfrm>
            <a:prstGeom prst="rect">
              <a:avLst/>
            </a:prstGeom>
            <a:solidFill>
              <a:srgbClr val="72C4B2"/>
            </a:solidFill>
            <a:ln w="0">
              <a:noFill/>
              <a:prstDash val="solid"/>
            </a:ln>
          </p:spPr>
        </p:sp>
        <p:sp>
          <p:nvSpPr>
            <p:cNvPr id="1978" name="dense-strip-12-cell-79">
              <a:extLst>
                <a:ext uri="{FF2B5EF4-FFF2-40B4-BE49-F238E27FC236}">
                  <a16:creationId xmlns:a16="http://schemas.microsoft.com/office/drawing/2014/main" id="{D823FBF4-7926-43B8-A976-72B5E48B9C99}"/>
                </a:ext>
              </a:extLst>
            </p:cNvPr>
            <p:cNvSpPr>
              <a:spLocks noGrp="1"/>
            </p:cNvSpPr>
            <p:nvPr/>
          </p:nvSpPr>
          <p:spPr>
            <a:xfrm>
              <a:off x="22455684" y="3886200"/>
              <a:ext cx="15522" cy="133350"/>
            </a:xfrm>
            <a:prstGeom prst="rect">
              <a:avLst/>
            </a:prstGeom>
            <a:solidFill>
              <a:srgbClr val="49B69B"/>
            </a:solidFill>
            <a:ln w="0">
              <a:noFill/>
              <a:prstDash val="solid"/>
            </a:ln>
          </p:spPr>
        </p:sp>
        <p:sp>
          <p:nvSpPr>
            <p:cNvPr id="1979" name="dense-strip-12-cell-78">
              <a:extLst>
                <a:ext uri="{FF2B5EF4-FFF2-40B4-BE49-F238E27FC236}">
                  <a16:creationId xmlns:a16="http://schemas.microsoft.com/office/drawing/2014/main" id="{6970EEC5-AEC3-4211-9DA5-A2C34D3A38CA}"/>
                </a:ext>
              </a:extLst>
            </p:cNvPr>
            <p:cNvSpPr>
              <a:spLocks noGrp="1"/>
            </p:cNvSpPr>
            <p:nvPr/>
          </p:nvSpPr>
          <p:spPr>
            <a:xfrm>
              <a:off x="22440305" y="3886200"/>
              <a:ext cx="15522" cy="133350"/>
            </a:xfrm>
            <a:prstGeom prst="rect">
              <a:avLst/>
            </a:prstGeom>
            <a:solidFill>
              <a:srgbClr val="24AA87"/>
            </a:solidFill>
            <a:ln w="0">
              <a:noFill/>
              <a:prstDash val="solid"/>
            </a:ln>
          </p:spPr>
        </p:sp>
        <p:sp>
          <p:nvSpPr>
            <p:cNvPr id="1980" name="dense-strip-12-cell-77">
              <a:extLst>
                <a:ext uri="{FF2B5EF4-FFF2-40B4-BE49-F238E27FC236}">
                  <a16:creationId xmlns:a16="http://schemas.microsoft.com/office/drawing/2014/main" id="{AE9BF30C-244E-411E-B853-7ACDE26D12FA}"/>
                </a:ext>
              </a:extLst>
            </p:cNvPr>
            <p:cNvSpPr>
              <a:spLocks noGrp="1"/>
            </p:cNvSpPr>
            <p:nvPr/>
          </p:nvSpPr>
          <p:spPr>
            <a:xfrm>
              <a:off x="22424926" y="3886200"/>
              <a:ext cx="15522" cy="133350"/>
            </a:xfrm>
            <a:prstGeom prst="rect">
              <a:avLst/>
            </a:prstGeom>
            <a:solidFill>
              <a:srgbClr val="09A178"/>
            </a:solidFill>
            <a:ln w="0">
              <a:noFill/>
              <a:prstDash val="solid"/>
            </a:ln>
          </p:spPr>
        </p:sp>
        <p:sp>
          <p:nvSpPr>
            <p:cNvPr id="1981" name="dense-strip-12-cell-76">
              <a:extLst>
                <a:ext uri="{FF2B5EF4-FFF2-40B4-BE49-F238E27FC236}">
                  <a16:creationId xmlns:a16="http://schemas.microsoft.com/office/drawing/2014/main" id="{8439FC8A-8F2E-4D63-9A27-5F71E43EA898}"/>
                </a:ext>
              </a:extLst>
            </p:cNvPr>
            <p:cNvSpPr>
              <a:spLocks noGrp="1"/>
            </p:cNvSpPr>
            <p:nvPr/>
          </p:nvSpPr>
          <p:spPr>
            <a:xfrm>
              <a:off x="22409547" y="3886200"/>
              <a:ext cx="15522" cy="133350"/>
            </a:xfrm>
            <a:prstGeom prst="rect">
              <a:avLst/>
            </a:prstGeom>
            <a:solidFill>
              <a:srgbClr val="009E73"/>
            </a:solidFill>
            <a:ln w="0">
              <a:noFill/>
              <a:prstDash val="solid"/>
            </a:ln>
          </p:spPr>
        </p:sp>
        <p:sp>
          <p:nvSpPr>
            <p:cNvPr id="1982" name="dense-strip-12-cell-75">
              <a:extLst>
                <a:ext uri="{FF2B5EF4-FFF2-40B4-BE49-F238E27FC236}">
                  <a16:creationId xmlns:a16="http://schemas.microsoft.com/office/drawing/2014/main" id="{908A5772-309A-4F38-959D-5DCB6F745295}"/>
                </a:ext>
              </a:extLst>
            </p:cNvPr>
            <p:cNvSpPr>
              <a:spLocks noGrp="1"/>
            </p:cNvSpPr>
            <p:nvPr/>
          </p:nvSpPr>
          <p:spPr>
            <a:xfrm>
              <a:off x="22394168" y="3886200"/>
              <a:ext cx="15522" cy="133350"/>
            </a:xfrm>
            <a:prstGeom prst="rect">
              <a:avLst/>
            </a:prstGeom>
            <a:solidFill>
              <a:srgbClr val="009E73"/>
            </a:solidFill>
            <a:ln w="0">
              <a:noFill/>
              <a:prstDash val="solid"/>
            </a:ln>
          </p:spPr>
        </p:sp>
        <p:sp>
          <p:nvSpPr>
            <p:cNvPr id="1983" name="dense-strip-12-cell-74">
              <a:extLst>
                <a:ext uri="{FF2B5EF4-FFF2-40B4-BE49-F238E27FC236}">
                  <a16:creationId xmlns:a16="http://schemas.microsoft.com/office/drawing/2014/main" id="{BE97553F-507A-45E4-8B17-20A34E4EC5ED}"/>
                </a:ext>
              </a:extLst>
            </p:cNvPr>
            <p:cNvSpPr>
              <a:spLocks noGrp="1"/>
            </p:cNvSpPr>
            <p:nvPr/>
          </p:nvSpPr>
          <p:spPr>
            <a:xfrm>
              <a:off x="22378789" y="3886200"/>
              <a:ext cx="15522" cy="133350"/>
            </a:xfrm>
            <a:prstGeom prst="rect">
              <a:avLst/>
            </a:prstGeom>
            <a:solidFill>
              <a:srgbClr val="009E73"/>
            </a:solidFill>
            <a:ln w="0">
              <a:noFill/>
              <a:prstDash val="solid"/>
            </a:ln>
          </p:spPr>
        </p:sp>
        <p:sp>
          <p:nvSpPr>
            <p:cNvPr id="1984" name="dense-strip-12-cell-73">
              <a:extLst>
                <a:ext uri="{FF2B5EF4-FFF2-40B4-BE49-F238E27FC236}">
                  <a16:creationId xmlns:a16="http://schemas.microsoft.com/office/drawing/2014/main" id="{BA923F1D-4D82-47F1-8B59-007046C5F204}"/>
                </a:ext>
              </a:extLst>
            </p:cNvPr>
            <p:cNvSpPr>
              <a:spLocks noGrp="1"/>
            </p:cNvSpPr>
            <p:nvPr/>
          </p:nvSpPr>
          <p:spPr>
            <a:xfrm>
              <a:off x="22363410" y="3886200"/>
              <a:ext cx="15522" cy="133350"/>
            </a:xfrm>
            <a:prstGeom prst="rect">
              <a:avLst/>
            </a:prstGeom>
            <a:solidFill>
              <a:srgbClr val="009E73"/>
            </a:solidFill>
            <a:ln w="0">
              <a:noFill/>
              <a:prstDash val="solid"/>
            </a:ln>
          </p:spPr>
        </p:sp>
        <p:sp>
          <p:nvSpPr>
            <p:cNvPr id="1985" name="dense-strip-12-cell-72">
              <a:extLst>
                <a:ext uri="{FF2B5EF4-FFF2-40B4-BE49-F238E27FC236}">
                  <a16:creationId xmlns:a16="http://schemas.microsoft.com/office/drawing/2014/main" id="{46EC204D-BEC5-40E8-8D5B-FD7934D9068D}"/>
                </a:ext>
              </a:extLst>
            </p:cNvPr>
            <p:cNvSpPr>
              <a:spLocks noGrp="1"/>
            </p:cNvSpPr>
            <p:nvPr/>
          </p:nvSpPr>
          <p:spPr>
            <a:xfrm>
              <a:off x="22348031" y="3886200"/>
              <a:ext cx="15522" cy="133350"/>
            </a:xfrm>
            <a:prstGeom prst="rect">
              <a:avLst/>
            </a:prstGeom>
            <a:solidFill>
              <a:srgbClr val="009E73"/>
            </a:solidFill>
            <a:ln w="0">
              <a:noFill/>
              <a:prstDash val="solid"/>
            </a:ln>
          </p:spPr>
        </p:sp>
        <p:sp>
          <p:nvSpPr>
            <p:cNvPr id="1986" name="dense-strip-12-cell-71">
              <a:extLst>
                <a:ext uri="{FF2B5EF4-FFF2-40B4-BE49-F238E27FC236}">
                  <a16:creationId xmlns:a16="http://schemas.microsoft.com/office/drawing/2014/main" id="{0A38C5AA-BE67-4146-8E44-49F210A8A098}"/>
                </a:ext>
              </a:extLst>
            </p:cNvPr>
            <p:cNvSpPr>
              <a:spLocks noGrp="1"/>
            </p:cNvSpPr>
            <p:nvPr/>
          </p:nvSpPr>
          <p:spPr>
            <a:xfrm>
              <a:off x="22332652" y="3886200"/>
              <a:ext cx="15522" cy="133350"/>
            </a:xfrm>
            <a:prstGeom prst="rect">
              <a:avLst/>
            </a:prstGeom>
            <a:solidFill>
              <a:srgbClr val="009E73"/>
            </a:solidFill>
            <a:ln w="0">
              <a:noFill/>
              <a:prstDash val="solid"/>
            </a:ln>
          </p:spPr>
        </p:sp>
        <p:sp>
          <p:nvSpPr>
            <p:cNvPr id="1987" name="dense-strip-12-cell-70">
              <a:extLst>
                <a:ext uri="{FF2B5EF4-FFF2-40B4-BE49-F238E27FC236}">
                  <a16:creationId xmlns:a16="http://schemas.microsoft.com/office/drawing/2014/main" id="{21A31EEA-BDC8-4F32-A9D9-5A07A5512D46}"/>
                </a:ext>
              </a:extLst>
            </p:cNvPr>
            <p:cNvSpPr>
              <a:spLocks noGrp="1"/>
            </p:cNvSpPr>
            <p:nvPr/>
          </p:nvSpPr>
          <p:spPr>
            <a:xfrm>
              <a:off x="22317273" y="3886200"/>
              <a:ext cx="15522" cy="133350"/>
            </a:xfrm>
            <a:prstGeom prst="rect">
              <a:avLst/>
            </a:prstGeom>
            <a:solidFill>
              <a:srgbClr val="009E73"/>
            </a:solidFill>
            <a:ln w="0">
              <a:noFill/>
              <a:prstDash val="solid"/>
            </a:ln>
          </p:spPr>
        </p:sp>
        <p:sp>
          <p:nvSpPr>
            <p:cNvPr id="1988" name="dense-strip-12-cell-69">
              <a:extLst>
                <a:ext uri="{FF2B5EF4-FFF2-40B4-BE49-F238E27FC236}">
                  <a16:creationId xmlns:a16="http://schemas.microsoft.com/office/drawing/2014/main" id="{9B3C7756-FBB8-4C61-B8C4-E5864B8ECF10}"/>
                </a:ext>
              </a:extLst>
            </p:cNvPr>
            <p:cNvSpPr>
              <a:spLocks noGrp="1"/>
            </p:cNvSpPr>
            <p:nvPr/>
          </p:nvSpPr>
          <p:spPr>
            <a:xfrm>
              <a:off x="22301895" y="3886200"/>
              <a:ext cx="15522" cy="133350"/>
            </a:xfrm>
            <a:prstGeom prst="rect">
              <a:avLst/>
            </a:prstGeom>
            <a:solidFill>
              <a:srgbClr val="009E73"/>
            </a:solidFill>
            <a:ln w="0">
              <a:noFill/>
              <a:prstDash val="solid"/>
            </a:ln>
          </p:spPr>
        </p:sp>
        <p:sp>
          <p:nvSpPr>
            <p:cNvPr id="1989" name="dense-strip-12-cell-68">
              <a:extLst>
                <a:ext uri="{FF2B5EF4-FFF2-40B4-BE49-F238E27FC236}">
                  <a16:creationId xmlns:a16="http://schemas.microsoft.com/office/drawing/2014/main" id="{3D53A951-6DB0-449E-BF09-ED71C2E84C9B}"/>
                </a:ext>
              </a:extLst>
            </p:cNvPr>
            <p:cNvSpPr>
              <a:spLocks noGrp="1"/>
            </p:cNvSpPr>
            <p:nvPr/>
          </p:nvSpPr>
          <p:spPr>
            <a:xfrm>
              <a:off x="22286516" y="3886200"/>
              <a:ext cx="15522" cy="133350"/>
            </a:xfrm>
            <a:prstGeom prst="rect">
              <a:avLst/>
            </a:prstGeom>
            <a:solidFill>
              <a:srgbClr val="009E73"/>
            </a:solidFill>
            <a:ln w="0">
              <a:noFill/>
              <a:prstDash val="solid"/>
            </a:ln>
          </p:spPr>
        </p:sp>
        <p:sp>
          <p:nvSpPr>
            <p:cNvPr id="1990" name="dense-strip-12-cell-67">
              <a:extLst>
                <a:ext uri="{FF2B5EF4-FFF2-40B4-BE49-F238E27FC236}">
                  <a16:creationId xmlns:a16="http://schemas.microsoft.com/office/drawing/2014/main" id="{F017D602-911C-4BD4-9AD1-27DE1DF11250}"/>
                </a:ext>
              </a:extLst>
            </p:cNvPr>
            <p:cNvSpPr>
              <a:spLocks noGrp="1"/>
            </p:cNvSpPr>
            <p:nvPr/>
          </p:nvSpPr>
          <p:spPr>
            <a:xfrm>
              <a:off x="22271137" y="3886200"/>
              <a:ext cx="15522" cy="133350"/>
            </a:xfrm>
            <a:prstGeom prst="rect">
              <a:avLst/>
            </a:prstGeom>
            <a:solidFill>
              <a:srgbClr val="009E73"/>
            </a:solidFill>
            <a:ln w="0">
              <a:noFill/>
              <a:prstDash val="solid"/>
            </a:ln>
          </p:spPr>
        </p:sp>
        <p:sp>
          <p:nvSpPr>
            <p:cNvPr id="1991" name="dense-strip-12-cell-66">
              <a:extLst>
                <a:ext uri="{FF2B5EF4-FFF2-40B4-BE49-F238E27FC236}">
                  <a16:creationId xmlns:a16="http://schemas.microsoft.com/office/drawing/2014/main" id="{A203AC79-5C40-4726-8E62-A5134D1D5470}"/>
                </a:ext>
              </a:extLst>
            </p:cNvPr>
            <p:cNvSpPr>
              <a:spLocks noGrp="1"/>
            </p:cNvSpPr>
            <p:nvPr/>
          </p:nvSpPr>
          <p:spPr>
            <a:xfrm>
              <a:off x="22255758" y="3886200"/>
              <a:ext cx="15522" cy="133350"/>
            </a:xfrm>
            <a:prstGeom prst="rect">
              <a:avLst/>
            </a:prstGeom>
            <a:solidFill>
              <a:srgbClr val="05A076"/>
            </a:solidFill>
            <a:ln w="0">
              <a:noFill/>
              <a:prstDash val="solid"/>
            </a:ln>
          </p:spPr>
        </p:sp>
        <p:sp>
          <p:nvSpPr>
            <p:cNvPr id="1992" name="dense-strip-12-cell-65">
              <a:extLst>
                <a:ext uri="{FF2B5EF4-FFF2-40B4-BE49-F238E27FC236}">
                  <a16:creationId xmlns:a16="http://schemas.microsoft.com/office/drawing/2014/main" id="{72284C17-217A-42F8-819F-92EC1A0F8DDF}"/>
                </a:ext>
              </a:extLst>
            </p:cNvPr>
            <p:cNvSpPr>
              <a:spLocks noGrp="1"/>
            </p:cNvSpPr>
            <p:nvPr/>
          </p:nvSpPr>
          <p:spPr>
            <a:xfrm>
              <a:off x="22240379" y="3886200"/>
              <a:ext cx="15522" cy="133350"/>
            </a:xfrm>
            <a:prstGeom prst="rect">
              <a:avLst/>
            </a:prstGeom>
            <a:solidFill>
              <a:srgbClr val="15A57F"/>
            </a:solidFill>
            <a:ln w="0">
              <a:noFill/>
              <a:prstDash val="solid"/>
            </a:ln>
          </p:spPr>
        </p:sp>
        <p:sp>
          <p:nvSpPr>
            <p:cNvPr id="1993" name="dense-strip-12-cell-64">
              <a:extLst>
                <a:ext uri="{FF2B5EF4-FFF2-40B4-BE49-F238E27FC236}">
                  <a16:creationId xmlns:a16="http://schemas.microsoft.com/office/drawing/2014/main" id="{CB8B6136-C869-490B-A486-CF5E29E04265}"/>
                </a:ext>
              </a:extLst>
            </p:cNvPr>
            <p:cNvSpPr>
              <a:spLocks noGrp="1"/>
            </p:cNvSpPr>
            <p:nvPr/>
          </p:nvSpPr>
          <p:spPr>
            <a:xfrm>
              <a:off x="22225000" y="3886200"/>
              <a:ext cx="15522" cy="133350"/>
            </a:xfrm>
            <a:prstGeom prst="rect">
              <a:avLst/>
            </a:prstGeom>
            <a:solidFill>
              <a:srgbClr val="2AAC8A"/>
            </a:solidFill>
            <a:ln w="0">
              <a:noFill/>
              <a:prstDash val="solid"/>
            </a:ln>
          </p:spPr>
        </p:sp>
        <p:sp>
          <p:nvSpPr>
            <p:cNvPr id="1994" name="dense-strip-12-cell-63">
              <a:extLst>
                <a:ext uri="{FF2B5EF4-FFF2-40B4-BE49-F238E27FC236}">
                  <a16:creationId xmlns:a16="http://schemas.microsoft.com/office/drawing/2014/main" id="{F2218861-96E4-44F1-B88B-6E1082B80A68}"/>
                </a:ext>
              </a:extLst>
            </p:cNvPr>
            <p:cNvSpPr>
              <a:spLocks noGrp="1"/>
            </p:cNvSpPr>
            <p:nvPr/>
          </p:nvSpPr>
          <p:spPr>
            <a:xfrm>
              <a:off x="22209621" y="3886200"/>
              <a:ext cx="15522" cy="133350"/>
            </a:xfrm>
            <a:prstGeom prst="rect">
              <a:avLst/>
            </a:prstGeom>
            <a:solidFill>
              <a:srgbClr val="42B498"/>
            </a:solidFill>
            <a:ln w="0">
              <a:noFill/>
              <a:prstDash val="solid"/>
            </a:ln>
          </p:spPr>
        </p:sp>
        <p:sp>
          <p:nvSpPr>
            <p:cNvPr id="1995" name="dense-strip-12-cell-62">
              <a:extLst>
                <a:ext uri="{FF2B5EF4-FFF2-40B4-BE49-F238E27FC236}">
                  <a16:creationId xmlns:a16="http://schemas.microsoft.com/office/drawing/2014/main" id="{4FE95194-978E-48D4-A8E1-969CBC8B0D51}"/>
                </a:ext>
              </a:extLst>
            </p:cNvPr>
            <p:cNvSpPr>
              <a:spLocks noGrp="1"/>
            </p:cNvSpPr>
            <p:nvPr/>
          </p:nvSpPr>
          <p:spPr>
            <a:xfrm>
              <a:off x="22194242" y="3886200"/>
              <a:ext cx="15522" cy="133350"/>
            </a:xfrm>
            <a:prstGeom prst="rect">
              <a:avLst/>
            </a:prstGeom>
            <a:solidFill>
              <a:srgbClr val="5CBDA6"/>
            </a:solidFill>
            <a:ln w="0">
              <a:noFill/>
              <a:prstDash val="solid"/>
            </a:ln>
          </p:spPr>
        </p:sp>
        <p:sp>
          <p:nvSpPr>
            <p:cNvPr id="1996" name="dense-strip-12-cell-61">
              <a:extLst>
                <a:ext uri="{FF2B5EF4-FFF2-40B4-BE49-F238E27FC236}">
                  <a16:creationId xmlns:a16="http://schemas.microsoft.com/office/drawing/2014/main" id="{A1AD9A5D-AB42-4799-A6F9-1A094D4B74C3}"/>
                </a:ext>
              </a:extLst>
            </p:cNvPr>
            <p:cNvSpPr>
              <a:spLocks noGrp="1"/>
            </p:cNvSpPr>
            <p:nvPr/>
          </p:nvSpPr>
          <p:spPr>
            <a:xfrm>
              <a:off x="22178863" y="3886200"/>
              <a:ext cx="15522" cy="133350"/>
            </a:xfrm>
            <a:prstGeom prst="rect">
              <a:avLst/>
            </a:prstGeom>
            <a:solidFill>
              <a:srgbClr val="70C4B1"/>
            </a:solidFill>
            <a:ln w="0">
              <a:noFill/>
              <a:prstDash val="solid"/>
            </a:ln>
          </p:spPr>
        </p:sp>
        <p:sp>
          <p:nvSpPr>
            <p:cNvPr id="1997" name="dense-strip-12-cell-60">
              <a:extLst>
                <a:ext uri="{FF2B5EF4-FFF2-40B4-BE49-F238E27FC236}">
                  <a16:creationId xmlns:a16="http://schemas.microsoft.com/office/drawing/2014/main" id="{087B4002-17DC-4B2F-B43F-E6EEB53C1656}"/>
                </a:ext>
              </a:extLst>
            </p:cNvPr>
            <p:cNvSpPr>
              <a:spLocks noGrp="1"/>
            </p:cNvSpPr>
            <p:nvPr/>
          </p:nvSpPr>
          <p:spPr>
            <a:xfrm>
              <a:off x="22163484" y="3886200"/>
              <a:ext cx="15522" cy="133350"/>
            </a:xfrm>
            <a:prstGeom prst="rect">
              <a:avLst/>
            </a:prstGeom>
            <a:solidFill>
              <a:srgbClr val="7EC8B9"/>
            </a:solidFill>
            <a:ln w="0">
              <a:noFill/>
              <a:prstDash val="solid"/>
            </a:ln>
          </p:spPr>
        </p:sp>
        <p:sp>
          <p:nvSpPr>
            <p:cNvPr id="1998" name="dense-strip-12-cell-59">
              <a:extLst>
                <a:ext uri="{FF2B5EF4-FFF2-40B4-BE49-F238E27FC236}">
                  <a16:creationId xmlns:a16="http://schemas.microsoft.com/office/drawing/2014/main" id="{37024204-CDC9-4CCF-93DC-444AD19D5905}"/>
                </a:ext>
              </a:extLst>
            </p:cNvPr>
            <p:cNvSpPr>
              <a:spLocks noGrp="1"/>
            </p:cNvSpPr>
            <p:nvPr/>
          </p:nvSpPr>
          <p:spPr>
            <a:xfrm>
              <a:off x="22148105" y="3886200"/>
              <a:ext cx="15522" cy="133350"/>
            </a:xfrm>
            <a:prstGeom prst="rect">
              <a:avLst/>
            </a:prstGeom>
            <a:solidFill>
              <a:srgbClr val="81C9BA"/>
            </a:solidFill>
            <a:ln w="0">
              <a:noFill/>
              <a:prstDash val="solid"/>
            </a:ln>
          </p:spPr>
        </p:sp>
        <p:sp>
          <p:nvSpPr>
            <p:cNvPr id="1999" name="dense-strip-12-cell-58">
              <a:extLst>
                <a:ext uri="{FF2B5EF4-FFF2-40B4-BE49-F238E27FC236}">
                  <a16:creationId xmlns:a16="http://schemas.microsoft.com/office/drawing/2014/main" id="{B33FEBD6-3F35-441B-B2AD-252AA99E984A}"/>
                </a:ext>
              </a:extLst>
            </p:cNvPr>
            <p:cNvSpPr>
              <a:spLocks noGrp="1"/>
            </p:cNvSpPr>
            <p:nvPr/>
          </p:nvSpPr>
          <p:spPr>
            <a:xfrm>
              <a:off x="22132727" y="3886200"/>
              <a:ext cx="15522" cy="133350"/>
            </a:xfrm>
            <a:prstGeom prst="rect">
              <a:avLst/>
            </a:prstGeom>
            <a:solidFill>
              <a:srgbClr val="81C9BA"/>
            </a:solidFill>
            <a:ln w="0">
              <a:noFill/>
              <a:prstDash val="solid"/>
            </a:ln>
          </p:spPr>
        </p:sp>
        <p:sp>
          <p:nvSpPr>
            <p:cNvPr id="2000" name="dense-strip-12-cell-57">
              <a:extLst>
                <a:ext uri="{FF2B5EF4-FFF2-40B4-BE49-F238E27FC236}">
                  <a16:creationId xmlns:a16="http://schemas.microsoft.com/office/drawing/2014/main" id="{683F5E62-2F87-498D-A7F8-7BA0CC237EEB}"/>
                </a:ext>
              </a:extLst>
            </p:cNvPr>
            <p:cNvSpPr>
              <a:spLocks noGrp="1"/>
            </p:cNvSpPr>
            <p:nvPr/>
          </p:nvSpPr>
          <p:spPr>
            <a:xfrm>
              <a:off x="22117348" y="3886200"/>
              <a:ext cx="15522" cy="133350"/>
            </a:xfrm>
            <a:prstGeom prst="rect">
              <a:avLst/>
            </a:prstGeom>
            <a:solidFill>
              <a:srgbClr val="81C9BA"/>
            </a:solidFill>
            <a:ln w="0">
              <a:noFill/>
              <a:prstDash val="solid"/>
            </a:ln>
          </p:spPr>
        </p:sp>
        <p:sp>
          <p:nvSpPr>
            <p:cNvPr id="2001" name="dense-strip-12-cell-56">
              <a:extLst>
                <a:ext uri="{FF2B5EF4-FFF2-40B4-BE49-F238E27FC236}">
                  <a16:creationId xmlns:a16="http://schemas.microsoft.com/office/drawing/2014/main" id="{C5201808-8CB2-46D8-97F6-13DA2812D145}"/>
                </a:ext>
              </a:extLst>
            </p:cNvPr>
            <p:cNvSpPr>
              <a:spLocks noGrp="1"/>
            </p:cNvSpPr>
            <p:nvPr/>
          </p:nvSpPr>
          <p:spPr>
            <a:xfrm>
              <a:off x="22101969" y="3886200"/>
              <a:ext cx="15522" cy="133350"/>
            </a:xfrm>
            <a:prstGeom prst="rect">
              <a:avLst/>
            </a:prstGeom>
            <a:solidFill>
              <a:srgbClr val="81C9BA"/>
            </a:solidFill>
            <a:ln w="0">
              <a:noFill/>
              <a:prstDash val="solid"/>
            </a:ln>
          </p:spPr>
        </p:sp>
        <p:sp>
          <p:nvSpPr>
            <p:cNvPr id="2002" name="dense-strip-12-cell-55">
              <a:extLst>
                <a:ext uri="{FF2B5EF4-FFF2-40B4-BE49-F238E27FC236}">
                  <a16:creationId xmlns:a16="http://schemas.microsoft.com/office/drawing/2014/main" id="{0C7E047B-2E84-44F5-9BE5-39B3EED56DBC}"/>
                </a:ext>
              </a:extLst>
            </p:cNvPr>
            <p:cNvSpPr>
              <a:spLocks noGrp="1"/>
            </p:cNvSpPr>
            <p:nvPr/>
          </p:nvSpPr>
          <p:spPr>
            <a:xfrm>
              <a:off x="22086590" y="3886200"/>
              <a:ext cx="15522" cy="133350"/>
            </a:xfrm>
            <a:prstGeom prst="rect">
              <a:avLst/>
            </a:prstGeom>
            <a:solidFill>
              <a:srgbClr val="81C9BA"/>
            </a:solidFill>
            <a:ln w="0">
              <a:noFill/>
              <a:prstDash val="solid"/>
            </a:ln>
          </p:spPr>
        </p:sp>
        <p:sp>
          <p:nvSpPr>
            <p:cNvPr id="2003" name="dense-strip-12-cell-54">
              <a:extLst>
                <a:ext uri="{FF2B5EF4-FFF2-40B4-BE49-F238E27FC236}">
                  <a16:creationId xmlns:a16="http://schemas.microsoft.com/office/drawing/2014/main" id="{02134606-6681-49D0-A060-E7169907A12B}"/>
                </a:ext>
              </a:extLst>
            </p:cNvPr>
            <p:cNvSpPr>
              <a:spLocks noGrp="1"/>
            </p:cNvSpPr>
            <p:nvPr/>
          </p:nvSpPr>
          <p:spPr>
            <a:xfrm>
              <a:off x="22071211" y="3886200"/>
              <a:ext cx="15522" cy="133350"/>
            </a:xfrm>
            <a:prstGeom prst="rect">
              <a:avLst/>
            </a:prstGeom>
            <a:solidFill>
              <a:srgbClr val="81C9BA"/>
            </a:solidFill>
            <a:ln w="0">
              <a:noFill/>
              <a:prstDash val="solid"/>
            </a:ln>
          </p:spPr>
        </p:sp>
        <p:sp>
          <p:nvSpPr>
            <p:cNvPr id="2004" name="dense-strip-12-cell-53">
              <a:extLst>
                <a:ext uri="{FF2B5EF4-FFF2-40B4-BE49-F238E27FC236}">
                  <a16:creationId xmlns:a16="http://schemas.microsoft.com/office/drawing/2014/main" id="{3D860210-4796-4874-8E25-7F76B1289B4E}"/>
                </a:ext>
              </a:extLst>
            </p:cNvPr>
            <p:cNvSpPr>
              <a:spLocks noGrp="1"/>
            </p:cNvSpPr>
            <p:nvPr/>
          </p:nvSpPr>
          <p:spPr>
            <a:xfrm>
              <a:off x="22055832" y="3886200"/>
              <a:ext cx="15522" cy="133350"/>
            </a:xfrm>
            <a:prstGeom prst="rect">
              <a:avLst/>
            </a:prstGeom>
            <a:solidFill>
              <a:srgbClr val="81C9BA"/>
            </a:solidFill>
            <a:ln w="0">
              <a:noFill/>
              <a:prstDash val="solid"/>
            </a:ln>
          </p:spPr>
        </p:sp>
        <p:sp>
          <p:nvSpPr>
            <p:cNvPr id="2005" name="dense-strip-12-cell-52">
              <a:extLst>
                <a:ext uri="{FF2B5EF4-FFF2-40B4-BE49-F238E27FC236}">
                  <a16:creationId xmlns:a16="http://schemas.microsoft.com/office/drawing/2014/main" id="{C9CB7167-599B-45B3-9230-3E84F1656E25}"/>
                </a:ext>
              </a:extLst>
            </p:cNvPr>
            <p:cNvSpPr>
              <a:spLocks noGrp="1"/>
            </p:cNvSpPr>
            <p:nvPr/>
          </p:nvSpPr>
          <p:spPr>
            <a:xfrm>
              <a:off x="22040453" y="3886200"/>
              <a:ext cx="15522" cy="133350"/>
            </a:xfrm>
            <a:prstGeom prst="rect">
              <a:avLst/>
            </a:prstGeom>
            <a:solidFill>
              <a:srgbClr val="81C9BA"/>
            </a:solidFill>
            <a:ln w="0">
              <a:noFill/>
              <a:prstDash val="solid"/>
            </a:ln>
          </p:spPr>
        </p:sp>
        <p:sp>
          <p:nvSpPr>
            <p:cNvPr id="2006" name="dense-strip-12-cell-51">
              <a:extLst>
                <a:ext uri="{FF2B5EF4-FFF2-40B4-BE49-F238E27FC236}">
                  <a16:creationId xmlns:a16="http://schemas.microsoft.com/office/drawing/2014/main" id="{21DBFD48-AA57-4292-8523-6BF3B429F502}"/>
                </a:ext>
              </a:extLst>
            </p:cNvPr>
            <p:cNvSpPr>
              <a:spLocks noGrp="1"/>
            </p:cNvSpPr>
            <p:nvPr/>
          </p:nvSpPr>
          <p:spPr>
            <a:xfrm>
              <a:off x="22025074" y="3886200"/>
              <a:ext cx="15522" cy="133350"/>
            </a:xfrm>
            <a:prstGeom prst="rect">
              <a:avLst/>
            </a:prstGeom>
            <a:solidFill>
              <a:srgbClr val="81C9BA"/>
            </a:solidFill>
            <a:ln w="0">
              <a:noFill/>
              <a:prstDash val="solid"/>
            </a:ln>
          </p:spPr>
        </p:sp>
        <p:sp>
          <p:nvSpPr>
            <p:cNvPr id="2007" name="dense-strip-12-cell-50">
              <a:extLst>
                <a:ext uri="{FF2B5EF4-FFF2-40B4-BE49-F238E27FC236}">
                  <a16:creationId xmlns:a16="http://schemas.microsoft.com/office/drawing/2014/main" id="{D839B4A4-0865-4C62-A293-18B4A873CF70}"/>
                </a:ext>
              </a:extLst>
            </p:cNvPr>
            <p:cNvSpPr>
              <a:spLocks noGrp="1"/>
            </p:cNvSpPr>
            <p:nvPr/>
          </p:nvSpPr>
          <p:spPr>
            <a:xfrm>
              <a:off x="22009695" y="3886200"/>
              <a:ext cx="15522" cy="133350"/>
            </a:xfrm>
            <a:prstGeom prst="rect">
              <a:avLst/>
            </a:prstGeom>
            <a:solidFill>
              <a:srgbClr val="81C9BA"/>
            </a:solidFill>
            <a:ln w="0">
              <a:noFill/>
              <a:prstDash val="solid"/>
            </a:ln>
          </p:spPr>
        </p:sp>
        <p:sp>
          <p:nvSpPr>
            <p:cNvPr id="2008" name="dense-strip-12-cell-49">
              <a:extLst>
                <a:ext uri="{FF2B5EF4-FFF2-40B4-BE49-F238E27FC236}">
                  <a16:creationId xmlns:a16="http://schemas.microsoft.com/office/drawing/2014/main" id="{A7FD473C-58F8-446B-903C-4AB267847F29}"/>
                </a:ext>
              </a:extLst>
            </p:cNvPr>
            <p:cNvSpPr>
              <a:spLocks noGrp="1"/>
            </p:cNvSpPr>
            <p:nvPr/>
          </p:nvSpPr>
          <p:spPr>
            <a:xfrm>
              <a:off x="21994316" y="3886200"/>
              <a:ext cx="15522" cy="133350"/>
            </a:xfrm>
            <a:prstGeom prst="rect">
              <a:avLst/>
            </a:prstGeom>
            <a:solidFill>
              <a:srgbClr val="81C9BA"/>
            </a:solidFill>
            <a:ln w="0">
              <a:noFill/>
              <a:prstDash val="solid"/>
            </a:ln>
          </p:spPr>
        </p:sp>
        <p:sp>
          <p:nvSpPr>
            <p:cNvPr id="2009" name="dense-strip-12-cell-48">
              <a:extLst>
                <a:ext uri="{FF2B5EF4-FFF2-40B4-BE49-F238E27FC236}">
                  <a16:creationId xmlns:a16="http://schemas.microsoft.com/office/drawing/2014/main" id="{2B8D7636-8520-4CC5-AE6E-8D21F7DF12A7}"/>
                </a:ext>
              </a:extLst>
            </p:cNvPr>
            <p:cNvSpPr>
              <a:spLocks noGrp="1"/>
            </p:cNvSpPr>
            <p:nvPr/>
          </p:nvSpPr>
          <p:spPr>
            <a:xfrm>
              <a:off x="21978938" y="3886200"/>
              <a:ext cx="15522" cy="133350"/>
            </a:xfrm>
            <a:prstGeom prst="rect">
              <a:avLst/>
            </a:prstGeom>
            <a:solidFill>
              <a:srgbClr val="81C9BA"/>
            </a:solidFill>
            <a:ln w="0">
              <a:noFill/>
              <a:prstDash val="solid"/>
            </a:ln>
          </p:spPr>
        </p:sp>
        <p:sp>
          <p:nvSpPr>
            <p:cNvPr id="2010" name="dense-strip-12-cell-47">
              <a:extLst>
                <a:ext uri="{FF2B5EF4-FFF2-40B4-BE49-F238E27FC236}">
                  <a16:creationId xmlns:a16="http://schemas.microsoft.com/office/drawing/2014/main" id="{8F8B7DD7-4456-4E73-ABE6-3FE48E3C6E07}"/>
                </a:ext>
              </a:extLst>
            </p:cNvPr>
            <p:cNvSpPr>
              <a:spLocks noGrp="1"/>
            </p:cNvSpPr>
            <p:nvPr/>
          </p:nvSpPr>
          <p:spPr>
            <a:xfrm>
              <a:off x="21963559" y="3886200"/>
              <a:ext cx="15522" cy="133350"/>
            </a:xfrm>
            <a:prstGeom prst="rect">
              <a:avLst/>
            </a:prstGeom>
            <a:solidFill>
              <a:srgbClr val="81C9BA"/>
            </a:solidFill>
            <a:ln w="0">
              <a:noFill/>
              <a:prstDash val="solid"/>
            </a:ln>
          </p:spPr>
        </p:sp>
        <p:sp>
          <p:nvSpPr>
            <p:cNvPr id="2011" name="dense-strip-12-cell-46">
              <a:extLst>
                <a:ext uri="{FF2B5EF4-FFF2-40B4-BE49-F238E27FC236}">
                  <a16:creationId xmlns:a16="http://schemas.microsoft.com/office/drawing/2014/main" id="{9BD59116-C05C-42A5-A8FE-DFB339D768AF}"/>
                </a:ext>
              </a:extLst>
            </p:cNvPr>
            <p:cNvSpPr>
              <a:spLocks noGrp="1"/>
            </p:cNvSpPr>
            <p:nvPr/>
          </p:nvSpPr>
          <p:spPr>
            <a:xfrm>
              <a:off x="21948180" y="3886200"/>
              <a:ext cx="15522" cy="133350"/>
            </a:xfrm>
            <a:prstGeom prst="rect">
              <a:avLst/>
            </a:prstGeom>
            <a:solidFill>
              <a:srgbClr val="81C9BA"/>
            </a:solidFill>
            <a:ln w="0">
              <a:noFill/>
              <a:prstDash val="solid"/>
            </a:ln>
          </p:spPr>
        </p:sp>
        <p:sp>
          <p:nvSpPr>
            <p:cNvPr id="2012" name="dense-strip-12-cell-45">
              <a:extLst>
                <a:ext uri="{FF2B5EF4-FFF2-40B4-BE49-F238E27FC236}">
                  <a16:creationId xmlns:a16="http://schemas.microsoft.com/office/drawing/2014/main" id="{3FB2EA76-C502-457D-A0D9-2D9543A0F695}"/>
                </a:ext>
              </a:extLst>
            </p:cNvPr>
            <p:cNvSpPr>
              <a:spLocks noGrp="1"/>
            </p:cNvSpPr>
            <p:nvPr/>
          </p:nvSpPr>
          <p:spPr>
            <a:xfrm>
              <a:off x="21932801" y="3886200"/>
              <a:ext cx="15522" cy="133350"/>
            </a:xfrm>
            <a:prstGeom prst="rect">
              <a:avLst/>
            </a:prstGeom>
            <a:solidFill>
              <a:srgbClr val="81C9BA"/>
            </a:solidFill>
            <a:ln w="0">
              <a:noFill/>
              <a:prstDash val="solid"/>
            </a:ln>
          </p:spPr>
        </p:sp>
        <p:sp>
          <p:nvSpPr>
            <p:cNvPr id="2013" name="dense-strip-12-cell-44">
              <a:extLst>
                <a:ext uri="{FF2B5EF4-FFF2-40B4-BE49-F238E27FC236}">
                  <a16:creationId xmlns:a16="http://schemas.microsoft.com/office/drawing/2014/main" id="{A619876E-1EBD-4130-9214-45CB988F73ED}"/>
                </a:ext>
              </a:extLst>
            </p:cNvPr>
            <p:cNvSpPr>
              <a:spLocks noGrp="1"/>
            </p:cNvSpPr>
            <p:nvPr/>
          </p:nvSpPr>
          <p:spPr>
            <a:xfrm>
              <a:off x="21917422" y="3886200"/>
              <a:ext cx="15522" cy="133350"/>
            </a:xfrm>
            <a:prstGeom prst="rect">
              <a:avLst/>
            </a:prstGeom>
            <a:solidFill>
              <a:srgbClr val="81C9BA"/>
            </a:solidFill>
            <a:ln w="0">
              <a:noFill/>
              <a:prstDash val="solid"/>
            </a:ln>
          </p:spPr>
        </p:sp>
        <p:sp>
          <p:nvSpPr>
            <p:cNvPr id="2014" name="dense-strip-12-cell-43">
              <a:extLst>
                <a:ext uri="{FF2B5EF4-FFF2-40B4-BE49-F238E27FC236}">
                  <a16:creationId xmlns:a16="http://schemas.microsoft.com/office/drawing/2014/main" id="{D26E5DD6-8D84-4BA5-9E08-ECD8CB660364}"/>
                </a:ext>
              </a:extLst>
            </p:cNvPr>
            <p:cNvSpPr>
              <a:spLocks noGrp="1"/>
            </p:cNvSpPr>
            <p:nvPr/>
          </p:nvSpPr>
          <p:spPr>
            <a:xfrm>
              <a:off x="21902043" y="3886200"/>
              <a:ext cx="15522" cy="133350"/>
            </a:xfrm>
            <a:prstGeom prst="rect">
              <a:avLst/>
            </a:prstGeom>
            <a:solidFill>
              <a:srgbClr val="81C9BA"/>
            </a:solidFill>
            <a:ln w="0">
              <a:noFill/>
              <a:prstDash val="solid"/>
            </a:ln>
          </p:spPr>
        </p:sp>
        <p:sp>
          <p:nvSpPr>
            <p:cNvPr id="2015" name="dense-strip-12-cell-42">
              <a:extLst>
                <a:ext uri="{FF2B5EF4-FFF2-40B4-BE49-F238E27FC236}">
                  <a16:creationId xmlns:a16="http://schemas.microsoft.com/office/drawing/2014/main" id="{90A18C97-E37B-4C3E-B7B6-D3CC9F715682}"/>
                </a:ext>
              </a:extLst>
            </p:cNvPr>
            <p:cNvSpPr>
              <a:spLocks noGrp="1"/>
            </p:cNvSpPr>
            <p:nvPr/>
          </p:nvSpPr>
          <p:spPr>
            <a:xfrm>
              <a:off x="21886664" y="3886200"/>
              <a:ext cx="15522" cy="133350"/>
            </a:xfrm>
            <a:prstGeom prst="rect">
              <a:avLst/>
            </a:prstGeom>
            <a:solidFill>
              <a:srgbClr val="81C9BA"/>
            </a:solidFill>
            <a:ln w="0">
              <a:noFill/>
              <a:prstDash val="solid"/>
            </a:ln>
          </p:spPr>
        </p:sp>
        <p:sp>
          <p:nvSpPr>
            <p:cNvPr id="2016" name="dense-strip-12-cell-41">
              <a:extLst>
                <a:ext uri="{FF2B5EF4-FFF2-40B4-BE49-F238E27FC236}">
                  <a16:creationId xmlns:a16="http://schemas.microsoft.com/office/drawing/2014/main" id="{970D3A5B-95A7-4F90-8E9D-FF465FE4962D}"/>
                </a:ext>
              </a:extLst>
            </p:cNvPr>
            <p:cNvSpPr>
              <a:spLocks noGrp="1"/>
            </p:cNvSpPr>
            <p:nvPr/>
          </p:nvSpPr>
          <p:spPr>
            <a:xfrm>
              <a:off x="21871285" y="3886200"/>
              <a:ext cx="15522" cy="133350"/>
            </a:xfrm>
            <a:prstGeom prst="rect">
              <a:avLst/>
            </a:prstGeom>
            <a:solidFill>
              <a:srgbClr val="81C9BA"/>
            </a:solidFill>
            <a:ln w="0">
              <a:noFill/>
              <a:prstDash val="solid"/>
            </a:ln>
          </p:spPr>
        </p:sp>
        <p:sp>
          <p:nvSpPr>
            <p:cNvPr id="2017" name="dense-strip-12-cell-40">
              <a:extLst>
                <a:ext uri="{FF2B5EF4-FFF2-40B4-BE49-F238E27FC236}">
                  <a16:creationId xmlns:a16="http://schemas.microsoft.com/office/drawing/2014/main" id="{CC8C0DB1-BE2A-4053-AA8C-607765F27FA8}"/>
                </a:ext>
              </a:extLst>
            </p:cNvPr>
            <p:cNvSpPr>
              <a:spLocks noGrp="1"/>
            </p:cNvSpPr>
            <p:nvPr/>
          </p:nvSpPr>
          <p:spPr>
            <a:xfrm>
              <a:off x="21855906" y="3886200"/>
              <a:ext cx="15522" cy="133350"/>
            </a:xfrm>
            <a:prstGeom prst="rect">
              <a:avLst/>
            </a:prstGeom>
            <a:solidFill>
              <a:srgbClr val="81C9BA"/>
            </a:solidFill>
            <a:ln w="0">
              <a:noFill/>
              <a:prstDash val="solid"/>
            </a:ln>
          </p:spPr>
        </p:sp>
        <p:sp>
          <p:nvSpPr>
            <p:cNvPr id="2018" name="dense-strip-12-cell-39">
              <a:extLst>
                <a:ext uri="{FF2B5EF4-FFF2-40B4-BE49-F238E27FC236}">
                  <a16:creationId xmlns:a16="http://schemas.microsoft.com/office/drawing/2014/main" id="{8057CC00-37A5-4FE9-8A57-FA69A53ABEAB}"/>
                </a:ext>
              </a:extLst>
            </p:cNvPr>
            <p:cNvSpPr>
              <a:spLocks noGrp="1"/>
            </p:cNvSpPr>
            <p:nvPr/>
          </p:nvSpPr>
          <p:spPr>
            <a:xfrm>
              <a:off x="21840527" y="3886200"/>
              <a:ext cx="15522" cy="133350"/>
            </a:xfrm>
            <a:prstGeom prst="rect">
              <a:avLst/>
            </a:prstGeom>
            <a:solidFill>
              <a:srgbClr val="81C9BA"/>
            </a:solidFill>
            <a:ln w="0">
              <a:noFill/>
              <a:prstDash val="solid"/>
            </a:ln>
          </p:spPr>
        </p:sp>
        <p:sp>
          <p:nvSpPr>
            <p:cNvPr id="2019" name="dense-strip-12-cell-38">
              <a:extLst>
                <a:ext uri="{FF2B5EF4-FFF2-40B4-BE49-F238E27FC236}">
                  <a16:creationId xmlns:a16="http://schemas.microsoft.com/office/drawing/2014/main" id="{FF160C80-A335-451A-96AA-62825BA1A46D}"/>
                </a:ext>
              </a:extLst>
            </p:cNvPr>
            <p:cNvSpPr>
              <a:spLocks noGrp="1"/>
            </p:cNvSpPr>
            <p:nvPr/>
          </p:nvSpPr>
          <p:spPr>
            <a:xfrm>
              <a:off x="21825148" y="3886200"/>
              <a:ext cx="15522" cy="133350"/>
            </a:xfrm>
            <a:prstGeom prst="rect">
              <a:avLst/>
            </a:prstGeom>
            <a:solidFill>
              <a:srgbClr val="81C9BA"/>
            </a:solidFill>
            <a:ln w="0">
              <a:noFill/>
              <a:prstDash val="solid"/>
            </a:ln>
          </p:spPr>
        </p:sp>
        <p:sp>
          <p:nvSpPr>
            <p:cNvPr id="2020" name="dense-strip-12-cell-37">
              <a:extLst>
                <a:ext uri="{FF2B5EF4-FFF2-40B4-BE49-F238E27FC236}">
                  <a16:creationId xmlns:a16="http://schemas.microsoft.com/office/drawing/2014/main" id="{AB2E2DD5-449D-4ECC-B309-27964E03F7A9}"/>
                </a:ext>
              </a:extLst>
            </p:cNvPr>
            <p:cNvSpPr>
              <a:spLocks noGrp="1"/>
            </p:cNvSpPr>
            <p:nvPr/>
          </p:nvSpPr>
          <p:spPr>
            <a:xfrm>
              <a:off x="21809770" y="3886200"/>
              <a:ext cx="15522" cy="133350"/>
            </a:xfrm>
            <a:prstGeom prst="rect">
              <a:avLst/>
            </a:prstGeom>
            <a:solidFill>
              <a:srgbClr val="81C9BA"/>
            </a:solidFill>
            <a:ln w="0">
              <a:noFill/>
              <a:prstDash val="solid"/>
            </a:ln>
          </p:spPr>
        </p:sp>
        <p:sp>
          <p:nvSpPr>
            <p:cNvPr id="2021" name="dense-strip-12-cell-36">
              <a:extLst>
                <a:ext uri="{FF2B5EF4-FFF2-40B4-BE49-F238E27FC236}">
                  <a16:creationId xmlns:a16="http://schemas.microsoft.com/office/drawing/2014/main" id="{40486C32-3601-4D5A-990B-8C8652E1F83C}"/>
                </a:ext>
              </a:extLst>
            </p:cNvPr>
            <p:cNvSpPr>
              <a:spLocks noGrp="1"/>
            </p:cNvSpPr>
            <p:nvPr/>
          </p:nvSpPr>
          <p:spPr>
            <a:xfrm>
              <a:off x="21794391" y="3886200"/>
              <a:ext cx="15522" cy="133350"/>
            </a:xfrm>
            <a:prstGeom prst="rect">
              <a:avLst/>
            </a:prstGeom>
            <a:solidFill>
              <a:srgbClr val="81C9BA"/>
            </a:solidFill>
            <a:ln w="0">
              <a:noFill/>
              <a:prstDash val="solid"/>
            </a:ln>
          </p:spPr>
        </p:sp>
        <p:sp>
          <p:nvSpPr>
            <p:cNvPr id="2022" name="dense-strip-12-cell-35">
              <a:extLst>
                <a:ext uri="{FF2B5EF4-FFF2-40B4-BE49-F238E27FC236}">
                  <a16:creationId xmlns:a16="http://schemas.microsoft.com/office/drawing/2014/main" id="{F5AA3272-C238-42A2-935D-279390A4976E}"/>
                </a:ext>
              </a:extLst>
            </p:cNvPr>
            <p:cNvSpPr>
              <a:spLocks noGrp="1"/>
            </p:cNvSpPr>
            <p:nvPr/>
          </p:nvSpPr>
          <p:spPr>
            <a:xfrm>
              <a:off x="21779012" y="3886200"/>
              <a:ext cx="15522" cy="133350"/>
            </a:xfrm>
            <a:prstGeom prst="rect">
              <a:avLst/>
            </a:prstGeom>
            <a:solidFill>
              <a:srgbClr val="81C9BA"/>
            </a:solidFill>
            <a:ln w="0">
              <a:noFill/>
              <a:prstDash val="solid"/>
            </a:ln>
          </p:spPr>
        </p:sp>
        <p:sp>
          <p:nvSpPr>
            <p:cNvPr id="2023" name="dense-strip-12-cell-34">
              <a:extLst>
                <a:ext uri="{FF2B5EF4-FFF2-40B4-BE49-F238E27FC236}">
                  <a16:creationId xmlns:a16="http://schemas.microsoft.com/office/drawing/2014/main" id="{2699AC74-F543-4689-B239-73677A123F36}"/>
                </a:ext>
              </a:extLst>
            </p:cNvPr>
            <p:cNvSpPr>
              <a:spLocks noGrp="1"/>
            </p:cNvSpPr>
            <p:nvPr/>
          </p:nvSpPr>
          <p:spPr>
            <a:xfrm>
              <a:off x="21763633" y="3886200"/>
              <a:ext cx="15522" cy="133350"/>
            </a:xfrm>
            <a:prstGeom prst="rect">
              <a:avLst/>
            </a:prstGeom>
            <a:solidFill>
              <a:srgbClr val="81C9BA"/>
            </a:solidFill>
            <a:ln w="0">
              <a:noFill/>
              <a:prstDash val="solid"/>
            </a:ln>
          </p:spPr>
        </p:sp>
        <p:sp>
          <p:nvSpPr>
            <p:cNvPr id="2024" name="dense-strip-12-cell-33">
              <a:extLst>
                <a:ext uri="{FF2B5EF4-FFF2-40B4-BE49-F238E27FC236}">
                  <a16:creationId xmlns:a16="http://schemas.microsoft.com/office/drawing/2014/main" id="{2F902238-34FA-4480-8D9D-21E0CE693327}"/>
                </a:ext>
              </a:extLst>
            </p:cNvPr>
            <p:cNvSpPr>
              <a:spLocks noGrp="1"/>
            </p:cNvSpPr>
            <p:nvPr/>
          </p:nvSpPr>
          <p:spPr>
            <a:xfrm>
              <a:off x="21748254" y="3886200"/>
              <a:ext cx="15522" cy="133350"/>
            </a:xfrm>
            <a:prstGeom prst="rect">
              <a:avLst/>
            </a:prstGeom>
            <a:solidFill>
              <a:srgbClr val="81C9BA"/>
            </a:solidFill>
            <a:ln w="0">
              <a:noFill/>
              <a:prstDash val="solid"/>
            </a:ln>
          </p:spPr>
        </p:sp>
        <p:sp>
          <p:nvSpPr>
            <p:cNvPr id="2025" name="dense-strip-12-cell-32">
              <a:extLst>
                <a:ext uri="{FF2B5EF4-FFF2-40B4-BE49-F238E27FC236}">
                  <a16:creationId xmlns:a16="http://schemas.microsoft.com/office/drawing/2014/main" id="{B0F82E1F-5C71-4DD7-B508-4BCC43849BAB}"/>
                </a:ext>
              </a:extLst>
            </p:cNvPr>
            <p:cNvSpPr>
              <a:spLocks noGrp="1"/>
            </p:cNvSpPr>
            <p:nvPr/>
          </p:nvSpPr>
          <p:spPr>
            <a:xfrm>
              <a:off x="21732875" y="3886200"/>
              <a:ext cx="15522" cy="133350"/>
            </a:xfrm>
            <a:prstGeom prst="rect">
              <a:avLst/>
            </a:prstGeom>
            <a:solidFill>
              <a:srgbClr val="81C9BA"/>
            </a:solidFill>
            <a:ln w="0">
              <a:noFill/>
              <a:prstDash val="solid"/>
            </a:ln>
          </p:spPr>
        </p:sp>
        <p:sp>
          <p:nvSpPr>
            <p:cNvPr id="2026" name="dense-strip-12-cell-31">
              <a:extLst>
                <a:ext uri="{FF2B5EF4-FFF2-40B4-BE49-F238E27FC236}">
                  <a16:creationId xmlns:a16="http://schemas.microsoft.com/office/drawing/2014/main" id="{6F245DB9-FC1F-415F-848D-4D7EDF2D8043}"/>
                </a:ext>
              </a:extLst>
            </p:cNvPr>
            <p:cNvSpPr>
              <a:spLocks noGrp="1"/>
            </p:cNvSpPr>
            <p:nvPr/>
          </p:nvSpPr>
          <p:spPr>
            <a:xfrm>
              <a:off x="21717496" y="3886200"/>
              <a:ext cx="15522" cy="133350"/>
            </a:xfrm>
            <a:prstGeom prst="rect">
              <a:avLst/>
            </a:prstGeom>
            <a:solidFill>
              <a:srgbClr val="78C6B6"/>
            </a:solidFill>
            <a:ln w="0">
              <a:noFill/>
              <a:prstDash val="solid"/>
            </a:ln>
          </p:spPr>
        </p:sp>
        <p:sp>
          <p:nvSpPr>
            <p:cNvPr id="2027" name="dense-strip-12-cell-30">
              <a:extLst>
                <a:ext uri="{FF2B5EF4-FFF2-40B4-BE49-F238E27FC236}">
                  <a16:creationId xmlns:a16="http://schemas.microsoft.com/office/drawing/2014/main" id="{AFA8A952-3C10-48C8-B4BB-8D7F7FD705D8}"/>
                </a:ext>
              </a:extLst>
            </p:cNvPr>
            <p:cNvSpPr>
              <a:spLocks noGrp="1"/>
            </p:cNvSpPr>
            <p:nvPr/>
          </p:nvSpPr>
          <p:spPr>
            <a:xfrm>
              <a:off x="21702117" y="3886200"/>
              <a:ext cx="15522" cy="133350"/>
            </a:xfrm>
            <a:prstGeom prst="rect">
              <a:avLst/>
            </a:prstGeom>
            <a:solidFill>
              <a:srgbClr val="65C0AB"/>
            </a:solidFill>
            <a:ln w="0">
              <a:noFill/>
              <a:prstDash val="solid"/>
            </a:ln>
          </p:spPr>
        </p:sp>
        <p:sp>
          <p:nvSpPr>
            <p:cNvPr id="2028" name="dense-strip-12-cell-29">
              <a:extLst>
                <a:ext uri="{FF2B5EF4-FFF2-40B4-BE49-F238E27FC236}">
                  <a16:creationId xmlns:a16="http://schemas.microsoft.com/office/drawing/2014/main" id="{49D2ED54-8E0C-4D06-9843-67E7A720559B}"/>
                </a:ext>
              </a:extLst>
            </p:cNvPr>
            <p:cNvSpPr>
              <a:spLocks noGrp="1"/>
            </p:cNvSpPr>
            <p:nvPr/>
          </p:nvSpPr>
          <p:spPr>
            <a:xfrm>
              <a:off x="21686738" y="3886200"/>
              <a:ext cx="15522" cy="133350"/>
            </a:xfrm>
            <a:prstGeom prst="rect">
              <a:avLst/>
            </a:prstGeom>
            <a:solidFill>
              <a:srgbClr val="A8B1BB"/>
            </a:solidFill>
            <a:ln w="0">
              <a:noFill/>
              <a:prstDash val="solid"/>
            </a:ln>
          </p:spPr>
        </p:sp>
        <p:sp>
          <p:nvSpPr>
            <p:cNvPr id="2029" name="dense-strip-12-cell-28">
              <a:extLst>
                <a:ext uri="{FF2B5EF4-FFF2-40B4-BE49-F238E27FC236}">
                  <a16:creationId xmlns:a16="http://schemas.microsoft.com/office/drawing/2014/main" id="{7D399282-6929-4CE2-BCAB-7F1158797659}"/>
                </a:ext>
              </a:extLst>
            </p:cNvPr>
            <p:cNvSpPr>
              <a:spLocks noGrp="1"/>
            </p:cNvSpPr>
            <p:nvPr/>
          </p:nvSpPr>
          <p:spPr>
            <a:xfrm>
              <a:off x="21671359" y="3886200"/>
              <a:ext cx="15522" cy="133350"/>
            </a:xfrm>
            <a:prstGeom prst="rect">
              <a:avLst/>
            </a:prstGeom>
            <a:solidFill>
              <a:srgbClr val="98ADAC"/>
            </a:solidFill>
            <a:ln w="0">
              <a:noFill/>
              <a:prstDash val="solid"/>
            </a:ln>
          </p:spPr>
        </p:sp>
        <p:sp>
          <p:nvSpPr>
            <p:cNvPr id="2030" name="dense-strip-12-cell-27">
              <a:extLst>
                <a:ext uri="{FF2B5EF4-FFF2-40B4-BE49-F238E27FC236}">
                  <a16:creationId xmlns:a16="http://schemas.microsoft.com/office/drawing/2014/main" id="{F68AAAAB-A7BD-45FC-8A2F-D3FFD1C88153}"/>
                </a:ext>
              </a:extLst>
            </p:cNvPr>
            <p:cNvSpPr>
              <a:spLocks noGrp="1"/>
            </p:cNvSpPr>
            <p:nvPr/>
          </p:nvSpPr>
          <p:spPr>
            <a:xfrm>
              <a:off x="21655980" y="3886200"/>
              <a:ext cx="15522" cy="133350"/>
            </a:xfrm>
            <a:prstGeom prst="rect">
              <a:avLst/>
            </a:prstGeom>
            <a:solidFill>
              <a:srgbClr val="D6772B"/>
            </a:solidFill>
            <a:ln w="0">
              <a:noFill/>
              <a:prstDash val="solid"/>
            </a:ln>
          </p:spPr>
        </p:sp>
        <p:sp>
          <p:nvSpPr>
            <p:cNvPr id="2031" name="dense-strip-12-cell-26">
              <a:extLst>
                <a:ext uri="{FF2B5EF4-FFF2-40B4-BE49-F238E27FC236}">
                  <a16:creationId xmlns:a16="http://schemas.microsoft.com/office/drawing/2014/main" id="{553509E6-D814-4F65-BB95-130D674AFB08}"/>
                </a:ext>
              </a:extLst>
            </p:cNvPr>
            <p:cNvSpPr>
              <a:spLocks noGrp="1"/>
            </p:cNvSpPr>
            <p:nvPr/>
          </p:nvSpPr>
          <p:spPr>
            <a:xfrm>
              <a:off x="21640602" y="3886200"/>
              <a:ext cx="15522" cy="133350"/>
            </a:xfrm>
            <a:prstGeom prst="rect">
              <a:avLst/>
            </a:prstGeom>
            <a:solidFill>
              <a:srgbClr val="D66811"/>
            </a:solidFill>
            <a:ln w="0">
              <a:noFill/>
              <a:prstDash val="solid"/>
            </a:ln>
          </p:spPr>
        </p:sp>
        <p:sp>
          <p:nvSpPr>
            <p:cNvPr id="2032" name="dense-strip-12-cell-25">
              <a:extLst>
                <a:ext uri="{FF2B5EF4-FFF2-40B4-BE49-F238E27FC236}">
                  <a16:creationId xmlns:a16="http://schemas.microsoft.com/office/drawing/2014/main" id="{1727EDA5-E36D-43C8-A107-522A107B553F}"/>
                </a:ext>
              </a:extLst>
            </p:cNvPr>
            <p:cNvSpPr>
              <a:spLocks noGrp="1"/>
            </p:cNvSpPr>
            <p:nvPr/>
          </p:nvSpPr>
          <p:spPr>
            <a:xfrm>
              <a:off x="21625223" y="3886200"/>
              <a:ext cx="15522" cy="133350"/>
            </a:xfrm>
            <a:prstGeom prst="rect">
              <a:avLst/>
            </a:prstGeom>
            <a:solidFill>
              <a:srgbClr val="D55F02"/>
            </a:solidFill>
            <a:ln w="0">
              <a:noFill/>
              <a:prstDash val="solid"/>
            </a:ln>
          </p:spPr>
        </p:sp>
        <p:sp>
          <p:nvSpPr>
            <p:cNvPr id="2033" name="dense-strip-12-cell-24">
              <a:extLst>
                <a:ext uri="{FF2B5EF4-FFF2-40B4-BE49-F238E27FC236}">
                  <a16:creationId xmlns:a16="http://schemas.microsoft.com/office/drawing/2014/main" id="{EA15EF10-F524-421D-A542-1C7DECE637AE}"/>
                </a:ext>
              </a:extLst>
            </p:cNvPr>
            <p:cNvSpPr>
              <a:spLocks noGrp="1"/>
            </p:cNvSpPr>
            <p:nvPr/>
          </p:nvSpPr>
          <p:spPr>
            <a:xfrm>
              <a:off x="21609844" y="3886200"/>
              <a:ext cx="15522" cy="133350"/>
            </a:xfrm>
            <a:prstGeom prst="rect">
              <a:avLst/>
            </a:prstGeom>
            <a:solidFill>
              <a:srgbClr val="D55E00"/>
            </a:solidFill>
            <a:ln w="0">
              <a:noFill/>
              <a:prstDash val="solid"/>
            </a:ln>
          </p:spPr>
        </p:sp>
        <p:sp>
          <p:nvSpPr>
            <p:cNvPr id="2034" name="dense-strip-12-cell-23">
              <a:extLst>
                <a:ext uri="{FF2B5EF4-FFF2-40B4-BE49-F238E27FC236}">
                  <a16:creationId xmlns:a16="http://schemas.microsoft.com/office/drawing/2014/main" id="{3816B0AD-24A0-4F06-9A1D-D7C47CA1CA1C}"/>
                </a:ext>
              </a:extLst>
            </p:cNvPr>
            <p:cNvSpPr>
              <a:spLocks noGrp="1"/>
            </p:cNvSpPr>
            <p:nvPr/>
          </p:nvSpPr>
          <p:spPr>
            <a:xfrm>
              <a:off x="21594465" y="3886200"/>
              <a:ext cx="15522" cy="133350"/>
            </a:xfrm>
            <a:prstGeom prst="rect">
              <a:avLst/>
            </a:prstGeom>
            <a:solidFill>
              <a:srgbClr val="D55E00"/>
            </a:solidFill>
            <a:ln w="0">
              <a:noFill/>
              <a:prstDash val="solid"/>
            </a:ln>
          </p:spPr>
        </p:sp>
        <p:sp>
          <p:nvSpPr>
            <p:cNvPr id="2035" name="dense-strip-12-cell-22">
              <a:extLst>
                <a:ext uri="{FF2B5EF4-FFF2-40B4-BE49-F238E27FC236}">
                  <a16:creationId xmlns:a16="http://schemas.microsoft.com/office/drawing/2014/main" id="{2A161824-074D-43CF-ABC1-B5F6DC13BFC2}"/>
                </a:ext>
              </a:extLst>
            </p:cNvPr>
            <p:cNvSpPr>
              <a:spLocks noGrp="1"/>
            </p:cNvSpPr>
            <p:nvPr/>
          </p:nvSpPr>
          <p:spPr>
            <a:xfrm>
              <a:off x="21579086" y="3886200"/>
              <a:ext cx="15522" cy="133350"/>
            </a:xfrm>
            <a:prstGeom prst="rect">
              <a:avLst/>
            </a:prstGeom>
            <a:solidFill>
              <a:srgbClr val="D55E00"/>
            </a:solidFill>
            <a:ln w="0">
              <a:noFill/>
              <a:prstDash val="solid"/>
            </a:ln>
          </p:spPr>
        </p:sp>
        <p:sp>
          <p:nvSpPr>
            <p:cNvPr id="2036" name="dense-strip-12-cell-21">
              <a:extLst>
                <a:ext uri="{FF2B5EF4-FFF2-40B4-BE49-F238E27FC236}">
                  <a16:creationId xmlns:a16="http://schemas.microsoft.com/office/drawing/2014/main" id="{94766450-30CE-4731-B39A-813FB515D867}"/>
                </a:ext>
              </a:extLst>
            </p:cNvPr>
            <p:cNvSpPr>
              <a:spLocks noGrp="1"/>
            </p:cNvSpPr>
            <p:nvPr/>
          </p:nvSpPr>
          <p:spPr>
            <a:xfrm>
              <a:off x="21563707" y="3886200"/>
              <a:ext cx="15522" cy="133350"/>
            </a:xfrm>
            <a:prstGeom prst="rect">
              <a:avLst/>
            </a:prstGeom>
            <a:solidFill>
              <a:srgbClr val="D55E00"/>
            </a:solidFill>
            <a:ln w="0">
              <a:noFill/>
              <a:prstDash val="solid"/>
            </a:ln>
          </p:spPr>
        </p:sp>
        <p:sp>
          <p:nvSpPr>
            <p:cNvPr id="2037" name="dense-strip-12-cell-20">
              <a:extLst>
                <a:ext uri="{FF2B5EF4-FFF2-40B4-BE49-F238E27FC236}">
                  <a16:creationId xmlns:a16="http://schemas.microsoft.com/office/drawing/2014/main" id="{6F190B62-A4D8-494D-A270-E6BC2E8E612A}"/>
                </a:ext>
              </a:extLst>
            </p:cNvPr>
            <p:cNvSpPr>
              <a:spLocks noGrp="1"/>
            </p:cNvSpPr>
            <p:nvPr/>
          </p:nvSpPr>
          <p:spPr>
            <a:xfrm>
              <a:off x="21548328" y="3886200"/>
              <a:ext cx="15522" cy="133350"/>
            </a:xfrm>
            <a:prstGeom prst="rect">
              <a:avLst/>
            </a:prstGeom>
            <a:solidFill>
              <a:srgbClr val="D55E00"/>
            </a:solidFill>
            <a:ln w="0">
              <a:noFill/>
              <a:prstDash val="solid"/>
            </a:ln>
          </p:spPr>
        </p:sp>
        <p:sp>
          <p:nvSpPr>
            <p:cNvPr id="2038" name="dense-strip-12-cell-19">
              <a:extLst>
                <a:ext uri="{FF2B5EF4-FFF2-40B4-BE49-F238E27FC236}">
                  <a16:creationId xmlns:a16="http://schemas.microsoft.com/office/drawing/2014/main" id="{D870B08F-88CE-4283-AF2B-98C29FF2DDC8}"/>
                </a:ext>
              </a:extLst>
            </p:cNvPr>
            <p:cNvSpPr>
              <a:spLocks noGrp="1"/>
            </p:cNvSpPr>
            <p:nvPr/>
          </p:nvSpPr>
          <p:spPr>
            <a:xfrm>
              <a:off x="21532949" y="3886200"/>
              <a:ext cx="15522" cy="133350"/>
            </a:xfrm>
            <a:prstGeom prst="rect">
              <a:avLst/>
            </a:prstGeom>
            <a:solidFill>
              <a:srgbClr val="D55E00"/>
            </a:solidFill>
            <a:ln w="0">
              <a:noFill/>
              <a:prstDash val="solid"/>
            </a:ln>
          </p:spPr>
        </p:sp>
        <p:sp>
          <p:nvSpPr>
            <p:cNvPr id="2039" name="dense-strip-12-cell-18">
              <a:extLst>
                <a:ext uri="{FF2B5EF4-FFF2-40B4-BE49-F238E27FC236}">
                  <a16:creationId xmlns:a16="http://schemas.microsoft.com/office/drawing/2014/main" id="{FF665D03-67BB-4C49-B2CE-18882F03D9C5}"/>
                </a:ext>
              </a:extLst>
            </p:cNvPr>
            <p:cNvSpPr>
              <a:spLocks noGrp="1"/>
            </p:cNvSpPr>
            <p:nvPr/>
          </p:nvSpPr>
          <p:spPr>
            <a:xfrm>
              <a:off x="21517570" y="3886200"/>
              <a:ext cx="15522" cy="133350"/>
            </a:xfrm>
            <a:prstGeom prst="rect">
              <a:avLst/>
            </a:prstGeom>
            <a:solidFill>
              <a:srgbClr val="D55E00"/>
            </a:solidFill>
            <a:ln w="0">
              <a:noFill/>
              <a:prstDash val="solid"/>
            </a:ln>
          </p:spPr>
        </p:sp>
        <p:sp>
          <p:nvSpPr>
            <p:cNvPr id="2040" name="dense-strip-12-cell-17">
              <a:extLst>
                <a:ext uri="{FF2B5EF4-FFF2-40B4-BE49-F238E27FC236}">
                  <a16:creationId xmlns:a16="http://schemas.microsoft.com/office/drawing/2014/main" id="{E3E512D7-1AEA-4C95-B9DA-921A7B8B203D}"/>
                </a:ext>
              </a:extLst>
            </p:cNvPr>
            <p:cNvSpPr>
              <a:spLocks noGrp="1"/>
            </p:cNvSpPr>
            <p:nvPr/>
          </p:nvSpPr>
          <p:spPr>
            <a:xfrm>
              <a:off x="21502191" y="3886200"/>
              <a:ext cx="15522" cy="133350"/>
            </a:xfrm>
            <a:prstGeom prst="rect">
              <a:avLst/>
            </a:prstGeom>
            <a:solidFill>
              <a:srgbClr val="D55E00"/>
            </a:solidFill>
            <a:ln w="0">
              <a:noFill/>
              <a:prstDash val="solid"/>
            </a:ln>
          </p:spPr>
        </p:sp>
        <p:sp>
          <p:nvSpPr>
            <p:cNvPr id="2041" name="dense-strip-12-cell-16">
              <a:extLst>
                <a:ext uri="{FF2B5EF4-FFF2-40B4-BE49-F238E27FC236}">
                  <a16:creationId xmlns:a16="http://schemas.microsoft.com/office/drawing/2014/main" id="{DB1DBF51-711C-450D-868E-989B1AF97BCF}"/>
                </a:ext>
              </a:extLst>
            </p:cNvPr>
            <p:cNvSpPr>
              <a:spLocks noGrp="1"/>
            </p:cNvSpPr>
            <p:nvPr/>
          </p:nvSpPr>
          <p:spPr>
            <a:xfrm>
              <a:off x="21486813" y="3886200"/>
              <a:ext cx="15522" cy="133350"/>
            </a:xfrm>
            <a:prstGeom prst="rect">
              <a:avLst/>
            </a:prstGeom>
            <a:solidFill>
              <a:srgbClr val="D55E00"/>
            </a:solidFill>
            <a:ln w="0">
              <a:noFill/>
              <a:prstDash val="solid"/>
            </a:ln>
          </p:spPr>
        </p:sp>
        <p:sp>
          <p:nvSpPr>
            <p:cNvPr id="2042" name="dense-strip-12-cell-15">
              <a:extLst>
                <a:ext uri="{FF2B5EF4-FFF2-40B4-BE49-F238E27FC236}">
                  <a16:creationId xmlns:a16="http://schemas.microsoft.com/office/drawing/2014/main" id="{9D0DACCA-A14C-48D3-8822-0B4299902BED}"/>
                </a:ext>
              </a:extLst>
            </p:cNvPr>
            <p:cNvSpPr>
              <a:spLocks noGrp="1"/>
            </p:cNvSpPr>
            <p:nvPr/>
          </p:nvSpPr>
          <p:spPr>
            <a:xfrm>
              <a:off x="21471434" y="3886200"/>
              <a:ext cx="15522" cy="133350"/>
            </a:xfrm>
            <a:prstGeom prst="rect">
              <a:avLst/>
            </a:prstGeom>
            <a:solidFill>
              <a:srgbClr val="D55E00"/>
            </a:solidFill>
            <a:ln w="0">
              <a:noFill/>
              <a:prstDash val="solid"/>
            </a:ln>
          </p:spPr>
        </p:sp>
        <p:sp>
          <p:nvSpPr>
            <p:cNvPr id="2043" name="dense-strip-12-cell-14">
              <a:extLst>
                <a:ext uri="{FF2B5EF4-FFF2-40B4-BE49-F238E27FC236}">
                  <a16:creationId xmlns:a16="http://schemas.microsoft.com/office/drawing/2014/main" id="{A4267426-0923-4DBE-A6E8-FB2F3A24CFEB}"/>
                </a:ext>
              </a:extLst>
            </p:cNvPr>
            <p:cNvSpPr>
              <a:spLocks noGrp="1"/>
            </p:cNvSpPr>
            <p:nvPr/>
          </p:nvSpPr>
          <p:spPr>
            <a:xfrm>
              <a:off x="21456055" y="3886200"/>
              <a:ext cx="15522" cy="133350"/>
            </a:xfrm>
            <a:prstGeom prst="rect">
              <a:avLst/>
            </a:prstGeom>
            <a:solidFill>
              <a:srgbClr val="D55E00"/>
            </a:solidFill>
            <a:ln w="0">
              <a:noFill/>
              <a:prstDash val="solid"/>
            </a:ln>
          </p:spPr>
        </p:sp>
        <p:sp>
          <p:nvSpPr>
            <p:cNvPr id="2044" name="dense-strip-12-cell-13">
              <a:extLst>
                <a:ext uri="{FF2B5EF4-FFF2-40B4-BE49-F238E27FC236}">
                  <a16:creationId xmlns:a16="http://schemas.microsoft.com/office/drawing/2014/main" id="{F6A6BA70-AAC5-4AEC-80D5-690B217876EB}"/>
                </a:ext>
              </a:extLst>
            </p:cNvPr>
            <p:cNvSpPr>
              <a:spLocks noGrp="1"/>
            </p:cNvSpPr>
            <p:nvPr/>
          </p:nvSpPr>
          <p:spPr>
            <a:xfrm>
              <a:off x="21440676" y="3886200"/>
              <a:ext cx="15522" cy="133350"/>
            </a:xfrm>
            <a:prstGeom prst="rect">
              <a:avLst/>
            </a:prstGeom>
            <a:solidFill>
              <a:srgbClr val="D55E00"/>
            </a:solidFill>
            <a:ln w="0">
              <a:noFill/>
              <a:prstDash val="solid"/>
            </a:ln>
          </p:spPr>
        </p:sp>
        <p:sp>
          <p:nvSpPr>
            <p:cNvPr id="2045" name="dense-strip-12-cell-12">
              <a:extLst>
                <a:ext uri="{FF2B5EF4-FFF2-40B4-BE49-F238E27FC236}">
                  <a16:creationId xmlns:a16="http://schemas.microsoft.com/office/drawing/2014/main" id="{C49F5CDD-3A02-4CD8-B7F3-F1DB568A4D64}"/>
                </a:ext>
              </a:extLst>
            </p:cNvPr>
            <p:cNvSpPr>
              <a:spLocks noGrp="1"/>
            </p:cNvSpPr>
            <p:nvPr/>
          </p:nvSpPr>
          <p:spPr>
            <a:xfrm>
              <a:off x="21425297" y="3886200"/>
              <a:ext cx="15522" cy="133350"/>
            </a:xfrm>
            <a:prstGeom prst="rect">
              <a:avLst/>
            </a:prstGeom>
            <a:solidFill>
              <a:srgbClr val="D55E00"/>
            </a:solidFill>
            <a:ln w="0">
              <a:noFill/>
              <a:prstDash val="solid"/>
            </a:ln>
          </p:spPr>
        </p:sp>
        <p:sp>
          <p:nvSpPr>
            <p:cNvPr id="2046" name="dense-strip-12-cell-11">
              <a:extLst>
                <a:ext uri="{FF2B5EF4-FFF2-40B4-BE49-F238E27FC236}">
                  <a16:creationId xmlns:a16="http://schemas.microsoft.com/office/drawing/2014/main" id="{67C9BEF8-0AEB-4DC3-9BFC-2013E2B6AC74}"/>
                </a:ext>
              </a:extLst>
            </p:cNvPr>
            <p:cNvSpPr>
              <a:spLocks noGrp="1"/>
            </p:cNvSpPr>
            <p:nvPr/>
          </p:nvSpPr>
          <p:spPr>
            <a:xfrm>
              <a:off x="21409918" y="3886200"/>
              <a:ext cx="15522" cy="133350"/>
            </a:xfrm>
            <a:prstGeom prst="rect">
              <a:avLst/>
            </a:prstGeom>
            <a:solidFill>
              <a:srgbClr val="D55E00"/>
            </a:solidFill>
            <a:ln w="0">
              <a:noFill/>
              <a:prstDash val="solid"/>
            </a:ln>
          </p:spPr>
        </p:sp>
        <p:sp>
          <p:nvSpPr>
            <p:cNvPr id="2047" name="dense-strip-12-cell-10">
              <a:extLst>
                <a:ext uri="{FF2B5EF4-FFF2-40B4-BE49-F238E27FC236}">
                  <a16:creationId xmlns:a16="http://schemas.microsoft.com/office/drawing/2014/main" id="{DB4C4AAA-2FF5-4518-80EF-D247A0F1C3EA}"/>
                </a:ext>
              </a:extLst>
            </p:cNvPr>
            <p:cNvSpPr>
              <a:spLocks noGrp="1"/>
            </p:cNvSpPr>
            <p:nvPr/>
          </p:nvSpPr>
          <p:spPr>
            <a:xfrm>
              <a:off x="21394539" y="3886200"/>
              <a:ext cx="15522" cy="133350"/>
            </a:xfrm>
            <a:prstGeom prst="rect">
              <a:avLst/>
            </a:prstGeom>
            <a:solidFill>
              <a:srgbClr val="D55E00"/>
            </a:solidFill>
            <a:ln w="0">
              <a:noFill/>
              <a:prstDash val="solid"/>
            </a:ln>
          </p:spPr>
        </p:sp>
        <p:sp>
          <p:nvSpPr>
            <p:cNvPr id="2048" name="dense-strip-12-cell-9">
              <a:extLst>
                <a:ext uri="{FF2B5EF4-FFF2-40B4-BE49-F238E27FC236}">
                  <a16:creationId xmlns:a16="http://schemas.microsoft.com/office/drawing/2014/main" id="{AC0E62FB-AC35-4262-9167-980708CA8326}"/>
                </a:ext>
              </a:extLst>
            </p:cNvPr>
            <p:cNvSpPr>
              <a:spLocks noGrp="1"/>
            </p:cNvSpPr>
            <p:nvPr/>
          </p:nvSpPr>
          <p:spPr>
            <a:xfrm>
              <a:off x="21379160" y="3886200"/>
              <a:ext cx="15522" cy="133350"/>
            </a:xfrm>
            <a:prstGeom prst="rect">
              <a:avLst/>
            </a:prstGeom>
            <a:solidFill>
              <a:srgbClr val="D55E00"/>
            </a:solidFill>
            <a:ln w="0">
              <a:noFill/>
              <a:prstDash val="solid"/>
            </a:ln>
          </p:spPr>
        </p:sp>
        <p:sp>
          <p:nvSpPr>
            <p:cNvPr id="2049" name="dense-strip-12-cell-8">
              <a:extLst>
                <a:ext uri="{FF2B5EF4-FFF2-40B4-BE49-F238E27FC236}">
                  <a16:creationId xmlns:a16="http://schemas.microsoft.com/office/drawing/2014/main" id="{3D18B1D9-9B51-4836-9BA7-84CE0A04B4DF}"/>
                </a:ext>
              </a:extLst>
            </p:cNvPr>
            <p:cNvSpPr>
              <a:spLocks noGrp="1"/>
            </p:cNvSpPr>
            <p:nvPr/>
          </p:nvSpPr>
          <p:spPr>
            <a:xfrm>
              <a:off x="21363781" y="3886200"/>
              <a:ext cx="15522" cy="133350"/>
            </a:xfrm>
            <a:prstGeom prst="rect">
              <a:avLst/>
            </a:prstGeom>
            <a:solidFill>
              <a:srgbClr val="D55E00"/>
            </a:solidFill>
            <a:ln w="0">
              <a:noFill/>
              <a:prstDash val="solid"/>
            </a:ln>
          </p:spPr>
        </p:sp>
        <p:sp>
          <p:nvSpPr>
            <p:cNvPr id="2050" name="dense-strip-12-cell-7">
              <a:extLst>
                <a:ext uri="{FF2B5EF4-FFF2-40B4-BE49-F238E27FC236}">
                  <a16:creationId xmlns:a16="http://schemas.microsoft.com/office/drawing/2014/main" id="{23ED3144-7615-4F6D-89C9-7E537D44B36A}"/>
                </a:ext>
              </a:extLst>
            </p:cNvPr>
            <p:cNvSpPr>
              <a:spLocks noGrp="1"/>
            </p:cNvSpPr>
            <p:nvPr/>
          </p:nvSpPr>
          <p:spPr>
            <a:xfrm>
              <a:off x="21348402" y="3886200"/>
              <a:ext cx="15522" cy="133350"/>
            </a:xfrm>
            <a:prstGeom prst="rect">
              <a:avLst/>
            </a:prstGeom>
            <a:solidFill>
              <a:srgbClr val="D55E00"/>
            </a:solidFill>
            <a:ln w="0">
              <a:noFill/>
              <a:prstDash val="solid"/>
            </a:ln>
          </p:spPr>
        </p:sp>
        <p:sp>
          <p:nvSpPr>
            <p:cNvPr id="2051" name="dense-strip-12-cell-6">
              <a:extLst>
                <a:ext uri="{FF2B5EF4-FFF2-40B4-BE49-F238E27FC236}">
                  <a16:creationId xmlns:a16="http://schemas.microsoft.com/office/drawing/2014/main" id="{964BF26D-48E8-47D4-B6B6-6967E1872BC4}"/>
                </a:ext>
              </a:extLst>
            </p:cNvPr>
            <p:cNvSpPr>
              <a:spLocks noGrp="1"/>
            </p:cNvSpPr>
            <p:nvPr/>
          </p:nvSpPr>
          <p:spPr>
            <a:xfrm>
              <a:off x="21333023" y="3886200"/>
              <a:ext cx="15522" cy="133350"/>
            </a:xfrm>
            <a:prstGeom prst="rect">
              <a:avLst/>
            </a:prstGeom>
            <a:solidFill>
              <a:srgbClr val="D55E00"/>
            </a:solidFill>
            <a:ln w="0">
              <a:noFill/>
              <a:prstDash val="solid"/>
            </a:ln>
          </p:spPr>
        </p:sp>
        <p:sp>
          <p:nvSpPr>
            <p:cNvPr id="2052" name="dense-strip-12-cell-5">
              <a:extLst>
                <a:ext uri="{FF2B5EF4-FFF2-40B4-BE49-F238E27FC236}">
                  <a16:creationId xmlns:a16="http://schemas.microsoft.com/office/drawing/2014/main" id="{B0A2341A-5038-4965-BD0E-84CCA3DD7A64}"/>
                </a:ext>
              </a:extLst>
            </p:cNvPr>
            <p:cNvSpPr>
              <a:spLocks noGrp="1"/>
            </p:cNvSpPr>
            <p:nvPr/>
          </p:nvSpPr>
          <p:spPr>
            <a:xfrm>
              <a:off x="21317645" y="3886200"/>
              <a:ext cx="15522" cy="133350"/>
            </a:xfrm>
            <a:prstGeom prst="rect">
              <a:avLst/>
            </a:prstGeom>
            <a:solidFill>
              <a:srgbClr val="D6782D"/>
            </a:solidFill>
            <a:ln w="0">
              <a:noFill/>
              <a:prstDash val="solid"/>
            </a:ln>
          </p:spPr>
        </p:sp>
        <p:sp>
          <p:nvSpPr>
            <p:cNvPr id="2053" name="dense-strip-12-cell-4">
              <a:extLst>
                <a:ext uri="{FF2B5EF4-FFF2-40B4-BE49-F238E27FC236}">
                  <a16:creationId xmlns:a16="http://schemas.microsoft.com/office/drawing/2014/main" id="{DCD1764C-2667-43E7-81A3-04D148D9EAE9}"/>
                </a:ext>
              </a:extLst>
            </p:cNvPr>
            <p:cNvSpPr>
              <a:spLocks noGrp="1"/>
            </p:cNvSpPr>
            <p:nvPr/>
          </p:nvSpPr>
          <p:spPr>
            <a:xfrm>
              <a:off x="21302266" y="3886200"/>
              <a:ext cx="15522" cy="133350"/>
            </a:xfrm>
            <a:prstGeom prst="rect">
              <a:avLst/>
            </a:prstGeom>
            <a:solidFill>
              <a:srgbClr val="D9B698"/>
            </a:solidFill>
            <a:ln w="0">
              <a:noFill/>
              <a:prstDash val="solid"/>
            </a:ln>
          </p:spPr>
        </p:sp>
        <p:sp>
          <p:nvSpPr>
            <p:cNvPr id="2054" name="dense-strip-12-cell-3">
              <a:extLst>
                <a:ext uri="{FF2B5EF4-FFF2-40B4-BE49-F238E27FC236}">
                  <a16:creationId xmlns:a16="http://schemas.microsoft.com/office/drawing/2014/main" id="{98CD044D-4520-44FA-995A-1BC1D832CF94}"/>
                </a:ext>
              </a:extLst>
            </p:cNvPr>
            <p:cNvSpPr>
              <a:spLocks noGrp="1"/>
            </p:cNvSpPr>
            <p:nvPr/>
          </p:nvSpPr>
          <p:spPr>
            <a:xfrm>
              <a:off x="21286887" y="3886200"/>
              <a:ext cx="15522" cy="133350"/>
            </a:xfrm>
            <a:prstGeom prst="rect">
              <a:avLst/>
            </a:prstGeom>
            <a:solidFill>
              <a:srgbClr val="D9E6EB"/>
            </a:solidFill>
            <a:ln w="0">
              <a:noFill/>
              <a:prstDash val="solid"/>
            </a:ln>
          </p:spPr>
        </p:sp>
        <p:sp>
          <p:nvSpPr>
            <p:cNvPr id="2055" name="dense-strip-12-cell-2">
              <a:extLst>
                <a:ext uri="{FF2B5EF4-FFF2-40B4-BE49-F238E27FC236}">
                  <a16:creationId xmlns:a16="http://schemas.microsoft.com/office/drawing/2014/main" id="{09C69CAD-04BE-4824-B276-5FD8DB4F7C38}"/>
                </a:ext>
              </a:extLst>
            </p:cNvPr>
            <p:cNvSpPr>
              <a:spLocks noGrp="1"/>
            </p:cNvSpPr>
            <p:nvPr/>
          </p:nvSpPr>
          <p:spPr>
            <a:xfrm>
              <a:off x="21271508" y="3886200"/>
              <a:ext cx="15522" cy="133350"/>
            </a:xfrm>
            <a:prstGeom prst="rect">
              <a:avLst/>
            </a:prstGeom>
            <a:solidFill>
              <a:srgbClr val="DCE8ED"/>
            </a:solidFill>
            <a:ln w="0">
              <a:noFill/>
              <a:prstDash val="solid"/>
            </a:ln>
          </p:spPr>
        </p:sp>
        <p:sp>
          <p:nvSpPr>
            <p:cNvPr id="2056" name="dense-strip-12-cell-1">
              <a:extLst>
                <a:ext uri="{FF2B5EF4-FFF2-40B4-BE49-F238E27FC236}">
                  <a16:creationId xmlns:a16="http://schemas.microsoft.com/office/drawing/2014/main" id="{D33D55EC-8814-48D1-9D7B-359D18FE5F5C}"/>
                </a:ext>
              </a:extLst>
            </p:cNvPr>
            <p:cNvSpPr>
              <a:spLocks noGrp="1"/>
            </p:cNvSpPr>
            <p:nvPr/>
          </p:nvSpPr>
          <p:spPr>
            <a:xfrm>
              <a:off x="21256129" y="3886200"/>
              <a:ext cx="15522" cy="133350"/>
            </a:xfrm>
            <a:prstGeom prst="rect">
              <a:avLst/>
            </a:prstGeom>
            <a:solidFill>
              <a:srgbClr val="DCE8ED"/>
            </a:solidFill>
            <a:ln w="0">
              <a:noFill/>
              <a:prstDash val="solid"/>
            </a:ln>
          </p:spPr>
        </p:sp>
        <p:sp>
          <p:nvSpPr>
            <p:cNvPr id="2057" name="dense-strip-12-cell-0">
              <a:extLst>
                <a:ext uri="{FF2B5EF4-FFF2-40B4-BE49-F238E27FC236}">
                  <a16:creationId xmlns:a16="http://schemas.microsoft.com/office/drawing/2014/main" id="{90623727-D054-4109-B14A-B8CEEE90A4E4}"/>
                </a:ext>
              </a:extLst>
            </p:cNvPr>
            <p:cNvSpPr>
              <a:spLocks noGrp="1"/>
            </p:cNvSpPr>
            <p:nvPr/>
          </p:nvSpPr>
          <p:spPr>
            <a:xfrm>
              <a:off x="21240750" y="3886200"/>
              <a:ext cx="15522" cy="133350"/>
            </a:xfrm>
            <a:prstGeom prst="rect">
              <a:avLst/>
            </a:prstGeom>
            <a:solidFill>
              <a:srgbClr val="DCE8ED"/>
            </a:solidFill>
            <a:ln w="0">
              <a:noFill/>
              <a:prstDash val="solid"/>
            </a:ln>
          </p:spPr>
        </p:sp>
        <p:sp>
          <p:nvSpPr>
            <p:cNvPr id="2058" name="dense-strip-11-border">
              <a:extLst>
                <a:ext uri="{FF2B5EF4-FFF2-40B4-BE49-F238E27FC236}">
                  <a16:creationId xmlns:a16="http://schemas.microsoft.com/office/drawing/2014/main" id="{8DB87A3D-20C1-4DD3-8C15-92B726A5D981}"/>
                </a:ext>
              </a:extLst>
            </p:cNvPr>
            <p:cNvSpPr>
              <a:spLocks noGrp="1"/>
            </p:cNvSpPr>
            <p:nvPr/>
          </p:nvSpPr>
          <p:spPr>
            <a:xfrm>
              <a:off x="21240750" y="3676650"/>
              <a:ext cx="2952750" cy="133350"/>
            </a:xfrm>
            <a:prstGeom prst="rect">
              <a:avLst/>
            </a:prstGeom>
            <a:noFill/>
            <a:ln w="6191">
              <a:solidFill>
                <a:srgbClr val="6B7D89"/>
              </a:solidFill>
              <a:prstDash val="solid"/>
            </a:ln>
          </p:spPr>
        </p:sp>
        <p:sp>
          <p:nvSpPr>
            <p:cNvPr id="2059" name="dense-strip-11-cell-191">
              <a:extLst>
                <a:ext uri="{FF2B5EF4-FFF2-40B4-BE49-F238E27FC236}">
                  <a16:creationId xmlns:a16="http://schemas.microsoft.com/office/drawing/2014/main" id="{31C0F7EC-5C2B-42B9-8C7E-491466A0AF57}"/>
                </a:ext>
              </a:extLst>
            </p:cNvPr>
            <p:cNvSpPr>
              <a:spLocks noGrp="1"/>
            </p:cNvSpPr>
            <p:nvPr/>
          </p:nvSpPr>
          <p:spPr>
            <a:xfrm>
              <a:off x="24178121" y="3676650"/>
              <a:ext cx="15522" cy="133350"/>
            </a:xfrm>
            <a:prstGeom prst="rect">
              <a:avLst/>
            </a:prstGeom>
            <a:solidFill>
              <a:srgbClr val="DCE8ED"/>
            </a:solidFill>
            <a:ln w="0">
              <a:noFill/>
              <a:prstDash val="solid"/>
            </a:ln>
          </p:spPr>
        </p:sp>
        <p:sp>
          <p:nvSpPr>
            <p:cNvPr id="2060" name="dense-strip-11-cell-190">
              <a:extLst>
                <a:ext uri="{FF2B5EF4-FFF2-40B4-BE49-F238E27FC236}">
                  <a16:creationId xmlns:a16="http://schemas.microsoft.com/office/drawing/2014/main" id="{93E54B2D-BB0C-4A3F-8B5B-006CAA249A9D}"/>
                </a:ext>
              </a:extLst>
            </p:cNvPr>
            <p:cNvSpPr>
              <a:spLocks noGrp="1"/>
            </p:cNvSpPr>
            <p:nvPr/>
          </p:nvSpPr>
          <p:spPr>
            <a:xfrm>
              <a:off x="24162742" y="3676650"/>
              <a:ext cx="15522" cy="133350"/>
            </a:xfrm>
            <a:prstGeom prst="rect">
              <a:avLst/>
            </a:prstGeom>
            <a:solidFill>
              <a:srgbClr val="DAD8E3"/>
            </a:solidFill>
            <a:ln w="0">
              <a:noFill/>
              <a:prstDash val="solid"/>
            </a:ln>
          </p:spPr>
        </p:sp>
        <p:sp>
          <p:nvSpPr>
            <p:cNvPr id="2061" name="dense-strip-11-cell-189">
              <a:extLst>
                <a:ext uri="{FF2B5EF4-FFF2-40B4-BE49-F238E27FC236}">
                  <a16:creationId xmlns:a16="http://schemas.microsoft.com/office/drawing/2014/main" id="{4AD944EB-3A36-4117-8980-D4313F15B6C3}"/>
                </a:ext>
              </a:extLst>
            </p:cNvPr>
            <p:cNvSpPr>
              <a:spLocks noGrp="1"/>
            </p:cNvSpPr>
            <p:nvPr/>
          </p:nvSpPr>
          <p:spPr>
            <a:xfrm>
              <a:off x="24147363" y="3676650"/>
              <a:ext cx="15522" cy="133350"/>
            </a:xfrm>
            <a:prstGeom prst="rect">
              <a:avLst/>
            </a:prstGeom>
            <a:solidFill>
              <a:srgbClr val="D6BBD1"/>
            </a:solidFill>
            <a:ln w="0">
              <a:noFill/>
              <a:prstDash val="solid"/>
            </a:ln>
          </p:spPr>
        </p:sp>
        <p:sp>
          <p:nvSpPr>
            <p:cNvPr id="2062" name="dense-strip-11-cell-188">
              <a:extLst>
                <a:ext uri="{FF2B5EF4-FFF2-40B4-BE49-F238E27FC236}">
                  <a16:creationId xmlns:a16="http://schemas.microsoft.com/office/drawing/2014/main" id="{941B2E26-A83D-456A-A26C-96BB174BA9B0}"/>
                </a:ext>
              </a:extLst>
            </p:cNvPr>
            <p:cNvSpPr>
              <a:spLocks noGrp="1"/>
            </p:cNvSpPr>
            <p:nvPr/>
          </p:nvSpPr>
          <p:spPr>
            <a:xfrm>
              <a:off x="24131984" y="3676650"/>
              <a:ext cx="15522" cy="133350"/>
            </a:xfrm>
            <a:prstGeom prst="rect">
              <a:avLst/>
            </a:prstGeom>
            <a:solidFill>
              <a:srgbClr val="D2A1C0"/>
            </a:solidFill>
            <a:ln w="0">
              <a:noFill/>
              <a:prstDash val="solid"/>
            </a:ln>
          </p:spPr>
        </p:sp>
        <p:sp>
          <p:nvSpPr>
            <p:cNvPr id="2063" name="dense-strip-11-cell-187">
              <a:extLst>
                <a:ext uri="{FF2B5EF4-FFF2-40B4-BE49-F238E27FC236}">
                  <a16:creationId xmlns:a16="http://schemas.microsoft.com/office/drawing/2014/main" id="{2F87CF5F-6FA2-44C4-BA47-E326BCB48A91}"/>
                </a:ext>
              </a:extLst>
            </p:cNvPr>
            <p:cNvSpPr>
              <a:spLocks noGrp="1"/>
            </p:cNvSpPr>
            <p:nvPr/>
          </p:nvSpPr>
          <p:spPr>
            <a:xfrm>
              <a:off x="24116605" y="3676650"/>
              <a:ext cx="15522" cy="133350"/>
            </a:xfrm>
            <a:prstGeom prst="rect">
              <a:avLst/>
            </a:prstGeom>
            <a:solidFill>
              <a:srgbClr val="D096B9"/>
            </a:solidFill>
            <a:ln w="0">
              <a:noFill/>
              <a:prstDash val="solid"/>
            </a:ln>
          </p:spPr>
        </p:sp>
        <p:sp>
          <p:nvSpPr>
            <p:cNvPr id="2064" name="dense-strip-11-cell-186">
              <a:extLst>
                <a:ext uri="{FF2B5EF4-FFF2-40B4-BE49-F238E27FC236}">
                  <a16:creationId xmlns:a16="http://schemas.microsoft.com/office/drawing/2014/main" id="{F823E899-4178-4394-9413-CEC7DC044B47}"/>
                </a:ext>
              </a:extLst>
            </p:cNvPr>
            <p:cNvSpPr>
              <a:spLocks noGrp="1"/>
            </p:cNvSpPr>
            <p:nvPr/>
          </p:nvSpPr>
          <p:spPr>
            <a:xfrm>
              <a:off x="24101227" y="3676650"/>
              <a:ext cx="15522" cy="133350"/>
            </a:xfrm>
            <a:prstGeom prst="rect">
              <a:avLst/>
            </a:prstGeom>
            <a:solidFill>
              <a:srgbClr val="D095B9"/>
            </a:solidFill>
            <a:ln w="0">
              <a:noFill/>
              <a:prstDash val="solid"/>
            </a:ln>
          </p:spPr>
        </p:sp>
        <p:sp>
          <p:nvSpPr>
            <p:cNvPr id="2065" name="dense-strip-11-cell-185">
              <a:extLst>
                <a:ext uri="{FF2B5EF4-FFF2-40B4-BE49-F238E27FC236}">
                  <a16:creationId xmlns:a16="http://schemas.microsoft.com/office/drawing/2014/main" id="{CC7EFDCE-0D67-4BA1-BD8B-3F98A6F260C3}"/>
                </a:ext>
              </a:extLst>
            </p:cNvPr>
            <p:cNvSpPr>
              <a:spLocks noGrp="1"/>
            </p:cNvSpPr>
            <p:nvPr/>
          </p:nvSpPr>
          <p:spPr>
            <a:xfrm>
              <a:off x="24085848" y="3676650"/>
              <a:ext cx="15522" cy="133350"/>
            </a:xfrm>
            <a:prstGeom prst="rect">
              <a:avLst/>
            </a:prstGeom>
            <a:solidFill>
              <a:srgbClr val="D095B9"/>
            </a:solidFill>
            <a:ln w="0">
              <a:noFill/>
              <a:prstDash val="solid"/>
            </a:ln>
          </p:spPr>
        </p:sp>
        <p:sp>
          <p:nvSpPr>
            <p:cNvPr id="2066" name="dense-strip-11-cell-184">
              <a:extLst>
                <a:ext uri="{FF2B5EF4-FFF2-40B4-BE49-F238E27FC236}">
                  <a16:creationId xmlns:a16="http://schemas.microsoft.com/office/drawing/2014/main" id="{8CF19DDC-95E7-4EC9-98C1-8EA255739E78}"/>
                </a:ext>
              </a:extLst>
            </p:cNvPr>
            <p:cNvSpPr>
              <a:spLocks noGrp="1"/>
            </p:cNvSpPr>
            <p:nvPr/>
          </p:nvSpPr>
          <p:spPr>
            <a:xfrm>
              <a:off x="24070469" y="3676650"/>
              <a:ext cx="15522" cy="133350"/>
            </a:xfrm>
            <a:prstGeom prst="rect">
              <a:avLst/>
            </a:prstGeom>
            <a:solidFill>
              <a:srgbClr val="D095B9"/>
            </a:solidFill>
            <a:ln w="0">
              <a:noFill/>
              <a:prstDash val="solid"/>
            </a:ln>
          </p:spPr>
        </p:sp>
        <p:sp>
          <p:nvSpPr>
            <p:cNvPr id="2067" name="dense-strip-11-cell-183">
              <a:extLst>
                <a:ext uri="{FF2B5EF4-FFF2-40B4-BE49-F238E27FC236}">
                  <a16:creationId xmlns:a16="http://schemas.microsoft.com/office/drawing/2014/main" id="{F2526E4A-6135-4551-8F26-9F2847329C9C}"/>
                </a:ext>
              </a:extLst>
            </p:cNvPr>
            <p:cNvSpPr>
              <a:spLocks noGrp="1"/>
            </p:cNvSpPr>
            <p:nvPr/>
          </p:nvSpPr>
          <p:spPr>
            <a:xfrm>
              <a:off x="24055090" y="3676650"/>
              <a:ext cx="15522" cy="133350"/>
            </a:xfrm>
            <a:prstGeom prst="rect">
              <a:avLst/>
            </a:prstGeom>
            <a:solidFill>
              <a:srgbClr val="D095B9"/>
            </a:solidFill>
            <a:ln w="0">
              <a:noFill/>
              <a:prstDash val="solid"/>
            </a:ln>
          </p:spPr>
        </p:sp>
        <p:sp>
          <p:nvSpPr>
            <p:cNvPr id="2068" name="dense-strip-11-cell-182">
              <a:extLst>
                <a:ext uri="{FF2B5EF4-FFF2-40B4-BE49-F238E27FC236}">
                  <a16:creationId xmlns:a16="http://schemas.microsoft.com/office/drawing/2014/main" id="{1F1F6497-0A96-4AC2-82DF-BF7D4D367901}"/>
                </a:ext>
              </a:extLst>
            </p:cNvPr>
            <p:cNvSpPr>
              <a:spLocks noGrp="1"/>
            </p:cNvSpPr>
            <p:nvPr/>
          </p:nvSpPr>
          <p:spPr>
            <a:xfrm>
              <a:off x="24039711" y="3676650"/>
              <a:ext cx="15522" cy="133350"/>
            </a:xfrm>
            <a:prstGeom prst="rect">
              <a:avLst/>
            </a:prstGeom>
            <a:solidFill>
              <a:srgbClr val="D095B9"/>
            </a:solidFill>
            <a:ln w="0">
              <a:noFill/>
              <a:prstDash val="solid"/>
            </a:ln>
          </p:spPr>
        </p:sp>
        <p:sp>
          <p:nvSpPr>
            <p:cNvPr id="2069" name="dense-strip-11-cell-181">
              <a:extLst>
                <a:ext uri="{FF2B5EF4-FFF2-40B4-BE49-F238E27FC236}">
                  <a16:creationId xmlns:a16="http://schemas.microsoft.com/office/drawing/2014/main" id="{8FE63B5C-5C3C-4BBA-850A-FFEA4DC16848}"/>
                </a:ext>
              </a:extLst>
            </p:cNvPr>
            <p:cNvSpPr>
              <a:spLocks noGrp="1"/>
            </p:cNvSpPr>
            <p:nvPr/>
          </p:nvSpPr>
          <p:spPr>
            <a:xfrm>
              <a:off x="24024332" y="3676650"/>
              <a:ext cx="15522" cy="133350"/>
            </a:xfrm>
            <a:prstGeom prst="rect">
              <a:avLst/>
            </a:prstGeom>
            <a:solidFill>
              <a:srgbClr val="D095B9"/>
            </a:solidFill>
            <a:ln w="0">
              <a:noFill/>
              <a:prstDash val="solid"/>
            </a:ln>
          </p:spPr>
        </p:sp>
        <p:sp>
          <p:nvSpPr>
            <p:cNvPr id="2070" name="dense-strip-11-cell-180">
              <a:extLst>
                <a:ext uri="{FF2B5EF4-FFF2-40B4-BE49-F238E27FC236}">
                  <a16:creationId xmlns:a16="http://schemas.microsoft.com/office/drawing/2014/main" id="{543544BB-BD3A-4BD2-A38D-6DF26FDDF4EE}"/>
                </a:ext>
              </a:extLst>
            </p:cNvPr>
            <p:cNvSpPr>
              <a:spLocks noGrp="1"/>
            </p:cNvSpPr>
            <p:nvPr/>
          </p:nvSpPr>
          <p:spPr>
            <a:xfrm>
              <a:off x="24008953" y="3676650"/>
              <a:ext cx="15522" cy="133350"/>
            </a:xfrm>
            <a:prstGeom prst="rect">
              <a:avLst/>
            </a:prstGeom>
            <a:solidFill>
              <a:srgbClr val="D095B9"/>
            </a:solidFill>
            <a:ln w="0">
              <a:noFill/>
              <a:prstDash val="solid"/>
            </a:ln>
          </p:spPr>
        </p:sp>
        <p:sp>
          <p:nvSpPr>
            <p:cNvPr id="2071" name="dense-strip-11-cell-179">
              <a:extLst>
                <a:ext uri="{FF2B5EF4-FFF2-40B4-BE49-F238E27FC236}">
                  <a16:creationId xmlns:a16="http://schemas.microsoft.com/office/drawing/2014/main" id="{74CC5EF1-51FA-4F16-B604-2F20B2E2DF83}"/>
                </a:ext>
              </a:extLst>
            </p:cNvPr>
            <p:cNvSpPr>
              <a:spLocks noGrp="1"/>
            </p:cNvSpPr>
            <p:nvPr/>
          </p:nvSpPr>
          <p:spPr>
            <a:xfrm>
              <a:off x="23993574" y="3676650"/>
              <a:ext cx="15522" cy="133350"/>
            </a:xfrm>
            <a:prstGeom prst="rect">
              <a:avLst/>
            </a:prstGeom>
            <a:solidFill>
              <a:srgbClr val="D095B9"/>
            </a:solidFill>
            <a:ln w="0">
              <a:noFill/>
              <a:prstDash val="solid"/>
            </a:ln>
          </p:spPr>
        </p:sp>
        <p:sp>
          <p:nvSpPr>
            <p:cNvPr id="2072" name="dense-strip-11-cell-178">
              <a:extLst>
                <a:ext uri="{FF2B5EF4-FFF2-40B4-BE49-F238E27FC236}">
                  <a16:creationId xmlns:a16="http://schemas.microsoft.com/office/drawing/2014/main" id="{BF1B4CFC-989B-4C55-8DF6-04178C4D3CDE}"/>
                </a:ext>
              </a:extLst>
            </p:cNvPr>
            <p:cNvSpPr>
              <a:spLocks noGrp="1"/>
            </p:cNvSpPr>
            <p:nvPr/>
          </p:nvSpPr>
          <p:spPr>
            <a:xfrm>
              <a:off x="23978195" y="3676650"/>
              <a:ext cx="15522" cy="133350"/>
            </a:xfrm>
            <a:prstGeom prst="rect">
              <a:avLst/>
            </a:prstGeom>
            <a:solidFill>
              <a:srgbClr val="D094B8"/>
            </a:solidFill>
            <a:ln w="0">
              <a:noFill/>
              <a:prstDash val="solid"/>
            </a:ln>
          </p:spPr>
        </p:sp>
        <p:sp>
          <p:nvSpPr>
            <p:cNvPr id="2073" name="dense-strip-11-cell-177">
              <a:extLst>
                <a:ext uri="{FF2B5EF4-FFF2-40B4-BE49-F238E27FC236}">
                  <a16:creationId xmlns:a16="http://schemas.microsoft.com/office/drawing/2014/main" id="{7A3A076E-935E-49FE-9AA1-A365DF40662A}"/>
                </a:ext>
              </a:extLst>
            </p:cNvPr>
            <p:cNvSpPr>
              <a:spLocks noGrp="1"/>
            </p:cNvSpPr>
            <p:nvPr/>
          </p:nvSpPr>
          <p:spPr>
            <a:xfrm>
              <a:off x="23962816" y="3676650"/>
              <a:ext cx="15522" cy="133350"/>
            </a:xfrm>
            <a:prstGeom prst="rect">
              <a:avLst/>
            </a:prstGeom>
            <a:solidFill>
              <a:srgbClr val="CF8BB2"/>
            </a:solidFill>
            <a:ln w="0">
              <a:noFill/>
              <a:prstDash val="solid"/>
            </a:ln>
          </p:spPr>
        </p:sp>
        <p:sp>
          <p:nvSpPr>
            <p:cNvPr id="2074" name="dense-strip-11-cell-176">
              <a:extLst>
                <a:ext uri="{FF2B5EF4-FFF2-40B4-BE49-F238E27FC236}">
                  <a16:creationId xmlns:a16="http://schemas.microsoft.com/office/drawing/2014/main" id="{6C315037-94A2-4D12-9D2E-517D779F5FDA}"/>
                </a:ext>
              </a:extLst>
            </p:cNvPr>
            <p:cNvSpPr>
              <a:spLocks noGrp="1"/>
            </p:cNvSpPr>
            <p:nvPr/>
          </p:nvSpPr>
          <p:spPr>
            <a:xfrm>
              <a:off x="23947438" y="3676650"/>
              <a:ext cx="15522" cy="133350"/>
            </a:xfrm>
            <a:prstGeom prst="rect">
              <a:avLst/>
            </a:prstGeom>
            <a:solidFill>
              <a:srgbClr val="CE86AF"/>
            </a:solidFill>
            <a:ln w="0">
              <a:noFill/>
              <a:prstDash val="solid"/>
            </a:ln>
          </p:spPr>
        </p:sp>
        <p:sp>
          <p:nvSpPr>
            <p:cNvPr id="2075" name="dense-strip-11-cell-175">
              <a:extLst>
                <a:ext uri="{FF2B5EF4-FFF2-40B4-BE49-F238E27FC236}">
                  <a16:creationId xmlns:a16="http://schemas.microsoft.com/office/drawing/2014/main" id="{09484471-3FC4-4043-A2AB-DCC1E95E5C70}"/>
                </a:ext>
              </a:extLst>
            </p:cNvPr>
            <p:cNvSpPr>
              <a:spLocks noGrp="1"/>
            </p:cNvSpPr>
            <p:nvPr/>
          </p:nvSpPr>
          <p:spPr>
            <a:xfrm>
              <a:off x="23932059" y="3676650"/>
              <a:ext cx="15522" cy="133350"/>
            </a:xfrm>
            <a:prstGeom prst="rect">
              <a:avLst/>
            </a:prstGeom>
            <a:solidFill>
              <a:srgbClr val="CF8DB4"/>
            </a:solidFill>
            <a:ln w="0">
              <a:noFill/>
              <a:prstDash val="solid"/>
            </a:ln>
          </p:spPr>
        </p:sp>
        <p:sp>
          <p:nvSpPr>
            <p:cNvPr id="2076" name="dense-strip-11-cell-174">
              <a:extLst>
                <a:ext uri="{FF2B5EF4-FFF2-40B4-BE49-F238E27FC236}">
                  <a16:creationId xmlns:a16="http://schemas.microsoft.com/office/drawing/2014/main" id="{1EEF0B93-FDD7-4046-A89A-1804A762871E}"/>
                </a:ext>
              </a:extLst>
            </p:cNvPr>
            <p:cNvSpPr>
              <a:spLocks noGrp="1"/>
            </p:cNvSpPr>
            <p:nvPr/>
          </p:nvSpPr>
          <p:spPr>
            <a:xfrm>
              <a:off x="23916680" y="3676650"/>
              <a:ext cx="15522" cy="133350"/>
            </a:xfrm>
            <a:prstGeom prst="rect">
              <a:avLst/>
            </a:prstGeom>
            <a:solidFill>
              <a:srgbClr val="D095B9"/>
            </a:solidFill>
            <a:ln w="0">
              <a:noFill/>
              <a:prstDash val="solid"/>
            </a:ln>
          </p:spPr>
        </p:sp>
        <p:sp>
          <p:nvSpPr>
            <p:cNvPr id="2077" name="dense-strip-11-cell-173">
              <a:extLst>
                <a:ext uri="{FF2B5EF4-FFF2-40B4-BE49-F238E27FC236}">
                  <a16:creationId xmlns:a16="http://schemas.microsoft.com/office/drawing/2014/main" id="{532C7BA6-331C-4E53-A68B-1B8E7D9DD6EA}"/>
                </a:ext>
              </a:extLst>
            </p:cNvPr>
            <p:cNvSpPr>
              <a:spLocks noGrp="1"/>
            </p:cNvSpPr>
            <p:nvPr/>
          </p:nvSpPr>
          <p:spPr>
            <a:xfrm>
              <a:off x="23901301" y="3676650"/>
              <a:ext cx="15522" cy="133350"/>
            </a:xfrm>
            <a:prstGeom prst="rect">
              <a:avLst/>
            </a:prstGeom>
            <a:solidFill>
              <a:srgbClr val="D19DBD"/>
            </a:solidFill>
            <a:ln w="0">
              <a:noFill/>
              <a:prstDash val="solid"/>
            </a:ln>
          </p:spPr>
        </p:sp>
        <p:sp>
          <p:nvSpPr>
            <p:cNvPr id="2078" name="dense-strip-11-cell-172">
              <a:extLst>
                <a:ext uri="{FF2B5EF4-FFF2-40B4-BE49-F238E27FC236}">
                  <a16:creationId xmlns:a16="http://schemas.microsoft.com/office/drawing/2014/main" id="{1AD1B4FF-1F33-4D5C-BFE5-CE1170E79F27}"/>
                </a:ext>
              </a:extLst>
            </p:cNvPr>
            <p:cNvSpPr>
              <a:spLocks noGrp="1"/>
            </p:cNvSpPr>
            <p:nvPr/>
          </p:nvSpPr>
          <p:spPr>
            <a:xfrm>
              <a:off x="23885922" y="3676650"/>
              <a:ext cx="15522" cy="133350"/>
            </a:xfrm>
            <a:prstGeom prst="rect">
              <a:avLst/>
            </a:prstGeom>
            <a:solidFill>
              <a:srgbClr val="D2A2C1"/>
            </a:solidFill>
            <a:ln w="0">
              <a:noFill/>
              <a:prstDash val="solid"/>
            </a:ln>
          </p:spPr>
        </p:sp>
        <p:sp>
          <p:nvSpPr>
            <p:cNvPr id="2079" name="dense-strip-11-cell-171">
              <a:extLst>
                <a:ext uri="{FF2B5EF4-FFF2-40B4-BE49-F238E27FC236}">
                  <a16:creationId xmlns:a16="http://schemas.microsoft.com/office/drawing/2014/main" id="{AF679EC0-90B9-417D-84E5-88D940EF1AB8}"/>
                </a:ext>
              </a:extLst>
            </p:cNvPr>
            <p:cNvSpPr>
              <a:spLocks noGrp="1"/>
            </p:cNvSpPr>
            <p:nvPr/>
          </p:nvSpPr>
          <p:spPr>
            <a:xfrm>
              <a:off x="23870543" y="3676650"/>
              <a:ext cx="15522" cy="133350"/>
            </a:xfrm>
            <a:prstGeom prst="rect">
              <a:avLst/>
            </a:prstGeom>
            <a:solidFill>
              <a:srgbClr val="D2A5C2"/>
            </a:solidFill>
            <a:ln w="0">
              <a:noFill/>
              <a:prstDash val="solid"/>
            </a:ln>
          </p:spPr>
        </p:sp>
        <p:sp>
          <p:nvSpPr>
            <p:cNvPr id="2080" name="dense-strip-11-cell-170">
              <a:extLst>
                <a:ext uri="{FF2B5EF4-FFF2-40B4-BE49-F238E27FC236}">
                  <a16:creationId xmlns:a16="http://schemas.microsoft.com/office/drawing/2014/main" id="{45CA3BC7-267C-4282-825C-69ED417F1432}"/>
                </a:ext>
              </a:extLst>
            </p:cNvPr>
            <p:cNvSpPr>
              <a:spLocks noGrp="1"/>
            </p:cNvSpPr>
            <p:nvPr/>
          </p:nvSpPr>
          <p:spPr>
            <a:xfrm>
              <a:off x="23855164" y="3676650"/>
              <a:ext cx="15522" cy="133350"/>
            </a:xfrm>
            <a:prstGeom prst="rect">
              <a:avLst/>
            </a:prstGeom>
            <a:solidFill>
              <a:srgbClr val="D2A5C3"/>
            </a:solidFill>
            <a:ln w="0">
              <a:noFill/>
              <a:prstDash val="solid"/>
            </a:ln>
          </p:spPr>
        </p:sp>
        <p:sp>
          <p:nvSpPr>
            <p:cNvPr id="2081" name="dense-strip-11-cell-169">
              <a:extLst>
                <a:ext uri="{FF2B5EF4-FFF2-40B4-BE49-F238E27FC236}">
                  <a16:creationId xmlns:a16="http://schemas.microsoft.com/office/drawing/2014/main" id="{C773689D-6314-4551-B942-28A6D3E1A6D8}"/>
                </a:ext>
              </a:extLst>
            </p:cNvPr>
            <p:cNvSpPr>
              <a:spLocks noGrp="1"/>
            </p:cNvSpPr>
            <p:nvPr/>
          </p:nvSpPr>
          <p:spPr>
            <a:xfrm>
              <a:off x="23839785" y="3676650"/>
              <a:ext cx="15522" cy="133350"/>
            </a:xfrm>
            <a:prstGeom prst="rect">
              <a:avLst/>
            </a:prstGeom>
            <a:solidFill>
              <a:srgbClr val="D2A5C3"/>
            </a:solidFill>
            <a:ln w="0">
              <a:noFill/>
              <a:prstDash val="solid"/>
            </a:ln>
          </p:spPr>
        </p:sp>
        <p:sp>
          <p:nvSpPr>
            <p:cNvPr id="2082" name="dense-strip-11-cell-168">
              <a:extLst>
                <a:ext uri="{FF2B5EF4-FFF2-40B4-BE49-F238E27FC236}">
                  <a16:creationId xmlns:a16="http://schemas.microsoft.com/office/drawing/2014/main" id="{7334E4D1-2084-4830-9FC2-2408919DC9D8}"/>
                </a:ext>
              </a:extLst>
            </p:cNvPr>
            <p:cNvSpPr>
              <a:spLocks noGrp="1"/>
            </p:cNvSpPr>
            <p:nvPr/>
          </p:nvSpPr>
          <p:spPr>
            <a:xfrm>
              <a:off x="23824406" y="3676650"/>
              <a:ext cx="15522" cy="133350"/>
            </a:xfrm>
            <a:prstGeom prst="rect">
              <a:avLst/>
            </a:prstGeom>
            <a:solidFill>
              <a:srgbClr val="D2A5C3"/>
            </a:solidFill>
            <a:ln w="0">
              <a:noFill/>
              <a:prstDash val="solid"/>
            </a:ln>
          </p:spPr>
        </p:sp>
        <p:sp>
          <p:nvSpPr>
            <p:cNvPr id="2083" name="dense-strip-11-cell-167">
              <a:extLst>
                <a:ext uri="{FF2B5EF4-FFF2-40B4-BE49-F238E27FC236}">
                  <a16:creationId xmlns:a16="http://schemas.microsoft.com/office/drawing/2014/main" id="{D46C663B-6A54-44AC-B2A3-A05D85FC90A6}"/>
                </a:ext>
              </a:extLst>
            </p:cNvPr>
            <p:cNvSpPr>
              <a:spLocks noGrp="1"/>
            </p:cNvSpPr>
            <p:nvPr/>
          </p:nvSpPr>
          <p:spPr>
            <a:xfrm>
              <a:off x="23809027" y="3676650"/>
              <a:ext cx="15522" cy="133350"/>
            </a:xfrm>
            <a:prstGeom prst="rect">
              <a:avLst/>
            </a:prstGeom>
            <a:solidFill>
              <a:srgbClr val="D2A5C3"/>
            </a:solidFill>
            <a:ln w="0">
              <a:noFill/>
              <a:prstDash val="solid"/>
            </a:ln>
          </p:spPr>
        </p:sp>
        <p:sp>
          <p:nvSpPr>
            <p:cNvPr id="2084" name="dense-strip-11-cell-166">
              <a:extLst>
                <a:ext uri="{FF2B5EF4-FFF2-40B4-BE49-F238E27FC236}">
                  <a16:creationId xmlns:a16="http://schemas.microsoft.com/office/drawing/2014/main" id="{603582BE-60FB-4664-81FF-5E4A51647D6F}"/>
                </a:ext>
              </a:extLst>
            </p:cNvPr>
            <p:cNvSpPr>
              <a:spLocks noGrp="1"/>
            </p:cNvSpPr>
            <p:nvPr/>
          </p:nvSpPr>
          <p:spPr>
            <a:xfrm>
              <a:off x="23793648" y="3676650"/>
              <a:ext cx="15522" cy="133350"/>
            </a:xfrm>
            <a:prstGeom prst="rect">
              <a:avLst/>
            </a:prstGeom>
            <a:solidFill>
              <a:srgbClr val="D2A6C3"/>
            </a:solidFill>
            <a:ln w="0">
              <a:noFill/>
              <a:prstDash val="solid"/>
            </a:ln>
          </p:spPr>
        </p:sp>
        <p:sp>
          <p:nvSpPr>
            <p:cNvPr id="2085" name="dense-strip-11-cell-165">
              <a:extLst>
                <a:ext uri="{FF2B5EF4-FFF2-40B4-BE49-F238E27FC236}">
                  <a16:creationId xmlns:a16="http://schemas.microsoft.com/office/drawing/2014/main" id="{62F356E9-C7AC-4193-B6CA-02B8ED8D2D2F}"/>
                </a:ext>
              </a:extLst>
            </p:cNvPr>
            <p:cNvSpPr>
              <a:spLocks noGrp="1"/>
            </p:cNvSpPr>
            <p:nvPr/>
          </p:nvSpPr>
          <p:spPr>
            <a:xfrm>
              <a:off x="23778270" y="3676650"/>
              <a:ext cx="15522" cy="133350"/>
            </a:xfrm>
            <a:prstGeom prst="rect">
              <a:avLst/>
            </a:prstGeom>
            <a:solidFill>
              <a:srgbClr val="D3A4BE"/>
            </a:solidFill>
            <a:ln w="0">
              <a:noFill/>
              <a:prstDash val="solid"/>
            </a:ln>
          </p:spPr>
        </p:sp>
        <p:sp>
          <p:nvSpPr>
            <p:cNvPr id="2086" name="dense-strip-11-cell-164">
              <a:extLst>
                <a:ext uri="{FF2B5EF4-FFF2-40B4-BE49-F238E27FC236}">
                  <a16:creationId xmlns:a16="http://schemas.microsoft.com/office/drawing/2014/main" id="{37F6E148-1BB8-413F-89C6-1A2B55CE31D4}"/>
                </a:ext>
              </a:extLst>
            </p:cNvPr>
            <p:cNvSpPr>
              <a:spLocks noGrp="1"/>
            </p:cNvSpPr>
            <p:nvPr/>
          </p:nvSpPr>
          <p:spPr>
            <a:xfrm>
              <a:off x="23762891" y="3676650"/>
              <a:ext cx="15522" cy="133350"/>
            </a:xfrm>
            <a:prstGeom prst="rect">
              <a:avLst/>
            </a:prstGeom>
            <a:solidFill>
              <a:srgbClr val="D39DAD"/>
            </a:solidFill>
            <a:ln w="0">
              <a:noFill/>
              <a:prstDash val="solid"/>
            </a:ln>
          </p:spPr>
        </p:sp>
        <p:sp>
          <p:nvSpPr>
            <p:cNvPr id="2087" name="dense-strip-11-cell-163">
              <a:extLst>
                <a:ext uri="{FF2B5EF4-FFF2-40B4-BE49-F238E27FC236}">
                  <a16:creationId xmlns:a16="http://schemas.microsoft.com/office/drawing/2014/main" id="{D65B83C5-DFC6-4360-A4F9-CED8D1063AEB}"/>
                </a:ext>
              </a:extLst>
            </p:cNvPr>
            <p:cNvSpPr>
              <a:spLocks noGrp="1"/>
            </p:cNvSpPr>
            <p:nvPr/>
          </p:nvSpPr>
          <p:spPr>
            <a:xfrm>
              <a:off x="23747512" y="3676650"/>
              <a:ext cx="15522" cy="133350"/>
            </a:xfrm>
            <a:prstGeom prst="rect">
              <a:avLst/>
            </a:prstGeom>
            <a:solidFill>
              <a:srgbClr val="D3A4B4"/>
            </a:solidFill>
            <a:ln w="0">
              <a:noFill/>
              <a:prstDash val="solid"/>
            </a:ln>
          </p:spPr>
        </p:sp>
        <p:sp>
          <p:nvSpPr>
            <p:cNvPr id="2088" name="dense-strip-11-cell-162">
              <a:extLst>
                <a:ext uri="{FF2B5EF4-FFF2-40B4-BE49-F238E27FC236}">
                  <a16:creationId xmlns:a16="http://schemas.microsoft.com/office/drawing/2014/main" id="{FDA8EA5A-8F6F-42E8-B659-12AAB371425E}"/>
                </a:ext>
              </a:extLst>
            </p:cNvPr>
            <p:cNvSpPr>
              <a:spLocks noGrp="1"/>
            </p:cNvSpPr>
            <p:nvPr/>
          </p:nvSpPr>
          <p:spPr>
            <a:xfrm>
              <a:off x="23732133" y="3676650"/>
              <a:ext cx="15522" cy="133350"/>
            </a:xfrm>
            <a:prstGeom prst="rect">
              <a:avLst/>
            </a:prstGeom>
            <a:solidFill>
              <a:srgbClr val="D5B7CE"/>
            </a:solidFill>
            <a:ln w="0">
              <a:noFill/>
              <a:prstDash val="solid"/>
            </a:ln>
          </p:spPr>
        </p:sp>
        <p:sp>
          <p:nvSpPr>
            <p:cNvPr id="2089" name="dense-strip-11-cell-161">
              <a:extLst>
                <a:ext uri="{FF2B5EF4-FFF2-40B4-BE49-F238E27FC236}">
                  <a16:creationId xmlns:a16="http://schemas.microsoft.com/office/drawing/2014/main" id="{CE019571-0CE2-4FB5-BBC2-710C6F175DD8}"/>
                </a:ext>
              </a:extLst>
            </p:cNvPr>
            <p:cNvSpPr>
              <a:spLocks noGrp="1"/>
            </p:cNvSpPr>
            <p:nvPr/>
          </p:nvSpPr>
          <p:spPr>
            <a:xfrm>
              <a:off x="23716754" y="3676650"/>
              <a:ext cx="15522" cy="133350"/>
            </a:xfrm>
            <a:prstGeom prst="rect">
              <a:avLst/>
            </a:prstGeom>
            <a:solidFill>
              <a:srgbClr val="D6BCD1"/>
            </a:solidFill>
            <a:ln w="0">
              <a:noFill/>
              <a:prstDash val="solid"/>
            </a:ln>
          </p:spPr>
        </p:sp>
        <p:sp>
          <p:nvSpPr>
            <p:cNvPr id="2090" name="dense-strip-11-cell-160">
              <a:extLst>
                <a:ext uri="{FF2B5EF4-FFF2-40B4-BE49-F238E27FC236}">
                  <a16:creationId xmlns:a16="http://schemas.microsoft.com/office/drawing/2014/main" id="{7E31B26A-D044-43C7-95E8-DE69BBB6FB65}"/>
                </a:ext>
              </a:extLst>
            </p:cNvPr>
            <p:cNvSpPr>
              <a:spLocks noGrp="1"/>
            </p:cNvSpPr>
            <p:nvPr/>
          </p:nvSpPr>
          <p:spPr>
            <a:xfrm>
              <a:off x="23701375" y="3676650"/>
              <a:ext cx="15522" cy="133350"/>
            </a:xfrm>
            <a:prstGeom prst="rect">
              <a:avLst/>
            </a:prstGeom>
            <a:solidFill>
              <a:srgbClr val="D6C1D4"/>
            </a:solidFill>
            <a:ln w="0">
              <a:noFill/>
              <a:prstDash val="solid"/>
            </a:ln>
          </p:spPr>
        </p:sp>
        <p:sp>
          <p:nvSpPr>
            <p:cNvPr id="2091" name="dense-strip-11-cell-159">
              <a:extLst>
                <a:ext uri="{FF2B5EF4-FFF2-40B4-BE49-F238E27FC236}">
                  <a16:creationId xmlns:a16="http://schemas.microsoft.com/office/drawing/2014/main" id="{D8146407-3E5D-45AE-A185-86DE3D0BC6D7}"/>
                </a:ext>
              </a:extLst>
            </p:cNvPr>
            <p:cNvSpPr>
              <a:spLocks noGrp="1"/>
            </p:cNvSpPr>
            <p:nvPr/>
          </p:nvSpPr>
          <p:spPr>
            <a:xfrm>
              <a:off x="23685996" y="3676650"/>
              <a:ext cx="15522" cy="133350"/>
            </a:xfrm>
            <a:prstGeom prst="rect">
              <a:avLst/>
            </a:prstGeom>
            <a:solidFill>
              <a:srgbClr val="D6C1D4"/>
            </a:solidFill>
            <a:ln w="0">
              <a:noFill/>
              <a:prstDash val="solid"/>
            </a:ln>
          </p:spPr>
        </p:sp>
        <p:sp>
          <p:nvSpPr>
            <p:cNvPr id="2092" name="dense-strip-11-cell-158">
              <a:extLst>
                <a:ext uri="{FF2B5EF4-FFF2-40B4-BE49-F238E27FC236}">
                  <a16:creationId xmlns:a16="http://schemas.microsoft.com/office/drawing/2014/main" id="{25C471FA-54D3-43B0-BEF7-BBD5CD5AF295}"/>
                </a:ext>
              </a:extLst>
            </p:cNvPr>
            <p:cNvSpPr>
              <a:spLocks noGrp="1"/>
            </p:cNvSpPr>
            <p:nvPr/>
          </p:nvSpPr>
          <p:spPr>
            <a:xfrm>
              <a:off x="23670617" y="3676650"/>
              <a:ext cx="15522" cy="133350"/>
            </a:xfrm>
            <a:prstGeom prst="rect">
              <a:avLst/>
            </a:prstGeom>
            <a:solidFill>
              <a:srgbClr val="D6C1D4"/>
            </a:solidFill>
            <a:ln w="0">
              <a:noFill/>
              <a:prstDash val="solid"/>
            </a:ln>
          </p:spPr>
        </p:sp>
        <p:sp>
          <p:nvSpPr>
            <p:cNvPr id="2093" name="dense-strip-11-cell-157">
              <a:extLst>
                <a:ext uri="{FF2B5EF4-FFF2-40B4-BE49-F238E27FC236}">
                  <a16:creationId xmlns:a16="http://schemas.microsoft.com/office/drawing/2014/main" id="{9F19B44E-5A02-4CBF-9ABD-B0D2B0655815}"/>
                </a:ext>
              </a:extLst>
            </p:cNvPr>
            <p:cNvSpPr>
              <a:spLocks noGrp="1"/>
            </p:cNvSpPr>
            <p:nvPr/>
          </p:nvSpPr>
          <p:spPr>
            <a:xfrm>
              <a:off x="23655238" y="3676650"/>
              <a:ext cx="15522" cy="133350"/>
            </a:xfrm>
            <a:prstGeom prst="rect">
              <a:avLst/>
            </a:prstGeom>
            <a:solidFill>
              <a:srgbClr val="D6C1D4"/>
            </a:solidFill>
            <a:ln w="0">
              <a:noFill/>
              <a:prstDash val="solid"/>
            </a:ln>
          </p:spPr>
        </p:sp>
        <p:sp>
          <p:nvSpPr>
            <p:cNvPr id="2094" name="dense-strip-11-cell-156">
              <a:extLst>
                <a:ext uri="{FF2B5EF4-FFF2-40B4-BE49-F238E27FC236}">
                  <a16:creationId xmlns:a16="http://schemas.microsoft.com/office/drawing/2014/main" id="{574D7C90-9FE4-450E-8CEB-83A3F5957D2F}"/>
                </a:ext>
              </a:extLst>
            </p:cNvPr>
            <p:cNvSpPr>
              <a:spLocks noGrp="1"/>
            </p:cNvSpPr>
            <p:nvPr/>
          </p:nvSpPr>
          <p:spPr>
            <a:xfrm>
              <a:off x="23639859" y="3676650"/>
              <a:ext cx="15522" cy="133350"/>
            </a:xfrm>
            <a:prstGeom prst="rect">
              <a:avLst/>
            </a:prstGeom>
            <a:solidFill>
              <a:srgbClr val="D6C1D4"/>
            </a:solidFill>
            <a:ln w="0">
              <a:noFill/>
              <a:prstDash val="solid"/>
            </a:ln>
          </p:spPr>
        </p:sp>
        <p:sp>
          <p:nvSpPr>
            <p:cNvPr id="2095" name="dense-strip-11-cell-155">
              <a:extLst>
                <a:ext uri="{FF2B5EF4-FFF2-40B4-BE49-F238E27FC236}">
                  <a16:creationId xmlns:a16="http://schemas.microsoft.com/office/drawing/2014/main" id="{A6BDCA00-36ED-4AB7-BF88-6E8E20737A7F}"/>
                </a:ext>
              </a:extLst>
            </p:cNvPr>
            <p:cNvSpPr>
              <a:spLocks noGrp="1"/>
            </p:cNvSpPr>
            <p:nvPr/>
          </p:nvSpPr>
          <p:spPr>
            <a:xfrm>
              <a:off x="23624480" y="3676650"/>
              <a:ext cx="15522" cy="133350"/>
            </a:xfrm>
            <a:prstGeom prst="rect">
              <a:avLst/>
            </a:prstGeom>
            <a:solidFill>
              <a:srgbClr val="D6C1D4"/>
            </a:solidFill>
            <a:ln w="0">
              <a:noFill/>
              <a:prstDash val="solid"/>
            </a:ln>
          </p:spPr>
        </p:sp>
        <p:sp>
          <p:nvSpPr>
            <p:cNvPr id="2096" name="dense-strip-11-cell-154">
              <a:extLst>
                <a:ext uri="{FF2B5EF4-FFF2-40B4-BE49-F238E27FC236}">
                  <a16:creationId xmlns:a16="http://schemas.microsoft.com/office/drawing/2014/main" id="{B44D86E1-E35B-434C-8A70-F34E7FAC163B}"/>
                </a:ext>
              </a:extLst>
            </p:cNvPr>
            <p:cNvSpPr>
              <a:spLocks noGrp="1"/>
            </p:cNvSpPr>
            <p:nvPr/>
          </p:nvSpPr>
          <p:spPr>
            <a:xfrm>
              <a:off x="23609102" y="3676650"/>
              <a:ext cx="15522" cy="133350"/>
            </a:xfrm>
            <a:prstGeom prst="rect">
              <a:avLst/>
            </a:prstGeom>
            <a:solidFill>
              <a:srgbClr val="D6C1D4"/>
            </a:solidFill>
            <a:ln w="0">
              <a:noFill/>
              <a:prstDash val="solid"/>
            </a:ln>
          </p:spPr>
        </p:sp>
        <p:sp>
          <p:nvSpPr>
            <p:cNvPr id="2097" name="dense-strip-11-cell-153">
              <a:extLst>
                <a:ext uri="{FF2B5EF4-FFF2-40B4-BE49-F238E27FC236}">
                  <a16:creationId xmlns:a16="http://schemas.microsoft.com/office/drawing/2014/main" id="{6B3521E1-F647-47D8-82FD-3B5039F55063}"/>
                </a:ext>
              </a:extLst>
            </p:cNvPr>
            <p:cNvSpPr>
              <a:spLocks noGrp="1"/>
            </p:cNvSpPr>
            <p:nvPr/>
          </p:nvSpPr>
          <p:spPr>
            <a:xfrm>
              <a:off x="23593723" y="3676650"/>
              <a:ext cx="15522" cy="133350"/>
            </a:xfrm>
            <a:prstGeom prst="rect">
              <a:avLst/>
            </a:prstGeom>
            <a:solidFill>
              <a:srgbClr val="D6C1D4"/>
            </a:solidFill>
            <a:ln w="0">
              <a:noFill/>
              <a:prstDash val="solid"/>
            </a:ln>
          </p:spPr>
        </p:sp>
        <p:sp>
          <p:nvSpPr>
            <p:cNvPr id="2098" name="dense-strip-11-cell-152">
              <a:extLst>
                <a:ext uri="{FF2B5EF4-FFF2-40B4-BE49-F238E27FC236}">
                  <a16:creationId xmlns:a16="http://schemas.microsoft.com/office/drawing/2014/main" id="{70E7A08A-1FA3-491B-BA2E-91081ACB4016}"/>
                </a:ext>
              </a:extLst>
            </p:cNvPr>
            <p:cNvSpPr>
              <a:spLocks noGrp="1"/>
            </p:cNvSpPr>
            <p:nvPr/>
          </p:nvSpPr>
          <p:spPr>
            <a:xfrm>
              <a:off x="23578344" y="3676650"/>
              <a:ext cx="15522" cy="133350"/>
            </a:xfrm>
            <a:prstGeom prst="rect">
              <a:avLst/>
            </a:prstGeom>
            <a:solidFill>
              <a:srgbClr val="D6C1D4"/>
            </a:solidFill>
            <a:ln w="0">
              <a:noFill/>
              <a:prstDash val="solid"/>
            </a:ln>
          </p:spPr>
        </p:sp>
        <p:sp>
          <p:nvSpPr>
            <p:cNvPr id="2099" name="dense-strip-11-cell-151">
              <a:extLst>
                <a:ext uri="{FF2B5EF4-FFF2-40B4-BE49-F238E27FC236}">
                  <a16:creationId xmlns:a16="http://schemas.microsoft.com/office/drawing/2014/main" id="{A9F2E5D3-AFEF-465D-98E8-3585E0E834D3}"/>
                </a:ext>
              </a:extLst>
            </p:cNvPr>
            <p:cNvSpPr>
              <a:spLocks noGrp="1"/>
            </p:cNvSpPr>
            <p:nvPr/>
          </p:nvSpPr>
          <p:spPr>
            <a:xfrm>
              <a:off x="23562965" y="3676650"/>
              <a:ext cx="15522" cy="133350"/>
            </a:xfrm>
            <a:prstGeom prst="rect">
              <a:avLst/>
            </a:prstGeom>
            <a:solidFill>
              <a:srgbClr val="D6C1D4"/>
            </a:solidFill>
            <a:ln w="0">
              <a:noFill/>
              <a:prstDash val="solid"/>
            </a:ln>
          </p:spPr>
        </p:sp>
        <p:sp>
          <p:nvSpPr>
            <p:cNvPr id="2100" name="dense-strip-11-cell-150">
              <a:extLst>
                <a:ext uri="{FF2B5EF4-FFF2-40B4-BE49-F238E27FC236}">
                  <a16:creationId xmlns:a16="http://schemas.microsoft.com/office/drawing/2014/main" id="{B5781227-8701-4A18-9226-8FF012CAD140}"/>
                </a:ext>
              </a:extLst>
            </p:cNvPr>
            <p:cNvSpPr>
              <a:spLocks noGrp="1"/>
            </p:cNvSpPr>
            <p:nvPr/>
          </p:nvSpPr>
          <p:spPr>
            <a:xfrm>
              <a:off x="23547586" y="3676650"/>
              <a:ext cx="15522" cy="133350"/>
            </a:xfrm>
            <a:prstGeom prst="rect">
              <a:avLst/>
            </a:prstGeom>
            <a:solidFill>
              <a:srgbClr val="D6C1D4"/>
            </a:solidFill>
            <a:ln w="0">
              <a:noFill/>
              <a:prstDash val="solid"/>
            </a:ln>
          </p:spPr>
        </p:sp>
        <p:sp>
          <p:nvSpPr>
            <p:cNvPr id="2101" name="dense-strip-11-cell-149">
              <a:extLst>
                <a:ext uri="{FF2B5EF4-FFF2-40B4-BE49-F238E27FC236}">
                  <a16:creationId xmlns:a16="http://schemas.microsoft.com/office/drawing/2014/main" id="{AB63B563-CC0C-403B-B995-4772F31A9CC3}"/>
                </a:ext>
              </a:extLst>
            </p:cNvPr>
            <p:cNvSpPr>
              <a:spLocks noGrp="1"/>
            </p:cNvSpPr>
            <p:nvPr/>
          </p:nvSpPr>
          <p:spPr>
            <a:xfrm>
              <a:off x="23532207" y="3676650"/>
              <a:ext cx="15522" cy="133350"/>
            </a:xfrm>
            <a:prstGeom prst="rect">
              <a:avLst/>
            </a:prstGeom>
            <a:solidFill>
              <a:srgbClr val="D6C1D4"/>
            </a:solidFill>
            <a:ln w="0">
              <a:noFill/>
              <a:prstDash val="solid"/>
            </a:ln>
          </p:spPr>
        </p:sp>
        <p:sp>
          <p:nvSpPr>
            <p:cNvPr id="2102" name="dense-strip-11-cell-148">
              <a:extLst>
                <a:ext uri="{FF2B5EF4-FFF2-40B4-BE49-F238E27FC236}">
                  <a16:creationId xmlns:a16="http://schemas.microsoft.com/office/drawing/2014/main" id="{0945CA4C-77EF-4528-BDD9-11509CF7FEF7}"/>
                </a:ext>
              </a:extLst>
            </p:cNvPr>
            <p:cNvSpPr>
              <a:spLocks noGrp="1"/>
            </p:cNvSpPr>
            <p:nvPr/>
          </p:nvSpPr>
          <p:spPr>
            <a:xfrm>
              <a:off x="23516828" y="3676650"/>
              <a:ext cx="15522" cy="133350"/>
            </a:xfrm>
            <a:prstGeom prst="rect">
              <a:avLst/>
            </a:prstGeom>
            <a:solidFill>
              <a:srgbClr val="D6C1D4"/>
            </a:solidFill>
            <a:ln w="0">
              <a:noFill/>
              <a:prstDash val="solid"/>
            </a:ln>
          </p:spPr>
        </p:sp>
        <p:sp>
          <p:nvSpPr>
            <p:cNvPr id="2103" name="dense-strip-11-cell-147">
              <a:extLst>
                <a:ext uri="{FF2B5EF4-FFF2-40B4-BE49-F238E27FC236}">
                  <a16:creationId xmlns:a16="http://schemas.microsoft.com/office/drawing/2014/main" id="{86AD4A12-3536-4EAD-8C98-4AD4374644CF}"/>
                </a:ext>
              </a:extLst>
            </p:cNvPr>
            <p:cNvSpPr>
              <a:spLocks noGrp="1"/>
            </p:cNvSpPr>
            <p:nvPr/>
          </p:nvSpPr>
          <p:spPr>
            <a:xfrm>
              <a:off x="23501449" y="3676650"/>
              <a:ext cx="15522" cy="133350"/>
            </a:xfrm>
            <a:prstGeom prst="rect">
              <a:avLst/>
            </a:prstGeom>
            <a:solidFill>
              <a:srgbClr val="D6C1D4"/>
            </a:solidFill>
            <a:ln w="0">
              <a:noFill/>
              <a:prstDash val="solid"/>
            </a:ln>
          </p:spPr>
        </p:sp>
        <p:sp>
          <p:nvSpPr>
            <p:cNvPr id="2104" name="dense-strip-11-cell-146">
              <a:extLst>
                <a:ext uri="{FF2B5EF4-FFF2-40B4-BE49-F238E27FC236}">
                  <a16:creationId xmlns:a16="http://schemas.microsoft.com/office/drawing/2014/main" id="{4A078D93-9524-42E3-8E25-1CA6EA2DD66B}"/>
                </a:ext>
              </a:extLst>
            </p:cNvPr>
            <p:cNvSpPr>
              <a:spLocks noGrp="1"/>
            </p:cNvSpPr>
            <p:nvPr/>
          </p:nvSpPr>
          <p:spPr>
            <a:xfrm>
              <a:off x="23486070" y="3676650"/>
              <a:ext cx="15522" cy="133350"/>
            </a:xfrm>
            <a:prstGeom prst="rect">
              <a:avLst/>
            </a:prstGeom>
            <a:solidFill>
              <a:srgbClr val="D6C1D4"/>
            </a:solidFill>
            <a:ln w="0">
              <a:noFill/>
              <a:prstDash val="solid"/>
            </a:ln>
          </p:spPr>
        </p:sp>
        <p:sp>
          <p:nvSpPr>
            <p:cNvPr id="2105" name="dense-strip-11-cell-145">
              <a:extLst>
                <a:ext uri="{FF2B5EF4-FFF2-40B4-BE49-F238E27FC236}">
                  <a16:creationId xmlns:a16="http://schemas.microsoft.com/office/drawing/2014/main" id="{8508435D-211F-41F8-9384-5D040AB9F1B1}"/>
                </a:ext>
              </a:extLst>
            </p:cNvPr>
            <p:cNvSpPr>
              <a:spLocks noGrp="1"/>
            </p:cNvSpPr>
            <p:nvPr/>
          </p:nvSpPr>
          <p:spPr>
            <a:xfrm>
              <a:off x="23470691" y="3676650"/>
              <a:ext cx="15522" cy="133350"/>
            </a:xfrm>
            <a:prstGeom prst="rect">
              <a:avLst/>
            </a:prstGeom>
            <a:solidFill>
              <a:srgbClr val="D6C1D4"/>
            </a:solidFill>
            <a:ln w="0">
              <a:noFill/>
              <a:prstDash val="solid"/>
            </a:ln>
          </p:spPr>
        </p:sp>
        <p:sp>
          <p:nvSpPr>
            <p:cNvPr id="2106" name="dense-strip-11-cell-144">
              <a:extLst>
                <a:ext uri="{FF2B5EF4-FFF2-40B4-BE49-F238E27FC236}">
                  <a16:creationId xmlns:a16="http://schemas.microsoft.com/office/drawing/2014/main" id="{65A8BDE8-4E16-407C-BA27-61EC3680CD75}"/>
                </a:ext>
              </a:extLst>
            </p:cNvPr>
            <p:cNvSpPr>
              <a:spLocks noGrp="1"/>
            </p:cNvSpPr>
            <p:nvPr/>
          </p:nvSpPr>
          <p:spPr>
            <a:xfrm>
              <a:off x="23455313" y="3676650"/>
              <a:ext cx="15522" cy="133350"/>
            </a:xfrm>
            <a:prstGeom prst="rect">
              <a:avLst/>
            </a:prstGeom>
            <a:solidFill>
              <a:srgbClr val="D6C1D4"/>
            </a:solidFill>
            <a:ln w="0">
              <a:noFill/>
              <a:prstDash val="solid"/>
            </a:ln>
          </p:spPr>
        </p:sp>
        <p:sp>
          <p:nvSpPr>
            <p:cNvPr id="2107" name="dense-strip-11-cell-143">
              <a:extLst>
                <a:ext uri="{FF2B5EF4-FFF2-40B4-BE49-F238E27FC236}">
                  <a16:creationId xmlns:a16="http://schemas.microsoft.com/office/drawing/2014/main" id="{961BAD63-7246-466C-BD0E-20ED7BB91209}"/>
                </a:ext>
              </a:extLst>
            </p:cNvPr>
            <p:cNvSpPr>
              <a:spLocks noGrp="1"/>
            </p:cNvSpPr>
            <p:nvPr/>
          </p:nvSpPr>
          <p:spPr>
            <a:xfrm>
              <a:off x="23439934" y="3676650"/>
              <a:ext cx="15522" cy="133350"/>
            </a:xfrm>
            <a:prstGeom prst="rect">
              <a:avLst/>
            </a:prstGeom>
            <a:solidFill>
              <a:srgbClr val="D6C1D4"/>
            </a:solidFill>
            <a:ln w="0">
              <a:noFill/>
              <a:prstDash val="solid"/>
            </a:ln>
          </p:spPr>
        </p:sp>
        <p:sp>
          <p:nvSpPr>
            <p:cNvPr id="2108" name="dense-strip-11-cell-142">
              <a:extLst>
                <a:ext uri="{FF2B5EF4-FFF2-40B4-BE49-F238E27FC236}">
                  <a16:creationId xmlns:a16="http://schemas.microsoft.com/office/drawing/2014/main" id="{80448CB1-0E42-456A-A66F-356A9A68227B}"/>
                </a:ext>
              </a:extLst>
            </p:cNvPr>
            <p:cNvSpPr>
              <a:spLocks noGrp="1"/>
            </p:cNvSpPr>
            <p:nvPr/>
          </p:nvSpPr>
          <p:spPr>
            <a:xfrm>
              <a:off x="23424555" y="3676650"/>
              <a:ext cx="15522" cy="133350"/>
            </a:xfrm>
            <a:prstGeom prst="rect">
              <a:avLst/>
            </a:prstGeom>
            <a:solidFill>
              <a:srgbClr val="D6C0D4"/>
            </a:solidFill>
            <a:ln w="0">
              <a:noFill/>
              <a:prstDash val="solid"/>
            </a:ln>
          </p:spPr>
        </p:sp>
        <p:sp>
          <p:nvSpPr>
            <p:cNvPr id="2109" name="dense-strip-11-cell-141">
              <a:extLst>
                <a:ext uri="{FF2B5EF4-FFF2-40B4-BE49-F238E27FC236}">
                  <a16:creationId xmlns:a16="http://schemas.microsoft.com/office/drawing/2014/main" id="{B129B470-1069-4C2D-A9CD-1F0363DC79D9}"/>
                </a:ext>
              </a:extLst>
            </p:cNvPr>
            <p:cNvSpPr>
              <a:spLocks noGrp="1"/>
            </p:cNvSpPr>
            <p:nvPr/>
          </p:nvSpPr>
          <p:spPr>
            <a:xfrm>
              <a:off x="23409176" y="3676650"/>
              <a:ext cx="15522" cy="133350"/>
            </a:xfrm>
            <a:prstGeom prst="rect">
              <a:avLst/>
            </a:prstGeom>
            <a:solidFill>
              <a:srgbClr val="DAD8E3"/>
            </a:solidFill>
            <a:ln w="0">
              <a:noFill/>
              <a:prstDash val="solid"/>
            </a:ln>
          </p:spPr>
        </p:sp>
        <p:sp>
          <p:nvSpPr>
            <p:cNvPr id="2110" name="dense-strip-11-cell-140">
              <a:extLst>
                <a:ext uri="{FF2B5EF4-FFF2-40B4-BE49-F238E27FC236}">
                  <a16:creationId xmlns:a16="http://schemas.microsoft.com/office/drawing/2014/main" id="{12ED85C2-2BE5-4095-BD91-683366BEE787}"/>
                </a:ext>
              </a:extLst>
            </p:cNvPr>
            <p:cNvSpPr>
              <a:spLocks noGrp="1"/>
            </p:cNvSpPr>
            <p:nvPr/>
          </p:nvSpPr>
          <p:spPr>
            <a:xfrm>
              <a:off x="23393797" y="3676650"/>
              <a:ext cx="15522" cy="133350"/>
            </a:xfrm>
            <a:prstGeom prst="rect">
              <a:avLst/>
            </a:prstGeom>
            <a:solidFill>
              <a:srgbClr val="94D0C5"/>
            </a:solidFill>
            <a:ln w="0">
              <a:noFill/>
              <a:prstDash val="solid"/>
            </a:ln>
          </p:spPr>
        </p:sp>
        <p:sp>
          <p:nvSpPr>
            <p:cNvPr id="2111" name="dense-strip-11-cell-139">
              <a:extLst>
                <a:ext uri="{FF2B5EF4-FFF2-40B4-BE49-F238E27FC236}">
                  <a16:creationId xmlns:a16="http://schemas.microsoft.com/office/drawing/2014/main" id="{64DE930B-690C-4995-8C6F-487680262748}"/>
                </a:ext>
              </a:extLst>
            </p:cNvPr>
            <p:cNvSpPr>
              <a:spLocks noGrp="1"/>
            </p:cNvSpPr>
            <p:nvPr/>
          </p:nvSpPr>
          <p:spPr>
            <a:xfrm>
              <a:off x="23378418" y="3676650"/>
              <a:ext cx="15522" cy="133350"/>
            </a:xfrm>
            <a:prstGeom prst="rect">
              <a:avLst/>
            </a:prstGeom>
            <a:solidFill>
              <a:srgbClr val="83CABC"/>
            </a:solidFill>
            <a:ln w="0">
              <a:noFill/>
              <a:prstDash val="solid"/>
            </a:ln>
          </p:spPr>
        </p:sp>
        <p:sp>
          <p:nvSpPr>
            <p:cNvPr id="2112" name="dense-strip-11-cell-138">
              <a:extLst>
                <a:ext uri="{FF2B5EF4-FFF2-40B4-BE49-F238E27FC236}">
                  <a16:creationId xmlns:a16="http://schemas.microsoft.com/office/drawing/2014/main" id="{2DD70E3B-0623-4745-A0B0-29C120961BE7}"/>
                </a:ext>
              </a:extLst>
            </p:cNvPr>
            <p:cNvSpPr>
              <a:spLocks noGrp="1"/>
            </p:cNvSpPr>
            <p:nvPr/>
          </p:nvSpPr>
          <p:spPr>
            <a:xfrm>
              <a:off x="23363039" y="3676650"/>
              <a:ext cx="15522" cy="133350"/>
            </a:xfrm>
            <a:prstGeom prst="rect">
              <a:avLst/>
            </a:prstGeom>
            <a:solidFill>
              <a:srgbClr val="DBE8EC"/>
            </a:solidFill>
            <a:ln w="0">
              <a:noFill/>
              <a:prstDash val="solid"/>
            </a:ln>
          </p:spPr>
        </p:sp>
        <p:sp>
          <p:nvSpPr>
            <p:cNvPr id="2113" name="dense-strip-11-cell-137">
              <a:extLst>
                <a:ext uri="{FF2B5EF4-FFF2-40B4-BE49-F238E27FC236}">
                  <a16:creationId xmlns:a16="http://schemas.microsoft.com/office/drawing/2014/main" id="{B2CA9751-68F7-453B-A25B-547875090A29}"/>
                </a:ext>
              </a:extLst>
            </p:cNvPr>
            <p:cNvSpPr>
              <a:spLocks noGrp="1"/>
            </p:cNvSpPr>
            <p:nvPr/>
          </p:nvSpPr>
          <p:spPr>
            <a:xfrm>
              <a:off x="23347660" y="3676650"/>
              <a:ext cx="15522" cy="133350"/>
            </a:xfrm>
            <a:prstGeom prst="rect">
              <a:avLst/>
            </a:prstGeom>
            <a:solidFill>
              <a:srgbClr val="DCE8ED"/>
            </a:solidFill>
            <a:ln w="0">
              <a:noFill/>
              <a:prstDash val="solid"/>
            </a:ln>
          </p:spPr>
        </p:sp>
        <p:sp>
          <p:nvSpPr>
            <p:cNvPr id="2114" name="dense-strip-11-cell-136">
              <a:extLst>
                <a:ext uri="{FF2B5EF4-FFF2-40B4-BE49-F238E27FC236}">
                  <a16:creationId xmlns:a16="http://schemas.microsoft.com/office/drawing/2014/main" id="{1F6BA6DD-DB04-48FA-AF5C-2ABA9F1DC261}"/>
                </a:ext>
              </a:extLst>
            </p:cNvPr>
            <p:cNvSpPr>
              <a:spLocks noGrp="1"/>
            </p:cNvSpPr>
            <p:nvPr/>
          </p:nvSpPr>
          <p:spPr>
            <a:xfrm>
              <a:off x="23332281" y="3676650"/>
              <a:ext cx="15522" cy="133350"/>
            </a:xfrm>
            <a:prstGeom prst="rect">
              <a:avLst/>
            </a:prstGeom>
            <a:solidFill>
              <a:srgbClr val="DCE8ED"/>
            </a:solidFill>
            <a:ln w="0">
              <a:noFill/>
              <a:prstDash val="solid"/>
            </a:ln>
          </p:spPr>
        </p:sp>
        <p:sp>
          <p:nvSpPr>
            <p:cNvPr id="2115" name="dense-strip-11-cell-135">
              <a:extLst>
                <a:ext uri="{FF2B5EF4-FFF2-40B4-BE49-F238E27FC236}">
                  <a16:creationId xmlns:a16="http://schemas.microsoft.com/office/drawing/2014/main" id="{D15F25D0-153E-4020-8011-B9E0456A86AF}"/>
                </a:ext>
              </a:extLst>
            </p:cNvPr>
            <p:cNvSpPr>
              <a:spLocks noGrp="1"/>
            </p:cNvSpPr>
            <p:nvPr/>
          </p:nvSpPr>
          <p:spPr>
            <a:xfrm>
              <a:off x="23316902" y="3676650"/>
              <a:ext cx="15522" cy="133350"/>
            </a:xfrm>
            <a:prstGeom prst="rect">
              <a:avLst/>
            </a:prstGeom>
            <a:solidFill>
              <a:srgbClr val="DCE8ED"/>
            </a:solidFill>
            <a:ln w="0">
              <a:noFill/>
              <a:prstDash val="solid"/>
            </a:ln>
          </p:spPr>
        </p:sp>
        <p:sp>
          <p:nvSpPr>
            <p:cNvPr id="2116" name="dense-strip-11-cell-134">
              <a:extLst>
                <a:ext uri="{FF2B5EF4-FFF2-40B4-BE49-F238E27FC236}">
                  <a16:creationId xmlns:a16="http://schemas.microsoft.com/office/drawing/2014/main" id="{26C1E70D-F7D8-4E38-9F61-24974117CB67}"/>
                </a:ext>
              </a:extLst>
            </p:cNvPr>
            <p:cNvSpPr>
              <a:spLocks noGrp="1"/>
            </p:cNvSpPr>
            <p:nvPr/>
          </p:nvSpPr>
          <p:spPr>
            <a:xfrm>
              <a:off x="23301523" y="3676650"/>
              <a:ext cx="15522" cy="133350"/>
            </a:xfrm>
            <a:prstGeom prst="rect">
              <a:avLst/>
            </a:prstGeom>
            <a:solidFill>
              <a:srgbClr val="DCE8ED"/>
            </a:solidFill>
            <a:ln w="0">
              <a:noFill/>
              <a:prstDash val="solid"/>
            </a:ln>
          </p:spPr>
        </p:sp>
        <p:sp>
          <p:nvSpPr>
            <p:cNvPr id="2117" name="dense-strip-11-cell-133">
              <a:extLst>
                <a:ext uri="{FF2B5EF4-FFF2-40B4-BE49-F238E27FC236}">
                  <a16:creationId xmlns:a16="http://schemas.microsoft.com/office/drawing/2014/main" id="{F5C75179-5F99-4B63-8ED4-F12EF9FD1070}"/>
                </a:ext>
              </a:extLst>
            </p:cNvPr>
            <p:cNvSpPr>
              <a:spLocks noGrp="1"/>
            </p:cNvSpPr>
            <p:nvPr/>
          </p:nvSpPr>
          <p:spPr>
            <a:xfrm>
              <a:off x="23286145" y="3676650"/>
              <a:ext cx="15522" cy="133350"/>
            </a:xfrm>
            <a:prstGeom prst="rect">
              <a:avLst/>
            </a:prstGeom>
            <a:solidFill>
              <a:srgbClr val="DCE8ED"/>
            </a:solidFill>
            <a:ln w="0">
              <a:noFill/>
              <a:prstDash val="solid"/>
            </a:ln>
          </p:spPr>
        </p:sp>
        <p:sp>
          <p:nvSpPr>
            <p:cNvPr id="2118" name="dense-strip-11-cell-132">
              <a:extLst>
                <a:ext uri="{FF2B5EF4-FFF2-40B4-BE49-F238E27FC236}">
                  <a16:creationId xmlns:a16="http://schemas.microsoft.com/office/drawing/2014/main" id="{FF6DC091-C8E3-4FF0-A7D8-0351CEE195EE}"/>
                </a:ext>
              </a:extLst>
            </p:cNvPr>
            <p:cNvSpPr>
              <a:spLocks noGrp="1"/>
            </p:cNvSpPr>
            <p:nvPr/>
          </p:nvSpPr>
          <p:spPr>
            <a:xfrm>
              <a:off x="23270766" y="3676650"/>
              <a:ext cx="15522" cy="133350"/>
            </a:xfrm>
            <a:prstGeom prst="rect">
              <a:avLst/>
            </a:prstGeom>
            <a:solidFill>
              <a:srgbClr val="DCE8ED"/>
            </a:solidFill>
            <a:ln w="0">
              <a:noFill/>
              <a:prstDash val="solid"/>
            </a:ln>
          </p:spPr>
        </p:sp>
        <p:sp>
          <p:nvSpPr>
            <p:cNvPr id="2119" name="dense-strip-11-cell-131">
              <a:extLst>
                <a:ext uri="{FF2B5EF4-FFF2-40B4-BE49-F238E27FC236}">
                  <a16:creationId xmlns:a16="http://schemas.microsoft.com/office/drawing/2014/main" id="{C3A2E82C-01D3-4E3C-9CB0-3D6FAA4D9CC1}"/>
                </a:ext>
              </a:extLst>
            </p:cNvPr>
            <p:cNvSpPr>
              <a:spLocks noGrp="1"/>
            </p:cNvSpPr>
            <p:nvPr/>
          </p:nvSpPr>
          <p:spPr>
            <a:xfrm>
              <a:off x="23255387" y="3676650"/>
              <a:ext cx="15522" cy="133350"/>
            </a:xfrm>
            <a:prstGeom prst="rect">
              <a:avLst/>
            </a:prstGeom>
            <a:solidFill>
              <a:srgbClr val="DCE8ED"/>
            </a:solidFill>
            <a:ln w="0">
              <a:noFill/>
              <a:prstDash val="solid"/>
            </a:ln>
          </p:spPr>
        </p:sp>
        <p:sp>
          <p:nvSpPr>
            <p:cNvPr id="2120" name="dense-strip-11-cell-130">
              <a:extLst>
                <a:ext uri="{FF2B5EF4-FFF2-40B4-BE49-F238E27FC236}">
                  <a16:creationId xmlns:a16="http://schemas.microsoft.com/office/drawing/2014/main" id="{36E0AE31-2FD5-4B05-BE8E-3E5002F75606}"/>
                </a:ext>
              </a:extLst>
            </p:cNvPr>
            <p:cNvSpPr>
              <a:spLocks noGrp="1"/>
            </p:cNvSpPr>
            <p:nvPr/>
          </p:nvSpPr>
          <p:spPr>
            <a:xfrm>
              <a:off x="23240008" y="3676650"/>
              <a:ext cx="15522" cy="133350"/>
            </a:xfrm>
            <a:prstGeom prst="rect">
              <a:avLst/>
            </a:prstGeom>
            <a:solidFill>
              <a:srgbClr val="DCE8ED"/>
            </a:solidFill>
            <a:ln w="0">
              <a:noFill/>
              <a:prstDash val="solid"/>
            </a:ln>
          </p:spPr>
        </p:sp>
        <p:sp>
          <p:nvSpPr>
            <p:cNvPr id="2121" name="dense-strip-11-cell-129">
              <a:extLst>
                <a:ext uri="{FF2B5EF4-FFF2-40B4-BE49-F238E27FC236}">
                  <a16:creationId xmlns:a16="http://schemas.microsoft.com/office/drawing/2014/main" id="{456E54C5-75AE-44F0-9B66-435F3708FAAB}"/>
                </a:ext>
              </a:extLst>
            </p:cNvPr>
            <p:cNvSpPr>
              <a:spLocks noGrp="1"/>
            </p:cNvSpPr>
            <p:nvPr/>
          </p:nvSpPr>
          <p:spPr>
            <a:xfrm>
              <a:off x="23224629" y="3676650"/>
              <a:ext cx="15522" cy="133350"/>
            </a:xfrm>
            <a:prstGeom prst="rect">
              <a:avLst/>
            </a:prstGeom>
            <a:solidFill>
              <a:srgbClr val="DCE8ED"/>
            </a:solidFill>
            <a:ln w="0">
              <a:noFill/>
              <a:prstDash val="solid"/>
            </a:ln>
          </p:spPr>
        </p:sp>
        <p:sp>
          <p:nvSpPr>
            <p:cNvPr id="2122" name="dense-strip-11-cell-128">
              <a:extLst>
                <a:ext uri="{FF2B5EF4-FFF2-40B4-BE49-F238E27FC236}">
                  <a16:creationId xmlns:a16="http://schemas.microsoft.com/office/drawing/2014/main" id="{EA61CC0B-2390-4873-8F0E-C89C5A2AE331}"/>
                </a:ext>
              </a:extLst>
            </p:cNvPr>
            <p:cNvSpPr>
              <a:spLocks noGrp="1"/>
            </p:cNvSpPr>
            <p:nvPr/>
          </p:nvSpPr>
          <p:spPr>
            <a:xfrm>
              <a:off x="23209250" y="3676650"/>
              <a:ext cx="15522" cy="133350"/>
            </a:xfrm>
            <a:prstGeom prst="rect">
              <a:avLst/>
            </a:prstGeom>
            <a:solidFill>
              <a:srgbClr val="DCE8ED"/>
            </a:solidFill>
            <a:ln w="0">
              <a:noFill/>
              <a:prstDash val="solid"/>
            </a:ln>
          </p:spPr>
        </p:sp>
        <p:sp>
          <p:nvSpPr>
            <p:cNvPr id="2123" name="dense-strip-11-cell-127">
              <a:extLst>
                <a:ext uri="{FF2B5EF4-FFF2-40B4-BE49-F238E27FC236}">
                  <a16:creationId xmlns:a16="http://schemas.microsoft.com/office/drawing/2014/main" id="{3437743D-C1A7-4258-878F-C0D7A556D48B}"/>
                </a:ext>
              </a:extLst>
            </p:cNvPr>
            <p:cNvSpPr>
              <a:spLocks noGrp="1"/>
            </p:cNvSpPr>
            <p:nvPr/>
          </p:nvSpPr>
          <p:spPr>
            <a:xfrm>
              <a:off x="23193871" y="3676650"/>
              <a:ext cx="15522" cy="133350"/>
            </a:xfrm>
            <a:prstGeom prst="rect">
              <a:avLst/>
            </a:prstGeom>
            <a:solidFill>
              <a:srgbClr val="DCE8ED"/>
            </a:solidFill>
            <a:ln w="0">
              <a:noFill/>
              <a:prstDash val="solid"/>
            </a:ln>
          </p:spPr>
        </p:sp>
        <p:sp>
          <p:nvSpPr>
            <p:cNvPr id="2124" name="dense-strip-11-cell-126">
              <a:extLst>
                <a:ext uri="{FF2B5EF4-FFF2-40B4-BE49-F238E27FC236}">
                  <a16:creationId xmlns:a16="http://schemas.microsoft.com/office/drawing/2014/main" id="{FEB93BA4-FD3D-457B-AB41-B3EEC0431728}"/>
                </a:ext>
              </a:extLst>
            </p:cNvPr>
            <p:cNvSpPr>
              <a:spLocks noGrp="1"/>
            </p:cNvSpPr>
            <p:nvPr/>
          </p:nvSpPr>
          <p:spPr>
            <a:xfrm>
              <a:off x="23178492" y="3676650"/>
              <a:ext cx="15522" cy="133350"/>
            </a:xfrm>
            <a:prstGeom prst="rect">
              <a:avLst/>
            </a:prstGeom>
            <a:solidFill>
              <a:srgbClr val="D9E7EB"/>
            </a:solidFill>
            <a:ln w="0">
              <a:noFill/>
              <a:prstDash val="solid"/>
            </a:ln>
          </p:spPr>
        </p:sp>
        <p:sp>
          <p:nvSpPr>
            <p:cNvPr id="2125" name="dense-strip-11-cell-125">
              <a:extLst>
                <a:ext uri="{FF2B5EF4-FFF2-40B4-BE49-F238E27FC236}">
                  <a16:creationId xmlns:a16="http://schemas.microsoft.com/office/drawing/2014/main" id="{BCF22B6B-5C95-4B20-B37F-88C4B32DB57D}"/>
                </a:ext>
              </a:extLst>
            </p:cNvPr>
            <p:cNvSpPr>
              <a:spLocks noGrp="1"/>
            </p:cNvSpPr>
            <p:nvPr/>
          </p:nvSpPr>
          <p:spPr>
            <a:xfrm>
              <a:off x="23163113" y="3676650"/>
              <a:ext cx="15522" cy="133350"/>
            </a:xfrm>
            <a:prstGeom prst="rect">
              <a:avLst/>
            </a:prstGeom>
            <a:solidFill>
              <a:srgbClr val="DCE8ED"/>
            </a:solidFill>
            <a:ln w="0">
              <a:noFill/>
              <a:prstDash val="solid"/>
            </a:ln>
          </p:spPr>
        </p:sp>
        <p:sp>
          <p:nvSpPr>
            <p:cNvPr id="2126" name="dense-strip-11-cell-124">
              <a:extLst>
                <a:ext uri="{FF2B5EF4-FFF2-40B4-BE49-F238E27FC236}">
                  <a16:creationId xmlns:a16="http://schemas.microsoft.com/office/drawing/2014/main" id="{94B80F0C-23A8-430D-8F81-660CF17F6CAE}"/>
                </a:ext>
              </a:extLst>
            </p:cNvPr>
            <p:cNvSpPr>
              <a:spLocks noGrp="1"/>
            </p:cNvSpPr>
            <p:nvPr/>
          </p:nvSpPr>
          <p:spPr>
            <a:xfrm>
              <a:off x="23147734" y="3676650"/>
              <a:ext cx="15522" cy="133350"/>
            </a:xfrm>
            <a:prstGeom prst="rect">
              <a:avLst/>
            </a:prstGeom>
            <a:solidFill>
              <a:srgbClr val="DCE8ED"/>
            </a:solidFill>
            <a:ln w="0">
              <a:noFill/>
              <a:prstDash val="solid"/>
            </a:ln>
          </p:spPr>
        </p:sp>
        <p:sp>
          <p:nvSpPr>
            <p:cNvPr id="2127" name="dense-strip-11-cell-123">
              <a:extLst>
                <a:ext uri="{FF2B5EF4-FFF2-40B4-BE49-F238E27FC236}">
                  <a16:creationId xmlns:a16="http://schemas.microsoft.com/office/drawing/2014/main" id="{BFEF7664-B739-40E2-9675-4C2FA2AF553F}"/>
                </a:ext>
              </a:extLst>
            </p:cNvPr>
            <p:cNvSpPr>
              <a:spLocks noGrp="1"/>
            </p:cNvSpPr>
            <p:nvPr/>
          </p:nvSpPr>
          <p:spPr>
            <a:xfrm>
              <a:off x="23132355" y="3676650"/>
              <a:ext cx="15522" cy="133350"/>
            </a:xfrm>
            <a:prstGeom prst="rect">
              <a:avLst/>
            </a:prstGeom>
            <a:solidFill>
              <a:srgbClr val="DCE8ED"/>
            </a:solidFill>
            <a:ln w="0">
              <a:noFill/>
              <a:prstDash val="solid"/>
            </a:ln>
          </p:spPr>
        </p:sp>
        <p:sp>
          <p:nvSpPr>
            <p:cNvPr id="2128" name="dense-strip-11-cell-122">
              <a:extLst>
                <a:ext uri="{FF2B5EF4-FFF2-40B4-BE49-F238E27FC236}">
                  <a16:creationId xmlns:a16="http://schemas.microsoft.com/office/drawing/2014/main" id="{B99413B8-B415-4973-B0C8-E23590AE53B0}"/>
                </a:ext>
              </a:extLst>
            </p:cNvPr>
            <p:cNvSpPr>
              <a:spLocks noGrp="1"/>
            </p:cNvSpPr>
            <p:nvPr/>
          </p:nvSpPr>
          <p:spPr>
            <a:xfrm>
              <a:off x="23116977" y="3676650"/>
              <a:ext cx="15522" cy="133350"/>
            </a:xfrm>
            <a:prstGeom prst="rect">
              <a:avLst/>
            </a:prstGeom>
            <a:solidFill>
              <a:srgbClr val="DCE8ED"/>
            </a:solidFill>
            <a:ln w="0">
              <a:noFill/>
              <a:prstDash val="solid"/>
            </a:ln>
          </p:spPr>
        </p:sp>
        <p:sp>
          <p:nvSpPr>
            <p:cNvPr id="2129" name="dense-strip-11-cell-121">
              <a:extLst>
                <a:ext uri="{FF2B5EF4-FFF2-40B4-BE49-F238E27FC236}">
                  <a16:creationId xmlns:a16="http://schemas.microsoft.com/office/drawing/2014/main" id="{0C44E2EB-E2DC-41C9-BB95-4FF0B1E1E5E3}"/>
                </a:ext>
              </a:extLst>
            </p:cNvPr>
            <p:cNvSpPr>
              <a:spLocks noGrp="1"/>
            </p:cNvSpPr>
            <p:nvPr/>
          </p:nvSpPr>
          <p:spPr>
            <a:xfrm>
              <a:off x="23101598" y="3676650"/>
              <a:ext cx="15522" cy="133350"/>
            </a:xfrm>
            <a:prstGeom prst="rect">
              <a:avLst/>
            </a:prstGeom>
            <a:solidFill>
              <a:srgbClr val="DCE8ED"/>
            </a:solidFill>
            <a:ln w="0">
              <a:noFill/>
              <a:prstDash val="solid"/>
            </a:ln>
          </p:spPr>
        </p:sp>
        <p:sp>
          <p:nvSpPr>
            <p:cNvPr id="2130" name="dense-strip-11-cell-120">
              <a:extLst>
                <a:ext uri="{FF2B5EF4-FFF2-40B4-BE49-F238E27FC236}">
                  <a16:creationId xmlns:a16="http://schemas.microsoft.com/office/drawing/2014/main" id="{17757A33-08C9-4368-AADD-3B49C95BA63F}"/>
                </a:ext>
              </a:extLst>
            </p:cNvPr>
            <p:cNvSpPr>
              <a:spLocks noGrp="1"/>
            </p:cNvSpPr>
            <p:nvPr/>
          </p:nvSpPr>
          <p:spPr>
            <a:xfrm>
              <a:off x="23086219" y="3676650"/>
              <a:ext cx="15522" cy="133350"/>
            </a:xfrm>
            <a:prstGeom prst="rect">
              <a:avLst/>
            </a:prstGeom>
            <a:solidFill>
              <a:srgbClr val="DCE8ED"/>
            </a:solidFill>
            <a:ln w="0">
              <a:noFill/>
              <a:prstDash val="solid"/>
            </a:ln>
          </p:spPr>
        </p:sp>
        <p:sp>
          <p:nvSpPr>
            <p:cNvPr id="2131" name="dense-strip-11-cell-119">
              <a:extLst>
                <a:ext uri="{FF2B5EF4-FFF2-40B4-BE49-F238E27FC236}">
                  <a16:creationId xmlns:a16="http://schemas.microsoft.com/office/drawing/2014/main" id="{65672E07-4069-4E41-BA3D-3925E47CE1B0}"/>
                </a:ext>
              </a:extLst>
            </p:cNvPr>
            <p:cNvSpPr>
              <a:spLocks noGrp="1"/>
            </p:cNvSpPr>
            <p:nvPr/>
          </p:nvSpPr>
          <p:spPr>
            <a:xfrm>
              <a:off x="23070840" y="3676650"/>
              <a:ext cx="15522" cy="133350"/>
            </a:xfrm>
            <a:prstGeom prst="rect">
              <a:avLst/>
            </a:prstGeom>
            <a:solidFill>
              <a:srgbClr val="DCE8ED"/>
            </a:solidFill>
            <a:ln w="0">
              <a:noFill/>
              <a:prstDash val="solid"/>
            </a:ln>
          </p:spPr>
        </p:sp>
        <p:sp>
          <p:nvSpPr>
            <p:cNvPr id="2132" name="dense-strip-11-cell-118">
              <a:extLst>
                <a:ext uri="{FF2B5EF4-FFF2-40B4-BE49-F238E27FC236}">
                  <a16:creationId xmlns:a16="http://schemas.microsoft.com/office/drawing/2014/main" id="{F9BD5EC7-FF04-45F7-B665-5C71AA0F9637}"/>
                </a:ext>
              </a:extLst>
            </p:cNvPr>
            <p:cNvSpPr>
              <a:spLocks noGrp="1"/>
            </p:cNvSpPr>
            <p:nvPr/>
          </p:nvSpPr>
          <p:spPr>
            <a:xfrm>
              <a:off x="23055461" y="3676650"/>
              <a:ext cx="15522" cy="133350"/>
            </a:xfrm>
            <a:prstGeom prst="rect">
              <a:avLst/>
            </a:prstGeom>
            <a:solidFill>
              <a:srgbClr val="DCE8ED"/>
            </a:solidFill>
            <a:ln w="0">
              <a:noFill/>
              <a:prstDash val="solid"/>
            </a:ln>
          </p:spPr>
        </p:sp>
        <p:sp>
          <p:nvSpPr>
            <p:cNvPr id="2133" name="dense-strip-11-cell-117">
              <a:extLst>
                <a:ext uri="{FF2B5EF4-FFF2-40B4-BE49-F238E27FC236}">
                  <a16:creationId xmlns:a16="http://schemas.microsoft.com/office/drawing/2014/main" id="{1507A8E3-6DB7-4322-961E-44D759C9F13D}"/>
                </a:ext>
              </a:extLst>
            </p:cNvPr>
            <p:cNvSpPr>
              <a:spLocks noGrp="1"/>
            </p:cNvSpPr>
            <p:nvPr/>
          </p:nvSpPr>
          <p:spPr>
            <a:xfrm>
              <a:off x="23040082" y="3676650"/>
              <a:ext cx="15522" cy="133350"/>
            </a:xfrm>
            <a:prstGeom prst="rect">
              <a:avLst/>
            </a:prstGeom>
            <a:solidFill>
              <a:srgbClr val="DCE8ED"/>
            </a:solidFill>
            <a:ln w="0">
              <a:noFill/>
              <a:prstDash val="solid"/>
            </a:ln>
          </p:spPr>
        </p:sp>
        <p:sp>
          <p:nvSpPr>
            <p:cNvPr id="2134" name="dense-strip-11-cell-116">
              <a:extLst>
                <a:ext uri="{FF2B5EF4-FFF2-40B4-BE49-F238E27FC236}">
                  <a16:creationId xmlns:a16="http://schemas.microsoft.com/office/drawing/2014/main" id="{E742CE4C-572A-4A85-A1D1-1FB3E777BB84}"/>
                </a:ext>
              </a:extLst>
            </p:cNvPr>
            <p:cNvSpPr>
              <a:spLocks noGrp="1"/>
            </p:cNvSpPr>
            <p:nvPr/>
          </p:nvSpPr>
          <p:spPr>
            <a:xfrm>
              <a:off x="23024703" y="3676650"/>
              <a:ext cx="15522" cy="133350"/>
            </a:xfrm>
            <a:prstGeom prst="rect">
              <a:avLst/>
            </a:prstGeom>
            <a:solidFill>
              <a:srgbClr val="DCE8ED"/>
            </a:solidFill>
            <a:ln w="0">
              <a:noFill/>
              <a:prstDash val="solid"/>
            </a:ln>
          </p:spPr>
        </p:sp>
        <p:sp>
          <p:nvSpPr>
            <p:cNvPr id="2135" name="dense-strip-11-cell-115">
              <a:extLst>
                <a:ext uri="{FF2B5EF4-FFF2-40B4-BE49-F238E27FC236}">
                  <a16:creationId xmlns:a16="http://schemas.microsoft.com/office/drawing/2014/main" id="{7482B06F-C402-4299-96F4-6F19CA03A3FF}"/>
                </a:ext>
              </a:extLst>
            </p:cNvPr>
            <p:cNvSpPr>
              <a:spLocks noGrp="1"/>
            </p:cNvSpPr>
            <p:nvPr/>
          </p:nvSpPr>
          <p:spPr>
            <a:xfrm>
              <a:off x="23009324" y="3676650"/>
              <a:ext cx="15522" cy="133350"/>
            </a:xfrm>
            <a:prstGeom prst="rect">
              <a:avLst/>
            </a:prstGeom>
            <a:solidFill>
              <a:srgbClr val="DCE8ED"/>
            </a:solidFill>
            <a:ln w="0">
              <a:noFill/>
              <a:prstDash val="solid"/>
            </a:ln>
          </p:spPr>
        </p:sp>
        <p:sp>
          <p:nvSpPr>
            <p:cNvPr id="2136" name="dense-strip-11-cell-114">
              <a:extLst>
                <a:ext uri="{FF2B5EF4-FFF2-40B4-BE49-F238E27FC236}">
                  <a16:creationId xmlns:a16="http://schemas.microsoft.com/office/drawing/2014/main" id="{7DDFC94A-1465-4674-8526-DC91628CBC77}"/>
                </a:ext>
              </a:extLst>
            </p:cNvPr>
            <p:cNvSpPr>
              <a:spLocks noGrp="1"/>
            </p:cNvSpPr>
            <p:nvPr/>
          </p:nvSpPr>
          <p:spPr>
            <a:xfrm>
              <a:off x="22993945" y="3676650"/>
              <a:ext cx="15522" cy="133350"/>
            </a:xfrm>
            <a:prstGeom prst="rect">
              <a:avLst/>
            </a:prstGeom>
            <a:solidFill>
              <a:srgbClr val="DCE8ED"/>
            </a:solidFill>
            <a:ln w="0">
              <a:noFill/>
              <a:prstDash val="solid"/>
            </a:ln>
          </p:spPr>
        </p:sp>
        <p:sp>
          <p:nvSpPr>
            <p:cNvPr id="2137" name="dense-strip-11-cell-113">
              <a:extLst>
                <a:ext uri="{FF2B5EF4-FFF2-40B4-BE49-F238E27FC236}">
                  <a16:creationId xmlns:a16="http://schemas.microsoft.com/office/drawing/2014/main" id="{3D2A9862-8900-4074-8C13-53C1C2017FA9}"/>
                </a:ext>
              </a:extLst>
            </p:cNvPr>
            <p:cNvSpPr>
              <a:spLocks noGrp="1"/>
            </p:cNvSpPr>
            <p:nvPr/>
          </p:nvSpPr>
          <p:spPr>
            <a:xfrm>
              <a:off x="22978566" y="3676650"/>
              <a:ext cx="15522" cy="133350"/>
            </a:xfrm>
            <a:prstGeom prst="rect">
              <a:avLst/>
            </a:prstGeom>
            <a:solidFill>
              <a:srgbClr val="DCE8ED"/>
            </a:solidFill>
            <a:ln w="0">
              <a:noFill/>
              <a:prstDash val="solid"/>
            </a:ln>
          </p:spPr>
        </p:sp>
        <p:sp>
          <p:nvSpPr>
            <p:cNvPr id="2138" name="dense-strip-11-cell-112">
              <a:extLst>
                <a:ext uri="{FF2B5EF4-FFF2-40B4-BE49-F238E27FC236}">
                  <a16:creationId xmlns:a16="http://schemas.microsoft.com/office/drawing/2014/main" id="{6039811F-41B5-4750-A8E0-95E0DEE95AF0}"/>
                </a:ext>
              </a:extLst>
            </p:cNvPr>
            <p:cNvSpPr>
              <a:spLocks noGrp="1"/>
            </p:cNvSpPr>
            <p:nvPr/>
          </p:nvSpPr>
          <p:spPr>
            <a:xfrm>
              <a:off x="22963188" y="3676650"/>
              <a:ext cx="15522" cy="133350"/>
            </a:xfrm>
            <a:prstGeom prst="rect">
              <a:avLst/>
            </a:prstGeom>
            <a:solidFill>
              <a:srgbClr val="DCE8ED"/>
            </a:solidFill>
            <a:ln w="0">
              <a:noFill/>
              <a:prstDash val="solid"/>
            </a:ln>
          </p:spPr>
        </p:sp>
        <p:sp>
          <p:nvSpPr>
            <p:cNvPr id="2139" name="dense-strip-11-cell-111">
              <a:extLst>
                <a:ext uri="{FF2B5EF4-FFF2-40B4-BE49-F238E27FC236}">
                  <a16:creationId xmlns:a16="http://schemas.microsoft.com/office/drawing/2014/main" id="{EDC2E629-B4E5-4AA2-B601-089C0B9D6A42}"/>
                </a:ext>
              </a:extLst>
            </p:cNvPr>
            <p:cNvSpPr>
              <a:spLocks noGrp="1"/>
            </p:cNvSpPr>
            <p:nvPr/>
          </p:nvSpPr>
          <p:spPr>
            <a:xfrm>
              <a:off x="22947809" y="3676650"/>
              <a:ext cx="15522" cy="133350"/>
            </a:xfrm>
            <a:prstGeom prst="rect">
              <a:avLst/>
            </a:prstGeom>
            <a:solidFill>
              <a:srgbClr val="DCE8ED"/>
            </a:solidFill>
            <a:ln w="0">
              <a:noFill/>
              <a:prstDash val="solid"/>
            </a:ln>
          </p:spPr>
        </p:sp>
        <p:sp>
          <p:nvSpPr>
            <p:cNvPr id="2140" name="dense-strip-11-cell-110">
              <a:extLst>
                <a:ext uri="{FF2B5EF4-FFF2-40B4-BE49-F238E27FC236}">
                  <a16:creationId xmlns:a16="http://schemas.microsoft.com/office/drawing/2014/main" id="{60650366-5D9C-4826-AA81-98BCCCE2D67B}"/>
                </a:ext>
              </a:extLst>
            </p:cNvPr>
            <p:cNvSpPr>
              <a:spLocks noGrp="1"/>
            </p:cNvSpPr>
            <p:nvPr/>
          </p:nvSpPr>
          <p:spPr>
            <a:xfrm>
              <a:off x="22932430" y="3676650"/>
              <a:ext cx="15522" cy="133350"/>
            </a:xfrm>
            <a:prstGeom prst="rect">
              <a:avLst/>
            </a:prstGeom>
            <a:solidFill>
              <a:srgbClr val="DCE8ED"/>
            </a:solidFill>
            <a:ln w="0">
              <a:noFill/>
              <a:prstDash val="solid"/>
            </a:ln>
          </p:spPr>
        </p:sp>
        <p:sp>
          <p:nvSpPr>
            <p:cNvPr id="2141" name="dense-strip-11-cell-109">
              <a:extLst>
                <a:ext uri="{FF2B5EF4-FFF2-40B4-BE49-F238E27FC236}">
                  <a16:creationId xmlns:a16="http://schemas.microsoft.com/office/drawing/2014/main" id="{2DE4E125-0837-4398-964B-50162AFD90DD}"/>
                </a:ext>
              </a:extLst>
            </p:cNvPr>
            <p:cNvSpPr>
              <a:spLocks noGrp="1"/>
            </p:cNvSpPr>
            <p:nvPr/>
          </p:nvSpPr>
          <p:spPr>
            <a:xfrm>
              <a:off x="22917051" y="3676650"/>
              <a:ext cx="15522" cy="133350"/>
            </a:xfrm>
            <a:prstGeom prst="rect">
              <a:avLst/>
            </a:prstGeom>
            <a:solidFill>
              <a:srgbClr val="DCE8ED"/>
            </a:solidFill>
            <a:ln w="0">
              <a:noFill/>
              <a:prstDash val="solid"/>
            </a:ln>
          </p:spPr>
        </p:sp>
        <p:sp>
          <p:nvSpPr>
            <p:cNvPr id="2142" name="dense-strip-11-cell-108">
              <a:extLst>
                <a:ext uri="{FF2B5EF4-FFF2-40B4-BE49-F238E27FC236}">
                  <a16:creationId xmlns:a16="http://schemas.microsoft.com/office/drawing/2014/main" id="{A31E1582-9BE0-4231-8F86-7F9D0063CDFC}"/>
                </a:ext>
              </a:extLst>
            </p:cNvPr>
            <p:cNvSpPr>
              <a:spLocks noGrp="1"/>
            </p:cNvSpPr>
            <p:nvPr/>
          </p:nvSpPr>
          <p:spPr>
            <a:xfrm>
              <a:off x="22901672" y="3676650"/>
              <a:ext cx="15522" cy="133350"/>
            </a:xfrm>
            <a:prstGeom prst="rect">
              <a:avLst/>
            </a:prstGeom>
            <a:solidFill>
              <a:srgbClr val="DCE8ED"/>
            </a:solidFill>
            <a:ln w="0">
              <a:noFill/>
              <a:prstDash val="solid"/>
            </a:ln>
          </p:spPr>
        </p:sp>
        <p:sp>
          <p:nvSpPr>
            <p:cNvPr id="2143" name="dense-strip-11-cell-107">
              <a:extLst>
                <a:ext uri="{FF2B5EF4-FFF2-40B4-BE49-F238E27FC236}">
                  <a16:creationId xmlns:a16="http://schemas.microsoft.com/office/drawing/2014/main" id="{10F550D8-CA55-4AF9-8C13-67EAC36887B2}"/>
                </a:ext>
              </a:extLst>
            </p:cNvPr>
            <p:cNvSpPr>
              <a:spLocks noGrp="1"/>
            </p:cNvSpPr>
            <p:nvPr/>
          </p:nvSpPr>
          <p:spPr>
            <a:xfrm>
              <a:off x="22886293" y="3676650"/>
              <a:ext cx="15522" cy="133350"/>
            </a:xfrm>
            <a:prstGeom prst="rect">
              <a:avLst/>
            </a:prstGeom>
            <a:solidFill>
              <a:srgbClr val="79B3D2"/>
            </a:solidFill>
            <a:ln w="0">
              <a:noFill/>
              <a:prstDash val="solid"/>
            </a:ln>
          </p:spPr>
        </p:sp>
        <p:sp>
          <p:nvSpPr>
            <p:cNvPr id="2144" name="dense-strip-11-cell-106">
              <a:extLst>
                <a:ext uri="{FF2B5EF4-FFF2-40B4-BE49-F238E27FC236}">
                  <a16:creationId xmlns:a16="http://schemas.microsoft.com/office/drawing/2014/main" id="{F37E1433-5FFE-4D87-9523-888F85206711}"/>
                </a:ext>
              </a:extLst>
            </p:cNvPr>
            <p:cNvSpPr>
              <a:spLocks noGrp="1"/>
            </p:cNvSpPr>
            <p:nvPr/>
          </p:nvSpPr>
          <p:spPr>
            <a:xfrm>
              <a:off x="22870914" y="3676650"/>
              <a:ext cx="15522" cy="133350"/>
            </a:xfrm>
            <a:prstGeom prst="rect">
              <a:avLst/>
            </a:prstGeom>
            <a:solidFill>
              <a:srgbClr val="3B92C2"/>
            </a:solidFill>
            <a:ln w="0">
              <a:noFill/>
              <a:prstDash val="solid"/>
            </a:ln>
          </p:spPr>
        </p:sp>
        <p:sp>
          <p:nvSpPr>
            <p:cNvPr id="2145" name="dense-strip-11-cell-105">
              <a:extLst>
                <a:ext uri="{FF2B5EF4-FFF2-40B4-BE49-F238E27FC236}">
                  <a16:creationId xmlns:a16="http://schemas.microsoft.com/office/drawing/2014/main" id="{CD7712A8-5A3A-4B3D-B1EF-BA865A82DF49}"/>
                </a:ext>
              </a:extLst>
            </p:cNvPr>
            <p:cNvSpPr>
              <a:spLocks noGrp="1"/>
            </p:cNvSpPr>
            <p:nvPr/>
          </p:nvSpPr>
          <p:spPr>
            <a:xfrm>
              <a:off x="22855535" y="3676650"/>
              <a:ext cx="15522" cy="133350"/>
            </a:xfrm>
            <a:prstGeom prst="rect">
              <a:avLst/>
            </a:prstGeom>
            <a:solidFill>
              <a:srgbClr val="2A89BD"/>
            </a:solidFill>
            <a:ln w="0">
              <a:noFill/>
              <a:prstDash val="solid"/>
            </a:ln>
          </p:spPr>
        </p:sp>
        <p:sp>
          <p:nvSpPr>
            <p:cNvPr id="2146" name="dense-strip-11-cell-104">
              <a:extLst>
                <a:ext uri="{FF2B5EF4-FFF2-40B4-BE49-F238E27FC236}">
                  <a16:creationId xmlns:a16="http://schemas.microsoft.com/office/drawing/2014/main" id="{3AB92A0F-402A-47C7-87A1-C69EDD6C37D7}"/>
                </a:ext>
              </a:extLst>
            </p:cNvPr>
            <p:cNvSpPr>
              <a:spLocks noGrp="1"/>
            </p:cNvSpPr>
            <p:nvPr/>
          </p:nvSpPr>
          <p:spPr>
            <a:xfrm>
              <a:off x="22840156" y="3676650"/>
              <a:ext cx="15522" cy="133350"/>
            </a:xfrm>
            <a:prstGeom prst="rect">
              <a:avLst/>
            </a:prstGeom>
            <a:solidFill>
              <a:srgbClr val="1F83BA"/>
            </a:solidFill>
            <a:ln w="0">
              <a:noFill/>
              <a:prstDash val="solid"/>
            </a:ln>
          </p:spPr>
        </p:sp>
        <p:sp>
          <p:nvSpPr>
            <p:cNvPr id="2147" name="dense-strip-11-cell-103">
              <a:extLst>
                <a:ext uri="{FF2B5EF4-FFF2-40B4-BE49-F238E27FC236}">
                  <a16:creationId xmlns:a16="http://schemas.microsoft.com/office/drawing/2014/main" id="{438809A3-58B0-4218-B199-80EDDB7A640A}"/>
                </a:ext>
              </a:extLst>
            </p:cNvPr>
            <p:cNvSpPr>
              <a:spLocks noGrp="1"/>
            </p:cNvSpPr>
            <p:nvPr/>
          </p:nvSpPr>
          <p:spPr>
            <a:xfrm>
              <a:off x="22824777" y="3676650"/>
              <a:ext cx="15522" cy="133350"/>
            </a:xfrm>
            <a:prstGeom prst="rect">
              <a:avLst/>
            </a:prstGeom>
            <a:solidFill>
              <a:srgbClr val="147DB7"/>
            </a:solidFill>
            <a:ln w="0">
              <a:noFill/>
              <a:prstDash val="solid"/>
            </a:ln>
          </p:spPr>
        </p:sp>
        <p:sp>
          <p:nvSpPr>
            <p:cNvPr id="2148" name="dense-strip-11-cell-102">
              <a:extLst>
                <a:ext uri="{FF2B5EF4-FFF2-40B4-BE49-F238E27FC236}">
                  <a16:creationId xmlns:a16="http://schemas.microsoft.com/office/drawing/2014/main" id="{3E9DA31D-E39E-4F81-98AA-A714F7146560}"/>
                </a:ext>
              </a:extLst>
            </p:cNvPr>
            <p:cNvSpPr>
              <a:spLocks noGrp="1"/>
            </p:cNvSpPr>
            <p:nvPr/>
          </p:nvSpPr>
          <p:spPr>
            <a:xfrm>
              <a:off x="22809398" y="3676650"/>
              <a:ext cx="15522" cy="133350"/>
            </a:xfrm>
            <a:prstGeom prst="rect">
              <a:avLst/>
            </a:prstGeom>
            <a:solidFill>
              <a:srgbClr val="0A7BAF"/>
            </a:solidFill>
            <a:ln w="0">
              <a:noFill/>
              <a:prstDash val="solid"/>
            </a:ln>
          </p:spPr>
        </p:sp>
        <p:sp>
          <p:nvSpPr>
            <p:cNvPr id="2149" name="dense-strip-11-cell-101">
              <a:extLst>
                <a:ext uri="{FF2B5EF4-FFF2-40B4-BE49-F238E27FC236}">
                  <a16:creationId xmlns:a16="http://schemas.microsoft.com/office/drawing/2014/main" id="{A72965DF-668D-475D-BE23-0FF3A4E80CD1}"/>
                </a:ext>
              </a:extLst>
            </p:cNvPr>
            <p:cNvSpPr>
              <a:spLocks noGrp="1"/>
            </p:cNvSpPr>
            <p:nvPr/>
          </p:nvSpPr>
          <p:spPr>
            <a:xfrm>
              <a:off x="22794020" y="3676650"/>
              <a:ext cx="15522" cy="133350"/>
            </a:xfrm>
            <a:prstGeom prst="rect">
              <a:avLst/>
            </a:prstGeom>
            <a:solidFill>
              <a:srgbClr val="0374B3"/>
            </a:solidFill>
            <a:ln w="0">
              <a:noFill/>
              <a:prstDash val="solid"/>
            </a:ln>
          </p:spPr>
        </p:sp>
        <p:sp>
          <p:nvSpPr>
            <p:cNvPr id="2150" name="dense-strip-11-cell-100">
              <a:extLst>
                <a:ext uri="{FF2B5EF4-FFF2-40B4-BE49-F238E27FC236}">
                  <a16:creationId xmlns:a16="http://schemas.microsoft.com/office/drawing/2014/main" id="{826D0A8F-F7F6-4E83-80AE-8E0C64BCDC14}"/>
                </a:ext>
              </a:extLst>
            </p:cNvPr>
            <p:cNvSpPr>
              <a:spLocks noGrp="1"/>
            </p:cNvSpPr>
            <p:nvPr/>
          </p:nvSpPr>
          <p:spPr>
            <a:xfrm>
              <a:off x="22778641" y="3676650"/>
              <a:ext cx="15522" cy="133350"/>
            </a:xfrm>
            <a:prstGeom prst="rect">
              <a:avLst/>
            </a:prstGeom>
            <a:solidFill>
              <a:srgbClr val="0077AA"/>
            </a:solidFill>
            <a:ln w="0">
              <a:noFill/>
              <a:prstDash val="solid"/>
            </a:ln>
          </p:spPr>
        </p:sp>
        <p:sp>
          <p:nvSpPr>
            <p:cNvPr id="2151" name="dense-strip-11-cell-99">
              <a:extLst>
                <a:ext uri="{FF2B5EF4-FFF2-40B4-BE49-F238E27FC236}">
                  <a16:creationId xmlns:a16="http://schemas.microsoft.com/office/drawing/2014/main" id="{EBB75A22-F946-4274-A943-16B4D7CC9185}"/>
                </a:ext>
              </a:extLst>
            </p:cNvPr>
            <p:cNvSpPr>
              <a:spLocks noGrp="1"/>
            </p:cNvSpPr>
            <p:nvPr/>
          </p:nvSpPr>
          <p:spPr>
            <a:xfrm>
              <a:off x="22763262" y="3676650"/>
              <a:ext cx="15522" cy="133350"/>
            </a:xfrm>
            <a:prstGeom prst="rect">
              <a:avLst/>
            </a:prstGeom>
            <a:solidFill>
              <a:srgbClr val="0077AB"/>
            </a:solidFill>
            <a:ln w="0">
              <a:noFill/>
              <a:prstDash val="solid"/>
            </a:ln>
          </p:spPr>
        </p:sp>
        <p:sp>
          <p:nvSpPr>
            <p:cNvPr id="2152" name="dense-strip-11-cell-98">
              <a:extLst>
                <a:ext uri="{FF2B5EF4-FFF2-40B4-BE49-F238E27FC236}">
                  <a16:creationId xmlns:a16="http://schemas.microsoft.com/office/drawing/2014/main" id="{A56B27CC-83D3-43EC-A255-56D7DCA8ECC1}"/>
                </a:ext>
              </a:extLst>
            </p:cNvPr>
            <p:cNvSpPr>
              <a:spLocks noGrp="1"/>
            </p:cNvSpPr>
            <p:nvPr/>
          </p:nvSpPr>
          <p:spPr>
            <a:xfrm>
              <a:off x="22747883" y="3676650"/>
              <a:ext cx="15522" cy="133350"/>
            </a:xfrm>
            <a:prstGeom prst="rect">
              <a:avLst/>
            </a:prstGeom>
            <a:solidFill>
              <a:srgbClr val="0077AB"/>
            </a:solidFill>
            <a:ln w="0">
              <a:noFill/>
              <a:prstDash val="solid"/>
            </a:ln>
          </p:spPr>
        </p:sp>
        <p:sp>
          <p:nvSpPr>
            <p:cNvPr id="2153" name="dense-strip-11-cell-97">
              <a:extLst>
                <a:ext uri="{FF2B5EF4-FFF2-40B4-BE49-F238E27FC236}">
                  <a16:creationId xmlns:a16="http://schemas.microsoft.com/office/drawing/2014/main" id="{48D922E7-CC3B-4890-8E1E-9FA735F661F9}"/>
                </a:ext>
              </a:extLst>
            </p:cNvPr>
            <p:cNvSpPr>
              <a:spLocks noGrp="1"/>
            </p:cNvSpPr>
            <p:nvPr/>
          </p:nvSpPr>
          <p:spPr>
            <a:xfrm>
              <a:off x="22732504" y="3676650"/>
              <a:ext cx="15522" cy="133350"/>
            </a:xfrm>
            <a:prstGeom prst="rect">
              <a:avLst/>
            </a:prstGeom>
            <a:solidFill>
              <a:srgbClr val="0077AB"/>
            </a:solidFill>
            <a:ln w="0">
              <a:noFill/>
              <a:prstDash val="solid"/>
            </a:ln>
          </p:spPr>
        </p:sp>
        <p:sp>
          <p:nvSpPr>
            <p:cNvPr id="2154" name="dense-strip-11-cell-96">
              <a:extLst>
                <a:ext uri="{FF2B5EF4-FFF2-40B4-BE49-F238E27FC236}">
                  <a16:creationId xmlns:a16="http://schemas.microsoft.com/office/drawing/2014/main" id="{8F4889F8-4420-4239-B189-070BE0569D7B}"/>
                </a:ext>
              </a:extLst>
            </p:cNvPr>
            <p:cNvSpPr>
              <a:spLocks noGrp="1"/>
            </p:cNvSpPr>
            <p:nvPr/>
          </p:nvSpPr>
          <p:spPr>
            <a:xfrm>
              <a:off x="22717125" y="3676650"/>
              <a:ext cx="15522" cy="133350"/>
            </a:xfrm>
            <a:prstGeom prst="rect">
              <a:avLst/>
            </a:prstGeom>
            <a:solidFill>
              <a:srgbClr val="0077AB"/>
            </a:solidFill>
            <a:ln w="0">
              <a:noFill/>
              <a:prstDash val="solid"/>
            </a:ln>
          </p:spPr>
        </p:sp>
        <p:sp>
          <p:nvSpPr>
            <p:cNvPr id="2155" name="dense-strip-11-cell-95">
              <a:extLst>
                <a:ext uri="{FF2B5EF4-FFF2-40B4-BE49-F238E27FC236}">
                  <a16:creationId xmlns:a16="http://schemas.microsoft.com/office/drawing/2014/main" id="{F70DFA78-2852-4823-B1AC-F8AE03D4ACA6}"/>
                </a:ext>
              </a:extLst>
            </p:cNvPr>
            <p:cNvSpPr>
              <a:spLocks noGrp="1"/>
            </p:cNvSpPr>
            <p:nvPr/>
          </p:nvSpPr>
          <p:spPr>
            <a:xfrm>
              <a:off x="22701746" y="3676650"/>
              <a:ext cx="15522" cy="133350"/>
            </a:xfrm>
            <a:prstGeom prst="rect">
              <a:avLst/>
            </a:prstGeom>
            <a:solidFill>
              <a:srgbClr val="0077AB"/>
            </a:solidFill>
            <a:ln w="0">
              <a:noFill/>
              <a:prstDash val="solid"/>
            </a:ln>
          </p:spPr>
        </p:sp>
        <p:sp>
          <p:nvSpPr>
            <p:cNvPr id="2156" name="dense-strip-11-cell-94">
              <a:extLst>
                <a:ext uri="{FF2B5EF4-FFF2-40B4-BE49-F238E27FC236}">
                  <a16:creationId xmlns:a16="http://schemas.microsoft.com/office/drawing/2014/main" id="{B74D5DDE-37BC-4E26-B3B8-9D9358719331}"/>
                </a:ext>
              </a:extLst>
            </p:cNvPr>
            <p:cNvSpPr>
              <a:spLocks noGrp="1"/>
            </p:cNvSpPr>
            <p:nvPr/>
          </p:nvSpPr>
          <p:spPr>
            <a:xfrm>
              <a:off x="22686367" y="3676650"/>
              <a:ext cx="15522" cy="133350"/>
            </a:xfrm>
            <a:prstGeom prst="rect">
              <a:avLst/>
            </a:prstGeom>
            <a:solidFill>
              <a:srgbClr val="0077AB"/>
            </a:solidFill>
            <a:ln w="0">
              <a:noFill/>
              <a:prstDash val="solid"/>
            </a:ln>
          </p:spPr>
        </p:sp>
        <p:sp>
          <p:nvSpPr>
            <p:cNvPr id="2157" name="dense-strip-11-cell-93">
              <a:extLst>
                <a:ext uri="{FF2B5EF4-FFF2-40B4-BE49-F238E27FC236}">
                  <a16:creationId xmlns:a16="http://schemas.microsoft.com/office/drawing/2014/main" id="{BCDAE644-79D1-4153-B7BD-99685845803D}"/>
                </a:ext>
              </a:extLst>
            </p:cNvPr>
            <p:cNvSpPr>
              <a:spLocks noGrp="1"/>
            </p:cNvSpPr>
            <p:nvPr/>
          </p:nvSpPr>
          <p:spPr>
            <a:xfrm>
              <a:off x="22670988" y="3676650"/>
              <a:ext cx="15522" cy="133350"/>
            </a:xfrm>
            <a:prstGeom prst="rect">
              <a:avLst/>
            </a:prstGeom>
            <a:solidFill>
              <a:srgbClr val="0077AB"/>
            </a:solidFill>
            <a:ln w="0">
              <a:noFill/>
              <a:prstDash val="solid"/>
            </a:ln>
          </p:spPr>
        </p:sp>
        <p:sp>
          <p:nvSpPr>
            <p:cNvPr id="2158" name="dense-strip-11-cell-92">
              <a:extLst>
                <a:ext uri="{FF2B5EF4-FFF2-40B4-BE49-F238E27FC236}">
                  <a16:creationId xmlns:a16="http://schemas.microsoft.com/office/drawing/2014/main" id="{5E6E619F-3A28-4355-92F6-E9B98B86AB67}"/>
                </a:ext>
              </a:extLst>
            </p:cNvPr>
            <p:cNvSpPr>
              <a:spLocks noGrp="1"/>
            </p:cNvSpPr>
            <p:nvPr/>
          </p:nvSpPr>
          <p:spPr>
            <a:xfrm>
              <a:off x="22655609" y="3676650"/>
              <a:ext cx="15522" cy="133350"/>
            </a:xfrm>
            <a:prstGeom prst="rect">
              <a:avLst/>
            </a:prstGeom>
            <a:solidFill>
              <a:srgbClr val="0077AB"/>
            </a:solidFill>
            <a:ln w="0">
              <a:noFill/>
              <a:prstDash val="solid"/>
            </a:ln>
          </p:spPr>
        </p:sp>
        <p:sp>
          <p:nvSpPr>
            <p:cNvPr id="2159" name="dense-strip-11-cell-91">
              <a:extLst>
                <a:ext uri="{FF2B5EF4-FFF2-40B4-BE49-F238E27FC236}">
                  <a16:creationId xmlns:a16="http://schemas.microsoft.com/office/drawing/2014/main" id="{22CADF96-8630-498E-AF31-FB9253E1879E}"/>
                </a:ext>
              </a:extLst>
            </p:cNvPr>
            <p:cNvSpPr>
              <a:spLocks noGrp="1"/>
            </p:cNvSpPr>
            <p:nvPr/>
          </p:nvSpPr>
          <p:spPr>
            <a:xfrm>
              <a:off x="22640230" y="3676650"/>
              <a:ext cx="15522" cy="133350"/>
            </a:xfrm>
            <a:prstGeom prst="rect">
              <a:avLst/>
            </a:prstGeom>
            <a:solidFill>
              <a:srgbClr val="0177AC"/>
            </a:solidFill>
            <a:ln w="0">
              <a:noFill/>
              <a:prstDash val="solid"/>
            </a:ln>
          </p:spPr>
        </p:sp>
        <p:sp>
          <p:nvSpPr>
            <p:cNvPr id="2160" name="dense-strip-11-cell-90">
              <a:extLst>
                <a:ext uri="{FF2B5EF4-FFF2-40B4-BE49-F238E27FC236}">
                  <a16:creationId xmlns:a16="http://schemas.microsoft.com/office/drawing/2014/main" id="{7A63D81F-66BC-4C50-A6EC-7B02494F2DED}"/>
                </a:ext>
              </a:extLst>
            </p:cNvPr>
            <p:cNvSpPr>
              <a:spLocks noGrp="1"/>
            </p:cNvSpPr>
            <p:nvPr/>
          </p:nvSpPr>
          <p:spPr>
            <a:xfrm>
              <a:off x="22624852" y="3676650"/>
              <a:ext cx="15522" cy="133350"/>
            </a:xfrm>
            <a:prstGeom prst="rect">
              <a:avLst/>
            </a:prstGeom>
            <a:solidFill>
              <a:srgbClr val="097BAD"/>
            </a:solidFill>
            <a:ln w="0">
              <a:noFill/>
              <a:prstDash val="solid"/>
            </a:ln>
          </p:spPr>
        </p:sp>
        <p:sp>
          <p:nvSpPr>
            <p:cNvPr id="2161" name="dense-strip-11-cell-89">
              <a:extLst>
                <a:ext uri="{FF2B5EF4-FFF2-40B4-BE49-F238E27FC236}">
                  <a16:creationId xmlns:a16="http://schemas.microsoft.com/office/drawing/2014/main" id="{A886641A-B127-40C4-B273-EF44ADFE741A}"/>
                </a:ext>
              </a:extLst>
            </p:cNvPr>
            <p:cNvSpPr>
              <a:spLocks noGrp="1"/>
            </p:cNvSpPr>
            <p:nvPr/>
          </p:nvSpPr>
          <p:spPr>
            <a:xfrm>
              <a:off x="22609473" y="3676650"/>
              <a:ext cx="15522" cy="133350"/>
            </a:xfrm>
            <a:prstGeom prst="rect">
              <a:avLst/>
            </a:prstGeom>
            <a:solidFill>
              <a:srgbClr val="1E85B1"/>
            </a:solidFill>
            <a:ln w="0">
              <a:noFill/>
              <a:prstDash val="solid"/>
            </a:ln>
          </p:spPr>
        </p:sp>
        <p:sp>
          <p:nvSpPr>
            <p:cNvPr id="2162" name="dense-strip-11-cell-88">
              <a:extLst>
                <a:ext uri="{FF2B5EF4-FFF2-40B4-BE49-F238E27FC236}">
                  <a16:creationId xmlns:a16="http://schemas.microsoft.com/office/drawing/2014/main" id="{94E96BA7-E7B7-4452-8B73-47B6C118BFA6}"/>
                </a:ext>
              </a:extLst>
            </p:cNvPr>
            <p:cNvSpPr>
              <a:spLocks noGrp="1"/>
            </p:cNvSpPr>
            <p:nvPr/>
          </p:nvSpPr>
          <p:spPr>
            <a:xfrm>
              <a:off x="22594094" y="3676650"/>
              <a:ext cx="15522" cy="133350"/>
            </a:xfrm>
            <a:prstGeom prst="rect">
              <a:avLst/>
            </a:prstGeom>
            <a:solidFill>
              <a:srgbClr val="3D97BC"/>
            </a:solidFill>
            <a:ln w="0">
              <a:noFill/>
              <a:prstDash val="solid"/>
            </a:ln>
          </p:spPr>
        </p:sp>
        <p:sp>
          <p:nvSpPr>
            <p:cNvPr id="2163" name="dense-strip-11-cell-87">
              <a:extLst>
                <a:ext uri="{FF2B5EF4-FFF2-40B4-BE49-F238E27FC236}">
                  <a16:creationId xmlns:a16="http://schemas.microsoft.com/office/drawing/2014/main" id="{8DE84EE8-31EB-4DB7-AA87-72BAA24435A0}"/>
                </a:ext>
              </a:extLst>
            </p:cNvPr>
            <p:cNvSpPr>
              <a:spLocks noGrp="1"/>
            </p:cNvSpPr>
            <p:nvPr/>
          </p:nvSpPr>
          <p:spPr>
            <a:xfrm>
              <a:off x="22578715" y="3676650"/>
              <a:ext cx="15522" cy="133350"/>
            </a:xfrm>
            <a:prstGeom prst="rect">
              <a:avLst/>
            </a:prstGeom>
            <a:solidFill>
              <a:srgbClr val="66ADC7"/>
            </a:solidFill>
            <a:ln w="0">
              <a:noFill/>
              <a:prstDash val="solid"/>
            </a:ln>
          </p:spPr>
        </p:sp>
        <p:sp>
          <p:nvSpPr>
            <p:cNvPr id="2164" name="dense-strip-11-cell-86">
              <a:extLst>
                <a:ext uri="{FF2B5EF4-FFF2-40B4-BE49-F238E27FC236}">
                  <a16:creationId xmlns:a16="http://schemas.microsoft.com/office/drawing/2014/main" id="{7FC0532D-97B7-4C14-98D7-841818337857}"/>
                </a:ext>
              </a:extLst>
            </p:cNvPr>
            <p:cNvSpPr>
              <a:spLocks noGrp="1"/>
            </p:cNvSpPr>
            <p:nvPr/>
          </p:nvSpPr>
          <p:spPr>
            <a:xfrm>
              <a:off x="22563336" y="3676650"/>
              <a:ext cx="15522" cy="133350"/>
            </a:xfrm>
            <a:prstGeom prst="rect">
              <a:avLst/>
            </a:prstGeom>
            <a:solidFill>
              <a:srgbClr val="72B6BA"/>
            </a:solidFill>
            <a:ln w="0">
              <a:noFill/>
              <a:prstDash val="solid"/>
            </a:ln>
          </p:spPr>
        </p:sp>
        <p:sp>
          <p:nvSpPr>
            <p:cNvPr id="2165" name="dense-strip-11-cell-85">
              <a:extLst>
                <a:ext uri="{FF2B5EF4-FFF2-40B4-BE49-F238E27FC236}">
                  <a16:creationId xmlns:a16="http://schemas.microsoft.com/office/drawing/2014/main" id="{C02CFAAA-E8A4-4D20-884F-12CEFBE72D1C}"/>
                </a:ext>
              </a:extLst>
            </p:cNvPr>
            <p:cNvSpPr>
              <a:spLocks noGrp="1"/>
            </p:cNvSpPr>
            <p:nvPr/>
          </p:nvSpPr>
          <p:spPr>
            <a:xfrm>
              <a:off x="22547957" y="3676650"/>
              <a:ext cx="15522" cy="133350"/>
            </a:xfrm>
            <a:prstGeom prst="rect">
              <a:avLst/>
            </a:prstGeom>
            <a:solidFill>
              <a:srgbClr val="6EBDB1"/>
            </a:solidFill>
            <a:ln w="0">
              <a:noFill/>
              <a:prstDash val="solid"/>
            </a:ln>
          </p:spPr>
        </p:sp>
        <p:sp>
          <p:nvSpPr>
            <p:cNvPr id="2166" name="dense-strip-11-cell-84">
              <a:extLst>
                <a:ext uri="{FF2B5EF4-FFF2-40B4-BE49-F238E27FC236}">
                  <a16:creationId xmlns:a16="http://schemas.microsoft.com/office/drawing/2014/main" id="{02A21107-51C2-474D-A01E-9AAA6FC574DC}"/>
                </a:ext>
              </a:extLst>
            </p:cNvPr>
            <p:cNvSpPr>
              <a:spLocks noGrp="1"/>
            </p:cNvSpPr>
            <p:nvPr/>
          </p:nvSpPr>
          <p:spPr>
            <a:xfrm>
              <a:off x="22532578" y="3676650"/>
              <a:ext cx="15522" cy="133350"/>
            </a:xfrm>
            <a:prstGeom prst="rect">
              <a:avLst/>
            </a:prstGeom>
            <a:solidFill>
              <a:srgbClr val="55BAA3"/>
            </a:solidFill>
            <a:ln w="0">
              <a:noFill/>
              <a:prstDash val="solid"/>
            </a:ln>
          </p:spPr>
        </p:sp>
        <p:sp>
          <p:nvSpPr>
            <p:cNvPr id="2167" name="dense-strip-11-cell-83">
              <a:extLst>
                <a:ext uri="{FF2B5EF4-FFF2-40B4-BE49-F238E27FC236}">
                  <a16:creationId xmlns:a16="http://schemas.microsoft.com/office/drawing/2014/main" id="{D2F90CB5-1C7F-4C29-93BE-9AD573522329}"/>
                </a:ext>
              </a:extLst>
            </p:cNvPr>
            <p:cNvSpPr>
              <a:spLocks noGrp="1"/>
            </p:cNvSpPr>
            <p:nvPr/>
          </p:nvSpPr>
          <p:spPr>
            <a:xfrm>
              <a:off x="22517199" y="3676650"/>
              <a:ext cx="15522" cy="133350"/>
            </a:xfrm>
            <a:prstGeom prst="rect">
              <a:avLst/>
            </a:prstGeom>
            <a:solidFill>
              <a:srgbClr val="3BB294"/>
            </a:solidFill>
            <a:ln w="0">
              <a:noFill/>
              <a:prstDash val="solid"/>
            </a:ln>
          </p:spPr>
        </p:sp>
        <p:sp>
          <p:nvSpPr>
            <p:cNvPr id="2168" name="dense-strip-11-cell-82">
              <a:extLst>
                <a:ext uri="{FF2B5EF4-FFF2-40B4-BE49-F238E27FC236}">
                  <a16:creationId xmlns:a16="http://schemas.microsoft.com/office/drawing/2014/main" id="{FA1F4F1C-63C9-4658-A257-CDAB91CD46CB}"/>
                </a:ext>
              </a:extLst>
            </p:cNvPr>
            <p:cNvSpPr>
              <a:spLocks noGrp="1"/>
            </p:cNvSpPr>
            <p:nvPr/>
          </p:nvSpPr>
          <p:spPr>
            <a:xfrm>
              <a:off x="22501820" y="3676650"/>
              <a:ext cx="15522" cy="133350"/>
            </a:xfrm>
            <a:prstGeom prst="rect">
              <a:avLst/>
            </a:prstGeom>
            <a:solidFill>
              <a:srgbClr val="27AB89"/>
            </a:solidFill>
            <a:ln w="0">
              <a:noFill/>
              <a:prstDash val="solid"/>
            </a:ln>
          </p:spPr>
        </p:sp>
        <p:sp>
          <p:nvSpPr>
            <p:cNvPr id="2169" name="dense-strip-11-cell-81">
              <a:extLst>
                <a:ext uri="{FF2B5EF4-FFF2-40B4-BE49-F238E27FC236}">
                  <a16:creationId xmlns:a16="http://schemas.microsoft.com/office/drawing/2014/main" id="{1D0E6CCB-B688-4628-B29A-F5009CE527CC}"/>
                </a:ext>
              </a:extLst>
            </p:cNvPr>
            <p:cNvSpPr>
              <a:spLocks noGrp="1"/>
            </p:cNvSpPr>
            <p:nvPr/>
          </p:nvSpPr>
          <p:spPr>
            <a:xfrm>
              <a:off x="22486441" y="3676650"/>
              <a:ext cx="15522" cy="133350"/>
            </a:xfrm>
            <a:prstGeom prst="rect">
              <a:avLst/>
            </a:prstGeom>
            <a:solidFill>
              <a:srgbClr val="20A985"/>
            </a:solidFill>
            <a:ln w="0">
              <a:noFill/>
              <a:prstDash val="solid"/>
            </a:ln>
          </p:spPr>
        </p:sp>
        <p:sp>
          <p:nvSpPr>
            <p:cNvPr id="2170" name="dense-strip-11-cell-80">
              <a:extLst>
                <a:ext uri="{FF2B5EF4-FFF2-40B4-BE49-F238E27FC236}">
                  <a16:creationId xmlns:a16="http://schemas.microsoft.com/office/drawing/2014/main" id="{D875CFB0-69CB-48B5-AF62-65078D7E44B5}"/>
                </a:ext>
              </a:extLst>
            </p:cNvPr>
            <p:cNvSpPr>
              <a:spLocks noGrp="1"/>
            </p:cNvSpPr>
            <p:nvPr/>
          </p:nvSpPr>
          <p:spPr>
            <a:xfrm>
              <a:off x="22471063" y="3676650"/>
              <a:ext cx="15522" cy="133350"/>
            </a:xfrm>
            <a:prstGeom prst="rect">
              <a:avLst/>
            </a:prstGeom>
            <a:solidFill>
              <a:srgbClr val="20A985"/>
            </a:solidFill>
            <a:ln w="0">
              <a:noFill/>
              <a:prstDash val="solid"/>
            </a:ln>
          </p:spPr>
        </p:sp>
        <p:sp>
          <p:nvSpPr>
            <p:cNvPr id="2171" name="dense-strip-11-cell-79">
              <a:extLst>
                <a:ext uri="{FF2B5EF4-FFF2-40B4-BE49-F238E27FC236}">
                  <a16:creationId xmlns:a16="http://schemas.microsoft.com/office/drawing/2014/main" id="{909A6E28-5C23-4024-AD10-372F1319E8CC}"/>
                </a:ext>
              </a:extLst>
            </p:cNvPr>
            <p:cNvSpPr>
              <a:spLocks noGrp="1"/>
            </p:cNvSpPr>
            <p:nvPr/>
          </p:nvSpPr>
          <p:spPr>
            <a:xfrm>
              <a:off x="22455684" y="3676650"/>
              <a:ext cx="15522" cy="133350"/>
            </a:xfrm>
            <a:prstGeom prst="rect">
              <a:avLst/>
            </a:prstGeom>
            <a:solidFill>
              <a:srgbClr val="20A985"/>
            </a:solidFill>
            <a:ln w="0">
              <a:noFill/>
              <a:prstDash val="solid"/>
            </a:ln>
          </p:spPr>
        </p:sp>
        <p:sp>
          <p:nvSpPr>
            <p:cNvPr id="2172" name="dense-strip-11-cell-78">
              <a:extLst>
                <a:ext uri="{FF2B5EF4-FFF2-40B4-BE49-F238E27FC236}">
                  <a16:creationId xmlns:a16="http://schemas.microsoft.com/office/drawing/2014/main" id="{89FA24B3-7DD8-454C-98D1-9C647131A726}"/>
                </a:ext>
              </a:extLst>
            </p:cNvPr>
            <p:cNvSpPr>
              <a:spLocks noGrp="1"/>
            </p:cNvSpPr>
            <p:nvPr/>
          </p:nvSpPr>
          <p:spPr>
            <a:xfrm>
              <a:off x="22440305" y="3676650"/>
              <a:ext cx="15522" cy="133350"/>
            </a:xfrm>
            <a:prstGeom prst="rect">
              <a:avLst/>
            </a:prstGeom>
            <a:solidFill>
              <a:srgbClr val="20A985"/>
            </a:solidFill>
            <a:ln w="0">
              <a:noFill/>
              <a:prstDash val="solid"/>
            </a:ln>
          </p:spPr>
        </p:sp>
        <p:sp>
          <p:nvSpPr>
            <p:cNvPr id="2173" name="dense-strip-11-cell-77">
              <a:extLst>
                <a:ext uri="{FF2B5EF4-FFF2-40B4-BE49-F238E27FC236}">
                  <a16:creationId xmlns:a16="http://schemas.microsoft.com/office/drawing/2014/main" id="{CDD2586E-9DE7-4662-92F4-2B0560C4F50A}"/>
                </a:ext>
              </a:extLst>
            </p:cNvPr>
            <p:cNvSpPr>
              <a:spLocks noGrp="1"/>
            </p:cNvSpPr>
            <p:nvPr/>
          </p:nvSpPr>
          <p:spPr>
            <a:xfrm>
              <a:off x="22424926" y="3676650"/>
              <a:ext cx="15522" cy="133350"/>
            </a:xfrm>
            <a:prstGeom prst="rect">
              <a:avLst/>
            </a:prstGeom>
            <a:solidFill>
              <a:srgbClr val="20A985"/>
            </a:solidFill>
            <a:ln w="0">
              <a:noFill/>
              <a:prstDash val="solid"/>
            </a:ln>
          </p:spPr>
        </p:sp>
        <p:sp>
          <p:nvSpPr>
            <p:cNvPr id="2174" name="dense-strip-11-cell-76">
              <a:extLst>
                <a:ext uri="{FF2B5EF4-FFF2-40B4-BE49-F238E27FC236}">
                  <a16:creationId xmlns:a16="http://schemas.microsoft.com/office/drawing/2014/main" id="{4878EA63-CF31-48F0-B371-93FBD79899F2}"/>
                </a:ext>
              </a:extLst>
            </p:cNvPr>
            <p:cNvSpPr>
              <a:spLocks noGrp="1"/>
            </p:cNvSpPr>
            <p:nvPr/>
          </p:nvSpPr>
          <p:spPr>
            <a:xfrm>
              <a:off x="22409547" y="3676650"/>
              <a:ext cx="15522" cy="133350"/>
            </a:xfrm>
            <a:prstGeom prst="rect">
              <a:avLst/>
            </a:prstGeom>
            <a:solidFill>
              <a:srgbClr val="20A985"/>
            </a:solidFill>
            <a:ln w="0">
              <a:noFill/>
              <a:prstDash val="solid"/>
            </a:ln>
          </p:spPr>
        </p:sp>
        <p:sp>
          <p:nvSpPr>
            <p:cNvPr id="2175" name="dense-strip-11-cell-75">
              <a:extLst>
                <a:ext uri="{FF2B5EF4-FFF2-40B4-BE49-F238E27FC236}">
                  <a16:creationId xmlns:a16="http://schemas.microsoft.com/office/drawing/2014/main" id="{69D19B11-DFAE-4C4F-9451-1325D388E8D5}"/>
                </a:ext>
              </a:extLst>
            </p:cNvPr>
            <p:cNvSpPr>
              <a:spLocks noGrp="1"/>
            </p:cNvSpPr>
            <p:nvPr/>
          </p:nvSpPr>
          <p:spPr>
            <a:xfrm>
              <a:off x="22394168" y="3676650"/>
              <a:ext cx="15522" cy="133350"/>
            </a:xfrm>
            <a:prstGeom prst="rect">
              <a:avLst/>
            </a:prstGeom>
            <a:solidFill>
              <a:srgbClr val="20A985"/>
            </a:solidFill>
            <a:ln w="0">
              <a:noFill/>
              <a:prstDash val="solid"/>
            </a:ln>
          </p:spPr>
        </p:sp>
        <p:sp>
          <p:nvSpPr>
            <p:cNvPr id="2176" name="dense-strip-11-cell-74">
              <a:extLst>
                <a:ext uri="{FF2B5EF4-FFF2-40B4-BE49-F238E27FC236}">
                  <a16:creationId xmlns:a16="http://schemas.microsoft.com/office/drawing/2014/main" id="{92221BEC-8596-498F-AF08-23B5C92A2274}"/>
                </a:ext>
              </a:extLst>
            </p:cNvPr>
            <p:cNvSpPr>
              <a:spLocks noGrp="1"/>
            </p:cNvSpPr>
            <p:nvPr/>
          </p:nvSpPr>
          <p:spPr>
            <a:xfrm>
              <a:off x="22378789" y="3676650"/>
              <a:ext cx="15522" cy="133350"/>
            </a:xfrm>
            <a:prstGeom prst="rect">
              <a:avLst/>
            </a:prstGeom>
            <a:solidFill>
              <a:srgbClr val="20A985"/>
            </a:solidFill>
            <a:ln w="0">
              <a:noFill/>
              <a:prstDash val="solid"/>
            </a:ln>
          </p:spPr>
        </p:sp>
        <p:sp>
          <p:nvSpPr>
            <p:cNvPr id="2177" name="dense-strip-11-cell-73">
              <a:extLst>
                <a:ext uri="{FF2B5EF4-FFF2-40B4-BE49-F238E27FC236}">
                  <a16:creationId xmlns:a16="http://schemas.microsoft.com/office/drawing/2014/main" id="{C2447E51-7EEE-4FF4-9BF6-A032A8456BAC}"/>
                </a:ext>
              </a:extLst>
            </p:cNvPr>
            <p:cNvSpPr>
              <a:spLocks noGrp="1"/>
            </p:cNvSpPr>
            <p:nvPr/>
          </p:nvSpPr>
          <p:spPr>
            <a:xfrm>
              <a:off x="22363410" y="3676650"/>
              <a:ext cx="15522" cy="133350"/>
            </a:xfrm>
            <a:prstGeom prst="rect">
              <a:avLst/>
            </a:prstGeom>
            <a:solidFill>
              <a:srgbClr val="20A985"/>
            </a:solidFill>
            <a:ln w="0">
              <a:noFill/>
              <a:prstDash val="solid"/>
            </a:ln>
          </p:spPr>
        </p:sp>
        <p:sp>
          <p:nvSpPr>
            <p:cNvPr id="2178" name="dense-strip-11-cell-72">
              <a:extLst>
                <a:ext uri="{FF2B5EF4-FFF2-40B4-BE49-F238E27FC236}">
                  <a16:creationId xmlns:a16="http://schemas.microsoft.com/office/drawing/2014/main" id="{63059C8D-3A55-4D09-AC2A-85B824A0FDCE}"/>
                </a:ext>
              </a:extLst>
            </p:cNvPr>
            <p:cNvSpPr>
              <a:spLocks noGrp="1"/>
            </p:cNvSpPr>
            <p:nvPr/>
          </p:nvSpPr>
          <p:spPr>
            <a:xfrm>
              <a:off x="22348031" y="3676650"/>
              <a:ext cx="15522" cy="133350"/>
            </a:xfrm>
            <a:prstGeom prst="rect">
              <a:avLst/>
            </a:prstGeom>
            <a:solidFill>
              <a:srgbClr val="20A985"/>
            </a:solidFill>
            <a:ln w="0">
              <a:noFill/>
              <a:prstDash val="solid"/>
            </a:ln>
          </p:spPr>
        </p:sp>
        <p:sp>
          <p:nvSpPr>
            <p:cNvPr id="2179" name="dense-strip-11-cell-71">
              <a:extLst>
                <a:ext uri="{FF2B5EF4-FFF2-40B4-BE49-F238E27FC236}">
                  <a16:creationId xmlns:a16="http://schemas.microsoft.com/office/drawing/2014/main" id="{39AAA464-1583-4E7E-93AB-A824A1511BEA}"/>
                </a:ext>
              </a:extLst>
            </p:cNvPr>
            <p:cNvSpPr>
              <a:spLocks noGrp="1"/>
            </p:cNvSpPr>
            <p:nvPr/>
          </p:nvSpPr>
          <p:spPr>
            <a:xfrm>
              <a:off x="22332652" y="3676650"/>
              <a:ext cx="15522" cy="133350"/>
            </a:xfrm>
            <a:prstGeom prst="rect">
              <a:avLst/>
            </a:prstGeom>
            <a:solidFill>
              <a:srgbClr val="24AA87"/>
            </a:solidFill>
            <a:ln w="0">
              <a:noFill/>
              <a:prstDash val="solid"/>
            </a:ln>
          </p:spPr>
        </p:sp>
        <p:sp>
          <p:nvSpPr>
            <p:cNvPr id="2180" name="dense-strip-11-cell-70">
              <a:extLst>
                <a:ext uri="{FF2B5EF4-FFF2-40B4-BE49-F238E27FC236}">
                  <a16:creationId xmlns:a16="http://schemas.microsoft.com/office/drawing/2014/main" id="{42DF3DF2-CCDC-47D7-9B93-B2EA02448DF6}"/>
                </a:ext>
              </a:extLst>
            </p:cNvPr>
            <p:cNvSpPr>
              <a:spLocks noGrp="1"/>
            </p:cNvSpPr>
            <p:nvPr/>
          </p:nvSpPr>
          <p:spPr>
            <a:xfrm>
              <a:off x="22317273" y="3676650"/>
              <a:ext cx="15522" cy="133350"/>
            </a:xfrm>
            <a:prstGeom prst="rect">
              <a:avLst/>
            </a:prstGeom>
            <a:solidFill>
              <a:srgbClr val="2EAD8C"/>
            </a:solidFill>
            <a:ln w="0">
              <a:noFill/>
              <a:prstDash val="solid"/>
            </a:ln>
          </p:spPr>
        </p:sp>
        <p:sp>
          <p:nvSpPr>
            <p:cNvPr id="2181" name="dense-strip-11-cell-69">
              <a:extLst>
                <a:ext uri="{FF2B5EF4-FFF2-40B4-BE49-F238E27FC236}">
                  <a16:creationId xmlns:a16="http://schemas.microsoft.com/office/drawing/2014/main" id="{D9712195-E262-48FB-9C3B-A54FA773A20E}"/>
                </a:ext>
              </a:extLst>
            </p:cNvPr>
            <p:cNvSpPr>
              <a:spLocks noGrp="1"/>
            </p:cNvSpPr>
            <p:nvPr/>
          </p:nvSpPr>
          <p:spPr>
            <a:xfrm>
              <a:off x="22301895" y="3676650"/>
              <a:ext cx="15522" cy="133350"/>
            </a:xfrm>
            <a:prstGeom prst="rect">
              <a:avLst/>
            </a:prstGeom>
            <a:solidFill>
              <a:srgbClr val="39B193"/>
            </a:solidFill>
            <a:ln w="0">
              <a:noFill/>
              <a:prstDash val="solid"/>
            </a:ln>
          </p:spPr>
        </p:sp>
        <p:sp>
          <p:nvSpPr>
            <p:cNvPr id="2182" name="dense-strip-11-cell-68">
              <a:extLst>
                <a:ext uri="{FF2B5EF4-FFF2-40B4-BE49-F238E27FC236}">
                  <a16:creationId xmlns:a16="http://schemas.microsoft.com/office/drawing/2014/main" id="{9A373198-05FF-487F-9497-0926927D034B}"/>
                </a:ext>
              </a:extLst>
            </p:cNvPr>
            <p:cNvSpPr>
              <a:spLocks noGrp="1"/>
            </p:cNvSpPr>
            <p:nvPr/>
          </p:nvSpPr>
          <p:spPr>
            <a:xfrm>
              <a:off x="22286516" y="3676650"/>
              <a:ext cx="15522" cy="133350"/>
            </a:xfrm>
            <a:prstGeom prst="rect">
              <a:avLst/>
            </a:prstGeom>
            <a:solidFill>
              <a:srgbClr val="46B69A"/>
            </a:solidFill>
            <a:ln w="0">
              <a:noFill/>
              <a:prstDash val="solid"/>
            </a:ln>
          </p:spPr>
        </p:sp>
        <p:sp>
          <p:nvSpPr>
            <p:cNvPr id="2183" name="dense-strip-11-cell-67">
              <a:extLst>
                <a:ext uri="{FF2B5EF4-FFF2-40B4-BE49-F238E27FC236}">
                  <a16:creationId xmlns:a16="http://schemas.microsoft.com/office/drawing/2014/main" id="{9EE4D3BA-1191-4EB0-8DF4-1F18F0FAE2B3}"/>
                </a:ext>
              </a:extLst>
            </p:cNvPr>
            <p:cNvSpPr>
              <a:spLocks noGrp="1"/>
            </p:cNvSpPr>
            <p:nvPr/>
          </p:nvSpPr>
          <p:spPr>
            <a:xfrm>
              <a:off x="22271137" y="3676650"/>
              <a:ext cx="15522" cy="133350"/>
            </a:xfrm>
            <a:prstGeom prst="rect">
              <a:avLst/>
            </a:prstGeom>
            <a:solidFill>
              <a:srgbClr val="53BAA1"/>
            </a:solidFill>
            <a:ln w="0">
              <a:noFill/>
              <a:prstDash val="solid"/>
            </a:ln>
          </p:spPr>
        </p:sp>
        <p:sp>
          <p:nvSpPr>
            <p:cNvPr id="2184" name="dense-strip-11-cell-66">
              <a:extLst>
                <a:ext uri="{FF2B5EF4-FFF2-40B4-BE49-F238E27FC236}">
                  <a16:creationId xmlns:a16="http://schemas.microsoft.com/office/drawing/2014/main" id="{B752127E-C7AF-4F91-B651-14A3E64A610D}"/>
                </a:ext>
              </a:extLst>
            </p:cNvPr>
            <p:cNvSpPr>
              <a:spLocks noGrp="1"/>
            </p:cNvSpPr>
            <p:nvPr/>
          </p:nvSpPr>
          <p:spPr>
            <a:xfrm>
              <a:off x="22255758" y="3676650"/>
              <a:ext cx="15522" cy="133350"/>
            </a:xfrm>
            <a:prstGeom prst="rect">
              <a:avLst/>
            </a:prstGeom>
            <a:solidFill>
              <a:srgbClr val="5CBDA6"/>
            </a:solidFill>
            <a:ln w="0">
              <a:noFill/>
              <a:prstDash val="solid"/>
            </a:ln>
          </p:spPr>
        </p:sp>
        <p:sp>
          <p:nvSpPr>
            <p:cNvPr id="2185" name="dense-strip-11-cell-65">
              <a:extLst>
                <a:ext uri="{FF2B5EF4-FFF2-40B4-BE49-F238E27FC236}">
                  <a16:creationId xmlns:a16="http://schemas.microsoft.com/office/drawing/2014/main" id="{63944A9F-C58B-4606-A649-E85DE36FB822}"/>
                </a:ext>
              </a:extLst>
            </p:cNvPr>
            <p:cNvSpPr>
              <a:spLocks noGrp="1"/>
            </p:cNvSpPr>
            <p:nvPr/>
          </p:nvSpPr>
          <p:spPr>
            <a:xfrm>
              <a:off x="22240379" y="3676650"/>
              <a:ext cx="15522" cy="133350"/>
            </a:xfrm>
            <a:prstGeom prst="rect">
              <a:avLst/>
            </a:prstGeom>
            <a:solidFill>
              <a:srgbClr val="62BFA9"/>
            </a:solidFill>
            <a:ln w="0">
              <a:noFill/>
              <a:prstDash val="solid"/>
            </a:ln>
          </p:spPr>
        </p:sp>
        <p:sp>
          <p:nvSpPr>
            <p:cNvPr id="2186" name="dense-strip-11-cell-64">
              <a:extLst>
                <a:ext uri="{FF2B5EF4-FFF2-40B4-BE49-F238E27FC236}">
                  <a16:creationId xmlns:a16="http://schemas.microsoft.com/office/drawing/2014/main" id="{6D5285EA-2084-477D-95B6-8C31459F8CA5}"/>
                </a:ext>
              </a:extLst>
            </p:cNvPr>
            <p:cNvSpPr>
              <a:spLocks noGrp="1"/>
            </p:cNvSpPr>
            <p:nvPr/>
          </p:nvSpPr>
          <p:spPr>
            <a:xfrm>
              <a:off x="22225000" y="3676650"/>
              <a:ext cx="15522" cy="133350"/>
            </a:xfrm>
            <a:prstGeom prst="rect">
              <a:avLst/>
            </a:prstGeom>
            <a:solidFill>
              <a:srgbClr val="61BFA9"/>
            </a:solidFill>
            <a:ln w="0">
              <a:noFill/>
              <a:prstDash val="solid"/>
            </a:ln>
          </p:spPr>
        </p:sp>
        <p:sp>
          <p:nvSpPr>
            <p:cNvPr id="2187" name="dense-strip-11-cell-63">
              <a:extLst>
                <a:ext uri="{FF2B5EF4-FFF2-40B4-BE49-F238E27FC236}">
                  <a16:creationId xmlns:a16="http://schemas.microsoft.com/office/drawing/2014/main" id="{A48B52AE-3076-4F3C-AFF7-792FF02ED009}"/>
                </a:ext>
              </a:extLst>
            </p:cNvPr>
            <p:cNvSpPr>
              <a:spLocks noGrp="1"/>
            </p:cNvSpPr>
            <p:nvPr/>
          </p:nvSpPr>
          <p:spPr>
            <a:xfrm>
              <a:off x="22209621" y="3676650"/>
              <a:ext cx="15522" cy="133350"/>
            </a:xfrm>
            <a:prstGeom prst="rect">
              <a:avLst/>
            </a:prstGeom>
            <a:solidFill>
              <a:srgbClr val="61BEA9"/>
            </a:solidFill>
            <a:ln w="0">
              <a:noFill/>
              <a:prstDash val="solid"/>
            </a:ln>
          </p:spPr>
        </p:sp>
        <p:sp>
          <p:nvSpPr>
            <p:cNvPr id="2188" name="dense-strip-11-cell-62">
              <a:extLst>
                <a:ext uri="{FF2B5EF4-FFF2-40B4-BE49-F238E27FC236}">
                  <a16:creationId xmlns:a16="http://schemas.microsoft.com/office/drawing/2014/main" id="{BE36EE4B-3255-427E-81CE-FB860E2EF1EB}"/>
                </a:ext>
              </a:extLst>
            </p:cNvPr>
            <p:cNvSpPr>
              <a:spLocks noGrp="1"/>
            </p:cNvSpPr>
            <p:nvPr/>
          </p:nvSpPr>
          <p:spPr>
            <a:xfrm>
              <a:off x="22194242" y="3676650"/>
              <a:ext cx="15522" cy="133350"/>
            </a:xfrm>
            <a:prstGeom prst="rect">
              <a:avLst/>
            </a:prstGeom>
            <a:solidFill>
              <a:srgbClr val="61BEA9"/>
            </a:solidFill>
            <a:ln w="0">
              <a:noFill/>
              <a:prstDash val="solid"/>
            </a:ln>
          </p:spPr>
        </p:sp>
        <p:sp>
          <p:nvSpPr>
            <p:cNvPr id="2189" name="dense-strip-11-cell-61">
              <a:extLst>
                <a:ext uri="{FF2B5EF4-FFF2-40B4-BE49-F238E27FC236}">
                  <a16:creationId xmlns:a16="http://schemas.microsoft.com/office/drawing/2014/main" id="{1E6D0D49-2E53-4388-8FF5-9788B8C9E74B}"/>
                </a:ext>
              </a:extLst>
            </p:cNvPr>
            <p:cNvSpPr>
              <a:spLocks noGrp="1"/>
            </p:cNvSpPr>
            <p:nvPr/>
          </p:nvSpPr>
          <p:spPr>
            <a:xfrm>
              <a:off x="22178863" y="3676650"/>
              <a:ext cx="15522" cy="133350"/>
            </a:xfrm>
            <a:prstGeom prst="rect">
              <a:avLst/>
            </a:prstGeom>
            <a:solidFill>
              <a:srgbClr val="61BEA9"/>
            </a:solidFill>
            <a:ln w="0">
              <a:noFill/>
              <a:prstDash val="solid"/>
            </a:ln>
          </p:spPr>
        </p:sp>
        <p:sp>
          <p:nvSpPr>
            <p:cNvPr id="2190" name="dense-strip-11-cell-60">
              <a:extLst>
                <a:ext uri="{FF2B5EF4-FFF2-40B4-BE49-F238E27FC236}">
                  <a16:creationId xmlns:a16="http://schemas.microsoft.com/office/drawing/2014/main" id="{127BB1C0-2BC9-4D78-982E-AAC270006F0A}"/>
                </a:ext>
              </a:extLst>
            </p:cNvPr>
            <p:cNvSpPr>
              <a:spLocks noGrp="1"/>
            </p:cNvSpPr>
            <p:nvPr/>
          </p:nvSpPr>
          <p:spPr>
            <a:xfrm>
              <a:off x="22163484" y="3676650"/>
              <a:ext cx="15522" cy="133350"/>
            </a:xfrm>
            <a:prstGeom prst="rect">
              <a:avLst/>
            </a:prstGeom>
            <a:solidFill>
              <a:srgbClr val="61BEA9"/>
            </a:solidFill>
            <a:ln w="0">
              <a:noFill/>
              <a:prstDash val="solid"/>
            </a:ln>
          </p:spPr>
        </p:sp>
        <p:sp>
          <p:nvSpPr>
            <p:cNvPr id="2191" name="dense-strip-11-cell-59">
              <a:extLst>
                <a:ext uri="{FF2B5EF4-FFF2-40B4-BE49-F238E27FC236}">
                  <a16:creationId xmlns:a16="http://schemas.microsoft.com/office/drawing/2014/main" id="{BD749E1F-430E-4D29-8B7B-FE83BC5F6101}"/>
                </a:ext>
              </a:extLst>
            </p:cNvPr>
            <p:cNvSpPr>
              <a:spLocks noGrp="1"/>
            </p:cNvSpPr>
            <p:nvPr/>
          </p:nvSpPr>
          <p:spPr>
            <a:xfrm>
              <a:off x="22148105" y="3676650"/>
              <a:ext cx="15522" cy="133350"/>
            </a:xfrm>
            <a:prstGeom prst="rect">
              <a:avLst/>
            </a:prstGeom>
            <a:solidFill>
              <a:srgbClr val="60BEA7"/>
            </a:solidFill>
            <a:ln w="0">
              <a:noFill/>
              <a:prstDash val="solid"/>
            </a:ln>
          </p:spPr>
        </p:sp>
        <p:sp>
          <p:nvSpPr>
            <p:cNvPr id="2192" name="dense-strip-11-cell-58">
              <a:extLst>
                <a:ext uri="{FF2B5EF4-FFF2-40B4-BE49-F238E27FC236}">
                  <a16:creationId xmlns:a16="http://schemas.microsoft.com/office/drawing/2014/main" id="{AC3A67AA-5AB6-405C-8397-2F8E7656DC66}"/>
                </a:ext>
              </a:extLst>
            </p:cNvPr>
            <p:cNvSpPr>
              <a:spLocks noGrp="1"/>
            </p:cNvSpPr>
            <p:nvPr/>
          </p:nvSpPr>
          <p:spPr>
            <a:xfrm>
              <a:off x="22132727" y="3676650"/>
              <a:ext cx="15522" cy="133350"/>
            </a:xfrm>
            <a:prstGeom prst="rect">
              <a:avLst/>
            </a:prstGeom>
            <a:solidFill>
              <a:srgbClr val="60BAA1"/>
            </a:solidFill>
            <a:ln w="0">
              <a:noFill/>
              <a:prstDash val="solid"/>
            </a:ln>
          </p:spPr>
        </p:sp>
        <p:sp>
          <p:nvSpPr>
            <p:cNvPr id="2193" name="dense-strip-11-cell-57">
              <a:extLst>
                <a:ext uri="{FF2B5EF4-FFF2-40B4-BE49-F238E27FC236}">
                  <a16:creationId xmlns:a16="http://schemas.microsoft.com/office/drawing/2014/main" id="{3248CABB-18D2-4F9B-9AFD-7BCEEAFFD293}"/>
                </a:ext>
              </a:extLst>
            </p:cNvPr>
            <p:cNvSpPr>
              <a:spLocks noGrp="1"/>
            </p:cNvSpPr>
            <p:nvPr/>
          </p:nvSpPr>
          <p:spPr>
            <a:xfrm>
              <a:off x="22117348" y="3676650"/>
              <a:ext cx="15522" cy="133350"/>
            </a:xfrm>
            <a:prstGeom prst="rect">
              <a:avLst/>
            </a:prstGeom>
            <a:solidFill>
              <a:srgbClr val="60B79C"/>
            </a:solidFill>
            <a:ln w="0">
              <a:noFill/>
              <a:prstDash val="solid"/>
            </a:ln>
          </p:spPr>
        </p:sp>
        <p:sp>
          <p:nvSpPr>
            <p:cNvPr id="2194" name="dense-strip-11-cell-56">
              <a:extLst>
                <a:ext uri="{FF2B5EF4-FFF2-40B4-BE49-F238E27FC236}">
                  <a16:creationId xmlns:a16="http://schemas.microsoft.com/office/drawing/2014/main" id="{899E44F8-BCC2-4FD6-8213-64EB3FA8D8A4}"/>
                </a:ext>
              </a:extLst>
            </p:cNvPr>
            <p:cNvSpPr>
              <a:spLocks noGrp="1"/>
            </p:cNvSpPr>
            <p:nvPr/>
          </p:nvSpPr>
          <p:spPr>
            <a:xfrm>
              <a:off x="22101969" y="3676650"/>
              <a:ext cx="15522" cy="133350"/>
            </a:xfrm>
            <a:prstGeom prst="rect">
              <a:avLst/>
            </a:prstGeom>
            <a:solidFill>
              <a:srgbClr val="60B497"/>
            </a:solidFill>
            <a:ln w="0">
              <a:noFill/>
              <a:prstDash val="solid"/>
            </a:ln>
          </p:spPr>
        </p:sp>
        <p:sp>
          <p:nvSpPr>
            <p:cNvPr id="2195" name="dense-strip-11-cell-55">
              <a:extLst>
                <a:ext uri="{FF2B5EF4-FFF2-40B4-BE49-F238E27FC236}">
                  <a16:creationId xmlns:a16="http://schemas.microsoft.com/office/drawing/2014/main" id="{3AB4C833-B5C1-4BE0-8922-8DC3D6654CE9}"/>
                </a:ext>
              </a:extLst>
            </p:cNvPr>
            <p:cNvSpPr>
              <a:spLocks noGrp="1"/>
            </p:cNvSpPr>
            <p:nvPr/>
          </p:nvSpPr>
          <p:spPr>
            <a:xfrm>
              <a:off x="22086590" y="3676650"/>
              <a:ext cx="15522" cy="133350"/>
            </a:xfrm>
            <a:prstGeom prst="rect">
              <a:avLst/>
            </a:prstGeom>
            <a:solidFill>
              <a:srgbClr val="5FA882"/>
            </a:solidFill>
            <a:ln w="0">
              <a:noFill/>
              <a:prstDash val="solid"/>
            </a:ln>
          </p:spPr>
        </p:sp>
        <p:sp>
          <p:nvSpPr>
            <p:cNvPr id="2196" name="dense-strip-11-cell-54">
              <a:extLst>
                <a:ext uri="{FF2B5EF4-FFF2-40B4-BE49-F238E27FC236}">
                  <a16:creationId xmlns:a16="http://schemas.microsoft.com/office/drawing/2014/main" id="{9C08ECB7-59E9-4F95-87C0-B9F338FA365C}"/>
                </a:ext>
              </a:extLst>
            </p:cNvPr>
            <p:cNvSpPr>
              <a:spLocks noGrp="1"/>
            </p:cNvSpPr>
            <p:nvPr/>
          </p:nvSpPr>
          <p:spPr>
            <a:xfrm>
              <a:off x="22071211" y="3676650"/>
              <a:ext cx="15522" cy="133350"/>
            </a:xfrm>
            <a:prstGeom prst="rect">
              <a:avLst/>
            </a:prstGeom>
            <a:solidFill>
              <a:srgbClr val="5E8A4E"/>
            </a:solidFill>
            <a:ln w="0">
              <a:noFill/>
              <a:prstDash val="solid"/>
            </a:ln>
          </p:spPr>
        </p:sp>
        <p:sp>
          <p:nvSpPr>
            <p:cNvPr id="2197" name="dense-strip-11-cell-53">
              <a:extLst>
                <a:ext uri="{FF2B5EF4-FFF2-40B4-BE49-F238E27FC236}">
                  <a16:creationId xmlns:a16="http://schemas.microsoft.com/office/drawing/2014/main" id="{BC42A4FE-E6EA-4EF0-BEBF-FCD084612A29}"/>
                </a:ext>
              </a:extLst>
            </p:cNvPr>
            <p:cNvSpPr>
              <a:spLocks noGrp="1"/>
            </p:cNvSpPr>
            <p:nvPr/>
          </p:nvSpPr>
          <p:spPr>
            <a:xfrm>
              <a:off x="22055832" y="3676650"/>
              <a:ext cx="15522" cy="133350"/>
            </a:xfrm>
            <a:prstGeom prst="rect">
              <a:avLst/>
            </a:prstGeom>
            <a:solidFill>
              <a:srgbClr val="5E8445"/>
            </a:solidFill>
            <a:ln w="0">
              <a:noFill/>
              <a:prstDash val="solid"/>
            </a:ln>
          </p:spPr>
        </p:sp>
        <p:sp>
          <p:nvSpPr>
            <p:cNvPr id="2198" name="dense-strip-11-cell-52">
              <a:extLst>
                <a:ext uri="{FF2B5EF4-FFF2-40B4-BE49-F238E27FC236}">
                  <a16:creationId xmlns:a16="http://schemas.microsoft.com/office/drawing/2014/main" id="{5A126416-62E3-4AAC-8B85-BFDCBC03E646}"/>
                </a:ext>
              </a:extLst>
            </p:cNvPr>
            <p:cNvSpPr>
              <a:spLocks noGrp="1"/>
            </p:cNvSpPr>
            <p:nvPr/>
          </p:nvSpPr>
          <p:spPr>
            <a:xfrm>
              <a:off x="22040453" y="3676650"/>
              <a:ext cx="15522" cy="133350"/>
            </a:xfrm>
            <a:prstGeom prst="rect">
              <a:avLst/>
            </a:prstGeom>
            <a:solidFill>
              <a:srgbClr val="5D8241"/>
            </a:solidFill>
            <a:ln w="0">
              <a:noFill/>
              <a:prstDash val="solid"/>
            </a:ln>
          </p:spPr>
        </p:sp>
        <p:sp>
          <p:nvSpPr>
            <p:cNvPr id="2199" name="dense-strip-11-cell-51">
              <a:extLst>
                <a:ext uri="{FF2B5EF4-FFF2-40B4-BE49-F238E27FC236}">
                  <a16:creationId xmlns:a16="http://schemas.microsoft.com/office/drawing/2014/main" id="{96EAFBD2-2EE4-47ED-B525-BFA850BEE89A}"/>
                </a:ext>
              </a:extLst>
            </p:cNvPr>
            <p:cNvSpPr>
              <a:spLocks noGrp="1"/>
            </p:cNvSpPr>
            <p:nvPr/>
          </p:nvSpPr>
          <p:spPr>
            <a:xfrm>
              <a:off x="22025074" y="3676650"/>
              <a:ext cx="15522" cy="133350"/>
            </a:xfrm>
            <a:prstGeom prst="rect">
              <a:avLst/>
            </a:prstGeom>
            <a:solidFill>
              <a:srgbClr val="5D8241"/>
            </a:solidFill>
            <a:ln w="0">
              <a:noFill/>
              <a:prstDash val="solid"/>
            </a:ln>
          </p:spPr>
        </p:sp>
        <p:sp>
          <p:nvSpPr>
            <p:cNvPr id="2200" name="dense-strip-11-cell-50">
              <a:extLst>
                <a:ext uri="{FF2B5EF4-FFF2-40B4-BE49-F238E27FC236}">
                  <a16:creationId xmlns:a16="http://schemas.microsoft.com/office/drawing/2014/main" id="{DA6EE86D-73B4-4140-A059-DADD18219BEA}"/>
                </a:ext>
              </a:extLst>
            </p:cNvPr>
            <p:cNvSpPr>
              <a:spLocks noGrp="1"/>
            </p:cNvSpPr>
            <p:nvPr/>
          </p:nvSpPr>
          <p:spPr>
            <a:xfrm>
              <a:off x="22009695" y="3676650"/>
              <a:ext cx="15522" cy="133350"/>
            </a:xfrm>
            <a:prstGeom prst="rect">
              <a:avLst/>
            </a:prstGeom>
            <a:solidFill>
              <a:srgbClr val="5D8241"/>
            </a:solidFill>
            <a:ln w="0">
              <a:noFill/>
              <a:prstDash val="solid"/>
            </a:ln>
          </p:spPr>
        </p:sp>
        <p:sp>
          <p:nvSpPr>
            <p:cNvPr id="2201" name="dense-strip-11-cell-49">
              <a:extLst>
                <a:ext uri="{FF2B5EF4-FFF2-40B4-BE49-F238E27FC236}">
                  <a16:creationId xmlns:a16="http://schemas.microsoft.com/office/drawing/2014/main" id="{BAD4C246-9A89-4416-900F-075AD9308582}"/>
                </a:ext>
              </a:extLst>
            </p:cNvPr>
            <p:cNvSpPr>
              <a:spLocks noGrp="1"/>
            </p:cNvSpPr>
            <p:nvPr/>
          </p:nvSpPr>
          <p:spPr>
            <a:xfrm>
              <a:off x="21994316" y="3676650"/>
              <a:ext cx="15522" cy="133350"/>
            </a:xfrm>
            <a:prstGeom prst="rect">
              <a:avLst/>
            </a:prstGeom>
            <a:solidFill>
              <a:srgbClr val="5D8241"/>
            </a:solidFill>
            <a:ln w="0">
              <a:noFill/>
              <a:prstDash val="solid"/>
            </a:ln>
          </p:spPr>
        </p:sp>
        <p:sp>
          <p:nvSpPr>
            <p:cNvPr id="2202" name="dense-strip-11-cell-48">
              <a:extLst>
                <a:ext uri="{FF2B5EF4-FFF2-40B4-BE49-F238E27FC236}">
                  <a16:creationId xmlns:a16="http://schemas.microsoft.com/office/drawing/2014/main" id="{180860A8-3339-4ED1-A910-4EC5FA8D7B9D}"/>
                </a:ext>
              </a:extLst>
            </p:cNvPr>
            <p:cNvSpPr>
              <a:spLocks noGrp="1"/>
            </p:cNvSpPr>
            <p:nvPr/>
          </p:nvSpPr>
          <p:spPr>
            <a:xfrm>
              <a:off x="21978938" y="3676650"/>
              <a:ext cx="15522" cy="133350"/>
            </a:xfrm>
            <a:prstGeom prst="rect">
              <a:avLst/>
            </a:prstGeom>
            <a:solidFill>
              <a:srgbClr val="5D8241"/>
            </a:solidFill>
            <a:ln w="0">
              <a:noFill/>
              <a:prstDash val="solid"/>
            </a:ln>
          </p:spPr>
        </p:sp>
        <p:sp>
          <p:nvSpPr>
            <p:cNvPr id="2203" name="dense-strip-11-cell-47">
              <a:extLst>
                <a:ext uri="{FF2B5EF4-FFF2-40B4-BE49-F238E27FC236}">
                  <a16:creationId xmlns:a16="http://schemas.microsoft.com/office/drawing/2014/main" id="{F4EF0DFF-13B1-4C91-B70E-620000E229DA}"/>
                </a:ext>
              </a:extLst>
            </p:cNvPr>
            <p:cNvSpPr>
              <a:spLocks noGrp="1"/>
            </p:cNvSpPr>
            <p:nvPr/>
          </p:nvSpPr>
          <p:spPr>
            <a:xfrm>
              <a:off x="21963559" y="3676650"/>
              <a:ext cx="15522" cy="133350"/>
            </a:xfrm>
            <a:prstGeom prst="rect">
              <a:avLst/>
            </a:prstGeom>
            <a:solidFill>
              <a:srgbClr val="5E8240"/>
            </a:solidFill>
            <a:ln w="0">
              <a:noFill/>
              <a:prstDash val="solid"/>
            </a:ln>
          </p:spPr>
        </p:sp>
        <p:sp>
          <p:nvSpPr>
            <p:cNvPr id="2204" name="dense-strip-11-cell-46">
              <a:extLst>
                <a:ext uri="{FF2B5EF4-FFF2-40B4-BE49-F238E27FC236}">
                  <a16:creationId xmlns:a16="http://schemas.microsoft.com/office/drawing/2014/main" id="{042DBE21-3E95-4E97-9142-232F0BACA114}"/>
                </a:ext>
              </a:extLst>
            </p:cNvPr>
            <p:cNvSpPr>
              <a:spLocks noGrp="1"/>
            </p:cNvSpPr>
            <p:nvPr/>
          </p:nvSpPr>
          <p:spPr>
            <a:xfrm>
              <a:off x="21948180" y="3676650"/>
              <a:ext cx="15522" cy="133350"/>
            </a:xfrm>
            <a:prstGeom prst="rect">
              <a:avLst/>
            </a:prstGeom>
            <a:solidFill>
              <a:srgbClr val="61813F"/>
            </a:solidFill>
            <a:ln w="0">
              <a:noFill/>
              <a:prstDash val="solid"/>
            </a:ln>
          </p:spPr>
        </p:sp>
        <p:sp>
          <p:nvSpPr>
            <p:cNvPr id="2205" name="dense-strip-11-cell-45">
              <a:extLst>
                <a:ext uri="{FF2B5EF4-FFF2-40B4-BE49-F238E27FC236}">
                  <a16:creationId xmlns:a16="http://schemas.microsoft.com/office/drawing/2014/main" id="{E944A1FA-B3B3-4D9F-BB1F-828B8FDBFCA3}"/>
                </a:ext>
              </a:extLst>
            </p:cNvPr>
            <p:cNvSpPr>
              <a:spLocks noGrp="1"/>
            </p:cNvSpPr>
            <p:nvPr/>
          </p:nvSpPr>
          <p:spPr>
            <a:xfrm>
              <a:off x="21932801" y="3676650"/>
              <a:ext cx="15522" cy="133350"/>
            </a:xfrm>
            <a:prstGeom prst="rect">
              <a:avLst/>
            </a:prstGeom>
            <a:solidFill>
              <a:srgbClr val="6A7F3D"/>
            </a:solidFill>
            <a:ln w="0">
              <a:noFill/>
              <a:prstDash val="solid"/>
            </a:ln>
          </p:spPr>
        </p:sp>
        <p:sp>
          <p:nvSpPr>
            <p:cNvPr id="2206" name="dense-strip-11-cell-44">
              <a:extLst>
                <a:ext uri="{FF2B5EF4-FFF2-40B4-BE49-F238E27FC236}">
                  <a16:creationId xmlns:a16="http://schemas.microsoft.com/office/drawing/2014/main" id="{3C05F0B1-7722-418C-8A60-4D4BA0414AC6}"/>
                </a:ext>
              </a:extLst>
            </p:cNvPr>
            <p:cNvSpPr>
              <a:spLocks noGrp="1"/>
            </p:cNvSpPr>
            <p:nvPr/>
          </p:nvSpPr>
          <p:spPr>
            <a:xfrm>
              <a:off x="21917422" y="3676650"/>
              <a:ext cx="15522" cy="133350"/>
            </a:xfrm>
            <a:prstGeom prst="rect">
              <a:avLst/>
            </a:prstGeom>
            <a:solidFill>
              <a:srgbClr val="717C36"/>
            </a:solidFill>
            <a:ln w="0">
              <a:noFill/>
              <a:prstDash val="solid"/>
            </a:ln>
          </p:spPr>
        </p:sp>
        <p:sp>
          <p:nvSpPr>
            <p:cNvPr id="2207" name="dense-strip-11-cell-43">
              <a:extLst>
                <a:ext uri="{FF2B5EF4-FFF2-40B4-BE49-F238E27FC236}">
                  <a16:creationId xmlns:a16="http://schemas.microsoft.com/office/drawing/2014/main" id="{9861C539-0C8E-4920-8DB4-029E5D98DFDD}"/>
                </a:ext>
              </a:extLst>
            </p:cNvPr>
            <p:cNvSpPr>
              <a:spLocks noGrp="1"/>
            </p:cNvSpPr>
            <p:nvPr/>
          </p:nvSpPr>
          <p:spPr>
            <a:xfrm>
              <a:off x="21902043" y="3676650"/>
              <a:ext cx="15522" cy="133350"/>
            </a:xfrm>
            <a:prstGeom prst="rect">
              <a:avLst/>
            </a:prstGeom>
            <a:solidFill>
              <a:srgbClr val="7B7930"/>
            </a:solidFill>
            <a:ln w="0">
              <a:noFill/>
              <a:prstDash val="solid"/>
            </a:ln>
          </p:spPr>
        </p:sp>
        <p:sp>
          <p:nvSpPr>
            <p:cNvPr id="2208" name="dense-strip-11-cell-42">
              <a:extLst>
                <a:ext uri="{FF2B5EF4-FFF2-40B4-BE49-F238E27FC236}">
                  <a16:creationId xmlns:a16="http://schemas.microsoft.com/office/drawing/2014/main" id="{56F169D7-DCCB-44A3-A2BA-13298B945DC6}"/>
                </a:ext>
              </a:extLst>
            </p:cNvPr>
            <p:cNvSpPr>
              <a:spLocks noGrp="1"/>
            </p:cNvSpPr>
            <p:nvPr/>
          </p:nvSpPr>
          <p:spPr>
            <a:xfrm>
              <a:off x="21886664" y="3676650"/>
              <a:ext cx="15522" cy="133350"/>
            </a:xfrm>
            <a:prstGeom prst="rect">
              <a:avLst/>
            </a:prstGeom>
            <a:solidFill>
              <a:srgbClr val="85762B"/>
            </a:solidFill>
            <a:ln w="0">
              <a:noFill/>
              <a:prstDash val="solid"/>
            </a:ln>
          </p:spPr>
        </p:sp>
        <p:sp>
          <p:nvSpPr>
            <p:cNvPr id="2209" name="dense-strip-11-cell-41">
              <a:extLst>
                <a:ext uri="{FF2B5EF4-FFF2-40B4-BE49-F238E27FC236}">
                  <a16:creationId xmlns:a16="http://schemas.microsoft.com/office/drawing/2014/main" id="{F88D5EDE-2DFD-405A-855D-02F2616D59FE}"/>
                </a:ext>
              </a:extLst>
            </p:cNvPr>
            <p:cNvSpPr>
              <a:spLocks noGrp="1"/>
            </p:cNvSpPr>
            <p:nvPr/>
          </p:nvSpPr>
          <p:spPr>
            <a:xfrm>
              <a:off x="21871285" y="3676650"/>
              <a:ext cx="15522" cy="133350"/>
            </a:xfrm>
            <a:prstGeom prst="rect">
              <a:avLst/>
            </a:prstGeom>
            <a:solidFill>
              <a:srgbClr val="937224"/>
            </a:solidFill>
            <a:ln w="0">
              <a:noFill/>
              <a:prstDash val="solid"/>
            </a:ln>
          </p:spPr>
        </p:sp>
        <p:sp>
          <p:nvSpPr>
            <p:cNvPr id="2210" name="dense-strip-11-cell-40">
              <a:extLst>
                <a:ext uri="{FF2B5EF4-FFF2-40B4-BE49-F238E27FC236}">
                  <a16:creationId xmlns:a16="http://schemas.microsoft.com/office/drawing/2014/main" id="{7C08AB43-F58C-4EAF-9B06-402C17E7E69D}"/>
                </a:ext>
              </a:extLst>
            </p:cNvPr>
            <p:cNvSpPr>
              <a:spLocks noGrp="1"/>
            </p:cNvSpPr>
            <p:nvPr/>
          </p:nvSpPr>
          <p:spPr>
            <a:xfrm>
              <a:off x="21855906" y="3676650"/>
              <a:ext cx="15522" cy="133350"/>
            </a:xfrm>
            <a:prstGeom prst="rect">
              <a:avLst/>
            </a:prstGeom>
            <a:solidFill>
              <a:srgbClr val="927224"/>
            </a:solidFill>
            <a:ln w="0">
              <a:noFill/>
              <a:prstDash val="solid"/>
            </a:ln>
          </p:spPr>
        </p:sp>
        <p:sp>
          <p:nvSpPr>
            <p:cNvPr id="2211" name="dense-strip-11-cell-39">
              <a:extLst>
                <a:ext uri="{FF2B5EF4-FFF2-40B4-BE49-F238E27FC236}">
                  <a16:creationId xmlns:a16="http://schemas.microsoft.com/office/drawing/2014/main" id="{7DF438BC-B4C7-4B66-95B8-38F46AF1519F}"/>
                </a:ext>
              </a:extLst>
            </p:cNvPr>
            <p:cNvSpPr>
              <a:spLocks noGrp="1"/>
            </p:cNvSpPr>
            <p:nvPr/>
          </p:nvSpPr>
          <p:spPr>
            <a:xfrm>
              <a:off x="21840527" y="3676650"/>
              <a:ext cx="15522" cy="133350"/>
            </a:xfrm>
            <a:prstGeom prst="rect">
              <a:avLst/>
            </a:prstGeom>
            <a:solidFill>
              <a:srgbClr val="937224"/>
            </a:solidFill>
            <a:ln w="0">
              <a:noFill/>
              <a:prstDash val="solid"/>
            </a:ln>
          </p:spPr>
        </p:sp>
        <p:sp>
          <p:nvSpPr>
            <p:cNvPr id="2212" name="dense-strip-11-cell-38">
              <a:extLst>
                <a:ext uri="{FF2B5EF4-FFF2-40B4-BE49-F238E27FC236}">
                  <a16:creationId xmlns:a16="http://schemas.microsoft.com/office/drawing/2014/main" id="{11A4B674-351F-453A-89D8-C5F87F86E768}"/>
                </a:ext>
              </a:extLst>
            </p:cNvPr>
            <p:cNvSpPr>
              <a:spLocks noGrp="1"/>
            </p:cNvSpPr>
            <p:nvPr/>
          </p:nvSpPr>
          <p:spPr>
            <a:xfrm>
              <a:off x="21825148" y="3676650"/>
              <a:ext cx="15522" cy="133350"/>
            </a:xfrm>
            <a:prstGeom prst="rect">
              <a:avLst/>
            </a:prstGeom>
            <a:solidFill>
              <a:srgbClr val="937326"/>
            </a:solidFill>
            <a:ln w="0">
              <a:noFill/>
              <a:prstDash val="solid"/>
            </a:ln>
          </p:spPr>
        </p:sp>
        <p:sp>
          <p:nvSpPr>
            <p:cNvPr id="2213" name="dense-strip-11-cell-37">
              <a:extLst>
                <a:ext uri="{FF2B5EF4-FFF2-40B4-BE49-F238E27FC236}">
                  <a16:creationId xmlns:a16="http://schemas.microsoft.com/office/drawing/2014/main" id="{D275EABD-AB84-4E07-AE03-2C68A33CD56E}"/>
                </a:ext>
              </a:extLst>
            </p:cNvPr>
            <p:cNvSpPr>
              <a:spLocks noGrp="1"/>
            </p:cNvSpPr>
            <p:nvPr/>
          </p:nvSpPr>
          <p:spPr>
            <a:xfrm>
              <a:off x="21809770" y="3676650"/>
              <a:ext cx="15522" cy="133350"/>
            </a:xfrm>
            <a:prstGeom prst="rect">
              <a:avLst/>
            </a:prstGeom>
            <a:solidFill>
              <a:srgbClr val="937529"/>
            </a:solidFill>
            <a:ln w="0">
              <a:noFill/>
              <a:prstDash val="solid"/>
            </a:ln>
          </p:spPr>
        </p:sp>
        <p:sp>
          <p:nvSpPr>
            <p:cNvPr id="2214" name="dense-strip-11-cell-36">
              <a:extLst>
                <a:ext uri="{FF2B5EF4-FFF2-40B4-BE49-F238E27FC236}">
                  <a16:creationId xmlns:a16="http://schemas.microsoft.com/office/drawing/2014/main" id="{B38AD52C-97CE-4694-88D2-C5FADBD4594A}"/>
                </a:ext>
              </a:extLst>
            </p:cNvPr>
            <p:cNvSpPr>
              <a:spLocks noGrp="1"/>
            </p:cNvSpPr>
            <p:nvPr/>
          </p:nvSpPr>
          <p:spPr>
            <a:xfrm>
              <a:off x="21794391" y="3676650"/>
              <a:ext cx="15522" cy="133350"/>
            </a:xfrm>
            <a:prstGeom prst="rect">
              <a:avLst/>
            </a:prstGeom>
            <a:solidFill>
              <a:srgbClr val="8D7C36"/>
            </a:solidFill>
            <a:ln w="0">
              <a:noFill/>
              <a:prstDash val="solid"/>
            </a:ln>
          </p:spPr>
        </p:sp>
        <p:sp>
          <p:nvSpPr>
            <p:cNvPr id="2215" name="dense-strip-11-cell-35">
              <a:extLst>
                <a:ext uri="{FF2B5EF4-FFF2-40B4-BE49-F238E27FC236}">
                  <a16:creationId xmlns:a16="http://schemas.microsoft.com/office/drawing/2014/main" id="{AAAB688F-2E0A-43B2-BF17-2C31209DE79A}"/>
                </a:ext>
              </a:extLst>
            </p:cNvPr>
            <p:cNvSpPr>
              <a:spLocks noGrp="1"/>
            </p:cNvSpPr>
            <p:nvPr/>
          </p:nvSpPr>
          <p:spPr>
            <a:xfrm>
              <a:off x="21779012" y="3676650"/>
              <a:ext cx="15522" cy="133350"/>
            </a:xfrm>
            <a:prstGeom prst="rect">
              <a:avLst/>
            </a:prstGeom>
            <a:solidFill>
              <a:srgbClr val="808C52"/>
            </a:solidFill>
            <a:ln w="0">
              <a:noFill/>
              <a:prstDash val="solid"/>
            </a:ln>
          </p:spPr>
        </p:sp>
        <p:sp>
          <p:nvSpPr>
            <p:cNvPr id="2216" name="dense-strip-11-cell-34">
              <a:extLst>
                <a:ext uri="{FF2B5EF4-FFF2-40B4-BE49-F238E27FC236}">
                  <a16:creationId xmlns:a16="http://schemas.microsoft.com/office/drawing/2014/main" id="{DF390366-DEA4-41B4-AF1F-2ED4FD5DB4F0}"/>
                </a:ext>
              </a:extLst>
            </p:cNvPr>
            <p:cNvSpPr>
              <a:spLocks noGrp="1"/>
            </p:cNvSpPr>
            <p:nvPr/>
          </p:nvSpPr>
          <p:spPr>
            <a:xfrm>
              <a:off x="21763633" y="3676650"/>
              <a:ext cx="15522" cy="133350"/>
            </a:xfrm>
            <a:prstGeom prst="rect">
              <a:avLst/>
            </a:prstGeom>
            <a:solidFill>
              <a:srgbClr val="A48848"/>
            </a:solidFill>
            <a:ln w="0">
              <a:noFill/>
              <a:prstDash val="solid"/>
            </a:ln>
          </p:spPr>
        </p:sp>
        <p:sp>
          <p:nvSpPr>
            <p:cNvPr id="2217" name="dense-strip-11-cell-33">
              <a:extLst>
                <a:ext uri="{FF2B5EF4-FFF2-40B4-BE49-F238E27FC236}">
                  <a16:creationId xmlns:a16="http://schemas.microsoft.com/office/drawing/2014/main" id="{95FE7475-615C-4F6F-AD6E-9BA3B0C6E56F}"/>
                </a:ext>
              </a:extLst>
            </p:cNvPr>
            <p:cNvSpPr>
              <a:spLocks noGrp="1"/>
            </p:cNvSpPr>
            <p:nvPr/>
          </p:nvSpPr>
          <p:spPr>
            <a:xfrm>
              <a:off x="21748254" y="3676650"/>
              <a:ext cx="15522" cy="133350"/>
            </a:xfrm>
            <a:prstGeom prst="rect">
              <a:avLst/>
            </a:prstGeom>
            <a:solidFill>
              <a:srgbClr val="978D52"/>
            </a:solidFill>
            <a:ln w="0">
              <a:noFill/>
              <a:prstDash val="solid"/>
            </a:ln>
          </p:spPr>
        </p:sp>
        <p:sp>
          <p:nvSpPr>
            <p:cNvPr id="2218" name="dense-strip-11-cell-32">
              <a:extLst>
                <a:ext uri="{FF2B5EF4-FFF2-40B4-BE49-F238E27FC236}">
                  <a16:creationId xmlns:a16="http://schemas.microsoft.com/office/drawing/2014/main" id="{2A176BC6-0BA4-4599-BE0E-FF2ED25D2947}"/>
                </a:ext>
              </a:extLst>
            </p:cNvPr>
            <p:cNvSpPr>
              <a:spLocks noGrp="1"/>
            </p:cNvSpPr>
            <p:nvPr/>
          </p:nvSpPr>
          <p:spPr>
            <a:xfrm>
              <a:off x="21732875" y="3676650"/>
              <a:ext cx="15522" cy="133350"/>
            </a:xfrm>
            <a:prstGeom prst="rect">
              <a:avLst/>
            </a:prstGeom>
            <a:solidFill>
              <a:srgbClr val="D8A173"/>
            </a:solidFill>
            <a:ln w="0">
              <a:noFill/>
              <a:prstDash val="solid"/>
            </a:ln>
          </p:spPr>
        </p:sp>
        <p:sp>
          <p:nvSpPr>
            <p:cNvPr id="2219" name="dense-strip-11-cell-31">
              <a:extLst>
                <a:ext uri="{FF2B5EF4-FFF2-40B4-BE49-F238E27FC236}">
                  <a16:creationId xmlns:a16="http://schemas.microsoft.com/office/drawing/2014/main" id="{D0B46673-09D3-410E-A7EB-A88DF9342F7A}"/>
                </a:ext>
              </a:extLst>
            </p:cNvPr>
            <p:cNvSpPr>
              <a:spLocks noGrp="1"/>
            </p:cNvSpPr>
            <p:nvPr/>
          </p:nvSpPr>
          <p:spPr>
            <a:xfrm>
              <a:off x="21717496" y="3676650"/>
              <a:ext cx="15522" cy="133350"/>
            </a:xfrm>
            <a:prstGeom prst="rect">
              <a:avLst/>
            </a:prstGeom>
            <a:solidFill>
              <a:srgbClr val="DBCDBE"/>
            </a:solidFill>
            <a:ln w="0">
              <a:noFill/>
              <a:prstDash val="solid"/>
            </a:ln>
          </p:spPr>
        </p:sp>
        <p:sp>
          <p:nvSpPr>
            <p:cNvPr id="2220" name="dense-strip-11-cell-30">
              <a:extLst>
                <a:ext uri="{FF2B5EF4-FFF2-40B4-BE49-F238E27FC236}">
                  <a16:creationId xmlns:a16="http://schemas.microsoft.com/office/drawing/2014/main" id="{69E8A42D-9406-41F4-BC70-857F58D90974}"/>
                </a:ext>
              </a:extLst>
            </p:cNvPr>
            <p:cNvSpPr>
              <a:spLocks noGrp="1"/>
            </p:cNvSpPr>
            <p:nvPr/>
          </p:nvSpPr>
          <p:spPr>
            <a:xfrm>
              <a:off x="21702117" y="3676650"/>
              <a:ext cx="15522" cy="133350"/>
            </a:xfrm>
            <a:prstGeom prst="rect">
              <a:avLst/>
            </a:prstGeom>
            <a:solidFill>
              <a:srgbClr val="DCE8ED"/>
            </a:solidFill>
            <a:ln w="0">
              <a:noFill/>
              <a:prstDash val="solid"/>
            </a:ln>
          </p:spPr>
        </p:sp>
        <p:sp>
          <p:nvSpPr>
            <p:cNvPr id="2221" name="dense-strip-11-cell-29">
              <a:extLst>
                <a:ext uri="{FF2B5EF4-FFF2-40B4-BE49-F238E27FC236}">
                  <a16:creationId xmlns:a16="http://schemas.microsoft.com/office/drawing/2014/main" id="{A6D48CC3-5CC6-40FC-B396-CD9B5491FB16}"/>
                </a:ext>
              </a:extLst>
            </p:cNvPr>
            <p:cNvSpPr>
              <a:spLocks noGrp="1"/>
            </p:cNvSpPr>
            <p:nvPr/>
          </p:nvSpPr>
          <p:spPr>
            <a:xfrm>
              <a:off x="21686738" y="3676650"/>
              <a:ext cx="15522" cy="133350"/>
            </a:xfrm>
            <a:prstGeom prst="rect">
              <a:avLst/>
            </a:prstGeom>
            <a:solidFill>
              <a:srgbClr val="DCE8ED"/>
            </a:solidFill>
            <a:ln w="0">
              <a:noFill/>
              <a:prstDash val="solid"/>
            </a:ln>
          </p:spPr>
        </p:sp>
        <p:sp>
          <p:nvSpPr>
            <p:cNvPr id="2222" name="dense-strip-11-cell-28">
              <a:extLst>
                <a:ext uri="{FF2B5EF4-FFF2-40B4-BE49-F238E27FC236}">
                  <a16:creationId xmlns:a16="http://schemas.microsoft.com/office/drawing/2014/main" id="{3F9F2E97-BA32-48F1-A015-5DBDC6150D85}"/>
                </a:ext>
              </a:extLst>
            </p:cNvPr>
            <p:cNvSpPr>
              <a:spLocks noGrp="1"/>
            </p:cNvSpPr>
            <p:nvPr/>
          </p:nvSpPr>
          <p:spPr>
            <a:xfrm>
              <a:off x="21671359" y="3676650"/>
              <a:ext cx="15522" cy="133350"/>
            </a:xfrm>
            <a:prstGeom prst="rect">
              <a:avLst/>
            </a:prstGeom>
            <a:solidFill>
              <a:srgbClr val="DCE8ED"/>
            </a:solidFill>
            <a:ln w="0">
              <a:noFill/>
              <a:prstDash val="solid"/>
            </a:ln>
          </p:spPr>
        </p:sp>
        <p:sp>
          <p:nvSpPr>
            <p:cNvPr id="2223" name="dense-strip-11-cell-27">
              <a:extLst>
                <a:ext uri="{FF2B5EF4-FFF2-40B4-BE49-F238E27FC236}">
                  <a16:creationId xmlns:a16="http://schemas.microsoft.com/office/drawing/2014/main" id="{80ADCF55-CF30-4919-88F3-AF0072222584}"/>
                </a:ext>
              </a:extLst>
            </p:cNvPr>
            <p:cNvSpPr>
              <a:spLocks noGrp="1"/>
            </p:cNvSpPr>
            <p:nvPr/>
          </p:nvSpPr>
          <p:spPr>
            <a:xfrm>
              <a:off x="21655980" y="3676650"/>
              <a:ext cx="15522" cy="133350"/>
            </a:xfrm>
            <a:prstGeom prst="rect">
              <a:avLst/>
            </a:prstGeom>
            <a:solidFill>
              <a:srgbClr val="DCE8ED"/>
            </a:solidFill>
            <a:ln w="0">
              <a:noFill/>
              <a:prstDash val="solid"/>
            </a:ln>
          </p:spPr>
        </p:sp>
        <p:sp>
          <p:nvSpPr>
            <p:cNvPr id="2224" name="dense-strip-11-cell-26">
              <a:extLst>
                <a:ext uri="{FF2B5EF4-FFF2-40B4-BE49-F238E27FC236}">
                  <a16:creationId xmlns:a16="http://schemas.microsoft.com/office/drawing/2014/main" id="{08F1D10C-C01D-406F-8CF7-E0AD0AC94DC9}"/>
                </a:ext>
              </a:extLst>
            </p:cNvPr>
            <p:cNvSpPr>
              <a:spLocks noGrp="1"/>
            </p:cNvSpPr>
            <p:nvPr/>
          </p:nvSpPr>
          <p:spPr>
            <a:xfrm>
              <a:off x="21640602" y="3676650"/>
              <a:ext cx="15522" cy="133350"/>
            </a:xfrm>
            <a:prstGeom prst="rect">
              <a:avLst/>
            </a:prstGeom>
            <a:solidFill>
              <a:srgbClr val="DCE8ED"/>
            </a:solidFill>
            <a:ln w="0">
              <a:noFill/>
              <a:prstDash val="solid"/>
            </a:ln>
          </p:spPr>
        </p:sp>
        <p:sp>
          <p:nvSpPr>
            <p:cNvPr id="2225" name="dense-strip-11-cell-25">
              <a:extLst>
                <a:ext uri="{FF2B5EF4-FFF2-40B4-BE49-F238E27FC236}">
                  <a16:creationId xmlns:a16="http://schemas.microsoft.com/office/drawing/2014/main" id="{DA9359E2-1AA7-4BC8-9740-07DE349B6637}"/>
                </a:ext>
              </a:extLst>
            </p:cNvPr>
            <p:cNvSpPr>
              <a:spLocks noGrp="1"/>
            </p:cNvSpPr>
            <p:nvPr/>
          </p:nvSpPr>
          <p:spPr>
            <a:xfrm>
              <a:off x="21625223" y="3676650"/>
              <a:ext cx="15522" cy="133350"/>
            </a:xfrm>
            <a:prstGeom prst="rect">
              <a:avLst/>
            </a:prstGeom>
            <a:solidFill>
              <a:srgbClr val="DCE8ED"/>
            </a:solidFill>
            <a:ln w="0">
              <a:noFill/>
              <a:prstDash val="solid"/>
            </a:ln>
          </p:spPr>
        </p:sp>
        <p:sp>
          <p:nvSpPr>
            <p:cNvPr id="2226" name="dense-strip-11-cell-24">
              <a:extLst>
                <a:ext uri="{FF2B5EF4-FFF2-40B4-BE49-F238E27FC236}">
                  <a16:creationId xmlns:a16="http://schemas.microsoft.com/office/drawing/2014/main" id="{0E7B5039-3AD9-4E76-AA4B-81807DA6A3B1}"/>
                </a:ext>
              </a:extLst>
            </p:cNvPr>
            <p:cNvSpPr>
              <a:spLocks noGrp="1"/>
            </p:cNvSpPr>
            <p:nvPr/>
          </p:nvSpPr>
          <p:spPr>
            <a:xfrm>
              <a:off x="21609844" y="3676650"/>
              <a:ext cx="15522" cy="133350"/>
            </a:xfrm>
            <a:prstGeom prst="rect">
              <a:avLst/>
            </a:prstGeom>
            <a:solidFill>
              <a:srgbClr val="DCE8ED"/>
            </a:solidFill>
            <a:ln w="0">
              <a:noFill/>
              <a:prstDash val="solid"/>
            </a:ln>
          </p:spPr>
        </p:sp>
        <p:sp>
          <p:nvSpPr>
            <p:cNvPr id="2227" name="dense-strip-11-cell-23">
              <a:extLst>
                <a:ext uri="{FF2B5EF4-FFF2-40B4-BE49-F238E27FC236}">
                  <a16:creationId xmlns:a16="http://schemas.microsoft.com/office/drawing/2014/main" id="{C06ACE6E-60F5-4EB4-991E-F07D13CC1547}"/>
                </a:ext>
              </a:extLst>
            </p:cNvPr>
            <p:cNvSpPr>
              <a:spLocks noGrp="1"/>
            </p:cNvSpPr>
            <p:nvPr/>
          </p:nvSpPr>
          <p:spPr>
            <a:xfrm>
              <a:off x="21594465" y="3676650"/>
              <a:ext cx="15522" cy="133350"/>
            </a:xfrm>
            <a:prstGeom prst="rect">
              <a:avLst/>
            </a:prstGeom>
            <a:solidFill>
              <a:srgbClr val="DCE8ED"/>
            </a:solidFill>
            <a:ln w="0">
              <a:noFill/>
              <a:prstDash val="solid"/>
            </a:ln>
          </p:spPr>
        </p:sp>
        <p:sp>
          <p:nvSpPr>
            <p:cNvPr id="2228" name="dense-strip-11-cell-22">
              <a:extLst>
                <a:ext uri="{FF2B5EF4-FFF2-40B4-BE49-F238E27FC236}">
                  <a16:creationId xmlns:a16="http://schemas.microsoft.com/office/drawing/2014/main" id="{485FE93B-7E01-44DE-A415-AFD5C9565C67}"/>
                </a:ext>
              </a:extLst>
            </p:cNvPr>
            <p:cNvSpPr>
              <a:spLocks noGrp="1"/>
            </p:cNvSpPr>
            <p:nvPr/>
          </p:nvSpPr>
          <p:spPr>
            <a:xfrm>
              <a:off x="21579086" y="3676650"/>
              <a:ext cx="15522" cy="133350"/>
            </a:xfrm>
            <a:prstGeom prst="rect">
              <a:avLst/>
            </a:prstGeom>
            <a:solidFill>
              <a:srgbClr val="DCE8ED"/>
            </a:solidFill>
            <a:ln w="0">
              <a:noFill/>
              <a:prstDash val="solid"/>
            </a:ln>
          </p:spPr>
        </p:sp>
        <p:sp>
          <p:nvSpPr>
            <p:cNvPr id="2229" name="dense-strip-11-cell-21">
              <a:extLst>
                <a:ext uri="{FF2B5EF4-FFF2-40B4-BE49-F238E27FC236}">
                  <a16:creationId xmlns:a16="http://schemas.microsoft.com/office/drawing/2014/main" id="{1310FCB6-329F-4CFE-A9B7-4D17CB0F8055}"/>
                </a:ext>
              </a:extLst>
            </p:cNvPr>
            <p:cNvSpPr>
              <a:spLocks noGrp="1"/>
            </p:cNvSpPr>
            <p:nvPr/>
          </p:nvSpPr>
          <p:spPr>
            <a:xfrm>
              <a:off x="21563707" y="3676650"/>
              <a:ext cx="15522" cy="133350"/>
            </a:xfrm>
            <a:prstGeom prst="rect">
              <a:avLst/>
            </a:prstGeom>
            <a:solidFill>
              <a:srgbClr val="DCE8ED"/>
            </a:solidFill>
            <a:ln w="0">
              <a:noFill/>
              <a:prstDash val="solid"/>
            </a:ln>
          </p:spPr>
        </p:sp>
        <p:sp>
          <p:nvSpPr>
            <p:cNvPr id="2230" name="dense-strip-11-cell-20">
              <a:extLst>
                <a:ext uri="{FF2B5EF4-FFF2-40B4-BE49-F238E27FC236}">
                  <a16:creationId xmlns:a16="http://schemas.microsoft.com/office/drawing/2014/main" id="{7C206652-40AE-4928-B321-9C0F1694D5F4}"/>
                </a:ext>
              </a:extLst>
            </p:cNvPr>
            <p:cNvSpPr>
              <a:spLocks noGrp="1"/>
            </p:cNvSpPr>
            <p:nvPr/>
          </p:nvSpPr>
          <p:spPr>
            <a:xfrm>
              <a:off x="21548328" y="3676650"/>
              <a:ext cx="15522" cy="133350"/>
            </a:xfrm>
            <a:prstGeom prst="rect">
              <a:avLst/>
            </a:prstGeom>
            <a:solidFill>
              <a:srgbClr val="DCE8ED"/>
            </a:solidFill>
            <a:ln w="0">
              <a:noFill/>
              <a:prstDash val="solid"/>
            </a:ln>
          </p:spPr>
        </p:sp>
        <p:sp>
          <p:nvSpPr>
            <p:cNvPr id="2231" name="dense-strip-11-cell-19">
              <a:extLst>
                <a:ext uri="{FF2B5EF4-FFF2-40B4-BE49-F238E27FC236}">
                  <a16:creationId xmlns:a16="http://schemas.microsoft.com/office/drawing/2014/main" id="{5AE6C0D3-ED9C-40CA-AAB2-340D55924F9D}"/>
                </a:ext>
              </a:extLst>
            </p:cNvPr>
            <p:cNvSpPr>
              <a:spLocks noGrp="1"/>
            </p:cNvSpPr>
            <p:nvPr/>
          </p:nvSpPr>
          <p:spPr>
            <a:xfrm>
              <a:off x="21532949" y="3676650"/>
              <a:ext cx="15522" cy="133350"/>
            </a:xfrm>
            <a:prstGeom prst="rect">
              <a:avLst/>
            </a:prstGeom>
            <a:solidFill>
              <a:srgbClr val="DCE8ED"/>
            </a:solidFill>
            <a:ln w="0">
              <a:noFill/>
              <a:prstDash val="solid"/>
            </a:ln>
          </p:spPr>
        </p:sp>
        <p:sp>
          <p:nvSpPr>
            <p:cNvPr id="2232" name="dense-strip-11-cell-18">
              <a:extLst>
                <a:ext uri="{FF2B5EF4-FFF2-40B4-BE49-F238E27FC236}">
                  <a16:creationId xmlns:a16="http://schemas.microsoft.com/office/drawing/2014/main" id="{33F65621-9792-43A8-8345-27FD49F3DCB1}"/>
                </a:ext>
              </a:extLst>
            </p:cNvPr>
            <p:cNvSpPr>
              <a:spLocks noGrp="1"/>
            </p:cNvSpPr>
            <p:nvPr/>
          </p:nvSpPr>
          <p:spPr>
            <a:xfrm>
              <a:off x="21517570" y="3676650"/>
              <a:ext cx="15522" cy="133350"/>
            </a:xfrm>
            <a:prstGeom prst="rect">
              <a:avLst/>
            </a:prstGeom>
            <a:solidFill>
              <a:srgbClr val="DCE8ED"/>
            </a:solidFill>
            <a:ln w="0">
              <a:noFill/>
              <a:prstDash val="solid"/>
            </a:ln>
          </p:spPr>
        </p:sp>
        <p:sp>
          <p:nvSpPr>
            <p:cNvPr id="2233" name="dense-strip-11-cell-17">
              <a:extLst>
                <a:ext uri="{FF2B5EF4-FFF2-40B4-BE49-F238E27FC236}">
                  <a16:creationId xmlns:a16="http://schemas.microsoft.com/office/drawing/2014/main" id="{BF9E3CC0-5DB8-48A4-88EB-7B00375548EE}"/>
                </a:ext>
              </a:extLst>
            </p:cNvPr>
            <p:cNvSpPr>
              <a:spLocks noGrp="1"/>
            </p:cNvSpPr>
            <p:nvPr/>
          </p:nvSpPr>
          <p:spPr>
            <a:xfrm>
              <a:off x="21502191" y="3676650"/>
              <a:ext cx="15522" cy="133350"/>
            </a:xfrm>
            <a:prstGeom prst="rect">
              <a:avLst/>
            </a:prstGeom>
            <a:solidFill>
              <a:srgbClr val="DCE8ED"/>
            </a:solidFill>
            <a:ln w="0">
              <a:noFill/>
              <a:prstDash val="solid"/>
            </a:ln>
          </p:spPr>
        </p:sp>
        <p:sp>
          <p:nvSpPr>
            <p:cNvPr id="2234" name="dense-strip-11-cell-16">
              <a:extLst>
                <a:ext uri="{FF2B5EF4-FFF2-40B4-BE49-F238E27FC236}">
                  <a16:creationId xmlns:a16="http://schemas.microsoft.com/office/drawing/2014/main" id="{4C8FFCE7-CBDE-4245-8DF0-4F744CF45DC7}"/>
                </a:ext>
              </a:extLst>
            </p:cNvPr>
            <p:cNvSpPr>
              <a:spLocks noGrp="1"/>
            </p:cNvSpPr>
            <p:nvPr/>
          </p:nvSpPr>
          <p:spPr>
            <a:xfrm>
              <a:off x="21486813" y="3676650"/>
              <a:ext cx="15522" cy="133350"/>
            </a:xfrm>
            <a:prstGeom prst="rect">
              <a:avLst/>
            </a:prstGeom>
            <a:solidFill>
              <a:srgbClr val="DCE8ED"/>
            </a:solidFill>
            <a:ln w="0">
              <a:noFill/>
              <a:prstDash val="solid"/>
            </a:ln>
          </p:spPr>
        </p:sp>
        <p:sp>
          <p:nvSpPr>
            <p:cNvPr id="2235" name="dense-strip-11-cell-15">
              <a:extLst>
                <a:ext uri="{FF2B5EF4-FFF2-40B4-BE49-F238E27FC236}">
                  <a16:creationId xmlns:a16="http://schemas.microsoft.com/office/drawing/2014/main" id="{EE4A2FF2-2526-46B7-BA0B-130BB613E2E3}"/>
                </a:ext>
              </a:extLst>
            </p:cNvPr>
            <p:cNvSpPr>
              <a:spLocks noGrp="1"/>
            </p:cNvSpPr>
            <p:nvPr/>
          </p:nvSpPr>
          <p:spPr>
            <a:xfrm>
              <a:off x="21471434" y="3676650"/>
              <a:ext cx="15522" cy="133350"/>
            </a:xfrm>
            <a:prstGeom prst="rect">
              <a:avLst/>
            </a:prstGeom>
            <a:solidFill>
              <a:srgbClr val="DCE8ED"/>
            </a:solidFill>
            <a:ln w="0">
              <a:noFill/>
              <a:prstDash val="solid"/>
            </a:ln>
          </p:spPr>
        </p:sp>
        <p:sp>
          <p:nvSpPr>
            <p:cNvPr id="2236" name="dense-strip-11-cell-14">
              <a:extLst>
                <a:ext uri="{FF2B5EF4-FFF2-40B4-BE49-F238E27FC236}">
                  <a16:creationId xmlns:a16="http://schemas.microsoft.com/office/drawing/2014/main" id="{FADD2092-FD56-465D-8A83-A2EC8684ABFF}"/>
                </a:ext>
              </a:extLst>
            </p:cNvPr>
            <p:cNvSpPr>
              <a:spLocks noGrp="1"/>
            </p:cNvSpPr>
            <p:nvPr/>
          </p:nvSpPr>
          <p:spPr>
            <a:xfrm>
              <a:off x="21456055" y="3676650"/>
              <a:ext cx="15522" cy="133350"/>
            </a:xfrm>
            <a:prstGeom prst="rect">
              <a:avLst/>
            </a:prstGeom>
            <a:solidFill>
              <a:srgbClr val="DCE8ED"/>
            </a:solidFill>
            <a:ln w="0">
              <a:noFill/>
              <a:prstDash val="solid"/>
            </a:ln>
          </p:spPr>
        </p:sp>
        <p:sp>
          <p:nvSpPr>
            <p:cNvPr id="2237" name="dense-strip-11-cell-13">
              <a:extLst>
                <a:ext uri="{FF2B5EF4-FFF2-40B4-BE49-F238E27FC236}">
                  <a16:creationId xmlns:a16="http://schemas.microsoft.com/office/drawing/2014/main" id="{F5B673EA-51FC-40CE-855F-5D2464571A21}"/>
                </a:ext>
              </a:extLst>
            </p:cNvPr>
            <p:cNvSpPr>
              <a:spLocks noGrp="1"/>
            </p:cNvSpPr>
            <p:nvPr/>
          </p:nvSpPr>
          <p:spPr>
            <a:xfrm>
              <a:off x="21440676" y="3676650"/>
              <a:ext cx="15522" cy="133350"/>
            </a:xfrm>
            <a:prstGeom prst="rect">
              <a:avLst/>
            </a:prstGeom>
            <a:solidFill>
              <a:srgbClr val="DCE8ED"/>
            </a:solidFill>
            <a:ln w="0">
              <a:noFill/>
              <a:prstDash val="solid"/>
            </a:ln>
          </p:spPr>
        </p:sp>
        <p:sp>
          <p:nvSpPr>
            <p:cNvPr id="2238" name="dense-strip-11-cell-12">
              <a:extLst>
                <a:ext uri="{FF2B5EF4-FFF2-40B4-BE49-F238E27FC236}">
                  <a16:creationId xmlns:a16="http://schemas.microsoft.com/office/drawing/2014/main" id="{D8866015-1A06-4276-9693-7282F927708E}"/>
                </a:ext>
              </a:extLst>
            </p:cNvPr>
            <p:cNvSpPr>
              <a:spLocks noGrp="1"/>
            </p:cNvSpPr>
            <p:nvPr/>
          </p:nvSpPr>
          <p:spPr>
            <a:xfrm>
              <a:off x="21425297" y="3676650"/>
              <a:ext cx="15522" cy="133350"/>
            </a:xfrm>
            <a:prstGeom prst="rect">
              <a:avLst/>
            </a:prstGeom>
            <a:solidFill>
              <a:srgbClr val="DCE8ED"/>
            </a:solidFill>
            <a:ln w="0">
              <a:noFill/>
              <a:prstDash val="solid"/>
            </a:ln>
          </p:spPr>
        </p:sp>
        <p:sp>
          <p:nvSpPr>
            <p:cNvPr id="2239" name="dense-strip-11-cell-11">
              <a:extLst>
                <a:ext uri="{FF2B5EF4-FFF2-40B4-BE49-F238E27FC236}">
                  <a16:creationId xmlns:a16="http://schemas.microsoft.com/office/drawing/2014/main" id="{BF0D8A53-D298-48AD-B56B-B6B268430DFF}"/>
                </a:ext>
              </a:extLst>
            </p:cNvPr>
            <p:cNvSpPr>
              <a:spLocks noGrp="1"/>
            </p:cNvSpPr>
            <p:nvPr/>
          </p:nvSpPr>
          <p:spPr>
            <a:xfrm>
              <a:off x="21409918" y="3676650"/>
              <a:ext cx="15522" cy="133350"/>
            </a:xfrm>
            <a:prstGeom prst="rect">
              <a:avLst/>
            </a:prstGeom>
            <a:solidFill>
              <a:srgbClr val="DCE8ED"/>
            </a:solidFill>
            <a:ln w="0">
              <a:noFill/>
              <a:prstDash val="solid"/>
            </a:ln>
          </p:spPr>
        </p:sp>
        <p:sp>
          <p:nvSpPr>
            <p:cNvPr id="2240" name="dense-strip-11-cell-10">
              <a:extLst>
                <a:ext uri="{FF2B5EF4-FFF2-40B4-BE49-F238E27FC236}">
                  <a16:creationId xmlns:a16="http://schemas.microsoft.com/office/drawing/2014/main" id="{BDA39FD9-0EAA-4B47-A99F-FCBD959A2532}"/>
                </a:ext>
              </a:extLst>
            </p:cNvPr>
            <p:cNvSpPr>
              <a:spLocks noGrp="1"/>
            </p:cNvSpPr>
            <p:nvPr/>
          </p:nvSpPr>
          <p:spPr>
            <a:xfrm>
              <a:off x="21394539" y="3676650"/>
              <a:ext cx="15522" cy="133350"/>
            </a:xfrm>
            <a:prstGeom prst="rect">
              <a:avLst/>
            </a:prstGeom>
            <a:solidFill>
              <a:srgbClr val="DCE8ED"/>
            </a:solidFill>
            <a:ln w="0">
              <a:noFill/>
              <a:prstDash val="solid"/>
            </a:ln>
          </p:spPr>
        </p:sp>
        <p:sp>
          <p:nvSpPr>
            <p:cNvPr id="2241" name="dense-strip-11-cell-9">
              <a:extLst>
                <a:ext uri="{FF2B5EF4-FFF2-40B4-BE49-F238E27FC236}">
                  <a16:creationId xmlns:a16="http://schemas.microsoft.com/office/drawing/2014/main" id="{7E644D18-B1C6-4BE2-B68B-91E11FAEE7D1}"/>
                </a:ext>
              </a:extLst>
            </p:cNvPr>
            <p:cNvSpPr>
              <a:spLocks noGrp="1"/>
            </p:cNvSpPr>
            <p:nvPr/>
          </p:nvSpPr>
          <p:spPr>
            <a:xfrm>
              <a:off x="21379160" y="3676650"/>
              <a:ext cx="15522" cy="133350"/>
            </a:xfrm>
            <a:prstGeom prst="rect">
              <a:avLst/>
            </a:prstGeom>
            <a:solidFill>
              <a:srgbClr val="DCE8ED"/>
            </a:solidFill>
            <a:ln w="0">
              <a:noFill/>
              <a:prstDash val="solid"/>
            </a:ln>
          </p:spPr>
        </p:sp>
        <p:sp>
          <p:nvSpPr>
            <p:cNvPr id="2242" name="dense-strip-11-cell-8">
              <a:extLst>
                <a:ext uri="{FF2B5EF4-FFF2-40B4-BE49-F238E27FC236}">
                  <a16:creationId xmlns:a16="http://schemas.microsoft.com/office/drawing/2014/main" id="{63DA4FC2-9E35-43C4-AA3F-76738C2AB8DE}"/>
                </a:ext>
              </a:extLst>
            </p:cNvPr>
            <p:cNvSpPr>
              <a:spLocks noGrp="1"/>
            </p:cNvSpPr>
            <p:nvPr/>
          </p:nvSpPr>
          <p:spPr>
            <a:xfrm>
              <a:off x="21363781" y="3676650"/>
              <a:ext cx="15522" cy="133350"/>
            </a:xfrm>
            <a:prstGeom prst="rect">
              <a:avLst/>
            </a:prstGeom>
            <a:solidFill>
              <a:srgbClr val="DAE7EC"/>
            </a:solidFill>
            <a:ln w="0">
              <a:noFill/>
              <a:prstDash val="solid"/>
            </a:ln>
          </p:spPr>
        </p:sp>
        <p:sp>
          <p:nvSpPr>
            <p:cNvPr id="2243" name="dense-strip-11-cell-7">
              <a:extLst>
                <a:ext uri="{FF2B5EF4-FFF2-40B4-BE49-F238E27FC236}">
                  <a16:creationId xmlns:a16="http://schemas.microsoft.com/office/drawing/2014/main" id="{8763C2D2-ECAD-449B-BE63-284B7C2628C6}"/>
                </a:ext>
              </a:extLst>
            </p:cNvPr>
            <p:cNvSpPr>
              <a:spLocks noGrp="1"/>
            </p:cNvSpPr>
            <p:nvPr/>
          </p:nvSpPr>
          <p:spPr>
            <a:xfrm>
              <a:off x="21348402" y="3676650"/>
              <a:ext cx="15522" cy="133350"/>
            </a:xfrm>
            <a:prstGeom prst="rect">
              <a:avLst/>
            </a:prstGeom>
            <a:solidFill>
              <a:srgbClr val="DCE8ED"/>
            </a:solidFill>
            <a:ln w="0">
              <a:noFill/>
              <a:prstDash val="solid"/>
            </a:ln>
          </p:spPr>
        </p:sp>
        <p:sp>
          <p:nvSpPr>
            <p:cNvPr id="2244" name="dense-strip-11-cell-6">
              <a:extLst>
                <a:ext uri="{FF2B5EF4-FFF2-40B4-BE49-F238E27FC236}">
                  <a16:creationId xmlns:a16="http://schemas.microsoft.com/office/drawing/2014/main" id="{394DFAF3-63F1-486D-B029-510B15009BB3}"/>
                </a:ext>
              </a:extLst>
            </p:cNvPr>
            <p:cNvSpPr>
              <a:spLocks noGrp="1"/>
            </p:cNvSpPr>
            <p:nvPr/>
          </p:nvSpPr>
          <p:spPr>
            <a:xfrm>
              <a:off x="21333023" y="3676650"/>
              <a:ext cx="15522" cy="133350"/>
            </a:xfrm>
            <a:prstGeom prst="rect">
              <a:avLst/>
            </a:prstGeom>
            <a:solidFill>
              <a:srgbClr val="DCE8ED"/>
            </a:solidFill>
            <a:ln w="0">
              <a:noFill/>
              <a:prstDash val="solid"/>
            </a:ln>
          </p:spPr>
        </p:sp>
        <p:sp>
          <p:nvSpPr>
            <p:cNvPr id="2245" name="dense-strip-11-cell-5">
              <a:extLst>
                <a:ext uri="{FF2B5EF4-FFF2-40B4-BE49-F238E27FC236}">
                  <a16:creationId xmlns:a16="http://schemas.microsoft.com/office/drawing/2014/main" id="{6830DBB5-B2FE-420E-8287-FD10E6468490}"/>
                </a:ext>
              </a:extLst>
            </p:cNvPr>
            <p:cNvSpPr>
              <a:spLocks noGrp="1"/>
            </p:cNvSpPr>
            <p:nvPr/>
          </p:nvSpPr>
          <p:spPr>
            <a:xfrm>
              <a:off x="21317645" y="3676650"/>
              <a:ext cx="15522" cy="133350"/>
            </a:xfrm>
            <a:prstGeom prst="rect">
              <a:avLst/>
            </a:prstGeom>
            <a:solidFill>
              <a:srgbClr val="DCE8ED"/>
            </a:solidFill>
            <a:ln w="0">
              <a:noFill/>
              <a:prstDash val="solid"/>
            </a:ln>
          </p:spPr>
        </p:sp>
        <p:sp>
          <p:nvSpPr>
            <p:cNvPr id="2246" name="dense-strip-11-cell-4">
              <a:extLst>
                <a:ext uri="{FF2B5EF4-FFF2-40B4-BE49-F238E27FC236}">
                  <a16:creationId xmlns:a16="http://schemas.microsoft.com/office/drawing/2014/main" id="{EC3A2043-4D96-4161-9D5A-80AE5A2CA31C}"/>
                </a:ext>
              </a:extLst>
            </p:cNvPr>
            <p:cNvSpPr>
              <a:spLocks noGrp="1"/>
            </p:cNvSpPr>
            <p:nvPr/>
          </p:nvSpPr>
          <p:spPr>
            <a:xfrm>
              <a:off x="21302266" y="3676650"/>
              <a:ext cx="15522" cy="133350"/>
            </a:xfrm>
            <a:prstGeom prst="rect">
              <a:avLst/>
            </a:prstGeom>
            <a:solidFill>
              <a:srgbClr val="DCE8ED"/>
            </a:solidFill>
            <a:ln w="0">
              <a:noFill/>
              <a:prstDash val="solid"/>
            </a:ln>
          </p:spPr>
        </p:sp>
        <p:sp>
          <p:nvSpPr>
            <p:cNvPr id="2247" name="dense-strip-11-cell-3">
              <a:extLst>
                <a:ext uri="{FF2B5EF4-FFF2-40B4-BE49-F238E27FC236}">
                  <a16:creationId xmlns:a16="http://schemas.microsoft.com/office/drawing/2014/main" id="{CF034CEB-A913-41B9-8AB7-16C7F8F90915}"/>
                </a:ext>
              </a:extLst>
            </p:cNvPr>
            <p:cNvSpPr>
              <a:spLocks noGrp="1"/>
            </p:cNvSpPr>
            <p:nvPr/>
          </p:nvSpPr>
          <p:spPr>
            <a:xfrm>
              <a:off x="21286887" y="3676650"/>
              <a:ext cx="15522" cy="133350"/>
            </a:xfrm>
            <a:prstGeom prst="rect">
              <a:avLst/>
            </a:prstGeom>
            <a:solidFill>
              <a:srgbClr val="DCE8ED"/>
            </a:solidFill>
            <a:ln w="0">
              <a:noFill/>
              <a:prstDash val="solid"/>
            </a:ln>
          </p:spPr>
        </p:sp>
        <p:sp>
          <p:nvSpPr>
            <p:cNvPr id="2248" name="dense-strip-11-cell-2">
              <a:extLst>
                <a:ext uri="{FF2B5EF4-FFF2-40B4-BE49-F238E27FC236}">
                  <a16:creationId xmlns:a16="http://schemas.microsoft.com/office/drawing/2014/main" id="{AA84382A-9FEB-4DE8-84DD-719D9FC20993}"/>
                </a:ext>
              </a:extLst>
            </p:cNvPr>
            <p:cNvSpPr>
              <a:spLocks noGrp="1"/>
            </p:cNvSpPr>
            <p:nvPr/>
          </p:nvSpPr>
          <p:spPr>
            <a:xfrm>
              <a:off x="21271508" y="3676650"/>
              <a:ext cx="15522" cy="133350"/>
            </a:xfrm>
            <a:prstGeom prst="rect">
              <a:avLst/>
            </a:prstGeom>
            <a:solidFill>
              <a:srgbClr val="DCE8ED"/>
            </a:solidFill>
            <a:ln w="0">
              <a:noFill/>
              <a:prstDash val="solid"/>
            </a:ln>
          </p:spPr>
        </p:sp>
        <p:sp>
          <p:nvSpPr>
            <p:cNvPr id="2249" name="dense-strip-11-cell-1">
              <a:extLst>
                <a:ext uri="{FF2B5EF4-FFF2-40B4-BE49-F238E27FC236}">
                  <a16:creationId xmlns:a16="http://schemas.microsoft.com/office/drawing/2014/main" id="{125D1045-A867-4C5C-831D-B1EAFE3B9963}"/>
                </a:ext>
              </a:extLst>
            </p:cNvPr>
            <p:cNvSpPr>
              <a:spLocks noGrp="1"/>
            </p:cNvSpPr>
            <p:nvPr/>
          </p:nvSpPr>
          <p:spPr>
            <a:xfrm>
              <a:off x="21256129" y="3676650"/>
              <a:ext cx="15522" cy="133350"/>
            </a:xfrm>
            <a:prstGeom prst="rect">
              <a:avLst/>
            </a:prstGeom>
            <a:solidFill>
              <a:srgbClr val="DCE8ED"/>
            </a:solidFill>
            <a:ln w="0">
              <a:noFill/>
              <a:prstDash val="solid"/>
            </a:ln>
          </p:spPr>
        </p:sp>
        <p:sp>
          <p:nvSpPr>
            <p:cNvPr id="2250" name="dense-strip-11-cell-0">
              <a:extLst>
                <a:ext uri="{FF2B5EF4-FFF2-40B4-BE49-F238E27FC236}">
                  <a16:creationId xmlns:a16="http://schemas.microsoft.com/office/drawing/2014/main" id="{DA65BB0E-12E5-48B7-A454-C46F774C921E}"/>
                </a:ext>
              </a:extLst>
            </p:cNvPr>
            <p:cNvSpPr>
              <a:spLocks noGrp="1"/>
            </p:cNvSpPr>
            <p:nvPr/>
          </p:nvSpPr>
          <p:spPr>
            <a:xfrm>
              <a:off x="21240750" y="3676650"/>
              <a:ext cx="15522" cy="133350"/>
            </a:xfrm>
            <a:prstGeom prst="rect">
              <a:avLst/>
            </a:prstGeom>
            <a:solidFill>
              <a:srgbClr val="DCE8ED"/>
            </a:solidFill>
            <a:ln w="0">
              <a:noFill/>
              <a:prstDash val="solid"/>
            </a:ln>
          </p:spPr>
        </p:sp>
        <p:sp>
          <p:nvSpPr>
            <p:cNvPr id="2251" name="dense-strip-10-border">
              <a:extLst>
                <a:ext uri="{FF2B5EF4-FFF2-40B4-BE49-F238E27FC236}">
                  <a16:creationId xmlns:a16="http://schemas.microsoft.com/office/drawing/2014/main" id="{B34A68E8-01B4-4AAF-93B5-CDFD7BC76F39}"/>
                </a:ext>
              </a:extLst>
            </p:cNvPr>
            <p:cNvSpPr>
              <a:spLocks noGrp="1"/>
            </p:cNvSpPr>
            <p:nvPr/>
          </p:nvSpPr>
          <p:spPr>
            <a:xfrm>
              <a:off x="21240750" y="3467100"/>
              <a:ext cx="2952750" cy="133350"/>
            </a:xfrm>
            <a:prstGeom prst="rect">
              <a:avLst/>
            </a:prstGeom>
            <a:noFill/>
            <a:ln w="6191">
              <a:solidFill>
                <a:srgbClr val="6B7D89"/>
              </a:solidFill>
              <a:prstDash val="solid"/>
            </a:ln>
          </p:spPr>
        </p:sp>
        <p:sp>
          <p:nvSpPr>
            <p:cNvPr id="2252" name="dense-strip-10-cell-191">
              <a:extLst>
                <a:ext uri="{FF2B5EF4-FFF2-40B4-BE49-F238E27FC236}">
                  <a16:creationId xmlns:a16="http://schemas.microsoft.com/office/drawing/2014/main" id="{37B5B396-CC61-4D41-8F7E-1E1F632927AB}"/>
                </a:ext>
              </a:extLst>
            </p:cNvPr>
            <p:cNvSpPr>
              <a:spLocks noGrp="1"/>
            </p:cNvSpPr>
            <p:nvPr/>
          </p:nvSpPr>
          <p:spPr>
            <a:xfrm>
              <a:off x="24178121" y="3467100"/>
              <a:ext cx="15522" cy="133350"/>
            </a:xfrm>
            <a:prstGeom prst="rect">
              <a:avLst/>
            </a:prstGeom>
            <a:solidFill>
              <a:srgbClr val="D4A7B7"/>
            </a:solidFill>
            <a:ln w="0">
              <a:noFill/>
              <a:prstDash val="solid"/>
            </a:ln>
          </p:spPr>
        </p:sp>
        <p:sp>
          <p:nvSpPr>
            <p:cNvPr id="2253" name="dense-strip-10-cell-190">
              <a:extLst>
                <a:ext uri="{FF2B5EF4-FFF2-40B4-BE49-F238E27FC236}">
                  <a16:creationId xmlns:a16="http://schemas.microsoft.com/office/drawing/2014/main" id="{40645D77-43DB-4BC7-A081-8AAC24C3F638}"/>
                </a:ext>
              </a:extLst>
            </p:cNvPr>
            <p:cNvSpPr>
              <a:spLocks noGrp="1"/>
            </p:cNvSpPr>
            <p:nvPr/>
          </p:nvSpPr>
          <p:spPr>
            <a:xfrm>
              <a:off x="24162742" y="3467100"/>
              <a:ext cx="15522" cy="133350"/>
            </a:xfrm>
            <a:prstGeom prst="rect">
              <a:avLst/>
            </a:prstGeom>
            <a:solidFill>
              <a:srgbClr val="D4ABC1"/>
            </a:solidFill>
            <a:ln w="0">
              <a:noFill/>
              <a:prstDash val="solid"/>
            </a:ln>
          </p:spPr>
        </p:sp>
        <p:sp>
          <p:nvSpPr>
            <p:cNvPr id="2254" name="dense-strip-10-cell-189">
              <a:extLst>
                <a:ext uri="{FF2B5EF4-FFF2-40B4-BE49-F238E27FC236}">
                  <a16:creationId xmlns:a16="http://schemas.microsoft.com/office/drawing/2014/main" id="{46A5D595-615F-4790-BDB5-0CA350B3C745}"/>
                </a:ext>
              </a:extLst>
            </p:cNvPr>
            <p:cNvSpPr>
              <a:spLocks noGrp="1"/>
            </p:cNvSpPr>
            <p:nvPr/>
          </p:nvSpPr>
          <p:spPr>
            <a:xfrm>
              <a:off x="24147363" y="3467100"/>
              <a:ext cx="15522" cy="133350"/>
            </a:xfrm>
            <a:prstGeom prst="rect">
              <a:avLst/>
            </a:prstGeom>
            <a:solidFill>
              <a:srgbClr val="D4B1CA"/>
            </a:solidFill>
            <a:ln w="0">
              <a:noFill/>
              <a:prstDash val="solid"/>
            </a:ln>
          </p:spPr>
        </p:sp>
        <p:sp>
          <p:nvSpPr>
            <p:cNvPr id="2255" name="dense-strip-10-cell-188">
              <a:extLst>
                <a:ext uri="{FF2B5EF4-FFF2-40B4-BE49-F238E27FC236}">
                  <a16:creationId xmlns:a16="http://schemas.microsoft.com/office/drawing/2014/main" id="{642B7FF0-B027-4A56-85D7-3586E3A66DFD}"/>
                </a:ext>
              </a:extLst>
            </p:cNvPr>
            <p:cNvSpPr>
              <a:spLocks noGrp="1"/>
            </p:cNvSpPr>
            <p:nvPr/>
          </p:nvSpPr>
          <p:spPr>
            <a:xfrm>
              <a:off x="24131984" y="3467100"/>
              <a:ext cx="15522" cy="133350"/>
            </a:xfrm>
            <a:prstGeom prst="rect">
              <a:avLst/>
            </a:prstGeom>
            <a:solidFill>
              <a:srgbClr val="D4B1CA"/>
            </a:solidFill>
            <a:ln w="0">
              <a:noFill/>
              <a:prstDash val="solid"/>
            </a:ln>
          </p:spPr>
        </p:sp>
        <p:sp>
          <p:nvSpPr>
            <p:cNvPr id="2256" name="dense-strip-10-cell-187">
              <a:extLst>
                <a:ext uri="{FF2B5EF4-FFF2-40B4-BE49-F238E27FC236}">
                  <a16:creationId xmlns:a16="http://schemas.microsoft.com/office/drawing/2014/main" id="{7D0D9146-0E7A-4FCE-A02C-54321C1AAEC4}"/>
                </a:ext>
              </a:extLst>
            </p:cNvPr>
            <p:cNvSpPr>
              <a:spLocks noGrp="1"/>
            </p:cNvSpPr>
            <p:nvPr/>
          </p:nvSpPr>
          <p:spPr>
            <a:xfrm>
              <a:off x="24116605" y="3467100"/>
              <a:ext cx="15522" cy="133350"/>
            </a:xfrm>
            <a:prstGeom prst="rect">
              <a:avLst/>
            </a:prstGeom>
            <a:solidFill>
              <a:srgbClr val="D4B1CA"/>
            </a:solidFill>
            <a:ln w="0">
              <a:noFill/>
              <a:prstDash val="solid"/>
            </a:ln>
          </p:spPr>
        </p:sp>
        <p:sp>
          <p:nvSpPr>
            <p:cNvPr id="2257" name="dense-strip-10-cell-186">
              <a:extLst>
                <a:ext uri="{FF2B5EF4-FFF2-40B4-BE49-F238E27FC236}">
                  <a16:creationId xmlns:a16="http://schemas.microsoft.com/office/drawing/2014/main" id="{C9668E54-9CEE-4D36-AA3E-99879C40AC78}"/>
                </a:ext>
              </a:extLst>
            </p:cNvPr>
            <p:cNvSpPr>
              <a:spLocks noGrp="1"/>
            </p:cNvSpPr>
            <p:nvPr/>
          </p:nvSpPr>
          <p:spPr>
            <a:xfrm>
              <a:off x="24101227" y="3467100"/>
              <a:ext cx="15522" cy="133350"/>
            </a:xfrm>
            <a:prstGeom prst="rect">
              <a:avLst/>
            </a:prstGeom>
            <a:solidFill>
              <a:srgbClr val="D4B1CA"/>
            </a:solidFill>
            <a:ln w="0">
              <a:noFill/>
              <a:prstDash val="solid"/>
            </a:ln>
          </p:spPr>
        </p:sp>
        <p:sp>
          <p:nvSpPr>
            <p:cNvPr id="2258" name="dense-strip-10-cell-185">
              <a:extLst>
                <a:ext uri="{FF2B5EF4-FFF2-40B4-BE49-F238E27FC236}">
                  <a16:creationId xmlns:a16="http://schemas.microsoft.com/office/drawing/2014/main" id="{40C840D9-5553-4EA6-BDE4-68E98E049F84}"/>
                </a:ext>
              </a:extLst>
            </p:cNvPr>
            <p:cNvSpPr>
              <a:spLocks noGrp="1"/>
            </p:cNvSpPr>
            <p:nvPr/>
          </p:nvSpPr>
          <p:spPr>
            <a:xfrm>
              <a:off x="24085848" y="3467100"/>
              <a:ext cx="15522" cy="133350"/>
            </a:xfrm>
            <a:prstGeom prst="rect">
              <a:avLst/>
            </a:prstGeom>
            <a:solidFill>
              <a:srgbClr val="D4B1CA"/>
            </a:solidFill>
            <a:ln w="0">
              <a:noFill/>
              <a:prstDash val="solid"/>
            </a:ln>
          </p:spPr>
        </p:sp>
        <p:sp>
          <p:nvSpPr>
            <p:cNvPr id="2259" name="dense-strip-10-cell-184">
              <a:extLst>
                <a:ext uri="{FF2B5EF4-FFF2-40B4-BE49-F238E27FC236}">
                  <a16:creationId xmlns:a16="http://schemas.microsoft.com/office/drawing/2014/main" id="{5AE76D69-4C95-4B46-9A1F-11F2F8D3783D}"/>
                </a:ext>
              </a:extLst>
            </p:cNvPr>
            <p:cNvSpPr>
              <a:spLocks noGrp="1"/>
            </p:cNvSpPr>
            <p:nvPr/>
          </p:nvSpPr>
          <p:spPr>
            <a:xfrm>
              <a:off x="24070469" y="3467100"/>
              <a:ext cx="15522" cy="133350"/>
            </a:xfrm>
            <a:prstGeom prst="rect">
              <a:avLst/>
            </a:prstGeom>
            <a:solidFill>
              <a:srgbClr val="D4B1CA"/>
            </a:solidFill>
            <a:ln w="0">
              <a:noFill/>
              <a:prstDash val="solid"/>
            </a:ln>
          </p:spPr>
        </p:sp>
        <p:sp>
          <p:nvSpPr>
            <p:cNvPr id="2260" name="dense-strip-10-cell-183">
              <a:extLst>
                <a:ext uri="{FF2B5EF4-FFF2-40B4-BE49-F238E27FC236}">
                  <a16:creationId xmlns:a16="http://schemas.microsoft.com/office/drawing/2014/main" id="{F5E3E877-57A8-4F4C-8CA9-333D7B517A8F}"/>
                </a:ext>
              </a:extLst>
            </p:cNvPr>
            <p:cNvSpPr>
              <a:spLocks noGrp="1"/>
            </p:cNvSpPr>
            <p:nvPr/>
          </p:nvSpPr>
          <p:spPr>
            <a:xfrm>
              <a:off x="24055090" y="3467100"/>
              <a:ext cx="15522" cy="133350"/>
            </a:xfrm>
            <a:prstGeom prst="rect">
              <a:avLst/>
            </a:prstGeom>
            <a:solidFill>
              <a:srgbClr val="D4B1CA"/>
            </a:solidFill>
            <a:ln w="0">
              <a:noFill/>
              <a:prstDash val="solid"/>
            </a:ln>
          </p:spPr>
        </p:sp>
        <p:sp>
          <p:nvSpPr>
            <p:cNvPr id="2261" name="dense-strip-10-cell-182">
              <a:extLst>
                <a:ext uri="{FF2B5EF4-FFF2-40B4-BE49-F238E27FC236}">
                  <a16:creationId xmlns:a16="http://schemas.microsoft.com/office/drawing/2014/main" id="{6773562F-724A-458C-92F7-9EC0D6E09F58}"/>
                </a:ext>
              </a:extLst>
            </p:cNvPr>
            <p:cNvSpPr>
              <a:spLocks noGrp="1"/>
            </p:cNvSpPr>
            <p:nvPr/>
          </p:nvSpPr>
          <p:spPr>
            <a:xfrm>
              <a:off x="24039711" y="3467100"/>
              <a:ext cx="15522" cy="133350"/>
            </a:xfrm>
            <a:prstGeom prst="rect">
              <a:avLst/>
            </a:prstGeom>
            <a:solidFill>
              <a:srgbClr val="D4B1CA"/>
            </a:solidFill>
            <a:ln w="0">
              <a:noFill/>
              <a:prstDash val="solid"/>
            </a:ln>
          </p:spPr>
        </p:sp>
        <p:sp>
          <p:nvSpPr>
            <p:cNvPr id="2262" name="dense-strip-10-cell-181">
              <a:extLst>
                <a:ext uri="{FF2B5EF4-FFF2-40B4-BE49-F238E27FC236}">
                  <a16:creationId xmlns:a16="http://schemas.microsoft.com/office/drawing/2014/main" id="{BC170CC5-3014-4A6F-9A34-31B0663FE8E3}"/>
                </a:ext>
              </a:extLst>
            </p:cNvPr>
            <p:cNvSpPr>
              <a:spLocks noGrp="1"/>
            </p:cNvSpPr>
            <p:nvPr/>
          </p:nvSpPr>
          <p:spPr>
            <a:xfrm>
              <a:off x="24024332" y="3467100"/>
              <a:ext cx="15522" cy="133350"/>
            </a:xfrm>
            <a:prstGeom prst="rect">
              <a:avLst/>
            </a:prstGeom>
            <a:solidFill>
              <a:srgbClr val="D29FBF"/>
            </a:solidFill>
            <a:ln w="0">
              <a:noFill/>
              <a:prstDash val="solid"/>
            </a:ln>
          </p:spPr>
        </p:sp>
        <p:sp>
          <p:nvSpPr>
            <p:cNvPr id="2263" name="dense-strip-10-cell-180">
              <a:extLst>
                <a:ext uri="{FF2B5EF4-FFF2-40B4-BE49-F238E27FC236}">
                  <a16:creationId xmlns:a16="http://schemas.microsoft.com/office/drawing/2014/main" id="{8DFCC5B5-1C36-4520-AC83-C5ECBD53F92E}"/>
                </a:ext>
              </a:extLst>
            </p:cNvPr>
            <p:cNvSpPr>
              <a:spLocks noGrp="1"/>
            </p:cNvSpPr>
            <p:nvPr/>
          </p:nvSpPr>
          <p:spPr>
            <a:xfrm>
              <a:off x="24008953" y="3467100"/>
              <a:ext cx="15522" cy="133350"/>
            </a:xfrm>
            <a:prstGeom prst="rect">
              <a:avLst/>
            </a:prstGeom>
            <a:solidFill>
              <a:srgbClr val="CE87B0"/>
            </a:solidFill>
            <a:ln w="0">
              <a:noFill/>
              <a:prstDash val="solid"/>
            </a:ln>
          </p:spPr>
        </p:sp>
        <p:sp>
          <p:nvSpPr>
            <p:cNvPr id="2264" name="dense-strip-10-cell-179">
              <a:extLst>
                <a:ext uri="{FF2B5EF4-FFF2-40B4-BE49-F238E27FC236}">
                  <a16:creationId xmlns:a16="http://schemas.microsoft.com/office/drawing/2014/main" id="{038103B5-296D-4736-B4D5-9EBE5D5E77CE}"/>
                </a:ext>
              </a:extLst>
            </p:cNvPr>
            <p:cNvSpPr>
              <a:spLocks noGrp="1"/>
            </p:cNvSpPr>
            <p:nvPr/>
          </p:nvSpPr>
          <p:spPr>
            <a:xfrm>
              <a:off x="23993574" y="3467100"/>
              <a:ext cx="15522" cy="133350"/>
            </a:xfrm>
            <a:prstGeom prst="rect">
              <a:avLst/>
            </a:prstGeom>
            <a:solidFill>
              <a:srgbClr val="CE85AE"/>
            </a:solidFill>
            <a:ln w="0">
              <a:noFill/>
              <a:prstDash val="solid"/>
            </a:ln>
          </p:spPr>
        </p:sp>
        <p:sp>
          <p:nvSpPr>
            <p:cNvPr id="2265" name="dense-strip-10-cell-178">
              <a:extLst>
                <a:ext uri="{FF2B5EF4-FFF2-40B4-BE49-F238E27FC236}">
                  <a16:creationId xmlns:a16="http://schemas.microsoft.com/office/drawing/2014/main" id="{3B8721E4-E5E2-4255-9D71-F65BC003443C}"/>
                </a:ext>
              </a:extLst>
            </p:cNvPr>
            <p:cNvSpPr>
              <a:spLocks noGrp="1"/>
            </p:cNvSpPr>
            <p:nvPr/>
          </p:nvSpPr>
          <p:spPr>
            <a:xfrm>
              <a:off x="23978195" y="3467100"/>
              <a:ext cx="15522" cy="133350"/>
            </a:xfrm>
            <a:prstGeom prst="rect">
              <a:avLst/>
            </a:prstGeom>
            <a:solidFill>
              <a:srgbClr val="CE8AB1"/>
            </a:solidFill>
            <a:ln w="0">
              <a:noFill/>
              <a:prstDash val="solid"/>
            </a:ln>
          </p:spPr>
        </p:sp>
        <p:sp>
          <p:nvSpPr>
            <p:cNvPr id="2266" name="dense-strip-10-cell-177">
              <a:extLst>
                <a:ext uri="{FF2B5EF4-FFF2-40B4-BE49-F238E27FC236}">
                  <a16:creationId xmlns:a16="http://schemas.microsoft.com/office/drawing/2014/main" id="{4548A8AA-FEF5-47B7-8DEC-62F6BD85682B}"/>
                </a:ext>
              </a:extLst>
            </p:cNvPr>
            <p:cNvSpPr>
              <a:spLocks noGrp="1"/>
            </p:cNvSpPr>
            <p:nvPr/>
          </p:nvSpPr>
          <p:spPr>
            <a:xfrm>
              <a:off x="23962816" y="3467100"/>
              <a:ext cx="15522" cy="133350"/>
            </a:xfrm>
            <a:prstGeom prst="rect">
              <a:avLst/>
            </a:prstGeom>
            <a:solidFill>
              <a:srgbClr val="CF8FB5"/>
            </a:solidFill>
            <a:ln w="0">
              <a:noFill/>
              <a:prstDash val="solid"/>
            </a:ln>
          </p:spPr>
        </p:sp>
        <p:sp>
          <p:nvSpPr>
            <p:cNvPr id="2267" name="dense-strip-10-cell-176">
              <a:extLst>
                <a:ext uri="{FF2B5EF4-FFF2-40B4-BE49-F238E27FC236}">
                  <a16:creationId xmlns:a16="http://schemas.microsoft.com/office/drawing/2014/main" id="{05B3C52F-218C-45D6-9F44-5E3EC2C8952B}"/>
                </a:ext>
              </a:extLst>
            </p:cNvPr>
            <p:cNvSpPr>
              <a:spLocks noGrp="1"/>
            </p:cNvSpPr>
            <p:nvPr/>
          </p:nvSpPr>
          <p:spPr>
            <a:xfrm>
              <a:off x="23947438" y="3467100"/>
              <a:ext cx="15522" cy="133350"/>
            </a:xfrm>
            <a:prstGeom prst="rect">
              <a:avLst/>
            </a:prstGeom>
            <a:solidFill>
              <a:srgbClr val="D093B7"/>
            </a:solidFill>
            <a:ln w="0">
              <a:noFill/>
              <a:prstDash val="solid"/>
            </a:ln>
          </p:spPr>
        </p:sp>
        <p:sp>
          <p:nvSpPr>
            <p:cNvPr id="2268" name="dense-strip-10-cell-175">
              <a:extLst>
                <a:ext uri="{FF2B5EF4-FFF2-40B4-BE49-F238E27FC236}">
                  <a16:creationId xmlns:a16="http://schemas.microsoft.com/office/drawing/2014/main" id="{8A31D9C7-118D-42F9-8155-07515488BCE3}"/>
                </a:ext>
              </a:extLst>
            </p:cNvPr>
            <p:cNvSpPr>
              <a:spLocks noGrp="1"/>
            </p:cNvSpPr>
            <p:nvPr/>
          </p:nvSpPr>
          <p:spPr>
            <a:xfrm>
              <a:off x="23932059" y="3467100"/>
              <a:ext cx="15522" cy="133350"/>
            </a:xfrm>
            <a:prstGeom prst="rect">
              <a:avLst/>
            </a:prstGeom>
            <a:solidFill>
              <a:srgbClr val="D096B9"/>
            </a:solidFill>
            <a:ln w="0">
              <a:noFill/>
              <a:prstDash val="solid"/>
            </a:ln>
          </p:spPr>
        </p:sp>
        <p:sp>
          <p:nvSpPr>
            <p:cNvPr id="2269" name="dense-strip-10-cell-174">
              <a:extLst>
                <a:ext uri="{FF2B5EF4-FFF2-40B4-BE49-F238E27FC236}">
                  <a16:creationId xmlns:a16="http://schemas.microsoft.com/office/drawing/2014/main" id="{97B76DE2-86D3-4FEC-8969-DCEED8AD6523}"/>
                </a:ext>
              </a:extLst>
            </p:cNvPr>
            <p:cNvSpPr>
              <a:spLocks noGrp="1"/>
            </p:cNvSpPr>
            <p:nvPr/>
          </p:nvSpPr>
          <p:spPr>
            <a:xfrm>
              <a:off x="23916680" y="3467100"/>
              <a:ext cx="15522" cy="133350"/>
            </a:xfrm>
            <a:prstGeom prst="rect">
              <a:avLst/>
            </a:prstGeom>
            <a:solidFill>
              <a:srgbClr val="D096BA"/>
            </a:solidFill>
            <a:ln w="0">
              <a:noFill/>
              <a:prstDash val="solid"/>
            </a:ln>
          </p:spPr>
        </p:sp>
        <p:sp>
          <p:nvSpPr>
            <p:cNvPr id="2270" name="dense-strip-10-cell-173">
              <a:extLst>
                <a:ext uri="{FF2B5EF4-FFF2-40B4-BE49-F238E27FC236}">
                  <a16:creationId xmlns:a16="http://schemas.microsoft.com/office/drawing/2014/main" id="{3290BA51-8CF1-4F48-9926-DBEB1EFE335F}"/>
                </a:ext>
              </a:extLst>
            </p:cNvPr>
            <p:cNvSpPr>
              <a:spLocks noGrp="1"/>
            </p:cNvSpPr>
            <p:nvPr/>
          </p:nvSpPr>
          <p:spPr>
            <a:xfrm>
              <a:off x="23901301" y="3467100"/>
              <a:ext cx="15522" cy="133350"/>
            </a:xfrm>
            <a:prstGeom prst="rect">
              <a:avLst/>
            </a:prstGeom>
            <a:solidFill>
              <a:srgbClr val="D096BA"/>
            </a:solidFill>
            <a:ln w="0">
              <a:noFill/>
              <a:prstDash val="solid"/>
            </a:ln>
          </p:spPr>
        </p:sp>
        <p:sp>
          <p:nvSpPr>
            <p:cNvPr id="2271" name="dense-strip-10-cell-172">
              <a:extLst>
                <a:ext uri="{FF2B5EF4-FFF2-40B4-BE49-F238E27FC236}">
                  <a16:creationId xmlns:a16="http://schemas.microsoft.com/office/drawing/2014/main" id="{42464549-83B5-484D-864A-BED70E6C3D1C}"/>
                </a:ext>
              </a:extLst>
            </p:cNvPr>
            <p:cNvSpPr>
              <a:spLocks noGrp="1"/>
            </p:cNvSpPr>
            <p:nvPr/>
          </p:nvSpPr>
          <p:spPr>
            <a:xfrm>
              <a:off x="23885922" y="3467100"/>
              <a:ext cx="15522" cy="133350"/>
            </a:xfrm>
            <a:prstGeom prst="rect">
              <a:avLst/>
            </a:prstGeom>
            <a:solidFill>
              <a:srgbClr val="D096BA"/>
            </a:solidFill>
            <a:ln w="0">
              <a:noFill/>
              <a:prstDash val="solid"/>
            </a:ln>
          </p:spPr>
        </p:sp>
        <p:sp>
          <p:nvSpPr>
            <p:cNvPr id="2272" name="dense-strip-10-cell-171">
              <a:extLst>
                <a:ext uri="{FF2B5EF4-FFF2-40B4-BE49-F238E27FC236}">
                  <a16:creationId xmlns:a16="http://schemas.microsoft.com/office/drawing/2014/main" id="{6810B445-3C6A-40AC-B715-B9BE35EEEC45}"/>
                </a:ext>
              </a:extLst>
            </p:cNvPr>
            <p:cNvSpPr>
              <a:spLocks noGrp="1"/>
            </p:cNvSpPr>
            <p:nvPr/>
          </p:nvSpPr>
          <p:spPr>
            <a:xfrm>
              <a:off x="23870543" y="3467100"/>
              <a:ext cx="15522" cy="133350"/>
            </a:xfrm>
            <a:prstGeom prst="rect">
              <a:avLst/>
            </a:prstGeom>
            <a:solidFill>
              <a:srgbClr val="D096BA"/>
            </a:solidFill>
            <a:ln w="0">
              <a:noFill/>
              <a:prstDash val="solid"/>
            </a:ln>
          </p:spPr>
        </p:sp>
        <p:sp>
          <p:nvSpPr>
            <p:cNvPr id="2273" name="dense-strip-10-cell-170">
              <a:extLst>
                <a:ext uri="{FF2B5EF4-FFF2-40B4-BE49-F238E27FC236}">
                  <a16:creationId xmlns:a16="http://schemas.microsoft.com/office/drawing/2014/main" id="{A060A112-3933-471E-9B85-AEB7FA57D302}"/>
                </a:ext>
              </a:extLst>
            </p:cNvPr>
            <p:cNvSpPr>
              <a:spLocks noGrp="1"/>
            </p:cNvSpPr>
            <p:nvPr/>
          </p:nvSpPr>
          <p:spPr>
            <a:xfrm>
              <a:off x="23855164" y="3467100"/>
              <a:ext cx="15522" cy="133350"/>
            </a:xfrm>
            <a:prstGeom prst="rect">
              <a:avLst/>
            </a:prstGeom>
            <a:solidFill>
              <a:srgbClr val="D097BA"/>
            </a:solidFill>
            <a:ln w="0">
              <a:noFill/>
              <a:prstDash val="solid"/>
            </a:ln>
          </p:spPr>
        </p:sp>
        <p:sp>
          <p:nvSpPr>
            <p:cNvPr id="2274" name="dense-strip-10-cell-169">
              <a:extLst>
                <a:ext uri="{FF2B5EF4-FFF2-40B4-BE49-F238E27FC236}">
                  <a16:creationId xmlns:a16="http://schemas.microsoft.com/office/drawing/2014/main" id="{D198ECDC-7BB5-4457-BB70-9970CC540538}"/>
                </a:ext>
              </a:extLst>
            </p:cNvPr>
            <p:cNvSpPr>
              <a:spLocks noGrp="1"/>
            </p:cNvSpPr>
            <p:nvPr/>
          </p:nvSpPr>
          <p:spPr>
            <a:xfrm>
              <a:off x="23839785" y="3467100"/>
              <a:ext cx="15522" cy="133350"/>
            </a:xfrm>
            <a:prstGeom prst="rect">
              <a:avLst/>
            </a:prstGeom>
            <a:solidFill>
              <a:srgbClr val="CA97BA"/>
            </a:solidFill>
            <a:ln w="0">
              <a:noFill/>
              <a:prstDash val="solid"/>
            </a:ln>
          </p:spPr>
        </p:sp>
        <p:sp>
          <p:nvSpPr>
            <p:cNvPr id="2275" name="dense-strip-10-cell-168">
              <a:extLst>
                <a:ext uri="{FF2B5EF4-FFF2-40B4-BE49-F238E27FC236}">
                  <a16:creationId xmlns:a16="http://schemas.microsoft.com/office/drawing/2014/main" id="{0EA41AE0-2AE9-49C1-AACE-4AA675538931}"/>
                </a:ext>
              </a:extLst>
            </p:cNvPr>
            <p:cNvSpPr>
              <a:spLocks noGrp="1"/>
            </p:cNvSpPr>
            <p:nvPr/>
          </p:nvSpPr>
          <p:spPr>
            <a:xfrm>
              <a:off x="23824406" y="3467100"/>
              <a:ext cx="15522" cy="133350"/>
            </a:xfrm>
            <a:prstGeom prst="rect">
              <a:avLst/>
            </a:prstGeom>
            <a:solidFill>
              <a:srgbClr val="CE9FBF"/>
            </a:solidFill>
            <a:ln w="0">
              <a:noFill/>
              <a:prstDash val="solid"/>
            </a:ln>
          </p:spPr>
        </p:sp>
        <p:sp>
          <p:nvSpPr>
            <p:cNvPr id="2276" name="dense-strip-10-cell-167">
              <a:extLst>
                <a:ext uri="{FF2B5EF4-FFF2-40B4-BE49-F238E27FC236}">
                  <a16:creationId xmlns:a16="http://schemas.microsoft.com/office/drawing/2014/main" id="{1A16A5E9-7526-4850-B62D-8D324FEA133B}"/>
                </a:ext>
              </a:extLst>
            </p:cNvPr>
            <p:cNvSpPr>
              <a:spLocks noGrp="1"/>
            </p:cNvSpPr>
            <p:nvPr/>
          </p:nvSpPr>
          <p:spPr>
            <a:xfrm>
              <a:off x="23809027" y="3467100"/>
              <a:ext cx="15522" cy="133350"/>
            </a:xfrm>
            <a:prstGeom prst="rect">
              <a:avLst/>
            </a:prstGeom>
            <a:solidFill>
              <a:srgbClr val="D3ABC6"/>
            </a:solidFill>
            <a:ln w="0">
              <a:noFill/>
              <a:prstDash val="solid"/>
            </a:ln>
          </p:spPr>
        </p:sp>
        <p:sp>
          <p:nvSpPr>
            <p:cNvPr id="2277" name="dense-strip-10-cell-166">
              <a:extLst>
                <a:ext uri="{FF2B5EF4-FFF2-40B4-BE49-F238E27FC236}">
                  <a16:creationId xmlns:a16="http://schemas.microsoft.com/office/drawing/2014/main" id="{77C510B1-CAA3-47AE-801C-B511B1736007}"/>
                </a:ext>
              </a:extLst>
            </p:cNvPr>
            <p:cNvSpPr>
              <a:spLocks noGrp="1"/>
            </p:cNvSpPr>
            <p:nvPr/>
          </p:nvSpPr>
          <p:spPr>
            <a:xfrm>
              <a:off x="23793648" y="3467100"/>
              <a:ext cx="15522" cy="133350"/>
            </a:xfrm>
            <a:prstGeom prst="rect">
              <a:avLst/>
            </a:prstGeom>
            <a:solidFill>
              <a:srgbClr val="D5B5CD"/>
            </a:solidFill>
            <a:ln w="0">
              <a:noFill/>
              <a:prstDash val="solid"/>
            </a:ln>
          </p:spPr>
        </p:sp>
        <p:sp>
          <p:nvSpPr>
            <p:cNvPr id="2278" name="dense-strip-10-cell-165">
              <a:extLst>
                <a:ext uri="{FF2B5EF4-FFF2-40B4-BE49-F238E27FC236}">
                  <a16:creationId xmlns:a16="http://schemas.microsoft.com/office/drawing/2014/main" id="{3E3857AF-7B33-4064-A164-28892C78AAC8}"/>
                </a:ext>
              </a:extLst>
            </p:cNvPr>
            <p:cNvSpPr>
              <a:spLocks noGrp="1"/>
            </p:cNvSpPr>
            <p:nvPr/>
          </p:nvSpPr>
          <p:spPr>
            <a:xfrm>
              <a:off x="23778270" y="3467100"/>
              <a:ext cx="15522" cy="133350"/>
            </a:xfrm>
            <a:prstGeom prst="rect">
              <a:avLst/>
            </a:prstGeom>
            <a:solidFill>
              <a:srgbClr val="D6C0D4"/>
            </a:solidFill>
            <a:ln w="0">
              <a:noFill/>
              <a:prstDash val="solid"/>
            </a:ln>
          </p:spPr>
        </p:sp>
        <p:sp>
          <p:nvSpPr>
            <p:cNvPr id="2279" name="dense-strip-10-cell-164">
              <a:extLst>
                <a:ext uri="{FF2B5EF4-FFF2-40B4-BE49-F238E27FC236}">
                  <a16:creationId xmlns:a16="http://schemas.microsoft.com/office/drawing/2014/main" id="{FE9BC375-E24E-49E2-96B7-2A370D2FC300}"/>
                </a:ext>
              </a:extLst>
            </p:cNvPr>
            <p:cNvSpPr>
              <a:spLocks noGrp="1"/>
            </p:cNvSpPr>
            <p:nvPr/>
          </p:nvSpPr>
          <p:spPr>
            <a:xfrm>
              <a:off x="23762891" y="3467100"/>
              <a:ext cx="15522" cy="133350"/>
            </a:xfrm>
            <a:prstGeom prst="rect">
              <a:avLst/>
            </a:prstGeom>
            <a:solidFill>
              <a:srgbClr val="D8CBDB"/>
            </a:solidFill>
            <a:ln w="0">
              <a:noFill/>
              <a:prstDash val="solid"/>
            </a:ln>
          </p:spPr>
        </p:sp>
        <p:sp>
          <p:nvSpPr>
            <p:cNvPr id="2280" name="dense-strip-10-cell-163">
              <a:extLst>
                <a:ext uri="{FF2B5EF4-FFF2-40B4-BE49-F238E27FC236}">
                  <a16:creationId xmlns:a16="http://schemas.microsoft.com/office/drawing/2014/main" id="{1E14AD75-4B43-485D-82F3-08B4544BD587}"/>
                </a:ext>
              </a:extLst>
            </p:cNvPr>
            <p:cNvSpPr>
              <a:spLocks noGrp="1"/>
            </p:cNvSpPr>
            <p:nvPr/>
          </p:nvSpPr>
          <p:spPr>
            <a:xfrm>
              <a:off x="23747512" y="3467100"/>
              <a:ext cx="15522" cy="133350"/>
            </a:xfrm>
            <a:prstGeom prst="rect">
              <a:avLst/>
            </a:prstGeom>
            <a:solidFill>
              <a:srgbClr val="D8CDDC"/>
            </a:solidFill>
            <a:ln w="0">
              <a:noFill/>
              <a:prstDash val="solid"/>
            </a:ln>
          </p:spPr>
        </p:sp>
        <p:sp>
          <p:nvSpPr>
            <p:cNvPr id="2281" name="dense-strip-10-cell-162">
              <a:extLst>
                <a:ext uri="{FF2B5EF4-FFF2-40B4-BE49-F238E27FC236}">
                  <a16:creationId xmlns:a16="http://schemas.microsoft.com/office/drawing/2014/main" id="{16795A43-D139-4CDF-A2C7-C3D1EAC8A8E5}"/>
                </a:ext>
              </a:extLst>
            </p:cNvPr>
            <p:cNvSpPr>
              <a:spLocks noGrp="1"/>
            </p:cNvSpPr>
            <p:nvPr/>
          </p:nvSpPr>
          <p:spPr>
            <a:xfrm>
              <a:off x="23732133" y="3467100"/>
              <a:ext cx="15522" cy="133350"/>
            </a:xfrm>
            <a:prstGeom prst="rect">
              <a:avLst/>
            </a:prstGeom>
            <a:solidFill>
              <a:srgbClr val="D8CEDC"/>
            </a:solidFill>
            <a:ln w="0">
              <a:noFill/>
              <a:prstDash val="solid"/>
            </a:ln>
          </p:spPr>
        </p:sp>
        <p:sp>
          <p:nvSpPr>
            <p:cNvPr id="2282" name="dense-strip-10-cell-161">
              <a:extLst>
                <a:ext uri="{FF2B5EF4-FFF2-40B4-BE49-F238E27FC236}">
                  <a16:creationId xmlns:a16="http://schemas.microsoft.com/office/drawing/2014/main" id="{0A4BD2AE-FFCC-4541-BF7A-E1563C13335D}"/>
                </a:ext>
              </a:extLst>
            </p:cNvPr>
            <p:cNvSpPr>
              <a:spLocks noGrp="1"/>
            </p:cNvSpPr>
            <p:nvPr/>
          </p:nvSpPr>
          <p:spPr>
            <a:xfrm>
              <a:off x="23716754" y="3467100"/>
              <a:ext cx="15522" cy="133350"/>
            </a:xfrm>
            <a:prstGeom prst="rect">
              <a:avLst/>
            </a:prstGeom>
            <a:solidFill>
              <a:srgbClr val="D8CEDD"/>
            </a:solidFill>
            <a:ln w="0">
              <a:noFill/>
              <a:prstDash val="solid"/>
            </a:ln>
          </p:spPr>
        </p:sp>
        <p:sp>
          <p:nvSpPr>
            <p:cNvPr id="2283" name="dense-strip-10-cell-160">
              <a:extLst>
                <a:ext uri="{FF2B5EF4-FFF2-40B4-BE49-F238E27FC236}">
                  <a16:creationId xmlns:a16="http://schemas.microsoft.com/office/drawing/2014/main" id="{6797AD00-7B0D-472E-B8BC-8868A8DCC39C}"/>
                </a:ext>
              </a:extLst>
            </p:cNvPr>
            <p:cNvSpPr>
              <a:spLocks noGrp="1"/>
            </p:cNvSpPr>
            <p:nvPr/>
          </p:nvSpPr>
          <p:spPr>
            <a:xfrm>
              <a:off x="23701375" y="3467100"/>
              <a:ext cx="15522" cy="133350"/>
            </a:xfrm>
            <a:prstGeom prst="rect">
              <a:avLst/>
            </a:prstGeom>
            <a:solidFill>
              <a:srgbClr val="D8CEDD"/>
            </a:solidFill>
            <a:ln w="0">
              <a:noFill/>
              <a:prstDash val="solid"/>
            </a:ln>
          </p:spPr>
        </p:sp>
        <p:sp>
          <p:nvSpPr>
            <p:cNvPr id="2284" name="dense-strip-10-cell-159">
              <a:extLst>
                <a:ext uri="{FF2B5EF4-FFF2-40B4-BE49-F238E27FC236}">
                  <a16:creationId xmlns:a16="http://schemas.microsoft.com/office/drawing/2014/main" id="{2E50C7EF-9500-4920-8136-ED7023883544}"/>
                </a:ext>
              </a:extLst>
            </p:cNvPr>
            <p:cNvSpPr>
              <a:spLocks noGrp="1"/>
            </p:cNvSpPr>
            <p:nvPr/>
          </p:nvSpPr>
          <p:spPr>
            <a:xfrm>
              <a:off x="23685996" y="3467100"/>
              <a:ext cx="15522" cy="133350"/>
            </a:xfrm>
            <a:prstGeom prst="rect">
              <a:avLst/>
            </a:prstGeom>
            <a:solidFill>
              <a:srgbClr val="D8CEDD"/>
            </a:solidFill>
            <a:ln w="0">
              <a:noFill/>
              <a:prstDash val="solid"/>
            </a:ln>
          </p:spPr>
        </p:sp>
        <p:sp>
          <p:nvSpPr>
            <p:cNvPr id="2285" name="dense-strip-10-cell-158">
              <a:extLst>
                <a:ext uri="{FF2B5EF4-FFF2-40B4-BE49-F238E27FC236}">
                  <a16:creationId xmlns:a16="http://schemas.microsoft.com/office/drawing/2014/main" id="{83C00C63-0410-4D89-ADE5-EBFFF5342A80}"/>
                </a:ext>
              </a:extLst>
            </p:cNvPr>
            <p:cNvSpPr>
              <a:spLocks noGrp="1"/>
            </p:cNvSpPr>
            <p:nvPr/>
          </p:nvSpPr>
          <p:spPr>
            <a:xfrm>
              <a:off x="23670617" y="3467100"/>
              <a:ext cx="15522" cy="133350"/>
            </a:xfrm>
            <a:prstGeom prst="rect">
              <a:avLst/>
            </a:prstGeom>
            <a:solidFill>
              <a:srgbClr val="D8CEDD"/>
            </a:solidFill>
            <a:ln w="0">
              <a:noFill/>
              <a:prstDash val="solid"/>
            </a:ln>
          </p:spPr>
        </p:sp>
        <p:sp>
          <p:nvSpPr>
            <p:cNvPr id="2286" name="dense-strip-10-cell-157">
              <a:extLst>
                <a:ext uri="{FF2B5EF4-FFF2-40B4-BE49-F238E27FC236}">
                  <a16:creationId xmlns:a16="http://schemas.microsoft.com/office/drawing/2014/main" id="{4F1BB241-4B56-4B92-A4C1-C20B880BAA6B}"/>
                </a:ext>
              </a:extLst>
            </p:cNvPr>
            <p:cNvSpPr>
              <a:spLocks noGrp="1"/>
            </p:cNvSpPr>
            <p:nvPr/>
          </p:nvSpPr>
          <p:spPr>
            <a:xfrm>
              <a:off x="23655238" y="3467100"/>
              <a:ext cx="15522" cy="133350"/>
            </a:xfrm>
            <a:prstGeom prst="rect">
              <a:avLst/>
            </a:prstGeom>
            <a:solidFill>
              <a:srgbClr val="D8CEDD"/>
            </a:solidFill>
            <a:ln w="0">
              <a:noFill/>
              <a:prstDash val="solid"/>
            </a:ln>
          </p:spPr>
        </p:sp>
        <p:sp>
          <p:nvSpPr>
            <p:cNvPr id="2287" name="dense-strip-10-cell-156">
              <a:extLst>
                <a:ext uri="{FF2B5EF4-FFF2-40B4-BE49-F238E27FC236}">
                  <a16:creationId xmlns:a16="http://schemas.microsoft.com/office/drawing/2014/main" id="{51C06EBE-2C45-474B-9872-2CA189FECFF0}"/>
                </a:ext>
              </a:extLst>
            </p:cNvPr>
            <p:cNvSpPr>
              <a:spLocks noGrp="1"/>
            </p:cNvSpPr>
            <p:nvPr/>
          </p:nvSpPr>
          <p:spPr>
            <a:xfrm>
              <a:off x="23639859" y="3467100"/>
              <a:ext cx="15522" cy="133350"/>
            </a:xfrm>
            <a:prstGeom prst="rect">
              <a:avLst/>
            </a:prstGeom>
            <a:solidFill>
              <a:srgbClr val="D8CEDD"/>
            </a:solidFill>
            <a:ln w="0">
              <a:noFill/>
              <a:prstDash val="solid"/>
            </a:ln>
          </p:spPr>
        </p:sp>
        <p:sp>
          <p:nvSpPr>
            <p:cNvPr id="2288" name="dense-strip-10-cell-155">
              <a:extLst>
                <a:ext uri="{FF2B5EF4-FFF2-40B4-BE49-F238E27FC236}">
                  <a16:creationId xmlns:a16="http://schemas.microsoft.com/office/drawing/2014/main" id="{5135ED76-6154-40F6-BEC7-7BBB4101FFBD}"/>
                </a:ext>
              </a:extLst>
            </p:cNvPr>
            <p:cNvSpPr>
              <a:spLocks noGrp="1"/>
            </p:cNvSpPr>
            <p:nvPr/>
          </p:nvSpPr>
          <p:spPr>
            <a:xfrm>
              <a:off x="23624480" y="3467100"/>
              <a:ext cx="15522" cy="133350"/>
            </a:xfrm>
            <a:prstGeom prst="rect">
              <a:avLst/>
            </a:prstGeom>
            <a:solidFill>
              <a:srgbClr val="D8CEDD"/>
            </a:solidFill>
            <a:ln w="0">
              <a:noFill/>
              <a:prstDash val="solid"/>
            </a:ln>
          </p:spPr>
        </p:sp>
        <p:sp>
          <p:nvSpPr>
            <p:cNvPr id="2289" name="dense-strip-10-cell-154">
              <a:extLst>
                <a:ext uri="{FF2B5EF4-FFF2-40B4-BE49-F238E27FC236}">
                  <a16:creationId xmlns:a16="http://schemas.microsoft.com/office/drawing/2014/main" id="{9E6AE400-C48A-4BE0-A4FE-E135334FD930}"/>
                </a:ext>
              </a:extLst>
            </p:cNvPr>
            <p:cNvSpPr>
              <a:spLocks noGrp="1"/>
            </p:cNvSpPr>
            <p:nvPr/>
          </p:nvSpPr>
          <p:spPr>
            <a:xfrm>
              <a:off x="23609102" y="3467100"/>
              <a:ext cx="15522" cy="133350"/>
            </a:xfrm>
            <a:prstGeom prst="rect">
              <a:avLst/>
            </a:prstGeom>
            <a:solidFill>
              <a:srgbClr val="D8CEDD"/>
            </a:solidFill>
            <a:ln w="0">
              <a:noFill/>
              <a:prstDash val="solid"/>
            </a:ln>
          </p:spPr>
        </p:sp>
        <p:sp>
          <p:nvSpPr>
            <p:cNvPr id="2290" name="dense-strip-10-cell-153">
              <a:extLst>
                <a:ext uri="{FF2B5EF4-FFF2-40B4-BE49-F238E27FC236}">
                  <a16:creationId xmlns:a16="http://schemas.microsoft.com/office/drawing/2014/main" id="{5CD2ADDE-22E4-4AC8-ACF1-9F31A8B462EC}"/>
                </a:ext>
              </a:extLst>
            </p:cNvPr>
            <p:cNvSpPr>
              <a:spLocks noGrp="1"/>
            </p:cNvSpPr>
            <p:nvPr/>
          </p:nvSpPr>
          <p:spPr>
            <a:xfrm>
              <a:off x="23593723" y="3467100"/>
              <a:ext cx="15522" cy="133350"/>
            </a:xfrm>
            <a:prstGeom prst="rect">
              <a:avLst/>
            </a:prstGeom>
            <a:solidFill>
              <a:srgbClr val="D8CEDD"/>
            </a:solidFill>
            <a:ln w="0">
              <a:noFill/>
              <a:prstDash val="solid"/>
            </a:ln>
          </p:spPr>
        </p:sp>
        <p:sp>
          <p:nvSpPr>
            <p:cNvPr id="2291" name="dense-strip-10-cell-152">
              <a:extLst>
                <a:ext uri="{FF2B5EF4-FFF2-40B4-BE49-F238E27FC236}">
                  <a16:creationId xmlns:a16="http://schemas.microsoft.com/office/drawing/2014/main" id="{3DED4D9E-D36C-468C-BBCE-D2D4C0A14926}"/>
                </a:ext>
              </a:extLst>
            </p:cNvPr>
            <p:cNvSpPr>
              <a:spLocks noGrp="1"/>
            </p:cNvSpPr>
            <p:nvPr/>
          </p:nvSpPr>
          <p:spPr>
            <a:xfrm>
              <a:off x="23578344" y="3467100"/>
              <a:ext cx="15522" cy="133350"/>
            </a:xfrm>
            <a:prstGeom prst="rect">
              <a:avLst/>
            </a:prstGeom>
            <a:solidFill>
              <a:srgbClr val="D8CEDD"/>
            </a:solidFill>
            <a:ln w="0">
              <a:noFill/>
              <a:prstDash val="solid"/>
            </a:ln>
          </p:spPr>
        </p:sp>
        <p:sp>
          <p:nvSpPr>
            <p:cNvPr id="2292" name="dense-strip-10-cell-151">
              <a:extLst>
                <a:ext uri="{FF2B5EF4-FFF2-40B4-BE49-F238E27FC236}">
                  <a16:creationId xmlns:a16="http://schemas.microsoft.com/office/drawing/2014/main" id="{6D2478D0-89AB-4335-97E8-38F89A0058A3}"/>
                </a:ext>
              </a:extLst>
            </p:cNvPr>
            <p:cNvSpPr>
              <a:spLocks noGrp="1"/>
            </p:cNvSpPr>
            <p:nvPr/>
          </p:nvSpPr>
          <p:spPr>
            <a:xfrm>
              <a:off x="23562965" y="3467100"/>
              <a:ext cx="15522" cy="133350"/>
            </a:xfrm>
            <a:prstGeom prst="rect">
              <a:avLst/>
            </a:prstGeom>
            <a:solidFill>
              <a:srgbClr val="D8CEDD"/>
            </a:solidFill>
            <a:ln w="0">
              <a:noFill/>
              <a:prstDash val="solid"/>
            </a:ln>
          </p:spPr>
        </p:sp>
        <p:sp>
          <p:nvSpPr>
            <p:cNvPr id="2293" name="dense-strip-10-cell-150">
              <a:extLst>
                <a:ext uri="{FF2B5EF4-FFF2-40B4-BE49-F238E27FC236}">
                  <a16:creationId xmlns:a16="http://schemas.microsoft.com/office/drawing/2014/main" id="{3E76E114-50BE-4A68-9D8D-4414ABFE532E}"/>
                </a:ext>
              </a:extLst>
            </p:cNvPr>
            <p:cNvSpPr>
              <a:spLocks noGrp="1"/>
            </p:cNvSpPr>
            <p:nvPr/>
          </p:nvSpPr>
          <p:spPr>
            <a:xfrm>
              <a:off x="23547586" y="3467100"/>
              <a:ext cx="15522" cy="133350"/>
            </a:xfrm>
            <a:prstGeom prst="rect">
              <a:avLst/>
            </a:prstGeom>
            <a:solidFill>
              <a:srgbClr val="D8CEDD"/>
            </a:solidFill>
            <a:ln w="0">
              <a:noFill/>
              <a:prstDash val="solid"/>
            </a:ln>
          </p:spPr>
        </p:sp>
        <p:sp>
          <p:nvSpPr>
            <p:cNvPr id="2294" name="dense-strip-10-cell-149">
              <a:extLst>
                <a:ext uri="{FF2B5EF4-FFF2-40B4-BE49-F238E27FC236}">
                  <a16:creationId xmlns:a16="http://schemas.microsoft.com/office/drawing/2014/main" id="{F37ECF9B-89B9-4902-8DFE-CF7D52AA3D34}"/>
                </a:ext>
              </a:extLst>
            </p:cNvPr>
            <p:cNvSpPr>
              <a:spLocks noGrp="1"/>
            </p:cNvSpPr>
            <p:nvPr/>
          </p:nvSpPr>
          <p:spPr>
            <a:xfrm>
              <a:off x="23532207" y="3467100"/>
              <a:ext cx="15522" cy="133350"/>
            </a:xfrm>
            <a:prstGeom prst="rect">
              <a:avLst/>
            </a:prstGeom>
            <a:solidFill>
              <a:srgbClr val="D8CEDD"/>
            </a:solidFill>
            <a:ln w="0">
              <a:noFill/>
              <a:prstDash val="solid"/>
            </a:ln>
          </p:spPr>
        </p:sp>
        <p:sp>
          <p:nvSpPr>
            <p:cNvPr id="2295" name="dense-strip-10-cell-148">
              <a:extLst>
                <a:ext uri="{FF2B5EF4-FFF2-40B4-BE49-F238E27FC236}">
                  <a16:creationId xmlns:a16="http://schemas.microsoft.com/office/drawing/2014/main" id="{765D5D79-ECBC-4FBC-8584-6032BF3CDB99}"/>
                </a:ext>
              </a:extLst>
            </p:cNvPr>
            <p:cNvSpPr>
              <a:spLocks noGrp="1"/>
            </p:cNvSpPr>
            <p:nvPr/>
          </p:nvSpPr>
          <p:spPr>
            <a:xfrm>
              <a:off x="23516828" y="3467100"/>
              <a:ext cx="15522" cy="133350"/>
            </a:xfrm>
            <a:prstGeom prst="rect">
              <a:avLst/>
            </a:prstGeom>
            <a:solidFill>
              <a:srgbClr val="D8CEDD"/>
            </a:solidFill>
            <a:ln w="0">
              <a:noFill/>
              <a:prstDash val="solid"/>
            </a:ln>
          </p:spPr>
        </p:sp>
        <p:sp>
          <p:nvSpPr>
            <p:cNvPr id="2296" name="dense-strip-10-cell-147">
              <a:extLst>
                <a:ext uri="{FF2B5EF4-FFF2-40B4-BE49-F238E27FC236}">
                  <a16:creationId xmlns:a16="http://schemas.microsoft.com/office/drawing/2014/main" id="{861FF6B1-95E6-4097-94B5-F70111E8C5A2}"/>
                </a:ext>
              </a:extLst>
            </p:cNvPr>
            <p:cNvSpPr>
              <a:spLocks noGrp="1"/>
            </p:cNvSpPr>
            <p:nvPr/>
          </p:nvSpPr>
          <p:spPr>
            <a:xfrm>
              <a:off x="23501449" y="3467100"/>
              <a:ext cx="15522" cy="133350"/>
            </a:xfrm>
            <a:prstGeom prst="rect">
              <a:avLst/>
            </a:prstGeom>
            <a:solidFill>
              <a:srgbClr val="D8CEDD"/>
            </a:solidFill>
            <a:ln w="0">
              <a:noFill/>
              <a:prstDash val="solid"/>
            </a:ln>
          </p:spPr>
        </p:sp>
        <p:sp>
          <p:nvSpPr>
            <p:cNvPr id="2297" name="dense-strip-10-cell-146">
              <a:extLst>
                <a:ext uri="{FF2B5EF4-FFF2-40B4-BE49-F238E27FC236}">
                  <a16:creationId xmlns:a16="http://schemas.microsoft.com/office/drawing/2014/main" id="{877AAB04-1F78-4FCC-8160-FBD3B6244D37}"/>
                </a:ext>
              </a:extLst>
            </p:cNvPr>
            <p:cNvSpPr>
              <a:spLocks noGrp="1"/>
            </p:cNvSpPr>
            <p:nvPr/>
          </p:nvSpPr>
          <p:spPr>
            <a:xfrm>
              <a:off x="23486070" y="3467100"/>
              <a:ext cx="15522" cy="133350"/>
            </a:xfrm>
            <a:prstGeom prst="rect">
              <a:avLst/>
            </a:prstGeom>
            <a:solidFill>
              <a:srgbClr val="D8CEDC"/>
            </a:solidFill>
            <a:ln w="0">
              <a:noFill/>
              <a:prstDash val="solid"/>
            </a:ln>
          </p:spPr>
        </p:sp>
        <p:sp>
          <p:nvSpPr>
            <p:cNvPr id="2298" name="dense-strip-10-cell-145">
              <a:extLst>
                <a:ext uri="{FF2B5EF4-FFF2-40B4-BE49-F238E27FC236}">
                  <a16:creationId xmlns:a16="http://schemas.microsoft.com/office/drawing/2014/main" id="{0704ACD2-88AA-45AE-B7FA-9D9C55858F00}"/>
                </a:ext>
              </a:extLst>
            </p:cNvPr>
            <p:cNvSpPr>
              <a:spLocks noGrp="1"/>
            </p:cNvSpPr>
            <p:nvPr/>
          </p:nvSpPr>
          <p:spPr>
            <a:xfrm>
              <a:off x="23470691" y="3467100"/>
              <a:ext cx="15522" cy="133350"/>
            </a:xfrm>
            <a:prstGeom prst="rect">
              <a:avLst/>
            </a:prstGeom>
            <a:solidFill>
              <a:srgbClr val="B3C6CB"/>
            </a:solidFill>
            <a:ln w="0">
              <a:noFill/>
              <a:prstDash val="solid"/>
            </a:ln>
          </p:spPr>
        </p:sp>
        <p:sp>
          <p:nvSpPr>
            <p:cNvPr id="2299" name="dense-strip-10-cell-144">
              <a:extLst>
                <a:ext uri="{FF2B5EF4-FFF2-40B4-BE49-F238E27FC236}">
                  <a16:creationId xmlns:a16="http://schemas.microsoft.com/office/drawing/2014/main" id="{463BDF91-6C56-43F3-B3A0-4193E4B9BB37}"/>
                </a:ext>
              </a:extLst>
            </p:cNvPr>
            <p:cNvSpPr>
              <a:spLocks noGrp="1"/>
            </p:cNvSpPr>
            <p:nvPr/>
          </p:nvSpPr>
          <p:spPr>
            <a:xfrm>
              <a:off x="23455313" y="3467100"/>
              <a:ext cx="15522" cy="133350"/>
            </a:xfrm>
            <a:prstGeom prst="rect">
              <a:avLst/>
            </a:prstGeom>
            <a:solidFill>
              <a:srgbClr val="A1D4CC"/>
            </a:solidFill>
            <a:ln w="0">
              <a:noFill/>
              <a:prstDash val="solid"/>
            </a:ln>
          </p:spPr>
        </p:sp>
        <p:sp>
          <p:nvSpPr>
            <p:cNvPr id="2300" name="dense-strip-10-cell-143">
              <a:extLst>
                <a:ext uri="{FF2B5EF4-FFF2-40B4-BE49-F238E27FC236}">
                  <a16:creationId xmlns:a16="http://schemas.microsoft.com/office/drawing/2014/main" id="{1C26ABDF-FCCE-4931-A45D-59BC42E08811}"/>
                </a:ext>
              </a:extLst>
            </p:cNvPr>
            <p:cNvSpPr>
              <a:spLocks noGrp="1"/>
            </p:cNvSpPr>
            <p:nvPr/>
          </p:nvSpPr>
          <p:spPr>
            <a:xfrm>
              <a:off x="23439934" y="3467100"/>
              <a:ext cx="15522" cy="133350"/>
            </a:xfrm>
            <a:prstGeom prst="rect">
              <a:avLst/>
            </a:prstGeom>
            <a:solidFill>
              <a:srgbClr val="DBE8EC"/>
            </a:solidFill>
            <a:ln w="0">
              <a:noFill/>
              <a:prstDash val="solid"/>
            </a:ln>
          </p:spPr>
        </p:sp>
        <p:sp>
          <p:nvSpPr>
            <p:cNvPr id="2301" name="dense-strip-10-cell-142">
              <a:extLst>
                <a:ext uri="{FF2B5EF4-FFF2-40B4-BE49-F238E27FC236}">
                  <a16:creationId xmlns:a16="http://schemas.microsoft.com/office/drawing/2014/main" id="{33FB9289-94DE-4D76-80B3-F4DD03574986}"/>
                </a:ext>
              </a:extLst>
            </p:cNvPr>
            <p:cNvSpPr>
              <a:spLocks noGrp="1"/>
            </p:cNvSpPr>
            <p:nvPr/>
          </p:nvSpPr>
          <p:spPr>
            <a:xfrm>
              <a:off x="23424555" y="3467100"/>
              <a:ext cx="15522" cy="133350"/>
            </a:xfrm>
            <a:prstGeom prst="rect">
              <a:avLst/>
            </a:prstGeom>
            <a:solidFill>
              <a:srgbClr val="DCE8ED"/>
            </a:solidFill>
            <a:ln w="0">
              <a:noFill/>
              <a:prstDash val="solid"/>
            </a:ln>
          </p:spPr>
        </p:sp>
        <p:sp>
          <p:nvSpPr>
            <p:cNvPr id="2302" name="dense-strip-10-cell-141">
              <a:extLst>
                <a:ext uri="{FF2B5EF4-FFF2-40B4-BE49-F238E27FC236}">
                  <a16:creationId xmlns:a16="http://schemas.microsoft.com/office/drawing/2014/main" id="{993C3AD7-AB31-4979-AA76-647436B20293}"/>
                </a:ext>
              </a:extLst>
            </p:cNvPr>
            <p:cNvSpPr>
              <a:spLocks noGrp="1"/>
            </p:cNvSpPr>
            <p:nvPr/>
          </p:nvSpPr>
          <p:spPr>
            <a:xfrm>
              <a:off x="23409176" y="3467100"/>
              <a:ext cx="15522" cy="133350"/>
            </a:xfrm>
            <a:prstGeom prst="rect">
              <a:avLst/>
            </a:prstGeom>
            <a:solidFill>
              <a:srgbClr val="DCE8ED"/>
            </a:solidFill>
            <a:ln w="0">
              <a:noFill/>
              <a:prstDash val="solid"/>
            </a:ln>
          </p:spPr>
        </p:sp>
        <p:sp>
          <p:nvSpPr>
            <p:cNvPr id="2303" name="dense-strip-10-cell-140">
              <a:extLst>
                <a:ext uri="{FF2B5EF4-FFF2-40B4-BE49-F238E27FC236}">
                  <a16:creationId xmlns:a16="http://schemas.microsoft.com/office/drawing/2014/main" id="{04C1014F-87F7-4FA1-A324-DAF7902E8FD1}"/>
                </a:ext>
              </a:extLst>
            </p:cNvPr>
            <p:cNvSpPr>
              <a:spLocks noGrp="1"/>
            </p:cNvSpPr>
            <p:nvPr/>
          </p:nvSpPr>
          <p:spPr>
            <a:xfrm>
              <a:off x="23393797" y="3467100"/>
              <a:ext cx="15522" cy="133350"/>
            </a:xfrm>
            <a:prstGeom prst="rect">
              <a:avLst/>
            </a:prstGeom>
            <a:solidFill>
              <a:srgbClr val="DCE8ED"/>
            </a:solidFill>
            <a:ln w="0">
              <a:noFill/>
              <a:prstDash val="solid"/>
            </a:ln>
          </p:spPr>
        </p:sp>
        <p:sp>
          <p:nvSpPr>
            <p:cNvPr id="2304" name="dense-strip-10-cell-139">
              <a:extLst>
                <a:ext uri="{FF2B5EF4-FFF2-40B4-BE49-F238E27FC236}">
                  <a16:creationId xmlns:a16="http://schemas.microsoft.com/office/drawing/2014/main" id="{F00AFF2D-19D9-4B06-A428-28DCC2E5C0FF}"/>
                </a:ext>
              </a:extLst>
            </p:cNvPr>
            <p:cNvSpPr>
              <a:spLocks noGrp="1"/>
            </p:cNvSpPr>
            <p:nvPr/>
          </p:nvSpPr>
          <p:spPr>
            <a:xfrm>
              <a:off x="23378418" y="3467100"/>
              <a:ext cx="15522" cy="133350"/>
            </a:xfrm>
            <a:prstGeom prst="rect">
              <a:avLst/>
            </a:prstGeom>
            <a:solidFill>
              <a:srgbClr val="DCE8ED"/>
            </a:solidFill>
            <a:ln w="0">
              <a:noFill/>
              <a:prstDash val="solid"/>
            </a:ln>
          </p:spPr>
        </p:sp>
        <p:sp>
          <p:nvSpPr>
            <p:cNvPr id="2305" name="dense-strip-10-cell-138">
              <a:extLst>
                <a:ext uri="{FF2B5EF4-FFF2-40B4-BE49-F238E27FC236}">
                  <a16:creationId xmlns:a16="http://schemas.microsoft.com/office/drawing/2014/main" id="{18927828-134E-4FDB-86B3-FE826E65D37E}"/>
                </a:ext>
              </a:extLst>
            </p:cNvPr>
            <p:cNvSpPr>
              <a:spLocks noGrp="1"/>
            </p:cNvSpPr>
            <p:nvPr/>
          </p:nvSpPr>
          <p:spPr>
            <a:xfrm>
              <a:off x="23363039" y="3467100"/>
              <a:ext cx="15522" cy="133350"/>
            </a:xfrm>
            <a:prstGeom prst="rect">
              <a:avLst/>
            </a:prstGeom>
            <a:solidFill>
              <a:srgbClr val="DCE8ED"/>
            </a:solidFill>
            <a:ln w="0">
              <a:noFill/>
              <a:prstDash val="solid"/>
            </a:ln>
          </p:spPr>
        </p:sp>
        <p:sp>
          <p:nvSpPr>
            <p:cNvPr id="2306" name="dense-strip-10-cell-137">
              <a:extLst>
                <a:ext uri="{FF2B5EF4-FFF2-40B4-BE49-F238E27FC236}">
                  <a16:creationId xmlns:a16="http://schemas.microsoft.com/office/drawing/2014/main" id="{CEDAAC18-DC39-4E41-B0FB-EF6F30A41720}"/>
                </a:ext>
              </a:extLst>
            </p:cNvPr>
            <p:cNvSpPr>
              <a:spLocks noGrp="1"/>
            </p:cNvSpPr>
            <p:nvPr/>
          </p:nvSpPr>
          <p:spPr>
            <a:xfrm>
              <a:off x="23347660" y="3467100"/>
              <a:ext cx="15522" cy="133350"/>
            </a:xfrm>
            <a:prstGeom prst="rect">
              <a:avLst/>
            </a:prstGeom>
            <a:solidFill>
              <a:srgbClr val="DCE8ED"/>
            </a:solidFill>
            <a:ln w="0">
              <a:noFill/>
              <a:prstDash val="solid"/>
            </a:ln>
          </p:spPr>
        </p:sp>
        <p:sp>
          <p:nvSpPr>
            <p:cNvPr id="2307" name="dense-strip-10-cell-136">
              <a:extLst>
                <a:ext uri="{FF2B5EF4-FFF2-40B4-BE49-F238E27FC236}">
                  <a16:creationId xmlns:a16="http://schemas.microsoft.com/office/drawing/2014/main" id="{1AA0833A-6E66-4731-A9DE-5B3F40D7A3D8}"/>
                </a:ext>
              </a:extLst>
            </p:cNvPr>
            <p:cNvSpPr>
              <a:spLocks noGrp="1"/>
            </p:cNvSpPr>
            <p:nvPr/>
          </p:nvSpPr>
          <p:spPr>
            <a:xfrm>
              <a:off x="23332281" y="3467100"/>
              <a:ext cx="15522" cy="133350"/>
            </a:xfrm>
            <a:prstGeom prst="rect">
              <a:avLst/>
            </a:prstGeom>
            <a:solidFill>
              <a:srgbClr val="DCE8ED"/>
            </a:solidFill>
            <a:ln w="0">
              <a:noFill/>
              <a:prstDash val="solid"/>
            </a:ln>
          </p:spPr>
        </p:sp>
        <p:sp>
          <p:nvSpPr>
            <p:cNvPr id="2308" name="dense-strip-10-cell-135">
              <a:extLst>
                <a:ext uri="{FF2B5EF4-FFF2-40B4-BE49-F238E27FC236}">
                  <a16:creationId xmlns:a16="http://schemas.microsoft.com/office/drawing/2014/main" id="{6312A596-F6F9-4736-B3D3-5BEC38ECD717}"/>
                </a:ext>
              </a:extLst>
            </p:cNvPr>
            <p:cNvSpPr>
              <a:spLocks noGrp="1"/>
            </p:cNvSpPr>
            <p:nvPr/>
          </p:nvSpPr>
          <p:spPr>
            <a:xfrm>
              <a:off x="23316902" y="3467100"/>
              <a:ext cx="15522" cy="133350"/>
            </a:xfrm>
            <a:prstGeom prst="rect">
              <a:avLst/>
            </a:prstGeom>
            <a:solidFill>
              <a:srgbClr val="DCE8ED"/>
            </a:solidFill>
            <a:ln w="0">
              <a:noFill/>
              <a:prstDash val="solid"/>
            </a:ln>
          </p:spPr>
        </p:sp>
        <p:sp>
          <p:nvSpPr>
            <p:cNvPr id="2309" name="dense-strip-10-cell-134">
              <a:extLst>
                <a:ext uri="{FF2B5EF4-FFF2-40B4-BE49-F238E27FC236}">
                  <a16:creationId xmlns:a16="http://schemas.microsoft.com/office/drawing/2014/main" id="{A0037E95-30ED-49FC-83F3-6CC7BFA0821C}"/>
                </a:ext>
              </a:extLst>
            </p:cNvPr>
            <p:cNvSpPr>
              <a:spLocks noGrp="1"/>
            </p:cNvSpPr>
            <p:nvPr/>
          </p:nvSpPr>
          <p:spPr>
            <a:xfrm>
              <a:off x="23301523" y="3467100"/>
              <a:ext cx="15522" cy="133350"/>
            </a:xfrm>
            <a:prstGeom prst="rect">
              <a:avLst/>
            </a:prstGeom>
            <a:solidFill>
              <a:srgbClr val="DCE8ED"/>
            </a:solidFill>
            <a:ln w="0">
              <a:noFill/>
              <a:prstDash val="solid"/>
            </a:ln>
          </p:spPr>
        </p:sp>
        <p:sp>
          <p:nvSpPr>
            <p:cNvPr id="2310" name="dense-strip-10-cell-133">
              <a:extLst>
                <a:ext uri="{FF2B5EF4-FFF2-40B4-BE49-F238E27FC236}">
                  <a16:creationId xmlns:a16="http://schemas.microsoft.com/office/drawing/2014/main" id="{B878695D-E8D9-4EE3-9424-1ED62294C246}"/>
                </a:ext>
              </a:extLst>
            </p:cNvPr>
            <p:cNvSpPr>
              <a:spLocks noGrp="1"/>
            </p:cNvSpPr>
            <p:nvPr/>
          </p:nvSpPr>
          <p:spPr>
            <a:xfrm>
              <a:off x="23286145" y="3467100"/>
              <a:ext cx="15522" cy="133350"/>
            </a:xfrm>
            <a:prstGeom prst="rect">
              <a:avLst/>
            </a:prstGeom>
            <a:solidFill>
              <a:srgbClr val="DCE8ED"/>
            </a:solidFill>
            <a:ln w="0">
              <a:noFill/>
              <a:prstDash val="solid"/>
            </a:ln>
          </p:spPr>
        </p:sp>
        <p:sp>
          <p:nvSpPr>
            <p:cNvPr id="2311" name="dense-strip-10-cell-132">
              <a:extLst>
                <a:ext uri="{FF2B5EF4-FFF2-40B4-BE49-F238E27FC236}">
                  <a16:creationId xmlns:a16="http://schemas.microsoft.com/office/drawing/2014/main" id="{E945A62E-5F4C-455A-8DCF-0D437865FF32}"/>
                </a:ext>
              </a:extLst>
            </p:cNvPr>
            <p:cNvSpPr>
              <a:spLocks noGrp="1"/>
            </p:cNvSpPr>
            <p:nvPr/>
          </p:nvSpPr>
          <p:spPr>
            <a:xfrm>
              <a:off x="23270766" y="3467100"/>
              <a:ext cx="15522" cy="133350"/>
            </a:xfrm>
            <a:prstGeom prst="rect">
              <a:avLst/>
            </a:prstGeom>
            <a:solidFill>
              <a:srgbClr val="DBE8ED"/>
            </a:solidFill>
            <a:ln w="0">
              <a:noFill/>
              <a:prstDash val="solid"/>
            </a:ln>
          </p:spPr>
        </p:sp>
        <p:sp>
          <p:nvSpPr>
            <p:cNvPr id="2312" name="dense-strip-10-cell-131">
              <a:extLst>
                <a:ext uri="{FF2B5EF4-FFF2-40B4-BE49-F238E27FC236}">
                  <a16:creationId xmlns:a16="http://schemas.microsoft.com/office/drawing/2014/main" id="{692BF4A9-A618-44CF-B5AF-C2EED3199938}"/>
                </a:ext>
              </a:extLst>
            </p:cNvPr>
            <p:cNvSpPr>
              <a:spLocks noGrp="1"/>
            </p:cNvSpPr>
            <p:nvPr/>
          </p:nvSpPr>
          <p:spPr>
            <a:xfrm>
              <a:off x="23255387" y="3467100"/>
              <a:ext cx="15522" cy="133350"/>
            </a:xfrm>
            <a:prstGeom prst="rect">
              <a:avLst/>
            </a:prstGeom>
            <a:solidFill>
              <a:srgbClr val="D5E6E9"/>
            </a:solidFill>
            <a:ln w="0">
              <a:noFill/>
              <a:prstDash val="solid"/>
            </a:ln>
          </p:spPr>
        </p:sp>
        <p:sp>
          <p:nvSpPr>
            <p:cNvPr id="2313" name="dense-strip-10-cell-130">
              <a:extLst>
                <a:ext uri="{FF2B5EF4-FFF2-40B4-BE49-F238E27FC236}">
                  <a16:creationId xmlns:a16="http://schemas.microsoft.com/office/drawing/2014/main" id="{37CCC125-526D-474F-A82E-145F15E915AB}"/>
                </a:ext>
              </a:extLst>
            </p:cNvPr>
            <p:cNvSpPr>
              <a:spLocks noGrp="1"/>
            </p:cNvSpPr>
            <p:nvPr/>
          </p:nvSpPr>
          <p:spPr>
            <a:xfrm>
              <a:off x="23240008" y="3467100"/>
              <a:ext cx="15522" cy="133350"/>
            </a:xfrm>
            <a:prstGeom prst="rect">
              <a:avLst/>
            </a:prstGeom>
            <a:solidFill>
              <a:srgbClr val="DCE8ED"/>
            </a:solidFill>
            <a:ln w="0">
              <a:noFill/>
              <a:prstDash val="solid"/>
            </a:ln>
          </p:spPr>
        </p:sp>
        <p:sp>
          <p:nvSpPr>
            <p:cNvPr id="2314" name="dense-strip-10-cell-129">
              <a:extLst>
                <a:ext uri="{FF2B5EF4-FFF2-40B4-BE49-F238E27FC236}">
                  <a16:creationId xmlns:a16="http://schemas.microsoft.com/office/drawing/2014/main" id="{4C72EC2B-A5E6-4A86-93C2-A988ADA51F1B}"/>
                </a:ext>
              </a:extLst>
            </p:cNvPr>
            <p:cNvSpPr>
              <a:spLocks noGrp="1"/>
            </p:cNvSpPr>
            <p:nvPr/>
          </p:nvSpPr>
          <p:spPr>
            <a:xfrm>
              <a:off x="23224629" y="3467100"/>
              <a:ext cx="15522" cy="133350"/>
            </a:xfrm>
            <a:prstGeom prst="rect">
              <a:avLst/>
            </a:prstGeom>
            <a:solidFill>
              <a:srgbClr val="DCE8ED"/>
            </a:solidFill>
            <a:ln w="0">
              <a:noFill/>
              <a:prstDash val="solid"/>
            </a:ln>
          </p:spPr>
        </p:sp>
        <p:sp>
          <p:nvSpPr>
            <p:cNvPr id="2315" name="dense-strip-10-cell-128">
              <a:extLst>
                <a:ext uri="{FF2B5EF4-FFF2-40B4-BE49-F238E27FC236}">
                  <a16:creationId xmlns:a16="http://schemas.microsoft.com/office/drawing/2014/main" id="{DD78C8CF-EDF8-4D24-9402-B9FCA9E5CBBD}"/>
                </a:ext>
              </a:extLst>
            </p:cNvPr>
            <p:cNvSpPr>
              <a:spLocks noGrp="1"/>
            </p:cNvSpPr>
            <p:nvPr/>
          </p:nvSpPr>
          <p:spPr>
            <a:xfrm>
              <a:off x="23209250" y="3467100"/>
              <a:ext cx="15522" cy="133350"/>
            </a:xfrm>
            <a:prstGeom prst="rect">
              <a:avLst/>
            </a:prstGeom>
            <a:solidFill>
              <a:srgbClr val="DCE8ED"/>
            </a:solidFill>
            <a:ln w="0">
              <a:noFill/>
              <a:prstDash val="solid"/>
            </a:ln>
          </p:spPr>
        </p:sp>
        <p:sp>
          <p:nvSpPr>
            <p:cNvPr id="2316" name="dense-strip-10-cell-127">
              <a:extLst>
                <a:ext uri="{FF2B5EF4-FFF2-40B4-BE49-F238E27FC236}">
                  <a16:creationId xmlns:a16="http://schemas.microsoft.com/office/drawing/2014/main" id="{65D005E5-F2F6-40AF-BCED-041B19BA5F3A}"/>
                </a:ext>
              </a:extLst>
            </p:cNvPr>
            <p:cNvSpPr>
              <a:spLocks noGrp="1"/>
            </p:cNvSpPr>
            <p:nvPr/>
          </p:nvSpPr>
          <p:spPr>
            <a:xfrm>
              <a:off x="23193871" y="3467100"/>
              <a:ext cx="15522" cy="133350"/>
            </a:xfrm>
            <a:prstGeom prst="rect">
              <a:avLst/>
            </a:prstGeom>
            <a:solidFill>
              <a:srgbClr val="DCE8ED"/>
            </a:solidFill>
            <a:ln w="0">
              <a:noFill/>
              <a:prstDash val="solid"/>
            </a:ln>
          </p:spPr>
        </p:sp>
        <p:sp>
          <p:nvSpPr>
            <p:cNvPr id="2317" name="dense-strip-10-cell-126">
              <a:extLst>
                <a:ext uri="{FF2B5EF4-FFF2-40B4-BE49-F238E27FC236}">
                  <a16:creationId xmlns:a16="http://schemas.microsoft.com/office/drawing/2014/main" id="{C312E39B-3182-4F9A-AF8E-FCD384277F0F}"/>
                </a:ext>
              </a:extLst>
            </p:cNvPr>
            <p:cNvSpPr>
              <a:spLocks noGrp="1"/>
            </p:cNvSpPr>
            <p:nvPr/>
          </p:nvSpPr>
          <p:spPr>
            <a:xfrm>
              <a:off x="23178492" y="3467100"/>
              <a:ext cx="15522" cy="133350"/>
            </a:xfrm>
            <a:prstGeom prst="rect">
              <a:avLst/>
            </a:prstGeom>
            <a:solidFill>
              <a:srgbClr val="DCE8ED"/>
            </a:solidFill>
            <a:ln w="0">
              <a:noFill/>
              <a:prstDash val="solid"/>
            </a:ln>
          </p:spPr>
        </p:sp>
        <p:sp>
          <p:nvSpPr>
            <p:cNvPr id="2318" name="dense-strip-10-cell-125">
              <a:extLst>
                <a:ext uri="{FF2B5EF4-FFF2-40B4-BE49-F238E27FC236}">
                  <a16:creationId xmlns:a16="http://schemas.microsoft.com/office/drawing/2014/main" id="{FC84DB55-B152-42EE-A0B3-337F7F146B19}"/>
                </a:ext>
              </a:extLst>
            </p:cNvPr>
            <p:cNvSpPr>
              <a:spLocks noGrp="1"/>
            </p:cNvSpPr>
            <p:nvPr/>
          </p:nvSpPr>
          <p:spPr>
            <a:xfrm>
              <a:off x="23163113" y="3467100"/>
              <a:ext cx="15522" cy="133350"/>
            </a:xfrm>
            <a:prstGeom prst="rect">
              <a:avLst/>
            </a:prstGeom>
            <a:solidFill>
              <a:srgbClr val="DCE8ED"/>
            </a:solidFill>
            <a:ln w="0">
              <a:noFill/>
              <a:prstDash val="solid"/>
            </a:ln>
          </p:spPr>
        </p:sp>
        <p:sp>
          <p:nvSpPr>
            <p:cNvPr id="2319" name="dense-strip-10-cell-124">
              <a:extLst>
                <a:ext uri="{FF2B5EF4-FFF2-40B4-BE49-F238E27FC236}">
                  <a16:creationId xmlns:a16="http://schemas.microsoft.com/office/drawing/2014/main" id="{F1840B92-D9A4-4FC3-8E75-41EB0C5F377D}"/>
                </a:ext>
              </a:extLst>
            </p:cNvPr>
            <p:cNvSpPr>
              <a:spLocks noGrp="1"/>
            </p:cNvSpPr>
            <p:nvPr/>
          </p:nvSpPr>
          <p:spPr>
            <a:xfrm>
              <a:off x="23147734" y="3467100"/>
              <a:ext cx="15522" cy="133350"/>
            </a:xfrm>
            <a:prstGeom prst="rect">
              <a:avLst/>
            </a:prstGeom>
            <a:solidFill>
              <a:srgbClr val="DCE8ED"/>
            </a:solidFill>
            <a:ln w="0">
              <a:noFill/>
              <a:prstDash val="solid"/>
            </a:ln>
          </p:spPr>
        </p:sp>
        <p:sp>
          <p:nvSpPr>
            <p:cNvPr id="2320" name="dense-strip-10-cell-123">
              <a:extLst>
                <a:ext uri="{FF2B5EF4-FFF2-40B4-BE49-F238E27FC236}">
                  <a16:creationId xmlns:a16="http://schemas.microsoft.com/office/drawing/2014/main" id="{EFA08224-C48B-4F2C-84E4-72E34C22B78D}"/>
                </a:ext>
              </a:extLst>
            </p:cNvPr>
            <p:cNvSpPr>
              <a:spLocks noGrp="1"/>
            </p:cNvSpPr>
            <p:nvPr/>
          </p:nvSpPr>
          <p:spPr>
            <a:xfrm>
              <a:off x="23132355" y="3467100"/>
              <a:ext cx="15522" cy="133350"/>
            </a:xfrm>
            <a:prstGeom prst="rect">
              <a:avLst/>
            </a:prstGeom>
            <a:solidFill>
              <a:srgbClr val="DCE8ED"/>
            </a:solidFill>
            <a:ln w="0">
              <a:noFill/>
              <a:prstDash val="solid"/>
            </a:ln>
          </p:spPr>
        </p:sp>
        <p:sp>
          <p:nvSpPr>
            <p:cNvPr id="2321" name="dense-strip-10-cell-122">
              <a:extLst>
                <a:ext uri="{FF2B5EF4-FFF2-40B4-BE49-F238E27FC236}">
                  <a16:creationId xmlns:a16="http://schemas.microsoft.com/office/drawing/2014/main" id="{0D78B341-C64D-4E88-AB5E-909A403DA903}"/>
                </a:ext>
              </a:extLst>
            </p:cNvPr>
            <p:cNvSpPr>
              <a:spLocks noGrp="1"/>
            </p:cNvSpPr>
            <p:nvPr/>
          </p:nvSpPr>
          <p:spPr>
            <a:xfrm>
              <a:off x="23116977" y="3467100"/>
              <a:ext cx="15522" cy="133350"/>
            </a:xfrm>
            <a:prstGeom prst="rect">
              <a:avLst/>
            </a:prstGeom>
            <a:solidFill>
              <a:srgbClr val="DCE8ED"/>
            </a:solidFill>
            <a:ln w="0">
              <a:noFill/>
              <a:prstDash val="solid"/>
            </a:ln>
          </p:spPr>
        </p:sp>
        <p:sp>
          <p:nvSpPr>
            <p:cNvPr id="2322" name="dense-strip-10-cell-121">
              <a:extLst>
                <a:ext uri="{FF2B5EF4-FFF2-40B4-BE49-F238E27FC236}">
                  <a16:creationId xmlns:a16="http://schemas.microsoft.com/office/drawing/2014/main" id="{5E546180-68B0-401E-AEDB-BB4C28A6B841}"/>
                </a:ext>
              </a:extLst>
            </p:cNvPr>
            <p:cNvSpPr>
              <a:spLocks noGrp="1"/>
            </p:cNvSpPr>
            <p:nvPr/>
          </p:nvSpPr>
          <p:spPr>
            <a:xfrm>
              <a:off x="23101598" y="3467100"/>
              <a:ext cx="15522" cy="133350"/>
            </a:xfrm>
            <a:prstGeom prst="rect">
              <a:avLst/>
            </a:prstGeom>
            <a:solidFill>
              <a:srgbClr val="DCE8ED"/>
            </a:solidFill>
            <a:ln w="0">
              <a:noFill/>
              <a:prstDash val="solid"/>
            </a:ln>
          </p:spPr>
        </p:sp>
        <p:sp>
          <p:nvSpPr>
            <p:cNvPr id="2323" name="dense-strip-10-cell-120">
              <a:extLst>
                <a:ext uri="{FF2B5EF4-FFF2-40B4-BE49-F238E27FC236}">
                  <a16:creationId xmlns:a16="http://schemas.microsoft.com/office/drawing/2014/main" id="{01777682-DB97-4376-AEA7-22EDC0917734}"/>
                </a:ext>
              </a:extLst>
            </p:cNvPr>
            <p:cNvSpPr>
              <a:spLocks noGrp="1"/>
            </p:cNvSpPr>
            <p:nvPr/>
          </p:nvSpPr>
          <p:spPr>
            <a:xfrm>
              <a:off x="23086219" y="3467100"/>
              <a:ext cx="15522" cy="133350"/>
            </a:xfrm>
            <a:prstGeom prst="rect">
              <a:avLst/>
            </a:prstGeom>
            <a:solidFill>
              <a:srgbClr val="DCE8ED"/>
            </a:solidFill>
            <a:ln w="0">
              <a:noFill/>
              <a:prstDash val="solid"/>
            </a:ln>
          </p:spPr>
        </p:sp>
        <p:sp>
          <p:nvSpPr>
            <p:cNvPr id="2324" name="dense-strip-10-cell-119">
              <a:extLst>
                <a:ext uri="{FF2B5EF4-FFF2-40B4-BE49-F238E27FC236}">
                  <a16:creationId xmlns:a16="http://schemas.microsoft.com/office/drawing/2014/main" id="{21F537C3-1D6C-4A6D-BD39-78BFE0BA1069}"/>
                </a:ext>
              </a:extLst>
            </p:cNvPr>
            <p:cNvSpPr>
              <a:spLocks noGrp="1"/>
            </p:cNvSpPr>
            <p:nvPr/>
          </p:nvSpPr>
          <p:spPr>
            <a:xfrm>
              <a:off x="23070840" y="3467100"/>
              <a:ext cx="15522" cy="133350"/>
            </a:xfrm>
            <a:prstGeom prst="rect">
              <a:avLst/>
            </a:prstGeom>
            <a:solidFill>
              <a:srgbClr val="DCE8ED"/>
            </a:solidFill>
            <a:ln w="0">
              <a:noFill/>
              <a:prstDash val="solid"/>
            </a:ln>
          </p:spPr>
        </p:sp>
        <p:sp>
          <p:nvSpPr>
            <p:cNvPr id="2325" name="dense-strip-10-cell-118">
              <a:extLst>
                <a:ext uri="{FF2B5EF4-FFF2-40B4-BE49-F238E27FC236}">
                  <a16:creationId xmlns:a16="http://schemas.microsoft.com/office/drawing/2014/main" id="{1F88E9A4-AACF-4199-BBAF-2F4AF2A12B50}"/>
                </a:ext>
              </a:extLst>
            </p:cNvPr>
            <p:cNvSpPr>
              <a:spLocks noGrp="1"/>
            </p:cNvSpPr>
            <p:nvPr/>
          </p:nvSpPr>
          <p:spPr>
            <a:xfrm>
              <a:off x="23055461" y="3467100"/>
              <a:ext cx="15522" cy="133350"/>
            </a:xfrm>
            <a:prstGeom prst="rect">
              <a:avLst/>
            </a:prstGeom>
            <a:solidFill>
              <a:srgbClr val="DCE8ED"/>
            </a:solidFill>
            <a:ln w="0">
              <a:noFill/>
              <a:prstDash val="solid"/>
            </a:ln>
          </p:spPr>
        </p:sp>
        <p:sp>
          <p:nvSpPr>
            <p:cNvPr id="2326" name="dense-strip-10-cell-117">
              <a:extLst>
                <a:ext uri="{FF2B5EF4-FFF2-40B4-BE49-F238E27FC236}">
                  <a16:creationId xmlns:a16="http://schemas.microsoft.com/office/drawing/2014/main" id="{29CB7C57-11F5-4717-AA35-E78CB28A20B7}"/>
                </a:ext>
              </a:extLst>
            </p:cNvPr>
            <p:cNvSpPr>
              <a:spLocks noGrp="1"/>
            </p:cNvSpPr>
            <p:nvPr/>
          </p:nvSpPr>
          <p:spPr>
            <a:xfrm>
              <a:off x="23040082" y="3467100"/>
              <a:ext cx="15522" cy="133350"/>
            </a:xfrm>
            <a:prstGeom prst="rect">
              <a:avLst/>
            </a:prstGeom>
            <a:solidFill>
              <a:srgbClr val="DCE6EA"/>
            </a:solidFill>
            <a:ln w="0">
              <a:noFill/>
              <a:prstDash val="solid"/>
            </a:ln>
          </p:spPr>
        </p:sp>
        <p:sp>
          <p:nvSpPr>
            <p:cNvPr id="2327" name="dense-strip-10-cell-116">
              <a:extLst>
                <a:ext uri="{FF2B5EF4-FFF2-40B4-BE49-F238E27FC236}">
                  <a16:creationId xmlns:a16="http://schemas.microsoft.com/office/drawing/2014/main" id="{A0E7D51A-6298-43DE-8C14-C32FDE603F01}"/>
                </a:ext>
              </a:extLst>
            </p:cNvPr>
            <p:cNvSpPr>
              <a:spLocks noGrp="1"/>
            </p:cNvSpPr>
            <p:nvPr/>
          </p:nvSpPr>
          <p:spPr>
            <a:xfrm>
              <a:off x="23024703" y="3467100"/>
              <a:ext cx="15522" cy="133350"/>
            </a:xfrm>
            <a:prstGeom prst="rect">
              <a:avLst/>
            </a:prstGeom>
            <a:solidFill>
              <a:srgbClr val="DCE6EA"/>
            </a:solidFill>
            <a:ln w="0">
              <a:noFill/>
              <a:prstDash val="solid"/>
            </a:ln>
          </p:spPr>
        </p:sp>
        <p:sp>
          <p:nvSpPr>
            <p:cNvPr id="2328" name="dense-strip-10-cell-115">
              <a:extLst>
                <a:ext uri="{FF2B5EF4-FFF2-40B4-BE49-F238E27FC236}">
                  <a16:creationId xmlns:a16="http://schemas.microsoft.com/office/drawing/2014/main" id="{494B38F9-097A-4D8F-85BA-9DCA8F0F4375}"/>
                </a:ext>
              </a:extLst>
            </p:cNvPr>
            <p:cNvSpPr>
              <a:spLocks noGrp="1"/>
            </p:cNvSpPr>
            <p:nvPr/>
          </p:nvSpPr>
          <p:spPr>
            <a:xfrm>
              <a:off x="23009324" y="3467100"/>
              <a:ext cx="15522" cy="133350"/>
            </a:xfrm>
            <a:prstGeom prst="rect">
              <a:avLst/>
            </a:prstGeom>
            <a:solidFill>
              <a:srgbClr val="DCE8ED"/>
            </a:solidFill>
            <a:ln w="0">
              <a:noFill/>
              <a:prstDash val="solid"/>
            </a:ln>
          </p:spPr>
        </p:sp>
        <p:sp>
          <p:nvSpPr>
            <p:cNvPr id="2329" name="dense-strip-10-cell-114">
              <a:extLst>
                <a:ext uri="{FF2B5EF4-FFF2-40B4-BE49-F238E27FC236}">
                  <a16:creationId xmlns:a16="http://schemas.microsoft.com/office/drawing/2014/main" id="{F450550E-1EBE-4D70-81FE-1D0CBA0CC245}"/>
                </a:ext>
              </a:extLst>
            </p:cNvPr>
            <p:cNvSpPr>
              <a:spLocks noGrp="1"/>
            </p:cNvSpPr>
            <p:nvPr/>
          </p:nvSpPr>
          <p:spPr>
            <a:xfrm>
              <a:off x="22993945" y="3467100"/>
              <a:ext cx="15522" cy="133350"/>
            </a:xfrm>
            <a:prstGeom prst="rect">
              <a:avLst/>
            </a:prstGeom>
            <a:solidFill>
              <a:srgbClr val="DCE8ED"/>
            </a:solidFill>
            <a:ln w="0">
              <a:noFill/>
              <a:prstDash val="solid"/>
            </a:ln>
          </p:spPr>
        </p:sp>
        <p:sp>
          <p:nvSpPr>
            <p:cNvPr id="2330" name="dense-strip-10-cell-113">
              <a:extLst>
                <a:ext uri="{FF2B5EF4-FFF2-40B4-BE49-F238E27FC236}">
                  <a16:creationId xmlns:a16="http://schemas.microsoft.com/office/drawing/2014/main" id="{778F8715-5981-4B11-B788-626C87A42D4F}"/>
                </a:ext>
              </a:extLst>
            </p:cNvPr>
            <p:cNvSpPr>
              <a:spLocks noGrp="1"/>
            </p:cNvSpPr>
            <p:nvPr/>
          </p:nvSpPr>
          <p:spPr>
            <a:xfrm>
              <a:off x="22978566" y="3467100"/>
              <a:ext cx="15522" cy="133350"/>
            </a:xfrm>
            <a:prstGeom prst="rect">
              <a:avLst/>
            </a:prstGeom>
            <a:solidFill>
              <a:srgbClr val="DCE8ED"/>
            </a:solidFill>
            <a:ln w="0">
              <a:noFill/>
              <a:prstDash val="solid"/>
            </a:ln>
          </p:spPr>
        </p:sp>
        <p:sp>
          <p:nvSpPr>
            <p:cNvPr id="2331" name="dense-strip-10-cell-112">
              <a:extLst>
                <a:ext uri="{FF2B5EF4-FFF2-40B4-BE49-F238E27FC236}">
                  <a16:creationId xmlns:a16="http://schemas.microsoft.com/office/drawing/2014/main" id="{88DF57B1-89B6-4E04-8BEA-5CECB216FB88}"/>
                </a:ext>
              </a:extLst>
            </p:cNvPr>
            <p:cNvSpPr>
              <a:spLocks noGrp="1"/>
            </p:cNvSpPr>
            <p:nvPr/>
          </p:nvSpPr>
          <p:spPr>
            <a:xfrm>
              <a:off x="22963188" y="3467100"/>
              <a:ext cx="15522" cy="133350"/>
            </a:xfrm>
            <a:prstGeom prst="rect">
              <a:avLst/>
            </a:prstGeom>
            <a:solidFill>
              <a:srgbClr val="DCE8ED"/>
            </a:solidFill>
            <a:ln w="0">
              <a:noFill/>
              <a:prstDash val="solid"/>
            </a:ln>
          </p:spPr>
        </p:sp>
        <p:sp>
          <p:nvSpPr>
            <p:cNvPr id="2332" name="dense-strip-10-cell-111">
              <a:extLst>
                <a:ext uri="{FF2B5EF4-FFF2-40B4-BE49-F238E27FC236}">
                  <a16:creationId xmlns:a16="http://schemas.microsoft.com/office/drawing/2014/main" id="{7060BE91-A809-40D5-9133-7499740C6195}"/>
                </a:ext>
              </a:extLst>
            </p:cNvPr>
            <p:cNvSpPr>
              <a:spLocks noGrp="1"/>
            </p:cNvSpPr>
            <p:nvPr/>
          </p:nvSpPr>
          <p:spPr>
            <a:xfrm>
              <a:off x="22947809" y="3467100"/>
              <a:ext cx="15522" cy="133350"/>
            </a:xfrm>
            <a:prstGeom prst="rect">
              <a:avLst/>
            </a:prstGeom>
            <a:solidFill>
              <a:srgbClr val="DCE8ED"/>
            </a:solidFill>
            <a:ln w="0">
              <a:noFill/>
              <a:prstDash val="solid"/>
            </a:ln>
          </p:spPr>
        </p:sp>
        <p:sp>
          <p:nvSpPr>
            <p:cNvPr id="2333" name="dense-strip-10-cell-110">
              <a:extLst>
                <a:ext uri="{FF2B5EF4-FFF2-40B4-BE49-F238E27FC236}">
                  <a16:creationId xmlns:a16="http://schemas.microsoft.com/office/drawing/2014/main" id="{AD97C741-C1F5-4E47-8650-94A9D52CAC24}"/>
                </a:ext>
              </a:extLst>
            </p:cNvPr>
            <p:cNvSpPr>
              <a:spLocks noGrp="1"/>
            </p:cNvSpPr>
            <p:nvPr/>
          </p:nvSpPr>
          <p:spPr>
            <a:xfrm>
              <a:off x="22932430" y="3467100"/>
              <a:ext cx="15522" cy="133350"/>
            </a:xfrm>
            <a:prstGeom prst="rect">
              <a:avLst/>
            </a:prstGeom>
            <a:solidFill>
              <a:srgbClr val="DCE8ED"/>
            </a:solidFill>
            <a:ln w="0">
              <a:noFill/>
              <a:prstDash val="solid"/>
            </a:ln>
          </p:spPr>
        </p:sp>
        <p:sp>
          <p:nvSpPr>
            <p:cNvPr id="2334" name="dense-strip-10-cell-109">
              <a:extLst>
                <a:ext uri="{FF2B5EF4-FFF2-40B4-BE49-F238E27FC236}">
                  <a16:creationId xmlns:a16="http://schemas.microsoft.com/office/drawing/2014/main" id="{C8D04EE5-3CD9-4A47-BF29-B2B1CE09F5C8}"/>
                </a:ext>
              </a:extLst>
            </p:cNvPr>
            <p:cNvSpPr>
              <a:spLocks noGrp="1"/>
            </p:cNvSpPr>
            <p:nvPr/>
          </p:nvSpPr>
          <p:spPr>
            <a:xfrm>
              <a:off x="22917051" y="3467100"/>
              <a:ext cx="15522" cy="133350"/>
            </a:xfrm>
            <a:prstGeom prst="rect">
              <a:avLst/>
            </a:prstGeom>
            <a:solidFill>
              <a:srgbClr val="DCE8ED"/>
            </a:solidFill>
            <a:ln w="0">
              <a:noFill/>
              <a:prstDash val="solid"/>
            </a:ln>
          </p:spPr>
        </p:sp>
        <p:sp>
          <p:nvSpPr>
            <p:cNvPr id="2335" name="dense-strip-10-cell-108">
              <a:extLst>
                <a:ext uri="{FF2B5EF4-FFF2-40B4-BE49-F238E27FC236}">
                  <a16:creationId xmlns:a16="http://schemas.microsoft.com/office/drawing/2014/main" id="{CA1DECCE-C63E-415D-94EE-AAA2A1F48C6D}"/>
                </a:ext>
              </a:extLst>
            </p:cNvPr>
            <p:cNvSpPr>
              <a:spLocks noGrp="1"/>
            </p:cNvSpPr>
            <p:nvPr/>
          </p:nvSpPr>
          <p:spPr>
            <a:xfrm>
              <a:off x="22901672" y="3467100"/>
              <a:ext cx="15522" cy="133350"/>
            </a:xfrm>
            <a:prstGeom prst="rect">
              <a:avLst/>
            </a:prstGeom>
            <a:solidFill>
              <a:srgbClr val="DBE8ED"/>
            </a:solidFill>
            <a:ln w="0">
              <a:noFill/>
              <a:prstDash val="solid"/>
            </a:ln>
          </p:spPr>
        </p:sp>
        <p:sp>
          <p:nvSpPr>
            <p:cNvPr id="2336" name="dense-strip-10-cell-107">
              <a:extLst>
                <a:ext uri="{FF2B5EF4-FFF2-40B4-BE49-F238E27FC236}">
                  <a16:creationId xmlns:a16="http://schemas.microsoft.com/office/drawing/2014/main" id="{246E25C5-FD42-4149-B449-78DD91A7FF94}"/>
                </a:ext>
              </a:extLst>
            </p:cNvPr>
            <p:cNvSpPr>
              <a:spLocks noGrp="1"/>
            </p:cNvSpPr>
            <p:nvPr/>
          </p:nvSpPr>
          <p:spPr>
            <a:xfrm>
              <a:off x="22886293" y="3467100"/>
              <a:ext cx="15522" cy="133350"/>
            </a:xfrm>
            <a:prstGeom prst="rect">
              <a:avLst/>
            </a:prstGeom>
            <a:solidFill>
              <a:srgbClr val="B5DBD7"/>
            </a:solidFill>
            <a:ln w="0">
              <a:noFill/>
              <a:prstDash val="solid"/>
            </a:ln>
          </p:spPr>
        </p:sp>
        <p:sp>
          <p:nvSpPr>
            <p:cNvPr id="2337" name="dense-strip-10-cell-106">
              <a:extLst>
                <a:ext uri="{FF2B5EF4-FFF2-40B4-BE49-F238E27FC236}">
                  <a16:creationId xmlns:a16="http://schemas.microsoft.com/office/drawing/2014/main" id="{7DFB66F1-D2FC-426A-AC3D-79BE232270A8}"/>
                </a:ext>
              </a:extLst>
            </p:cNvPr>
            <p:cNvSpPr>
              <a:spLocks noGrp="1"/>
            </p:cNvSpPr>
            <p:nvPr/>
          </p:nvSpPr>
          <p:spPr>
            <a:xfrm>
              <a:off x="22870914" y="3467100"/>
              <a:ext cx="15522" cy="133350"/>
            </a:xfrm>
            <a:prstGeom prst="rect">
              <a:avLst/>
            </a:prstGeom>
            <a:solidFill>
              <a:srgbClr val="DBE8EC"/>
            </a:solidFill>
            <a:ln w="0">
              <a:noFill/>
              <a:prstDash val="solid"/>
            </a:ln>
          </p:spPr>
        </p:sp>
        <p:sp>
          <p:nvSpPr>
            <p:cNvPr id="2338" name="dense-strip-10-cell-105">
              <a:extLst>
                <a:ext uri="{FF2B5EF4-FFF2-40B4-BE49-F238E27FC236}">
                  <a16:creationId xmlns:a16="http://schemas.microsoft.com/office/drawing/2014/main" id="{693E24EA-50EC-4F98-A5F6-03F59409CF23}"/>
                </a:ext>
              </a:extLst>
            </p:cNvPr>
            <p:cNvSpPr>
              <a:spLocks noGrp="1"/>
            </p:cNvSpPr>
            <p:nvPr/>
          </p:nvSpPr>
          <p:spPr>
            <a:xfrm>
              <a:off x="22855535" y="3467100"/>
              <a:ext cx="15522" cy="133350"/>
            </a:xfrm>
            <a:prstGeom prst="rect">
              <a:avLst/>
            </a:prstGeom>
            <a:solidFill>
              <a:srgbClr val="A6D6CF"/>
            </a:solidFill>
            <a:ln w="0">
              <a:noFill/>
              <a:prstDash val="solid"/>
            </a:ln>
          </p:spPr>
        </p:sp>
        <p:sp>
          <p:nvSpPr>
            <p:cNvPr id="2339" name="dense-strip-10-cell-104">
              <a:extLst>
                <a:ext uri="{FF2B5EF4-FFF2-40B4-BE49-F238E27FC236}">
                  <a16:creationId xmlns:a16="http://schemas.microsoft.com/office/drawing/2014/main" id="{B154047C-BE43-4EFC-A965-D61648864E16}"/>
                </a:ext>
              </a:extLst>
            </p:cNvPr>
            <p:cNvSpPr>
              <a:spLocks noGrp="1"/>
            </p:cNvSpPr>
            <p:nvPr/>
          </p:nvSpPr>
          <p:spPr>
            <a:xfrm>
              <a:off x="22840156" y="3467100"/>
              <a:ext cx="15522" cy="133350"/>
            </a:xfrm>
            <a:prstGeom prst="rect">
              <a:avLst/>
            </a:prstGeom>
            <a:solidFill>
              <a:srgbClr val="ADD8D3"/>
            </a:solidFill>
            <a:ln w="0">
              <a:noFill/>
              <a:prstDash val="solid"/>
            </a:ln>
          </p:spPr>
        </p:sp>
        <p:sp>
          <p:nvSpPr>
            <p:cNvPr id="2340" name="dense-strip-10-cell-103">
              <a:extLst>
                <a:ext uri="{FF2B5EF4-FFF2-40B4-BE49-F238E27FC236}">
                  <a16:creationId xmlns:a16="http://schemas.microsoft.com/office/drawing/2014/main" id="{B4370B16-9912-4678-94F4-5B9DBB974394}"/>
                </a:ext>
              </a:extLst>
            </p:cNvPr>
            <p:cNvSpPr>
              <a:spLocks noGrp="1"/>
            </p:cNvSpPr>
            <p:nvPr/>
          </p:nvSpPr>
          <p:spPr>
            <a:xfrm>
              <a:off x="22824777" y="3467100"/>
              <a:ext cx="15522" cy="133350"/>
            </a:xfrm>
            <a:prstGeom prst="rect">
              <a:avLst/>
            </a:prstGeom>
            <a:solidFill>
              <a:srgbClr val="AED9D4"/>
            </a:solidFill>
            <a:ln w="0">
              <a:noFill/>
              <a:prstDash val="solid"/>
            </a:ln>
          </p:spPr>
        </p:sp>
        <p:sp>
          <p:nvSpPr>
            <p:cNvPr id="2341" name="dense-strip-10-cell-102">
              <a:extLst>
                <a:ext uri="{FF2B5EF4-FFF2-40B4-BE49-F238E27FC236}">
                  <a16:creationId xmlns:a16="http://schemas.microsoft.com/office/drawing/2014/main" id="{60FADF9F-A35D-46C5-90C8-5F3EBA568D86}"/>
                </a:ext>
              </a:extLst>
            </p:cNvPr>
            <p:cNvSpPr>
              <a:spLocks noGrp="1"/>
            </p:cNvSpPr>
            <p:nvPr/>
          </p:nvSpPr>
          <p:spPr>
            <a:xfrm>
              <a:off x="22809398" y="3467100"/>
              <a:ext cx="15522" cy="133350"/>
            </a:xfrm>
            <a:prstGeom prst="rect">
              <a:avLst/>
            </a:prstGeom>
            <a:solidFill>
              <a:srgbClr val="AED9D4"/>
            </a:solidFill>
            <a:ln w="0">
              <a:noFill/>
              <a:prstDash val="solid"/>
            </a:ln>
          </p:spPr>
        </p:sp>
        <p:sp>
          <p:nvSpPr>
            <p:cNvPr id="2342" name="dense-strip-10-cell-101">
              <a:extLst>
                <a:ext uri="{FF2B5EF4-FFF2-40B4-BE49-F238E27FC236}">
                  <a16:creationId xmlns:a16="http://schemas.microsoft.com/office/drawing/2014/main" id="{13E5FE6A-5D22-4889-AEEB-EF9BC043B9EB}"/>
                </a:ext>
              </a:extLst>
            </p:cNvPr>
            <p:cNvSpPr>
              <a:spLocks noGrp="1"/>
            </p:cNvSpPr>
            <p:nvPr/>
          </p:nvSpPr>
          <p:spPr>
            <a:xfrm>
              <a:off x="22794020" y="3467100"/>
              <a:ext cx="15522" cy="133350"/>
            </a:xfrm>
            <a:prstGeom prst="rect">
              <a:avLst/>
            </a:prstGeom>
            <a:solidFill>
              <a:srgbClr val="AED9D4"/>
            </a:solidFill>
            <a:ln w="0">
              <a:noFill/>
              <a:prstDash val="solid"/>
            </a:ln>
          </p:spPr>
        </p:sp>
        <p:sp>
          <p:nvSpPr>
            <p:cNvPr id="2343" name="dense-strip-10-cell-100">
              <a:extLst>
                <a:ext uri="{FF2B5EF4-FFF2-40B4-BE49-F238E27FC236}">
                  <a16:creationId xmlns:a16="http://schemas.microsoft.com/office/drawing/2014/main" id="{B7388CF6-94D4-472E-B44A-1C9C9B159DB1}"/>
                </a:ext>
              </a:extLst>
            </p:cNvPr>
            <p:cNvSpPr>
              <a:spLocks noGrp="1"/>
            </p:cNvSpPr>
            <p:nvPr/>
          </p:nvSpPr>
          <p:spPr>
            <a:xfrm>
              <a:off x="22778641" y="3467100"/>
              <a:ext cx="15522" cy="133350"/>
            </a:xfrm>
            <a:prstGeom prst="rect">
              <a:avLst/>
            </a:prstGeom>
            <a:solidFill>
              <a:srgbClr val="AED9D4"/>
            </a:solidFill>
            <a:ln w="0">
              <a:noFill/>
              <a:prstDash val="solid"/>
            </a:ln>
          </p:spPr>
        </p:sp>
        <p:sp>
          <p:nvSpPr>
            <p:cNvPr id="2344" name="dense-strip-10-cell-99">
              <a:extLst>
                <a:ext uri="{FF2B5EF4-FFF2-40B4-BE49-F238E27FC236}">
                  <a16:creationId xmlns:a16="http://schemas.microsoft.com/office/drawing/2014/main" id="{4CD4A78F-6F9E-4BAF-90BB-C5BC5BD99628}"/>
                </a:ext>
              </a:extLst>
            </p:cNvPr>
            <p:cNvSpPr>
              <a:spLocks noGrp="1"/>
            </p:cNvSpPr>
            <p:nvPr/>
          </p:nvSpPr>
          <p:spPr>
            <a:xfrm>
              <a:off x="22763262" y="3467100"/>
              <a:ext cx="15522" cy="133350"/>
            </a:xfrm>
            <a:prstGeom prst="rect">
              <a:avLst/>
            </a:prstGeom>
            <a:solidFill>
              <a:srgbClr val="AED9D4"/>
            </a:solidFill>
            <a:ln w="0">
              <a:noFill/>
              <a:prstDash val="solid"/>
            </a:ln>
          </p:spPr>
        </p:sp>
        <p:sp>
          <p:nvSpPr>
            <p:cNvPr id="2345" name="dense-strip-10-cell-98">
              <a:extLst>
                <a:ext uri="{FF2B5EF4-FFF2-40B4-BE49-F238E27FC236}">
                  <a16:creationId xmlns:a16="http://schemas.microsoft.com/office/drawing/2014/main" id="{72DAF038-1FD2-4E7C-B03B-A0985DA52848}"/>
                </a:ext>
              </a:extLst>
            </p:cNvPr>
            <p:cNvSpPr>
              <a:spLocks noGrp="1"/>
            </p:cNvSpPr>
            <p:nvPr/>
          </p:nvSpPr>
          <p:spPr>
            <a:xfrm>
              <a:off x="22747883" y="3467100"/>
              <a:ext cx="15522" cy="133350"/>
            </a:xfrm>
            <a:prstGeom prst="rect">
              <a:avLst/>
            </a:prstGeom>
            <a:solidFill>
              <a:srgbClr val="AED9D4"/>
            </a:solidFill>
            <a:ln w="0">
              <a:noFill/>
              <a:prstDash val="solid"/>
            </a:ln>
          </p:spPr>
        </p:sp>
        <p:sp>
          <p:nvSpPr>
            <p:cNvPr id="2346" name="dense-strip-10-cell-97">
              <a:extLst>
                <a:ext uri="{FF2B5EF4-FFF2-40B4-BE49-F238E27FC236}">
                  <a16:creationId xmlns:a16="http://schemas.microsoft.com/office/drawing/2014/main" id="{BF318633-3BB4-4DC5-9CCD-8B6F0ED504C5}"/>
                </a:ext>
              </a:extLst>
            </p:cNvPr>
            <p:cNvSpPr>
              <a:spLocks noGrp="1"/>
            </p:cNvSpPr>
            <p:nvPr/>
          </p:nvSpPr>
          <p:spPr>
            <a:xfrm>
              <a:off x="22732504" y="3467100"/>
              <a:ext cx="15522" cy="133350"/>
            </a:xfrm>
            <a:prstGeom prst="rect">
              <a:avLst/>
            </a:prstGeom>
            <a:solidFill>
              <a:srgbClr val="AED9D4"/>
            </a:solidFill>
            <a:ln w="0">
              <a:noFill/>
              <a:prstDash val="solid"/>
            </a:ln>
          </p:spPr>
        </p:sp>
        <p:sp>
          <p:nvSpPr>
            <p:cNvPr id="2347" name="dense-strip-10-cell-96">
              <a:extLst>
                <a:ext uri="{FF2B5EF4-FFF2-40B4-BE49-F238E27FC236}">
                  <a16:creationId xmlns:a16="http://schemas.microsoft.com/office/drawing/2014/main" id="{C5B084B1-7DF4-4F08-BE12-157B04CD908F}"/>
                </a:ext>
              </a:extLst>
            </p:cNvPr>
            <p:cNvSpPr>
              <a:spLocks noGrp="1"/>
            </p:cNvSpPr>
            <p:nvPr/>
          </p:nvSpPr>
          <p:spPr>
            <a:xfrm>
              <a:off x="22717125" y="3467100"/>
              <a:ext cx="15522" cy="133350"/>
            </a:xfrm>
            <a:prstGeom prst="rect">
              <a:avLst/>
            </a:prstGeom>
            <a:solidFill>
              <a:srgbClr val="AED9D4"/>
            </a:solidFill>
            <a:ln w="0">
              <a:noFill/>
              <a:prstDash val="solid"/>
            </a:ln>
          </p:spPr>
        </p:sp>
        <p:sp>
          <p:nvSpPr>
            <p:cNvPr id="2348" name="dense-strip-10-cell-95">
              <a:extLst>
                <a:ext uri="{FF2B5EF4-FFF2-40B4-BE49-F238E27FC236}">
                  <a16:creationId xmlns:a16="http://schemas.microsoft.com/office/drawing/2014/main" id="{A2281C6A-78D3-4E8D-AF08-B9998F44B3CE}"/>
                </a:ext>
              </a:extLst>
            </p:cNvPr>
            <p:cNvSpPr>
              <a:spLocks noGrp="1"/>
            </p:cNvSpPr>
            <p:nvPr/>
          </p:nvSpPr>
          <p:spPr>
            <a:xfrm>
              <a:off x="22701746" y="3467100"/>
              <a:ext cx="15522" cy="133350"/>
            </a:xfrm>
            <a:prstGeom prst="rect">
              <a:avLst/>
            </a:prstGeom>
            <a:solidFill>
              <a:srgbClr val="AED9D4"/>
            </a:solidFill>
            <a:ln w="0">
              <a:noFill/>
              <a:prstDash val="solid"/>
            </a:ln>
          </p:spPr>
        </p:sp>
        <p:sp>
          <p:nvSpPr>
            <p:cNvPr id="2349" name="dense-strip-10-cell-94">
              <a:extLst>
                <a:ext uri="{FF2B5EF4-FFF2-40B4-BE49-F238E27FC236}">
                  <a16:creationId xmlns:a16="http://schemas.microsoft.com/office/drawing/2014/main" id="{072AB083-686A-4FE1-A5B9-C1D078CCF27A}"/>
                </a:ext>
              </a:extLst>
            </p:cNvPr>
            <p:cNvSpPr>
              <a:spLocks noGrp="1"/>
            </p:cNvSpPr>
            <p:nvPr/>
          </p:nvSpPr>
          <p:spPr>
            <a:xfrm>
              <a:off x="22686367" y="3467100"/>
              <a:ext cx="15522" cy="133350"/>
            </a:xfrm>
            <a:prstGeom prst="rect">
              <a:avLst/>
            </a:prstGeom>
            <a:solidFill>
              <a:srgbClr val="AED9D4"/>
            </a:solidFill>
            <a:ln w="0">
              <a:noFill/>
              <a:prstDash val="solid"/>
            </a:ln>
          </p:spPr>
        </p:sp>
        <p:sp>
          <p:nvSpPr>
            <p:cNvPr id="2350" name="dense-strip-10-cell-93">
              <a:extLst>
                <a:ext uri="{FF2B5EF4-FFF2-40B4-BE49-F238E27FC236}">
                  <a16:creationId xmlns:a16="http://schemas.microsoft.com/office/drawing/2014/main" id="{9BDBA4C6-1B42-4922-A392-0DA9DCE3523D}"/>
                </a:ext>
              </a:extLst>
            </p:cNvPr>
            <p:cNvSpPr>
              <a:spLocks noGrp="1"/>
            </p:cNvSpPr>
            <p:nvPr/>
          </p:nvSpPr>
          <p:spPr>
            <a:xfrm>
              <a:off x="22670988" y="3467100"/>
              <a:ext cx="15522" cy="133350"/>
            </a:xfrm>
            <a:prstGeom prst="rect">
              <a:avLst/>
            </a:prstGeom>
            <a:solidFill>
              <a:srgbClr val="AED9D4"/>
            </a:solidFill>
            <a:ln w="0">
              <a:noFill/>
              <a:prstDash val="solid"/>
            </a:ln>
          </p:spPr>
        </p:sp>
        <p:sp>
          <p:nvSpPr>
            <p:cNvPr id="2351" name="dense-strip-10-cell-92">
              <a:extLst>
                <a:ext uri="{FF2B5EF4-FFF2-40B4-BE49-F238E27FC236}">
                  <a16:creationId xmlns:a16="http://schemas.microsoft.com/office/drawing/2014/main" id="{AA1ECBF7-446D-43DA-B18C-9975155DB76C}"/>
                </a:ext>
              </a:extLst>
            </p:cNvPr>
            <p:cNvSpPr>
              <a:spLocks noGrp="1"/>
            </p:cNvSpPr>
            <p:nvPr/>
          </p:nvSpPr>
          <p:spPr>
            <a:xfrm>
              <a:off x="22655609" y="3467100"/>
              <a:ext cx="15522" cy="133350"/>
            </a:xfrm>
            <a:prstGeom prst="rect">
              <a:avLst/>
            </a:prstGeom>
            <a:solidFill>
              <a:srgbClr val="AED9D4"/>
            </a:solidFill>
            <a:ln w="0">
              <a:noFill/>
              <a:prstDash val="solid"/>
            </a:ln>
          </p:spPr>
        </p:sp>
        <p:sp>
          <p:nvSpPr>
            <p:cNvPr id="2352" name="dense-strip-10-cell-91">
              <a:extLst>
                <a:ext uri="{FF2B5EF4-FFF2-40B4-BE49-F238E27FC236}">
                  <a16:creationId xmlns:a16="http://schemas.microsoft.com/office/drawing/2014/main" id="{6582A929-130E-435E-B6E5-CC63DDAD734F}"/>
                </a:ext>
              </a:extLst>
            </p:cNvPr>
            <p:cNvSpPr>
              <a:spLocks noGrp="1"/>
            </p:cNvSpPr>
            <p:nvPr/>
          </p:nvSpPr>
          <p:spPr>
            <a:xfrm>
              <a:off x="22640230" y="3467100"/>
              <a:ext cx="15522" cy="133350"/>
            </a:xfrm>
            <a:prstGeom prst="rect">
              <a:avLst/>
            </a:prstGeom>
            <a:solidFill>
              <a:srgbClr val="8FCEC2"/>
            </a:solidFill>
            <a:ln w="0">
              <a:noFill/>
              <a:prstDash val="solid"/>
            </a:ln>
          </p:spPr>
        </p:sp>
        <p:sp>
          <p:nvSpPr>
            <p:cNvPr id="2353" name="dense-strip-10-cell-90">
              <a:extLst>
                <a:ext uri="{FF2B5EF4-FFF2-40B4-BE49-F238E27FC236}">
                  <a16:creationId xmlns:a16="http://schemas.microsoft.com/office/drawing/2014/main" id="{22C1EFDE-8C32-41DC-93C1-FF838D1C22B0}"/>
                </a:ext>
              </a:extLst>
            </p:cNvPr>
            <p:cNvSpPr>
              <a:spLocks noGrp="1"/>
            </p:cNvSpPr>
            <p:nvPr/>
          </p:nvSpPr>
          <p:spPr>
            <a:xfrm>
              <a:off x="22624852" y="3467100"/>
              <a:ext cx="15522" cy="133350"/>
            </a:xfrm>
            <a:prstGeom prst="rect">
              <a:avLst/>
            </a:prstGeom>
            <a:solidFill>
              <a:srgbClr val="7BC6B6"/>
            </a:solidFill>
            <a:ln w="0">
              <a:noFill/>
              <a:prstDash val="solid"/>
            </a:ln>
          </p:spPr>
        </p:sp>
        <p:sp>
          <p:nvSpPr>
            <p:cNvPr id="2354" name="dense-strip-10-cell-89">
              <a:extLst>
                <a:ext uri="{FF2B5EF4-FFF2-40B4-BE49-F238E27FC236}">
                  <a16:creationId xmlns:a16="http://schemas.microsoft.com/office/drawing/2014/main" id="{1F4A251B-D4DA-4584-BCEA-FB00520B1109}"/>
                </a:ext>
              </a:extLst>
            </p:cNvPr>
            <p:cNvSpPr>
              <a:spLocks noGrp="1"/>
            </p:cNvSpPr>
            <p:nvPr/>
          </p:nvSpPr>
          <p:spPr>
            <a:xfrm>
              <a:off x="22609473" y="3467100"/>
              <a:ext cx="15522" cy="133350"/>
            </a:xfrm>
            <a:prstGeom prst="rect">
              <a:avLst/>
            </a:prstGeom>
            <a:solidFill>
              <a:srgbClr val="6ABDAB"/>
            </a:solidFill>
            <a:ln w="0">
              <a:noFill/>
              <a:prstDash val="solid"/>
            </a:ln>
          </p:spPr>
        </p:sp>
        <p:sp>
          <p:nvSpPr>
            <p:cNvPr id="2355" name="dense-strip-10-cell-88">
              <a:extLst>
                <a:ext uri="{FF2B5EF4-FFF2-40B4-BE49-F238E27FC236}">
                  <a16:creationId xmlns:a16="http://schemas.microsoft.com/office/drawing/2014/main" id="{C7FF333D-05C6-4ADB-BD0D-DF7327F14B29}"/>
                </a:ext>
              </a:extLst>
            </p:cNvPr>
            <p:cNvSpPr>
              <a:spLocks noGrp="1"/>
            </p:cNvSpPr>
            <p:nvPr/>
          </p:nvSpPr>
          <p:spPr>
            <a:xfrm>
              <a:off x="22594094" y="3467100"/>
              <a:ext cx="15522" cy="133350"/>
            </a:xfrm>
            <a:prstGeom prst="rect">
              <a:avLst/>
            </a:prstGeom>
            <a:solidFill>
              <a:srgbClr val="53BAA1"/>
            </a:solidFill>
            <a:ln w="0">
              <a:noFill/>
              <a:prstDash val="solid"/>
            </a:ln>
          </p:spPr>
        </p:sp>
        <p:sp>
          <p:nvSpPr>
            <p:cNvPr id="2356" name="dense-strip-10-cell-87">
              <a:extLst>
                <a:ext uri="{FF2B5EF4-FFF2-40B4-BE49-F238E27FC236}">
                  <a16:creationId xmlns:a16="http://schemas.microsoft.com/office/drawing/2014/main" id="{CFC5450D-8BD7-43B7-9FD9-932DED37F356}"/>
                </a:ext>
              </a:extLst>
            </p:cNvPr>
            <p:cNvSpPr>
              <a:spLocks noGrp="1"/>
            </p:cNvSpPr>
            <p:nvPr/>
          </p:nvSpPr>
          <p:spPr>
            <a:xfrm>
              <a:off x="22578715" y="3467100"/>
              <a:ext cx="15522" cy="133350"/>
            </a:xfrm>
            <a:prstGeom prst="rect">
              <a:avLst/>
            </a:prstGeom>
            <a:solidFill>
              <a:srgbClr val="45B599"/>
            </a:solidFill>
            <a:ln w="0">
              <a:noFill/>
              <a:prstDash val="solid"/>
            </a:ln>
          </p:spPr>
        </p:sp>
        <p:sp>
          <p:nvSpPr>
            <p:cNvPr id="2357" name="dense-strip-10-cell-86">
              <a:extLst>
                <a:ext uri="{FF2B5EF4-FFF2-40B4-BE49-F238E27FC236}">
                  <a16:creationId xmlns:a16="http://schemas.microsoft.com/office/drawing/2014/main" id="{1D6C8879-F4D5-4492-BAF1-B2817E091EB0}"/>
                </a:ext>
              </a:extLst>
            </p:cNvPr>
            <p:cNvSpPr>
              <a:spLocks noGrp="1"/>
            </p:cNvSpPr>
            <p:nvPr/>
          </p:nvSpPr>
          <p:spPr>
            <a:xfrm>
              <a:off x="22563336" y="3467100"/>
              <a:ext cx="15522" cy="133350"/>
            </a:xfrm>
            <a:prstGeom prst="rect">
              <a:avLst/>
            </a:prstGeom>
            <a:solidFill>
              <a:srgbClr val="40B193"/>
            </a:solidFill>
            <a:ln w="0">
              <a:noFill/>
              <a:prstDash val="solid"/>
            </a:ln>
          </p:spPr>
        </p:sp>
        <p:sp>
          <p:nvSpPr>
            <p:cNvPr id="2358" name="dense-strip-10-cell-85">
              <a:extLst>
                <a:ext uri="{FF2B5EF4-FFF2-40B4-BE49-F238E27FC236}">
                  <a16:creationId xmlns:a16="http://schemas.microsoft.com/office/drawing/2014/main" id="{C67C3303-100A-456F-BA4F-F1C84660DC75}"/>
                </a:ext>
              </a:extLst>
            </p:cNvPr>
            <p:cNvSpPr>
              <a:spLocks noGrp="1"/>
            </p:cNvSpPr>
            <p:nvPr/>
          </p:nvSpPr>
          <p:spPr>
            <a:xfrm>
              <a:off x="22547957" y="3467100"/>
              <a:ext cx="15522" cy="133350"/>
            </a:xfrm>
            <a:prstGeom prst="rect">
              <a:avLst/>
            </a:prstGeom>
            <a:solidFill>
              <a:srgbClr val="40AD8B"/>
            </a:solidFill>
            <a:ln w="0">
              <a:noFill/>
              <a:prstDash val="solid"/>
            </a:ln>
          </p:spPr>
        </p:sp>
        <p:sp>
          <p:nvSpPr>
            <p:cNvPr id="2359" name="dense-strip-10-cell-84">
              <a:extLst>
                <a:ext uri="{FF2B5EF4-FFF2-40B4-BE49-F238E27FC236}">
                  <a16:creationId xmlns:a16="http://schemas.microsoft.com/office/drawing/2014/main" id="{A89A38B9-B88C-40F3-9306-BEA2516D5DBA}"/>
                </a:ext>
              </a:extLst>
            </p:cNvPr>
            <p:cNvSpPr>
              <a:spLocks noGrp="1"/>
            </p:cNvSpPr>
            <p:nvPr/>
          </p:nvSpPr>
          <p:spPr>
            <a:xfrm>
              <a:off x="22532578" y="3467100"/>
              <a:ext cx="15522" cy="133350"/>
            </a:xfrm>
            <a:prstGeom prst="rect">
              <a:avLst/>
            </a:prstGeom>
            <a:solidFill>
              <a:srgbClr val="40A984"/>
            </a:solidFill>
            <a:ln w="0">
              <a:noFill/>
              <a:prstDash val="solid"/>
            </a:ln>
          </p:spPr>
        </p:sp>
        <p:sp>
          <p:nvSpPr>
            <p:cNvPr id="2360" name="dense-strip-10-cell-83">
              <a:extLst>
                <a:ext uri="{FF2B5EF4-FFF2-40B4-BE49-F238E27FC236}">
                  <a16:creationId xmlns:a16="http://schemas.microsoft.com/office/drawing/2014/main" id="{D6105E86-739E-4108-88D5-A12E930F694D}"/>
                </a:ext>
              </a:extLst>
            </p:cNvPr>
            <p:cNvSpPr>
              <a:spLocks noGrp="1"/>
            </p:cNvSpPr>
            <p:nvPr/>
          </p:nvSpPr>
          <p:spPr>
            <a:xfrm>
              <a:off x="22517199" y="3467100"/>
              <a:ext cx="15522" cy="133350"/>
            </a:xfrm>
            <a:prstGeom prst="rect">
              <a:avLst/>
            </a:prstGeom>
            <a:solidFill>
              <a:srgbClr val="40A57E"/>
            </a:solidFill>
            <a:ln w="0">
              <a:noFill/>
              <a:prstDash val="solid"/>
            </a:ln>
          </p:spPr>
        </p:sp>
        <p:sp>
          <p:nvSpPr>
            <p:cNvPr id="2361" name="dense-strip-10-cell-82">
              <a:extLst>
                <a:ext uri="{FF2B5EF4-FFF2-40B4-BE49-F238E27FC236}">
                  <a16:creationId xmlns:a16="http://schemas.microsoft.com/office/drawing/2014/main" id="{B83F0F39-9BD7-49D8-A5D1-5A972C775A96}"/>
                </a:ext>
              </a:extLst>
            </p:cNvPr>
            <p:cNvSpPr>
              <a:spLocks noGrp="1"/>
            </p:cNvSpPr>
            <p:nvPr/>
          </p:nvSpPr>
          <p:spPr>
            <a:xfrm>
              <a:off x="22501820" y="3467100"/>
              <a:ext cx="15522" cy="133350"/>
            </a:xfrm>
            <a:prstGeom prst="rect">
              <a:avLst/>
            </a:prstGeom>
            <a:solidFill>
              <a:srgbClr val="3F9969"/>
            </a:solidFill>
            <a:ln w="0">
              <a:noFill/>
              <a:prstDash val="solid"/>
            </a:ln>
          </p:spPr>
        </p:sp>
        <p:sp>
          <p:nvSpPr>
            <p:cNvPr id="2362" name="dense-strip-10-cell-81">
              <a:extLst>
                <a:ext uri="{FF2B5EF4-FFF2-40B4-BE49-F238E27FC236}">
                  <a16:creationId xmlns:a16="http://schemas.microsoft.com/office/drawing/2014/main" id="{CF274F11-3E86-4054-9F36-F2950920BAD5}"/>
                </a:ext>
              </a:extLst>
            </p:cNvPr>
            <p:cNvSpPr>
              <a:spLocks noGrp="1"/>
            </p:cNvSpPr>
            <p:nvPr/>
          </p:nvSpPr>
          <p:spPr>
            <a:xfrm>
              <a:off x="22486441" y="3467100"/>
              <a:ext cx="15522" cy="133350"/>
            </a:xfrm>
            <a:prstGeom prst="rect">
              <a:avLst/>
            </a:prstGeom>
            <a:solidFill>
              <a:srgbClr val="3E8E56"/>
            </a:solidFill>
            <a:ln w="0">
              <a:noFill/>
              <a:prstDash val="solid"/>
            </a:ln>
          </p:spPr>
        </p:sp>
        <p:sp>
          <p:nvSpPr>
            <p:cNvPr id="2363" name="dense-strip-10-cell-80">
              <a:extLst>
                <a:ext uri="{FF2B5EF4-FFF2-40B4-BE49-F238E27FC236}">
                  <a16:creationId xmlns:a16="http://schemas.microsoft.com/office/drawing/2014/main" id="{790E90E0-7173-49EA-B4C4-7EC592DD7C93}"/>
                </a:ext>
              </a:extLst>
            </p:cNvPr>
            <p:cNvSpPr>
              <a:spLocks noGrp="1"/>
            </p:cNvSpPr>
            <p:nvPr/>
          </p:nvSpPr>
          <p:spPr>
            <a:xfrm>
              <a:off x="22471063" y="3467100"/>
              <a:ext cx="15522" cy="133350"/>
            </a:xfrm>
            <a:prstGeom prst="rect">
              <a:avLst/>
            </a:prstGeom>
            <a:solidFill>
              <a:srgbClr val="3E8C53"/>
            </a:solidFill>
            <a:ln w="0">
              <a:noFill/>
              <a:prstDash val="solid"/>
            </a:ln>
          </p:spPr>
        </p:sp>
        <p:sp>
          <p:nvSpPr>
            <p:cNvPr id="2364" name="dense-strip-10-cell-79">
              <a:extLst>
                <a:ext uri="{FF2B5EF4-FFF2-40B4-BE49-F238E27FC236}">
                  <a16:creationId xmlns:a16="http://schemas.microsoft.com/office/drawing/2014/main" id="{24816922-8FF9-4D5B-AB1C-A95570767495}"/>
                </a:ext>
              </a:extLst>
            </p:cNvPr>
            <p:cNvSpPr>
              <a:spLocks noGrp="1"/>
            </p:cNvSpPr>
            <p:nvPr/>
          </p:nvSpPr>
          <p:spPr>
            <a:xfrm>
              <a:off x="22455684" y="3467100"/>
              <a:ext cx="15522" cy="133350"/>
            </a:xfrm>
            <a:prstGeom prst="rect">
              <a:avLst/>
            </a:prstGeom>
            <a:solidFill>
              <a:srgbClr val="3E8B51"/>
            </a:solidFill>
            <a:ln w="0">
              <a:noFill/>
              <a:prstDash val="solid"/>
            </a:ln>
          </p:spPr>
        </p:sp>
        <p:sp>
          <p:nvSpPr>
            <p:cNvPr id="2365" name="dense-strip-10-cell-78">
              <a:extLst>
                <a:ext uri="{FF2B5EF4-FFF2-40B4-BE49-F238E27FC236}">
                  <a16:creationId xmlns:a16="http://schemas.microsoft.com/office/drawing/2014/main" id="{1842A87A-2DC5-4288-9DFE-3C5E5329DF48}"/>
                </a:ext>
              </a:extLst>
            </p:cNvPr>
            <p:cNvSpPr>
              <a:spLocks noGrp="1"/>
            </p:cNvSpPr>
            <p:nvPr/>
          </p:nvSpPr>
          <p:spPr>
            <a:xfrm>
              <a:off x="22440305" y="3467100"/>
              <a:ext cx="15522" cy="133350"/>
            </a:xfrm>
            <a:prstGeom prst="rect">
              <a:avLst/>
            </a:prstGeom>
            <a:solidFill>
              <a:srgbClr val="3E8B51"/>
            </a:solidFill>
            <a:ln w="0">
              <a:noFill/>
              <a:prstDash val="solid"/>
            </a:ln>
          </p:spPr>
        </p:sp>
        <p:sp>
          <p:nvSpPr>
            <p:cNvPr id="2366" name="dense-strip-10-cell-77">
              <a:extLst>
                <a:ext uri="{FF2B5EF4-FFF2-40B4-BE49-F238E27FC236}">
                  <a16:creationId xmlns:a16="http://schemas.microsoft.com/office/drawing/2014/main" id="{0610732B-1510-455A-8048-162FFD77F9F7}"/>
                </a:ext>
              </a:extLst>
            </p:cNvPr>
            <p:cNvSpPr>
              <a:spLocks noGrp="1"/>
            </p:cNvSpPr>
            <p:nvPr/>
          </p:nvSpPr>
          <p:spPr>
            <a:xfrm>
              <a:off x="22424926" y="3467100"/>
              <a:ext cx="15522" cy="133350"/>
            </a:xfrm>
            <a:prstGeom prst="rect">
              <a:avLst/>
            </a:prstGeom>
            <a:solidFill>
              <a:srgbClr val="3E8B51"/>
            </a:solidFill>
            <a:ln w="0">
              <a:noFill/>
              <a:prstDash val="solid"/>
            </a:ln>
          </p:spPr>
        </p:sp>
        <p:sp>
          <p:nvSpPr>
            <p:cNvPr id="2367" name="dense-strip-10-cell-76">
              <a:extLst>
                <a:ext uri="{FF2B5EF4-FFF2-40B4-BE49-F238E27FC236}">
                  <a16:creationId xmlns:a16="http://schemas.microsoft.com/office/drawing/2014/main" id="{8E52F1A7-7996-4553-BEA5-35B51244C5C8}"/>
                </a:ext>
              </a:extLst>
            </p:cNvPr>
            <p:cNvSpPr>
              <a:spLocks noGrp="1"/>
            </p:cNvSpPr>
            <p:nvPr/>
          </p:nvSpPr>
          <p:spPr>
            <a:xfrm>
              <a:off x="22409547" y="3467100"/>
              <a:ext cx="15522" cy="133350"/>
            </a:xfrm>
            <a:prstGeom prst="rect">
              <a:avLst/>
            </a:prstGeom>
            <a:solidFill>
              <a:srgbClr val="418B50"/>
            </a:solidFill>
            <a:ln w="0">
              <a:noFill/>
              <a:prstDash val="solid"/>
            </a:ln>
          </p:spPr>
        </p:sp>
        <p:sp>
          <p:nvSpPr>
            <p:cNvPr id="2368" name="dense-strip-10-cell-75">
              <a:extLst>
                <a:ext uri="{FF2B5EF4-FFF2-40B4-BE49-F238E27FC236}">
                  <a16:creationId xmlns:a16="http://schemas.microsoft.com/office/drawing/2014/main" id="{2B67B5B5-422B-47C6-84AD-24637BF6FB64}"/>
                </a:ext>
              </a:extLst>
            </p:cNvPr>
            <p:cNvSpPr>
              <a:spLocks noGrp="1"/>
            </p:cNvSpPr>
            <p:nvPr/>
          </p:nvSpPr>
          <p:spPr>
            <a:xfrm>
              <a:off x="22394168" y="3467100"/>
              <a:ext cx="15522" cy="133350"/>
            </a:xfrm>
            <a:prstGeom prst="rect">
              <a:avLst/>
            </a:prstGeom>
            <a:solidFill>
              <a:srgbClr val="44894E"/>
            </a:solidFill>
            <a:ln w="0">
              <a:noFill/>
              <a:prstDash val="solid"/>
            </a:ln>
          </p:spPr>
        </p:sp>
        <p:sp>
          <p:nvSpPr>
            <p:cNvPr id="2369" name="dense-strip-10-cell-74">
              <a:extLst>
                <a:ext uri="{FF2B5EF4-FFF2-40B4-BE49-F238E27FC236}">
                  <a16:creationId xmlns:a16="http://schemas.microsoft.com/office/drawing/2014/main" id="{FF62C893-F92D-4916-AD97-3C6FA7B15A2C}"/>
                </a:ext>
              </a:extLst>
            </p:cNvPr>
            <p:cNvSpPr>
              <a:spLocks noGrp="1"/>
            </p:cNvSpPr>
            <p:nvPr/>
          </p:nvSpPr>
          <p:spPr>
            <a:xfrm>
              <a:off x="22378789" y="3467100"/>
              <a:ext cx="15522" cy="133350"/>
            </a:xfrm>
            <a:prstGeom prst="rect">
              <a:avLst/>
            </a:prstGeom>
            <a:solidFill>
              <a:srgbClr val="46894D"/>
            </a:solidFill>
            <a:ln w="0">
              <a:noFill/>
              <a:prstDash val="solid"/>
            </a:ln>
          </p:spPr>
        </p:sp>
        <p:sp>
          <p:nvSpPr>
            <p:cNvPr id="2370" name="dense-strip-10-cell-73">
              <a:extLst>
                <a:ext uri="{FF2B5EF4-FFF2-40B4-BE49-F238E27FC236}">
                  <a16:creationId xmlns:a16="http://schemas.microsoft.com/office/drawing/2014/main" id="{5CD4C519-8E0D-4FF4-8557-77144D00A273}"/>
                </a:ext>
              </a:extLst>
            </p:cNvPr>
            <p:cNvSpPr>
              <a:spLocks noGrp="1"/>
            </p:cNvSpPr>
            <p:nvPr/>
          </p:nvSpPr>
          <p:spPr>
            <a:xfrm>
              <a:off x="22363410" y="3467100"/>
              <a:ext cx="15522" cy="133350"/>
            </a:xfrm>
            <a:prstGeom prst="rect">
              <a:avLst/>
            </a:prstGeom>
            <a:solidFill>
              <a:srgbClr val="48884C"/>
            </a:solidFill>
            <a:ln w="0">
              <a:noFill/>
              <a:prstDash val="solid"/>
            </a:ln>
          </p:spPr>
        </p:sp>
        <p:sp>
          <p:nvSpPr>
            <p:cNvPr id="2371" name="dense-strip-10-cell-72">
              <a:extLst>
                <a:ext uri="{FF2B5EF4-FFF2-40B4-BE49-F238E27FC236}">
                  <a16:creationId xmlns:a16="http://schemas.microsoft.com/office/drawing/2014/main" id="{FAAE0925-1C28-411E-A1FA-B5DDE758E347}"/>
                </a:ext>
              </a:extLst>
            </p:cNvPr>
            <p:cNvSpPr>
              <a:spLocks noGrp="1"/>
            </p:cNvSpPr>
            <p:nvPr/>
          </p:nvSpPr>
          <p:spPr>
            <a:xfrm>
              <a:off x="22348031" y="3467100"/>
              <a:ext cx="15522" cy="133350"/>
            </a:xfrm>
            <a:prstGeom prst="rect">
              <a:avLst/>
            </a:prstGeom>
            <a:solidFill>
              <a:srgbClr val="48884C"/>
            </a:solidFill>
            <a:ln w="0">
              <a:noFill/>
              <a:prstDash val="solid"/>
            </a:ln>
          </p:spPr>
        </p:sp>
        <p:sp>
          <p:nvSpPr>
            <p:cNvPr id="2372" name="dense-strip-10-cell-71">
              <a:extLst>
                <a:ext uri="{FF2B5EF4-FFF2-40B4-BE49-F238E27FC236}">
                  <a16:creationId xmlns:a16="http://schemas.microsoft.com/office/drawing/2014/main" id="{EBCDC258-F341-4D7C-BD74-1DE245C1E946}"/>
                </a:ext>
              </a:extLst>
            </p:cNvPr>
            <p:cNvSpPr>
              <a:spLocks noGrp="1"/>
            </p:cNvSpPr>
            <p:nvPr/>
          </p:nvSpPr>
          <p:spPr>
            <a:xfrm>
              <a:off x="22332652" y="3467100"/>
              <a:ext cx="15522" cy="133350"/>
            </a:xfrm>
            <a:prstGeom prst="rect">
              <a:avLst/>
            </a:prstGeom>
            <a:solidFill>
              <a:srgbClr val="46894D"/>
            </a:solidFill>
            <a:ln w="0">
              <a:noFill/>
              <a:prstDash val="solid"/>
            </a:ln>
          </p:spPr>
        </p:sp>
        <p:sp>
          <p:nvSpPr>
            <p:cNvPr id="2373" name="dense-strip-10-cell-70">
              <a:extLst>
                <a:ext uri="{FF2B5EF4-FFF2-40B4-BE49-F238E27FC236}">
                  <a16:creationId xmlns:a16="http://schemas.microsoft.com/office/drawing/2014/main" id="{A61AC243-3FDA-4D66-8FE0-40CD937E57C4}"/>
                </a:ext>
              </a:extLst>
            </p:cNvPr>
            <p:cNvSpPr>
              <a:spLocks noGrp="1"/>
            </p:cNvSpPr>
            <p:nvPr/>
          </p:nvSpPr>
          <p:spPr>
            <a:xfrm>
              <a:off x="22317273" y="3467100"/>
              <a:ext cx="15522" cy="133350"/>
            </a:xfrm>
            <a:prstGeom prst="rect">
              <a:avLst/>
            </a:prstGeom>
            <a:solidFill>
              <a:srgbClr val="448A4F"/>
            </a:solidFill>
            <a:ln w="0">
              <a:noFill/>
              <a:prstDash val="solid"/>
            </a:ln>
          </p:spPr>
        </p:sp>
        <p:sp>
          <p:nvSpPr>
            <p:cNvPr id="2374" name="dense-strip-10-cell-69">
              <a:extLst>
                <a:ext uri="{FF2B5EF4-FFF2-40B4-BE49-F238E27FC236}">
                  <a16:creationId xmlns:a16="http://schemas.microsoft.com/office/drawing/2014/main" id="{08308689-F6B2-4837-93A3-810C10B7910F}"/>
                </a:ext>
              </a:extLst>
            </p:cNvPr>
            <p:cNvSpPr>
              <a:spLocks noGrp="1"/>
            </p:cNvSpPr>
            <p:nvPr/>
          </p:nvSpPr>
          <p:spPr>
            <a:xfrm>
              <a:off x="22301895" y="3467100"/>
              <a:ext cx="15522" cy="133350"/>
            </a:xfrm>
            <a:prstGeom prst="rect">
              <a:avLst/>
            </a:prstGeom>
            <a:solidFill>
              <a:srgbClr val="3F8B51"/>
            </a:solidFill>
            <a:ln w="0">
              <a:noFill/>
              <a:prstDash val="solid"/>
            </a:ln>
          </p:spPr>
        </p:sp>
        <p:sp>
          <p:nvSpPr>
            <p:cNvPr id="2375" name="dense-strip-10-cell-68">
              <a:extLst>
                <a:ext uri="{FF2B5EF4-FFF2-40B4-BE49-F238E27FC236}">
                  <a16:creationId xmlns:a16="http://schemas.microsoft.com/office/drawing/2014/main" id="{6333E44C-484D-4856-9286-7781C428B56B}"/>
                </a:ext>
              </a:extLst>
            </p:cNvPr>
            <p:cNvSpPr>
              <a:spLocks noGrp="1"/>
            </p:cNvSpPr>
            <p:nvPr/>
          </p:nvSpPr>
          <p:spPr>
            <a:xfrm>
              <a:off x="22286516" y="3467100"/>
              <a:ext cx="15522" cy="133350"/>
            </a:xfrm>
            <a:prstGeom prst="rect">
              <a:avLst/>
            </a:prstGeom>
            <a:solidFill>
              <a:srgbClr val="3E8B51"/>
            </a:solidFill>
            <a:ln w="0">
              <a:noFill/>
              <a:prstDash val="solid"/>
            </a:ln>
          </p:spPr>
        </p:sp>
        <p:sp>
          <p:nvSpPr>
            <p:cNvPr id="2376" name="dense-strip-10-cell-67">
              <a:extLst>
                <a:ext uri="{FF2B5EF4-FFF2-40B4-BE49-F238E27FC236}">
                  <a16:creationId xmlns:a16="http://schemas.microsoft.com/office/drawing/2014/main" id="{381D6AF0-3728-4983-A63E-074CDCF05682}"/>
                </a:ext>
              </a:extLst>
            </p:cNvPr>
            <p:cNvSpPr>
              <a:spLocks noGrp="1"/>
            </p:cNvSpPr>
            <p:nvPr/>
          </p:nvSpPr>
          <p:spPr>
            <a:xfrm>
              <a:off x="22271137" y="3467100"/>
              <a:ext cx="15522" cy="133350"/>
            </a:xfrm>
            <a:prstGeom prst="rect">
              <a:avLst/>
            </a:prstGeom>
            <a:solidFill>
              <a:srgbClr val="3E8B51"/>
            </a:solidFill>
            <a:ln w="0">
              <a:noFill/>
              <a:prstDash val="solid"/>
            </a:ln>
          </p:spPr>
        </p:sp>
        <p:sp>
          <p:nvSpPr>
            <p:cNvPr id="2377" name="dense-strip-10-cell-66">
              <a:extLst>
                <a:ext uri="{FF2B5EF4-FFF2-40B4-BE49-F238E27FC236}">
                  <a16:creationId xmlns:a16="http://schemas.microsoft.com/office/drawing/2014/main" id="{C4367BF0-3A10-46A0-B8A1-7EC1186D8AA3}"/>
                </a:ext>
              </a:extLst>
            </p:cNvPr>
            <p:cNvSpPr>
              <a:spLocks noGrp="1"/>
            </p:cNvSpPr>
            <p:nvPr/>
          </p:nvSpPr>
          <p:spPr>
            <a:xfrm>
              <a:off x="22255758" y="3467100"/>
              <a:ext cx="15522" cy="133350"/>
            </a:xfrm>
            <a:prstGeom prst="rect">
              <a:avLst/>
            </a:prstGeom>
            <a:solidFill>
              <a:srgbClr val="3E8B52"/>
            </a:solidFill>
            <a:ln w="0">
              <a:noFill/>
              <a:prstDash val="solid"/>
            </a:ln>
          </p:spPr>
        </p:sp>
        <p:sp>
          <p:nvSpPr>
            <p:cNvPr id="2378" name="dense-strip-10-cell-65">
              <a:extLst>
                <a:ext uri="{FF2B5EF4-FFF2-40B4-BE49-F238E27FC236}">
                  <a16:creationId xmlns:a16="http://schemas.microsoft.com/office/drawing/2014/main" id="{D926B47B-B968-40CD-BFD4-D99D5CA8CEEF}"/>
                </a:ext>
              </a:extLst>
            </p:cNvPr>
            <p:cNvSpPr>
              <a:spLocks noGrp="1"/>
            </p:cNvSpPr>
            <p:nvPr/>
          </p:nvSpPr>
          <p:spPr>
            <a:xfrm>
              <a:off x="22240379" y="3467100"/>
              <a:ext cx="15522" cy="133350"/>
            </a:xfrm>
            <a:prstGeom prst="rect">
              <a:avLst/>
            </a:prstGeom>
            <a:solidFill>
              <a:srgbClr val="3C8B53"/>
            </a:solidFill>
            <a:ln w="0">
              <a:noFill/>
              <a:prstDash val="solid"/>
            </a:ln>
          </p:spPr>
        </p:sp>
        <p:sp>
          <p:nvSpPr>
            <p:cNvPr id="2379" name="dense-strip-10-cell-64">
              <a:extLst>
                <a:ext uri="{FF2B5EF4-FFF2-40B4-BE49-F238E27FC236}">
                  <a16:creationId xmlns:a16="http://schemas.microsoft.com/office/drawing/2014/main" id="{DDA49CA8-0154-46B5-8A7B-27E129E2554E}"/>
                </a:ext>
              </a:extLst>
            </p:cNvPr>
            <p:cNvSpPr>
              <a:spLocks noGrp="1"/>
            </p:cNvSpPr>
            <p:nvPr/>
          </p:nvSpPr>
          <p:spPr>
            <a:xfrm>
              <a:off x="22225000" y="3467100"/>
              <a:ext cx="15522" cy="133350"/>
            </a:xfrm>
            <a:prstGeom prst="rect">
              <a:avLst/>
            </a:prstGeom>
            <a:solidFill>
              <a:srgbClr val="398C56"/>
            </a:solidFill>
            <a:ln w="0">
              <a:noFill/>
              <a:prstDash val="solid"/>
            </a:ln>
          </p:spPr>
        </p:sp>
        <p:sp>
          <p:nvSpPr>
            <p:cNvPr id="2380" name="dense-strip-10-cell-63">
              <a:extLst>
                <a:ext uri="{FF2B5EF4-FFF2-40B4-BE49-F238E27FC236}">
                  <a16:creationId xmlns:a16="http://schemas.microsoft.com/office/drawing/2014/main" id="{B38D956E-04C3-407D-8ABD-7208A58F66D5}"/>
                </a:ext>
              </a:extLst>
            </p:cNvPr>
            <p:cNvSpPr>
              <a:spLocks noGrp="1"/>
            </p:cNvSpPr>
            <p:nvPr/>
          </p:nvSpPr>
          <p:spPr>
            <a:xfrm>
              <a:off x="22209621" y="3467100"/>
              <a:ext cx="15522" cy="133350"/>
            </a:xfrm>
            <a:prstGeom prst="rect">
              <a:avLst/>
            </a:prstGeom>
            <a:solidFill>
              <a:srgbClr val="2E8E61"/>
            </a:solidFill>
            <a:ln w="0">
              <a:noFill/>
              <a:prstDash val="solid"/>
            </a:ln>
          </p:spPr>
        </p:sp>
        <p:sp>
          <p:nvSpPr>
            <p:cNvPr id="2381" name="dense-strip-10-cell-62">
              <a:extLst>
                <a:ext uri="{FF2B5EF4-FFF2-40B4-BE49-F238E27FC236}">
                  <a16:creationId xmlns:a16="http://schemas.microsoft.com/office/drawing/2014/main" id="{4CCD3B95-42A0-44CF-8C3B-547EDC52F853}"/>
                </a:ext>
              </a:extLst>
            </p:cNvPr>
            <p:cNvSpPr>
              <a:spLocks noGrp="1"/>
            </p:cNvSpPr>
            <p:nvPr/>
          </p:nvSpPr>
          <p:spPr>
            <a:xfrm>
              <a:off x="22194242" y="3467100"/>
              <a:ext cx="15522" cy="133350"/>
            </a:xfrm>
            <a:prstGeom prst="rect">
              <a:avLst/>
            </a:prstGeom>
            <a:solidFill>
              <a:srgbClr val="26926D"/>
            </a:solidFill>
            <a:ln w="0">
              <a:noFill/>
              <a:prstDash val="solid"/>
            </a:ln>
          </p:spPr>
        </p:sp>
        <p:sp>
          <p:nvSpPr>
            <p:cNvPr id="2382" name="dense-strip-10-cell-61">
              <a:extLst>
                <a:ext uri="{FF2B5EF4-FFF2-40B4-BE49-F238E27FC236}">
                  <a16:creationId xmlns:a16="http://schemas.microsoft.com/office/drawing/2014/main" id="{44D98FE0-882F-47C5-A0E6-F8F85D81C31D}"/>
                </a:ext>
              </a:extLst>
            </p:cNvPr>
            <p:cNvSpPr>
              <a:spLocks noGrp="1"/>
            </p:cNvSpPr>
            <p:nvPr/>
          </p:nvSpPr>
          <p:spPr>
            <a:xfrm>
              <a:off x="22178863" y="3467100"/>
              <a:ext cx="15522" cy="133350"/>
            </a:xfrm>
            <a:prstGeom prst="rect">
              <a:avLst/>
            </a:prstGeom>
            <a:solidFill>
              <a:srgbClr val="2D966F"/>
            </a:solidFill>
            <a:ln w="0">
              <a:noFill/>
              <a:prstDash val="solid"/>
            </a:ln>
          </p:spPr>
        </p:sp>
        <p:sp>
          <p:nvSpPr>
            <p:cNvPr id="2383" name="dense-strip-10-cell-60">
              <a:extLst>
                <a:ext uri="{FF2B5EF4-FFF2-40B4-BE49-F238E27FC236}">
                  <a16:creationId xmlns:a16="http://schemas.microsoft.com/office/drawing/2014/main" id="{D74ADF06-C449-44B1-96F0-B8D9E01AC1BA}"/>
                </a:ext>
              </a:extLst>
            </p:cNvPr>
            <p:cNvSpPr>
              <a:spLocks noGrp="1"/>
            </p:cNvSpPr>
            <p:nvPr/>
          </p:nvSpPr>
          <p:spPr>
            <a:xfrm>
              <a:off x="22163484" y="3467100"/>
              <a:ext cx="15522" cy="133350"/>
            </a:xfrm>
            <a:prstGeom prst="rect">
              <a:avLst/>
            </a:prstGeom>
            <a:solidFill>
              <a:srgbClr val="339B74"/>
            </a:solidFill>
            <a:ln w="0">
              <a:noFill/>
              <a:prstDash val="solid"/>
            </a:ln>
          </p:spPr>
        </p:sp>
        <p:sp>
          <p:nvSpPr>
            <p:cNvPr id="2384" name="dense-strip-10-cell-59">
              <a:extLst>
                <a:ext uri="{FF2B5EF4-FFF2-40B4-BE49-F238E27FC236}">
                  <a16:creationId xmlns:a16="http://schemas.microsoft.com/office/drawing/2014/main" id="{88FFF833-F714-4692-94B2-BD37B9406543}"/>
                </a:ext>
              </a:extLst>
            </p:cNvPr>
            <p:cNvSpPr>
              <a:spLocks noGrp="1"/>
            </p:cNvSpPr>
            <p:nvPr/>
          </p:nvSpPr>
          <p:spPr>
            <a:xfrm>
              <a:off x="22148105" y="3467100"/>
              <a:ext cx="15522" cy="133350"/>
            </a:xfrm>
            <a:prstGeom prst="rect">
              <a:avLst/>
            </a:prstGeom>
            <a:solidFill>
              <a:srgbClr val="39A581"/>
            </a:solidFill>
            <a:ln w="0">
              <a:noFill/>
              <a:prstDash val="solid"/>
            </a:ln>
          </p:spPr>
        </p:sp>
        <p:sp>
          <p:nvSpPr>
            <p:cNvPr id="2385" name="dense-strip-10-cell-58">
              <a:extLst>
                <a:ext uri="{FF2B5EF4-FFF2-40B4-BE49-F238E27FC236}">
                  <a16:creationId xmlns:a16="http://schemas.microsoft.com/office/drawing/2014/main" id="{C5E6B926-7C8C-4AC3-83A4-2A8A61C11727}"/>
                </a:ext>
              </a:extLst>
            </p:cNvPr>
            <p:cNvSpPr>
              <a:spLocks noGrp="1"/>
            </p:cNvSpPr>
            <p:nvPr/>
          </p:nvSpPr>
          <p:spPr>
            <a:xfrm>
              <a:off x="22132727" y="3467100"/>
              <a:ext cx="15522" cy="133350"/>
            </a:xfrm>
            <a:prstGeom prst="rect">
              <a:avLst/>
            </a:prstGeom>
            <a:solidFill>
              <a:srgbClr val="3EAF91"/>
            </a:solidFill>
            <a:ln w="0">
              <a:noFill/>
              <a:prstDash val="solid"/>
            </a:ln>
          </p:spPr>
        </p:sp>
        <p:sp>
          <p:nvSpPr>
            <p:cNvPr id="2386" name="dense-strip-10-cell-57">
              <a:extLst>
                <a:ext uri="{FF2B5EF4-FFF2-40B4-BE49-F238E27FC236}">
                  <a16:creationId xmlns:a16="http://schemas.microsoft.com/office/drawing/2014/main" id="{F1B89938-72EB-4C78-895D-3C82245928E4}"/>
                </a:ext>
              </a:extLst>
            </p:cNvPr>
            <p:cNvSpPr>
              <a:spLocks noGrp="1"/>
            </p:cNvSpPr>
            <p:nvPr/>
          </p:nvSpPr>
          <p:spPr>
            <a:xfrm>
              <a:off x="22117348" y="3467100"/>
              <a:ext cx="15522" cy="133350"/>
            </a:xfrm>
            <a:prstGeom prst="rect">
              <a:avLst/>
            </a:prstGeom>
            <a:solidFill>
              <a:srgbClr val="40B497"/>
            </a:solidFill>
            <a:ln w="0">
              <a:noFill/>
              <a:prstDash val="solid"/>
            </a:ln>
          </p:spPr>
        </p:sp>
        <p:sp>
          <p:nvSpPr>
            <p:cNvPr id="2387" name="dense-strip-10-cell-56">
              <a:extLst>
                <a:ext uri="{FF2B5EF4-FFF2-40B4-BE49-F238E27FC236}">
                  <a16:creationId xmlns:a16="http://schemas.microsoft.com/office/drawing/2014/main" id="{32B99D4B-5653-4660-8B22-E35A036A47AA}"/>
                </a:ext>
              </a:extLst>
            </p:cNvPr>
            <p:cNvSpPr>
              <a:spLocks noGrp="1"/>
            </p:cNvSpPr>
            <p:nvPr/>
          </p:nvSpPr>
          <p:spPr>
            <a:xfrm>
              <a:off x="22101969" y="3467100"/>
              <a:ext cx="15522" cy="133350"/>
            </a:xfrm>
            <a:prstGeom prst="rect">
              <a:avLst/>
            </a:prstGeom>
            <a:solidFill>
              <a:srgbClr val="40B497"/>
            </a:solidFill>
            <a:ln w="0">
              <a:noFill/>
              <a:prstDash val="solid"/>
            </a:ln>
          </p:spPr>
        </p:sp>
        <p:sp>
          <p:nvSpPr>
            <p:cNvPr id="2388" name="dense-strip-10-cell-55">
              <a:extLst>
                <a:ext uri="{FF2B5EF4-FFF2-40B4-BE49-F238E27FC236}">
                  <a16:creationId xmlns:a16="http://schemas.microsoft.com/office/drawing/2014/main" id="{D5969377-8C39-48DD-B2DE-03C7FD7408A2}"/>
                </a:ext>
              </a:extLst>
            </p:cNvPr>
            <p:cNvSpPr>
              <a:spLocks noGrp="1"/>
            </p:cNvSpPr>
            <p:nvPr/>
          </p:nvSpPr>
          <p:spPr>
            <a:xfrm>
              <a:off x="22086590" y="3467100"/>
              <a:ext cx="15522" cy="133350"/>
            </a:xfrm>
            <a:prstGeom prst="rect">
              <a:avLst/>
            </a:prstGeom>
            <a:solidFill>
              <a:srgbClr val="40B497"/>
            </a:solidFill>
            <a:ln w="0">
              <a:noFill/>
              <a:prstDash val="solid"/>
            </a:ln>
          </p:spPr>
        </p:sp>
        <p:sp>
          <p:nvSpPr>
            <p:cNvPr id="2389" name="dense-strip-10-cell-54">
              <a:extLst>
                <a:ext uri="{FF2B5EF4-FFF2-40B4-BE49-F238E27FC236}">
                  <a16:creationId xmlns:a16="http://schemas.microsoft.com/office/drawing/2014/main" id="{2B5F1795-7934-4F68-990D-4714D00A4B25}"/>
                </a:ext>
              </a:extLst>
            </p:cNvPr>
            <p:cNvSpPr>
              <a:spLocks noGrp="1"/>
            </p:cNvSpPr>
            <p:nvPr/>
          </p:nvSpPr>
          <p:spPr>
            <a:xfrm>
              <a:off x="22071211" y="3467100"/>
              <a:ext cx="15522" cy="133350"/>
            </a:xfrm>
            <a:prstGeom prst="rect">
              <a:avLst/>
            </a:prstGeom>
            <a:solidFill>
              <a:srgbClr val="40B497"/>
            </a:solidFill>
            <a:ln w="0">
              <a:noFill/>
              <a:prstDash val="solid"/>
            </a:ln>
          </p:spPr>
        </p:sp>
        <p:sp>
          <p:nvSpPr>
            <p:cNvPr id="2390" name="dense-strip-10-cell-53">
              <a:extLst>
                <a:ext uri="{FF2B5EF4-FFF2-40B4-BE49-F238E27FC236}">
                  <a16:creationId xmlns:a16="http://schemas.microsoft.com/office/drawing/2014/main" id="{C926DCA8-7052-471E-B5BF-CD0E4A7664A2}"/>
                </a:ext>
              </a:extLst>
            </p:cNvPr>
            <p:cNvSpPr>
              <a:spLocks noGrp="1"/>
            </p:cNvSpPr>
            <p:nvPr/>
          </p:nvSpPr>
          <p:spPr>
            <a:xfrm>
              <a:off x="22055832" y="3467100"/>
              <a:ext cx="15522" cy="133350"/>
            </a:xfrm>
            <a:prstGeom prst="rect">
              <a:avLst/>
            </a:prstGeom>
            <a:solidFill>
              <a:srgbClr val="40B497"/>
            </a:solidFill>
            <a:ln w="0">
              <a:noFill/>
              <a:prstDash val="solid"/>
            </a:ln>
          </p:spPr>
        </p:sp>
        <p:sp>
          <p:nvSpPr>
            <p:cNvPr id="2391" name="dense-strip-10-cell-52">
              <a:extLst>
                <a:ext uri="{FF2B5EF4-FFF2-40B4-BE49-F238E27FC236}">
                  <a16:creationId xmlns:a16="http://schemas.microsoft.com/office/drawing/2014/main" id="{994C7E24-7EE7-4633-A019-4B8C17DAACDB}"/>
                </a:ext>
              </a:extLst>
            </p:cNvPr>
            <p:cNvSpPr>
              <a:spLocks noGrp="1"/>
            </p:cNvSpPr>
            <p:nvPr/>
          </p:nvSpPr>
          <p:spPr>
            <a:xfrm>
              <a:off x="22040453" y="3467100"/>
              <a:ext cx="15522" cy="133350"/>
            </a:xfrm>
            <a:prstGeom prst="rect">
              <a:avLst/>
            </a:prstGeom>
            <a:solidFill>
              <a:srgbClr val="40B497"/>
            </a:solidFill>
            <a:ln w="0">
              <a:noFill/>
              <a:prstDash val="solid"/>
            </a:ln>
          </p:spPr>
        </p:sp>
        <p:sp>
          <p:nvSpPr>
            <p:cNvPr id="2392" name="dense-strip-10-cell-51">
              <a:extLst>
                <a:ext uri="{FF2B5EF4-FFF2-40B4-BE49-F238E27FC236}">
                  <a16:creationId xmlns:a16="http://schemas.microsoft.com/office/drawing/2014/main" id="{CB653DAA-A6FD-4D79-818B-BC86520B9546}"/>
                </a:ext>
              </a:extLst>
            </p:cNvPr>
            <p:cNvSpPr>
              <a:spLocks noGrp="1"/>
            </p:cNvSpPr>
            <p:nvPr/>
          </p:nvSpPr>
          <p:spPr>
            <a:xfrm>
              <a:off x="22025074" y="3467100"/>
              <a:ext cx="15522" cy="133350"/>
            </a:xfrm>
            <a:prstGeom prst="rect">
              <a:avLst/>
            </a:prstGeom>
            <a:solidFill>
              <a:srgbClr val="47B69A"/>
            </a:solidFill>
            <a:ln w="0">
              <a:noFill/>
              <a:prstDash val="solid"/>
            </a:ln>
          </p:spPr>
        </p:sp>
        <p:sp>
          <p:nvSpPr>
            <p:cNvPr id="2393" name="dense-strip-10-cell-50">
              <a:extLst>
                <a:ext uri="{FF2B5EF4-FFF2-40B4-BE49-F238E27FC236}">
                  <a16:creationId xmlns:a16="http://schemas.microsoft.com/office/drawing/2014/main" id="{097ACD35-DECE-4BAA-B2A2-ADF663CA395B}"/>
                </a:ext>
              </a:extLst>
            </p:cNvPr>
            <p:cNvSpPr>
              <a:spLocks noGrp="1"/>
            </p:cNvSpPr>
            <p:nvPr/>
          </p:nvSpPr>
          <p:spPr>
            <a:xfrm>
              <a:off x="22009695" y="3467100"/>
              <a:ext cx="15522" cy="133350"/>
            </a:xfrm>
            <a:prstGeom prst="rect">
              <a:avLst/>
            </a:prstGeom>
            <a:solidFill>
              <a:srgbClr val="56BBA3"/>
            </a:solidFill>
            <a:ln w="0">
              <a:noFill/>
              <a:prstDash val="solid"/>
            </a:ln>
          </p:spPr>
        </p:sp>
        <p:sp>
          <p:nvSpPr>
            <p:cNvPr id="2394" name="dense-strip-10-cell-49">
              <a:extLst>
                <a:ext uri="{FF2B5EF4-FFF2-40B4-BE49-F238E27FC236}">
                  <a16:creationId xmlns:a16="http://schemas.microsoft.com/office/drawing/2014/main" id="{5F494171-7974-4900-AB2B-0976C555BFA7}"/>
                </a:ext>
              </a:extLst>
            </p:cNvPr>
            <p:cNvSpPr>
              <a:spLocks noGrp="1"/>
            </p:cNvSpPr>
            <p:nvPr/>
          </p:nvSpPr>
          <p:spPr>
            <a:xfrm>
              <a:off x="21994316" y="3467100"/>
              <a:ext cx="15522" cy="133350"/>
            </a:xfrm>
            <a:prstGeom prst="rect">
              <a:avLst/>
            </a:prstGeom>
            <a:solidFill>
              <a:srgbClr val="6DBEAD"/>
            </a:solidFill>
            <a:ln w="0">
              <a:noFill/>
              <a:prstDash val="solid"/>
            </a:ln>
          </p:spPr>
        </p:sp>
        <p:sp>
          <p:nvSpPr>
            <p:cNvPr id="2395" name="dense-strip-10-cell-48">
              <a:extLst>
                <a:ext uri="{FF2B5EF4-FFF2-40B4-BE49-F238E27FC236}">
                  <a16:creationId xmlns:a16="http://schemas.microsoft.com/office/drawing/2014/main" id="{BE4CB090-3D05-4E44-A4DE-1C571C5C454B}"/>
                </a:ext>
              </a:extLst>
            </p:cNvPr>
            <p:cNvSpPr>
              <a:spLocks noGrp="1"/>
            </p:cNvSpPr>
            <p:nvPr/>
          </p:nvSpPr>
          <p:spPr>
            <a:xfrm>
              <a:off x="21978938" y="3467100"/>
              <a:ext cx="15522" cy="133350"/>
            </a:xfrm>
            <a:prstGeom prst="rect">
              <a:avLst/>
            </a:prstGeom>
            <a:solidFill>
              <a:srgbClr val="7FC8B9"/>
            </a:solidFill>
            <a:ln w="0">
              <a:noFill/>
              <a:prstDash val="solid"/>
            </a:ln>
          </p:spPr>
        </p:sp>
        <p:sp>
          <p:nvSpPr>
            <p:cNvPr id="2396" name="dense-strip-10-cell-47">
              <a:extLst>
                <a:ext uri="{FF2B5EF4-FFF2-40B4-BE49-F238E27FC236}">
                  <a16:creationId xmlns:a16="http://schemas.microsoft.com/office/drawing/2014/main" id="{946F45E5-51C7-4755-92CC-F8C896588A6A}"/>
                </a:ext>
              </a:extLst>
            </p:cNvPr>
            <p:cNvSpPr>
              <a:spLocks noGrp="1"/>
            </p:cNvSpPr>
            <p:nvPr/>
          </p:nvSpPr>
          <p:spPr>
            <a:xfrm>
              <a:off x="21963559" y="3467100"/>
              <a:ext cx="15522" cy="133350"/>
            </a:xfrm>
            <a:prstGeom prst="rect">
              <a:avLst/>
            </a:prstGeom>
            <a:solidFill>
              <a:srgbClr val="92CFC4"/>
            </a:solidFill>
            <a:ln w="0">
              <a:noFill/>
              <a:prstDash val="solid"/>
            </a:ln>
          </p:spPr>
        </p:sp>
        <p:sp>
          <p:nvSpPr>
            <p:cNvPr id="2397" name="dense-strip-10-cell-46">
              <a:extLst>
                <a:ext uri="{FF2B5EF4-FFF2-40B4-BE49-F238E27FC236}">
                  <a16:creationId xmlns:a16="http://schemas.microsoft.com/office/drawing/2014/main" id="{EB5CAEE4-601C-4099-BF5F-2C25E39945F5}"/>
                </a:ext>
              </a:extLst>
            </p:cNvPr>
            <p:cNvSpPr>
              <a:spLocks noGrp="1"/>
            </p:cNvSpPr>
            <p:nvPr/>
          </p:nvSpPr>
          <p:spPr>
            <a:xfrm>
              <a:off x="21948180" y="3467100"/>
              <a:ext cx="15522" cy="133350"/>
            </a:xfrm>
            <a:prstGeom prst="rect">
              <a:avLst/>
            </a:prstGeom>
            <a:solidFill>
              <a:srgbClr val="AED9D4"/>
            </a:solidFill>
            <a:ln w="0">
              <a:noFill/>
              <a:prstDash val="solid"/>
            </a:ln>
          </p:spPr>
        </p:sp>
        <p:sp>
          <p:nvSpPr>
            <p:cNvPr id="2398" name="dense-strip-10-cell-45">
              <a:extLst>
                <a:ext uri="{FF2B5EF4-FFF2-40B4-BE49-F238E27FC236}">
                  <a16:creationId xmlns:a16="http://schemas.microsoft.com/office/drawing/2014/main" id="{3013E70D-559E-4FD1-AA5B-790AA8A88304}"/>
                </a:ext>
              </a:extLst>
            </p:cNvPr>
            <p:cNvSpPr>
              <a:spLocks noGrp="1"/>
            </p:cNvSpPr>
            <p:nvPr/>
          </p:nvSpPr>
          <p:spPr>
            <a:xfrm>
              <a:off x="21932801" y="3467100"/>
              <a:ext cx="15522" cy="133350"/>
            </a:xfrm>
            <a:prstGeom prst="rect">
              <a:avLst/>
            </a:prstGeom>
            <a:solidFill>
              <a:srgbClr val="AED8D3"/>
            </a:solidFill>
            <a:ln w="0">
              <a:noFill/>
              <a:prstDash val="solid"/>
            </a:ln>
          </p:spPr>
        </p:sp>
        <p:sp>
          <p:nvSpPr>
            <p:cNvPr id="2399" name="dense-strip-10-cell-44">
              <a:extLst>
                <a:ext uri="{FF2B5EF4-FFF2-40B4-BE49-F238E27FC236}">
                  <a16:creationId xmlns:a16="http://schemas.microsoft.com/office/drawing/2014/main" id="{2D3ADF92-8112-46CB-8DF5-25353471BDD4}"/>
                </a:ext>
              </a:extLst>
            </p:cNvPr>
            <p:cNvSpPr>
              <a:spLocks noGrp="1"/>
            </p:cNvSpPr>
            <p:nvPr/>
          </p:nvSpPr>
          <p:spPr>
            <a:xfrm>
              <a:off x="21917422" y="3467100"/>
              <a:ext cx="15522" cy="133350"/>
            </a:xfrm>
            <a:prstGeom prst="rect">
              <a:avLst/>
            </a:prstGeom>
            <a:solidFill>
              <a:srgbClr val="AED9D4"/>
            </a:solidFill>
            <a:ln w="0">
              <a:noFill/>
              <a:prstDash val="solid"/>
            </a:ln>
          </p:spPr>
        </p:sp>
        <p:sp>
          <p:nvSpPr>
            <p:cNvPr id="2400" name="dense-strip-10-cell-43">
              <a:extLst>
                <a:ext uri="{FF2B5EF4-FFF2-40B4-BE49-F238E27FC236}">
                  <a16:creationId xmlns:a16="http://schemas.microsoft.com/office/drawing/2014/main" id="{69AEE382-A150-4A22-9FAF-FA3854E655E7}"/>
                </a:ext>
              </a:extLst>
            </p:cNvPr>
            <p:cNvSpPr>
              <a:spLocks noGrp="1"/>
            </p:cNvSpPr>
            <p:nvPr/>
          </p:nvSpPr>
          <p:spPr>
            <a:xfrm>
              <a:off x="21902043" y="3467100"/>
              <a:ext cx="15522" cy="133350"/>
            </a:xfrm>
            <a:prstGeom prst="rect">
              <a:avLst/>
            </a:prstGeom>
            <a:solidFill>
              <a:srgbClr val="AED9D4"/>
            </a:solidFill>
            <a:ln w="0">
              <a:noFill/>
              <a:prstDash val="solid"/>
            </a:ln>
          </p:spPr>
        </p:sp>
        <p:sp>
          <p:nvSpPr>
            <p:cNvPr id="2401" name="dense-strip-10-cell-42">
              <a:extLst>
                <a:ext uri="{FF2B5EF4-FFF2-40B4-BE49-F238E27FC236}">
                  <a16:creationId xmlns:a16="http://schemas.microsoft.com/office/drawing/2014/main" id="{5D9470E0-57C0-4DCE-85E7-926A27F6CA72}"/>
                </a:ext>
              </a:extLst>
            </p:cNvPr>
            <p:cNvSpPr>
              <a:spLocks noGrp="1"/>
            </p:cNvSpPr>
            <p:nvPr/>
          </p:nvSpPr>
          <p:spPr>
            <a:xfrm>
              <a:off x="21886664" y="3467100"/>
              <a:ext cx="15522" cy="133350"/>
            </a:xfrm>
            <a:prstGeom prst="rect">
              <a:avLst/>
            </a:prstGeom>
            <a:solidFill>
              <a:srgbClr val="AED9D4"/>
            </a:solidFill>
            <a:ln w="0">
              <a:noFill/>
              <a:prstDash val="solid"/>
            </a:ln>
          </p:spPr>
        </p:sp>
        <p:sp>
          <p:nvSpPr>
            <p:cNvPr id="2402" name="dense-strip-10-cell-41">
              <a:extLst>
                <a:ext uri="{FF2B5EF4-FFF2-40B4-BE49-F238E27FC236}">
                  <a16:creationId xmlns:a16="http://schemas.microsoft.com/office/drawing/2014/main" id="{91B2A7F5-7C38-400B-BE93-7C7DFCAE23BD}"/>
                </a:ext>
              </a:extLst>
            </p:cNvPr>
            <p:cNvSpPr>
              <a:spLocks noGrp="1"/>
            </p:cNvSpPr>
            <p:nvPr/>
          </p:nvSpPr>
          <p:spPr>
            <a:xfrm>
              <a:off x="21871285" y="3467100"/>
              <a:ext cx="15522" cy="133350"/>
            </a:xfrm>
            <a:prstGeom prst="rect">
              <a:avLst/>
            </a:prstGeom>
            <a:solidFill>
              <a:srgbClr val="AAD7D1"/>
            </a:solidFill>
            <a:ln w="0">
              <a:noFill/>
              <a:prstDash val="solid"/>
            </a:ln>
          </p:spPr>
        </p:sp>
        <p:sp>
          <p:nvSpPr>
            <p:cNvPr id="2403" name="dense-strip-10-cell-40">
              <a:extLst>
                <a:ext uri="{FF2B5EF4-FFF2-40B4-BE49-F238E27FC236}">
                  <a16:creationId xmlns:a16="http://schemas.microsoft.com/office/drawing/2014/main" id="{DCB55C06-43B9-4AE8-B9E6-43545C7BDF1D}"/>
                </a:ext>
              </a:extLst>
            </p:cNvPr>
            <p:cNvSpPr>
              <a:spLocks noGrp="1"/>
            </p:cNvSpPr>
            <p:nvPr/>
          </p:nvSpPr>
          <p:spPr>
            <a:xfrm>
              <a:off x="21855906" y="3467100"/>
              <a:ext cx="15522" cy="133350"/>
            </a:xfrm>
            <a:prstGeom prst="rect">
              <a:avLst/>
            </a:prstGeom>
            <a:solidFill>
              <a:srgbClr val="A1D4CC"/>
            </a:solidFill>
            <a:ln w="0">
              <a:noFill/>
              <a:prstDash val="solid"/>
            </a:ln>
          </p:spPr>
        </p:sp>
        <p:sp>
          <p:nvSpPr>
            <p:cNvPr id="2404" name="dense-strip-10-cell-39">
              <a:extLst>
                <a:ext uri="{FF2B5EF4-FFF2-40B4-BE49-F238E27FC236}">
                  <a16:creationId xmlns:a16="http://schemas.microsoft.com/office/drawing/2014/main" id="{313117B7-BDB2-4C87-A97F-D0AAC1B96A29}"/>
                </a:ext>
              </a:extLst>
            </p:cNvPr>
            <p:cNvSpPr>
              <a:spLocks noGrp="1"/>
            </p:cNvSpPr>
            <p:nvPr/>
          </p:nvSpPr>
          <p:spPr>
            <a:xfrm>
              <a:off x="21840527" y="3467100"/>
              <a:ext cx="15522" cy="133350"/>
            </a:xfrm>
            <a:prstGeom prst="rect">
              <a:avLst/>
            </a:prstGeom>
            <a:solidFill>
              <a:srgbClr val="B9DCDA"/>
            </a:solidFill>
            <a:ln w="0">
              <a:noFill/>
              <a:prstDash val="solid"/>
            </a:ln>
          </p:spPr>
        </p:sp>
        <p:sp>
          <p:nvSpPr>
            <p:cNvPr id="2405" name="dense-strip-10-cell-38">
              <a:extLst>
                <a:ext uri="{FF2B5EF4-FFF2-40B4-BE49-F238E27FC236}">
                  <a16:creationId xmlns:a16="http://schemas.microsoft.com/office/drawing/2014/main" id="{4D1D654D-461B-4D9B-96A1-044D29225C8E}"/>
                </a:ext>
              </a:extLst>
            </p:cNvPr>
            <p:cNvSpPr>
              <a:spLocks noGrp="1"/>
            </p:cNvSpPr>
            <p:nvPr/>
          </p:nvSpPr>
          <p:spPr>
            <a:xfrm>
              <a:off x="21825148" y="3467100"/>
              <a:ext cx="15522" cy="133350"/>
            </a:xfrm>
            <a:prstGeom prst="rect">
              <a:avLst/>
            </a:prstGeom>
            <a:solidFill>
              <a:srgbClr val="B1D9D5"/>
            </a:solidFill>
            <a:ln w="0">
              <a:noFill/>
              <a:prstDash val="solid"/>
            </a:ln>
          </p:spPr>
        </p:sp>
        <p:sp>
          <p:nvSpPr>
            <p:cNvPr id="2406" name="dense-strip-10-cell-37">
              <a:extLst>
                <a:ext uri="{FF2B5EF4-FFF2-40B4-BE49-F238E27FC236}">
                  <a16:creationId xmlns:a16="http://schemas.microsoft.com/office/drawing/2014/main" id="{BCD0E6A0-DA46-4264-A135-837ED4BFC12E}"/>
                </a:ext>
              </a:extLst>
            </p:cNvPr>
            <p:cNvSpPr>
              <a:spLocks noGrp="1"/>
            </p:cNvSpPr>
            <p:nvPr/>
          </p:nvSpPr>
          <p:spPr>
            <a:xfrm>
              <a:off x="21809770" y="3467100"/>
              <a:ext cx="15522" cy="133350"/>
            </a:xfrm>
            <a:prstGeom prst="rect">
              <a:avLst/>
            </a:prstGeom>
            <a:solidFill>
              <a:srgbClr val="DBE8EC"/>
            </a:solidFill>
            <a:ln w="0">
              <a:noFill/>
              <a:prstDash val="solid"/>
            </a:ln>
          </p:spPr>
        </p:sp>
        <p:sp>
          <p:nvSpPr>
            <p:cNvPr id="2407" name="dense-strip-10-cell-36">
              <a:extLst>
                <a:ext uri="{FF2B5EF4-FFF2-40B4-BE49-F238E27FC236}">
                  <a16:creationId xmlns:a16="http://schemas.microsoft.com/office/drawing/2014/main" id="{DC5129B0-83A5-4D3C-9F63-AD9E1E42BC13}"/>
                </a:ext>
              </a:extLst>
            </p:cNvPr>
            <p:cNvSpPr>
              <a:spLocks noGrp="1"/>
            </p:cNvSpPr>
            <p:nvPr/>
          </p:nvSpPr>
          <p:spPr>
            <a:xfrm>
              <a:off x="21794391" y="3467100"/>
              <a:ext cx="15522" cy="133350"/>
            </a:xfrm>
            <a:prstGeom prst="rect">
              <a:avLst/>
            </a:prstGeom>
            <a:solidFill>
              <a:srgbClr val="DCE8ED"/>
            </a:solidFill>
            <a:ln w="0">
              <a:noFill/>
              <a:prstDash val="solid"/>
            </a:ln>
          </p:spPr>
        </p:sp>
        <p:sp>
          <p:nvSpPr>
            <p:cNvPr id="2408" name="dense-strip-10-cell-35">
              <a:extLst>
                <a:ext uri="{FF2B5EF4-FFF2-40B4-BE49-F238E27FC236}">
                  <a16:creationId xmlns:a16="http://schemas.microsoft.com/office/drawing/2014/main" id="{C99E20F9-B26C-49E2-812D-08E7F1A31D64}"/>
                </a:ext>
              </a:extLst>
            </p:cNvPr>
            <p:cNvSpPr>
              <a:spLocks noGrp="1"/>
            </p:cNvSpPr>
            <p:nvPr/>
          </p:nvSpPr>
          <p:spPr>
            <a:xfrm>
              <a:off x="21779012" y="3467100"/>
              <a:ext cx="15522" cy="133350"/>
            </a:xfrm>
            <a:prstGeom prst="rect">
              <a:avLst/>
            </a:prstGeom>
            <a:solidFill>
              <a:srgbClr val="DCE8ED"/>
            </a:solidFill>
            <a:ln w="0">
              <a:noFill/>
              <a:prstDash val="solid"/>
            </a:ln>
          </p:spPr>
        </p:sp>
        <p:sp>
          <p:nvSpPr>
            <p:cNvPr id="2409" name="dense-strip-10-cell-34">
              <a:extLst>
                <a:ext uri="{FF2B5EF4-FFF2-40B4-BE49-F238E27FC236}">
                  <a16:creationId xmlns:a16="http://schemas.microsoft.com/office/drawing/2014/main" id="{E08EB112-83AE-47E3-8775-168F7827E845}"/>
                </a:ext>
              </a:extLst>
            </p:cNvPr>
            <p:cNvSpPr>
              <a:spLocks noGrp="1"/>
            </p:cNvSpPr>
            <p:nvPr/>
          </p:nvSpPr>
          <p:spPr>
            <a:xfrm>
              <a:off x="21763633" y="3467100"/>
              <a:ext cx="15522" cy="133350"/>
            </a:xfrm>
            <a:prstGeom prst="rect">
              <a:avLst/>
            </a:prstGeom>
            <a:solidFill>
              <a:srgbClr val="DCE8ED"/>
            </a:solidFill>
            <a:ln w="0">
              <a:noFill/>
              <a:prstDash val="solid"/>
            </a:ln>
          </p:spPr>
        </p:sp>
        <p:sp>
          <p:nvSpPr>
            <p:cNvPr id="2410" name="dense-strip-10-cell-33">
              <a:extLst>
                <a:ext uri="{FF2B5EF4-FFF2-40B4-BE49-F238E27FC236}">
                  <a16:creationId xmlns:a16="http://schemas.microsoft.com/office/drawing/2014/main" id="{3C3662E6-CFE9-4579-BEEF-5200020D29B8}"/>
                </a:ext>
              </a:extLst>
            </p:cNvPr>
            <p:cNvSpPr>
              <a:spLocks noGrp="1"/>
            </p:cNvSpPr>
            <p:nvPr/>
          </p:nvSpPr>
          <p:spPr>
            <a:xfrm>
              <a:off x="21748254" y="3467100"/>
              <a:ext cx="15522" cy="133350"/>
            </a:xfrm>
            <a:prstGeom prst="rect">
              <a:avLst/>
            </a:prstGeom>
            <a:solidFill>
              <a:srgbClr val="DCE8ED"/>
            </a:solidFill>
            <a:ln w="0">
              <a:noFill/>
              <a:prstDash val="solid"/>
            </a:ln>
          </p:spPr>
        </p:sp>
        <p:sp>
          <p:nvSpPr>
            <p:cNvPr id="2411" name="dense-strip-10-cell-32">
              <a:extLst>
                <a:ext uri="{FF2B5EF4-FFF2-40B4-BE49-F238E27FC236}">
                  <a16:creationId xmlns:a16="http://schemas.microsoft.com/office/drawing/2014/main" id="{E712CC71-AA57-4D17-8A49-E4DD3715F8FE}"/>
                </a:ext>
              </a:extLst>
            </p:cNvPr>
            <p:cNvSpPr>
              <a:spLocks noGrp="1"/>
            </p:cNvSpPr>
            <p:nvPr/>
          </p:nvSpPr>
          <p:spPr>
            <a:xfrm>
              <a:off x="21732875" y="3467100"/>
              <a:ext cx="15522" cy="133350"/>
            </a:xfrm>
            <a:prstGeom prst="rect">
              <a:avLst/>
            </a:prstGeom>
            <a:solidFill>
              <a:srgbClr val="DCE8ED"/>
            </a:solidFill>
            <a:ln w="0">
              <a:noFill/>
              <a:prstDash val="solid"/>
            </a:ln>
          </p:spPr>
        </p:sp>
        <p:sp>
          <p:nvSpPr>
            <p:cNvPr id="2412" name="dense-strip-10-cell-31">
              <a:extLst>
                <a:ext uri="{FF2B5EF4-FFF2-40B4-BE49-F238E27FC236}">
                  <a16:creationId xmlns:a16="http://schemas.microsoft.com/office/drawing/2014/main" id="{21221DC7-9382-4557-ABC5-59E43956B184}"/>
                </a:ext>
              </a:extLst>
            </p:cNvPr>
            <p:cNvSpPr>
              <a:spLocks noGrp="1"/>
            </p:cNvSpPr>
            <p:nvPr/>
          </p:nvSpPr>
          <p:spPr>
            <a:xfrm>
              <a:off x="21717496" y="3467100"/>
              <a:ext cx="15522" cy="133350"/>
            </a:xfrm>
            <a:prstGeom prst="rect">
              <a:avLst/>
            </a:prstGeom>
            <a:solidFill>
              <a:srgbClr val="DCE8ED"/>
            </a:solidFill>
            <a:ln w="0">
              <a:noFill/>
              <a:prstDash val="solid"/>
            </a:ln>
          </p:spPr>
        </p:sp>
        <p:sp>
          <p:nvSpPr>
            <p:cNvPr id="2413" name="dense-strip-10-cell-30">
              <a:extLst>
                <a:ext uri="{FF2B5EF4-FFF2-40B4-BE49-F238E27FC236}">
                  <a16:creationId xmlns:a16="http://schemas.microsoft.com/office/drawing/2014/main" id="{FC8C7AE2-15CF-47AC-AE55-0AF3076CD66E}"/>
                </a:ext>
              </a:extLst>
            </p:cNvPr>
            <p:cNvSpPr>
              <a:spLocks noGrp="1"/>
            </p:cNvSpPr>
            <p:nvPr/>
          </p:nvSpPr>
          <p:spPr>
            <a:xfrm>
              <a:off x="21702117" y="3467100"/>
              <a:ext cx="15522" cy="133350"/>
            </a:xfrm>
            <a:prstGeom prst="rect">
              <a:avLst/>
            </a:prstGeom>
            <a:solidFill>
              <a:srgbClr val="DBE7ED"/>
            </a:solidFill>
            <a:ln w="0">
              <a:noFill/>
              <a:prstDash val="solid"/>
            </a:ln>
          </p:spPr>
        </p:sp>
        <p:sp>
          <p:nvSpPr>
            <p:cNvPr id="2414" name="dense-strip-10-cell-29">
              <a:extLst>
                <a:ext uri="{FF2B5EF4-FFF2-40B4-BE49-F238E27FC236}">
                  <a16:creationId xmlns:a16="http://schemas.microsoft.com/office/drawing/2014/main" id="{AE6478EE-B658-4C64-B700-09F9BAF8BA94}"/>
                </a:ext>
              </a:extLst>
            </p:cNvPr>
            <p:cNvSpPr>
              <a:spLocks noGrp="1"/>
            </p:cNvSpPr>
            <p:nvPr/>
          </p:nvSpPr>
          <p:spPr>
            <a:xfrm>
              <a:off x="21686738" y="3467100"/>
              <a:ext cx="15522" cy="133350"/>
            </a:xfrm>
            <a:prstGeom prst="rect">
              <a:avLst/>
            </a:prstGeom>
            <a:solidFill>
              <a:srgbClr val="DCE8ED"/>
            </a:solidFill>
            <a:ln w="0">
              <a:noFill/>
              <a:prstDash val="solid"/>
            </a:ln>
          </p:spPr>
        </p:sp>
        <p:sp>
          <p:nvSpPr>
            <p:cNvPr id="2415" name="dense-strip-10-cell-28">
              <a:extLst>
                <a:ext uri="{FF2B5EF4-FFF2-40B4-BE49-F238E27FC236}">
                  <a16:creationId xmlns:a16="http://schemas.microsoft.com/office/drawing/2014/main" id="{931DF351-914C-4606-BF53-DEDC66A2510C}"/>
                </a:ext>
              </a:extLst>
            </p:cNvPr>
            <p:cNvSpPr>
              <a:spLocks noGrp="1"/>
            </p:cNvSpPr>
            <p:nvPr/>
          </p:nvSpPr>
          <p:spPr>
            <a:xfrm>
              <a:off x="21671359" y="3467100"/>
              <a:ext cx="15522" cy="133350"/>
            </a:xfrm>
            <a:prstGeom prst="rect">
              <a:avLst/>
            </a:prstGeom>
            <a:solidFill>
              <a:srgbClr val="DCE8ED"/>
            </a:solidFill>
            <a:ln w="0">
              <a:noFill/>
              <a:prstDash val="solid"/>
            </a:ln>
          </p:spPr>
        </p:sp>
        <p:sp>
          <p:nvSpPr>
            <p:cNvPr id="2416" name="dense-strip-10-cell-27">
              <a:extLst>
                <a:ext uri="{FF2B5EF4-FFF2-40B4-BE49-F238E27FC236}">
                  <a16:creationId xmlns:a16="http://schemas.microsoft.com/office/drawing/2014/main" id="{25BC6103-BFD9-4E8E-B55B-DFE0F2357EB1}"/>
                </a:ext>
              </a:extLst>
            </p:cNvPr>
            <p:cNvSpPr>
              <a:spLocks noGrp="1"/>
            </p:cNvSpPr>
            <p:nvPr/>
          </p:nvSpPr>
          <p:spPr>
            <a:xfrm>
              <a:off x="21655980" y="3467100"/>
              <a:ext cx="15522" cy="133350"/>
            </a:xfrm>
            <a:prstGeom prst="rect">
              <a:avLst/>
            </a:prstGeom>
            <a:solidFill>
              <a:srgbClr val="DCE8ED"/>
            </a:solidFill>
            <a:ln w="0">
              <a:noFill/>
              <a:prstDash val="solid"/>
            </a:ln>
          </p:spPr>
        </p:sp>
        <p:sp>
          <p:nvSpPr>
            <p:cNvPr id="2417" name="dense-strip-10-cell-26">
              <a:extLst>
                <a:ext uri="{FF2B5EF4-FFF2-40B4-BE49-F238E27FC236}">
                  <a16:creationId xmlns:a16="http://schemas.microsoft.com/office/drawing/2014/main" id="{68C5097F-1E03-4677-AFA2-0FF44CC49396}"/>
                </a:ext>
              </a:extLst>
            </p:cNvPr>
            <p:cNvSpPr>
              <a:spLocks noGrp="1"/>
            </p:cNvSpPr>
            <p:nvPr/>
          </p:nvSpPr>
          <p:spPr>
            <a:xfrm>
              <a:off x="21640602" y="3467100"/>
              <a:ext cx="15522" cy="133350"/>
            </a:xfrm>
            <a:prstGeom prst="rect">
              <a:avLst/>
            </a:prstGeom>
            <a:solidFill>
              <a:srgbClr val="DCE8ED"/>
            </a:solidFill>
            <a:ln w="0">
              <a:noFill/>
              <a:prstDash val="solid"/>
            </a:ln>
          </p:spPr>
        </p:sp>
        <p:sp>
          <p:nvSpPr>
            <p:cNvPr id="2418" name="dense-strip-10-cell-25">
              <a:extLst>
                <a:ext uri="{FF2B5EF4-FFF2-40B4-BE49-F238E27FC236}">
                  <a16:creationId xmlns:a16="http://schemas.microsoft.com/office/drawing/2014/main" id="{F02DD9FD-DE8A-45A8-B646-39751CE7167A}"/>
                </a:ext>
              </a:extLst>
            </p:cNvPr>
            <p:cNvSpPr>
              <a:spLocks noGrp="1"/>
            </p:cNvSpPr>
            <p:nvPr/>
          </p:nvSpPr>
          <p:spPr>
            <a:xfrm>
              <a:off x="21625223" y="3467100"/>
              <a:ext cx="15522" cy="133350"/>
            </a:xfrm>
            <a:prstGeom prst="rect">
              <a:avLst/>
            </a:prstGeom>
            <a:solidFill>
              <a:srgbClr val="DCE8ED"/>
            </a:solidFill>
            <a:ln w="0">
              <a:noFill/>
              <a:prstDash val="solid"/>
            </a:ln>
          </p:spPr>
        </p:sp>
        <p:sp>
          <p:nvSpPr>
            <p:cNvPr id="2419" name="dense-strip-10-cell-24">
              <a:extLst>
                <a:ext uri="{FF2B5EF4-FFF2-40B4-BE49-F238E27FC236}">
                  <a16:creationId xmlns:a16="http://schemas.microsoft.com/office/drawing/2014/main" id="{EC4E066E-13D5-4332-858F-BBF6DF3CDF31}"/>
                </a:ext>
              </a:extLst>
            </p:cNvPr>
            <p:cNvSpPr>
              <a:spLocks noGrp="1"/>
            </p:cNvSpPr>
            <p:nvPr/>
          </p:nvSpPr>
          <p:spPr>
            <a:xfrm>
              <a:off x="21609844" y="3467100"/>
              <a:ext cx="15522" cy="133350"/>
            </a:xfrm>
            <a:prstGeom prst="rect">
              <a:avLst/>
            </a:prstGeom>
            <a:solidFill>
              <a:srgbClr val="DCE8ED"/>
            </a:solidFill>
            <a:ln w="0">
              <a:noFill/>
              <a:prstDash val="solid"/>
            </a:ln>
          </p:spPr>
        </p:sp>
        <p:sp>
          <p:nvSpPr>
            <p:cNvPr id="2420" name="dense-strip-10-cell-23">
              <a:extLst>
                <a:ext uri="{FF2B5EF4-FFF2-40B4-BE49-F238E27FC236}">
                  <a16:creationId xmlns:a16="http://schemas.microsoft.com/office/drawing/2014/main" id="{478270D0-A1C9-48A3-95E9-970EDE9D6B5E}"/>
                </a:ext>
              </a:extLst>
            </p:cNvPr>
            <p:cNvSpPr>
              <a:spLocks noGrp="1"/>
            </p:cNvSpPr>
            <p:nvPr/>
          </p:nvSpPr>
          <p:spPr>
            <a:xfrm>
              <a:off x="21594465" y="3467100"/>
              <a:ext cx="15522" cy="133350"/>
            </a:xfrm>
            <a:prstGeom prst="rect">
              <a:avLst/>
            </a:prstGeom>
            <a:solidFill>
              <a:srgbClr val="DCE8ED"/>
            </a:solidFill>
            <a:ln w="0">
              <a:noFill/>
              <a:prstDash val="solid"/>
            </a:ln>
          </p:spPr>
        </p:sp>
        <p:sp>
          <p:nvSpPr>
            <p:cNvPr id="2421" name="dense-strip-10-cell-22">
              <a:extLst>
                <a:ext uri="{FF2B5EF4-FFF2-40B4-BE49-F238E27FC236}">
                  <a16:creationId xmlns:a16="http://schemas.microsoft.com/office/drawing/2014/main" id="{F8BB5239-092F-400E-9E9F-1E26E56D9E9E}"/>
                </a:ext>
              </a:extLst>
            </p:cNvPr>
            <p:cNvSpPr>
              <a:spLocks noGrp="1"/>
            </p:cNvSpPr>
            <p:nvPr/>
          </p:nvSpPr>
          <p:spPr>
            <a:xfrm>
              <a:off x="21579086" y="3467100"/>
              <a:ext cx="15522" cy="133350"/>
            </a:xfrm>
            <a:prstGeom prst="rect">
              <a:avLst/>
            </a:prstGeom>
            <a:solidFill>
              <a:srgbClr val="DCE8ED"/>
            </a:solidFill>
            <a:ln w="0">
              <a:noFill/>
              <a:prstDash val="solid"/>
            </a:ln>
          </p:spPr>
        </p:sp>
        <p:sp>
          <p:nvSpPr>
            <p:cNvPr id="2422" name="dense-strip-10-cell-21">
              <a:extLst>
                <a:ext uri="{FF2B5EF4-FFF2-40B4-BE49-F238E27FC236}">
                  <a16:creationId xmlns:a16="http://schemas.microsoft.com/office/drawing/2014/main" id="{6113D75D-B349-4B13-854B-07B811984D78}"/>
                </a:ext>
              </a:extLst>
            </p:cNvPr>
            <p:cNvSpPr>
              <a:spLocks noGrp="1"/>
            </p:cNvSpPr>
            <p:nvPr/>
          </p:nvSpPr>
          <p:spPr>
            <a:xfrm>
              <a:off x="21563707" y="3467100"/>
              <a:ext cx="15522" cy="133350"/>
            </a:xfrm>
            <a:prstGeom prst="rect">
              <a:avLst/>
            </a:prstGeom>
            <a:solidFill>
              <a:srgbClr val="DCE8ED"/>
            </a:solidFill>
            <a:ln w="0">
              <a:noFill/>
              <a:prstDash val="solid"/>
            </a:ln>
          </p:spPr>
        </p:sp>
        <p:sp>
          <p:nvSpPr>
            <p:cNvPr id="2423" name="dense-strip-10-cell-20">
              <a:extLst>
                <a:ext uri="{FF2B5EF4-FFF2-40B4-BE49-F238E27FC236}">
                  <a16:creationId xmlns:a16="http://schemas.microsoft.com/office/drawing/2014/main" id="{28D182A3-4BB6-4593-B501-E3A5BE07F7B9}"/>
                </a:ext>
              </a:extLst>
            </p:cNvPr>
            <p:cNvSpPr>
              <a:spLocks noGrp="1"/>
            </p:cNvSpPr>
            <p:nvPr/>
          </p:nvSpPr>
          <p:spPr>
            <a:xfrm>
              <a:off x="21548328" y="3467100"/>
              <a:ext cx="15522" cy="133350"/>
            </a:xfrm>
            <a:prstGeom prst="rect">
              <a:avLst/>
            </a:prstGeom>
            <a:solidFill>
              <a:srgbClr val="DCE8ED"/>
            </a:solidFill>
            <a:ln w="0">
              <a:noFill/>
              <a:prstDash val="solid"/>
            </a:ln>
          </p:spPr>
        </p:sp>
        <p:sp>
          <p:nvSpPr>
            <p:cNvPr id="2424" name="dense-strip-10-cell-19">
              <a:extLst>
                <a:ext uri="{FF2B5EF4-FFF2-40B4-BE49-F238E27FC236}">
                  <a16:creationId xmlns:a16="http://schemas.microsoft.com/office/drawing/2014/main" id="{71B2E97A-F811-412C-B18D-603070710D94}"/>
                </a:ext>
              </a:extLst>
            </p:cNvPr>
            <p:cNvSpPr>
              <a:spLocks noGrp="1"/>
            </p:cNvSpPr>
            <p:nvPr/>
          </p:nvSpPr>
          <p:spPr>
            <a:xfrm>
              <a:off x="21532949" y="3467100"/>
              <a:ext cx="15522" cy="133350"/>
            </a:xfrm>
            <a:prstGeom prst="rect">
              <a:avLst/>
            </a:prstGeom>
            <a:solidFill>
              <a:srgbClr val="DCE8ED"/>
            </a:solidFill>
            <a:ln w="0">
              <a:noFill/>
              <a:prstDash val="solid"/>
            </a:ln>
          </p:spPr>
        </p:sp>
        <p:sp>
          <p:nvSpPr>
            <p:cNvPr id="2425" name="dense-strip-10-cell-18">
              <a:extLst>
                <a:ext uri="{FF2B5EF4-FFF2-40B4-BE49-F238E27FC236}">
                  <a16:creationId xmlns:a16="http://schemas.microsoft.com/office/drawing/2014/main" id="{34F59FA3-57C3-4AA9-819E-4969E3DA1D6D}"/>
                </a:ext>
              </a:extLst>
            </p:cNvPr>
            <p:cNvSpPr>
              <a:spLocks noGrp="1"/>
            </p:cNvSpPr>
            <p:nvPr/>
          </p:nvSpPr>
          <p:spPr>
            <a:xfrm>
              <a:off x="21517570" y="3467100"/>
              <a:ext cx="15522" cy="133350"/>
            </a:xfrm>
            <a:prstGeom prst="rect">
              <a:avLst/>
            </a:prstGeom>
            <a:solidFill>
              <a:srgbClr val="DBE8EC"/>
            </a:solidFill>
            <a:ln w="0">
              <a:noFill/>
              <a:prstDash val="solid"/>
            </a:ln>
          </p:spPr>
        </p:sp>
        <p:sp>
          <p:nvSpPr>
            <p:cNvPr id="2426" name="dense-strip-10-cell-17">
              <a:extLst>
                <a:ext uri="{FF2B5EF4-FFF2-40B4-BE49-F238E27FC236}">
                  <a16:creationId xmlns:a16="http://schemas.microsoft.com/office/drawing/2014/main" id="{B3B133A6-2FDF-400A-B34F-4A05C41A1994}"/>
                </a:ext>
              </a:extLst>
            </p:cNvPr>
            <p:cNvSpPr>
              <a:spLocks noGrp="1"/>
            </p:cNvSpPr>
            <p:nvPr/>
          </p:nvSpPr>
          <p:spPr>
            <a:xfrm>
              <a:off x="21502191" y="3467100"/>
              <a:ext cx="15522" cy="133350"/>
            </a:xfrm>
            <a:prstGeom prst="rect">
              <a:avLst/>
            </a:prstGeom>
            <a:solidFill>
              <a:srgbClr val="DCE8ED"/>
            </a:solidFill>
            <a:ln w="0">
              <a:noFill/>
              <a:prstDash val="solid"/>
            </a:ln>
          </p:spPr>
        </p:sp>
        <p:sp>
          <p:nvSpPr>
            <p:cNvPr id="2427" name="dense-strip-10-cell-16">
              <a:extLst>
                <a:ext uri="{FF2B5EF4-FFF2-40B4-BE49-F238E27FC236}">
                  <a16:creationId xmlns:a16="http://schemas.microsoft.com/office/drawing/2014/main" id="{517815DB-CE4C-4F26-B751-A799AAF8DB56}"/>
                </a:ext>
              </a:extLst>
            </p:cNvPr>
            <p:cNvSpPr>
              <a:spLocks noGrp="1"/>
            </p:cNvSpPr>
            <p:nvPr/>
          </p:nvSpPr>
          <p:spPr>
            <a:xfrm>
              <a:off x="21486813" y="3467100"/>
              <a:ext cx="15522" cy="133350"/>
            </a:xfrm>
            <a:prstGeom prst="rect">
              <a:avLst/>
            </a:prstGeom>
            <a:solidFill>
              <a:srgbClr val="DCE8ED"/>
            </a:solidFill>
            <a:ln w="0">
              <a:noFill/>
              <a:prstDash val="solid"/>
            </a:ln>
          </p:spPr>
        </p:sp>
        <p:sp>
          <p:nvSpPr>
            <p:cNvPr id="2428" name="dense-strip-10-cell-15">
              <a:extLst>
                <a:ext uri="{FF2B5EF4-FFF2-40B4-BE49-F238E27FC236}">
                  <a16:creationId xmlns:a16="http://schemas.microsoft.com/office/drawing/2014/main" id="{6CA4C314-9B9C-4147-9F05-66F3D76546A8}"/>
                </a:ext>
              </a:extLst>
            </p:cNvPr>
            <p:cNvSpPr>
              <a:spLocks noGrp="1"/>
            </p:cNvSpPr>
            <p:nvPr/>
          </p:nvSpPr>
          <p:spPr>
            <a:xfrm>
              <a:off x="21471434" y="3467100"/>
              <a:ext cx="15522" cy="133350"/>
            </a:xfrm>
            <a:prstGeom prst="rect">
              <a:avLst/>
            </a:prstGeom>
            <a:solidFill>
              <a:srgbClr val="DCE8ED"/>
            </a:solidFill>
            <a:ln w="0">
              <a:noFill/>
              <a:prstDash val="solid"/>
            </a:ln>
          </p:spPr>
        </p:sp>
        <p:sp>
          <p:nvSpPr>
            <p:cNvPr id="2429" name="dense-strip-10-cell-14">
              <a:extLst>
                <a:ext uri="{FF2B5EF4-FFF2-40B4-BE49-F238E27FC236}">
                  <a16:creationId xmlns:a16="http://schemas.microsoft.com/office/drawing/2014/main" id="{68D42433-33AD-4F1A-9BD8-3C4E370939E5}"/>
                </a:ext>
              </a:extLst>
            </p:cNvPr>
            <p:cNvSpPr>
              <a:spLocks noGrp="1"/>
            </p:cNvSpPr>
            <p:nvPr/>
          </p:nvSpPr>
          <p:spPr>
            <a:xfrm>
              <a:off x="21456055" y="3467100"/>
              <a:ext cx="15522" cy="133350"/>
            </a:xfrm>
            <a:prstGeom prst="rect">
              <a:avLst/>
            </a:prstGeom>
            <a:solidFill>
              <a:srgbClr val="DCE8ED"/>
            </a:solidFill>
            <a:ln w="0">
              <a:noFill/>
              <a:prstDash val="solid"/>
            </a:ln>
          </p:spPr>
        </p:sp>
        <p:sp>
          <p:nvSpPr>
            <p:cNvPr id="2430" name="dense-strip-10-cell-13">
              <a:extLst>
                <a:ext uri="{FF2B5EF4-FFF2-40B4-BE49-F238E27FC236}">
                  <a16:creationId xmlns:a16="http://schemas.microsoft.com/office/drawing/2014/main" id="{60BD3E54-FD9D-455F-8356-AC42E5A0BE46}"/>
                </a:ext>
              </a:extLst>
            </p:cNvPr>
            <p:cNvSpPr>
              <a:spLocks noGrp="1"/>
            </p:cNvSpPr>
            <p:nvPr/>
          </p:nvSpPr>
          <p:spPr>
            <a:xfrm>
              <a:off x="21440676" y="3467100"/>
              <a:ext cx="15522" cy="133350"/>
            </a:xfrm>
            <a:prstGeom prst="rect">
              <a:avLst/>
            </a:prstGeom>
            <a:solidFill>
              <a:srgbClr val="DAE7EC"/>
            </a:solidFill>
            <a:ln w="0">
              <a:noFill/>
              <a:prstDash val="solid"/>
            </a:ln>
          </p:spPr>
        </p:sp>
        <p:sp>
          <p:nvSpPr>
            <p:cNvPr id="2431" name="dense-strip-10-cell-12">
              <a:extLst>
                <a:ext uri="{FF2B5EF4-FFF2-40B4-BE49-F238E27FC236}">
                  <a16:creationId xmlns:a16="http://schemas.microsoft.com/office/drawing/2014/main" id="{75695225-0388-49C8-93CF-B3515C6EE0B4}"/>
                </a:ext>
              </a:extLst>
            </p:cNvPr>
            <p:cNvSpPr>
              <a:spLocks noGrp="1"/>
            </p:cNvSpPr>
            <p:nvPr/>
          </p:nvSpPr>
          <p:spPr>
            <a:xfrm>
              <a:off x="21425297" y="3467100"/>
              <a:ext cx="15522" cy="133350"/>
            </a:xfrm>
            <a:prstGeom prst="rect">
              <a:avLst/>
            </a:prstGeom>
            <a:solidFill>
              <a:srgbClr val="DCE8ED"/>
            </a:solidFill>
            <a:ln w="0">
              <a:noFill/>
              <a:prstDash val="solid"/>
            </a:ln>
          </p:spPr>
        </p:sp>
        <p:sp>
          <p:nvSpPr>
            <p:cNvPr id="2432" name="dense-strip-10-cell-11">
              <a:extLst>
                <a:ext uri="{FF2B5EF4-FFF2-40B4-BE49-F238E27FC236}">
                  <a16:creationId xmlns:a16="http://schemas.microsoft.com/office/drawing/2014/main" id="{9C661E5F-C1A0-4AC6-92A9-547D4AD64998}"/>
                </a:ext>
              </a:extLst>
            </p:cNvPr>
            <p:cNvSpPr>
              <a:spLocks noGrp="1"/>
            </p:cNvSpPr>
            <p:nvPr/>
          </p:nvSpPr>
          <p:spPr>
            <a:xfrm>
              <a:off x="21409918" y="3467100"/>
              <a:ext cx="15522" cy="133350"/>
            </a:xfrm>
            <a:prstGeom prst="rect">
              <a:avLst/>
            </a:prstGeom>
            <a:solidFill>
              <a:srgbClr val="DCE8ED"/>
            </a:solidFill>
            <a:ln w="0">
              <a:noFill/>
              <a:prstDash val="solid"/>
            </a:ln>
          </p:spPr>
        </p:sp>
        <p:sp>
          <p:nvSpPr>
            <p:cNvPr id="2433" name="dense-strip-10-cell-10">
              <a:extLst>
                <a:ext uri="{FF2B5EF4-FFF2-40B4-BE49-F238E27FC236}">
                  <a16:creationId xmlns:a16="http://schemas.microsoft.com/office/drawing/2014/main" id="{2514CA40-77F1-4E63-AE73-A10BD9268CF0}"/>
                </a:ext>
              </a:extLst>
            </p:cNvPr>
            <p:cNvSpPr>
              <a:spLocks noGrp="1"/>
            </p:cNvSpPr>
            <p:nvPr/>
          </p:nvSpPr>
          <p:spPr>
            <a:xfrm>
              <a:off x="21394539" y="3467100"/>
              <a:ext cx="15522" cy="133350"/>
            </a:xfrm>
            <a:prstGeom prst="rect">
              <a:avLst/>
            </a:prstGeom>
            <a:solidFill>
              <a:srgbClr val="DCE8ED"/>
            </a:solidFill>
            <a:ln w="0">
              <a:noFill/>
              <a:prstDash val="solid"/>
            </a:ln>
          </p:spPr>
        </p:sp>
        <p:sp>
          <p:nvSpPr>
            <p:cNvPr id="2434" name="dense-strip-10-cell-9">
              <a:extLst>
                <a:ext uri="{FF2B5EF4-FFF2-40B4-BE49-F238E27FC236}">
                  <a16:creationId xmlns:a16="http://schemas.microsoft.com/office/drawing/2014/main" id="{3B358416-A5D9-4194-A78C-1079B67DFF34}"/>
                </a:ext>
              </a:extLst>
            </p:cNvPr>
            <p:cNvSpPr>
              <a:spLocks noGrp="1"/>
            </p:cNvSpPr>
            <p:nvPr/>
          </p:nvSpPr>
          <p:spPr>
            <a:xfrm>
              <a:off x="21379160" y="3467100"/>
              <a:ext cx="15522" cy="133350"/>
            </a:xfrm>
            <a:prstGeom prst="rect">
              <a:avLst/>
            </a:prstGeom>
            <a:solidFill>
              <a:srgbClr val="DCE8ED"/>
            </a:solidFill>
            <a:ln w="0">
              <a:noFill/>
              <a:prstDash val="solid"/>
            </a:ln>
          </p:spPr>
        </p:sp>
        <p:sp>
          <p:nvSpPr>
            <p:cNvPr id="2435" name="dense-strip-10-cell-8">
              <a:extLst>
                <a:ext uri="{FF2B5EF4-FFF2-40B4-BE49-F238E27FC236}">
                  <a16:creationId xmlns:a16="http://schemas.microsoft.com/office/drawing/2014/main" id="{CD56DDD8-DF94-4C34-99BB-650D7D0AD5B3}"/>
                </a:ext>
              </a:extLst>
            </p:cNvPr>
            <p:cNvSpPr>
              <a:spLocks noGrp="1"/>
            </p:cNvSpPr>
            <p:nvPr/>
          </p:nvSpPr>
          <p:spPr>
            <a:xfrm>
              <a:off x="21363781" y="3467100"/>
              <a:ext cx="15522" cy="133350"/>
            </a:xfrm>
            <a:prstGeom prst="rect">
              <a:avLst/>
            </a:prstGeom>
            <a:solidFill>
              <a:srgbClr val="DCE8ED"/>
            </a:solidFill>
            <a:ln w="0">
              <a:noFill/>
              <a:prstDash val="solid"/>
            </a:ln>
          </p:spPr>
        </p:sp>
        <p:sp>
          <p:nvSpPr>
            <p:cNvPr id="2436" name="dense-strip-10-cell-7">
              <a:extLst>
                <a:ext uri="{FF2B5EF4-FFF2-40B4-BE49-F238E27FC236}">
                  <a16:creationId xmlns:a16="http://schemas.microsoft.com/office/drawing/2014/main" id="{DBEE5B01-C285-4581-95B2-6765F8F064E6}"/>
                </a:ext>
              </a:extLst>
            </p:cNvPr>
            <p:cNvSpPr>
              <a:spLocks noGrp="1"/>
            </p:cNvSpPr>
            <p:nvPr/>
          </p:nvSpPr>
          <p:spPr>
            <a:xfrm>
              <a:off x="21348402" y="3467100"/>
              <a:ext cx="15522" cy="133350"/>
            </a:xfrm>
            <a:prstGeom prst="rect">
              <a:avLst/>
            </a:prstGeom>
            <a:solidFill>
              <a:srgbClr val="DCE8ED"/>
            </a:solidFill>
            <a:ln w="0">
              <a:noFill/>
              <a:prstDash val="solid"/>
            </a:ln>
          </p:spPr>
        </p:sp>
        <p:sp>
          <p:nvSpPr>
            <p:cNvPr id="2437" name="dense-strip-10-cell-6">
              <a:extLst>
                <a:ext uri="{FF2B5EF4-FFF2-40B4-BE49-F238E27FC236}">
                  <a16:creationId xmlns:a16="http://schemas.microsoft.com/office/drawing/2014/main" id="{9CDD4700-03E2-4499-8BE7-88520CB7ED0A}"/>
                </a:ext>
              </a:extLst>
            </p:cNvPr>
            <p:cNvSpPr>
              <a:spLocks noGrp="1"/>
            </p:cNvSpPr>
            <p:nvPr/>
          </p:nvSpPr>
          <p:spPr>
            <a:xfrm>
              <a:off x="21333023" y="3467100"/>
              <a:ext cx="15522" cy="133350"/>
            </a:xfrm>
            <a:prstGeom prst="rect">
              <a:avLst/>
            </a:prstGeom>
            <a:solidFill>
              <a:srgbClr val="DCE8ED"/>
            </a:solidFill>
            <a:ln w="0">
              <a:noFill/>
              <a:prstDash val="solid"/>
            </a:ln>
          </p:spPr>
        </p:sp>
        <p:sp>
          <p:nvSpPr>
            <p:cNvPr id="2438" name="dense-strip-10-cell-5">
              <a:extLst>
                <a:ext uri="{FF2B5EF4-FFF2-40B4-BE49-F238E27FC236}">
                  <a16:creationId xmlns:a16="http://schemas.microsoft.com/office/drawing/2014/main" id="{91D466D1-2BA3-4505-BD4D-866BBBBE7ABF}"/>
                </a:ext>
              </a:extLst>
            </p:cNvPr>
            <p:cNvSpPr>
              <a:spLocks noGrp="1"/>
            </p:cNvSpPr>
            <p:nvPr/>
          </p:nvSpPr>
          <p:spPr>
            <a:xfrm>
              <a:off x="21317645" y="3467100"/>
              <a:ext cx="15522" cy="133350"/>
            </a:xfrm>
            <a:prstGeom prst="rect">
              <a:avLst/>
            </a:prstGeom>
            <a:solidFill>
              <a:srgbClr val="DCE8ED"/>
            </a:solidFill>
            <a:ln w="0">
              <a:noFill/>
              <a:prstDash val="solid"/>
            </a:ln>
          </p:spPr>
        </p:sp>
        <p:sp>
          <p:nvSpPr>
            <p:cNvPr id="2439" name="dense-strip-10-cell-4">
              <a:extLst>
                <a:ext uri="{FF2B5EF4-FFF2-40B4-BE49-F238E27FC236}">
                  <a16:creationId xmlns:a16="http://schemas.microsoft.com/office/drawing/2014/main" id="{2703498F-AB75-4B67-A45E-5D8B7E963885}"/>
                </a:ext>
              </a:extLst>
            </p:cNvPr>
            <p:cNvSpPr>
              <a:spLocks noGrp="1"/>
            </p:cNvSpPr>
            <p:nvPr/>
          </p:nvSpPr>
          <p:spPr>
            <a:xfrm>
              <a:off x="21302266" y="3467100"/>
              <a:ext cx="15522" cy="133350"/>
            </a:xfrm>
            <a:prstGeom prst="rect">
              <a:avLst/>
            </a:prstGeom>
            <a:solidFill>
              <a:srgbClr val="DCE8ED"/>
            </a:solidFill>
            <a:ln w="0">
              <a:noFill/>
              <a:prstDash val="solid"/>
            </a:ln>
          </p:spPr>
        </p:sp>
        <p:sp>
          <p:nvSpPr>
            <p:cNvPr id="2440" name="dense-strip-10-cell-3">
              <a:extLst>
                <a:ext uri="{FF2B5EF4-FFF2-40B4-BE49-F238E27FC236}">
                  <a16:creationId xmlns:a16="http://schemas.microsoft.com/office/drawing/2014/main" id="{B0D535C7-E2A7-42B1-9357-5B57629738D2}"/>
                </a:ext>
              </a:extLst>
            </p:cNvPr>
            <p:cNvSpPr>
              <a:spLocks noGrp="1"/>
            </p:cNvSpPr>
            <p:nvPr/>
          </p:nvSpPr>
          <p:spPr>
            <a:xfrm>
              <a:off x="21286887" y="3467100"/>
              <a:ext cx="15522" cy="133350"/>
            </a:xfrm>
            <a:prstGeom prst="rect">
              <a:avLst/>
            </a:prstGeom>
            <a:solidFill>
              <a:srgbClr val="DCE8ED"/>
            </a:solidFill>
            <a:ln w="0">
              <a:noFill/>
              <a:prstDash val="solid"/>
            </a:ln>
          </p:spPr>
        </p:sp>
        <p:sp>
          <p:nvSpPr>
            <p:cNvPr id="2441" name="dense-strip-10-cell-2">
              <a:extLst>
                <a:ext uri="{FF2B5EF4-FFF2-40B4-BE49-F238E27FC236}">
                  <a16:creationId xmlns:a16="http://schemas.microsoft.com/office/drawing/2014/main" id="{0C9A5B5C-E92E-4A7B-9496-080A59ECC3F9}"/>
                </a:ext>
              </a:extLst>
            </p:cNvPr>
            <p:cNvSpPr>
              <a:spLocks noGrp="1"/>
            </p:cNvSpPr>
            <p:nvPr/>
          </p:nvSpPr>
          <p:spPr>
            <a:xfrm>
              <a:off x="21271508" y="3467100"/>
              <a:ext cx="15522" cy="133350"/>
            </a:xfrm>
            <a:prstGeom prst="rect">
              <a:avLst/>
            </a:prstGeom>
            <a:solidFill>
              <a:srgbClr val="DCE8ED"/>
            </a:solidFill>
            <a:ln w="0">
              <a:noFill/>
              <a:prstDash val="solid"/>
            </a:ln>
          </p:spPr>
        </p:sp>
        <p:sp>
          <p:nvSpPr>
            <p:cNvPr id="2442" name="dense-strip-10-cell-1">
              <a:extLst>
                <a:ext uri="{FF2B5EF4-FFF2-40B4-BE49-F238E27FC236}">
                  <a16:creationId xmlns:a16="http://schemas.microsoft.com/office/drawing/2014/main" id="{64936B03-40BF-4C2D-9F85-F519FC3AA874}"/>
                </a:ext>
              </a:extLst>
            </p:cNvPr>
            <p:cNvSpPr>
              <a:spLocks noGrp="1"/>
            </p:cNvSpPr>
            <p:nvPr/>
          </p:nvSpPr>
          <p:spPr>
            <a:xfrm>
              <a:off x="21256129" y="3467100"/>
              <a:ext cx="15522" cy="133350"/>
            </a:xfrm>
            <a:prstGeom prst="rect">
              <a:avLst/>
            </a:prstGeom>
            <a:solidFill>
              <a:srgbClr val="DCE8ED"/>
            </a:solidFill>
            <a:ln w="0">
              <a:noFill/>
              <a:prstDash val="solid"/>
            </a:ln>
          </p:spPr>
        </p:sp>
        <p:sp>
          <p:nvSpPr>
            <p:cNvPr id="2443" name="dense-strip-10-cell-0">
              <a:extLst>
                <a:ext uri="{FF2B5EF4-FFF2-40B4-BE49-F238E27FC236}">
                  <a16:creationId xmlns:a16="http://schemas.microsoft.com/office/drawing/2014/main" id="{B29F9730-3D7D-4286-AD4B-8ED8EB199EA7}"/>
                </a:ext>
              </a:extLst>
            </p:cNvPr>
            <p:cNvSpPr>
              <a:spLocks noGrp="1"/>
            </p:cNvSpPr>
            <p:nvPr/>
          </p:nvSpPr>
          <p:spPr>
            <a:xfrm>
              <a:off x="21240750" y="3467100"/>
              <a:ext cx="15522" cy="133350"/>
            </a:xfrm>
            <a:prstGeom prst="rect">
              <a:avLst/>
            </a:prstGeom>
            <a:solidFill>
              <a:srgbClr val="DCE8ED"/>
            </a:solidFill>
            <a:ln w="0">
              <a:noFill/>
              <a:prstDash val="solid"/>
            </a:ln>
          </p:spPr>
        </p:sp>
        <p:sp>
          <p:nvSpPr>
            <p:cNvPr id="2444" name="dense-strip-9-border">
              <a:extLst>
                <a:ext uri="{FF2B5EF4-FFF2-40B4-BE49-F238E27FC236}">
                  <a16:creationId xmlns:a16="http://schemas.microsoft.com/office/drawing/2014/main" id="{8E3D1A37-E2AE-42F2-9021-32A053C7C906}"/>
                </a:ext>
              </a:extLst>
            </p:cNvPr>
            <p:cNvSpPr>
              <a:spLocks noGrp="1"/>
            </p:cNvSpPr>
            <p:nvPr/>
          </p:nvSpPr>
          <p:spPr>
            <a:xfrm>
              <a:off x="21240750" y="3257550"/>
              <a:ext cx="2952750" cy="133350"/>
            </a:xfrm>
            <a:prstGeom prst="rect">
              <a:avLst/>
            </a:prstGeom>
            <a:noFill/>
            <a:ln w="6191">
              <a:solidFill>
                <a:srgbClr val="6B7D89"/>
              </a:solidFill>
              <a:prstDash val="solid"/>
            </a:ln>
          </p:spPr>
        </p:sp>
        <p:sp>
          <p:nvSpPr>
            <p:cNvPr id="2445" name="dense-strip-9-cell-191">
              <a:extLst>
                <a:ext uri="{FF2B5EF4-FFF2-40B4-BE49-F238E27FC236}">
                  <a16:creationId xmlns:a16="http://schemas.microsoft.com/office/drawing/2014/main" id="{4D0325BA-9DA9-400E-AFDF-0F5E213BD0F9}"/>
                </a:ext>
              </a:extLst>
            </p:cNvPr>
            <p:cNvSpPr>
              <a:spLocks noGrp="1"/>
            </p:cNvSpPr>
            <p:nvPr/>
          </p:nvSpPr>
          <p:spPr>
            <a:xfrm>
              <a:off x="24178121" y="3257550"/>
              <a:ext cx="15522" cy="133350"/>
            </a:xfrm>
            <a:prstGeom prst="rect">
              <a:avLst/>
            </a:prstGeom>
            <a:solidFill>
              <a:srgbClr val="D8CCDC"/>
            </a:solidFill>
            <a:ln w="0">
              <a:noFill/>
              <a:prstDash val="solid"/>
            </a:ln>
          </p:spPr>
        </p:sp>
        <p:sp>
          <p:nvSpPr>
            <p:cNvPr id="2446" name="dense-strip-9-cell-190">
              <a:extLst>
                <a:ext uri="{FF2B5EF4-FFF2-40B4-BE49-F238E27FC236}">
                  <a16:creationId xmlns:a16="http://schemas.microsoft.com/office/drawing/2014/main" id="{3B109862-A3DD-433E-8CD7-1A56EE7247BA}"/>
                </a:ext>
              </a:extLst>
            </p:cNvPr>
            <p:cNvSpPr>
              <a:spLocks noGrp="1"/>
            </p:cNvSpPr>
            <p:nvPr/>
          </p:nvSpPr>
          <p:spPr>
            <a:xfrm>
              <a:off x="24162742" y="3257550"/>
              <a:ext cx="15522" cy="133350"/>
            </a:xfrm>
            <a:prstGeom prst="rect">
              <a:avLst/>
            </a:prstGeom>
            <a:solidFill>
              <a:srgbClr val="D8CCDC"/>
            </a:solidFill>
            <a:ln w="0">
              <a:noFill/>
              <a:prstDash val="solid"/>
            </a:ln>
          </p:spPr>
        </p:sp>
        <p:sp>
          <p:nvSpPr>
            <p:cNvPr id="2447" name="dense-strip-9-cell-189">
              <a:extLst>
                <a:ext uri="{FF2B5EF4-FFF2-40B4-BE49-F238E27FC236}">
                  <a16:creationId xmlns:a16="http://schemas.microsoft.com/office/drawing/2014/main" id="{C82AA9DE-22A6-49DF-B6C5-6CF353466BF3}"/>
                </a:ext>
              </a:extLst>
            </p:cNvPr>
            <p:cNvSpPr>
              <a:spLocks noGrp="1"/>
            </p:cNvSpPr>
            <p:nvPr/>
          </p:nvSpPr>
          <p:spPr>
            <a:xfrm>
              <a:off x="24147363" y="3257550"/>
              <a:ext cx="15522" cy="133350"/>
            </a:xfrm>
            <a:prstGeom prst="rect">
              <a:avLst/>
            </a:prstGeom>
            <a:solidFill>
              <a:srgbClr val="D8CCDC"/>
            </a:solidFill>
            <a:ln w="0">
              <a:noFill/>
              <a:prstDash val="solid"/>
            </a:ln>
          </p:spPr>
        </p:sp>
        <p:sp>
          <p:nvSpPr>
            <p:cNvPr id="2448" name="dense-strip-9-cell-188">
              <a:extLst>
                <a:ext uri="{FF2B5EF4-FFF2-40B4-BE49-F238E27FC236}">
                  <a16:creationId xmlns:a16="http://schemas.microsoft.com/office/drawing/2014/main" id="{20224E8C-4D0C-44F6-B074-A34C35B1CBC7}"/>
                </a:ext>
              </a:extLst>
            </p:cNvPr>
            <p:cNvSpPr>
              <a:spLocks noGrp="1"/>
            </p:cNvSpPr>
            <p:nvPr/>
          </p:nvSpPr>
          <p:spPr>
            <a:xfrm>
              <a:off x="24131984" y="3257550"/>
              <a:ext cx="15522" cy="133350"/>
            </a:xfrm>
            <a:prstGeom prst="rect">
              <a:avLst/>
            </a:prstGeom>
            <a:solidFill>
              <a:srgbClr val="D8CCDC"/>
            </a:solidFill>
            <a:ln w="0">
              <a:noFill/>
              <a:prstDash val="solid"/>
            </a:ln>
          </p:spPr>
        </p:sp>
        <p:sp>
          <p:nvSpPr>
            <p:cNvPr id="2449" name="dense-strip-9-cell-187">
              <a:extLst>
                <a:ext uri="{FF2B5EF4-FFF2-40B4-BE49-F238E27FC236}">
                  <a16:creationId xmlns:a16="http://schemas.microsoft.com/office/drawing/2014/main" id="{750956D8-D298-4D44-804F-4BD75D4A5284}"/>
                </a:ext>
              </a:extLst>
            </p:cNvPr>
            <p:cNvSpPr>
              <a:spLocks noGrp="1"/>
            </p:cNvSpPr>
            <p:nvPr/>
          </p:nvSpPr>
          <p:spPr>
            <a:xfrm>
              <a:off x="24116605" y="3257550"/>
              <a:ext cx="15522" cy="133350"/>
            </a:xfrm>
            <a:prstGeom prst="rect">
              <a:avLst/>
            </a:prstGeom>
            <a:solidFill>
              <a:srgbClr val="D8CCDC"/>
            </a:solidFill>
            <a:ln w="0">
              <a:noFill/>
              <a:prstDash val="solid"/>
            </a:ln>
          </p:spPr>
        </p:sp>
        <p:sp>
          <p:nvSpPr>
            <p:cNvPr id="2450" name="dense-strip-9-cell-186">
              <a:extLst>
                <a:ext uri="{FF2B5EF4-FFF2-40B4-BE49-F238E27FC236}">
                  <a16:creationId xmlns:a16="http://schemas.microsoft.com/office/drawing/2014/main" id="{606D5800-D38E-4EA8-A216-B3C3E62F212E}"/>
                </a:ext>
              </a:extLst>
            </p:cNvPr>
            <p:cNvSpPr>
              <a:spLocks noGrp="1"/>
            </p:cNvSpPr>
            <p:nvPr/>
          </p:nvSpPr>
          <p:spPr>
            <a:xfrm>
              <a:off x="24101227" y="3257550"/>
              <a:ext cx="15522" cy="133350"/>
            </a:xfrm>
            <a:prstGeom prst="rect">
              <a:avLst/>
            </a:prstGeom>
            <a:solidFill>
              <a:srgbClr val="D8CCDC"/>
            </a:solidFill>
            <a:ln w="0">
              <a:noFill/>
              <a:prstDash val="solid"/>
            </a:ln>
          </p:spPr>
        </p:sp>
        <p:sp>
          <p:nvSpPr>
            <p:cNvPr id="2451" name="dense-strip-9-cell-185">
              <a:extLst>
                <a:ext uri="{FF2B5EF4-FFF2-40B4-BE49-F238E27FC236}">
                  <a16:creationId xmlns:a16="http://schemas.microsoft.com/office/drawing/2014/main" id="{B2440255-5E48-4287-AFE9-4E6CAD2FBC97}"/>
                </a:ext>
              </a:extLst>
            </p:cNvPr>
            <p:cNvSpPr>
              <a:spLocks noGrp="1"/>
            </p:cNvSpPr>
            <p:nvPr/>
          </p:nvSpPr>
          <p:spPr>
            <a:xfrm>
              <a:off x="24085848" y="3257550"/>
              <a:ext cx="15522" cy="133350"/>
            </a:xfrm>
            <a:prstGeom prst="rect">
              <a:avLst/>
            </a:prstGeom>
            <a:solidFill>
              <a:srgbClr val="D6BED3"/>
            </a:solidFill>
            <a:ln w="0">
              <a:noFill/>
              <a:prstDash val="solid"/>
            </a:ln>
          </p:spPr>
        </p:sp>
        <p:sp>
          <p:nvSpPr>
            <p:cNvPr id="2452" name="dense-strip-9-cell-184">
              <a:extLst>
                <a:ext uri="{FF2B5EF4-FFF2-40B4-BE49-F238E27FC236}">
                  <a16:creationId xmlns:a16="http://schemas.microsoft.com/office/drawing/2014/main" id="{36031B66-0953-4699-B69C-860FF2E2932A}"/>
                </a:ext>
              </a:extLst>
            </p:cNvPr>
            <p:cNvSpPr>
              <a:spLocks noGrp="1"/>
            </p:cNvSpPr>
            <p:nvPr/>
          </p:nvSpPr>
          <p:spPr>
            <a:xfrm>
              <a:off x="24070469" y="3257550"/>
              <a:ext cx="15522" cy="133350"/>
            </a:xfrm>
            <a:prstGeom prst="rect">
              <a:avLst/>
            </a:prstGeom>
            <a:solidFill>
              <a:srgbClr val="D199BB"/>
            </a:solidFill>
            <a:ln w="0">
              <a:noFill/>
              <a:prstDash val="solid"/>
            </a:ln>
          </p:spPr>
        </p:sp>
        <p:sp>
          <p:nvSpPr>
            <p:cNvPr id="2453" name="dense-strip-9-cell-183">
              <a:extLst>
                <a:ext uri="{FF2B5EF4-FFF2-40B4-BE49-F238E27FC236}">
                  <a16:creationId xmlns:a16="http://schemas.microsoft.com/office/drawing/2014/main" id="{D3D3F5CE-4666-40D0-97A3-03B392036192}"/>
                </a:ext>
              </a:extLst>
            </p:cNvPr>
            <p:cNvSpPr>
              <a:spLocks noGrp="1"/>
            </p:cNvSpPr>
            <p:nvPr/>
          </p:nvSpPr>
          <p:spPr>
            <a:xfrm>
              <a:off x="24055090" y="3257550"/>
              <a:ext cx="15522" cy="133350"/>
            </a:xfrm>
            <a:prstGeom prst="rect">
              <a:avLst/>
            </a:prstGeom>
            <a:solidFill>
              <a:srgbClr val="CD80AB"/>
            </a:solidFill>
            <a:ln w="0">
              <a:noFill/>
              <a:prstDash val="solid"/>
            </a:ln>
          </p:spPr>
        </p:sp>
        <p:sp>
          <p:nvSpPr>
            <p:cNvPr id="2454" name="dense-strip-9-cell-182">
              <a:extLst>
                <a:ext uri="{FF2B5EF4-FFF2-40B4-BE49-F238E27FC236}">
                  <a16:creationId xmlns:a16="http://schemas.microsoft.com/office/drawing/2014/main" id="{C2713702-3725-4029-A405-C4E73762777C}"/>
                </a:ext>
              </a:extLst>
            </p:cNvPr>
            <p:cNvSpPr>
              <a:spLocks noGrp="1"/>
            </p:cNvSpPr>
            <p:nvPr/>
          </p:nvSpPr>
          <p:spPr>
            <a:xfrm>
              <a:off x="24039711" y="3257550"/>
              <a:ext cx="15522" cy="133350"/>
            </a:xfrm>
            <a:prstGeom prst="rect">
              <a:avLst/>
            </a:prstGeom>
            <a:solidFill>
              <a:srgbClr val="CD80AC"/>
            </a:solidFill>
            <a:ln w="0">
              <a:noFill/>
              <a:prstDash val="solid"/>
            </a:ln>
          </p:spPr>
        </p:sp>
        <p:sp>
          <p:nvSpPr>
            <p:cNvPr id="2455" name="dense-strip-9-cell-181">
              <a:extLst>
                <a:ext uri="{FF2B5EF4-FFF2-40B4-BE49-F238E27FC236}">
                  <a16:creationId xmlns:a16="http://schemas.microsoft.com/office/drawing/2014/main" id="{ADEB7B6F-912A-473D-9FF3-180C0A2BA058}"/>
                </a:ext>
              </a:extLst>
            </p:cNvPr>
            <p:cNvSpPr>
              <a:spLocks noGrp="1"/>
            </p:cNvSpPr>
            <p:nvPr/>
          </p:nvSpPr>
          <p:spPr>
            <a:xfrm>
              <a:off x="24024332" y="3257550"/>
              <a:ext cx="15522" cy="133350"/>
            </a:xfrm>
            <a:prstGeom prst="rect">
              <a:avLst/>
            </a:prstGeom>
            <a:solidFill>
              <a:srgbClr val="CD83AD"/>
            </a:solidFill>
            <a:ln w="0">
              <a:noFill/>
              <a:prstDash val="solid"/>
            </a:ln>
          </p:spPr>
        </p:sp>
        <p:sp>
          <p:nvSpPr>
            <p:cNvPr id="2456" name="dense-strip-9-cell-180">
              <a:extLst>
                <a:ext uri="{FF2B5EF4-FFF2-40B4-BE49-F238E27FC236}">
                  <a16:creationId xmlns:a16="http://schemas.microsoft.com/office/drawing/2014/main" id="{6BA08780-91CE-450F-8C66-DA4AB520A187}"/>
                </a:ext>
              </a:extLst>
            </p:cNvPr>
            <p:cNvSpPr>
              <a:spLocks noGrp="1"/>
            </p:cNvSpPr>
            <p:nvPr/>
          </p:nvSpPr>
          <p:spPr>
            <a:xfrm>
              <a:off x="24008953" y="3257550"/>
              <a:ext cx="15522" cy="133350"/>
            </a:xfrm>
            <a:prstGeom prst="rect">
              <a:avLst/>
            </a:prstGeom>
            <a:solidFill>
              <a:srgbClr val="CE85AF"/>
            </a:solidFill>
            <a:ln w="0">
              <a:noFill/>
              <a:prstDash val="solid"/>
            </a:ln>
          </p:spPr>
        </p:sp>
        <p:sp>
          <p:nvSpPr>
            <p:cNvPr id="2457" name="dense-strip-9-cell-179">
              <a:extLst>
                <a:ext uri="{FF2B5EF4-FFF2-40B4-BE49-F238E27FC236}">
                  <a16:creationId xmlns:a16="http://schemas.microsoft.com/office/drawing/2014/main" id="{8AF7808E-AA3C-48E7-9C56-C331040A2EB3}"/>
                </a:ext>
              </a:extLst>
            </p:cNvPr>
            <p:cNvSpPr>
              <a:spLocks noGrp="1"/>
            </p:cNvSpPr>
            <p:nvPr/>
          </p:nvSpPr>
          <p:spPr>
            <a:xfrm>
              <a:off x="23993574" y="3257550"/>
              <a:ext cx="15522" cy="133350"/>
            </a:xfrm>
            <a:prstGeom prst="rect">
              <a:avLst/>
            </a:prstGeom>
            <a:solidFill>
              <a:srgbClr val="CE87B0"/>
            </a:solidFill>
            <a:ln w="0">
              <a:noFill/>
              <a:prstDash val="solid"/>
            </a:ln>
          </p:spPr>
        </p:sp>
        <p:sp>
          <p:nvSpPr>
            <p:cNvPr id="2458" name="dense-strip-9-cell-178">
              <a:extLst>
                <a:ext uri="{FF2B5EF4-FFF2-40B4-BE49-F238E27FC236}">
                  <a16:creationId xmlns:a16="http://schemas.microsoft.com/office/drawing/2014/main" id="{EBF653BC-4822-44E2-BD04-7B68FE4B66D2}"/>
                </a:ext>
              </a:extLst>
            </p:cNvPr>
            <p:cNvSpPr>
              <a:spLocks noGrp="1"/>
            </p:cNvSpPr>
            <p:nvPr/>
          </p:nvSpPr>
          <p:spPr>
            <a:xfrm>
              <a:off x="23978195" y="3257550"/>
              <a:ext cx="15522" cy="133350"/>
            </a:xfrm>
            <a:prstGeom prst="rect">
              <a:avLst/>
            </a:prstGeom>
            <a:solidFill>
              <a:srgbClr val="CE88B0"/>
            </a:solidFill>
            <a:ln w="0">
              <a:noFill/>
              <a:prstDash val="solid"/>
            </a:ln>
          </p:spPr>
        </p:sp>
        <p:sp>
          <p:nvSpPr>
            <p:cNvPr id="2459" name="dense-strip-9-cell-177">
              <a:extLst>
                <a:ext uri="{FF2B5EF4-FFF2-40B4-BE49-F238E27FC236}">
                  <a16:creationId xmlns:a16="http://schemas.microsoft.com/office/drawing/2014/main" id="{FDA82E5F-D7B6-4DB0-A028-43AFE9D4D9C5}"/>
                </a:ext>
              </a:extLst>
            </p:cNvPr>
            <p:cNvSpPr>
              <a:spLocks noGrp="1"/>
            </p:cNvSpPr>
            <p:nvPr/>
          </p:nvSpPr>
          <p:spPr>
            <a:xfrm>
              <a:off x="23962816" y="3257550"/>
              <a:ext cx="15522" cy="133350"/>
            </a:xfrm>
            <a:prstGeom prst="rect">
              <a:avLst/>
            </a:prstGeom>
            <a:solidFill>
              <a:srgbClr val="CE88B0"/>
            </a:solidFill>
            <a:ln w="0">
              <a:noFill/>
              <a:prstDash val="solid"/>
            </a:ln>
          </p:spPr>
        </p:sp>
        <p:sp>
          <p:nvSpPr>
            <p:cNvPr id="2460" name="dense-strip-9-cell-176">
              <a:extLst>
                <a:ext uri="{FF2B5EF4-FFF2-40B4-BE49-F238E27FC236}">
                  <a16:creationId xmlns:a16="http://schemas.microsoft.com/office/drawing/2014/main" id="{DF959A88-A665-45B2-A17E-5A89A81A3294}"/>
                </a:ext>
              </a:extLst>
            </p:cNvPr>
            <p:cNvSpPr>
              <a:spLocks noGrp="1"/>
            </p:cNvSpPr>
            <p:nvPr/>
          </p:nvSpPr>
          <p:spPr>
            <a:xfrm>
              <a:off x="23947438" y="3257550"/>
              <a:ext cx="15522" cy="133350"/>
            </a:xfrm>
            <a:prstGeom prst="rect">
              <a:avLst/>
            </a:prstGeom>
            <a:solidFill>
              <a:srgbClr val="CE88B0"/>
            </a:solidFill>
            <a:ln w="0">
              <a:noFill/>
              <a:prstDash val="solid"/>
            </a:ln>
          </p:spPr>
        </p:sp>
        <p:sp>
          <p:nvSpPr>
            <p:cNvPr id="2461" name="dense-strip-9-cell-175">
              <a:extLst>
                <a:ext uri="{FF2B5EF4-FFF2-40B4-BE49-F238E27FC236}">
                  <a16:creationId xmlns:a16="http://schemas.microsoft.com/office/drawing/2014/main" id="{01C86CB9-CD4E-4388-A891-7E0210F167C9}"/>
                </a:ext>
              </a:extLst>
            </p:cNvPr>
            <p:cNvSpPr>
              <a:spLocks noGrp="1"/>
            </p:cNvSpPr>
            <p:nvPr/>
          </p:nvSpPr>
          <p:spPr>
            <a:xfrm>
              <a:off x="23932059" y="3257550"/>
              <a:ext cx="15522" cy="133350"/>
            </a:xfrm>
            <a:prstGeom prst="rect">
              <a:avLst/>
            </a:prstGeom>
            <a:solidFill>
              <a:srgbClr val="CE88B0"/>
            </a:solidFill>
            <a:ln w="0">
              <a:noFill/>
              <a:prstDash val="solid"/>
            </a:ln>
          </p:spPr>
        </p:sp>
        <p:sp>
          <p:nvSpPr>
            <p:cNvPr id="2462" name="dense-strip-9-cell-174">
              <a:extLst>
                <a:ext uri="{FF2B5EF4-FFF2-40B4-BE49-F238E27FC236}">
                  <a16:creationId xmlns:a16="http://schemas.microsoft.com/office/drawing/2014/main" id="{7EB38CBD-6EE7-41A3-AE6A-4623640FE51A}"/>
                </a:ext>
              </a:extLst>
            </p:cNvPr>
            <p:cNvSpPr>
              <a:spLocks noGrp="1"/>
            </p:cNvSpPr>
            <p:nvPr/>
          </p:nvSpPr>
          <p:spPr>
            <a:xfrm>
              <a:off x="23916680" y="3257550"/>
              <a:ext cx="15522" cy="133350"/>
            </a:xfrm>
            <a:prstGeom prst="rect">
              <a:avLst/>
            </a:prstGeom>
            <a:solidFill>
              <a:srgbClr val="CE88B0"/>
            </a:solidFill>
            <a:ln w="0">
              <a:noFill/>
              <a:prstDash val="solid"/>
            </a:ln>
          </p:spPr>
        </p:sp>
        <p:sp>
          <p:nvSpPr>
            <p:cNvPr id="2463" name="dense-strip-9-cell-173">
              <a:extLst>
                <a:ext uri="{FF2B5EF4-FFF2-40B4-BE49-F238E27FC236}">
                  <a16:creationId xmlns:a16="http://schemas.microsoft.com/office/drawing/2014/main" id="{E5CBFF6E-3702-4CFF-B7EB-56873526E1D4}"/>
                </a:ext>
              </a:extLst>
            </p:cNvPr>
            <p:cNvSpPr>
              <a:spLocks noGrp="1"/>
            </p:cNvSpPr>
            <p:nvPr/>
          </p:nvSpPr>
          <p:spPr>
            <a:xfrm>
              <a:off x="23901301" y="3257550"/>
              <a:ext cx="15522" cy="133350"/>
            </a:xfrm>
            <a:prstGeom prst="rect">
              <a:avLst/>
            </a:prstGeom>
            <a:solidFill>
              <a:srgbClr val="CF8BB2"/>
            </a:solidFill>
            <a:ln w="0">
              <a:noFill/>
              <a:prstDash val="solid"/>
            </a:ln>
          </p:spPr>
        </p:sp>
        <p:sp>
          <p:nvSpPr>
            <p:cNvPr id="2464" name="dense-strip-9-cell-172">
              <a:extLst>
                <a:ext uri="{FF2B5EF4-FFF2-40B4-BE49-F238E27FC236}">
                  <a16:creationId xmlns:a16="http://schemas.microsoft.com/office/drawing/2014/main" id="{98F2AB58-5644-4EF0-925D-0F1AAD81529D}"/>
                </a:ext>
              </a:extLst>
            </p:cNvPr>
            <p:cNvSpPr>
              <a:spLocks noGrp="1"/>
            </p:cNvSpPr>
            <p:nvPr/>
          </p:nvSpPr>
          <p:spPr>
            <a:xfrm>
              <a:off x="23885922" y="3257550"/>
              <a:ext cx="15522" cy="133350"/>
            </a:xfrm>
            <a:prstGeom prst="rect">
              <a:avLst/>
            </a:prstGeom>
            <a:solidFill>
              <a:srgbClr val="D093B7"/>
            </a:solidFill>
            <a:ln w="0">
              <a:noFill/>
              <a:prstDash val="solid"/>
            </a:ln>
          </p:spPr>
        </p:sp>
        <p:sp>
          <p:nvSpPr>
            <p:cNvPr id="2465" name="dense-strip-9-cell-171">
              <a:extLst>
                <a:ext uri="{FF2B5EF4-FFF2-40B4-BE49-F238E27FC236}">
                  <a16:creationId xmlns:a16="http://schemas.microsoft.com/office/drawing/2014/main" id="{EE4621D0-ED1E-49E1-9F55-E8D5A506304A}"/>
                </a:ext>
              </a:extLst>
            </p:cNvPr>
            <p:cNvSpPr>
              <a:spLocks noGrp="1"/>
            </p:cNvSpPr>
            <p:nvPr/>
          </p:nvSpPr>
          <p:spPr>
            <a:xfrm>
              <a:off x="23870543" y="3257550"/>
              <a:ext cx="15522" cy="133350"/>
            </a:xfrm>
            <a:prstGeom prst="rect">
              <a:avLst/>
            </a:prstGeom>
            <a:solidFill>
              <a:srgbClr val="D2A0BF"/>
            </a:solidFill>
            <a:ln w="0">
              <a:noFill/>
              <a:prstDash val="solid"/>
            </a:ln>
          </p:spPr>
        </p:sp>
        <p:sp>
          <p:nvSpPr>
            <p:cNvPr id="2466" name="dense-strip-9-cell-170">
              <a:extLst>
                <a:ext uri="{FF2B5EF4-FFF2-40B4-BE49-F238E27FC236}">
                  <a16:creationId xmlns:a16="http://schemas.microsoft.com/office/drawing/2014/main" id="{5B49EC15-72A0-4251-A935-D02A710F7507}"/>
                </a:ext>
              </a:extLst>
            </p:cNvPr>
            <p:cNvSpPr>
              <a:spLocks noGrp="1"/>
            </p:cNvSpPr>
            <p:nvPr/>
          </p:nvSpPr>
          <p:spPr>
            <a:xfrm>
              <a:off x="23855164" y="3257550"/>
              <a:ext cx="15522" cy="133350"/>
            </a:xfrm>
            <a:prstGeom prst="rect">
              <a:avLst/>
            </a:prstGeom>
            <a:solidFill>
              <a:srgbClr val="D4B0C9"/>
            </a:solidFill>
            <a:ln w="0">
              <a:noFill/>
              <a:prstDash val="solid"/>
            </a:ln>
          </p:spPr>
        </p:sp>
        <p:sp>
          <p:nvSpPr>
            <p:cNvPr id="2467" name="dense-strip-9-cell-169">
              <a:extLst>
                <a:ext uri="{FF2B5EF4-FFF2-40B4-BE49-F238E27FC236}">
                  <a16:creationId xmlns:a16="http://schemas.microsoft.com/office/drawing/2014/main" id="{A0C9AA97-7E9C-4A36-9EB0-23C036157950}"/>
                </a:ext>
              </a:extLst>
            </p:cNvPr>
            <p:cNvSpPr>
              <a:spLocks noGrp="1"/>
            </p:cNvSpPr>
            <p:nvPr/>
          </p:nvSpPr>
          <p:spPr>
            <a:xfrm>
              <a:off x="23839785" y="3257550"/>
              <a:ext cx="15522" cy="133350"/>
            </a:xfrm>
            <a:prstGeom prst="rect">
              <a:avLst/>
            </a:prstGeom>
            <a:solidFill>
              <a:srgbClr val="D6BFD3"/>
            </a:solidFill>
            <a:ln w="0">
              <a:noFill/>
              <a:prstDash val="solid"/>
            </a:ln>
          </p:spPr>
        </p:sp>
        <p:sp>
          <p:nvSpPr>
            <p:cNvPr id="2468" name="dense-strip-9-cell-168">
              <a:extLst>
                <a:ext uri="{FF2B5EF4-FFF2-40B4-BE49-F238E27FC236}">
                  <a16:creationId xmlns:a16="http://schemas.microsoft.com/office/drawing/2014/main" id="{FA62CB0E-D67C-4322-BFED-A2C2080A8444}"/>
                </a:ext>
              </a:extLst>
            </p:cNvPr>
            <p:cNvSpPr>
              <a:spLocks noGrp="1"/>
            </p:cNvSpPr>
            <p:nvPr/>
          </p:nvSpPr>
          <p:spPr>
            <a:xfrm>
              <a:off x="23824406" y="3257550"/>
              <a:ext cx="15522" cy="133350"/>
            </a:xfrm>
            <a:prstGeom prst="rect">
              <a:avLst/>
            </a:prstGeom>
            <a:solidFill>
              <a:srgbClr val="D9D0DE"/>
            </a:solidFill>
            <a:ln w="0">
              <a:noFill/>
              <a:prstDash val="solid"/>
            </a:ln>
          </p:spPr>
        </p:sp>
        <p:sp>
          <p:nvSpPr>
            <p:cNvPr id="2469" name="dense-strip-9-cell-167">
              <a:extLst>
                <a:ext uri="{FF2B5EF4-FFF2-40B4-BE49-F238E27FC236}">
                  <a16:creationId xmlns:a16="http://schemas.microsoft.com/office/drawing/2014/main" id="{5FB8E537-EC17-4261-9543-B5985D5EF47B}"/>
                </a:ext>
              </a:extLst>
            </p:cNvPr>
            <p:cNvSpPr>
              <a:spLocks noGrp="1"/>
            </p:cNvSpPr>
            <p:nvPr/>
          </p:nvSpPr>
          <p:spPr>
            <a:xfrm>
              <a:off x="23809027" y="3257550"/>
              <a:ext cx="15522" cy="133350"/>
            </a:xfrm>
            <a:prstGeom prst="rect">
              <a:avLst/>
            </a:prstGeom>
            <a:solidFill>
              <a:srgbClr val="DADBE5"/>
            </a:solidFill>
            <a:ln w="0">
              <a:noFill/>
              <a:prstDash val="solid"/>
            </a:ln>
          </p:spPr>
        </p:sp>
        <p:sp>
          <p:nvSpPr>
            <p:cNvPr id="2470" name="dense-strip-9-cell-166">
              <a:extLst>
                <a:ext uri="{FF2B5EF4-FFF2-40B4-BE49-F238E27FC236}">
                  <a16:creationId xmlns:a16="http://schemas.microsoft.com/office/drawing/2014/main" id="{4B2BC7B9-D17F-4329-941C-766F42CB328B}"/>
                </a:ext>
              </a:extLst>
            </p:cNvPr>
            <p:cNvSpPr>
              <a:spLocks noGrp="1"/>
            </p:cNvSpPr>
            <p:nvPr/>
          </p:nvSpPr>
          <p:spPr>
            <a:xfrm>
              <a:off x="23793648" y="3257550"/>
              <a:ext cx="15522" cy="133350"/>
            </a:xfrm>
            <a:prstGeom prst="rect">
              <a:avLst/>
            </a:prstGeom>
            <a:solidFill>
              <a:srgbClr val="DADAE4"/>
            </a:solidFill>
            <a:ln w="0">
              <a:noFill/>
              <a:prstDash val="solid"/>
            </a:ln>
          </p:spPr>
        </p:sp>
        <p:sp>
          <p:nvSpPr>
            <p:cNvPr id="2471" name="dense-strip-9-cell-165">
              <a:extLst>
                <a:ext uri="{FF2B5EF4-FFF2-40B4-BE49-F238E27FC236}">
                  <a16:creationId xmlns:a16="http://schemas.microsoft.com/office/drawing/2014/main" id="{7459E0F9-43E2-4199-BDA1-150EBFFC0E31}"/>
                </a:ext>
              </a:extLst>
            </p:cNvPr>
            <p:cNvSpPr>
              <a:spLocks noGrp="1"/>
            </p:cNvSpPr>
            <p:nvPr/>
          </p:nvSpPr>
          <p:spPr>
            <a:xfrm>
              <a:off x="23778270" y="3257550"/>
              <a:ext cx="15522" cy="133350"/>
            </a:xfrm>
            <a:prstGeom prst="rect">
              <a:avLst/>
            </a:prstGeom>
            <a:solidFill>
              <a:srgbClr val="DADBE5"/>
            </a:solidFill>
            <a:ln w="0">
              <a:noFill/>
              <a:prstDash val="solid"/>
            </a:ln>
          </p:spPr>
        </p:sp>
        <p:sp>
          <p:nvSpPr>
            <p:cNvPr id="2472" name="dense-strip-9-cell-164">
              <a:extLst>
                <a:ext uri="{FF2B5EF4-FFF2-40B4-BE49-F238E27FC236}">
                  <a16:creationId xmlns:a16="http://schemas.microsoft.com/office/drawing/2014/main" id="{7495CD1B-BB9A-41CE-86CC-537B384C7523}"/>
                </a:ext>
              </a:extLst>
            </p:cNvPr>
            <p:cNvSpPr>
              <a:spLocks noGrp="1"/>
            </p:cNvSpPr>
            <p:nvPr/>
          </p:nvSpPr>
          <p:spPr>
            <a:xfrm>
              <a:off x="23762891" y="3257550"/>
              <a:ext cx="15522" cy="133350"/>
            </a:xfrm>
            <a:prstGeom prst="rect">
              <a:avLst/>
            </a:prstGeom>
            <a:solidFill>
              <a:srgbClr val="DADBE5"/>
            </a:solidFill>
            <a:ln w="0">
              <a:noFill/>
              <a:prstDash val="solid"/>
            </a:ln>
          </p:spPr>
        </p:sp>
        <p:sp>
          <p:nvSpPr>
            <p:cNvPr id="2473" name="dense-strip-9-cell-163">
              <a:extLst>
                <a:ext uri="{FF2B5EF4-FFF2-40B4-BE49-F238E27FC236}">
                  <a16:creationId xmlns:a16="http://schemas.microsoft.com/office/drawing/2014/main" id="{A7FF6BEE-5113-4F50-83A7-3D3B87E029DA}"/>
                </a:ext>
              </a:extLst>
            </p:cNvPr>
            <p:cNvSpPr>
              <a:spLocks noGrp="1"/>
            </p:cNvSpPr>
            <p:nvPr/>
          </p:nvSpPr>
          <p:spPr>
            <a:xfrm>
              <a:off x="23747512" y="3257550"/>
              <a:ext cx="15522" cy="133350"/>
            </a:xfrm>
            <a:prstGeom prst="rect">
              <a:avLst/>
            </a:prstGeom>
            <a:solidFill>
              <a:srgbClr val="DADBE5"/>
            </a:solidFill>
            <a:ln w="0">
              <a:noFill/>
              <a:prstDash val="solid"/>
            </a:ln>
          </p:spPr>
        </p:sp>
        <p:sp>
          <p:nvSpPr>
            <p:cNvPr id="2474" name="dense-strip-9-cell-162">
              <a:extLst>
                <a:ext uri="{FF2B5EF4-FFF2-40B4-BE49-F238E27FC236}">
                  <a16:creationId xmlns:a16="http://schemas.microsoft.com/office/drawing/2014/main" id="{DC66BAB3-1B1F-45D7-B799-D660009AA274}"/>
                </a:ext>
              </a:extLst>
            </p:cNvPr>
            <p:cNvSpPr>
              <a:spLocks noGrp="1"/>
            </p:cNvSpPr>
            <p:nvPr/>
          </p:nvSpPr>
          <p:spPr>
            <a:xfrm>
              <a:off x="23732133" y="3257550"/>
              <a:ext cx="15522" cy="133350"/>
            </a:xfrm>
            <a:prstGeom prst="rect">
              <a:avLst/>
            </a:prstGeom>
            <a:solidFill>
              <a:srgbClr val="DADBE4"/>
            </a:solidFill>
            <a:ln w="0">
              <a:noFill/>
              <a:prstDash val="solid"/>
            </a:ln>
          </p:spPr>
        </p:sp>
        <p:sp>
          <p:nvSpPr>
            <p:cNvPr id="2475" name="dense-strip-9-cell-161">
              <a:extLst>
                <a:ext uri="{FF2B5EF4-FFF2-40B4-BE49-F238E27FC236}">
                  <a16:creationId xmlns:a16="http://schemas.microsoft.com/office/drawing/2014/main" id="{7B6F778B-B683-436E-9A7B-76BF06A6D6DD}"/>
                </a:ext>
              </a:extLst>
            </p:cNvPr>
            <p:cNvSpPr>
              <a:spLocks noGrp="1"/>
            </p:cNvSpPr>
            <p:nvPr/>
          </p:nvSpPr>
          <p:spPr>
            <a:xfrm>
              <a:off x="23716754" y="3257550"/>
              <a:ext cx="15522" cy="133350"/>
            </a:xfrm>
            <a:prstGeom prst="rect">
              <a:avLst/>
            </a:prstGeom>
            <a:solidFill>
              <a:srgbClr val="DADBE5"/>
            </a:solidFill>
            <a:ln w="0">
              <a:noFill/>
              <a:prstDash val="solid"/>
            </a:ln>
          </p:spPr>
        </p:sp>
        <p:sp>
          <p:nvSpPr>
            <p:cNvPr id="2476" name="dense-strip-9-cell-160">
              <a:extLst>
                <a:ext uri="{FF2B5EF4-FFF2-40B4-BE49-F238E27FC236}">
                  <a16:creationId xmlns:a16="http://schemas.microsoft.com/office/drawing/2014/main" id="{7DB37C15-B82F-49E4-B82D-3630D9BBF6B5}"/>
                </a:ext>
              </a:extLst>
            </p:cNvPr>
            <p:cNvSpPr>
              <a:spLocks noGrp="1"/>
            </p:cNvSpPr>
            <p:nvPr/>
          </p:nvSpPr>
          <p:spPr>
            <a:xfrm>
              <a:off x="23701375" y="3257550"/>
              <a:ext cx="15522" cy="133350"/>
            </a:xfrm>
            <a:prstGeom prst="rect">
              <a:avLst/>
            </a:prstGeom>
            <a:solidFill>
              <a:srgbClr val="DADBE5"/>
            </a:solidFill>
            <a:ln w="0">
              <a:noFill/>
              <a:prstDash val="solid"/>
            </a:ln>
          </p:spPr>
        </p:sp>
        <p:sp>
          <p:nvSpPr>
            <p:cNvPr id="2477" name="dense-strip-9-cell-159">
              <a:extLst>
                <a:ext uri="{FF2B5EF4-FFF2-40B4-BE49-F238E27FC236}">
                  <a16:creationId xmlns:a16="http://schemas.microsoft.com/office/drawing/2014/main" id="{2A9600AA-6E6F-4DF2-86D0-6C589AFA8BDD}"/>
                </a:ext>
              </a:extLst>
            </p:cNvPr>
            <p:cNvSpPr>
              <a:spLocks noGrp="1"/>
            </p:cNvSpPr>
            <p:nvPr/>
          </p:nvSpPr>
          <p:spPr>
            <a:xfrm>
              <a:off x="23685996" y="3257550"/>
              <a:ext cx="15522" cy="133350"/>
            </a:xfrm>
            <a:prstGeom prst="rect">
              <a:avLst/>
            </a:prstGeom>
            <a:solidFill>
              <a:srgbClr val="DADBE5"/>
            </a:solidFill>
            <a:ln w="0">
              <a:noFill/>
              <a:prstDash val="solid"/>
            </a:ln>
          </p:spPr>
        </p:sp>
        <p:sp>
          <p:nvSpPr>
            <p:cNvPr id="2478" name="dense-strip-9-cell-158">
              <a:extLst>
                <a:ext uri="{FF2B5EF4-FFF2-40B4-BE49-F238E27FC236}">
                  <a16:creationId xmlns:a16="http://schemas.microsoft.com/office/drawing/2014/main" id="{D71B88B0-4388-4036-B708-D802577FDF9A}"/>
                </a:ext>
              </a:extLst>
            </p:cNvPr>
            <p:cNvSpPr>
              <a:spLocks noGrp="1"/>
            </p:cNvSpPr>
            <p:nvPr/>
          </p:nvSpPr>
          <p:spPr>
            <a:xfrm>
              <a:off x="23670617" y="3257550"/>
              <a:ext cx="15522" cy="133350"/>
            </a:xfrm>
            <a:prstGeom prst="rect">
              <a:avLst/>
            </a:prstGeom>
            <a:solidFill>
              <a:srgbClr val="DADBE5"/>
            </a:solidFill>
            <a:ln w="0">
              <a:noFill/>
              <a:prstDash val="solid"/>
            </a:ln>
          </p:spPr>
        </p:sp>
        <p:sp>
          <p:nvSpPr>
            <p:cNvPr id="2479" name="dense-strip-9-cell-157">
              <a:extLst>
                <a:ext uri="{FF2B5EF4-FFF2-40B4-BE49-F238E27FC236}">
                  <a16:creationId xmlns:a16="http://schemas.microsoft.com/office/drawing/2014/main" id="{721B5B9A-F691-446D-B5A7-7A59A8203BDA}"/>
                </a:ext>
              </a:extLst>
            </p:cNvPr>
            <p:cNvSpPr>
              <a:spLocks noGrp="1"/>
            </p:cNvSpPr>
            <p:nvPr/>
          </p:nvSpPr>
          <p:spPr>
            <a:xfrm>
              <a:off x="23655238" y="3257550"/>
              <a:ext cx="15522" cy="133350"/>
            </a:xfrm>
            <a:prstGeom prst="rect">
              <a:avLst/>
            </a:prstGeom>
            <a:solidFill>
              <a:srgbClr val="DADBE5"/>
            </a:solidFill>
            <a:ln w="0">
              <a:noFill/>
              <a:prstDash val="solid"/>
            </a:ln>
          </p:spPr>
        </p:sp>
        <p:sp>
          <p:nvSpPr>
            <p:cNvPr id="2480" name="dense-strip-9-cell-156">
              <a:extLst>
                <a:ext uri="{FF2B5EF4-FFF2-40B4-BE49-F238E27FC236}">
                  <a16:creationId xmlns:a16="http://schemas.microsoft.com/office/drawing/2014/main" id="{4157A053-622A-46AB-8C76-8FFE806F5936}"/>
                </a:ext>
              </a:extLst>
            </p:cNvPr>
            <p:cNvSpPr>
              <a:spLocks noGrp="1"/>
            </p:cNvSpPr>
            <p:nvPr/>
          </p:nvSpPr>
          <p:spPr>
            <a:xfrm>
              <a:off x="23639859" y="3257550"/>
              <a:ext cx="15522" cy="133350"/>
            </a:xfrm>
            <a:prstGeom prst="rect">
              <a:avLst/>
            </a:prstGeom>
            <a:solidFill>
              <a:srgbClr val="DADBE5"/>
            </a:solidFill>
            <a:ln w="0">
              <a:noFill/>
              <a:prstDash val="solid"/>
            </a:ln>
          </p:spPr>
        </p:sp>
        <p:sp>
          <p:nvSpPr>
            <p:cNvPr id="2481" name="dense-strip-9-cell-155">
              <a:extLst>
                <a:ext uri="{FF2B5EF4-FFF2-40B4-BE49-F238E27FC236}">
                  <a16:creationId xmlns:a16="http://schemas.microsoft.com/office/drawing/2014/main" id="{682C42AE-D162-442E-99EE-0AF9A93B89AD}"/>
                </a:ext>
              </a:extLst>
            </p:cNvPr>
            <p:cNvSpPr>
              <a:spLocks noGrp="1"/>
            </p:cNvSpPr>
            <p:nvPr/>
          </p:nvSpPr>
          <p:spPr>
            <a:xfrm>
              <a:off x="23624480" y="3257550"/>
              <a:ext cx="15522" cy="133350"/>
            </a:xfrm>
            <a:prstGeom prst="rect">
              <a:avLst/>
            </a:prstGeom>
            <a:solidFill>
              <a:srgbClr val="DADBE5"/>
            </a:solidFill>
            <a:ln w="0">
              <a:noFill/>
              <a:prstDash val="solid"/>
            </a:ln>
          </p:spPr>
        </p:sp>
        <p:sp>
          <p:nvSpPr>
            <p:cNvPr id="2482" name="dense-strip-9-cell-154">
              <a:extLst>
                <a:ext uri="{FF2B5EF4-FFF2-40B4-BE49-F238E27FC236}">
                  <a16:creationId xmlns:a16="http://schemas.microsoft.com/office/drawing/2014/main" id="{F74E6CB6-8277-4B11-ACB7-719AE7663736}"/>
                </a:ext>
              </a:extLst>
            </p:cNvPr>
            <p:cNvSpPr>
              <a:spLocks noGrp="1"/>
            </p:cNvSpPr>
            <p:nvPr/>
          </p:nvSpPr>
          <p:spPr>
            <a:xfrm>
              <a:off x="23609102" y="3257550"/>
              <a:ext cx="15522" cy="133350"/>
            </a:xfrm>
            <a:prstGeom prst="rect">
              <a:avLst/>
            </a:prstGeom>
            <a:solidFill>
              <a:srgbClr val="DADBE5"/>
            </a:solidFill>
            <a:ln w="0">
              <a:noFill/>
              <a:prstDash val="solid"/>
            </a:ln>
          </p:spPr>
        </p:sp>
        <p:sp>
          <p:nvSpPr>
            <p:cNvPr id="2483" name="dense-strip-9-cell-153">
              <a:extLst>
                <a:ext uri="{FF2B5EF4-FFF2-40B4-BE49-F238E27FC236}">
                  <a16:creationId xmlns:a16="http://schemas.microsoft.com/office/drawing/2014/main" id="{11E30623-6834-4363-97BA-830014761C36}"/>
                </a:ext>
              </a:extLst>
            </p:cNvPr>
            <p:cNvSpPr>
              <a:spLocks noGrp="1"/>
            </p:cNvSpPr>
            <p:nvPr/>
          </p:nvSpPr>
          <p:spPr>
            <a:xfrm>
              <a:off x="23593723" y="3257550"/>
              <a:ext cx="15522" cy="133350"/>
            </a:xfrm>
            <a:prstGeom prst="rect">
              <a:avLst/>
            </a:prstGeom>
            <a:solidFill>
              <a:srgbClr val="DADBE5"/>
            </a:solidFill>
            <a:ln w="0">
              <a:noFill/>
              <a:prstDash val="solid"/>
            </a:ln>
          </p:spPr>
        </p:sp>
        <p:sp>
          <p:nvSpPr>
            <p:cNvPr id="2484" name="dense-strip-9-cell-152">
              <a:extLst>
                <a:ext uri="{FF2B5EF4-FFF2-40B4-BE49-F238E27FC236}">
                  <a16:creationId xmlns:a16="http://schemas.microsoft.com/office/drawing/2014/main" id="{2852A601-EA75-40E0-8C23-A91D9D86DB9A}"/>
                </a:ext>
              </a:extLst>
            </p:cNvPr>
            <p:cNvSpPr>
              <a:spLocks noGrp="1"/>
            </p:cNvSpPr>
            <p:nvPr/>
          </p:nvSpPr>
          <p:spPr>
            <a:xfrm>
              <a:off x="23578344" y="3257550"/>
              <a:ext cx="15522" cy="133350"/>
            </a:xfrm>
            <a:prstGeom prst="rect">
              <a:avLst/>
            </a:prstGeom>
            <a:solidFill>
              <a:srgbClr val="DADBE5"/>
            </a:solidFill>
            <a:ln w="0">
              <a:noFill/>
              <a:prstDash val="solid"/>
            </a:ln>
          </p:spPr>
        </p:sp>
        <p:sp>
          <p:nvSpPr>
            <p:cNvPr id="2485" name="dense-strip-9-cell-151">
              <a:extLst>
                <a:ext uri="{FF2B5EF4-FFF2-40B4-BE49-F238E27FC236}">
                  <a16:creationId xmlns:a16="http://schemas.microsoft.com/office/drawing/2014/main" id="{AF94F98B-CBFD-43F6-9A14-51969CE2FE9B}"/>
                </a:ext>
              </a:extLst>
            </p:cNvPr>
            <p:cNvSpPr>
              <a:spLocks noGrp="1"/>
            </p:cNvSpPr>
            <p:nvPr/>
          </p:nvSpPr>
          <p:spPr>
            <a:xfrm>
              <a:off x="23562965" y="3257550"/>
              <a:ext cx="15522" cy="133350"/>
            </a:xfrm>
            <a:prstGeom prst="rect">
              <a:avLst/>
            </a:prstGeom>
            <a:solidFill>
              <a:srgbClr val="DADBE5"/>
            </a:solidFill>
            <a:ln w="0">
              <a:noFill/>
              <a:prstDash val="solid"/>
            </a:ln>
          </p:spPr>
        </p:sp>
        <p:sp>
          <p:nvSpPr>
            <p:cNvPr id="2486" name="dense-strip-9-cell-150">
              <a:extLst>
                <a:ext uri="{FF2B5EF4-FFF2-40B4-BE49-F238E27FC236}">
                  <a16:creationId xmlns:a16="http://schemas.microsoft.com/office/drawing/2014/main" id="{9F835F7D-900B-47DB-B9AA-02A7A632C4B7}"/>
                </a:ext>
              </a:extLst>
            </p:cNvPr>
            <p:cNvSpPr>
              <a:spLocks noGrp="1"/>
            </p:cNvSpPr>
            <p:nvPr/>
          </p:nvSpPr>
          <p:spPr>
            <a:xfrm>
              <a:off x="23547586" y="3257550"/>
              <a:ext cx="15522" cy="133350"/>
            </a:xfrm>
            <a:prstGeom prst="rect">
              <a:avLst/>
            </a:prstGeom>
            <a:solidFill>
              <a:srgbClr val="C6D4D9"/>
            </a:solidFill>
            <a:ln w="0">
              <a:noFill/>
              <a:prstDash val="solid"/>
            </a:ln>
          </p:spPr>
        </p:sp>
        <p:sp>
          <p:nvSpPr>
            <p:cNvPr id="2487" name="dense-strip-9-cell-149">
              <a:extLst>
                <a:ext uri="{FF2B5EF4-FFF2-40B4-BE49-F238E27FC236}">
                  <a16:creationId xmlns:a16="http://schemas.microsoft.com/office/drawing/2014/main" id="{9E56BE27-0999-40B7-998A-85F598CE8161}"/>
                </a:ext>
              </a:extLst>
            </p:cNvPr>
            <p:cNvSpPr>
              <a:spLocks noGrp="1"/>
            </p:cNvSpPr>
            <p:nvPr/>
          </p:nvSpPr>
          <p:spPr>
            <a:xfrm>
              <a:off x="23532207" y="3257550"/>
              <a:ext cx="15522" cy="133350"/>
            </a:xfrm>
            <a:prstGeom prst="rect">
              <a:avLst/>
            </a:prstGeom>
            <a:solidFill>
              <a:srgbClr val="C0D2D6"/>
            </a:solidFill>
            <a:ln w="0">
              <a:noFill/>
              <a:prstDash val="solid"/>
            </a:ln>
          </p:spPr>
        </p:sp>
        <p:sp>
          <p:nvSpPr>
            <p:cNvPr id="2488" name="dense-strip-9-cell-148">
              <a:extLst>
                <a:ext uri="{FF2B5EF4-FFF2-40B4-BE49-F238E27FC236}">
                  <a16:creationId xmlns:a16="http://schemas.microsoft.com/office/drawing/2014/main" id="{371E867B-81BB-4CAD-9326-824CCF5DD2AF}"/>
                </a:ext>
              </a:extLst>
            </p:cNvPr>
            <p:cNvSpPr>
              <a:spLocks noGrp="1"/>
            </p:cNvSpPr>
            <p:nvPr/>
          </p:nvSpPr>
          <p:spPr>
            <a:xfrm>
              <a:off x="23516828" y="3257550"/>
              <a:ext cx="15522" cy="133350"/>
            </a:xfrm>
            <a:prstGeom prst="rect">
              <a:avLst/>
            </a:prstGeom>
            <a:solidFill>
              <a:srgbClr val="DBE5EB"/>
            </a:solidFill>
            <a:ln w="0">
              <a:noFill/>
              <a:prstDash val="solid"/>
            </a:ln>
          </p:spPr>
        </p:sp>
        <p:sp>
          <p:nvSpPr>
            <p:cNvPr id="2489" name="dense-strip-9-cell-147">
              <a:extLst>
                <a:ext uri="{FF2B5EF4-FFF2-40B4-BE49-F238E27FC236}">
                  <a16:creationId xmlns:a16="http://schemas.microsoft.com/office/drawing/2014/main" id="{DF764474-D89C-484C-99C7-AE1EACD2D3F4}"/>
                </a:ext>
              </a:extLst>
            </p:cNvPr>
            <p:cNvSpPr>
              <a:spLocks noGrp="1"/>
            </p:cNvSpPr>
            <p:nvPr/>
          </p:nvSpPr>
          <p:spPr>
            <a:xfrm>
              <a:off x="23501449" y="3257550"/>
              <a:ext cx="15522" cy="133350"/>
            </a:xfrm>
            <a:prstGeom prst="rect">
              <a:avLst/>
            </a:prstGeom>
            <a:solidFill>
              <a:srgbClr val="DCE8ED"/>
            </a:solidFill>
            <a:ln w="0">
              <a:noFill/>
              <a:prstDash val="solid"/>
            </a:ln>
          </p:spPr>
        </p:sp>
        <p:sp>
          <p:nvSpPr>
            <p:cNvPr id="2490" name="dense-strip-9-cell-146">
              <a:extLst>
                <a:ext uri="{FF2B5EF4-FFF2-40B4-BE49-F238E27FC236}">
                  <a16:creationId xmlns:a16="http://schemas.microsoft.com/office/drawing/2014/main" id="{14D6E8E7-1517-4E1B-9453-26A19B88B343}"/>
                </a:ext>
              </a:extLst>
            </p:cNvPr>
            <p:cNvSpPr>
              <a:spLocks noGrp="1"/>
            </p:cNvSpPr>
            <p:nvPr/>
          </p:nvSpPr>
          <p:spPr>
            <a:xfrm>
              <a:off x="23486070" y="3257550"/>
              <a:ext cx="15522" cy="133350"/>
            </a:xfrm>
            <a:prstGeom prst="rect">
              <a:avLst/>
            </a:prstGeom>
            <a:solidFill>
              <a:srgbClr val="DCE8ED"/>
            </a:solidFill>
            <a:ln w="0">
              <a:noFill/>
              <a:prstDash val="solid"/>
            </a:ln>
          </p:spPr>
        </p:sp>
        <p:sp>
          <p:nvSpPr>
            <p:cNvPr id="2491" name="dense-strip-9-cell-145">
              <a:extLst>
                <a:ext uri="{FF2B5EF4-FFF2-40B4-BE49-F238E27FC236}">
                  <a16:creationId xmlns:a16="http://schemas.microsoft.com/office/drawing/2014/main" id="{C48B6D90-4CB7-4717-B406-5ED34DBE37FB}"/>
                </a:ext>
              </a:extLst>
            </p:cNvPr>
            <p:cNvSpPr>
              <a:spLocks noGrp="1"/>
            </p:cNvSpPr>
            <p:nvPr/>
          </p:nvSpPr>
          <p:spPr>
            <a:xfrm>
              <a:off x="23470691" y="3257550"/>
              <a:ext cx="15522" cy="133350"/>
            </a:xfrm>
            <a:prstGeom prst="rect">
              <a:avLst/>
            </a:prstGeom>
            <a:solidFill>
              <a:srgbClr val="DCE8ED"/>
            </a:solidFill>
            <a:ln w="0">
              <a:noFill/>
              <a:prstDash val="solid"/>
            </a:ln>
          </p:spPr>
        </p:sp>
        <p:sp>
          <p:nvSpPr>
            <p:cNvPr id="2492" name="dense-strip-9-cell-144">
              <a:extLst>
                <a:ext uri="{FF2B5EF4-FFF2-40B4-BE49-F238E27FC236}">
                  <a16:creationId xmlns:a16="http://schemas.microsoft.com/office/drawing/2014/main" id="{7BE3FD3B-3686-430A-BEB9-25B5670BF946}"/>
                </a:ext>
              </a:extLst>
            </p:cNvPr>
            <p:cNvSpPr>
              <a:spLocks noGrp="1"/>
            </p:cNvSpPr>
            <p:nvPr/>
          </p:nvSpPr>
          <p:spPr>
            <a:xfrm>
              <a:off x="23455313" y="3257550"/>
              <a:ext cx="15522" cy="133350"/>
            </a:xfrm>
            <a:prstGeom prst="rect">
              <a:avLst/>
            </a:prstGeom>
            <a:solidFill>
              <a:srgbClr val="DCE4E7"/>
            </a:solidFill>
            <a:ln w="0">
              <a:noFill/>
              <a:prstDash val="solid"/>
            </a:ln>
          </p:spPr>
        </p:sp>
        <p:sp>
          <p:nvSpPr>
            <p:cNvPr id="2493" name="dense-strip-9-cell-143">
              <a:extLst>
                <a:ext uri="{FF2B5EF4-FFF2-40B4-BE49-F238E27FC236}">
                  <a16:creationId xmlns:a16="http://schemas.microsoft.com/office/drawing/2014/main" id="{D7C9C072-D091-40E7-BB08-B7E61EF770B9}"/>
                </a:ext>
              </a:extLst>
            </p:cNvPr>
            <p:cNvSpPr>
              <a:spLocks noGrp="1"/>
            </p:cNvSpPr>
            <p:nvPr/>
          </p:nvSpPr>
          <p:spPr>
            <a:xfrm>
              <a:off x="23439934" y="3257550"/>
              <a:ext cx="15522" cy="133350"/>
            </a:xfrm>
            <a:prstGeom prst="rect">
              <a:avLst/>
            </a:prstGeom>
            <a:solidFill>
              <a:srgbClr val="CCDEE6"/>
            </a:solidFill>
            <a:ln w="0">
              <a:noFill/>
              <a:prstDash val="solid"/>
            </a:ln>
          </p:spPr>
        </p:sp>
        <p:sp>
          <p:nvSpPr>
            <p:cNvPr id="2494" name="dense-strip-9-cell-142">
              <a:extLst>
                <a:ext uri="{FF2B5EF4-FFF2-40B4-BE49-F238E27FC236}">
                  <a16:creationId xmlns:a16="http://schemas.microsoft.com/office/drawing/2014/main" id="{1D045C4C-BC27-48B7-A8BB-35A2F0934A51}"/>
                </a:ext>
              </a:extLst>
            </p:cNvPr>
            <p:cNvSpPr>
              <a:spLocks noGrp="1"/>
            </p:cNvSpPr>
            <p:nvPr/>
          </p:nvSpPr>
          <p:spPr>
            <a:xfrm>
              <a:off x="23424555" y="3257550"/>
              <a:ext cx="15522" cy="133350"/>
            </a:xfrm>
            <a:prstGeom prst="rect">
              <a:avLst/>
            </a:prstGeom>
            <a:solidFill>
              <a:srgbClr val="BCD7E4"/>
            </a:solidFill>
            <a:ln w="0">
              <a:noFill/>
              <a:prstDash val="solid"/>
            </a:ln>
          </p:spPr>
        </p:sp>
        <p:sp>
          <p:nvSpPr>
            <p:cNvPr id="2495" name="dense-strip-9-cell-141">
              <a:extLst>
                <a:ext uri="{FF2B5EF4-FFF2-40B4-BE49-F238E27FC236}">
                  <a16:creationId xmlns:a16="http://schemas.microsoft.com/office/drawing/2014/main" id="{1AAD536F-EA06-4CB9-89E0-DC67398D7553}"/>
                </a:ext>
              </a:extLst>
            </p:cNvPr>
            <p:cNvSpPr>
              <a:spLocks noGrp="1"/>
            </p:cNvSpPr>
            <p:nvPr/>
          </p:nvSpPr>
          <p:spPr>
            <a:xfrm>
              <a:off x="23409176" y="3257550"/>
              <a:ext cx="15522" cy="133350"/>
            </a:xfrm>
            <a:prstGeom prst="rect">
              <a:avLst/>
            </a:prstGeom>
            <a:solidFill>
              <a:srgbClr val="DCE8ED"/>
            </a:solidFill>
            <a:ln w="0">
              <a:noFill/>
              <a:prstDash val="solid"/>
            </a:ln>
          </p:spPr>
        </p:sp>
        <p:sp>
          <p:nvSpPr>
            <p:cNvPr id="2496" name="dense-strip-9-cell-140">
              <a:extLst>
                <a:ext uri="{FF2B5EF4-FFF2-40B4-BE49-F238E27FC236}">
                  <a16:creationId xmlns:a16="http://schemas.microsoft.com/office/drawing/2014/main" id="{FF6A8D64-4C67-441E-94A3-E7CEAC4665A8}"/>
                </a:ext>
              </a:extLst>
            </p:cNvPr>
            <p:cNvSpPr>
              <a:spLocks noGrp="1"/>
            </p:cNvSpPr>
            <p:nvPr/>
          </p:nvSpPr>
          <p:spPr>
            <a:xfrm>
              <a:off x="23393797" y="3257550"/>
              <a:ext cx="15522" cy="133350"/>
            </a:xfrm>
            <a:prstGeom prst="rect">
              <a:avLst/>
            </a:prstGeom>
            <a:solidFill>
              <a:srgbClr val="DCE8ED"/>
            </a:solidFill>
            <a:ln w="0">
              <a:noFill/>
              <a:prstDash val="solid"/>
            </a:ln>
          </p:spPr>
        </p:sp>
        <p:sp>
          <p:nvSpPr>
            <p:cNvPr id="2497" name="dense-strip-9-cell-139">
              <a:extLst>
                <a:ext uri="{FF2B5EF4-FFF2-40B4-BE49-F238E27FC236}">
                  <a16:creationId xmlns:a16="http://schemas.microsoft.com/office/drawing/2014/main" id="{E5B3A46F-562F-4E42-B905-4362A9BEC47B}"/>
                </a:ext>
              </a:extLst>
            </p:cNvPr>
            <p:cNvSpPr>
              <a:spLocks noGrp="1"/>
            </p:cNvSpPr>
            <p:nvPr/>
          </p:nvSpPr>
          <p:spPr>
            <a:xfrm>
              <a:off x="23378418" y="3257550"/>
              <a:ext cx="15522" cy="133350"/>
            </a:xfrm>
            <a:prstGeom prst="rect">
              <a:avLst/>
            </a:prstGeom>
            <a:solidFill>
              <a:srgbClr val="DCE8ED"/>
            </a:solidFill>
            <a:ln w="0">
              <a:noFill/>
              <a:prstDash val="solid"/>
            </a:ln>
          </p:spPr>
        </p:sp>
        <p:sp>
          <p:nvSpPr>
            <p:cNvPr id="2498" name="dense-strip-9-cell-138">
              <a:extLst>
                <a:ext uri="{FF2B5EF4-FFF2-40B4-BE49-F238E27FC236}">
                  <a16:creationId xmlns:a16="http://schemas.microsoft.com/office/drawing/2014/main" id="{DE25CFCD-6ABD-4337-A84F-A64999DCF475}"/>
                </a:ext>
              </a:extLst>
            </p:cNvPr>
            <p:cNvSpPr>
              <a:spLocks noGrp="1"/>
            </p:cNvSpPr>
            <p:nvPr/>
          </p:nvSpPr>
          <p:spPr>
            <a:xfrm>
              <a:off x="23363039" y="3257550"/>
              <a:ext cx="15522" cy="133350"/>
            </a:xfrm>
            <a:prstGeom prst="rect">
              <a:avLst/>
            </a:prstGeom>
            <a:solidFill>
              <a:srgbClr val="DCE8ED"/>
            </a:solidFill>
            <a:ln w="0">
              <a:noFill/>
              <a:prstDash val="solid"/>
            </a:ln>
          </p:spPr>
        </p:sp>
        <p:sp>
          <p:nvSpPr>
            <p:cNvPr id="2499" name="dense-strip-9-cell-137">
              <a:extLst>
                <a:ext uri="{FF2B5EF4-FFF2-40B4-BE49-F238E27FC236}">
                  <a16:creationId xmlns:a16="http://schemas.microsoft.com/office/drawing/2014/main" id="{F55FF6B7-8930-4DD9-9417-86925C9EEC08}"/>
                </a:ext>
              </a:extLst>
            </p:cNvPr>
            <p:cNvSpPr>
              <a:spLocks noGrp="1"/>
            </p:cNvSpPr>
            <p:nvPr/>
          </p:nvSpPr>
          <p:spPr>
            <a:xfrm>
              <a:off x="23347660" y="3257550"/>
              <a:ext cx="15522" cy="133350"/>
            </a:xfrm>
            <a:prstGeom prst="rect">
              <a:avLst/>
            </a:prstGeom>
            <a:solidFill>
              <a:srgbClr val="DBE8EC"/>
            </a:solidFill>
            <a:ln w="0">
              <a:noFill/>
              <a:prstDash val="solid"/>
            </a:ln>
          </p:spPr>
        </p:sp>
        <p:sp>
          <p:nvSpPr>
            <p:cNvPr id="2500" name="dense-strip-9-cell-136">
              <a:extLst>
                <a:ext uri="{FF2B5EF4-FFF2-40B4-BE49-F238E27FC236}">
                  <a16:creationId xmlns:a16="http://schemas.microsoft.com/office/drawing/2014/main" id="{09157F87-4D72-4711-A2DF-C15EC21B092B}"/>
                </a:ext>
              </a:extLst>
            </p:cNvPr>
            <p:cNvSpPr>
              <a:spLocks noGrp="1"/>
            </p:cNvSpPr>
            <p:nvPr/>
          </p:nvSpPr>
          <p:spPr>
            <a:xfrm>
              <a:off x="23332281" y="3257550"/>
              <a:ext cx="15522" cy="133350"/>
            </a:xfrm>
            <a:prstGeom prst="rect">
              <a:avLst/>
            </a:prstGeom>
            <a:solidFill>
              <a:srgbClr val="D2E5E8"/>
            </a:solidFill>
            <a:ln w="0">
              <a:noFill/>
              <a:prstDash val="solid"/>
            </a:ln>
          </p:spPr>
        </p:sp>
        <p:sp>
          <p:nvSpPr>
            <p:cNvPr id="2501" name="dense-strip-9-cell-135">
              <a:extLst>
                <a:ext uri="{FF2B5EF4-FFF2-40B4-BE49-F238E27FC236}">
                  <a16:creationId xmlns:a16="http://schemas.microsoft.com/office/drawing/2014/main" id="{2DD8E50F-A8D5-4517-BD22-AC7CA69692B8}"/>
                </a:ext>
              </a:extLst>
            </p:cNvPr>
            <p:cNvSpPr>
              <a:spLocks noGrp="1"/>
            </p:cNvSpPr>
            <p:nvPr/>
          </p:nvSpPr>
          <p:spPr>
            <a:xfrm>
              <a:off x="23316902" y="3257550"/>
              <a:ext cx="15522" cy="133350"/>
            </a:xfrm>
            <a:prstGeom prst="rect">
              <a:avLst/>
            </a:prstGeom>
            <a:solidFill>
              <a:srgbClr val="DCE8ED"/>
            </a:solidFill>
            <a:ln w="0">
              <a:noFill/>
              <a:prstDash val="solid"/>
            </a:ln>
          </p:spPr>
        </p:sp>
        <p:sp>
          <p:nvSpPr>
            <p:cNvPr id="2502" name="dense-strip-9-cell-134">
              <a:extLst>
                <a:ext uri="{FF2B5EF4-FFF2-40B4-BE49-F238E27FC236}">
                  <a16:creationId xmlns:a16="http://schemas.microsoft.com/office/drawing/2014/main" id="{ECCA9583-1A5B-4497-9255-7F90591ABB60}"/>
                </a:ext>
              </a:extLst>
            </p:cNvPr>
            <p:cNvSpPr>
              <a:spLocks noGrp="1"/>
            </p:cNvSpPr>
            <p:nvPr/>
          </p:nvSpPr>
          <p:spPr>
            <a:xfrm>
              <a:off x="23301523" y="3257550"/>
              <a:ext cx="15522" cy="133350"/>
            </a:xfrm>
            <a:prstGeom prst="rect">
              <a:avLst/>
            </a:prstGeom>
            <a:solidFill>
              <a:srgbClr val="DCE8ED"/>
            </a:solidFill>
            <a:ln w="0">
              <a:noFill/>
              <a:prstDash val="solid"/>
            </a:ln>
          </p:spPr>
        </p:sp>
        <p:sp>
          <p:nvSpPr>
            <p:cNvPr id="2503" name="dense-strip-9-cell-133">
              <a:extLst>
                <a:ext uri="{FF2B5EF4-FFF2-40B4-BE49-F238E27FC236}">
                  <a16:creationId xmlns:a16="http://schemas.microsoft.com/office/drawing/2014/main" id="{7551554A-7210-494D-905C-F29A6236AC7C}"/>
                </a:ext>
              </a:extLst>
            </p:cNvPr>
            <p:cNvSpPr>
              <a:spLocks noGrp="1"/>
            </p:cNvSpPr>
            <p:nvPr/>
          </p:nvSpPr>
          <p:spPr>
            <a:xfrm>
              <a:off x="23286145" y="3257550"/>
              <a:ext cx="15522" cy="133350"/>
            </a:xfrm>
            <a:prstGeom prst="rect">
              <a:avLst/>
            </a:prstGeom>
            <a:solidFill>
              <a:srgbClr val="DCE8ED"/>
            </a:solidFill>
            <a:ln w="0">
              <a:noFill/>
              <a:prstDash val="solid"/>
            </a:ln>
          </p:spPr>
        </p:sp>
        <p:sp>
          <p:nvSpPr>
            <p:cNvPr id="2504" name="dense-strip-9-cell-132">
              <a:extLst>
                <a:ext uri="{FF2B5EF4-FFF2-40B4-BE49-F238E27FC236}">
                  <a16:creationId xmlns:a16="http://schemas.microsoft.com/office/drawing/2014/main" id="{16B9DD9C-F5BC-4A00-A138-84FD8054259F}"/>
                </a:ext>
              </a:extLst>
            </p:cNvPr>
            <p:cNvSpPr>
              <a:spLocks noGrp="1"/>
            </p:cNvSpPr>
            <p:nvPr/>
          </p:nvSpPr>
          <p:spPr>
            <a:xfrm>
              <a:off x="23270766" y="3257550"/>
              <a:ext cx="15522" cy="133350"/>
            </a:xfrm>
            <a:prstGeom prst="rect">
              <a:avLst/>
            </a:prstGeom>
            <a:solidFill>
              <a:srgbClr val="DCE8ED"/>
            </a:solidFill>
            <a:ln w="0">
              <a:noFill/>
              <a:prstDash val="solid"/>
            </a:ln>
          </p:spPr>
        </p:sp>
        <p:sp>
          <p:nvSpPr>
            <p:cNvPr id="2505" name="dense-strip-9-cell-131">
              <a:extLst>
                <a:ext uri="{FF2B5EF4-FFF2-40B4-BE49-F238E27FC236}">
                  <a16:creationId xmlns:a16="http://schemas.microsoft.com/office/drawing/2014/main" id="{EEDAD216-59FF-4594-9911-08A383EC9C9B}"/>
                </a:ext>
              </a:extLst>
            </p:cNvPr>
            <p:cNvSpPr>
              <a:spLocks noGrp="1"/>
            </p:cNvSpPr>
            <p:nvPr/>
          </p:nvSpPr>
          <p:spPr>
            <a:xfrm>
              <a:off x="23255387" y="3257550"/>
              <a:ext cx="15522" cy="133350"/>
            </a:xfrm>
            <a:prstGeom prst="rect">
              <a:avLst/>
            </a:prstGeom>
            <a:solidFill>
              <a:srgbClr val="DCE8ED"/>
            </a:solidFill>
            <a:ln w="0">
              <a:noFill/>
              <a:prstDash val="solid"/>
            </a:ln>
          </p:spPr>
        </p:sp>
        <p:sp>
          <p:nvSpPr>
            <p:cNvPr id="2506" name="dense-strip-9-cell-130">
              <a:extLst>
                <a:ext uri="{FF2B5EF4-FFF2-40B4-BE49-F238E27FC236}">
                  <a16:creationId xmlns:a16="http://schemas.microsoft.com/office/drawing/2014/main" id="{EEBFC449-FFA5-4923-9AE1-07F628B4C7D4}"/>
                </a:ext>
              </a:extLst>
            </p:cNvPr>
            <p:cNvSpPr>
              <a:spLocks noGrp="1"/>
            </p:cNvSpPr>
            <p:nvPr/>
          </p:nvSpPr>
          <p:spPr>
            <a:xfrm>
              <a:off x="23240008" y="3257550"/>
              <a:ext cx="15522" cy="133350"/>
            </a:xfrm>
            <a:prstGeom prst="rect">
              <a:avLst/>
            </a:prstGeom>
            <a:solidFill>
              <a:srgbClr val="DCE8ED"/>
            </a:solidFill>
            <a:ln w="0">
              <a:noFill/>
              <a:prstDash val="solid"/>
            </a:ln>
          </p:spPr>
        </p:sp>
        <p:sp>
          <p:nvSpPr>
            <p:cNvPr id="2507" name="dense-strip-9-cell-129">
              <a:extLst>
                <a:ext uri="{FF2B5EF4-FFF2-40B4-BE49-F238E27FC236}">
                  <a16:creationId xmlns:a16="http://schemas.microsoft.com/office/drawing/2014/main" id="{C959CB09-1123-496B-B56B-D4AB47B713FF}"/>
                </a:ext>
              </a:extLst>
            </p:cNvPr>
            <p:cNvSpPr>
              <a:spLocks noGrp="1"/>
            </p:cNvSpPr>
            <p:nvPr/>
          </p:nvSpPr>
          <p:spPr>
            <a:xfrm>
              <a:off x="23224629" y="3257550"/>
              <a:ext cx="15522" cy="133350"/>
            </a:xfrm>
            <a:prstGeom prst="rect">
              <a:avLst/>
            </a:prstGeom>
            <a:solidFill>
              <a:srgbClr val="DCE8ED"/>
            </a:solidFill>
            <a:ln w="0">
              <a:noFill/>
              <a:prstDash val="solid"/>
            </a:ln>
          </p:spPr>
        </p:sp>
        <p:sp>
          <p:nvSpPr>
            <p:cNvPr id="2508" name="dense-strip-9-cell-128">
              <a:extLst>
                <a:ext uri="{FF2B5EF4-FFF2-40B4-BE49-F238E27FC236}">
                  <a16:creationId xmlns:a16="http://schemas.microsoft.com/office/drawing/2014/main" id="{927D310E-5630-438B-B890-CA135C431ACF}"/>
                </a:ext>
              </a:extLst>
            </p:cNvPr>
            <p:cNvSpPr>
              <a:spLocks noGrp="1"/>
            </p:cNvSpPr>
            <p:nvPr/>
          </p:nvSpPr>
          <p:spPr>
            <a:xfrm>
              <a:off x="23209250" y="3257550"/>
              <a:ext cx="15522" cy="133350"/>
            </a:xfrm>
            <a:prstGeom prst="rect">
              <a:avLst/>
            </a:prstGeom>
            <a:solidFill>
              <a:srgbClr val="DCE8ED"/>
            </a:solidFill>
            <a:ln w="0">
              <a:noFill/>
              <a:prstDash val="solid"/>
            </a:ln>
          </p:spPr>
        </p:sp>
        <p:sp>
          <p:nvSpPr>
            <p:cNvPr id="2509" name="dense-strip-9-cell-127">
              <a:extLst>
                <a:ext uri="{FF2B5EF4-FFF2-40B4-BE49-F238E27FC236}">
                  <a16:creationId xmlns:a16="http://schemas.microsoft.com/office/drawing/2014/main" id="{A88379CE-2025-4D55-90E2-39C2A8DE6F13}"/>
                </a:ext>
              </a:extLst>
            </p:cNvPr>
            <p:cNvSpPr>
              <a:spLocks noGrp="1"/>
            </p:cNvSpPr>
            <p:nvPr/>
          </p:nvSpPr>
          <p:spPr>
            <a:xfrm>
              <a:off x="23193871" y="3257550"/>
              <a:ext cx="15522" cy="133350"/>
            </a:xfrm>
            <a:prstGeom prst="rect">
              <a:avLst/>
            </a:prstGeom>
            <a:solidFill>
              <a:srgbClr val="DCE8ED"/>
            </a:solidFill>
            <a:ln w="0">
              <a:noFill/>
              <a:prstDash val="solid"/>
            </a:ln>
          </p:spPr>
        </p:sp>
        <p:sp>
          <p:nvSpPr>
            <p:cNvPr id="2510" name="dense-strip-9-cell-126">
              <a:extLst>
                <a:ext uri="{FF2B5EF4-FFF2-40B4-BE49-F238E27FC236}">
                  <a16:creationId xmlns:a16="http://schemas.microsoft.com/office/drawing/2014/main" id="{6A7F385D-2CF6-40DC-97A4-2B636EB931CA}"/>
                </a:ext>
              </a:extLst>
            </p:cNvPr>
            <p:cNvSpPr>
              <a:spLocks noGrp="1"/>
            </p:cNvSpPr>
            <p:nvPr/>
          </p:nvSpPr>
          <p:spPr>
            <a:xfrm>
              <a:off x="23178492" y="3257550"/>
              <a:ext cx="15522" cy="133350"/>
            </a:xfrm>
            <a:prstGeom prst="rect">
              <a:avLst/>
            </a:prstGeom>
            <a:solidFill>
              <a:srgbClr val="DCE8ED"/>
            </a:solidFill>
            <a:ln w="0">
              <a:noFill/>
              <a:prstDash val="solid"/>
            </a:ln>
          </p:spPr>
        </p:sp>
        <p:sp>
          <p:nvSpPr>
            <p:cNvPr id="2511" name="dense-strip-9-cell-125">
              <a:extLst>
                <a:ext uri="{FF2B5EF4-FFF2-40B4-BE49-F238E27FC236}">
                  <a16:creationId xmlns:a16="http://schemas.microsoft.com/office/drawing/2014/main" id="{1F7FCDDB-4A9C-4621-8F82-D7951ACA92AD}"/>
                </a:ext>
              </a:extLst>
            </p:cNvPr>
            <p:cNvSpPr>
              <a:spLocks noGrp="1"/>
            </p:cNvSpPr>
            <p:nvPr/>
          </p:nvSpPr>
          <p:spPr>
            <a:xfrm>
              <a:off x="23163113" y="3257550"/>
              <a:ext cx="15522" cy="133350"/>
            </a:xfrm>
            <a:prstGeom prst="rect">
              <a:avLst/>
            </a:prstGeom>
            <a:solidFill>
              <a:srgbClr val="DCE8ED"/>
            </a:solidFill>
            <a:ln w="0">
              <a:noFill/>
              <a:prstDash val="solid"/>
            </a:ln>
          </p:spPr>
        </p:sp>
        <p:sp>
          <p:nvSpPr>
            <p:cNvPr id="2512" name="dense-strip-9-cell-124">
              <a:extLst>
                <a:ext uri="{FF2B5EF4-FFF2-40B4-BE49-F238E27FC236}">
                  <a16:creationId xmlns:a16="http://schemas.microsoft.com/office/drawing/2014/main" id="{473D78E1-EF2D-48FD-B57A-87EBC67D0CC9}"/>
                </a:ext>
              </a:extLst>
            </p:cNvPr>
            <p:cNvSpPr>
              <a:spLocks noGrp="1"/>
            </p:cNvSpPr>
            <p:nvPr/>
          </p:nvSpPr>
          <p:spPr>
            <a:xfrm>
              <a:off x="23147734" y="3257550"/>
              <a:ext cx="15522" cy="133350"/>
            </a:xfrm>
            <a:prstGeom prst="rect">
              <a:avLst/>
            </a:prstGeom>
            <a:solidFill>
              <a:srgbClr val="DCE8ED"/>
            </a:solidFill>
            <a:ln w="0">
              <a:noFill/>
              <a:prstDash val="solid"/>
            </a:ln>
          </p:spPr>
        </p:sp>
        <p:sp>
          <p:nvSpPr>
            <p:cNvPr id="2513" name="dense-strip-9-cell-123">
              <a:extLst>
                <a:ext uri="{FF2B5EF4-FFF2-40B4-BE49-F238E27FC236}">
                  <a16:creationId xmlns:a16="http://schemas.microsoft.com/office/drawing/2014/main" id="{CDFA4C4F-13F5-40F2-A152-B4FFE52F3C5E}"/>
                </a:ext>
              </a:extLst>
            </p:cNvPr>
            <p:cNvSpPr>
              <a:spLocks noGrp="1"/>
            </p:cNvSpPr>
            <p:nvPr/>
          </p:nvSpPr>
          <p:spPr>
            <a:xfrm>
              <a:off x="23132355" y="3257550"/>
              <a:ext cx="15522" cy="133350"/>
            </a:xfrm>
            <a:prstGeom prst="rect">
              <a:avLst/>
            </a:prstGeom>
            <a:solidFill>
              <a:srgbClr val="DCE8ED"/>
            </a:solidFill>
            <a:ln w="0">
              <a:noFill/>
              <a:prstDash val="solid"/>
            </a:ln>
          </p:spPr>
        </p:sp>
        <p:sp>
          <p:nvSpPr>
            <p:cNvPr id="2514" name="dense-strip-9-cell-122">
              <a:extLst>
                <a:ext uri="{FF2B5EF4-FFF2-40B4-BE49-F238E27FC236}">
                  <a16:creationId xmlns:a16="http://schemas.microsoft.com/office/drawing/2014/main" id="{7B3DDF88-BDAF-4BD2-8A71-58987B84525C}"/>
                </a:ext>
              </a:extLst>
            </p:cNvPr>
            <p:cNvSpPr>
              <a:spLocks noGrp="1"/>
            </p:cNvSpPr>
            <p:nvPr/>
          </p:nvSpPr>
          <p:spPr>
            <a:xfrm>
              <a:off x="23116977" y="3257550"/>
              <a:ext cx="15522" cy="133350"/>
            </a:xfrm>
            <a:prstGeom prst="rect">
              <a:avLst/>
            </a:prstGeom>
            <a:solidFill>
              <a:srgbClr val="DCE8ED"/>
            </a:solidFill>
            <a:ln w="0">
              <a:noFill/>
              <a:prstDash val="solid"/>
            </a:ln>
          </p:spPr>
        </p:sp>
        <p:sp>
          <p:nvSpPr>
            <p:cNvPr id="2515" name="dense-strip-9-cell-121">
              <a:extLst>
                <a:ext uri="{FF2B5EF4-FFF2-40B4-BE49-F238E27FC236}">
                  <a16:creationId xmlns:a16="http://schemas.microsoft.com/office/drawing/2014/main" id="{17A59404-3E3C-4514-BF72-EC5A878B404E}"/>
                </a:ext>
              </a:extLst>
            </p:cNvPr>
            <p:cNvSpPr>
              <a:spLocks noGrp="1"/>
            </p:cNvSpPr>
            <p:nvPr/>
          </p:nvSpPr>
          <p:spPr>
            <a:xfrm>
              <a:off x="23101598" y="3257550"/>
              <a:ext cx="15522" cy="133350"/>
            </a:xfrm>
            <a:prstGeom prst="rect">
              <a:avLst/>
            </a:prstGeom>
            <a:solidFill>
              <a:srgbClr val="DCE8ED"/>
            </a:solidFill>
            <a:ln w="0">
              <a:noFill/>
              <a:prstDash val="solid"/>
            </a:ln>
          </p:spPr>
        </p:sp>
        <p:sp>
          <p:nvSpPr>
            <p:cNvPr id="2516" name="dense-strip-9-cell-120">
              <a:extLst>
                <a:ext uri="{FF2B5EF4-FFF2-40B4-BE49-F238E27FC236}">
                  <a16:creationId xmlns:a16="http://schemas.microsoft.com/office/drawing/2014/main" id="{9A0F2045-716D-4DB9-9F29-3FE411E4AB34}"/>
                </a:ext>
              </a:extLst>
            </p:cNvPr>
            <p:cNvSpPr>
              <a:spLocks noGrp="1"/>
            </p:cNvSpPr>
            <p:nvPr/>
          </p:nvSpPr>
          <p:spPr>
            <a:xfrm>
              <a:off x="23086219" y="3257550"/>
              <a:ext cx="15522" cy="133350"/>
            </a:xfrm>
            <a:prstGeom prst="rect">
              <a:avLst/>
            </a:prstGeom>
            <a:solidFill>
              <a:srgbClr val="DCE8ED"/>
            </a:solidFill>
            <a:ln w="0">
              <a:noFill/>
              <a:prstDash val="solid"/>
            </a:ln>
          </p:spPr>
        </p:sp>
        <p:sp>
          <p:nvSpPr>
            <p:cNvPr id="2517" name="dense-strip-9-cell-119">
              <a:extLst>
                <a:ext uri="{FF2B5EF4-FFF2-40B4-BE49-F238E27FC236}">
                  <a16:creationId xmlns:a16="http://schemas.microsoft.com/office/drawing/2014/main" id="{5030C6B4-54C9-488F-9088-0E4228674FA8}"/>
                </a:ext>
              </a:extLst>
            </p:cNvPr>
            <p:cNvSpPr>
              <a:spLocks noGrp="1"/>
            </p:cNvSpPr>
            <p:nvPr/>
          </p:nvSpPr>
          <p:spPr>
            <a:xfrm>
              <a:off x="23070840" y="3257550"/>
              <a:ext cx="15522" cy="133350"/>
            </a:xfrm>
            <a:prstGeom prst="rect">
              <a:avLst/>
            </a:prstGeom>
            <a:solidFill>
              <a:srgbClr val="DCE8ED"/>
            </a:solidFill>
            <a:ln w="0">
              <a:noFill/>
              <a:prstDash val="solid"/>
            </a:ln>
          </p:spPr>
        </p:sp>
        <p:sp>
          <p:nvSpPr>
            <p:cNvPr id="2518" name="dense-strip-9-cell-118">
              <a:extLst>
                <a:ext uri="{FF2B5EF4-FFF2-40B4-BE49-F238E27FC236}">
                  <a16:creationId xmlns:a16="http://schemas.microsoft.com/office/drawing/2014/main" id="{8E8D42F5-8B89-4D17-A0E5-285C268972F5}"/>
                </a:ext>
              </a:extLst>
            </p:cNvPr>
            <p:cNvSpPr>
              <a:spLocks noGrp="1"/>
            </p:cNvSpPr>
            <p:nvPr/>
          </p:nvSpPr>
          <p:spPr>
            <a:xfrm>
              <a:off x="23055461" y="3257550"/>
              <a:ext cx="15522" cy="133350"/>
            </a:xfrm>
            <a:prstGeom prst="rect">
              <a:avLst/>
            </a:prstGeom>
            <a:solidFill>
              <a:srgbClr val="DCE8ED"/>
            </a:solidFill>
            <a:ln w="0">
              <a:noFill/>
              <a:prstDash val="solid"/>
            </a:ln>
          </p:spPr>
        </p:sp>
        <p:sp>
          <p:nvSpPr>
            <p:cNvPr id="2519" name="dense-strip-9-cell-117">
              <a:extLst>
                <a:ext uri="{FF2B5EF4-FFF2-40B4-BE49-F238E27FC236}">
                  <a16:creationId xmlns:a16="http://schemas.microsoft.com/office/drawing/2014/main" id="{8E67923D-F7E3-4396-A41E-44AC28A2CF78}"/>
                </a:ext>
              </a:extLst>
            </p:cNvPr>
            <p:cNvSpPr>
              <a:spLocks noGrp="1"/>
            </p:cNvSpPr>
            <p:nvPr/>
          </p:nvSpPr>
          <p:spPr>
            <a:xfrm>
              <a:off x="23040082" y="3257550"/>
              <a:ext cx="15522" cy="133350"/>
            </a:xfrm>
            <a:prstGeom prst="rect">
              <a:avLst/>
            </a:prstGeom>
            <a:solidFill>
              <a:srgbClr val="DCE8ED"/>
            </a:solidFill>
            <a:ln w="0">
              <a:noFill/>
              <a:prstDash val="solid"/>
            </a:ln>
          </p:spPr>
        </p:sp>
        <p:sp>
          <p:nvSpPr>
            <p:cNvPr id="2520" name="dense-strip-9-cell-116">
              <a:extLst>
                <a:ext uri="{FF2B5EF4-FFF2-40B4-BE49-F238E27FC236}">
                  <a16:creationId xmlns:a16="http://schemas.microsoft.com/office/drawing/2014/main" id="{C43A317F-C716-453A-B5B5-8366917FDCF2}"/>
                </a:ext>
              </a:extLst>
            </p:cNvPr>
            <p:cNvSpPr>
              <a:spLocks noGrp="1"/>
            </p:cNvSpPr>
            <p:nvPr/>
          </p:nvSpPr>
          <p:spPr>
            <a:xfrm>
              <a:off x="23024703" y="3257550"/>
              <a:ext cx="15522" cy="133350"/>
            </a:xfrm>
            <a:prstGeom prst="rect">
              <a:avLst/>
            </a:prstGeom>
            <a:solidFill>
              <a:srgbClr val="DCE8ED"/>
            </a:solidFill>
            <a:ln w="0">
              <a:noFill/>
              <a:prstDash val="solid"/>
            </a:ln>
          </p:spPr>
        </p:sp>
        <p:sp>
          <p:nvSpPr>
            <p:cNvPr id="2521" name="dense-strip-9-cell-115">
              <a:extLst>
                <a:ext uri="{FF2B5EF4-FFF2-40B4-BE49-F238E27FC236}">
                  <a16:creationId xmlns:a16="http://schemas.microsoft.com/office/drawing/2014/main" id="{DBF9DC99-9846-437F-AF03-AD94360AFA95}"/>
                </a:ext>
              </a:extLst>
            </p:cNvPr>
            <p:cNvSpPr>
              <a:spLocks noGrp="1"/>
            </p:cNvSpPr>
            <p:nvPr/>
          </p:nvSpPr>
          <p:spPr>
            <a:xfrm>
              <a:off x="23009324" y="3257550"/>
              <a:ext cx="15522" cy="133350"/>
            </a:xfrm>
            <a:prstGeom prst="rect">
              <a:avLst/>
            </a:prstGeom>
            <a:solidFill>
              <a:srgbClr val="DCE8ED"/>
            </a:solidFill>
            <a:ln w="0">
              <a:noFill/>
              <a:prstDash val="solid"/>
            </a:ln>
          </p:spPr>
        </p:sp>
        <p:sp>
          <p:nvSpPr>
            <p:cNvPr id="2522" name="dense-strip-9-cell-114">
              <a:extLst>
                <a:ext uri="{FF2B5EF4-FFF2-40B4-BE49-F238E27FC236}">
                  <a16:creationId xmlns:a16="http://schemas.microsoft.com/office/drawing/2014/main" id="{80D3D1B4-E129-403D-8A72-6544A0970CD1}"/>
                </a:ext>
              </a:extLst>
            </p:cNvPr>
            <p:cNvSpPr>
              <a:spLocks noGrp="1"/>
            </p:cNvSpPr>
            <p:nvPr/>
          </p:nvSpPr>
          <p:spPr>
            <a:xfrm>
              <a:off x="22993945" y="3257550"/>
              <a:ext cx="15522" cy="133350"/>
            </a:xfrm>
            <a:prstGeom prst="rect">
              <a:avLst/>
            </a:prstGeom>
            <a:solidFill>
              <a:srgbClr val="DCE8ED"/>
            </a:solidFill>
            <a:ln w="0">
              <a:noFill/>
              <a:prstDash val="solid"/>
            </a:ln>
          </p:spPr>
        </p:sp>
        <p:sp>
          <p:nvSpPr>
            <p:cNvPr id="2523" name="dense-strip-9-cell-113">
              <a:extLst>
                <a:ext uri="{FF2B5EF4-FFF2-40B4-BE49-F238E27FC236}">
                  <a16:creationId xmlns:a16="http://schemas.microsoft.com/office/drawing/2014/main" id="{EDDE42E0-4D7A-4491-9531-65D0F21BAD94}"/>
                </a:ext>
              </a:extLst>
            </p:cNvPr>
            <p:cNvSpPr>
              <a:spLocks noGrp="1"/>
            </p:cNvSpPr>
            <p:nvPr/>
          </p:nvSpPr>
          <p:spPr>
            <a:xfrm>
              <a:off x="22978566" y="3257550"/>
              <a:ext cx="15522" cy="133350"/>
            </a:xfrm>
            <a:prstGeom prst="rect">
              <a:avLst/>
            </a:prstGeom>
            <a:solidFill>
              <a:srgbClr val="DAD5CC"/>
            </a:solidFill>
            <a:ln w="0">
              <a:noFill/>
              <a:prstDash val="solid"/>
            </a:ln>
          </p:spPr>
        </p:sp>
        <p:sp>
          <p:nvSpPr>
            <p:cNvPr id="2524" name="dense-strip-9-cell-112">
              <a:extLst>
                <a:ext uri="{FF2B5EF4-FFF2-40B4-BE49-F238E27FC236}">
                  <a16:creationId xmlns:a16="http://schemas.microsoft.com/office/drawing/2014/main" id="{332222AA-F24A-40D3-89A2-81D557C94B9D}"/>
                </a:ext>
              </a:extLst>
            </p:cNvPr>
            <p:cNvSpPr>
              <a:spLocks noGrp="1"/>
            </p:cNvSpPr>
            <p:nvPr/>
          </p:nvSpPr>
          <p:spPr>
            <a:xfrm>
              <a:off x="22963188" y="3257550"/>
              <a:ext cx="15522" cy="133350"/>
            </a:xfrm>
            <a:prstGeom prst="rect">
              <a:avLst/>
            </a:prstGeom>
            <a:solidFill>
              <a:srgbClr val="9FB699"/>
            </a:solidFill>
            <a:ln w="0">
              <a:noFill/>
              <a:prstDash val="solid"/>
            </a:ln>
          </p:spPr>
        </p:sp>
        <p:sp>
          <p:nvSpPr>
            <p:cNvPr id="2525" name="dense-strip-9-cell-111">
              <a:extLst>
                <a:ext uri="{FF2B5EF4-FFF2-40B4-BE49-F238E27FC236}">
                  <a16:creationId xmlns:a16="http://schemas.microsoft.com/office/drawing/2014/main" id="{2B3B0FE8-1A26-4912-9116-7075A7643BA2}"/>
                </a:ext>
              </a:extLst>
            </p:cNvPr>
            <p:cNvSpPr>
              <a:spLocks noGrp="1"/>
            </p:cNvSpPr>
            <p:nvPr/>
          </p:nvSpPr>
          <p:spPr>
            <a:xfrm>
              <a:off x="22947809" y="3257550"/>
              <a:ext cx="15522" cy="133350"/>
            </a:xfrm>
            <a:prstGeom prst="rect">
              <a:avLst/>
            </a:prstGeom>
            <a:solidFill>
              <a:srgbClr val="D8AB85"/>
            </a:solidFill>
            <a:ln w="0">
              <a:noFill/>
              <a:prstDash val="solid"/>
            </a:ln>
          </p:spPr>
        </p:sp>
        <p:sp>
          <p:nvSpPr>
            <p:cNvPr id="2526" name="dense-strip-9-cell-110">
              <a:extLst>
                <a:ext uri="{FF2B5EF4-FFF2-40B4-BE49-F238E27FC236}">
                  <a16:creationId xmlns:a16="http://schemas.microsoft.com/office/drawing/2014/main" id="{F6AB9A2C-E426-4101-A5B6-4425C9BA7DBB}"/>
                </a:ext>
              </a:extLst>
            </p:cNvPr>
            <p:cNvSpPr>
              <a:spLocks noGrp="1"/>
            </p:cNvSpPr>
            <p:nvPr/>
          </p:nvSpPr>
          <p:spPr>
            <a:xfrm>
              <a:off x="22932430" y="3257550"/>
              <a:ext cx="15522" cy="133350"/>
            </a:xfrm>
            <a:prstGeom prst="rect">
              <a:avLst/>
            </a:prstGeom>
            <a:solidFill>
              <a:srgbClr val="889B6A"/>
            </a:solidFill>
            <a:ln w="0">
              <a:noFill/>
              <a:prstDash val="solid"/>
            </a:ln>
          </p:spPr>
        </p:sp>
        <p:sp>
          <p:nvSpPr>
            <p:cNvPr id="2527" name="dense-strip-9-cell-109">
              <a:extLst>
                <a:ext uri="{FF2B5EF4-FFF2-40B4-BE49-F238E27FC236}">
                  <a16:creationId xmlns:a16="http://schemas.microsoft.com/office/drawing/2014/main" id="{4C188569-0A1C-4810-AC01-BC09BDCC0509}"/>
                </a:ext>
              </a:extLst>
            </p:cNvPr>
            <p:cNvSpPr>
              <a:spLocks noGrp="1"/>
            </p:cNvSpPr>
            <p:nvPr/>
          </p:nvSpPr>
          <p:spPr>
            <a:xfrm>
              <a:off x="22917051" y="3257550"/>
              <a:ext cx="15522" cy="133350"/>
            </a:xfrm>
            <a:prstGeom prst="rect">
              <a:avLst/>
            </a:prstGeom>
            <a:solidFill>
              <a:srgbClr val="91813E"/>
            </a:solidFill>
            <a:ln w="0">
              <a:noFill/>
              <a:prstDash val="solid"/>
            </a:ln>
          </p:spPr>
        </p:sp>
        <p:sp>
          <p:nvSpPr>
            <p:cNvPr id="2528" name="dense-strip-9-cell-108">
              <a:extLst>
                <a:ext uri="{FF2B5EF4-FFF2-40B4-BE49-F238E27FC236}">
                  <a16:creationId xmlns:a16="http://schemas.microsoft.com/office/drawing/2014/main" id="{07CB1CEF-1AF9-4F40-9421-97BC3DF51259}"/>
                </a:ext>
              </a:extLst>
            </p:cNvPr>
            <p:cNvSpPr>
              <a:spLocks noGrp="1"/>
            </p:cNvSpPr>
            <p:nvPr/>
          </p:nvSpPr>
          <p:spPr>
            <a:xfrm>
              <a:off x="22901672" y="3257550"/>
              <a:ext cx="15522" cy="133350"/>
            </a:xfrm>
            <a:prstGeom prst="rect">
              <a:avLst/>
            </a:prstGeom>
            <a:solidFill>
              <a:srgbClr val="93752A"/>
            </a:solidFill>
            <a:ln w="0">
              <a:noFill/>
              <a:prstDash val="solid"/>
            </a:ln>
          </p:spPr>
        </p:sp>
        <p:sp>
          <p:nvSpPr>
            <p:cNvPr id="2529" name="dense-strip-9-cell-107">
              <a:extLst>
                <a:ext uri="{FF2B5EF4-FFF2-40B4-BE49-F238E27FC236}">
                  <a16:creationId xmlns:a16="http://schemas.microsoft.com/office/drawing/2014/main" id="{99F65B9E-AF33-41EB-ADCA-DE8D01021DBC}"/>
                </a:ext>
              </a:extLst>
            </p:cNvPr>
            <p:cNvSpPr>
              <a:spLocks noGrp="1"/>
            </p:cNvSpPr>
            <p:nvPr/>
          </p:nvSpPr>
          <p:spPr>
            <a:xfrm>
              <a:off x="22886293" y="3257550"/>
              <a:ext cx="15522" cy="133350"/>
            </a:xfrm>
            <a:prstGeom prst="rect">
              <a:avLst/>
            </a:prstGeom>
            <a:solidFill>
              <a:srgbClr val="937225"/>
            </a:solidFill>
            <a:ln w="0">
              <a:noFill/>
              <a:prstDash val="solid"/>
            </a:ln>
          </p:spPr>
        </p:sp>
        <p:sp>
          <p:nvSpPr>
            <p:cNvPr id="2530" name="dense-strip-9-cell-106">
              <a:extLst>
                <a:ext uri="{FF2B5EF4-FFF2-40B4-BE49-F238E27FC236}">
                  <a16:creationId xmlns:a16="http://schemas.microsoft.com/office/drawing/2014/main" id="{D93A0F15-6A41-4E5C-ADFC-CB549EA64942}"/>
                </a:ext>
              </a:extLst>
            </p:cNvPr>
            <p:cNvSpPr>
              <a:spLocks noGrp="1"/>
            </p:cNvSpPr>
            <p:nvPr/>
          </p:nvSpPr>
          <p:spPr>
            <a:xfrm>
              <a:off x="22870914" y="3257550"/>
              <a:ext cx="15522" cy="133350"/>
            </a:xfrm>
            <a:prstGeom prst="rect">
              <a:avLst/>
            </a:prstGeom>
            <a:solidFill>
              <a:srgbClr val="937224"/>
            </a:solidFill>
            <a:ln w="0">
              <a:noFill/>
              <a:prstDash val="solid"/>
            </a:ln>
          </p:spPr>
        </p:sp>
        <p:sp>
          <p:nvSpPr>
            <p:cNvPr id="2531" name="dense-strip-9-cell-105">
              <a:extLst>
                <a:ext uri="{FF2B5EF4-FFF2-40B4-BE49-F238E27FC236}">
                  <a16:creationId xmlns:a16="http://schemas.microsoft.com/office/drawing/2014/main" id="{5B77788B-4E12-4B99-8A78-042A0E613634}"/>
                </a:ext>
              </a:extLst>
            </p:cNvPr>
            <p:cNvSpPr>
              <a:spLocks noGrp="1"/>
            </p:cNvSpPr>
            <p:nvPr/>
          </p:nvSpPr>
          <p:spPr>
            <a:xfrm>
              <a:off x="22855535" y="3257550"/>
              <a:ext cx="15522" cy="133350"/>
            </a:xfrm>
            <a:prstGeom prst="rect">
              <a:avLst/>
            </a:prstGeom>
            <a:solidFill>
              <a:srgbClr val="937224"/>
            </a:solidFill>
            <a:ln w="0">
              <a:noFill/>
              <a:prstDash val="solid"/>
            </a:ln>
          </p:spPr>
        </p:sp>
        <p:sp>
          <p:nvSpPr>
            <p:cNvPr id="2532" name="dense-strip-9-cell-104">
              <a:extLst>
                <a:ext uri="{FF2B5EF4-FFF2-40B4-BE49-F238E27FC236}">
                  <a16:creationId xmlns:a16="http://schemas.microsoft.com/office/drawing/2014/main" id="{53E0E539-1930-4D73-8FC0-CBC45C71142A}"/>
                </a:ext>
              </a:extLst>
            </p:cNvPr>
            <p:cNvSpPr>
              <a:spLocks noGrp="1"/>
            </p:cNvSpPr>
            <p:nvPr/>
          </p:nvSpPr>
          <p:spPr>
            <a:xfrm>
              <a:off x="22840156" y="3257550"/>
              <a:ext cx="15522" cy="133350"/>
            </a:xfrm>
            <a:prstGeom prst="rect">
              <a:avLst/>
            </a:prstGeom>
            <a:solidFill>
              <a:srgbClr val="937224"/>
            </a:solidFill>
            <a:ln w="0">
              <a:noFill/>
              <a:prstDash val="solid"/>
            </a:ln>
          </p:spPr>
        </p:sp>
        <p:sp>
          <p:nvSpPr>
            <p:cNvPr id="2533" name="dense-strip-9-cell-103">
              <a:extLst>
                <a:ext uri="{FF2B5EF4-FFF2-40B4-BE49-F238E27FC236}">
                  <a16:creationId xmlns:a16="http://schemas.microsoft.com/office/drawing/2014/main" id="{9F628882-4A24-4AF8-8DE0-71CE993FEEA3}"/>
                </a:ext>
              </a:extLst>
            </p:cNvPr>
            <p:cNvSpPr>
              <a:spLocks noGrp="1"/>
            </p:cNvSpPr>
            <p:nvPr/>
          </p:nvSpPr>
          <p:spPr>
            <a:xfrm>
              <a:off x="22824777" y="3257550"/>
              <a:ext cx="15522" cy="133350"/>
            </a:xfrm>
            <a:prstGeom prst="rect">
              <a:avLst/>
            </a:prstGeom>
            <a:solidFill>
              <a:srgbClr val="937224"/>
            </a:solidFill>
            <a:ln w="0">
              <a:noFill/>
              <a:prstDash val="solid"/>
            </a:ln>
          </p:spPr>
        </p:sp>
        <p:sp>
          <p:nvSpPr>
            <p:cNvPr id="2534" name="dense-strip-9-cell-102">
              <a:extLst>
                <a:ext uri="{FF2B5EF4-FFF2-40B4-BE49-F238E27FC236}">
                  <a16:creationId xmlns:a16="http://schemas.microsoft.com/office/drawing/2014/main" id="{D8C1AB5A-A8A8-48CE-B5B0-DD4D51D35B3B}"/>
                </a:ext>
              </a:extLst>
            </p:cNvPr>
            <p:cNvSpPr>
              <a:spLocks noGrp="1"/>
            </p:cNvSpPr>
            <p:nvPr/>
          </p:nvSpPr>
          <p:spPr>
            <a:xfrm>
              <a:off x="22809398" y="3257550"/>
              <a:ext cx="15522" cy="133350"/>
            </a:xfrm>
            <a:prstGeom prst="rect">
              <a:avLst/>
            </a:prstGeom>
            <a:solidFill>
              <a:srgbClr val="937224"/>
            </a:solidFill>
            <a:ln w="0">
              <a:noFill/>
              <a:prstDash val="solid"/>
            </a:ln>
          </p:spPr>
        </p:sp>
        <p:sp>
          <p:nvSpPr>
            <p:cNvPr id="2535" name="dense-strip-9-cell-101">
              <a:extLst>
                <a:ext uri="{FF2B5EF4-FFF2-40B4-BE49-F238E27FC236}">
                  <a16:creationId xmlns:a16="http://schemas.microsoft.com/office/drawing/2014/main" id="{9D9F1771-322F-4CBB-B49B-61367218538E}"/>
                </a:ext>
              </a:extLst>
            </p:cNvPr>
            <p:cNvSpPr>
              <a:spLocks noGrp="1"/>
            </p:cNvSpPr>
            <p:nvPr/>
          </p:nvSpPr>
          <p:spPr>
            <a:xfrm>
              <a:off x="22794020" y="3257550"/>
              <a:ext cx="15522" cy="133350"/>
            </a:xfrm>
            <a:prstGeom prst="rect">
              <a:avLst/>
            </a:prstGeom>
            <a:solidFill>
              <a:srgbClr val="937224"/>
            </a:solidFill>
            <a:ln w="0">
              <a:noFill/>
              <a:prstDash val="solid"/>
            </a:ln>
          </p:spPr>
        </p:sp>
        <p:sp>
          <p:nvSpPr>
            <p:cNvPr id="2536" name="dense-strip-9-cell-100">
              <a:extLst>
                <a:ext uri="{FF2B5EF4-FFF2-40B4-BE49-F238E27FC236}">
                  <a16:creationId xmlns:a16="http://schemas.microsoft.com/office/drawing/2014/main" id="{C43D2BE4-DD85-4F87-8612-8EE881868BA3}"/>
                </a:ext>
              </a:extLst>
            </p:cNvPr>
            <p:cNvSpPr>
              <a:spLocks noGrp="1"/>
            </p:cNvSpPr>
            <p:nvPr/>
          </p:nvSpPr>
          <p:spPr>
            <a:xfrm>
              <a:off x="22778641" y="3257550"/>
              <a:ext cx="15522" cy="133350"/>
            </a:xfrm>
            <a:prstGeom prst="rect">
              <a:avLst/>
            </a:prstGeom>
            <a:solidFill>
              <a:srgbClr val="937224"/>
            </a:solidFill>
            <a:ln w="0">
              <a:noFill/>
              <a:prstDash val="solid"/>
            </a:ln>
          </p:spPr>
        </p:sp>
        <p:sp>
          <p:nvSpPr>
            <p:cNvPr id="2537" name="dense-strip-9-cell-99">
              <a:extLst>
                <a:ext uri="{FF2B5EF4-FFF2-40B4-BE49-F238E27FC236}">
                  <a16:creationId xmlns:a16="http://schemas.microsoft.com/office/drawing/2014/main" id="{B59F4690-4CF9-4D51-B93D-077896DB2A96}"/>
                </a:ext>
              </a:extLst>
            </p:cNvPr>
            <p:cNvSpPr>
              <a:spLocks noGrp="1"/>
            </p:cNvSpPr>
            <p:nvPr/>
          </p:nvSpPr>
          <p:spPr>
            <a:xfrm>
              <a:off x="22763262" y="3257550"/>
              <a:ext cx="15522" cy="133350"/>
            </a:xfrm>
            <a:prstGeom prst="rect">
              <a:avLst/>
            </a:prstGeom>
            <a:solidFill>
              <a:srgbClr val="937224"/>
            </a:solidFill>
            <a:ln w="0">
              <a:noFill/>
              <a:prstDash val="solid"/>
            </a:ln>
          </p:spPr>
        </p:sp>
        <p:sp>
          <p:nvSpPr>
            <p:cNvPr id="2538" name="dense-strip-9-cell-98">
              <a:extLst>
                <a:ext uri="{FF2B5EF4-FFF2-40B4-BE49-F238E27FC236}">
                  <a16:creationId xmlns:a16="http://schemas.microsoft.com/office/drawing/2014/main" id="{7222EF42-AA1A-4FE0-8C47-30353B961576}"/>
                </a:ext>
              </a:extLst>
            </p:cNvPr>
            <p:cNvSpPr>
              <a:spLocks noGrp="1"/>
            </p:cNvSpPr>
            <p:nvPr/>
          </p:nvSpPr>
          <p:spPr>
            <a:xfrm>
              <a:off x="22747883" y="3257550"/>
              <a:ext cx="15522" cy="133350"/>
            </a:xfrm>
            <a:prstGeom prst="rect">
              <a:avLst/>
            </a:prstGeom>
            <a:solidFill>
              <a:srgbClr val="937224"/>
            </a:solidFill>
            <a:ln w="0">
              <a:noFill/>
              <a:prstDash val="solid"/>
            </a:ln>
          </p:spPr>
        </p:sp>
        <p:sp>
          <p:nvSpPr>
            <p:cNvPr id="2539" name="dense-strip-9-cell-97">
              <a:extLst>
                <a:ext uri="{FF2B5EF4-FFF2-40B4-BE49-F238E27FC236}">
                  <a16:creationId xmlns:a16="http://schemas.microsoft.com/office/drawing/2014/main" id="{6247B4E1-9A36-4EFC-8629-9C639CD2EB8E}"/>
                </a:ext>
              </a:extLst>
            </p:cNvPr>
            <p:cNvSpPr>
              <a:spLocks noGrp="1"/>
            </p:cNvSpPr>
            <p:nvPr/>
          </p:nvSpPr>
          <p:spPr>
            <a:xfrm>
              <a:off x="22732504" y="3257550"/>
              <a:ext cx="15522" cy="133350"/>
            </a:xfrm>
            <a:prstGeom prst="rect">
              <a:avLst/>
            </a:prstGeom>
            <a:solidFill>
              <a:srgbClr val="937224"/>
            </a:solidFill>
            <a:ln w="0">
              <a:noFill/>
              <a:prstDash val="solid"/>
            </a:ln>
          </p:spPr>
        </p:sp>
        <p:sp>
          <p:nvSpPr>
            <p:cNvPr id="2540" name="dense-strip-9-cell-96">
              <a:extLst>
                <a:ext uri="{FF2B5EF4-FFF2-40B4-BE49-F238E27FC236}">
                  <a16:creationId xmlns:a16="http://schemas.microsoft.com/office/drawing/2014/main" id="{D6A06DA3-3B01-45EC-966A-4103939B427A}"/>
                </a:ext>
              </a:extLst>
            </p:cNvPr>
            <p:cNvSpPr>
              <a:spLocks noGrp="1"/>
            </p:cNvSpPr>
            <p:nvPr/>
          </p:nvSpPr>
          <p:spPr>
            <a:xfrm>
              <a:off x="22717125" y="3257550"/>
              <a:ext cx="15522" cy="133350"/>
            </a:xfrm>
            <a:prstGeom prst="rect">
              <a:avLst/>
            </a:prstGeom>
            <a:solidFill>
              <a:srgbClr val="84762C"/>
            </a:solidFill>
            <a:ln w="0">
              <a:noFill/>
              <a:prstDash val="solid"/>
            </a:ln>
          </p:spPr>
        </p:sp>
        <p:sp>
          <p:nvSpPr>
            <p:cNvPr id="2541" name="dense-strip-9-cell-95">
              <a:extLst>
                <a:ext uri="{FF2B5EF4-FFF2-40B4-BE49-F238E27FC236}">
                  <a16:creationId xmlns:a16="http://schemas.microsoft.com/office/drawing/2014/main" id="{92BCA17D-C2E6-4A33-ACB6-52B7E70569A5}"/>
                </a:ext>
              </a:extLst>
            </p:cNvPr>
            <p:cNvSpPr>
              <a:spLocks noGrp="1"/>
            </p:cNvSpPr>
            <p:nvPr/>
          </p:nvSpPr>
          <p:spPr>
            <a:xfrm>
              <a:off x="22701746" y="3257550"/>
              <a:ext cx="15522" cy="133350"/>
            </a:xfrm>
            <a:prstGeom prst="rect">
              <a:avLst/>
            </a:prstGeom>
            <a:solidFill>
              <a:srgbClr val="797A31"/>
            </a:solidFill>
            <a:ln w="0">
              <a:noFill/>
              <a:prstDash val="solid"/>
            </a:ln>
          </p:spPr>
        </p:sp>
        <p:sp>
          <p:nvSpPr>
            <p:cNvPr id="2542" name="dense-strip-9-cell-94">
              <a:extLst>
                <a:ext uri="{FF2B5EF4-FFF2-40B4-BE49-F238E27FC236}">
                  <a16:creationId xmlns:a16="http://schemas.microsoft.com/office/drawing/2014/main" id="{B407E5A3-10D8-48DC-9917-DD3733CBAD71}"/>
                </a:ext>
              </a:extLst>
            </p:cNvPr>
            <p:cNvSpPr>
              <a:spLocks noGrp="1"/>
            </p:cNvSpPr>
            <p:nvPr/>
          </p:nvSpPr>
          <p:spPr>
            <a:xfrm>
              <a:off x="22686367" y="3257550"/>
              <a:ext cx="15522" cy="133350"/>
            </a:xfrm>
            <a:prstGeom prst="rect">
              <a:avLst/>
            </a:prstGeom>
            <a:solidFill>
              <a:srgbClr val="6F7D37"/>
            </a:solidFill>
            <a:ln w="0">
              <a:noFill/>
              <a:prstDash val="solid"/>
            </a:ln>
          </p:spPr>
        </p:sp>
        <p:sp>
          <p:nvSpPr>
            <p:cNvPr id="2543" name="dense-strip-9-cell-93">
              <a:extLst>
                <a:ext uri="{FF2B5EF4-FFF2-40B4-BE49-F238E27FC236}">
                  <a16:creationId xmlns:a16="http://schemas.microsoft.com/office/drawing/2014/main" id="{B07DECE7-B8A4-4D4C-A7CF-94F0FF78D1D6}"/>
                </a:ext>
              </a:extLst>
            </p:cNvPr>
            <p:cNvSpPr>
              <a:spLocks noGrp="1"/>
            </p:cNvSpPr>
            <p:nvPr/>
          </p:nvSpPr>
          <p:spPr>
            <a:xfrm>
              <a:off x="22670988" y="3257550"/>
              <a:ext cx="15522" cy="133350"/>
            </a:xfrm>
            <a:prstGeom prst="rect">
              <a:avLst/>
            </a:prstGeom>
            <a:solidFill>
              <a:srgbClr val="698040"/>
            </a:solidFill>
            <a:ln w="0">
              <a:noFill/>
              <a:prstDash val="solid"/>
            </a:ln>
          </p:spPr>
        </p:sp>
        <p:sp>
          <p:nvSpPr>
            <p:cNvPr id="2544" name="dense-strip-9-cell-92">
              <a:extLst>
                <a:ext uri="{FF2B5EF4-FFF2-40B4-BE49-F238E27FC236}">
                  <a16:creationId xmlns:a16="http://schemas.microsoft.com/office/drawing/2014/main" id="{FDA5D4C4-3D90-4D4D-AC8B-0F06FFB5E7BC}"/>
                </a:ext>
              </a:extLst>
            </p:cNvPr>
            <p:cNvSpPr>
              <a:spLocks noGrp="1"/>
            </p:cNvSpPr>
            <p:nvPr/>
          </p:nvSpPr>
          <p:spPr>
            <a:xfrm>
              <a:off x="22655609" y="3257550"/>
              <a:ext cx="15522" cy="133350"/>
            </a:xfrm>
            <a:prstGeom prst="rect">
              <a:avLst/>
            </a:prstGeom>
            <a:solidFill>
              <a:srgbClr val="618547"/>
            </a:solidFill>
            <a:ln w="0">
              <a:noFill/>
              <a:prstDash val="solid"/>
            </a:ln>
          </p:spPr>
        </p:sp>
        <p:sp>
          <p:nvSpPr>
            <p:cNvPr id="2545" name="dense-strip-9-cell-91">
              <a:extLst>
                <a:ext uri="{FF2B5EF4-FFF2-40B4-BE49-F238E27FC236}">
                  <a16:creationId xmlns:a16="http://schemas.microsoft.com/office/drawing/2014/main" id="{14887B9C-E099-4C7F-9022-70F95F915CA1}"/>
                </a:ext>
              </a:extLst>
            </p:cNvPr>
            <p:cNvSpPr>
              <a:spLocks noGrp="1"/>
            </p:cNvSpPr>
            <p:nvPr/>
          </p:nvSpPr>
          <p:spPr>
            <a:xfrm>
              <a:off x="22640230" y="3257550"/>
              <a:ext cx="15522" cy="133350"/>
            </a:xfrm>
            <a:prstGeom prst="rect">
              <a:avLst/>
            </a:prstGeom>
            <a:solidFill>
              <a:srgbClr val="5E8B50"/>
            </a:solidFill>
            <a:ln w="0">
              <a:noFill/>
              <a:prstDash val="solid"/>
            </a:ln>
          </p:spPr>
        </p:sp>
        <p:sp>
          <p:nvSpPr>
            <p:cNvPr id="2546" name="dense-strip-9-cell-90">
              <a:extLst>
                <a:ext uri="{FF2B5EF4-FFF2-40B4-BE49-F238E27FC236}">
                  <a16:creationId xmlns:a16="http://schemas.microsoft.com/office/drawing/2014/main" id="{CFBBC1EB-4E3E-43B7-BA5D-81E76D3192E8}"/>
                </a:ext>
              </a:extLst>
            </p:cNvPr>
            <p:cNvSpPr>
              <a:spLocks noGrp="1"/>
            </p:cNvSpPr>
            <p:nvPr/>
          </p:nvSpPr>
          <p:spPr>
            <a:xfrm>
              <a:off x="22624852" y="3257550"/>
              <a:ext cx="15522" cy="133350"/>
            </a:xfrm>
            <a:prstGeom prst="rect">
              <a:avLst/>
            </a:prstGeom>
            <a:solidFill>
              <a:srgbClr val="5FA67E"/>
            </a:solidFill>
            <a:ln w="0">
              <a:noFill/>
              <a:prstDash val="solid"/>
            </a:ln>
          </p:spPr>
        </p:sp>
        <p:sp>
          <p:nvSpPr>
            <p:cNvPr id="2547" name="dense-strip-9-cell-89">
              <a:extLst>
                <a:ext uri="{FF2B5EF4-FFF2-40B4-BE49-F238E27FC236}">
                  <a16:creationId xmlns:a16="http://schemas.microsoft.com/office/drawing/2014/main" id="{8E6C09D7-FCA2-42AB-B891-4C0238DA722C}"/>
                </a:ext>
              </a:extLst>
            </p:cNvPr>
            <p:cNvSpPr>
              <a:spLocks noGrp="1"/>
            </p:cNvSpPr>
            <p:nvPr/>
          </p:nvSpPr>
          <p:spPr>
            <a:xfrm>
              <a:off x="22609473" y="3257550"/>
              <a:ext cx="15522" cy="133350"/>
            </a:xfrm>
            <a:prstGeom prst="rect">
              <a:avLst/>
            </a:prstGeom>
            <a:solidFill>
              <a:srgbClr val="60AF8F"/>
            </a:solidFill>
            <a:ln w="0">
              <a:noFill/>
              <a:prstDash val="solid"/>
            </a:ln>
          </p:spPr>
        </p:sp>
        <p:sp>
          <p:nvSpPr>
            <p:cNvPr id="2548" name="dense-strip-9-cell-88">
              <a:extLst>
                <a:ext uri="{FF2B5EF4-FFF2-40B4-BE49-F238E27FC236}">
                  <a16:creationId xmlns:a16="http://schemas.microsoft.com/office/drawing/2014/main" id="{97A1FB4A-8182-4CBB-A184-D8C199F1CF5E}"/>
                </a:ext>
              </a:extLst>
            </p:cNvPr>
            <p:cNvSpPr>
              <a:spLocks noGrp="1"/>
            </p:cNvSpPr>
            <p:nvPr/>
          </p:nvSpPr>
          <p:spPr>
            <a:xfrm>
              <a:off x="22594094" y="3257550"/>
              <a:ext cx="15522" cy="133350"/>
            </a:xfrm>
            <a:prstGeom prst="rect">
              <a:avLst/>
            </a:prstGeom>
            <a:solidFill>
              <a:srgbClr val="60AF8F"/>
            </a:solidFill>
            <a:ln w="0">
              <a:noFill/>
              <a:prstDash val="solid"/>
            </a:ln>
          </p:spPr>
        </p:sp>
        <p:sp>
          <p:nvSpPr>
            <p:cNvPr id="2549" name="dense-strip-9-cell-87">
              <a:extLst>
                <a:ext uri="{FF2B5EF4-FFF2-40B4-BE49-F238E27FC236}">
                  <a16:creationId xmlns:a16="http://schemas.microsoft.com/office/drawing/2014/main" id="{9A27AA6D-739C-44CB-88DC-80F73E7B4745}"/>
                </a:ext>
              </a:extLst>
            </p:cNvPr>
            <p:cNvSpPr>
              <a:spLocks noGrp="1"/>
            </p:cNvSpPr>
            <p:nvPr/>
          </p:nvSpPr>
          <p:spPr>
            <a:xfrm>
              <a:off x="22578715" y="3257550"/>
              <a:ext cx="15522" cy="133350"/>
            </a:xfrm>
            <a:prstGeom prst="rect">
              <a:avLst/>
            </a:prstGeom>
            <a:solidFill>
              <a:srgbClr val="60B293"/>
            </a:solidFill>
            <a:ln w="0">
              <a:noFill/>
              <a:prstDash val="solid"/>
            </a:ln>
          </p:spPr>
        </p:sp>
        <p:sp>
          <p:nvSpPr>
            <p:cNvPr id="2550" name="dense-strip-9-cell-86">
              <a:extLst>
                <a:ext uri="{FF2B5EF4-FFF2-40B4-BE49-F238E27FC236}">
                  <a16:creationId xmlns:a16="http://schemas.microsoft.com/office/drawing/2014/main" id="{758FEB2B-0D09-4337-9F5E-419D2CCB58BE}"/>
                </a:ext>
              </a:extLst>
            </p:cNvPr>
            <p:cNvSpPr>
              <a:spLocks noGrp="1"/>
            </p:cNvSpPr>
            <p:nvPr/>
          </p:nvSpPr>
          <p:spPr>
            <a:xfrm>
              <a:off x="22563336" y="3257550"/>
              <a:ext cx="15522" cy="133350"/>
            </a:xfrm>
            <a:prstGeom prst="rect">
              <a:avLst/>
            </a:prstGeom>
            <a:solidFill>
              <a:srgbClr val="60B89D"/>
            </a:solidFill>
            <a:ln w="0">
              <a:noFill/>
              <a:prstDash val="solid"/>
            </a:ln>
          </p:spPr>
        </p:sp>
        <p:sp>
          <p:nvSpPr>
            <p:cNvPr id="2551" name="dense-strip-9-cell-85">
              <a:extLst>
                <a:ext uri="{FF2B5EF4-FFF2-40B4-BE49-F238E27FC236}">
                  <a16:creationId xmlns:a16="http://schemas.microsoft.com/office/drawing/2014/main" id="{625A6B4A-8C3C-4DF5-89B0-11A1D40DDF48}"/>
                </a:ext>
              </a:extLst>
            </p:cNvPr>
            <p:cNvSpPr>
              <a:spLocks noGrp="1"/>
            </p:cNvSpPr>
            <p:nvPr/>
          </p:nvSpPr>
          <p:spPr>
            <a:xfrm>
              <a:off x="22547957" y="3257550"/>
              <a:ext cx="15522" cy="133350"/>
            </a:xfrm>
            <a:prstGeom prst="rect">
              <a:avLst/>
            </a:prstGeom>
            <a:solidFill>
              <a:srgbClr val="60BDA7"/>
            </a:solidFill>
            <a:ln w="0">
              <a:noFill/>
              <a:prstDash val="solid"/>
            </a:ln>
          </p:spPr>
        </p:sp>
        <p:sp>
          <p:nvSpPr>
            <p:cNvPr id="2552" name="dense-strip-9-cell-84">
              <a:extLst>
                <a:ext uri="{FF2B5EF4-FFF2-40B4-BE49-F238E27FC236}">
                  <a16:creationId xmlns:a16="http://schemas.microsoft.com/office/drawing/2014/main" id="{DDAD985E-14B4-45DE-808E-7C7E70ECBBB5}"/>
                </a:ext>
              </a:extLst>
            </p:cNvPr>
            <p:cNvSpPr>
              <a:spLocks noGrp="1"/>
            </p:cNvSpPr>
            <p:nvPr/>
          </p:nvSpPr>
          <p:spPr>
            <a:xfrm>
              <a:off x="22532578" y="3257550"/>
              <a:ext cx="15522" cy="133350"/>
            </a:xfrm>
            <a:prstGeom prst="rect">
              <a:avLst/>
            </a:prstGeom>
            <a:solidFill>
              <a:srgbClr val="61BEA9"/>
            </a:solidFill>
            <a:ln w="0">
              <a:noFill/>
              <a:prstDash val="solid"/>
            </a:ln>
          </p:spPr>
        </p:sp>
        <p:sp>
          <p:nvSpPr>
            <p:cNvPr id="2553" name="dense-strip-9-cell-83">
              <a:extLst>
                <a:ext uri="{FF2B5EF4-FFF2-40B4-BE49-F238E27FC236}">
                  <a16:creationId xmlns:a16="http://schemas.microsoft.com/office/drawing/2014/main" id="{EAE17F10-6426-4139-874E-A2CB0F498604}"/>
                </a:ext>
              </a:extLst>
            </p:cNvPr>
            <p:cNvSpPr>
              <a:spLocks noGrp="1"/>
            </p:cNvSpPr>
            <p:nvPr/>
          </p:nvSpPr>
          <p:spPr>
            <a:xfrm>
              <a:off x="22517199" y="3257550"/>
              <a:ext cx="15522" cy="133350"/>
            </a:xfrm>
            <a:prstGeom prst="rect">
              <a:avLst/>
            </a:prstGeom>
            <a:solidFill>
              <a:srgbClr val="61BEA9"/>
            </a:solidFill>
            <a:ln w="0">
              <a:noFill/>
              <a:prstDash val="solid"/>
            </a:ln>
          </p:spPr>
        </p:sp>
        <p:sp>
          <p:nvSpPr>
            <p:cNvPr id="2554" name="dense-strip-9-cell-82">
              <a:extLst>
                <a:ext uri="{FF2B5EF4-FFF2-40B4-BE49-F238E27FC236}">
                  <a16:creationId xmlns:a16="http://schemas.microsoft.com/office/drawing/2014/main" id="{3CA8C94A-8E0D-462A-AE1F-8069511088B3}"/>
                </a:ext>
              </a:extLst>
            </p:cNvPr>
            <p:cNvSpPr>
              <a:spLocks noGrp="1"/>
            </p:cNvSpPr>
            <p:nvPr/>
          </p:nvSpPr>
          <p:spPr>
            <a:xfrm>
              <a:off x="22501820" y="3257550"/>
              <a:ext cx="15522" cy="133350"/>
            </a:xfrm>
            <a:prstGeom prst="rect">
              <a:avLst/>
            </a:prstGeom>
            <a:solidFill>
              <a:srgbClr val="61BEA9"/>
            </a:solidFill>
            <a:ln w="0">
              <a:noFill/>
              <a:prstDash val="solid"/>
            </a:ln>
          </p:spPr>
        </p:sp>
        <p:sp>
          <p:nvSpPr>
            <p:cNvPr id="2555" name="dense-strip-9-cell-81">
              <a:extLst>
                <a:ext uri="{FF2B5EF4-FFF2-40B4-BE49-F238E27FC236}">
                  <a16:creationId xmlns:a16="http://schemas.microsoft.com/office/drawing/2014/main" id="{B71D35BD-606B-49F9-9BBE-E21C47182701}"/>
                </a:ext>
              </a:extLst>
            </p:cNvPr>
            <p:cNvSpPr>
              <a:spLocks noGrp="1"/>
            </p:cNvSpPr>
            <p:nvPr/>
          </p:nvSpPr>
          <p:spPr>
            <a:xfrm>
              <a:off x="22486441" y="3257550"/>
              <a:ext cx="15522" cy="133350"/>
            </a:xfrm>
            <a:prstGeom prst="rect">
              <a:avLst/>
            </a:prstGeom>
            <a:solidFill>
              <a:srgbClr val="62BFA9"/>
            </a:solidFill>
            <a:ln w="0">
              <a:noFill/>
              <a:prstDash val="solid"/>
            </a:ln>
          </p:spPr>
        </p:sp>
        <p:sp>
          <p:nvSpPr>
            <p:cNvPr id="2556" name="dense-strip-9-cell-80">
              <a:extLst>
                <a:ext uri="{FF2B5EF4-FFF2-40B4-BE49-F238E27FC236}">
                  <a16:creationId xmlns:a16="http://schemas.microsoft.com/office/drawing/2014/main" id="{B3E872D9-B32C-4F85-BBAF-1866BBE24EBF}"/>
                </a:ext>
              </a:extLst>
            </p:cNvPr>
            <p:cNvSpPr>
              <a:spLocks noGrp="1"/>
            </p:cNvSpPr>
            <p:nvPr/>
          </p:nvSpPr>
          <p:spPr>
            <a:xfrm>
              <a:off x="22471063" y="3257550"/>
              <a:ext cx="15522" cy="133350"/>
            </a:xfrm>
            <a:prstGeom prst="rect">
              <a:avLst/>
            </a:prstGeom>
            <a:solidFill>
              <a:srgbClr val="60BEA8"/>
            </a:solidFill>
            <a:ln w="0">
              <a:noFill/>
              <a:prstDash val="solid"/>
            </a:ln>
          </p:spPr>
        </p:sp>
        <p:sp>
          <p:nvSpPr>
            <p:cNvPr id="2557" name="dense-strip-9-cell-79">
              <a:extLst>
                <a:ext uri="{FF2B5EF4-FFF2-40B4-BE49-F238E27FC236}">
                  <a16:creationId xmlns:a16="http://schemas.microsoft.com/office/drawing/2014/main" id="{811C7F95-B647-4534-BF41-27231DACC87A}"/>
                </a:ext>
              </a:extLst>
            </p:cNvPr>
            <p:cNvSpPr>
              <a:spLocks noGrp="1"/>
            </p:cNvSpPr>
            <p:nvPr/>
          </p:nvSpPr>
          <p:spPr>
            <a:xfrm>
              <a:off x="22455684" y="3257550"/>
              <a:ext cx="15522" cy="133350"/>
            </a:xfrm>
            <a:prstGeom prst="rect">
              <a:avLst/>
            </a:prstGeom>
            <a:solidFill>
              <a:srgbClr val="57BBA3"/>
            </a:solidFill>
            <a:ln w="0">
              <a:noFill/>
              <a:prstDash val="solid"/>
            </a:ln>
          </p:spPr>
        </p:sp>
        <p:sp>
          <p:nvSpPr>
            <p:cNvPr id="2558" name="dense-strip-9-cell-78">
              <a:extLst>
                <a:ext uri="{FF2B5EF4-FFF2-40B4-BE49-F238E27FC236}">
                  <a16:creationId xmlns:a16="http://schemas.microsoft.com/office/drawing/2014/main" id="{DEA74146-600C-4E27-8A77-3D07BCF5FCBC}"/>
                </a:ext>
              </a:extLst>
            </p:cNvPr>
            <p:cNvSpPr>
              <a:spLocks noGrp="1"/>
            </p:cNvSpPr>
            <p:nvPr/>
          </p:nvSpPr>
          <p:spPr>
            <a:xfrm>
              <a:off x="22440305" y="3257550"/>
              <a:ext cx="15522" cy="133350"/>
            </a:xfrm>
            <a:prstGeom prst="rect">
              <a:avLst/>
            </a:prstGeom>
            <a:solidFill>
              <a:srgbClr val="4EB89E"/>
            </a:solidFill>
            <a:ln w="0">
              <a:noFill/>
              <a:prstDash val="solid"/>
            </a:ln>
          </p:spPr>
        </p:sp>
        <p:sp>
          <p:nvSpPr>
            <p:cNvPr id="2559" name="dense-strip-9-cell-77">
              <a:extLst>
                <a:ext uri="{FF2B5EF4-FFF2-40B4-BE49-F238E27FC236}">
                  <a16:creationId xmlns:a16="http://schemas.microsoft.com/office/drawing/2014/main" id="{37432B63-B8A5-4FA1-84E0-D63B4F115C0D}"/>
                </a:ext>
              </a:extLst>
            </p:cNvPr>
            <p:cNvSpPr>
              <a:spLocks noGrp="1"/>
            </p:cNvSpPr>
            <p:nvPr/>
          </p:nvSpPr>
          <p:spPr>
            <a:xfrm>
              <a:off x="22424926" y="3257550"/>
              <a:ext cx="15522" cy="133350"/>
            </a:xfrm>
            <a:prstGeom prst="rect">
              <a:avLst/>
            </a:prstGeom>
            <a:solidFill>
              <a:srgbClr val="41B497"/>
            </a:solidFill>
            <a:ln w="0">
              <a:noFill/>
              <a:prstDash val="solid"/>
            </a:ln>
          </p:spPr>
        </p:sp>
        <p:sp>
          <p:nvSpPr>
            <p:cNvPr id="2560" name="dense-strip-9-cell-76">
              <a:extLst>
                <a:ext uri="{FF2B5EF4-FFF2-40B4-BE49-F238E27FC236}">
                  <a16:creationId xmlns:a16="http://schemas.microsoft.com/office/drawing/2014/main" id="{39536027-4492-4901-8BB8-68C9A64473BF}"/>
                </a:ext>
              </a:extLst>
            </p:cNvPr>
            <p:cNvSpPr>
              <a:spLocks noGrp="1"/>
            </p:cNvSpPr>
            <p:nvPr/>
          </p:nvSpPr>
          <p:spPr>
            <a:xfrm>
              <a:off x="22409547" y="3257550"/>
              <a:ext cx="15522" cy="133350"/>
            </a:xfrm>
            <a:prstGeom prst="rect">
              <a:avLst/>
            </a:prstGeom>
            <a:solidFill>
              <a:srgbClr val="34B090"/>
            </a:solidFill>
            <a:ln w="0">
              <a:noFill/>
              <a:prstDash val="solid"/>
            </a:ln>
          </p:spPr>
        </p:sp>
        <p:sp>
          <p:nvSpPr>
            <p:cNvPr id="2561" name="dense-strip-9-cell-75">
              <a:extLst>
                <a:ext uri="{FF2B5EF4-FFF2-40B4-BE49-F238E27FC236}">
                  <a16:creationId xmlns:a16="http://schemas.microsoft.com/office/drawing/2014/main" id="{BA0BBF06-8FDD-4557-B044-6EDC11829FDC}"/>
                </a:ext>
              </a:extLst>
            </p:cNvPr>
            <p:cNvSpPr>
              <a:spLocks noGrp="1"/>
            </p:cNvSpPr>
            <p:nvPr/>
          </p:nvSpPr>
          <p:spPr>
            <a:xfrm>
              <a:off x="22394168" y="3257550"/>
              <a:ext cx="15522" cy="133350"/>
            </a:xfrm>
            <a:prstGeom prst="rect">
              <a:avLst/>
            </a:prstGeom>
            <a:solidFill>
              <a:srgbClr val="2AAC8A"/>
            </a:solidFill>
            <a:ln w="0">
              <a:noFill/>
              <a:prstDash val="solid"/>
            </a:ln>
          </p:spPr>
        </p:sp>
        <p:sp>
          <p:nvSpPr>
            <p:cNvPr id="2562" name="dense-strip-9-cell-74">
              <a:extLst>
                <a:ext uri="{FF2B5EF4-FFF2-40B4-BE49-F238E27FC236}">
                  <a16:creationId xmlns:a16="http://schemas.microsoft.com/office/drawing/2014/main" id="{C265FBEE-B370-45AF-AFD2-0AD9EF446133}"/>
                </a:ext>
              </a:extLst>
            </p:cNvPr>
            <p:cNvSpPr>
              <a:spLocks noGrp="1"/>
            </p:cNvSpPr>
            <p:nvPr/>
          </p:nvSpPr>
          <p:spPr>
            <a:xfrm>
              <a:off x="22378789" y="3257550"/>
              <a:ext cx="15522" cy="133350"/>
            </a:xfrm>
            <a:prstGeom prst="rect">
              <a:avLst/>
            </a:prstGeom>
            <a:solidFill>
              <a:srgbClr val="22A986"/>
            </a:solidFill>
            <a:ln w="0">
              <a:noFill/>
              <a:prstDash val="solid"/>
            </a:ln>
          </p:spPr>
        </p:sp>
        <p:sp>
          <p:nvSpPr>
            <p:cNvPr id="2563" name="dense-strip-9-cell-73">
              <a:extLst>
                <a:ext uri="{FF2B5EF4-FFF2-40B4-BE49-F238E27FC236}">
                  <a16:creationId xmlns:a16="http://schemas.microsoft.com/office/drawing/2014/main" id="{CDCCE153-20F1-459C-A979-80D666463AFF}"/>
                </a:ext>
              </a:extLst>
            </p:cNvPr>
            <p:cNvSpPr>
              <a:spLocks noGrp="1"/>
            </p:cNvSpPr>
            <p:nvPr/>
          </p:nvSpPr>
          <p:spPr>
            <a:xfrm>
              <a:off x="22363410" y="3257550"/>
              <a:ext cx="15522" cy="133350"/>
            </a:xfrm>
            <a:prstGeom prst="rect">
              <a:avLst/>
            </a:prstGeom>
            <a:solidFill>
              <a:srgbClr val="20A985"/>
            </a:solidFill>
            <a:ln w="0">
              <a:noFill/>
              <a:prstDash val="solid"/>
            </a:ln>
          </p:spPr>
        </p:sp>
        <p:sp>
          <p:nvSpPr>
            <p:cNvPr id="2564" name="dense-strip-9-cell-72">
              <a:extLst>
                <a:ext uri="{FF2B5EF4-FFF2-40B4-BE49-F238E27FC236}">
                  <a16:creationId xmlns:a16="http://schemas.microsoft.com/office/drawing/2014/main" id="{85F8AE23-09AF-4A55-93D1-0F6C73FBC1BF}"/>
                </a:ext>
              </a:extLst>
            </p:cNvPr>
            <p:cNvSpPr>
              <a:spLocks noGrp="1"/>
            </p:cNvSpPr>
            <p:nvPr/>
          </p:nvSpPr>
          <p:spPr>
            <a:xfrm>
              <a:off x="22348031" y="3257550"/>
              <a:ext cx="15522" cy="133350"/>
            </a:xfrm>
            <a:prstGeom prst="rect">
              <a:avLst/>
            </a:prstGeom>
            <a:solidFill>
              <a:srgbClr val="20A985"/>
            </a:solidFill>
            <a:ln w="0">
              <a:noFill/>
              <a:prstDash val="solid"/>
            </a:ln>
          </p:spPr>
        </p:sp>
        <p:sp>
          <p:nvSpPr>
            <p:cNvPr id="2565" name="dense-strip-9-cell-71">
              <a:extLst>
                <a:ext uri="{FF2B5EF4-FFF2-40B4-BE49-F238E27FC236}">
                  <a16:creationId xmlns:a16="http://schemas.microsoft.com/office/drawing/2014/main" id="{F3C23F9D-830C-49B6-83DE-209898A70133}"/>
                </a:ext>
              </a:extLst>
            </p:cNvPr>
            <p:cNvSpPr>
              <a:spLocks noGrp="1"/>
            </p:cNvSpPr>
            <p:nvPr/>
          </p:nvSpPr>
          <p:spPr>
            <a:xfrm>
              <a:off x="22332652" y="3257550"/>
              <a:ext cx="15522" cy="133350"/>
            </a:xfrm>
            <a:prstGeom prst="rect">
              <a:avLst/>
            </a:prstGeom>
            <a:solidFill>
              <a:srgbClr val="20A985"/>
            </a:solidFill>
            <a:ln w="0">
              <a:noFill/>
              <a:prstDash val="solid"/>
            </a:ln>
          </p:spPr>
        </p:sp>
        <p:sp>
          <p:nvSpPr>
            <p:cNvPr id="2566" name="dense-strip-9-cell-70">
              <a:extLst>
                <a:ext uri="{FF2B5EF4-FFF2-40B4-BE49-F238E27FC236}">
                  <a16:creationId xmlns:a16="http://schemas.microsoft.com/office/drawing/2014/main" id="{416C83F3-11CC-4F81-98B1-FF39337BA408}"/>
                </a:ext>
              </a:extLst>
            </p:cNvPr>
            <p:cNvSpPr>
              <a:spLocks noGrp="1"/>
            </p:cNvSpPr>
            <p:nvPr/>
          </p:nvSpPr>
          <p:spPr>
            <a:xfrm>
              <a:off x="22317273" y="3257550"/>
              <a:ext cx="15522" cy="133350"/>
            </a:xfrm>
            <a:prstGeom prst="rect">
              <a:avLst/>
            </a:prstGeom>
            <a:solidFill>
              <a:srgbClr val="20A985"/>
            </a:solidFill>
            <a:ln w="0">
              <a:noFill/>
              <a:prstDash val="solid"/>
            </a:ln>
          </p:spPr>
        </p:sp>
        <p:sp>
          <p:nvSpPr>
            <p:cNvPr id="2567" name="dense-strip-9-cell-69">
              <a:extLst>
                <a:ext uri="{FF2B5EF4-FFF2-40B4-BE49-F238E27FC236}">
                  <a16:creationId xmlns:a16="http://schemas.microsoft.com/office/drawing/2014/main" id="{F34F6EF3-9707-4AFC-BF6F-58AD36CB2A87}"/>
                </a:ext>
              </a:extLst>
            </p:cNvPr>
            <p:cNvSpPr>
              <a:spLocks noGrp="1"/>
            </p:cNvSpPr>
            <p:nvPr/>
          </p:nvSpPr>
          <p:spPr>
            <a:xfrm>
              <a:off x="22301895" y="3257550"/>
              <a:ext cx="15522" cy="133350"/>
            </a:xfrm>
            <a:prstGeom prst="rect">
              <a:avLst/>
            </a:prstGeom>
            <a:solidFill>
              <a:srgbClr val="20A985"/>
            </a:solidFill>
            <a:ln w="0">
              <a:noFill/>
              <a:prstDash val="solid"/>
            </a:ln>
          </p:spPr>
        </p:sp>
        <p:sp>
          <p:nvSpPr>
            <p:cNvPr id="2568" name="dense-strip-9-cell-68">
              <a:extLst>
                <a:ext uri="{FF2B5EF4-FFF2-40B4-BE49-F238E27FC236}">
                  <a16:creationId xmlns:a16="http://schemas.microsoft.com/office/drawing/2014/main" id="{28E47A10-830B-44AB-9BE3-F35C4BC0AE2B}"/>
                </a:ext>
              </a:extLst>
            </p:cNvPr>
            <p:cNvSpPr>
              <a:spLocks noGrp="1"/>
            </p:cNvSpPr>
            <p:nvPr/>
          </p:nvSpPr>
          <p:spPr>
            <a:xfrm>
              <a:off x="22286516" y="3257550"/>
              <a:ext cx="15522" cy="133350"/>
            </a:xfrm>
            <a:prstGeom prst="rect">
              <a:avLst/>
            </a:prstGeom>
            <a:solidFill>
              <a:srgbClr val="20A985"/>
            </a:solidFill>
            <a:ln w="0">
              <a:noFill/>
              <a:prstDash val="solid"/>
            </a:ln>
          </p:spPr>
        </p:sp>
        <p:sp>
          <p:nvSpPr>
            <p:cNvPr id="2569" name="dense-strip-9-cell-67">
              <a:extLst>
                <a:ext uri="{FF2B5EF4-FFF2-40B4-BE49-F238E27FC236}">
                  <a16:creationId xmlns:a16="http://schemas.microsoft.com/office/drawing/2014/main" id="{11E1B500-AF35-412F-B7B1-94239AD966B3}"/>
                </a:ext>
              </a:extLst>
            </p:cNvPr>
            <p:cNvSpPr>
              <a:spLocks noGrp="1"/>
            </p:cNvSpPr>
            <p:nvPr/>
          </p:nvSpPr>
          <p:spPr>
            <a:xfrm>
              <a:off x="22271137" y="3257550"/>
              <a:ext cx="15522" cy="133350"/>
            </a:xfrm>
            <a:prstGeom prst="rect">
              <a:avLst/>
            </a:prstGeom>
            <a:solidFill>
              <a:srgbClr val="20A985"/>
            </a:solidFill>
            <a:ln w="0">
              <a:noFill/>
              <a:prstDash val="solid"/>
            </a:ln>
          </p:spPr>
        </p:sp>
        <p:sp>
          <p:nvSpPr>
            <p:cNvPr id="2570" name="dense-strip-9-cell-66">
              <a:extLst>
                <a:ext uri="{FF2B5EF4-FFF2-40B4-BE49-F238E27FC236}">
                  <a16:creationId xmlns:a16="http://schemas.microsoft.com/office/drawing/2014/main" id="{E0C1B2E3-7D50-48AB-8A36-C481D90B54FA}"/>
                </a:ext>
              </a:extLst>
            </p:cNvPr>
            <p:cNvSpPr>
              <a:spLocks noGrp="1"/>
            </p:cNvSpPr>
            <p:nvPr/>
          </p:nvSpPr>
          <p:spPr>
            <a:xfrm>
              <a:off x="22255758" y="3257550"/>
              <a:ext cx="15522" cy="133350"/>
            </a:xfrm>
            <a:prstGeom prst="rect">
              <a:avLst/>
            </a:prstGeom>
            <a:solidFill>
              <a:srgbClr val="20A985"/>
            </a:solidFill>
            <a:ln w="0">
              <a:noFill/>
              <a:prstDash val="solid"/>
            </a:ln>
          </p:spPr>
        </p:sp>
        <p:sp>
          <p:nvSpPr>
            <p:cNvPr id="2571" name="dense-strip-9-cell-65">
              <a:extLst>
                <a:ext uri="{FF2B5EF4-FFF2-40B4-BE49-F238E27FC236}">
                  <a16:creationId xmlns:a16="http://schemas.microsoft.com/office/drawing/2014/main" id="{2695606C-1CC8-4EA1-BE7D-A79BB00ED11D}"/>
                </a:ext>
              </a:extLst>
            </p:cNvPr>
            <p:cNvSpPr>
              <a:spLocks noGrp="1"/>
            </p:cNvSpPr>
            <p:nvPr/>
          </p:nvSpPr>
          <p:spPr>
            <a:xfrm>
              <a:off x="22240379" y="3257550"/>
              <a:ext cx="15522" cy="133350"/>
            </a:xfrm>
            <a:prstGeom prst="rect">
              <a:avLst/>
            </a:prstGeom>
            <a:solidFill>
              <a:srgbClr val="20A985"/>
            </a:solidFill>
            <a:ln w="0">
              <a:noFill/>
              <a:prstDash val="solid"/>
            </a:ln>
          </p:spPr>
        </p:sp>
        <p:sp>
          <p:nvSpPr>
            <p:cNvPr id="2572" name="dense-strip-9-cell-64">
              <a:extLst>
                <a:ext uri="{FF2B5EF4-FFF2-40B4-BE49-F238E27FC236}">
                  <a16:creationId xmlns:a16="http://schemas.microsoft.com/office/drawing/2014/main" id="{559590C9-7F08-46DC-AE72-580C5E0AE69F}"/>
                </a:ext>
              </a:extLst>
            </p:cNvPr>
            <p:cNvSpPr>
              <a:spLocks noGrp="1"/>
            </p:cNvSpPr>
            <p:nvPr/>
          </p:nvSpPr>
          <p:spPr>
            <a:xfrm>
              <a:off x="22225000" y="3257550"/>
              <a:ext cx="15522" cy="133350"/>
            </a:xfrm>
            <a:prstGeom prst="rect">
              <a:avLst/>
            </a:prstGeom>
            <a:solidFill>
              <a:srgbClr val="20A985"/>
            </a:solidFill>
            <a:ln w="0">
              <a:noFill/>
              <a:prstDash val="solid"/>
            </a:ln>
          </p:spPr>
        </p:sp>
        <p:sp>
          <p:nvSpPr>
            <p:cNvPr id="2573" name="dense-strip-9-cell-63">
              <a:extLst>
                <a:ext uri="{FF2B5EF4-FFF2-40B4-BE49-F238E27FC236}">
                  <a16:creationId xmlns:a16="http://schemas.microsoft.com/office/drawing/2014/main" id="{734E1EDB-FE31-4963-A132-91A548F57268}"/>
                </a:ext>
              </a:extLst>
            </p:cNvPr>
            <p:cNvSpPr>
              <a:spLocks noGrp="1"/>
            </p:cNvSpPr>
            <p:nvPr/>
          </p:nvSpPr>
          <p:spPr>
            <a:xfrm>
              <a:off x="22209621" y="3257550"/>
              <a:ext cx="15522" cy="133350"/>
            </a:xfrm>
            <a:prstGeom prst="rect">
              <a:avLst/>
            </a:prstGeom>
            <a:solidFill>
              <a:srgbClr val="20A985"/>
            </a:solidFill>
            <a:ln w="0">
              <a:noFill/>
              <a:prstDash val="solid"/>
            </a:ln>
          </p:spPr>
        </p:sp>
        <p:sp>
          <p:nvSpPr>
            <p:cNvPr id="2574" name="dense-strip-9-cell-62">
              <a:extLst>
                <a:ext uri="{FF2B5EF4-FFF2-40B4-BE49-F238E27FC236}">
                  <a16:creationId xmlns:a16="http://schemas.microsoft.com/office/drawing/2014/main" id="{8A0AC881-FD65-4F2E-A9C1-2D2CC5FEC6FC}"/>
                </a:ext>
              </a:extLst>
            </p:cNvPr>
            <p:cNvSpPr>
              <a:spLocks noGrp="1"/>
            </p:cNvSpPr>
            <p:nvPr/>
          </p:nvSpPr>
          <p:spPr>
            <a:xfrm>
              <a:off x="22194242" y="3257550"/>
              <a:ext cx="15522" cy="133350"/>
            </a:xfrm>
            <a:prstGeom prst="rect">
              <a:avLst/>
            </a:prstGeom>
            <a:solidFill>
              <a:srgbClr val="20A985"/>
            </a:solidFill>
            <a:ln w="0">
              <a:noFill/>
              <a:prstDash val="solid"/>
            </a:ln>
          </p:spPr>
        </p:sp>
        <p:sp>
          <p:nvSpPr>
            <p:cNvPr id="2575" name="dense-strip-9-cell-61">
              <a:extLst>
                <a:ext uri="{FF2B5EF4-FFF2-40B4-BE49-F238E27FC236}">
                  <a16:creationId xmlns:a16="http://schemas.microsoft.com/office/drawing/2014/main" id="{FC85B8AA-41E8-4D49-BCEF-1F17C876F4FD}"/>
                </a:ext>
              </a:extLst>
            </p:cNvPr>
            <p:cNvSpPr>
              <a:spLocks noGrp="1"/>
            </p:cNvSpPr>
            <p:nvPr/>
          </p:nvSpPr>
          <p:spPr>
            <a:xfrm>
              <a:off x="22178863" y="3257550"/>
              <a:ext cx="15522" cy="133350"/>
            </a:xfrm>
            <a:prstGeom prst="rect">
              <a:avLst/>
            </a:prstGeom>
            <a:solidFill>
              <a:srgbClr val="20A985"/>
            </a:solidFill>
            <a:ln w="0">
              <a:noFill/>
              <a:prstDash val="solid"/>
            </a:ln>
          </p:spPr>
        </p:sp>
        <p:sp>
          <p:nvSpPr>
            <p:cNvPr id="2576" name="dense-strip-9-cell-60">
              <a:extLst>
                <a:ext uri="{FF2B5EF4-FFF2-40B4-BE49-F238E27FC236}">
                  <a16:creationId xmlns:a16="http://schemas.microsoft.com/office/drawing/2014/main" id="{34A062EC-AF65-4851-B967-6FD22206926D}"/>
                </a:ext>
              </a:extLst>
            </p:cNvPr>
            <p:cNvSpPr>
              <a:spLocks noGrp="1"/>
            </p:cNvSpPr>
            <p:nvPr/>
          </p:nvSpPr>
          <p:spPr>
            <a:xfrm>
              <a:off x="22163484" y="3257550"/>
              <a:ext cx="15522" cy="133350"/>
            </a:xfrm>
            <a:prstGeom prst="rect">
              <a:avLst/>
            </a:prstGeom>
            <a:solidFill>
              <a:srgbClr val="20A985"/>
            </a:solidFill>
            <a:ln w="0">
              <a:noFill/>
              <a:prstDash val="solid"/>
            </a:ln>
          </p:spPr>
        </p:sp>
        <p:sp>
          <p:nvSpPr>
            <p:cNvPr id="2577" name="dense-strip-9-cell-59">
              <a:extLst>
                <a:ext uri="{FF2B5EF4-FFF2-40B4-BE49-F238E27FC236}">
                  <a16:creationId xmlns:a16="http://schemas.microsoft.com/office/drawing/2014/main" id="{5E3041AA-1B53-4569-9D74-C3C18C2180D0}"/>
                </a:ext>
              </a:extLst>
            </p:cNvPr>
            <p:cNvSpPr>
              <a:spLocks noGrp="1"/>
            </p:cNvSpPr>
            <p:nvPr/>
          </p:nvSpPr>
          <p:spPr>
            <a:xfrm>
              <a:off x="22148105" y="3257550"/>
              <a:ext cx="15522" cy="133350"/>
            </a:xfrm>
            <a:prstGeom prst="rect">
              <a:avLst/>
            </a:prstGeom>
            <a:solidFill>
              <a:srgbClr val="20A985"/>
            </a:solidFill>
            <a:ln w="0">
              <a:noFill/>
              <a:prstDash val="solid"/>
            </a:ln>
          </p:spPr>
        </p:sp>
        <p:sp>
          <p:nvSpPr>
            <p:cNvPr id="2578" name="dense-strip-9-cell-58">
              <a:extLst>
                <a:ext uri="{FF2B5EF4-FFF2-40B4-BE49-F238E27FC236}">
                  <a16:creationId xmlns:a16="http://schemas.microsoft.com/office/drawing/2014/main" id="{B755F9C6-4C9D-42E0-9735-81D5BBC691CD}"/>
                </a:ext>
              </a:extLst>
            </p:cNvPr>
            <p:cNvSpPr>
              <a:spLocks noGrp="1"/>
            </p:cNvSpPr>
            <p:nvPr/>
          </p:nvSpPr>
          <p:spPr>
            <a:xfrm>
              <a:off x="22132727" y="3257550"/>
              <a:ext cx="15522" cy="133350"/>
            </a:xfrm>
            <a:prstGeom prst="rect">
              <a:avLst/>
            </a:prstGeom>
            <a:solidFill>
              <a:srgbClr val="20A985"/>
            </a:solidFill>
            <a:ln w="0">
              <a:noFill/>
              <a:prstDash val="solid"/>
            </a:ln>
          </p:spPr>
        </p:sp>
        <p:sp>
          <p:nvSpPr>
            <p:cNvPr id="2579" name="dense-strip-9-cell-57">
              <a:extLst>
                <a:ext uri="{FF2B5EF4-FFF2-40B4-BE49-F238E27FC236}">
                  <a16:creationId xmlns:a16="http://schemas.microsoft.com/office/drawing/2014/main" id="{15B69337-5938-40B2-B392-A28798BE73B5}"/>
                </a:ext>
              </a:extLst>
            </p:cNvPr>
            <p:cNvSpPr>
              <a:spLocks noGrp="1"/>
            </p:cNvSpPr>
            <p:nvPr/>
          </p:nvSpPr>
          <p:spPr>
            <a:xfrm>
              <a:off x="22117348" y="3257550"/>
              <a:ext cx="15522" cy="133350"/>
            </a:xfrm>
            <a:prstGeom prst="rect">
              <a:avLst/>
            </a:prstGeom>
            <a:solidFill>
              <a:srgbClr val="20A985"/>
            </a:solidFill>
            <a:ln w="0">
              <a:noFill/>
              <a:prstDash val="solid"/>
            </a:ln>
          </p:spPr>
        </p:sp>
        <p:sp>
          <p:nvSpPr>
            <p:cNvPr id="2580" name="dense-strip-9-cell-56">
              <a:extLst>
                <a:ext uri="{FF2B5EF4-FFF2-40B4-BE49-F238E27FC236}">
                  <a16:creationId xmlns:a16="http://schemas.microsoft.com/office/drawing/2014/main" id="{F4F50028-082D-4FA3-88EF-D10AA51BBF2B}"/>
                </a:ext>
              </a:extLst>
            </p:cNvPr>
            <p:cNvSpPr>
              <a:spLocks noGrp="1"/>
            </p:cNvSpPr>
            <p:nvPr/>
          </p:nvSpPr>
          <p:spPr>
            <a:xfrm>
              <a:off x="22101969" y="3257550"/>
              <a:ext cx="15522" cy="133350"/>
            </a:xfrm>
            <a:prstGeom prst="rect">
              <a:avLst/>
            </a:prstGeom>
            <a:solidFill>
              <a:srgbClr val="2AAC8A"/>
            </a:solidFill>
            <a:ln w="0">
              <a:noFill/>
              <a:prstDash val="solid"/>
            </a:ln>
          </p:spPr>
        </p:sp>
        <p:sp>
          <p:nvSpPr>
            <p:cNvPr id="2581" name="dense-strip-9-cell-55">
              <a:extLst>
                <a:ext uri="{FF2B5EF4-FFF2-40B4-BE49-F238E27FC236}">
                  <a16:creationId xmlns:a16="http://schemas.microsoft.com/office/drawing/2014/main" id="{A79C609C-B8B9-40C7-9348-3E295C210B8E}"/>
                </a:ext>
              </a:extLst>
            </p:cNvPr>
            <p:cNvSpPr>
              <a:spLocks noGrp="1"/>
            </p:cNvSpPr>
            <p:nvPr/>
          </p:nvSpPr>
          <p:spPr>
            <a:xfrm>
              <a:off x="22086590" y="3257550"/>
              <a:ext cx="15522" cy="133350"/>
            </a:xfrm>
            <a:prstGeom prst="rect">
              <a:avLst/>
            </a:prstGeom>
            <a:solidFill>
              <a:srgbClr val="41B497"/>
            </a:solidFill>
            <a:ln w="0">
              <a:noFill/>
              <a:prstDash val="solid"/>
            </a:ln>
          </p:spPr>
        </p:sp>
        <p:sp>
          <p:nvSpPr>
            <p:cNvPr id="2582" name="dense-strip-9-cell-54">
              <a:extLst>
                <a:ext uri="{FF2B5EF4-FFF2-40B4-BE49-F238E27FC236}">
                  <a16:creationId xmlns:a16="http://schemas.microsoft.com/office/drawing/2014/main" id="{8C197327-257D-4949-9AD3-F1A93EE9E079}"/>
                </a:ext>
              </a:extLst>
            </p:cNvPr>
            <p:cNvSpPr>
              <a:spLocks noGrp="1"/>
            </p:cNvSpPr>
            <p:nvPr/>
          </p:nvSpPr>
          <p:spPr>
            <a:xfrm>
              <a:off x="22071211" y="3257550"/>
              <a:ext cx="15522" cy="133350"/>
            </a:xfrm>
            <a:prstGeom prst="rect">
              <a:avLst/>
            </a:prstGeom>
            <a:solidFill>
              <a:srgbClr val="46B1A0"/>
            </a:solidFill>
            <a:ln w="0">
              <a:noFill/>
              <a:prstDash val="solid"/>
            </a:ln>
          </p:spPr>
        </p:sp>
        <p:sp>
          <p:nvSpPr>
            <p:cNvPr id="2583" name="dense-strip-9-cell-53">
              <a:extLst>
                <a:ext uri="{FF2B5EF4-FFF2-40B4-BE49-F238E27FC236}">
                  <a16:creationId xmlns:a16="http://schemas.microsoft.com/office/drawing/2014/main" id="{D2A5EFEE-39DD-4169-A981-5D49A456BEF8}"/>
                </a:ext>
              </a:extLst>
            </p:cNvPr>
            <p:cNvSpPr>
              <a:spLocks noGrp="1"/>
            </p:cNvSpPr>
            <p:nvPr/>
          </p:nvSpPr>
          <p:spPr>
            <a:xfrm>
              <a:off x="22055832" y="3257550"/>
              <a:ext cx="15522" cy="133350"/>
            </a:xfrm>
            <a:prstGeom prst="rect">
              <a:avLst/>
            </a:prstGeom>
            <a:solidFill>
              <a:srgbClr val="55AFAC"/>
            </a:solidFill>
            <a:ln w="0">
              <a:noFill/>
              <a:prstDash val="solid"/>
            </a:ln>
          </p:spPr>
        </p:sp>
        <p:sp>
          <p:nvSpPr>
            <p:cNvPr id="2584" name="dense-strip-9-cell-52">
              <a:extLst>
                <a:ext uri="{FF2B5EF4-FFF2-40B4-BE49-F238E27FC236}">
                  <a16:creationId xmlns:a16="http://schemas.microsoft.com/office/drawing/2014/main" id="{FF91F762-06EA-49B0-BDFD-3CB188020776}"/>
                </a:ext>
              </a:extLst>
            </p:cNvPr>
            <p:cNvSpPr>
              <a:spLocks noGrp="1"/>
            </p:cNvSpPr>
            <p:nvPr/>
          </p:nvSpPr>
          <p:spPr>
            <a:xfrm>
              <a:off x="22040453" y="3257550"/>
              <a:ext cx="15522" cy="133350"/>
            </a:xfrm>
            <a:prstGeom prst="rect">
              <a:avLst/>
            </a:prstGeom>
            <a:solidFill>
              <a:srgbClr val="55A7B4"/>
            </a:solidFill>
            <a:ln w="0">
              <a:noFill/>
              <a:prstDash val="solid"/>
            </a:ln>
          </p:spPr>
        </p:sp>
        <p:sp>
          <p:nvSpPr>
            <p:cNvPr id="2585" name="dense-strip-9-cell-51">
              <a:extLst>
                <a:ext uri="{FF2B5EF4-FFF2-40B4-BE49-F238E27FC236}">
                  <a16:creationId xmlns:a16="http://schemas.microsoft.com/office/drawing/2014/main" id="{EED351EB-DE93-48D9-BE98-02BC024B38F7}"/>
                </a:ext>
              </a:extLst>
            </p:cNvPr>
            <p:cNvSpPr>
              <a:spLocks noGrp="1"/>
            </p:cNvSpPr>
            <p:nvPr/>
          </p:nvSpPr>
          <p:spPr>
            <a:xfrm>
              <a:off x="22025074" y="3257550"/>
              <a:ext cx="15522" cy="133350"/>
            </a:xfrm>
            <a:prstGeom prst="rect">
              <a:avLst/>
            </a:prstGeom>
            <a:solidFill>
              <a:srgbClr val="499EBF"/>
            </a:solidFill>
            <a:ln w="0">
              <a:noFill/>
              <a:prstDash val="solid"/>
            </a:ln>
          </p:spPr>
        </p:sp>
        <p:sp>
          <p:nvSpPr>
            <p:cNvPr id="2586" name="dense-strip-9-cell-50">
              <a:extLst>
                <a:ext uri="{FF2B5EF4-FFF2-40B4-BE49-F238E27FC236}">
                  <a16:creationId xmlns:a16="http://schemas.microsoft.com/office/drawing/2014/main" id="{6953D77A-8AE7-4B2F-AA54-E3F1ABD0C517}"/>
                </a:ext>
              </a:extLst>
            </p:cNvPr>
            <p:cNvSpPr>
              <a:spLocks noGrp="1"/>
            </p:cNvSpPr>
            <p:nvPr/>
          </p:nvSpPr>
          <p:spPr>
            <a:xfrm>
              <a:off x="22009695" y="3257550"/>
              <a:ext cx="15522" cy="133350"/>
            </a:xfrm>
            <a:prstGeom prst="rect">
              <a:avLst/>
            </a:prstGeom>
            <a:solidFill>
              <a:srgbClr val="2D8FB7"/>
            </a:solidFill>
            <a:ln w="0">
              <a:noFill/>
              <a:prstDash val="solid"/>
            </a:ln>
          </p:spPr>
        </p:sp>
        <p:sp>
          <p:nvSpPr>
            <p:cNvPr id="2587" name="dense-strip-9-cell-49">
              <a:extLst>
                <a:ext uri="{FF2B5EF4-FFF2-40B4-BE49-F238E27FC236}">
                  <a16:creationId xmlns:a16="http://schemas.microsoft.com/office/drawing/2014/main" id="{0F7FBC4B-FA93-4D2C-A521-4895CE406308}"/>
                </a:ext>
              </a:extLst>
            </p:cNvPr>
            <p:cNvSpPr>
              <a:spLocks noGrp="1"/>
            </p:cNvSpPr>
            <p:nvPr/>
          </p:nvSpPr>
          <p:spPr>
            <a:xfrm>
              <a:off x="21994316" y="3257550"/>
              <a:ext cx="15522" cy="133350"/>
            </a:xfrm>
            <a:prstGeom prst="rect">
              <a:avLst/>
            </a:prstGeom>
            <a:solidFill>
              <a:srgbClr val="1682B1"/>
            </a:solidFill>
            <a:ln w="0">
              <a:noFill/>
              <a:prstDash val="solid"/>
            </a:ln>
          </p:spPr>
        </p:sp>
        <p:sp>
          <p:nvSpPr>
            <p:cNvPr id="2588" name="dense-strip-9-cell-48">
              <a:extLst>
                <a:ext uri="{FF2B5EF4-FFF2-40B4-BE49-F238E27FC236}">
                  <a16:creationId xmlns:a16="http://schemas.microsoft.com/office/drawing/2014/main" id="{ED0C6EA8-9C84-4483-8284-53CBECC10EF9}"/>
                </a:ext>
              </a:extLst>
            </p:cNvPr>
            <p:cNvSpPr>
              <a:spLocks noGrp="1"/>
            </p:cNvSpPr>
            <p:nvPr/>
          </p:nvSpPr>
          <p:spPr>
            <a:xfrm>
              <a:off x="21978938" y="3257550"/>
              <a:ext cx="15522" cy="133350"/>
            </a:xfrm>
            <a:prstGeom prst="rect">
              <a:avLst/>
            </a:prstGeom>
            <a:solidFill>
              <a:srgbClr val="067AAD"/>
            </a:solidFill>
            <a:ln w="0">
              <a:noFill/>
              <a:prstDash val="solid"/>
            </a:ln>
          </p:spPr>
        </p:sp>
        <p:sp>
          <p:nvSpPr>
            <p:cNvPr id="2589" name="dense-strip-9-cell-47">
              <a:extLst>
                <a:ext uri="{FF2B5EF4-FFF2-40B4-BE49-F238E27FC236}">
                  <a16:creationId xmlns:a16="http://schemas.microsoft.com/office/drawing/2014/main" id="{849B9DC8-2752-41F0-942E-C93780BFE1E5}"/>
                </a:ext>
              </a:extLst>
            </p:cNvPr>
            <p:cNvSpPr>
              <a:spLocks noGrp="1"/>
            </p:cNvSpPr>
            <p:nvPr/>
          </p:nvSpPr>
          <p:spPr>
            <a:xfrm>
              <a:off x="21963559" y="3257550"/>
              <a:ext cx="15522" cy="133350"/>
            </a:xfrm>
            <a:prstGeom prst="rect">
              <a:avLst/>
            </a:prstGeom>
            <a:solidFill>
              <a:srgbClr val="0077AB"/>
            </a:solidFill>
            <a:ln w="0">
              <a:noFill/>
              <a:prstDash val="solid"/>
            </a:ln>
          </p:spPr>
        </p:sp>
        <p:sp>
          <p:nvSpPr>
            <p:cNvPr id="2590" name="dense-strip-9-cell-46">
              <a:extLst>
                <a:ext uri="{FF2B5EF4-FFF2-40B4-BE49-F238E27FC236}">
                  <a16:creationId xmlns:a16="http://schemas.microsoft.com/office/drawing/2014/main" id="{0D1719AE-D8BA-443C-ADDA-4B5995B815D3}"/>
                </a:ext>
              </a:extLst>
            </p:cNvPr>
            <p:cNvSpPr>
              <a:spLocks noGrp="1"/>
            </p:cNvSpPr>
            <p:nvPr/>
          </p:nvSpPr>
          <p:spPr>
            <a:xfrm>
              <a:off x="21948180" y="3257550"/>
              <a:ext cx="15522" cy="133350"/>
            </a:xfrm>
            <a:prstGeom prst="rect">
              <a:avLst/>
            </a:prstGeom>
            <a:solidFill>
              <a:srgbClr val="0077AB"/>
            </a:solidFill>
            <a:ln w="0">
              <a:noFill/>
              <a:prstDash val="solid"/>
            </a:ln>
          </p:spPr>
        </p:sp>
        <p:sp>
          <p:nvSpPr>
            <p:cNvPr id="2591" name="dense-strip-9-cell-45">
              <a:extLst>
                <a:ext uri="{FF2B5EF4-FFF2-40B4-BE49-F238E27FC236}">
                  <a16:creationId xmlns:a16="http://schemas.microsoft.com/office/drawing/2014/main" id="{F48A1F07-7EB1-4BCD-9531-748B3155BD4B}"/>
                </a:ext>
              </a:extLst>
            </p:cNvPr>
            <p:cNvSpPr>
              <a:spLocks noGrp="1"/>
            </p:cNvSpPr>
            <p:nvPr/>
          </p:nvSpPr>
          <p:spPr>
            <a:xfrm>
              <a:off x="21932801" y="3257550"/>
              <a:ext cx="15522" cy="133350"/>
            </a:xfrm>
            <a:prstGeom prst="rect">
              <a:avLst/>
            </a:prstGeom>
            <a:solidFill>
              <a:srgbClr val="0078AA"/>
            </a:solidFill>
            <a:ln w="0">
              <a:noFill/>
              <a:prstDash val="solid"/>
            </a:ln>
          </p:spPr>
        </p:sp>
        <p:sp>
          <p:nvSpPr>
            <p:cNvPr id="2592" name="dense-strip-9-cell-44">
              <a:extLst>
                <a:ext uri="{FF2B5EF4-FFF2-40B4-BE49-F238E27FC236}">
                  <a16:creationId xmlns:a16="http://schemas.microsoft.com/office/drawing/2014/main" id="{E1663A09-8AF6-4B80-9EE3-08CECFEA2A6F}"/>
                </a:ext>
              </a:extLst>
            </p:cNvPr>
            <p:cNvSpPr>
              <a:spLocks noGrp="1"/>
            </p:cNvSpPr>
            <p:nvPr/>
          </p:nvSpPr>
          <p:spPr>
            <a:xfrm>
              <a:off x="21917422" y="3257550"/>
              <a:ext cx="15522" cy="133350"/>
            </a:xfrm>
            <a:prstGeom prst="rect">
              <a:avLst/>
            </a:prstGeom>
            <a:solidFill>
              <a:srgbClr val="0076AD"/>
            </a:solidFill>
            <a:ln w="0">
              <a:noFill/>
              <a:prstDash val="solid"/>
            </a:ln>
          </p:spPr>
        </p:sp>
        <p:sp>
          <p:nvSpPr>
            <p:cNvPr id="2593" name="dense-strip-9-cell-43">
              <a:extLst>
                <a:ext uri="{FF2B5EF4-FFF2-40B4-BE49-F238E27FC236}">
                  <a16:creationId xmlns:a16="http://schemas.microsoft.com/office/drawing/2014/main" id="{0D46356A-CFBF-4B00-9607-4CC7CC5996A8}"/>
                </a:ext>
              </a:extLst>
            </p:cNvPr>
            <p:cNvSpPr>
              <a:spLocks noGrp="1"/>
            </p:cNvSpPr>
            <p:nvPr/>
          </p:nvSpPr>
          <p:spPr>
            <a:xfrm>
              <a:off x="21902043" y="3257550"/>
              <a:ext cx="15522" cy="133350"/>
            </a:xfrm>
            <a:prstGeom prst="rect">
              <a:avLst/>
            </a:prstGeom>
            <a:solidFill>
              <a:srgbClr val="0076AC"/>
            </a:solidFill>
            <a:ln w="0">
              <a:noFill/>
              <a:prstDash val="solid"/>
            </a:ln>
          </p:spPr>
        </p:sp>
        <p:sp>
          <p:nvSpPr>
            <p:cNvPr id="2594" name="dense-strip-9-cell-42">
              <a:extLst>
                <a:ext uri="{FF2B5EF4-FFF2-40B4-BE49-F238E27FC236}">
                  <a16:creationId xmlns:a16="http://schemas.microsoft.com/office/drawing/2014/main" id="{C3FAD5DE-DC42-4D59-9C95-761C82FB35CD}"/>
                </a:ext>
              </a:extLst>
            </p:cNvPr>
            <p:cNvSpPr>
              <a:spLocks noGrp="1"/>
            </p:cNvSpPr>
            <p:nvPr/>
          </p:nvSpPr>
          <p:spPr>
            <a:xfrm>
              <a:off x="21886664" y="3257550"/>
              <a:ext cx="15522" cy="133350"/>
            </a:xfrm>
            <a:prstGeom prst="rect">
              <a:avLst/>
            </a:prstGeom>
            <a:solidFill>
              <a:srgbClr val="0072B2"/>
            </a:solidFill>
            <a:ln w="0">
              <a:noFill/>
              <a:prstDash val="solid"/>
            </a:ln>
          </p:spPr>
        </p:sp>
        <p:sp>
          <p:nvSpPr>
            <p:cNvPr id="2595" name="dense-strip-9-cell-41">
              <a:extLst>
                <a:ext uri="{FF2B5EF4-FFF2-40B4-BE49-F238E27FC236}">
                  <a16:creationId xmlns:a16="http://schemas.microsoft.com/office/drawing/2014/main" id="{A8D7C8EA-82C3-446C-8B77-AA0431A577B8}"/>
                </a:ext>
              </a:extLst>
            </p:cNvPr>
            <p:cNvSpPr>
              <a:spLocks noGrp="1"/>
            </p:cNvSpPr>
            <p:nvPr/>
          </p:nvSpPr>
          <p:spPr>
            <a:xfrm>
              <a:off x="21871285" y="3257550"/>
              <a:ext cx="15522" cy="133350"/>
            </a:xfrm>
            <a:prstGeom prst="rect">
              <a:avLst/>
            </a:prstGeom>
            <a:solidFill>
              <a:srgbClr val="0072B2"/>
            </a:solidFill>
            <a:ln w="0">
              <a:noFill/>
              <a:prstDash val="solid"/>
            </a:ln>
          </p:spPr>
        </p:sp>
        <p:sp>
          <p:nvSpPr>
            <p:cNvPr id="2596" name="dense-strip-9-cell-40">
              <a:extLst>
                <a:ext uri="{FF2B5EF4-FFF2-40B4-BE49-F238E27FC236}">
                  <a16:creationId xmlns:a16="http://schemas.microsoft.com/office/drawing/2014/main" id="{7B969FE6-3819-4D73-9451-B18DFFA2901C}"/>
                </a:ext>
              </a:extLst>
            </p:cNvPr>
            <p:cNvSpPr>
              <a:spLocks noGrp="1"/>
            </p:cNvSpPr>
            <p:nvPr/>
          </p:nvSpPr>
          <p:spPr>
            <a:xfrm>
              <a:off x="21855906" y="3257550"/>
              <a:ext cx="15522" cy="133350"/>
            </a:xfrm>
            <a:prstGeom prst="rect">
              <a:avLst/>
            </a:prstGeom>
            <a:solidFill>
              <a:srgbClr val="0072B2"/>
            </a:solidFill>
            <a:ln w="0">
              <a:noFill/>
              <a:prstDash val="solid"/>
            </a:ln>
          </p:spPr>
        </p:sp>
        <p:sp>
          <p:nvSpPr>
            <p:cNvPr id="2597" name="dense-strip-9-cell-39">
              <a:extLst>
                <a:ext uri="{FF2B5EF4-FFF2-40B4-BE49-F238E27FC236}">
                  <a16:creationId xmlns:a16="http://schemas.microsoft.com/office/drawing/2014/main" id="{23DA4EA2-4D4D-4008-AE1B-EEB57C3D367D}"/>
                </a:ext>
              </a:extLst>
            </p:cNvPr>
            <p:cNvSpPr>
              <a:spLocks noGrp="1"/>
            </p:cNvSpPr>
            <p:nvPr/>
          </p:nvSpPr>
          <p:spPr>
            <a:xfrm>
              <a:off x="21840527" y="3257550"/>
              <a:ext cx="15522" cy="133350"/>
            </a:xfrm>
            <a:prstGeom prst="rect">
              <a:avLst/>
            </a:prstGeom>
            <a:solidFill>
              <a:srgbClr val="0072B2"/>
            </a:solidFill>
            <a:ln w="0">
              <a:noFill/>
              <a:prstDash val="solid"/>
            </a:ln>
          </p:spPr>
        </p:sp>
        <p:sp>
          <p:nvSpPr>
            <p:cNvPr id="2598" name="dense-strip-9-cell-38">
              <a:extLst>
                <a:ext uri="{FF2B5EF4-FFF2-40B4-BE49-F238E27FC236}">
                  <a16:creationId xmlns:a16="http://schemas.microsoft.com/office/drawing/2014/main" id="{7934F2D5-4521-4275-87B7-A7DCCCBF6524}"/>
                </a:ext>
              </a:extLst>
            </p:cNvPr>
            <p:cNvSpPr>
              <a:spLocks noGrp="1"/>
            </p:cNvSpPr>
            <p:nvPr/>
          </p:nvSpPr>
          <p:spPr>
            <a:xfrm>
              <a:off x="21825148" y="3257550"/>
              <a:ext cx="15522" cy="133350"/>
            </a:xfrm>
            <a:prstGeom prst="rect">
              <a:avLst/>
            </a:prstGeom>
            <a:solidFill>
              <a:srgbClr val="0072B2"/>
            </a:solidFill>
            <a:ln w="0">
              <a:noFill/>
              <a:prstDash val="solid"/>
            </a:ln>
          </p:spPr>
        </p:sp>
        <p:sp>
          <p:nvSpPr>
            <p:cNvPr id="2599" name="dense-strip-9-cell-37">
              <a:extLst>
                <a:ext uri="{FF2B5EF4-FFF2-40B4-BE49-F238E27FC236}">
                  <a16:creationId xmlns:a16="http://schemas.microsoft.com/office/drawing/2014/main" id="{EAA5D1BA-B458-4A64-90D0-8DD1823019E7}"/>
                </a:ext>
              </a:extLst>
            </p:cNvPr>
            <p:cNvSpPr>
              <a:spLocks noGrp="1"/>
            </p:cNvSpPr>
            <p:nvPr/>
          </p:nvSpPr>
          <p:spPr>
            <a:xfrm>
              <a:off x="21809770" y="3257550"/>
              <a:ext cx="15522" cy="133350"/>
            </a:xfrm>
            <a:prstGeom prst="rect">
              <a:avLst/>
            </a:prstGeom>
            <a:solidFill>
              <a:srgbClr val="0776B4"/>
            </a:solidFill>
            <a:ln w="0">
              <a:noFill/>
              <a:prstDash val="solid"/>
            </a:ln>
          </p:spPr>
        </p:sp>
        <p:sp>
          <p:nvSpPr>
            <p:cNvPr id="2600" name="dense-strip-9-cell-36">
              <a:extLst>
                <a:ext uri="{FF2B5EF4-FFF2-40B4-BE49-F238E27FC236}">
                  <a16:creationId xmlns:a16="http://schemas.microsoft.com/office/drawing/2014/main" id="{E0CA1A0E-2643-4AAE-918A-FA38EA1277FF}"/>
                </a:ext>
              </a:extLst>
            </p:cNvPr>
            <p:cNvSpPr>
              <a:spLocks noGrp="1"/>
            </p:cNvSpPr>
            <p:nvPr/>
          </p:nvSpPr>
          <p:spPr>
            <a:xfrm>
              <a:off x="21794391" y="3257550"/>
              <a:ext cx="15522" cy="133350"/>
            </a:xfrm>
            <a:prstGeom prst="rect">
              <a:avLst/>
            </a:prstGeom>
            <a:solidFill>
              <a:srgbClr val="1D82BA"/>
            </a:solidFill>
            <a:ln w="0">
              <a:noFill/>
              <a:prstDash val="solid"/>
            </a:ln>
          </p:spPr>
        </p:sp>
        <p:sp>
          <p:nvSpPr>
            <p:cNvPr id="2601" name="dense-strip-9-cell-35">
              <a:extLst>
                <a:ext uri="{FF2B5EF4-FFF2-40B4-BE49-F238E27FC236}">
                  <a16:creationId xmlns:a16="http://schemas.microsoft.com/office/drawing/2014/main" id="{19B05D37-0110-4136-BF30-348DEA0FB779}"/>
                </a:ext>
              </a:extLst>
            </p:cNvPr>
            <p:cNvSpPr>
              <a:spLocks noGrp="1"/>
            </p:cNvSpPr>
            <p:nvPr/>
          </p:nvSpPr>
          <p:spPr>
            <a:xfrm>
              <a:off x="21779012" y="3257550"/>
              <a:ext cx="15522" cy="133350"/>
            </a:xfrm>
            <a:prstGeom prst="rect">
              <a:avLst/>
            </a:prstGeom>
            <a:solidFill>
              <a:srgbClr val="4899C5"/>
            </a:solidFill>
            <a:ln w="0">
              <a:noFill/>
              <a:prstDash val="solid"/>
            </a:ln>
          </p:spPr>
        </p:sp>
        <p:sp>
          <p:nvSpPr>
            <p:cNvPr id="2602" name="dense-strip-9-cell-34">
              <a:extLst>
                <a:ext uri="{FF2B5EF4-FFF2-40B4-BE49-F238E27FC236}">
                  <a16:creationId xmlns:a16="http://schemas.microsoft.com/office/drawing/2014/main" id="{6502D4E8-C012-4B2F-83F1-E16AE859650A}"/>
                </a:ext>
              </a:extLst>
            </p:cNvPr>
            <p:cNvSpPr>
              <a:spLocks noGrp="1"/>
            </p:cNvSpPr>
            <p:nvPr/>
          </p:nvSpPr>
          <p:spPr>
            <a:xfrm>
              <a:off x="21763633" y="3257550"/>
              <a:ext cx="15522" cy="133350"/>
            </a:xfrm>
            <a:prstGeom prst="rect">
              <a:avLst/>
            </a:prstGeom>
            <a:solidFill>
              <a:srgbClr val="7EB5D4"/>
            </a:solidFill>
            <a:ln w="0">
              <a:noFill/>
              <a:prstDash val="solid"/>
            </a:ln>
          </p:spPr>
        </p:sp>
        <p:sp>
          <p:nvSpPr>
            <p:cNvPr id="2603" name="dense-strip-9-cell-33">
              <a:extLst>
                <a:ext uri="{FF2B5EF4-FFF2-40B4-BE49-F238E27FC236}">
                  <a16:creationId xmlns:a16="http://schemas.microsoft.com/office/drawing/2014/main" id="{42126993-B51A-436B-9BC0-659EBCD2EEA0}"/>
                </a:ext>
              </a:extLst>
            </p:cNvPr>
            <p:cNvSpPr>
              <a:spLocks noGrp="1"/>
            </p:cNvSpPr>
            <p:nvPr/>
          </p:nvSpPr>
          <p:spPr>
            <a:xfrm>
              <a:off x="21748254" y="3257550"/>
              <a:ext cx="15522" cy="133350"/>
            </a:xfrm>
            <a:prstGeom prst="rect">
              <a:avLst/>
            </a:prstGeom>
            <a:solidFill>
              <a:srgbClr val="B0D0E1"/>
            </a:solidFill>
            <a:ln w="0">
              <a:noFill/>
              <a:prstDash val="solid"/>
            </a:ln>
          </p:spPr>
        </p:sp>
        <p:sp>
          <p:nvSpPr>
            <p:cNvPr id="2604" name="dense-strip-9-cell-32">
              <a:extLst>
                <a:ext uri="{FF2B5EF4-FFF2-40B4-BE49-F238E27FC236}">
                  <a16:creationId xmlns:a16="http://schemas.microsoft.com/office/drawing/2014/main" id="{2F635464-A82D-4FAB-9984-0A32A609B3C9}"/>
                </a:ext>
              </a:extLst>
            </p:cNvPr>
            <p:cNvSpPr>
              <a:spLocks noGrp="1"/>
            </p:cNvSpPr>
            <p:nvPr/>
          </p:nvSpPr>
          <p:spPr>
            <a:xfrm>
              <a:off x="21732875" y="3257550"/>
              <a:ext cx="15522" cy="133350"/>
            </a:xfrm>
            <a:prstGeom prst="rect">
              <a:avLst/>
            </a:prstGeom>
            <a:solidFill>
              <a:srgbClr val="D3E3EB"/>
            </a:solidFill>
            <a:ln w="0">
              <a:noFill/>
              <a:prstDash val="solid"/>
            </a:ln>
          </p:spPr>
        </p:sp>
        <p:sp>
          <p:nvSpPr>
            <p:cNvPr id="2605" name="dense-strip-9-cell-31">
              <a:extLst>
                <a:ext uri="{FF2B5EF4-FFF2-40B4-BE49-F238E27FC236}">
                  <a16:creationId xmlns:a16="http://schemas.microsoft.com/office/drawing/2014/main" id="{EAE474A4-266C-4ABA-931F-B31862D228B6}"/>
                </a:ext>
              </a:extLst>
            </p:cNvPr>
            <p:cNvSpPr>
              <a:spLocks noGrp="1"/>
            </p:cNvSpPr>
            <p:nvPr/>
          </p:nvSpPr>
          <p:spPr>
            <a:xfrm>
              <a:off x="21717496" y="3257550"/>
              <a:ext cx="15522" cy="133350"/>
            </a:xfrm>
            <a:prstGeom prst="rect">
              <a:avLst/>
            </a:prstGeom>
            <a:solidFill>
              <a:srgbClr val="DCE8ED"/>
            </a:solidFill>
            <a:ln w="0">
              <a:noFill/>
              <a:prstDash val="solid"/>
            </a:ln>
          </p:spPr>
        </p:sp>
        <p:sp>
          <p:nvSpPr>
            <p:cNvPr id="2606" name="dense-strip-9-cell-30">
              <a:extLst>
                <a:ext uri="{FF2B5EF4-FFF2-40B4-BE49-F238E27FC236}">
                  <a16:creationId xmlns:a16="http://schemas.microsoft.com/office/drawing/2014/main" id="{A9E36549-DC13-4FC2-80AC-FFFD3F123F90}"/>
                </a:ext>
              </a:extLst>
            </p:cNvPr>
            <p:cNvSpPr>
              <a:spLocks noGrp="1"/>
            </p:cNvSpPr>
            <p:nvPr/>
          </p:nvSpPr>
          <p:spPr>
            <a:xfrm>
              <a:off x="21702117" y="3257550"/>
              <a:ext cx="15522" cy="133350"/>
            </a:xfrm>
            <a:prstGeom prst="rect">
              <a:avLst/>
            </a:prstGeom>
            <a:solidFill>
              <a:srgbClr val="DCE8ED"/>
            </a:solidFill>
            <a:ln w="0">
              <a:noFill/>
              <a:prstDash val="solid"/>
            </a:ln>
          </p:spPr>
        </p:sp>
        <p:sp>
          <p:nvSpPr>
            <p:cNvPr id="2607" name="dense-strip-9-cell-29">
              <a:extLst>
                <a:ext uri="{FF2B5EF4-FFF2-40B4-BE49-F238E27FC236}">
                  <a16:creationId xmlns:a16="http://schemas.microsoft.com/office/drawing/2014/main" id="{6E28E6F1-33B3-41EF-A589-A3D799D328EE}"/>
                </a:ext>
              </a:extLst>
            </p:cNvPr>
            <p:cNvSpPr>
              <a:spLocks noGrp="1"/>
            </p:cNvSpPr>
            <p:nvPr/>
          </p:nvSpPr>
          <p:spPr>
            <a:xfrm>
              <a:off x="21686738" y="3257550"/>
              <a:ext cx="15522" cy="133350"/>
            </a:xfrm>
            <a:prstGeom prst="rect">
              <a:avLst/>
            </a:prstGeom>
            <a:solidFill>
              <a:srgbClr val="DCE8ED"/>
            </a:solidFill>
            <a:ln w="0">
              <a:noFill/>
              <a:prstDash val="solid"/>
            </a:ln>
          </p:spPr>
        </p:sp>
        <p:sp>
          <p:nvSpPr>
            <p:cNvPr id="2608" name="dense-strip-9-cell-28">
              <a:extLst>
                <a:ext uri="{FF2B5EF4-FFF2-40B4-BE49-F238E27FC236}">
                  <a16:creationId xmlns:a16="http://schemas.microsoft.com/office/drawing/2014/main" id="{A21BF3E9-131E-460C-A430-B47B7ED6162A}"/>
                </a:ext>
              </a:extLst>
            </p:cNvPr>
            <p:cNvSpPr>
              <a:spLocks noGrp="1"/>
            </p:cNvSpPr>
            <p:nvPr/>
          </p:nvSpPr>
          <p:spPr>
            <a:xfrm>
              <a:off x="21671359" y="3257550"/>
              <a:ext cx="15522" cy="133350"/>
            </a:xfrm>
            <a:prstGeom prst="rect">
              <a:avLst/>
            </a:prstGeom>
            <a:solidFill>
              <a:srgbClr val="DCE8ED"/>
            </a:solidFill>
            <a:ln w="0">
              <a:noFill/>
              <a:prstDash val="solid"/>
            </a:ln>
          </p:spPr>
        </p:sp>
        <p:sp>
          <p:nvSpPr>
            <p:cNvPr id="2609" name="dense-strip-9-cell-27">
              <a:extLst>
                <a:ext uri="{FF2B5EF4-FFF2-40B4-BE49-F238E27FC236}">
                  <a16:creationId xmlns:a16="http://schemas.microsoft.com/office/drawing/2014/main" id="{90AD549D-4DFE-43B1-AD83-4A88DA11A7EB}"/>
                </a:ext>
              </a:extLst>
            </p:cNvPr>
            <p:cNvSpPr>
              <a:spLocks noGrp="1"/>
            </p:cNvSpPr>
            <p:nvPr/>
          </p:nvSpPr>
          <p:spPr>
            <a:xfrm>
              <a:off x="21655980" y="3257550"/>
              <a:ext cx="15522" cy="133350"/>
            </a:xfrm>
            <a:prstGeom prst="rect">
              <a:avLst/>
            </a:prstGeom>
            <a:solidFill>
              <a:srgbClr val="DCE8ED"/>
            </a:solidFill>
            <a:ln w="0">
              <a:noFill/>
              <a:prstDash val="solid"/>
            </a:ln>
          </p:spPr>
        </p:sp>
        <p:sp>
          <p:nvSpPr>
            <p:cNvPr id="2610" name="dense-strip-9-cell-26">
              <a:extLst>
                <a:ext uri="{FF2B5EF4-FFF2-40B4-BE49-F238E27FC236}">
                  <a16:creationId xmlns:a16="http://schemas.microsoft.com/office/drawing/2014/main" id="{555AC5B8-CE64-4A9F-941A-4D007F8D903A}"/>
                </a:ext>
              </a:extLst>
            </p:cNvPr>
            <p:cNvSpPr>
              <a:spLocks noGrp="1"/>
            </p:cNvSpPr>
            <p:nvPr/>
          </p:nvSpPr>
          <p:spPr>
            <a:xfrm>
              <a:off x="21640602" y="3257550"/>
              <a:ext cx="15522" cy="133350"/>
            </a:xfrm>
            <a:prstGeom prst="rect">
              <a:avLst/>
            </a:prstGeom>
            <a:solidFill>
              <a:srgbClr val="DCE8ED"/>
            </a:solidFill>
            <a:ln w="0">
              <a:noFill/>
              <a:prstDash val="solid"/>
            </a:ln>
          </p:spPr>
        </p:sp>
        <p:sp>
          <p:nvSpPr>
            <p:cNvPr id="2611" name="dense-strip-9-cell-25">
              <a:extLst>
                <a:ext uri="{FF2B5EF4-FFF2-40B4-BE49-F238E27FC236}">
                  <a16:creationId xmlns:a16="http://schemas.microsoft.com/office/drawing/2014/main" id="{4ACEBD02-70D2-4CC2-9035-32B1607AA24F}"/>
                </a:ext>
              </a:extLst>
            </p:cNvPr>
            <p:cNvSpPr>
              <a:spLocks noGrp="1"/>
            </p:cNvSpPr>
            <p:nvPr/>
          </p:nvSpPr>
          <p:spPr>
            <a:xfrm>
              <a:off x="21625223" y="3257550"/>
              <a:ext cx="15522" cy="133350"/>
            </a:xfrm>
            <a:prstGeom prst="rect">
              <a:avLst/>
            </a:prstGeom>
            <a:solidFill>
              <a:srgbClr val="DCE8ED"/>
            </a:solidFill>
            <a:ln w="0">
              <a:noFill/>
              <a:prstDash val="solid"/>
            </a:ln>
          </p:spPr>
        </p:sp>
        <p:sp>
          <p:nvSpPr>
            <p:cNvPr id="2612" name="dense-strip-9-cell-24">
              <a:extLst>
                <a:ext uri="{FF2B5EF4-FFF2-40B4-BE49-F238E27FC236}">
                  <a16:creationId xmlns:a16="http://schemas.microsoft.com/office/drawing/2014/main" id="{DB191212-47BF-487F-9458-41BEBD08A0F0}"/>
                </a:ext>
              </a:extLst>
            </p:cNvPr>
            <p:cNvSpPr>
              <a:spLocks noGrp="1"/>
            </p:cNvSpPr>
            <p:nvPr/>
          </p:nvSpPr>
          <p:spPr>
            <a:xfrm>
              <a:off x="21609844" y="3257550"/>
              <a:ext cx="15522" cy="133350"/>
            </a:xfrm>
            <a:prstGeom prst="rect">
              <a:avLst/>
            </a:prstGeom>
            <a:solidFill>
              <a:srgbClr val="DCE8ED"/>
            </a:solidFill>
            <a:ln w="0">
              <a:noFill/>
              <a:prstDash val="solid"/>
            </a:ln>
          </p:spPr>
        </p:sp>
        <p:sp>
          <p:nvSpPr>
            <p:cNvPr id="2613" name="dense-strip-9-cell-23">
              <a:extLst>
                <a:ext uri="{FF2B5EF4-FFF2-40B4-BE49-F238E27FC236}">
                  <a16:creationId xmlns:a16="http://schemas.microsoft.com/office/drawing/2014/main" id="{582F5BD0-062D-43EF-BE0C-3F8347ABF29A}"/>
                </a:ext>
              </a:extLst>
            </p:cNvPr>
            <p:cNvSpPr>
              <a:spLocks noGrp="1"/>
            </p:cNvSpPr>
            <p:nvPr/>
          </p:nvSpPr>
          <p:spPr>
            <a:xfrm>
              <a:off x="21594465" y="3257550"/>
              <a:ext cx="15522" cy="133350"/>
            </a:xfrm>
            <a:prstGeom prst="rect">
              <a:avLst/>
            </a:prstGeom>
            <a:solidFill>
              <a:srgbClr val="DAE7EC"/>
            </a:solidFill>
            <a:ln w="0">
              <a:noFill/>
              <a:prstDash val="solid"/>
            </a:ln>
          </p:spPr>
        </p:sp>
        <p:sp>
          <p:nvSpPr>
            <p:cNvPr id="2614" name="dense-strip-9-cell-22">
              <a:extLst>
                <a:ext uri="{FF2B5EF4-FFF2-40B4-BE49-F238E27FC236}">
                  <a16:creationId xmlns:a16="http://schemas.microsoft.com/office/drawing/2014/main" id="{6729F1DC-D365-483A-ABCF-7A510D3C44F3}"/>
                </a:ext>
              </a:extLst>
            </p:cNvPr>
            <p:cNvSpPr>
              <a:spLocks noGrp="1"/>
            </p:cNvSpPr>
            <p:nvPr/>
          </p:nvSpPr>
          <p:spPr>
            <a:xfrm>
              <a:off x="21579086" y="3257550"/>
              <a:ext cx="15522" cy="133350"/>
            </a:xfrm>
            <a:prstGeom prst="rect">
              <a:avLst/>
            </a:prstGeom>
            <a:solidFill>
              <a:srgbClr val="DCE8ED"/>
            </a:solidFill>
            <a:ln w="0">
              <a:noFill/>
              <a:prstDash val="solid"/>
            </a:ln>
          </p:spPr>
        </p:sp>
        <p:sp>
          <p:nvSpPr>
            <p:cNvPr id="2615" name="dense-strip-9-cell-21">
              <a:extLst>
                <a:ext uri="{FF2B5EF4-FFF2-40B4-BE49-F238E27FC236}">
                  <a16:creationId xmlns:a16="http://schemas.microsoft.com/office/drawing/2014/main" id="{96927888-5430-4D74-A53D-16B1DAA9B240}"/>
                </a:ext>
              </a:extLst>
            </p:cNvPr>
            <p:cNvSpPr>
              <a:spLocks noGrp="1"/>
            </p:cNvSpPr>
            <p:nvPr/>
          </p:nvSpPr>
          <p:spPr>
            <a:xfrm>
              <a:off x="21563707" y="3257550"/>
              <a:ext cx="15522" cy="133350"/>
            </a:xfrm>
            <a:prstGeom prst="rect">
              <a:avLst/>
            </a:prstGeom>
            <a:solidFill>
              <a:srgbClr val="DCE8ED"/>
            </a:solidFill>
            <a:ln w="0">
              <a:noFill/>
              <a:prstDash val="solid"/>
            </a:ln>
          </p:spPr>
        </p:sp>
        <p:sp>
          <p:nvSpPr>
            <p:cNvPr id="2616" name="dense-strip-9-cell-20">
              <a:extLst>
                <a:ext uri="{FF2B5EF4-FFF2-40B4-BE49-F238E27FC236}">
                  <a16:creationId xmlns:a16="http://schemas.microsoft.com/office/drawing/2014/main" id="{E1E59FBC-0FDD-48E4-B321-3058B043E585}"/>
                </a:ext>
              </a:extLst>
            </p:cNvPr>
            <p:cNvSpPr>
              <a:spLocks noGrp="1"/>
            </p:cNvSpPr>
            <p:nvPr/>
          </p:nvSpPr>
          <p:spPr>
            <a:xfrm>
              <a:off x="21548328" y="3257550"/>
              <a:ext cx="15522" cy="133350"/>
            </a:xfrm>
            <a:prstGeom prst="rect">
              <a:avLst/>
            </a:prstGeom>
            <a:solidFill>
              <a:srgbClr val="DCE8ED"/>
            </a:solidFill>
            <a:ln w="0">
              <a:noFill/>
              <a:prstDash val="solid"/>
            </a:ln>
          </p:spPr>
        </p:sp>
        <p:sp>
          <p:nvSpPr>
            <p:cNvPr id="2617" name="dense-strip-9-cell-19">
              <a:extLst>
                <a:ext uri="{FF2B5EF4-FFF2-40B4-BE49-F238E27FC236}">
                  <a16:creationId xmlns:a16="http://schemas.microsoft.com/office/drawing/2014/main" id="{24D99495-993B-4BDF-8ABB-6CCFC1DBE203}"/>
                </a:ext>
              </a:extLst>
            </p:cNvPr>
            <p:cNvSpPr>
              <a:spLocks noGrp="1"/>
            </p:cNvSpPr>
            <p:nvPr/>
          </p:nvSpPr>
          <p:spPr>
            <a:xfrm>
              <a:off x="21532949" y="3257550"/>
              <a:ext cx="15522" cy="133350"/>
            </a:xfrm>
            <a:prstGeom prst="rect">
              <a:avLst/>
            </a:prstGeom>
            <a:solidFill>
              <a:srgbClr val="DCE8ED"/>
            </a:solidFill>
            <a:ln w="0">
              <a:noFill/>
              <a:prstDash val="solid"/>
            </a:ln>
          </p:spPr>
        </p:sp>
        <p:sp>
          <p:nvSpPr>
            <p:cNvPr id="2618" name="dense-strip-9-cell-18">
              <a:extLst>
                <a:ext uri="{FF2B5EF4-FFF2-40B4-BE49-F238E27FC236}">
                  <a16:creationId xmlns:a16="http://schemas.microsoft.com/office/drawing/2014/main" id="{F20A0F3E-1BF7-4967-BA30-745F2A4E8C44}"/>
                </a:ext>
              </a:extLst>
            </p:cNvPr>
            <p:cNvSpPr>
              <a:spLocks noGrp="1"/>
            </p:cNvSpPr>
            <p:nvPr/>
          </p:nvSpPr>
          <p:spPr>
            <a:xfrm>
              <a:off x="21517570" y="3257550"/>
              <a:ext cx="15522" cy="133350"/>
            </a:xfrm>
            <a:prstGeom prst="rect">
              <a:avLst/>
            </a:prstGeom>
            <a:solidFill>
              <a:srgbClr val="DBE8ED"/>
            </a:solidFill>
            <a:ln w="0">
              <a:noFill/>
              <a:prstDash val="solid"/>
            </a:ln>
          </p:spPr>
        </p:sp>
        <p:sp>
          <p:nvSpPr>
            <p:cNvPr id="2619" name="dense-strip-9-cell-17">
              <a:extLst>
                <a:ext uri="{FF2B5EF4-FFF2-40B4-BE49-F238E27FC236}">
                  <a16:creationId xmlns:a16="http://schemas.microsoft.com/office/drawing/2014/main" id="{91DBF2B5-00A4-4F0D-BE51-970D96570ADE}"/>
                </a:ext>
              </a:extLst>
            </p:cNvPr>
            <p:cNvSpPr>
              <a:spLocks noGrp="1"/>
            </p:cNvSpPr>
            <p:nvPr/>
          </p:nvSpPr>
          <p:spPr>
            <a:xfrm>
              <a:off x="21502191" y="3257550"/>
              <a:ext cx="15522" cy="133350"/>
            </a:xfrm>
            <a:prstGeom prst="rect">
              <a:avLst/>
            </a:prstGeom>
            <a:solidFill>
              <a:srgbClr val="DCE8ED"/>
            </a:solidFill>
            <a:ln w="0">
              <a:noFill/>
              <a:prstDash val="solid"/>
            </a:ln>
          </p:spPr>
        </p:sp>
        <p:sp>
          <p:nvSpPr>
            <p:cNvPr id="2620" name="dense-strip-9-cell-16">
              <a:extLst>
                <a:ext uri="{FF2B5EF4-FFF2-40B4-BE49-F238E27FC236}">
                  <a16:creationId xmlns:a16="http://schemas.microsoft.com/office/drawing/2014/main" id="{EA4227A7-B870-4A80-BD25-FFE1F57D0403}"/>
                </a:ext>
              </a:extLst>
            </p:cNvPr>
            <p:cNvSpPr>
              <a:spLocks noGrp="1"/>
            </p:cNvSpPr>
            <p:nvPr/>
          </p:nvSpPr>
          <p:spPr>
            <a:xfrm>
              <a:off x="21486813" y="3257550"/>
              <a:ext cx="15522" cy="133350"/>
            </a:xfrm>
            <a:prstGeom prst="rect">
              <a:avLst/>
            </a:prstGeom>
            <a:solidFill>
              <a:srgbClr val="DCE8ED"/>
            </a:solidFill>
            <a:ln w="0">
              <a:noFill/>
              <a:prstDash val="solid"/>
            </a:ln>
          </p:spPr>
        </p:sp>
        <p:sp>
          <p:nvSpPr>
            <p:cNvPr id="2621" name="dense-strip-9-cell-15">
              <a:extLst>
                <a:ext uri="{FF2B5EF4-FFF2-40B4-BE49-F238E27FC236}">
                  <a16:creationId xmlns:a16="http://schemas.microsoft.com/office/drawing/2014/main" id="{7F085A06-ABBD-46BA-A99D-AC2DACA3D321}"/>
                </a:ext>
              </a:extLst>
            </p:cNvPr>
            <p:cNvSpPr>
              <a:spLocks noGrp="1"/>
            </p:cNvSpPr>
            <p:nvPr/>
          </p:nvSpPr>
          <p:spPr>
            <a:xfrm>
              <a:off x="21471434" y="3257550"/>
              <a:ext cx="15522" cy="133350"/>
            </a:xfrm>
            <a:prstGeom prst="rect">
              <a:avLst/>
            </a:prstGeom>
            <a:solidFill>
              <a:srgbClr val="DCE8ED"/>
            </a:solidFill>
            <a:ln w="0">
              <a:noFill/>
              <a:prstDash val="solid"/>
            </a:ln>
          </p:spPr>
        </p:sp>
        <p:sp>
          <p:nvSpPr>
            <p:cNvPr id="2622" name="dense-strip-9-cell-14">
              <a:extLst>
                <a:ext uri="{FF2B5EF4-FFF2-40B4-BE49-F238E27FC236}">
                  <a16:creationId xmlns:a16="http://schemas.microsoft.com/office/drawing/2014/main" id="{AC6E5C60-2E39-4282-A734-1CEB2A47198B}"/>
                </a:ext>
              </a:extLst>
            </p:cNvPr>
            <p:cNvSpPr>
              <a:spLocks noGrp="1"/>
            </p:cNvSpPr>
            <p:nvPr/>
          </p:nvSpPr>
          <p:spPr>
            <a:xfrm>
              <a:off x="21456055" y="3257550"/>
              <a:ext cx="15522" cy="133350"/>
            </a:xfrm>
            <a:prstGeom prst="rect">
              <a:avLst/>
            </a:prstGeom>
            <a:solidFill>
              <a:srgbClr val="DCE8ED"/>
            </a:solidFill>
            <a:ln w="0">
              <a:noFill/>
              <a:prstDash val="solid"/>
            </a:ln>
          </p:spPr>
        </p:sp>
        <p:sp>
          <p:nvSpPr>
            <p:cNvPr id="2623" name="dense-strip-9-cell-13">
              <a:extLst>
                <a:ext uri="{FF2B5EF4-FFF2-40B4-BE49-F238E27FC236}">
                  <a16:creationId xmlns:a16="http://schemas.microsoft.com/office/drawing/2014/main" id="{854796D5-DBC1-416B-B6C7-46DFB8A3DEDC}"/>
                </a:ext>
              </a:extLst>
            </p:cNvPr>
            <p:cNvSpPr>
              <a:spLocks noGrp="1"/>
            </p:cNvSpPr>
            <p:nvPr/>
          </p:nvSpPr>
          <p:spPr>
            <a:xfrm>
              <a:off x="21440676" y="3257550"/>
              <a:ext cx="15522" cy="133350"/>
            </a:xfrm>
            <a:prstGeom prst="rect">
              <a:avLst/>
            </a:prstGeom>
            <a:solidFill>
              <a:srgbClr val="DCE8ED"/>
            </a:solidFill>
            <a:ln w="0">
              <a:noFill/>
              <a:prstDash val="solid"/>
            </a:ln>
          </p:spPr>
        </p:sp>
        <p:sp>
          <p:nvSpPr>
            <p:cNvPr id="2624" name="dense-strip-9-cell-12">
              <a:extLst>
                <a:ext uri="{FF2B5EF4-FFF2-40B4-BE49-F238E27FC236}">
                  <a16:creationId xmlns:a16="http://schemas.microsoft.com/office/drawing/2014/main" id="{D6429644-880C-4E16-8342-939B2703B007}"/>
                </a:ext>
              </a:extLst>
            </p:cNvPr>
            <p:cNvSpPr>
              <a:spLocks noGrp="1"/>
            </p:cNvSpPr>
            <p:nvPr/>
          </p:nvSpPr>
          <p:spPr>
            <a:xfrm>
              <a:off x="21425297" y="3257550"/>
              <a:ext cx="15522" cy="133350"/>
            </a:xfrm>
            <a:prstGeom prst="rect">
              <a:avLst/>
            </a:prstGeom>
            <a:solidFill>
              <a:srgbClr val="DCE8ED"/>
            </a:solidFill>
            <a:ln w="0">
              <a:noFill/>
              <a:prstDash val="solid"/>
            </a:ln>
          </p:spPr>
        </p:sp>
        <p:sp>
          <p:nvSpPr>
            <p:cNvPr id="2625" name="dense-strip-9-cell-11">
              <a:extLst>
                <a:ext uri="{FF2B5EF4-FFF2-40B4-BE49-F238E27FC236}">
                  <a16:creationId xmlns:a16="http://schemas.microsoft.com/office/drawing/2014/main" id="{203E9C2A-A33B-4143-AAB8-688611E5AC9C}"/>
                </a:ext>
              </a:extLst>
            </p:cNvPr>
            <p:cNvSpPr>
              <a:spLocks noGrp="1"/>
            </p:cNvSpPr>
            <p:nvPr/>
          </p:nvSpPr>
          <p:spPr>
            <a:xfrm>
              <a:off x="21409918" y="3257550"/>
              <a:ext cx="15522" cy="133350"/>
            </a:xfrm>
            <a:prstGeom prst="rect">
              <a:avLst/>
            </a:prstGeom>
            <a:solidFill>
              <a:srgbClr val="DCE8ED"/>
            </a:solidFill>
            <a:ln w="0">
              <a:noFill/>
              <a:prstDash val="solid"/>
            </a:ln>
          </p:spPr>
        </p:sp>
        <p:sp>
          <p:nvSpPr>
            <p:cNvPr id="2626" name="dense-strip-9-cell-10">
              <a:extLst>
                <a:ext uri="{FF2B5EF4-FFF2-40B4-BE49-F238E27FC236}">
                  <a16:creationId xmlns:a16="http://schemas.microsoft.com/office/drawing/2014/main" id="{75B98539-644E-4F60-8908-9B672C165F14}"/>
                </a:ext>
              </a:extLst>
            </p:cNvPr>
            <p:cNvSpPr>
              <a:spLocks noGrp="1"/>
            </p:cNvSpPr>
            <p:nvPr/>
          </p:nvSpPr>
          <p:spPr>
            <a:xfrm>
              <a:off x="21394539" y="3257550"/>
              <a:ext cx="15522" cy="133350"/>
            </a:xfrm>
            <a:prstGeom prst="rect">
              <a:avLst/>
            </a:prstGeom>
            <a:solidFill>
              <a:srgbClr val="DCE8ED"/>
            </a:solidFill>
            <a:ln w="0">
              <a:noFill/>
              <a:prstDash val="solid"/>
            </a:ln>
          </p:spPr>
        </p:sp>
        <p:sp>
          <p:nvSpPr>
            <p:cNvPr id="2627" name="dense-strip-9-cell-9">
              <a:extLst>
                <a:ext uri="{FF2B5EF4-FFF2-40B4-BE49-F238E27FC236}">
                  <a16:creationId xmlns:a16="http://schemas.microsoft.com/office/drawing/2014/main" id="{99A26ACD-7D2D-47E9-AF86-B31B3FAC663F}"/>
                </a:ext>
              </a:extLst>
            </p:cNvPr>
            <p:cNvSpPr>
              <a:spLocks noGrp="1"/>
            </p:cNvSpPr>
            <p:nvPr/>
          </p:nvSpPr>
          <p:spPr>
            <a:xfrm>
              <a:off x="21379160" y="3257550"/>
              <a:ext cx="15522" cy="133350"/>
            </a:xfrm>
            <a:prstGeom prst="rect">
              <a:avLst/>
            </a:prstGeom>
            <a:solidFill>
              <a:srgbClr val="DCE8ED"/>
            </a:solidFill>
            <a:ln w="0">
              <a:noFill/>
              <a:prstDash val="solid"/>
            </a:ln>
          </p:spPr>
        </p:sp>
        <p:sp>
          <p:nvSpPr>
            <p:cNvPr id="2628" name="dense-strip-9-cell-8">
              <a:extLst>
                <a:ext uri="{FF2B5EF4-FFF2-40B4-BE49-F238E27FC236}">
                  <a16:creationId xmlns:a16="http://schemas.microsoft.com/office/drawing/2014/main" id="{2EB8C467-383F-4F4A-B637-7C520DD8F94A}"/>
                </a:ext>
              </a:extLst>
            </p:cNvPr>
            <p:cNvSpPr>
              <a:spLocks noGrp="1"/>
            </p:cNvSpPr>
            <p:nvPr/>
          </p:nvSpPr>
          <p:spPr>
            <a:xfrm>
              <a:off x="21363781" y="3257550"/>
              <a:ext cx="15522" cy="133350"/>
            </a:xfrm>
            <a:prstGeom prst="rect">
              <a:avLst/>
            </a:prstGeom>
            <a:solidFill>
              <a:srgbClr val="DCE8ED"/>
            </a:solidFill>
            <a:ln w="0">
              <a:noFill/>
              <a:prstDash val="solid"/>
            </a:ln>
          </p:spPr>
        </p:sp>
        <p:sp>
          <p:nvSpPr>
            <p:cNvPr id="2629" name="dense-strip-9-cell-7">
              <a:extLst>
                <a:ext uri="{FF2B5EF4-FFF2-40B4-BE49-F238E27FC236}">
                  <a16:creationId xmlns:a16="http://schemas.microsoft.com/office/drawing/2014/main" id="{BCC9B517-E320-46A9-9691-C235FA1CC4E9}"/>
                </a:ext>
              </a:extLst>
            </p:cNvPr>
            <p:cNvSpPr>
              <a:spLocks noGrp="1"/>
            </p:cNvSpPr>
            <p:nvPr/>
          </p:nvSpPr>
          <p:spPr>
            <a:xfrm>
              <a:off x="21348402" y="3257550"/>
              <a:ext cx="15522" cy="133350"/>
            </a:xfrm>
            <a:prstGeom prst="rect">
              <a:avLst/>
            </a:prstGeom>
            <a:solidFill>
              <a:srgbClr val="DCE8ED"/>
            </a:solidFill>
            <a:ln w="0">
              <a:noFill/>
              <a:prstDash val="solid"/>
            </a:ln>
          </p:spPr>
        </p:sp>
        <p:sp>
          <p:nvSpPr>
            <p:cNvPr id="2630" name="dense-strip-9-cell-6">
              <a:extLst>
                <a:ext uri="{FF2B5EF4-FFF2-40B4-BE49-F238E27FC236}">
                  <a16:creationId xmlns:a16="http://schemas.microsoft.com/office/drawing/2014/main" id="{C7754548-5B41-4932-9862-AFE4305F643A}"/>
                </a:ext>
              </a:extLst>
            </p:cNvPr>
            <p:cNvSpPr>
              <a:spLocks noGrp="1"/>
            </p:cNvSpPr>
            <p:nvPr/>
          </p:nvSpPr>
          <p:spPr>
            <a:xfrm>
              <a:off x="21333023" y="3257550"/>
              <a:ext cx="15522" cy="133350"/>
            </a:xfrm>
            <a:prstGeom prst="rect">
              <a:avLst/>
            </a:prstGeom>
            <a:solidFill>
              <a:srgbClr val="DCE8ED"/>
            </a:solidFill>
            <a:ln w="0">
              <a:noFill/>
              <a:prstDash val="solid"/>
            </a:ln>
          </p:spPr>
        </p:sp>
        <p:sp>
          <p:nvSpPr>
            <p:cNvPr id="2631" name="dense-strip-9-cell-5">
              <a:extLst>
                <a:ext uri="{FF2B5EF4-FFF2-40B4-BE49-F238E27FC236}">
                  <a16:creationId xmlns:a16="http://schemas.microsoft.com/office/drawing/2014/main" id="{0C2CA55B-E652-48DE-94A6-346F7BB86F75}"/>
                </a:ext>
              </a:extLst>
            </p:cNvPr>
            <p:cNvSpPr>
              <a:spLocks noGrp="1"/>
            </p:cNvSpPr>
            <p:nvPr/>
          </p:nvSpPr>
          <p:spPr>
            <a:xfrm>
              <a:off x="21317645" y="3257550"/>
              <a:ext cx="15522" cy="133350"/>
            </a:xfrm>
            <a:prstGeom prst="rect">
              <a:avLst/>
            </a:prstGeom>
            <a:solidFill>
              <a:srgbClr val="DCE8ED"/>
            </a:solidFill>
            <a:ln w="0">
              <a:noFill/>
              <a:prstDash val="solid"/>
            </a:ln>
          </p:spPr>
        </p:sp>
        <p:sp>
          <p:nvSpPr>
            <p:cNvPr id="2632" name="dense-strip-9-cell-4">
              <a:extLst>
                <a:ext uri="{FF2B5EF4-FFF2-40B4-BE49-F238E27FC236}">
                  <a16:creationId xmlns:a16="http://schemas.microsoft.com/office/drawing/2014/main" id="{32DDE5D1-3326-49ED-9328-83E269C8651F}"/>
                </a:ext>
              </a:extLst>
            </p:cNvPr>
            <p:cNvSpPr>
              <a:spLocks noGrp="1"/>
            </p:cNvSpPr>
            <p:nvPr/>
          </p:nvSpPr>
          <p:spPr>
            <a:xfrm>
              <a:off x="21302266" y="3257550"/>
              <a:ext cx="15522" cy="133350"/>
            </a:xfrm>
            <a:prstGeom prst="rect">
              <a:avLst/>
            </a:prstGeom>
            <a:solidFill>
              <a:srgbClr val="DBE8ED"/>
            </a:solidFill>
            <a:ln w="0">
              <a:noFill/>
              <a:prstDash val="solid"/>
            </a:ln>
          </p:spPr>
        </p:sp>
        <p:sp>
          <p:nvSpPr>
            <p:cNvPr id="2633" name="dense-strip-9-cell-3">
              <a:extLst>
                <a:ext uri="{FF2B5EF4-FFF2-40B4-BE49-F238E27FC236}">
                  <a16:creationId xmlns:a16="http://schemas.microsoft.com/office/drawing/2014/main" id="{433DBB02-22F7-4D14-A560-F144408F94B1}"/>
                </a:ext>
              </a:extLst>
            </p:cNvPr>
            <p:cNvSpPr>
              <a:spLocks noGrp="1"/>
            </p:cNvSpPr>
            <p:nvPr/>
          </p:nvSpPr>
          <p:spPr>
            <a:xfrm>
              <a:off x="21286887" y="3257550"/>
              <a:ext cx="15522" cy="133350"/>
            </a:xfrm>
            <a:prstGeom prst="rect">
              <a:avLst/>
            </a:prstGeom>
            <a:solidFill>
              <a:srgbClr val="DCE8ED"/>
            </a:solidFill>
            <a:ln w="0">
              <a:noFill/>
              <a:prstDash val="solid"/>
            </a:ln>
          </p:spPr>
        </p:sp>
        <p:sp>
          <p:nvSpPr>
            <p:cNvPr id="2634" name="dense-strip-9-cell-2">
              <a:extLst>
                <a:ext uri="{FF2B5EF4-FFF2-40B4-BE49-F238E27FC236}">
                  <a16:creationId xmlns:a16="http://schemas.microsoft.com/office/drawing/2014/main" id="{6085730E-482E-4BD6-B6C1-79613399ADCB}"/>
                </a:ext>
              </a:extLst>
            </p:cNvPr>
            <p:cNvSpPr>
              <a:spLocks noGrp="1"/>
            </p:cNvSpPr>
            <p:nvPr/>
          </p:nvSpPr>
          <p:spPr>
            <a:xfrm>
              <a:off x="21271508" y="3257550"/>
              <a:ext cx="15522" cy="133350"/>
            </a:xfrm>
            <a:prstGeom prst="rect">
              <a:avLst/>
            </a:prstGeom>
            <a:solidFill>
              <a:srgbClr val="DCE8ED"/>
            </a:solidFill>
            <a:ln w="0">
              <a:noFill/>
              <a:prstDash val="solid"/>
            </a:ln>
          </p:spPr>
        </p:sp>
        <p:sp>
          <p:nvSpPr>
            <p:cNvPr id="2635" name="dense-strip-9-cell-1">
              <a:extLst>
                <a:ext uri="{FF2B5EF4-FFF2-40B4-BE49-F238E27FC236}">
                  <a16:creationId xmlns:a16="http://schemas.microsoft.com/office/drawing/2014/main" id="{F639B825-5EDD-425E-9162-CD5CD5A35554}"/>
                </a:ext>
              </a:extLst>
            </p:cNvPr>
            <p:cNvSpPr>
              <a:spLocks noGrp="1"/>
            </p:cNvSpPr>
            <p:nvPr/>
          </p:nvSpPr>
          <p:spPr>
            <a:xfrm>
              <a:off x="21256129" y="3257550"/>
              <a:ext cx="15522" cy="133350"/>
            </a:xfrm>
            <a:prstGeom prst="rect">
              <a:avLst/>
            </a:prstGeom>
            <a:solidFill>
              <a:srgbClr val="DCE8ED"/>
            </a:solidFill>
            <a:ln w="0">
              <a:noFill/>
              <a:prstDash val="solid"/>
            </a:ln>
          </p:spPr>
        </p:sp>
        <p:sp>
          <p:nvSpPr>
            <p:cNvPr id="2636" name="dense-strip-9-cell-0">
              <a:extLst>
                <a:ext uri="{FF2B5EF4-FFF2-40B4-BE49-F238E27FC236}">
                  <a16:creationId xmlns:a16="http://schemas.microsoft.com/office/drawing/2014/main" id="{93F909AD-29BD-4B0D-9CE8-EC15D40CDB03}"/>
                </a:ext>
              </a:extLst>
            </p:cNvPr>
            <p:cNvSpPr>
              <a:spLocks noGrp="1"/>
            </p:cNvSpPr>
            <p:nvPr/>
          </p:nvSpPr>
          <p:spPr>
            <a:xfrm>
              <a:off x="21240750" y="3257550"/>
              <a:ext cx="15522" cy="133350"/>
            </a:xfrm>
            <a:prstGeom prst="rect">
              <a:avLst/>
            </a:prstGeom>
            <a:solidFill>
              <a:srgbClr val="DCE8ED"/>
            </a:solidFill>
            <a:ln w="0">
              <a:noFill/>
              <a:prstDash val="solid"/>
            </a:ln>
          </p:spPr>
        </p:sp>
        <p:sp>
          <p:nvSpPr>
            <p:cNvPr id="2637" name="dense-strip-8-border">
              <a:extLst>
                <a:ext uri="{FF2B5EF4-FFF2-40B4-BE49-F238E27FC236}">
                  <a16:creationId xmlns:a16="http://schemas.microsoft.com/office/drawing/2014/main" id="{F83E2232-E193-4EEC-91B8-BA9370EC598B}"/>
                </a:ext>
              </a:extLst>
            </p:cNvPr>
            <p:cNvSpPr>
              <a:spLocks noGrp="1"/>
            </p:cNvSpPr>
            <p:nvPr/>
          </p:nvSpPr>
          <p:spPr>
            <a:xfrm>
              <a:off x="21240750" y="3048000"/>
              <a:ext cx="2952750" cy="133350"/>
            </a:xfrm>
            <a:prstGeom prst="rect">
              <a:avLst/>
            </a:prstGeom>
            <a:noFill/>
            <a:ln w="6191">
              <a:solidFill>
                <a:srgbClr val="6B7D89"/>
              </a:solidFill>
              <a:prstDash val="solid"/>
            </a:ln>
          </p:spPr>
        </p:sp>
        <p:sp>
          <p:nvSpPr>
            <p:cNvPr id="2638" name="dense-strip-8-cell-191">
              <a:extLst>
                <a:ext uri="{FF2B5EF4-FFF2-40B4-BE49-F238E27FC236}">
                  <a16:creationId xmlns:a16="http://schemas.microsoft.com/office/drawing/2014/main" id="{B137220C-3196-42A4-90C0-A5C8138F4F3C}"/>
                </a:ext>
              </a:extLst>
            </p:cNvPr>
            <p:cNvSpPr>
              <a:spLocks noGrp="1"/>
            </p:cNvSpPr>
            <p:nvPr/>
          </p:nvSpPr>
          <p:spPr>
            <a:xfrm>
              <a:off x="24178121" y="3048000"/>
              <a:ext cx="15522" cy="133350"/>
            </a:xfrm>
            <a:prstGeom prst="rect">
              <a:avLst/>
            </a:prstGeom>
            <a:solidFill>
              <a:srgbClr val="DCE8ED"/>
            </a:solidFill>
            <a:ln w="0">
              <a:noFill/>
              <a:prstDash val="solid"/>
            </a:ln>
          </p:spPr>
        </p:sp>
        <p:sp>
          <p:nvSpPr>
            <p:cNvPr id="2639" name="dense-strip-8-cell-190">
              <a:extLst>
                <a:ext uri="{FF2B5EF4-FFF2-40B4-BE49-F238E27FC236}">
                  <a16:creationId xmlns:a16="http://schemas.microsoft.com/office/drawing/2014/main" id="{8A26A535-1A6E-4DC7-AC64-1515829F574B}"/>
                </a:ext>
              </a:extLst>
            </p:cNvPr>
            <p:cNvSpPr>
              <a:spLocks noGrp="1"/>
            </p:cNvSpPr>
            <p:nvPr/>
          </p:nvSpPr>
          <p:spPr>
            <a:xfrm>
              <a:off x="24162742" y="3048000"/>
              <a:ext cx="15522" cy="133350"/>
            </a:xfrm>
            <a:prstGeom prst="rect">
              <a:avLst/>
            </a:prstGeom>
            <a:solidFill>
              <a:srgbClr val="DCE8ED"/>
            </a:solidFill>
            <a:ln w="0">
              <a:noFill/>
              <a:prstDash val="solid"/>
            </a:ln>
          </p:spPr>
        </p:sp>
        <p:sp>
          <p:nvSpPr>
            <p:cNvPr id="2640" name="dense-strip-8-cell-189">
              <a:extLst>
                <a:ext uri="{FF2B5EF4-FFF2-40B4-BE49-F238E27FC236}">
                  <a16:creationId xmlns:a16="http://schemas.microsoft.com/office/drawing/2014/main" id="{837DD056-551A-48EA-BEBB-8ABEB198935F}"/>
                </a:ext>
              </a:extLst>
            </p:cNvPr>
            <p:cNvSpPr>
              <a:spLocks noGrp="1"/>
            </p:cNvSpPr>
            <p:nvPr/>
          </p:nvSpPr>
          <p:spPr>
            <a:xfrm>
              <a:off x="24147363" y="3048000"/>
              <a:ext cx="15522" cy="133350"/>
            </a:xfrm>
            <a:prstGeom prst="rect">
              <a:avLst/>
            </a:prstGeom>
            <a:solidFill>
              <a:srgbClr val="DCE8EC"/>
            </a:solidFill>
            <a:ln w="0">
              <a:noFill/>
              <a:prstDash val="solid"/>
            </a:ln>
          </p:spPr>
        </p:sp>
        <p:sp>
          <p:nvSpPr>
            <p:cNvPr id="2641" name="dense-strip-8-cell-188">
              <a:extLst>
                <a:ext uri="{FF2B5EF4-FFF2-40B4-BE49-F238E27FC236}">
                  <a16:creationId xmlns:a16="http://schemas.microsoft.com/office/drawing/2014/main" id="{2C8FCD83-1C2C-42E0-87BA-D718C5065C52}"/>
                </a:ext>
              </a:extLst>
            </p:cNvPr>
            <p:cNvSpPr>
              <a:spLocks noGrp="1"/>
            </p:cNvSpPr>
            <p:nvPr/>
          </p:nvSpPr>
          <p:spPr>
            <a:xfrm>
              <a:off x="24131984" y="3048000"/>
              <a:ext cx="15522" cy="133350"/>
            </a:xfrm>
            <a:prstGeom prst="rect">
              <a:avLst/>
            </a:prstGeom>
            <a:solidFill>
              <a:srgbClr val="D5B7CE"/>
            </a:solidFill>
            <a:ln w="0">
              <a:noFill/>
              <a:prstDash val="solid"/>
            </a:ln>
          </p:spPr>
        </p:sp>
        <p:sp>
          <p:nvSpPr>
            <p:cNvPr id="2642" name="dense-strip-8-cell-187">
              <a:extLst>
                <a:ext uri="{FF2B5EF4-FFF2-40B4-BE49-F238E27FC236}">
                  <a16:creationId xmlns:a16="http://schemas.microsoft.com/office/drawing/2014/main" id="{DB410558-5E23-45BD-A631-4696F4FF4637}"/>
                </a:ext>
              </a:extLst>
            </p:cNvPr>
            <p:cNvSpPr>
              <a:spLocks noGrp="1"/>
            </p:cNvSpPr>
            <p:nvPr/>
          </p:nvSpPr>
          <p:spPr>
            <a:xfrm>
              <a:off x="24116605" y="3048000"/>
              <a:ext cx="15522" cy="133350"/>
            </a:xfrm>
            <a:prstGeom prst="rect">
              <a:avLst/>
            </a:prstGeom>
            <a:solidFill>
              <a:srgbClr val="CD7EAA"/>
            </a:solidFill>
            <a:ln w="0">
              <a:noFill/>
              <a:prstDash val="solid"/>
            </a:ln>
          </p:spPr>
        </p:sp>
        <p:sp>
          <p:nvSpPr>
            <p:cNvPr id="2643" name="dense-strip-8-cell-186">
              <a:extLst>
                <a:ext uri="{FF2B5EF4-FFF2-40B4-BE49-F238E27FC236}">
                  <a16:creationId xmlns:a16="http://schemas.microsoft.com/office/drawing/2014/main" id="{319BB7B0-04BA-4804-97DE-13446B828949}"/>
                </a:ext>
              </a:extLst>
            </p:cNvPr>
            <p:cNvSpPr>
              <a:spLocks noGrp="1"/>
            </p:cNvSpPr>
            <p:nvPr/>
          </p:nvSpPr>
          <p:spPr>
            <a:xfrm>
              <a:off x="24101227" y="3048000"/>
              <a:ext cx="15522" cy="133350"/>
            </a:xfrm>
            <a:prstGeom prst="rect">
              <a:avLst/>
            </a:prstGeom>
            <a:solidFill>
              <a:srgbClr val="CC79A7"/>
            </a:solidFill>
            <a:ln w="0">
              <a:noFill/>
              <a:prstDash val="solid"/>
            </a:ln>
          </p:spPr>
        </p:sp>
        <p:sp>
          <p:nvSpPr>
            <p:cNvPr id="2644" name="dense-strip-8-cell-185">
              <a:extLst>
                <a:ext uri="{FF2B5EF4-FFF2-40B4-BE49-F238E27FC236}">
                  <a16:creationId xmlns:a16="http://schemas.microsoft.com/office/drawing/2014/main" id="{9C2086A7-FC19-4C3A-AB3E-F014F859ED70}"/>
                </a:ext>
              </a:extLst>
            </p:cNvPr>
            <p:cNvSpPr>
              <a:spLocks noGrp="1"/>
            </p:cNvSpPr>
            <p:nvPr/>
          </p:nvSpPr>
          <p:spPr>
            <a:xfrm>
              <a:off x="24085848" y="3048000"/>
              <a:ext cx="15522" cy="133350"/>
            </a:xfrm>
            <a:prstGeom prst="rect">
              <a:avLst/>
            </a:prstGeom>
            <a:solidFill>
              <a:srgbClr val="CC79A7"/>
            </a:solidFill>
            <a:ln w="0">
              <a:noFill/>
              <a:prstDash val="solid"/>
            </a:ln>
          </p:spPr>
        </p:sp>
        <p:sp>
          <p:nvSpPr>
            <p:cNvPr id="2645" name="dense-strip-8-cell-184">
              <a:extLst>
                <a:ext uri="{FF2B5EF4-FFF2-40B4-BE49-F238E27FC236}">
                  <a16:creationId xmlns:a16="http://schemas.microsoft.com/office/drawing/2014/main" id="{A5762FCA-7D75-4647-B760-A3118F952C63}"/>
                </a:ext>
              </a:extLst>
            </p:cNvPr>
            <p:cNvSpPr>
              <a:spLocks noGrp="1"/>
            </p:cNvSpPr>
            <p:nvPr/>
          </p:nvSpPr>
          <p:spPr>
            <a:xfrm>
              <a:off x="24070469" y="3048000"/>
              <a:ext cx="15522" cy="133350"/>
            </a:xfrm>
            <a:prstGeom prst="rect">
              <a:avLst/>
            </a:prstGeom>
            <a:solidFill>
              <a:srgbClr val="CC79A7"/>
            </a:solidFill>
            <a:ln w="0">
              <a:noFill/>
              <a:prstDash val="solid"/>
            </a:ln>
          </p:spPr>
        </p:sp>
        <p:sp>
          <p:nvSpPr>
            <p:cNvPr id="2646" name="dense-strip-8-cell-183">
              <a:extLst>
                <a:ext uri="{FF2B5EF4-FFF2-40B4-BE49-F238E27FC236}">
                  <a16:creationId xmlns:a16="http://schemas.microsoft.com/office/drawing/2014/main" id="{BFB61765-66C6-4CEF-A8E2-A523840FCA36}"/>
                </a:ext>
              </a:extLst>
            </p:cNvPr>
            <p:cNvSpPr>
              <a:spLocks noGrp="1"/>
            </p:cNvSpPr>
            <p:nvPr/>
          </p:nvSpPr>
          <p:spPr>
            <a:xfrm>
              <a:off x="24055090" y="3048000"/>
              <a:ext cx="15522" cy="133350"/>
            </a:xfrm>
            <a:prstGeom prst="rect">
              <a:avLst/>
            </a:prstGeom>
            <a:solidFill>
              <a:srgbClr val="CC79A7"/>
            </a:solidFill>
            <a:ln w="0">
              <a:noFill/>
              <a:prstDash val="solid"/>
            </a:ln>
          </p:spPr>
        </p:sp>
        <p:sp>
          <p:nvSpPr>
            <p:cNvPr id="2647" name="dense-strip-8-cell-182">
              <a:extLst>
                <a:ext uri="{FF2B5EF4-FFF2-40B4-BE49-F238E27FC236}">
                  <a16:creationId xmlns:a16="http://schemas.microsoft.com/office/drawing/2014/main" id="{3C148AD6-D866-4EB9-877E-382638F60E73}"/>
                </a:ext>
              </a:extLst>
            </p:cNvPr>
            <p:cNvSpPr>
              <a:spLocks noGrp="1"/>
            </p:cNvSpPr>
            <p:nvPr/>
          </p:nvSpPr>
          <p:spPr>
            <a:xfrm>
              <a:off x="24039711" y="3048000"/>
              <a:ext cx="15522" cy="133350"/>
            </a:xfrm>
            <a:prstGeom prst="rect">
              <a:avLst/>
            </a:prstGeom>
            <a:solidFill>
              <a:srgbClr val="CC79A7"/>
            </a:solidFill>
            <a:ln w="0">
              <a:noFill/>
              <a:prstDash val="solid"/>
            </a:ln>
          </p:spPr>
        </p:sp>
        <p:sp>
          <p:nvSpPr>
            <p:cNvPr id="2648" name="dense-strip-8-cell-181">
              <a:extLst>
                <a:ext uri="{FF2B5EF4-FFF2-40B4-BE49-F238E27FC236}">
                  <a16:creationId xmlns:a16="http://schemas.microsoft.com/office/drawing/2014/main" id="{4FEE6882-B1D7-4D49-8FA7-7C08F3E14D71}"/>
                </a:ext>
              </a:extLst>
            </p:cNvPr>
            <p:cNvSpPr>
              <a:spLocks noGrp="1"/>
            </p:cNvSpPr>
            <p:nvPr/>
          </p:nvSpPr>
          <p:spPr>
            <a:xfrm>
              <a:off x="24024332" y="3048000"/>
              <a:ext cx="15522" cy="133350"/>
            </a:xfrm>
            <a:prstGeom prst="rect">
              <a:avLst/>
            </a:prstGeom>
            <a:solidFill>
              <a:srgbClr val="CC79A7"/>
            </a:solidFill>
            <a:ln w="0">
              <a:noFill/>
              <a:prstDash val="solid"/>
            </a:ln>
          </p:spPr>
        </p:sp>
        <p:sp>
          <p:nvSpPr>
            <p:cNvPr id="2649" name="dense-strip-8-cell-180">
              <a:extLst>
                <a:ext uri="{FF2B5EF4-FFF2-40B4-BE49-F238E27FC236}">
                  <a16:creationId xmlns:a16="http://schemas.microsoft.com/office/drawing/2014/main" id="{415E4B5C-038E-4CD5-9D9B-44EF6CB4A6F2}"/>
                </a:ext>
              </a:extLst>
            </p:cNvPr>
            <p:cNvSpPr>
              <a:spLocks noGrp="1"/>
            </p:cNvSpPr>
            <p:nvPr/>
          </p:nvSpPr>
          <p:spPr>
            <a:xfrm>
              <a:off x="24008953" y="3048000"/>
              <a:ext cx="15522" cy="133350"/>
            </a:xfrm>
            <a:prstGeom prst="rect">
              <a:avLst/>
            </a:prstGeom>
            <a:solidFill>
              <a:srgbClr val="CC79A7"/>
            </a:solidFill>
            <a:ln w="0">
              <a:noFill/>
              <a:prstDash val="solid"/>
            </a:ln>
          </p:spPr>
        </p:sp>
        <p:sp>
          <p:nvSpPr>
            <p:cNvPr id="2650" name="dense-strip-8-cell-179">
              <a:extLst>
                <a:ext uri="{FF2B5EF4-FFF2-40B4-BE49-F238E27FC236}">
                  <a16:creationId xmlns:a16="http://schemas.microsoft.com/office/drawing/2014/main" id="{5740C85B-1FEE-4005-B3C2-A7A44B5B1B05}"/>
                </a:ext>
              </a:extLst>
            </p:cNvPr>
            <p:cNvSpPr>
              <a:spLocks noGrp="1"/>
            </p:cNvSpPr>
            <p:nvPr/>
          </p:nvSpPr>
          <p:spPr>
            <a:xfrm>
              <a:off x="23993574" y="3048000"/>
              <a:ext cx="15522" cy="133350"/>
            </a:xfrm>
            <a:prstGeom prst="rect">
              <a:avLst/>
            </a:prstGeom>
            <a:solidFill>
              <a:srgbClr val="CC79A7"/>
            </a:solidFill>
            <a:ln w="0">
              <a:noFill/>
              <a:prstDash val="solid"/>
            </a:ln>
          </p:spPr>
        </p:sp>
        <p:sp>
          <p:nvSpPr>
            <p:cNvPr id="2651" name="dense-strip-8-cell-178">
              <a:extLst>
                <a:ext uri="{FF2B5EF4-FFF2-40B4-BE49-F238E27FC236}">
                  <a16:creationId xmlns:a16="http://schemas.microsoft.com/office/drawing/2014/main" id="{13A0EA5B-8D16-4101-AC78-ED5378ACCFD9}"/>
                </a:ext>
              </a:extLst>
            </p:cNvPr>
            <p:cNvSpPr>
              <a:spLocks noGrp="1"/>
            </p:cNvSpPr>
            <p:nvPr/>
          </p:nvSpPr>
          <p:spPr>
            <a:xfrm>
              <a:off x="23978195" y="3048000"/>
              <a:ext cx="15522" cy="133350"/>
            </a:xfrm>
            <a:prstGeom prst="rect">
              <a:avLst/>
            </a:prstGeom>
            <a:solidFill>
              <a:srgbClr val="CC79A7"/>
            </a:solidFill>
            <a:ln w="0">
              <a:noFill/>
              <a:prstDash val="solid"/>
            </a:ln>
          </p:spPr>
        </p:sp>
        <p:sp>
          <p:nvSpPr>
            <p:cNvPr id="2652" name="dense-strip-8-cell-177">
              <a:extLst>
                <a:ext uri="{FF2B5EF4-FFF2-40B4-BE49-F238E27FC236}">
                  <a16:creationId xmlns:a16="http://schemas.microsoft.com/office/drawing/2014/main" id="{99AD8D6B-5594-4B98-A5BC-52E3D74D280E}"/>
                </a:ext>
              </a:extLst>
            </p:cNvPr>
            <p:cNvSpPr>
              <a:spLocks noGrp="1"/>
            </p:cNvSpPr>
            <p:nvPr/>
          </p:nvSpPr>
          <p:spPr>
            <a:xfrm>
              <a:off x="23962816" y="3048000"/>
              <a:ext cx="15522" cy="133350"/>
            </a:xfrm>
            <a:prstGeom prst="rect">
              <a:avLst/>
            </a:prstGeom>
            <a:solidFill>
              <a:srgbClr val="CC7AA8"/>
            </a:solidFill>
            <a:ln w="0">
              <a:noFill/>
              <a:prstDash val="solid"/>
            </a:ln>
          </p:spPr>
        </p:sp>
        <p:sp>
          <p:nvSpPr>
            <p:cNvPr id="2653" name="dense-strip-8-cell-176">
              <a:extLst>
                <a:ext uri="{FF2B5EF4-FFF2-40B4-BE49-F238E27FC236}">
                  <a16:creationId xmlns:a16="http://schemas.microsoft.com/office/drawing/2014/main" id="{4B63089E-B62D-4891-B165-50E30F264048}"/>
                </a:ext>
              </a:extLst>
            </p:cNvPr>
            <p:cNvSpPr>
              <a:spLocks noGrp="1"/>
            </p:cNvSpPr>
            <p:nvPr/>
          </p:nvSpPr>
          <p:spPr>
            <a:xfrm>
              <a:off x="23947438" y="3048000"/>
              <a:ext cx="15522" cy="133350"/>
            </a:xfrm>
            <a:prstGeom prst="rect">
              <a:avLst/>
            </a:prstGeom>
            <a:solidFill>
              <a:srgbClr val="CD82AD"/>
            </a:solidFill>
            <a:ln w="0">
              <a:noFill/>
              <a:prstDash val="solid"/>
            </a:ln>
          </p:spPr>
        </p:sp>
        <p:sp>
          <p:nvSpPr>
            <p:cNvPr id="2654" name="dense-strip-8-cell-175">
              <a:extLst>
                <a:ext uri="{FF2B5EF4-FFF2-40B4-BE49-F238E27FC236}">
                  <a16:creationId xmlns:a16="http://schemas.microsoft.com/office/drawing/2014/main" id="{DB1074C7-1288-4495-B955-6782E78497FA}"/>
                </a:ext>
              </a:extLst>
            </p:cNvPr>
            <p:cNvSpPr>
              <a:spLocks noGrp="1"/>
            </p:cNvSpPr>
            <p:nvPr/>
          </p:nvSpPr>
          <p:spPr>
            <a:xfrm>
              <a:off x="23932059" y="3048000"/>
              <a:ext cx="15522" cy="133350"/>
            </a:xfrm>
            <a:prstGeom prst="rect">
              <a:avLst/>
            </a:prstGeom>
            <a:solidFill>
              <a:srgbClr val="D091B6"/>
            </a:solidFill>
            <a:ln w="0">
              <a:noFill/>
              <a:prstDash val="solid"/>
            </a:ln>
          </p:spPr>
        </p:sp>
        <p:sp>
          <p:nvSpPr>
            <p:cNvPr id="2655" name="dense-strip-8-cell-174">
              <a:extLst>
                <a:ext uri="{FF2B5EF4-FFF2-40B4-BE49-F238E27FC236}">
                  <a16:creationId xmlns:a16="http://schemas.microsoft.com/office/drawing/2014/main" id="{FBD7272A-6BA3-4972-82C7-E6F1763C84F1}"/>
                </a:ext>
              </a:extLst>
            </p:cNvPr>
            <p:cNvSpPr>
              <a:spLocks noGrp="1"/>
            </p:cNvSpPr>
            <p:nvPr/>
          </p:nvSpPr>
          <p:spPr>
            <a:xfrm>
              <a:off x="23916680" y="3048000"/>
              <a:ext cx="15522" cy="133350"/>
            </a:xfrm>
            <a:prstGeom prst="rect">
              <a:avLst/>
            </a:prstGeom>
            <a:solidFill>
              <a:srgbClr val="D2A6C3"/>
            </a:solidFill>
            <a:ln w="0">
              <a:noFill/>
              <a:prstDash val="solid"/>
            </a:ln>
          </p:spPr>
        </p:sp>
        <p:sp>
          <p:nvSpPr>
            <p:cNvPr id="2656" name="dense-strip-8-cell-173">
              <a:extLst>
                <a:ext uri="{FF2B5EF4-FFF2-40B4-BE49-F238E27FC236}">
                  <a16:creationId xmlns:a16="http://schemas.microsoft.com/office/drawing/2014/main" id="{5804F359-3E9E-4E22-BA9C-9FE33812E3DD}"/>
                </a:ext>
              </a:extLst>
            </p:cNvPr>
            <p:cNvSpPr>
              <a:spLocks noGrp="1"/>
            </p:cNvSpPr>
            <p:nvPr/>
          </p:nvSpPr>
          <p:spPr>
            <a:xfrm>
              <a:off x="23901301" y="3048000"/>
              <a:ext cx="15522" cy="133350"/>
            </a:xfrm>
            <a:prstGeom prst="rect">
              <a:avLst/>
            </a:prstGeom>
            <a:solidFill>
              <a:srgbClr val="D6BBD1"/>
            </a:solidFill>
            <a:ln w="0">
              <a:noFill/>
              <a:prstDash val="solid"/>
            </a:ln>
          </p:spPr>
        </p:sp>
        <p:sp>
          <p:nvSpPr>
            <p:cNvPr id="2657" name="dense-strip-8-cell-172">
              <a:extLst>
                <a:ext uri="{FF2B5EF4-FFF2-40B4-BE49-F238E27FC236}">
                  <a16:creationId xmlns:a16="http://schemas.microsoft.com/office/drawing/2014/main" id="{5DEF64CE-A347-410D-BDCC-6AB63808082D}"/>
                </a:ext>
              </a:extLst>
            </p:cNvPr>
            <p:cNvSpPr>
              <a:spLocks noGrp="1"/>
            </p:cNvSpPr>
            <p:nvPr/>
          </p:nvSpPr>
          <p:spPr>
            <a:xfrm>
              <a:off x="23885922" y="3048000"/>
              <a:ext cx="15522" cy="133350"/>
            </a:xfrm>
            <a:prstGeom prst="rect">
              <a:avLst/>
            </a:prstGeom>
            <a:solidFill>
              <a:srgbClr val="D8D0DE"/>
            </a:solidFill>
            <a:ln w="0">
              <a:noFill/>
              <a:prstDash val="solid"/>
            </a:ln>
          </p:spPr>
        </p:sp>
        <p:sp>
          <p:nvSpPr>
            <p:cNvPr id="2658" name="dense-strip-8-cell-171">
              <a:extLst>
                <a:ext uri="{FF2B5EF4-FFF2-40B4-BE49-F238E27FC236}">
                  <a16:creationId xmlns:a16="http://schemas.microsoft.com/office/drawing/2014/main" id="{8FC654D2-B4DA-4A03-998A-FDEA454EBC5F}"/>
                </a:ext>
              </a:extLst>
            </p:cNvPr>
            <p:cNvSpPr>
              <a:spLocks noGrp="1"/>
            </p:cNvSpPr>
            <p:nvPr/>
          </p:nvSpPr>
          <p:spPr>
            <a:xfrm>
              <a:off x="23870543" y="3048000"/>
              <a:ext cx="15522" cy="133350"/>
            </a:xfrm>
            <a:prstGeom prst="rect">
              <a:avLst/>
            </a:prstGeom>
            <a:solidFill>
              <a:srgbClr val="DBE0E2"/>
            </a:solidFill>
            <a:ln w="0">
              <a:noFill/>
              <a:prstDash val="solid"/>
            </a:ln>
          </p:spPr>
        </p:sp>
        <p:sp>
          <p:nvSpPr>
            <p:cNvPr id="2659" name="dense-strip-8-cell-170">
              <a:extLst>
                <a:ext uri="{FF2B5EF4-FFF2-40B4-BE49-F238E27FC236}">
                  <a16:creationId xmlns:a16="http://schemas.microsoft.com/office/drawing/2014/main" id="{4E10E8D6-8501-400D-841E-9D223CE0C007}"/>
                </a:ext>
              </a:extLst>
            </p:cNvPr>
            <p:cNvSpPr>
              <a:spLocks noGrp="1"/>
            </p:cNvSpPr>
            <p:nvPr/>
          </p:nvSpPr>
          <p:spPr>
            <a:xfrm>
              <a:off x="23855164" y="3048000"/>
              <a:ext cx="15522" cy="133350"/>
            </a:xfrm>
            <a:prstGeom prst="rect">
              <a:avLst/>
            </a:prstGeom>
            <a:solidFill>
              <a:srgbClr val="DCE7EC"/>
            </a:solidFill>
            <a:ln w="0">
              <a:noFill/>
              <a:prstDash val="solid"/>
            </a:ln>
          </p:spPr>
        </p:sp>
        <p:sp>
          <p:nvSpPr>
            <p:cNvPr id="2660" name="dense-strip-8-cell-169">
              <a:extLst>
                <a:ext uri="{FF2B5EF4-FFF2-40B4-BE49-F238E27FC236}">
                  <a16:creationId xmlns:a16="http://schemas.microsoft.com/office/drawing/2014/main" id="{8B19DDC0-68A0-4364-A833-B5B4C5674986}"/>
                </a:ext>
              </a:extLst>
            </p:cNvPr>
            <p:cNvSpPr>
              <a:spLocks noGrp="1"/>
            </p:cNvSpPr>
            <p:nvPr/>
          </p:nvSpPr>
          <p:spPr>
            <a:xfrm>
              <a:off x="23839785" y="3048000"/>
              <a:ext cx="15522" cy="133350"/>
            </a:xfrm>
            <a:prstGeom prst="rect">
              <a:avLst/>
            </a:prstGeom>
            <a:solidFill>
              <a:srgbClr val="DCE8ED"/>
            </a:solidFill>
            <a:ln w="0">
              <a:noFill/>
              <a:prstDash val="solid"/>
            </a:ln>
          </p:spPr>
        </p:sp>
        <p:sp>
          <p:nvSpPr>
            <p:cNvPr id="2661" name="dense-strip-8-cell-168">
              <a:extLst>
                <a:ext uri="{FF2B5EF4-FFF2-40B4-BE49-F238E27FC236}">
                  <a16:creationId xmlns:a16="http://schemas.microsoft.com/office/drawing/2014/main" id="{AC9A246D-F04D-4ACB-9972-9948F8923BE6}"/>
                </a:ext>
              </a:extLst>
            </p:cNvPr>
            <p:cNvSpPr>
              <a:spLocks noGrp="1"/>
            </p:cNvSpPr>
            <p:nvPr/>
          </p:nvSpPr>
          <p:spPr>
            <a:xfrm>
              <a:off x="23824406" y="3048000"/>
              <a:ext cx="15522" cy="133350"/>
            </a:xfrm>
            <a:prstGeom prst="rect">
              <a:avLst/>
            </a:prstGeom>
            <a:solidFill>
              <a:srgbClr val="DCE8ED"/>
            </a:solidFill>
            <a:ln w="0">
              <a:noFill/>
              <a:prstDash val="solid"/>
            </a:ln>
          </p:spPr>
        </p:sp>
        <p:sp>
          <p:nvSpPr>
            <p:cNvPr id="2662" name="dense-strip-8-cell-167">
              <a:extLst>
                <a:ext uri="{FF2B5EF4-FFF2-40B4-BE49-F238E27FC236}">
                  <a16:creationId xmlns:a16="http://schemas.microsoft.com/office/drawing/2014/main" id="{7B0491D8-C34F-49E3-B8F3-24348B22E662}"/>
                </a:ext>
              </a:extLst>
            </p:cNvPr>
            <p:cNvSpPr>
              <a:spLocks noGrp="1"/>
            </p:cNvSpPr>
            <p:nvPr/>
          </p:nvSpPr>
          <p:spPr>
            <a:xfrm>
              <a:off x="23809027" y="3048000"/>
              <a:ext cx="15522" cy="133350"/>
            </a:xfrm>
            <a:prstGeom prst="rect">
              <a:avLst/>
            </a:prstGeom>
            <a:solidFill>
              <a:srgbClr val="DCE8ED"/>
            </a:solidFill>
            <a:ln w="0">
              <a:noFill/>
              <a:prstDash val="solid"/>
            </a:ln>
          </p:spPr>
        </p:sp>
        <p:sp>
          <p:nvSpPr>
            <p:cNvPr id="2663" name="dense-strip-8-cell-166">
              <a:extLst>
                <a:ext uri="{FF2B5EF4-FFF2-40B4-BE49-F238E27FC236}">
                  <a16:creationId xmlns:a16="http://schemas.microsoft.com/office/drawing/2014/main" id="{FA347807-299D-4110-A716-B6EF4E84E96B}"/>
                </a:ext>
              </a:extLst>
            </p:cNvPr>
            <p:cNvSpPr>
              <a:spLocks noGrp="1"/>
            </p:cNvSpPr>
            <p:nvPr/>
          </p:nvSpPr>
          <p:spPr>
            <a:xfrm>
              <a:off x="23793648" y="3048000"/>
              <a:ext cx="15522" cy="133350"/>
            </a:xfrm>
            <a:prstGeom prst="rect">
              <a:avLst/>
            </a:prstGeom>
            <a:solidFill>
              <a:srgbClr val="DCE8ED"/>
            </a:solidFill>
            <a:ln w="0">
              <a:noFill/>
              <a:prstDash val="solid"/>
            </a:ln>
          </p:spPr>
        </p:sp>
        <p:sp>
          <p:nvSpPr>
            <p:cNvPr id="2664" name="dense-strip-8-cell-165">
              <a:extLst>
                <a:ext uri="{FF2B5EF4-FFF2-40B4-BE49-F238E27FC236}">
                  <a16:creationId xmlns:a16="http://schemas.microsoft.com/office/drawing/2014/main" id="{1D24733C-BE62-44E4-A9BA-22FFB04FD4C8}"/>
                </a:ext>
              </a:extLst>
            </p:cNvPr>
            <p:cNvSpPr>
              <a:spLocks noGrp="1"/>
            </p:cNvSpPr>
            <p:nvPr/>
          </p:nvSpPr>
          <p:spPr>
            <a:xfrm>
              <a:off x="23778270" y="3048000"/>
              <a:ext cx="15522" cy="133350"/>
            </a:xfrm>
            <a:prstGeom prst="rect">
              <a:avLst/>
            </a:prstGeom>
            <a:solidFill>
              <a:srgbClr val="DCE8ED"/>
            </a:solidFill>
            <a:ln w="0">
              <a:noFill/>
              <a:prstDash val="solid"/>
            </a:ln>
          </p:spPr>
        </p:sp>
        <p:sp>
          <p:nvSpPr>
            <p:cNvPr id="2665" name="dense-strip-8-cell-164">
              <a:extLst>
                <a:ext uri="{FF2B5EF4-FFF2-40B4-BE49-F238E27FC236}">
                  <a16:creationId xmlns:a16="http://schemas.microsoft.com/office/drawing/2014/main" id="{FAF7C282-5FBF-4410-BDCE-BF6272535567}"/>
                </a:ext>
              </a:extLst>
            </p:cNvPr>
            <p:cNvSpPr>
              <a:spLocks noGrp="1"/>
            </p:cNvSpPr>
            <p:nvPr/>
          </p:nvSpPr>
          <p:spPr>
            <a:xfrm>
              <a:off x="23762891" y="3048000"/>
              <a:ext cx="15522" cy="133350"/>
            </a:xfrm>
            <a:prstGeom prst="rect">
              <a:avLst/>
            </a:prstGeom>
            <a:solidFill>
              <a:srgbClr val="DCE8ED"/>
            </a:solidFill>
            <a:ln w="0">
              <a:noFill/>
              <a:prstDash val="solid"/>
            </a:ln>
          </p:spPr>
        </p:sp>
        <p:sp>
          <p:nvSpPr>
            <p:cNvPr id="2666" name="dense-strip-8-cell-163">
              <a:extLst>
                <a:ext uri="{FF2B5EF4-FFF2-40B4-BE49-F238E27FC236}">
                  <a16:creationId xmlns:a16="http://schemas.microsoft.com/office/drawing/2014/main" id="{2E2A2C38-463D-4575-8E26-561F2FBEAC46}"/>
                </a:ext>
              </a:extLst>
            </p:cNvPr>
            <p:cNvSpPr>
              <a:spLocks noGrp="1"/>
            </p:cNvSpPr>
            <p:nvPr/>
          </p:nvSpPr>
          <p:spPr>
            <a:xfrm>
              <a:off x="23747512" y="3048000"/>
              <a:ext cx="15522" cy="133350"/>
            </a:xfrm>
            <a:prstGeom prst="rect">
              <a:avLst/>
            </a:prstGeom>
            <a:solidFill>
              <a:srgbClr val="DCE8ED"/>
            </a:solidFill>
            <a:ln w="0">
              <a:noFill/>
              <a:prstDash val="solid"/>
            </a:ln>
          </p:spPr>
        </p:sp>
        <p:sp>
          <p:nvSpPr>
            <p:cNvPr id="2667" name="dense-strip-8-cell-162">
              <a:extLst>
                <a:ext uri="{FF2B5EF4-FFF2-40B4-BE49-F238E27FC236}">
                  <a16:creationId xmlns:a16="http://schemas.microsoft.com/office/drawing/2014/main" id="{598E389F-63BD-4546-8EA8-D80A25180134}"/>
                </a:ext>
              </a:extLst>
            </p:cNvPr>
            <p:cNvSpPr>
              <a:spLocks noGrp="1"/>
            </p:cNvSpPr>
            <p:nvPr/>
          </p:nvSpPr>
          <p:spPr>
            <a:xfrm>
              <a:off x="23732133" y="3048000"/>
              <a:ext cx="15522" cy="133350"/>
            </a:xfrm>
            <a:prstGeom prst="rect">
              <a:avLst/>
            </a:prstGeom>
            <a:solidFill>
              <a:srgbClr val="DCE8ED"/>
            </a:solidFill>
            <a:ln w="0">
              <a:noFill/>
              <a:prstDash val="solid"/>
            </a:ln>
          </p:spPr>
        </p:sp>
        <p:sp>
          <p:nvSpPr>
            <p:cNvPr id="2668" name="dense-strip-8-cell-161">
              <a:extLst>
                <a:ext uri="{FF2B5EF4-FFF2-40B4-BE49-F238E27FC236}">
                  <a16:creationId xmlns:a16="http://schemas.microsoft.com/office/drawing/2014/main" id="{CF553C8D-A537-4727-826B-ACE99828E356}"/>
                </a:ext>
              </a:extLst>
            </p:cNvPr>
            <p:cNvSpPr>
              <a:spLocks noGrp="1"/>
            </p:cNvSpPr>
            <p:nvPr/>
          </p:nvSpPr>
          <p:spPr>
            <a:xfrm>
              <a:off x="23716754" y="3048000"/>
              <a:ext cx="15522" cy="133350"/>
            </a:xfrm>
            <a:prstGeom prst="rect">
              <a:avLst/>
            </a:prstGeom>
            <a:solidFill>
              <a:srgbClr val="DCE8ED"/>
            </a:solidFill>
            <a:ln w="0">
              <a:noFill/>
              <a:prstDash val="solid"/>
            </a:ln>
          </p:spPr>
        </p:sp>
        <p:sp>
          <p:nvSpPr>
            <p:cNvPr id="2669" name="dense-strip-8-cell-160">
              <a:extLst>
                <a:ext uri="{FF2B5EF4-FFF2-40B4-BE49-F238E27FC236}">
                  <a16:creationId xmlns:a16="http://schemas.microsoft.com/office/drawing/2014/main" id="{9A48DC7C-767D-4299-8415-C00A9E628EFE}"/>
                </a:ext>
              </a:extLst>
            </p:cNvPr>
            <p:cNvSpPr>
              <a:spLocks noGrp="1"/>
            </p:cNvSpPr>
            <p:nvPr/>
          </p:nvSpPr>
          <p:spPr>
            <a:xfrm>
              <a:off x="23701375" y="3048000"/>
              <a:ext cx="15522" cy="133350"/>
            </a:xfrm>
            <a:prstGeom prst="rect">
              <a:avLst/>
            </a:prstGeom>
            <a:solidFill>
              <a:srgbClr val="DCE8ED"/>
            </a:solidFill>
            <a:ln w="0">
              <a:noFill/>
              <a:prstDash val="solid"/>
            </a:ln>
          </p:spPr>
        </p:sp>
        <p:sp>
          <p:nvSpPr>
            <p:cNvPr id="2670" name="dense-strip-8-cell-159">
              <a:extLst>
                <a:ext uri="{FF2B5EF4-FFF2-40B4-BE49-F238E27FC236}">
                  <a16:creationId xmlns:a16="http://schemas.microsoft.com/office/drawing/2014/main" id="{8040FD25-1E07-4104-B945-80F5C7F32385}"/>
                </a:ext>
              </a:extLst>
            </p:cNvPr>
            <p:cNvSpPr>
              <a:spLocks noGrp="1"/>
            </p:cNvSpPr>
            <p:nvPr/>
          </p:nvSpPr>
          <p:spPr>
            <a:xfrm>
              <a:off x="23685996" y="3048000"/>
              <a:ext cx="15522" cy="133350"/>
            </a:xfrm>
            <a:prstGeom prst="rect">
              <a:avLst/>
            </a:prstGeom>
            <a:solidFill>
              <a:srgbClr val="DCE8ED"/>
            </a:solidFill>
            <a:ln w="0">
              <a:noFill/>
              <a:prstDash val="solid"/>
            </a:ln>
          </p:spPr>
        </p:sp>
        <p:sp>
          <p:nvSpPr>
            <p:cNvPr id="2671" name="dense-strip-8-cell-158">
              <a:extLst>
                <a:ext uri="{FF2B5EF4-FFF2-40B4-BE49-F238E27FC236}">
                  <a16:creationId xmlns:a16="http://schemas.microsoft.com/office/drawing/2014/main" id="{FD71FFA2-1468-4C96-BAD4-5D58325C7461}"/>
                </a:ext>
              </a:extLst>
            </p:cNvPr>
            <p:cNvSpPr>
              <a:spLocks noGrp="1"/>
            </p:cNvSpPr>
            <p:nvPr/>
          </p:nvSpPr>
          <p:spPr>
            <a:xfrm>
              <a:off x="23670617" y="3048000"/>
              <a:ext cx="15522" cy="133350"/>
            </a:xfrm>
            <a:prstGeom prst="rect">
              <a:avLst/>
            </a:prstGeom>
            <a:solidFill>
              <a:srgbClr val="DCE8ED"/>
            </a:solidFill>
            <a:ln w="0">
              <a:noFill/>
              <a:prstDash val="solid"/>
            </a:ln>
          </p:spPr>
        </p:sp>
        <p:sp>
          <p:nvSpPr>
            <p:cNvPr id="2672" name="dense-strip-8-cell-157">
              <a:extLst>
                <a:ext uri="{FF2B5EF4-FFF2-40B4-BE49-F238E27FC236}">
                  <a16:creationId xmlns:a16="http://schemas.microsoft.com/office/drawing/2014/main" id="{30EABEFF-7CE7-4D5D-84D1-2C5883F9446C}"/>
                </a:ext>
              </a:extLst>
            </p:cNvPr>
            <p:cNvSpPr>
              <a:spLocks noGrp="1"/>
            </p:cNvSpPr>
            <p:nvPr/>
          </p:nvSpPr>
          <p:spPr>
            <a:xfrm>
              <a:off x="23655238" y="3048000"/>
              <a:ext cx="15522" cy="133350"/>
            </a:xfrm>
            <a:prstGeom prst="rect">
              <a:avLst/>
            </a:prstGeom>
            <a:solidFill>
              <a:srgbClr val="DCE8ED"/>
            </a:solidFill>
            <a:ln w="0">
              <a:noFill/>
              <a:prstDash val="solid"/>
            </a:ln>
          </p:spPr>
        </p:sp>
        <p:sp>
          <p:nvSpPr>
            <p:cNvPr id="2673" name="dense-strip-8-cell-156">
              <a:extLst>
                <a:ext uri="{FF2B5EF4-FFF2-40B4-BE49-F238E27FC236}">
                  <a16:creationId xmlns:a16="http://schemas.microsoft.com/office/drawing/2014/main" id="{7A19EC86-AD2C-41A6-8B68-A5F47E8DEB04}"/>
                </a:ext>
              </a:extLst>
            </p:cNvPr>
            <p:cNvSpPr>
              <a:spLocks noGrp="1"/>
            </p:cNvSpPr>
            <p:nvPr/>
          </p:nvSpPr>
          <p:spPr>
            <a:xfrm>
              <a:off x="23639859" y="3048000"/>
              <a:ext cx="15522" cy="133350"/>
            </a:xfrm>
            <a:prstGeom prst="rect">
              <a:avLst/>
            </a:prstGeom>
            <a:solidFill>
              <a:srgbClr val="DCE8ED"/>
            </a:solidFill>
            <a:ln w="0">
              <a:noFill/>
              <a:prstDash val="solid"/>
            </a:ln>
          </p:spPr>
        </p:sp>
        <p:sp>
          <p:nvSpPr>
            <p:cNvPr id="2674" name="dense-strip-8-cell-155">
              <a:extLst>
                <a:ext uri="{FF2B5EF4-FFF2-40B4-BE49-F238E27FC236}">
                  <a16:creationId xmlns:a16="http://schemas.microsoft.com/office/drawing/2014/main" id="{ED355435-9546-465C-AE0D-D0466DBC3E6D}"/>
                </a:ext>
              </a:extLst>
            </p:cNvPr>
            <p:cNvSpPr>
              <a:spLocks noGrp="1"/>
            </p:cNvSpPr>
            <p:nvPr/>
          </p:nvSpPr>
          <p:spPr>
            <a:xfrm>
              <a:off x="23624480" y="3048000"/>
              <a:ext cx="15522" cy="133350"/>
            </a:xfrm>
            <a:prstGeom prst="rect">
              <a:avLst/>
            </a:prstGeom>
            <a:solidFill>
              <a:srgbClr val="DCE8ED"/>
            </a:solidFill>
            <a:ln w="0">
              <a:noFill/>
              <a:prstDash val="solid"/>
            </a:ln>
          </p:spPr>
        </p:sp>
        <p:sp>
          <p:nvSpPr>
            <p:cNvPr id="2675" name="dense-strip-8-cell-154">
              <a:extLst>
                <a:ext uri="{FF2B5EF4-FFF2-40B4-BE49-F238E27FC236}">
                  <a16:creationId xmlns:a16="http://schemas.microsoft.com/office/drawing/2014/main" id="{886F71F2-1B1F-46B2-8A25-F5672E45CB38}"/>
                </a:ext>
              </a:extLst>
            </p:cNvPr>
            <p:cNvSpPr>
              <a:spLocks noGrp="1"/>
            </p:cNvSpPr>
            <p:nvPr/>
          </p:nvSpPr>
          <p:spPr>
            <a:xfrm>
              <a:off x="23609102" y="3048000"/>
              <a:ext cx="15522" cy="133350"/>
            </a:xfrm>
            <a:prstGeom prst="rect">
              <a:avLst/>
            </a:prstGeom>
            <a:solidFill>
              <a:srgbClr val="DCE8ED"/>
            </a:solidFill>
            <a:ln w="0">
              <a:noFill/>
              <a:prstDash val="solid"/>
            </a:ln>
          </p:spPr>
        </p:sp>
        <p:sp>
          <p:nvSpPr>
            <p:cNvPr id="2676" name="dense-strip-8-cell-153">
              <a:extLst>
                <a:ext uri="{FF2B5EF4-FFF2-40B4-BE49-F238E27FC236}">
                  <a16:creationId xmlns:a16="http://schemas.microsoft.com/office/drawing/2014/main" id="{78054368-42E1-4202-B3E0-B872137375A0}"/>
                </a:ext>
              </a:extLst>
            </p:cNvPr>
            <p:cNvSpPr>
              <a:spLocks noGrp="1"/>
            </p:cNvSpPr>
            <p:nvPr/>
          </p:nvSpPr>
          <p:spPr>
            <a:xfrm>
              <a:off x="23593723" y="3048000"/>
              <a:ext cx="15522" cy="133350"/>
            </a:xfrm>
            <a:prstGeom prst="rect">
              <a:avLst/>
            </a:prstGeom>
            <a:solidFill>
              <a:srgbClr val="DCE8ED"/>
            </a:solidFill>
            <a:ln w="0">
              <a:noFill/>
              <a:prstDash val="solid"/>
            </a:ln>
          </p:spPr>
        </p:sp>
        <p:sp>
          <p:nvSpPr>
            <p:cNvPr id="2677" name="dense-strip-8-cell-152">
              <a:extLst>
                <a:ext uri="{FF2B5EF4-FFF2-40B4-BE49-F238E27FC236}">
                  <a16:creationId xmlns:a16="http://schemas.microsoft.com/office/drawing/2014/main" id="{F9CF82D8-C1DF-4424-AEEC-307781DF7C75}"/>
                </a:ext>
              </a:extLst>
            </p:cNvPr>
            <p:cNvSpPr>
              <a:spLocks noGrp="1"/>
            </p:cNvSpPr>
            <p:nvPr/>
          </p:nvSpPr>
          <p:spPr>
            <a:xfrm>
              <a:off x="23578344" y="3048000"/>
              <a:ext cx="15522" cy="133350"/>
            </a:xfrm>
            <a:prstGeom prst="rect">
              <a:avLst/>
            </a:prstGeom>
            <a:solidFill>
              <a:srgbClr val="DCE8ED"/>
            </a:solidFill>
            <a:ln w="0">
              <a:noFill/>
              <a:prstDash val="solid"/>
            </a:ln>
          </p:spPr>
        </p:sp>
        <p:sp>
          <p:nvSpPr>
            <p:cNvPr id="2678" name="dense-strip-8-cell-151">
              <a:extLst>
                <a:ext uri="{FF2B5EF4-FFF2-40B4-BE49-F238E27FC236}">
                  <a16:creationId xmlns:a16="http://schemas.microsoft.com/office/drawing/2014/main" id="{BF6B30A2-D8D8-4124-B1AC-C365D7D55250}"/>
                </a:ext>
              </a:extLst>
            </p:cNvPr>
            <p:cNvSpPr>
              <a:spLocks noGrp="1"/>
            </p:cNvSpPr>
            <p:nvPr/>
          </p:nvSpPr>
          <p:spPr>
            <a:xfrm>
              <a:off x="23562965" y="3048000"/>
              <a:ext cx="15522" cy="133350"/>
            </a:xfrm>
            <a:prstGeom prst="rect">
              <a:avLst/>
            </a:prstGeom>
            <a:solidFill>
              <a:srgbClr val="DCE8ED"/>
            </a:solidFill>
            <a:ln w="0">
              <a:noFill/>
              <a:prstDash val="solid"/>
            </a:ln>
          </p:spPr>
        </p:sp>
        <p:sp>
          <p:nvSpPr>
            <p:cNvPr id="2679" name="dense-strip-8-cell-150">
              <a:extLst>
                <a:ext uri="{FF2B5EF4-FFF2-40B4-BE49-F238E27FC236}">
                  <a16:creationId xmlns:a16="http://schemas.microsoft.com/office/drawing/2014/main" id="{BA3F1570-5807-469C-8F5E-2A3A98413374}"/>
                </a:ext>
              </a:extLst>
            </p:cNvPr>
            <p:cNvSpPr>
              <a:spLocks noGrp="1"/>
            </p:cNvSpPr>
            <p:nvPr/>
          </p:nvSpPr>
          <p:spPr>
            <a:xfrm>
              <a:off x="23547586" y="3048000"/>
              <a:ext cx="15522" cy="133350"/>
            </a:xfrm>
            <a:prstGeom prst="rect">
              <a:avLst/>
            </a:prstGeom>
            <a:solidFill>
              <a:srgbClr val="DCE8ED"/>
            </a:solidFill>
            <a:ln w="0">
              <a:noFill/>
              <a:prstDash val="solid"/>
            </a:ln>
          </p:spPr>
        </p:sp>
        <p:sp>
          <p:nvSpPr>
            <p:cNvPr id="2680" name="dense-strip-8-cell-149">
              <a:extLst>
                <a:ext uri="{FF2B5EF4-FFF2-40B4-BE49-F238E27FC236}">
                  <a16:creationId xmlns:a16="http://schemas.microsoft.com/office/drawing/2014/main" id="{87340605-8D06-402A-BD4B-8B07844457EA}"/>
                </a:ext>
              </a:extLst>
            </p:cNvPr>
            <p:cNvSpPr>
              <a:spLocks noGrp="1"/>
            </p:cNvSpPr>
            <p:nvPr/>
          </p:nvSpPr>
          <p:spPr>
            <a:xfrm>
              <a:off x="23532207" y="3048000"/>
              <a:ext cx="15522" cy="133350"/>
            </a:xfrm>
            <a:prstGeom prst="rect">
              <a:avLst/>
            </a:prstGeom>
            <a:solidFill>
              <a:srgbClr val="DCE8ED"/>
            </a:solidFill>
            <a:ln w="0">
              <a:noFill/>
              <a:prstDash val="solid"/>
            </a:ln>
          </p:spPr>
        </p:sp>
        <p:sp>
          <p:nvSpPr>
            <p:cNvPr id="2681" name="dense-strip-8-cell-148">
              <a:extLst>
                <a:ext uri="{FF2B5EF4-FFF2-40B4-BE49-F238E27FC236}">
                  <a16:creationId xmlns:a16="http://schemas.microsoft.com/office/drawing/2014/main" id="{0570E3E2-1C07-444F-9DC1-40EFE64650F9}"/>
                </a:ext>
              </a:extLst>
            </p:cNvPr>
            <p:cNvSpPr>
              <a:spLocks noGrp="1"/>
            </p:cNvSpPr>
            <p:nvPr/>
          </p:nvSpPr>
          <p:spPr>
            <a:xfrm>
              <a:off x="23516828" y="3048000"/>
              <a:ext cx="15522" cy="133350"/>
            </a:xfrm>
            <a:prstGeom prst="rect">
              <a:avLst/>
            </a:prstGeom>
            <a:solidFill>
              <a:srgbClr val="DCE8ED"/>
            </a:solidFill>
            <a:ln w="0">
              <a:noFill/>
              <a:prstDash val="solid"/>
            </a:ln>
          </p:spPr>
        </p:sp>
        <p:sp>
          <p:nvSpPr>
            <p:cNvPr id="2682" name="dense-strip-8-cell-147">
              <a:extLst>
                <a:ext uri="{FF2B5EF4-FFF2-40B4-BE49-F238E27FC236}">
                  <a16:creationId xmlns:a16="http://schemas.microsoft.com/office/drawing/2014/main" id="{41F3EFE6-F362-47F1-BBDF-107CDE7E1FE2}"/>
                </a:ext>
              </a:extLst>
            </p:cNvPr>
            <p:cNvSpPr>
              <a:spLocks noGrp="1"/>
            </p:cNvSpPr>
            <p:nvPr/>
          </p:nvSpPr>
          <p:spPr>
            <a:xfrm>
              <a:off x="23501449" y="3048000"/>
              <a:ext cx="15522" cy="133350"/>
            </a:xfrm>
            <a:prstGeom prst="rect">
              <a:avLst/>
            </a:prstGeom>
            <a:solidFill>
              <a:srgbClr val="DCE8ED"/>
            </a:solidFill>
            <a:ln w="0">
              <a:noFill/>
              <a:prstDash val="solid"/>
            </a:ln>
          </p:spPr>
        </p:sp>
        <p:sp>
          <p:nvSpPr>
            <p:cNvPr id="2683" name="dense-strip-8-cell-146">
              <a:extLst>
                <a:ext uri="{FF2B5EF4-FFF2-40B4-BE49-F238E27FC236}">
                  <a16:creationId xmlns:a16="http://schemas.microsoft.com/office/drawing/2014/main" id="{76136321-2B34-4AAB-87CA-8CDC6570E062}"/>
                </a:ext>
              </a:extLst>
            </p:cNvPr>
            <p:cNvSpPr>
              <a:spLocks noGrp="1"/>
            </p:cNvSpPr>
            <p:nvPr/>
          </p:nvSpPr>
          <p:spPr>
            <a:xfrm>
              <a:off x="23486070" y="3048000"/>
              <a:ext cx="15522" cy="133350"/>
            </a:xfrm>
            <a:prstGeom prst="rect">
              <a:avLst/>
            </a:prstGeom>
            <a:solidFill>
              <a:srgbClr val="DCE8ED"/>
            </a:solidFill>
            <a:ln w="0">
              <a:noFill/>
              <a:prstDash val="solid"/>
            </a:ln>
          </p:spPr>
        </p:sp>
        <p:sp>
          <p:nvSpPr>
            <p:cNvPr id="2684" name="dense-strip-8-cell-145">
              <a:extLst>
                <a:ext uri="{FF2B5EF4-FFF2-40B4-BE49-F238E27FC236}">
                  <a16:creationId xmlns:a16="http://schemas.microsoft.com/office/drawing/2014/main" id="{225A223D-28AA-4676-A1CF-A6ADD990C992}"/>
                </a:ext>
              </a:extLst>
            </p:cNvPr>
            <p:cNvSpPr>
              <a:spLocks noGrp="1"/>
            </p:cNvSpPr>
            <p:nvPr/>
          </p:nvSpPr>
          <p:spPr>
            <a:xfrm>
              <a:off x="23470691" y="3048000"/>
              <a:ext cx="15522" cy="133350"/>
            </a:xfrm>
            <a:prstGeom prst="rect">
              <a:avLst/>
            </a:prstGeom>
            <a:solidFill>
              <a:srgbClr val="DCE8ED"/>
            </a:solidFill>
            <a:ln w="0">
              <a:noFill/>
              <a:prstDash val="solid"/>
            </a:ln>
          </p:spPr>
        </p:sp>
        <p:sp>
          <p:nvSpPr>
            <p:cNvPr id="2685" name="dense-strip-8-cell-144">
              <a:extLst>
                <a:ext uri="{FF2B5EF4-FFF2-40B4-BE49-F238E27FC236}">
                  <a16:creationId xmlns:a16="http://schemas.microsoft.com/office/drawing/2014/main" id="{A9988EAB-7843-4957-8346-C1BA864B9468}"/>
                </a:ext>
              </a:extLst>
            </p:cNvPr>
            <p:cNvSpPr>
              <a:spLocks noGrp="1"/>
            </p:cNvSpPr>
            <p:nvPr/>
          </p:nvSpPr>
          <p:spPr>
            <a:xfrm>
              <a:off x="23455313" y="3048000"/>
              <a:ext cx="15522" cy="133350"/>
            </a:xfrm>
            <a:prstGeom prst="rect">
              <a:avLst/>
            </a:prstGeom>
            <a:solidFill>
              <a:srgbClr val="DCE8ED"/>
            </a:solidFill>
            <a:ln w="0">
              <a:noFill/>
              <a:prstDash val="solid"/>
            </a:ln>
          </p:spPr>
        </p:sp>
        <p:sp>
          <p:nvSpPr>
            <p:cNvPr id="2686" name="dense-strip-8-cell-143">
              <a:extLst>
                <a:ext uri="{FF2B5EF4-FFF2-40B4-BE49-F238E27FC236}">
                  <a16:creationId xmlns:a16="http://schemas.microsoft.com/office/drawing/2014/main" id="{E5BB0506-8F8A-45C2-A0B3-59AB8FA1D74D}"/>
                </a:ext>
              </a:extLst>
            </p:cNvPr>
            <p:cNvSpPr>
              <a:spLocks noGrp="1"/>
            </p:cNvSpPr>
            <p:nvPr/>
          </p:nvSpPr>
          <p:spPr>
            <a:xfrm>
              <a:off x="23439934" y="3048000"/>
              <a:ext cx="15522" cy="133350"/>
            </a:xfrm>
            <a:prstGeom prst="rect">
              <a:avLst/>
            </a:prstGeom>
            <a:solidFill>
              <a:srgbClr val="DCE8ED"/>
            </a:solidFill>
            <a:ln w="0">
              <a:noFill/>
              <a:prstDash val="solid"/>
            </a:ln>
          </p:spPr>
        </p:sp>
        <p:sp>
          <p:nvSpPr>
            <p:cNvPr id="2687" name="dense-strip-8-cell-142">
              <a:extLst>
                <a:ext uri="{FF2B5EF4-FFF2-40B4-BE49-F238E27FC236}">
                  <a16:creationId xmlns:a16="http://schemas.microsoft.com/office/drawing/2014/main" id="{0E62DEF5-277E-4858-9B89-0697C71C2A43}"/>
                </a:ext>
              </a:extLst>
            </p:cNvPr>
            <p:cNvSpPr>
              <a:spLocks noGrp="1"/>
            </p:cNvSpPr>
            <p:nvPr/>
          </p:nvSpPr>
          <p:spPr>
            <a:xfrm>
              <a:off x="23424555" y="3048000"/>
              <a:ext cx="15522" cy="133350"/>
            </a:xfrm>
            <a:prstGeom prst="rect">
              <a:avLst/>
            </a:prstGeom>
            <a:solidFill>
              <a:srgbClr val="DBE7EC"/>
            </a:solidFill>
            <a:ln w="0">
              <a:noFill/>
              <a:prstDash val="solid"/>
            </a:ln>
          </p:spPr>
        </p:sp>
        <p:sp>
          <p:nvSpPr>
            <p:cNvPr id="2688" name="dense-strip-8-cell-141">
              <a:extLst>
                <a:ext uri="{FF2B5EF4-FFF2-40B4-BE49-F238E27FC236}">
                  <a16:creationId xmlns:a16="http://schemas.microsoft.com/office/drawing/2014/main" id="{29BBF8D1-2DB5-4BFD-B04B-F7D04B3B0929}"/>
                </a:ext>
              </a:extLst>
            </p:cNvPr>
            <p:cNvSpPr>
              <a:spLocks noGrp="1"/>
            </p:cNvSpPr>
            <p:nvPr/>
          </p:nvSpPr>
          <p:spPr>
            <a:xfrm>
              <a:off x="23409176" y="3048000"/>
              <a:ext cx="15522" cy="133350"/>
            </a:xfrm>
            <a:prstGeom prst="rect">
              <a:avLst/>
            </a:prstGeom>
            <a:solidFill>
              <a:srgbClr val="D1E1E3"/>
            </a:solidFill>
            <a:ln w="0">
              <a:noFill/>
              <a:prstDash val="solid"/>
            </a:ln>
          </p:spPr>
        </p:sp>
        <p:sp>
          <p:nvSpPr>
            <p:cNvPr id="2689" name="dense-strip-8-cell-140">
              <a:extLst>
                <a:ext uri="{FF2B5EF4-FFF2-40B4-BE49-F238E27FC236}">
                  <a16:creationId xmlns:a16="http://schemas.microsoft.com/office/drawing/2014/main" id="{BAC5EC3C-2247-4AC7-87EA-7B227E9F7800}"/>
                </a:ext>
              </a:extLst>
            </p:cNvPr>
            <p:cNvSpPr>
              <a:spLocks noGrp="1"/>
            </p:cNvSpPr>
            <p:nvPr/>
          </p:nvSpPr>
          <p:spPr>
            <a:xfrm>
              <a:off x="23393797" y="3048000"/>
              <a:ext cx="15522" cy="133350"/>
            </a:xfrm>
            <a:prstGeom prst="rect">
              <a:avLst/>
            </a:prstGeom>
            <a:solidFill>
              <a:srgbClr val="DAC5B1"/>
            </a:solidFill>
            <a:ln w="0">
              <a:noFill/>
              <a:prstDash val="solid"/>
            </a:ln>
          </p:spPr>
        </p:sp>
        <p:sp>
          <p:nvSpPr>
            <p:cNvPr id="2690" name="dense-strip-8-cell-139">
              <a:extLst>
                <a:ext uri="{FF2B5EF4-FFF2-40B4-BE49-F238E27FC236}">
                  <a16:creationId xmlns:a16="http://schemas.microsoft.com/office/drawing/2014/main" id="{846058FA-65AC-4B2B-990B-1EC347486403}"/>
                </a:ext>
              </a:extLst>
            </p:cNvPr>
            <p:cNvSpPr>
              <a:spLocks noGrp="1"/>
            </p:cNvSpPr>
            <p:nvPr/>
          </p:nvSpPr>
          <p:spPr>
            <a:xfrm>
              <a:off x="23378418" y="3048000"/>
              <a:ext cx="15522" cy="133350"/>
            </a:xfrm>
            <a:prstGeom prst="rect">
              <a:avLst/>
            </a:prstGeom>
            <a:solidFill>
              <a:srgbClr val="D9AB84"/>
            </a:solidFill>
            <a:ln w="0">
              <a:noFill/>
              <a:prstDash val="solid"/>
            </a:ln>
          </p:spPr>
        </p:sp>
        <p:sp>
          <p:nvSpPr>
            <p:cNvPr id="2691" name="dense-strip-8-cell-138">
              <a:extLst>
                <a:ext uri="{FF2B5EF4-FFF2-40B4-BE49-F238E27FC236}">
                  <a16:creationId xmlns:a16="http://schemas.microsoft.com/office/drawing/2014/main" id="{86932280-933F-4FB4-902F-14BCD1FB4668}"/>
                </a:ext>
              </a:extLst>
            </p:cNvPr>
            <p:cNvSpPr>
              <a:spLocks noGrp="1"/>
            </p:cNvSpPr>
            <p:nvPr/>
          </p:nvSpPr>
          <p:spPr>
            <a:xfrm>
              <a:off x="23363039" y="3048000"/>
              <a:ext cx="15522" cy="133350"/>
            </a:xfrm>
            <a:prstGeom prst="rect">
              <a:avLst/>
            </a:prstGeom>
            <a:solidFill>
              <a:srgbClr val="D89056"/>
            </a:solidFill>
            <a:ln w="0">
              <a:noFill/>
              <a:prstDash val="solid"/>
            </a:ln>
          </p:spPr>
        </p:sp>
        <p:sp>
          <p:nvSpPr>
            <p:cNvPr id="2692" name="dense-strip-8-cell-137">
              <a:extLst>
                <a:ext uri="{FF2B5EF4-FFF2-40B4-BE49-F238E27FC236}">
                  <a16:creationId xmlns:a16="http://schemas.microsoft.com/office/drawing/2014/main" id="{6F99CF44-4FF3-4F5B-B71E-102F62703EA4}"/>
                </a:ext>
              </a:extLst>
            </p:cNvPr>
            <p:cNvSpPr>
              <a:spLocks noGrp="1"/>
            </p:cNvSpPr>
            <p:nvPr/>
          </p:nvSpPr>
          <p:spPr>
            <a:xfrm>
              <a:off x="23347660" y="3048000"/>
              <a:ext cx="15522" cy="133350"/>
            </a:xfrm>
            <a:prstGeom prst="rect">
              <a:avLst/>
            </a:prstGeom>
            <a:solidFill>
              <a:srgbClr val="D6782D"/>
            </a:solidFill>
            <a:ln w="0">
              <a:noFill/>
              <a:prstDash val="solid"/>
            </a:ln>
          </p:spPr>
        </p:sp>
        <p:sp>
          <p:nvSpPr>
            <p:cNvPr id="2693" name="dense-strip-8-cell-136">
              <a:extLst>
                <a:ext uri="{FF2B5EF4-FFF2-40B4-BE49-F238E27FC236}">
                  <a16:creationId xmlns:a16="http://schemas.microsoft.com/office/drawing/2014/main" id="{4E247B88-2833-4A74-9F96-1B7DBD211A13}"/>
                </a:ext>
              </a:extLst>
            </p:cNvPr>
            <p:cNvSpPr>
              <a:spLocks noGrp="1"/>
            </p:cNvSpPr>
            <p:nvPr/>
          </p:nvSpPr>
          <p:spPr>
            <a:xfrm>
              <a:off x="23332281" y="3048000"/>
              <a:ext cx="15522" cy="133350"/>
            </a:xfrm>
            <a:prstGeom prst="rect">
              <a:avLst/>
            </a:prstGeom>
            <a:solidFill>
              <a:srgbClr val="D5660E"/>
            </a:solidFill>
            <a:ln w="0">
              <a:noFill/>
              <a:prstDash val="solid"/>
            </a:ln>
          </p:spPr>
        </p:sp>
        <p:sp>
          <p:nvSpPr>
            <p:cNvPr id="2694" name="dense-strip-8-cell-135">
              <a:extLst>
                <a:ext uri="{FF2B5EF4-FFF2-40B4-BE49-F238E27FC236}">
                  <a16:creationId xmlns:a16="http://schemas.microsoft.com/office/drawing/2014/main" id="{FF56795B-2CEE-417E-9B3E-062EE485161A}"/>
                </a:ext>
              </a:extLst>
            </p:cNvPr>
            <p:cNvSpPr>
              <a:spLocks noGrp="1"/>
            </p:cNvSpPr>
            <p:nvPr/>
          </p:nvSpPr>
          <p:spPr>
            <a:xfrm>
              <a:off x="23316902" y="3048000"/>
              <a:ext cx="15522" cy="133350"/>
            </a:xfrm>
            <a:prstGeom prst="rect">
              <a:avLst/>
            </a:prstGeom>
            <a:solidFill>
              <a:srgbClr val="D55E00"/>
            </a:solidFill>
            <a:ln w="0">
              <a:noFill/>
              <a:prstDash val="solid"/>
            </a:ln>
          </p:spPr>
        </p:sp>
        <p:sp>
          <p:nvSpPr>
            <p:cNvPr id="2695" name="dense-strip-8-cell-134">
              <a:extLst>
                <a:ext uri="{FF2B5EF4-FFF2-40B4-BE49-F238E27FC236}">
                  <a16:creationId xmlns:a16="http://schemas.microsoft.com/office/drawing/2014/main" id="{9118FDE5-C562-4A11-9D91-BCFA4E1BCFB0}"/>
                </a:ext>
              </a:extLst>
            </p:cNvPr>
            <p:cNvSpPr>
              <a:spLocks noGrp="1"/>
            </p:cNvSpPr>
            <p:nvPr/>
          </p:nvSpPr>
          <p:spPr>
            <a:xfrm>
              <a:off x="23301523" y="3048000"/>
              <a:ext cx="15522" cy="133350"/>
            </a:xfrm>
            <a:prstGeom prst="rect">
              <a:avLst/>
            </a:prstGeom>
            <a:solidFill>
              <a:srgbClr val="D55E00"/>
            </a:solidFill>
            <a:ln w="0">
              <a:noFill/>
              <a:prstDash val="solid"/>
            </a:ln>
          </p:spPr>
        </p:sp>
        <p:sp>
          <p:nvSpPr>
            <p:cNvPr id="2696" name="dense-strip-8-cell-133">
              <a:extLst>
                <a:ext uri="{FF2B5EF4-FFF2-40B4-BE49-F238E27FC236}">
                  <a16:creationId xmlns:a16="http://schemas.microsoft.com/office/drawing/2014/main" id="{D14634AB-633A-4ACE-84D4-6206C09E3CB9}"/>
                </a:ext>
              </a:extLst>
            </p:cNvPr>
            <p:cNvSpPr>
              <a:spLocks noGrp="1"/>
            </p:cNvSpPr>
            <p:nvPr/>
          </p:nvSpPr>
          <p:spPr>
            <a:xfrm>
              <a:off x="23286145" y="3048000"/>
              <a:ext cx="15522" cy="133350"/>
            </a:xfrm>
            <a:prstGeom prst="rect">
              <a:avLst/>
            </a:prstGeom>
            <a:solidFill>
              <a:srgbClr val="D55E00"/>
            </a:solidFill>
            <a:ln w="0">
              <a:noFill/>
              <a:prstDash val="solid"/>
            </a:ln>
          </p:spPr>
        </p:sp>
        <p:sp>
          <p:nvSpPr>
            <p:cNvPr id="2697" name="dense-strip-8-cell-132">
              <a:extLst>
                <a:ext uri="{FF2B5EF4-FFF2-40B4-BE49-F238E27FC236}">
                  <a16:creationId xmlns:a16="http://schemas.microsoft.com/office/drawing/2014/main" id="{C23D4D8D-0AC6-4197-89ED-32EFAEAA34E2}"/>
                </a:ext>
              </a:extLst>
            </p:cNvPr>
            <p:cNvSpPr>
              <a:spLocks noGrp="1"/>
            </p:cNvSpPr>
            <p:nvPr/>
          </p:nvSpPr>
          <p:spPr>
            <a:xfrm>
              <a:off x="23270766" y="3048000"/>
              <a:ext cx="15522" cy="133350"/>
            </a:xfrm>
            <a:prstGeom prst="rect">
              <a:avLst/>
            </a:prstGeom>
            <a:solidFill>
              <a:srgbClr val="D55E00"/>
            </a:solidFill>
            <a:ln w="0">
              <a:noFill/>
              <a:prstDash val="solid"/>
            </a:ln>
          </p:spPr>
        </p:sp>
        <p:sp>
          <p:nvSpPr>
            <p:cNvPr id="2698" name="dense-strip-8-cell-131">
              <a:extLst>
                <a:ext uri="{FF2B5EF4-FFF2-40B4-BE49-F238E27FC236}">
                  <a16:creationId xmlns:a16="http://schemas.microsoft.com/office/drawing/2014/main" id="{15F1954A-4B54-49F1-B7B0-CC0C20D943BC}"/>
                </a:ext>
              </a:extLst>
            </p:cNvPr>
            <p:cNvSpPr>
              <a:spLocks noGrp="1"/>
            </p:cNvSpPr>
            <p:nvPr/>
          </p:nvSpPr>
          <p:spPr>
            <a:xfrm>
              <a:off x="23255387" y="3048000"/>
              <a:ext cx="15522" cy="133350"/>
            </a:xfrm>
            <a:prstGeom prst="rect">
              <a:avLst/>
            </a:prstGeom>
            <a:solidFill>
              <a:srgbClr val="D55E00"/>
            </a:solidFill>
            <a:ln w="0">
              <a:noFill/>
              <a:prstDash val="solid"/>
            </a:ln>
          </p:spPr>
        </p:sp>
        <p:sp>
          <p:nvSpPr>
            <p:cNvPr id="2699" name="dense-strip-8-cell-130">
              <a:extLst>
                <a:ext uri="{FF2B5EF4-FFF2-40B4-BE49-F238E27FC236}">
                  <a16:creationId xmlns:a16="http://schemas.microsoft.com/office/drawing/2014/main" id="{07BE24A1-E0C0-46C7-B43A-9D1E6DD2D268}"/>
                </a:ext>
              </a:extLst>
            </p:cNvPr>
            <p:cNvSpPr>
              <a:spLocks noGrp="1"/>
            </p:cNvSpPr>
            <p:nvPr/>
          </p:nvSpPr>
          <p:spPr>
            <a:xfrm>
              <a:off x="23240008" y="3048000"/>
              <a:ext cx="15522" cy="133350"/>
            </a:xfrm>
            <a:prstGeom prst="rect">
              <a:avLst/>
            </a:prstGeom>
            <a:solidFill>
              <a:srgbClr val="D55E00"/>
            </a:solidFill>
            <a:ln w="0">
              <a:noFill/>
              <a:prstDash val="solid"/>
            </a:ln>
          </p:spPr>
        </p:sp>
        <p:sp>
          <p:nvSpPr>
            <p:cNvPr id="2700" name="dense-strip-8-cell-129">
              <a:extLst>
                <a:ext uri="{FF2B5EF4-FFF2-40B4-BE49-F238E27FC236}">
                  <a16:creationId xmlns:a16="http://schemas.microsoft.com/office/drawing/2014/main" id="{F66C006E-A143-4F4A-9EF2-29110B0921CC}"/>
                </a:ext>
              </a:extLst>
            </p:cNvPr>
            <p:cNvSpPr>
              <a:spLocks noGrp="1"/>
            </p:cNvSpPr>
            <p:nvPr/>
          </p:nvSpPr>
          <p:spPr>
            <a:xfrm>
              <a:off x="23224629" y="3048000"/>
              <a:ext cx="15522" cy="133350"/>
            </a:xfrm>
            <a:prstGeom prst="rect">
              <a:avLst/>
            </a:prstGeom>
            <a:solidFill>
              <a:srgbClr val="D55E00"/>
            </a:solidFill>
            <a:ln w="0">
              <a:noFill/>
              <a:prstDash val="solid"/>
            </a:ln>
          </p:spPr>
        </p:sp>
        <p:sp>
          <p:nvSpPr>
            <p:cNvPr id="2701" name="dense-strip-8-cell-128">
              <a:extLst>
                <a:ext uri="{FF2B5EF4-FFF2-40B4-BE49-F238E27FC236}">
                  <a16:creationId xmlns:a16="http://schemas.microsoft.com/office/drawing/2014/main" id="{E817DDA4-DD73-4150-9CB4-846A89239DEF}"/>
                </a:ext>
              </a:extLst>
            </p:cNvPr>
            <p:cNvSpPr>
              <a:spLocks noGrp="1"/>
            </p:cNvSpPr>
            <p:nvPr/>
          </p:nvSpPr>
          <p:spPr>
            <a:xfrm>
              <a:off x="23209250" y="3048000"/>
              <a:ext cx="15522" cy="133350"/>
            </a:xfrm>
            <a:prstGeom prst="rect">
              <a:avLst/>
            </a:prstGeom>
            <a:solidFill>
              <a:srgbClr val="D55E00"/>
            </a:solidFill>
            <a:ln w="0">
              <a:noFill/>
              <a:prstDash val="solid"/>
            </a:ln>
          </p:spPr>
        </p:sp>
        <p:sp>
          <p:nvSpPr>
            <p:cNvPr id="2702" name="dense-strip-8-cell-127">
              <a:extLst>
                <a:ext uri="{FF2B5EF4-FFF2-40B4-BE49-F238E27FC236}">
                  <a16:creationId xmlns:a16="http://schemas.microsoft.com/office/drawing/2014/main" id="{F14B2680-00BE-4F46-93DF-CD3AF4A0F5CC}"/>
                </a:ext>
              </a:extLst>
            </p:cNvPr>
            <p:cNvSpPr>
              <a:spLocks noGrp="1"/>
            </p:cNvSpPr>
            <p:nvPr/>
          </p:nvSpPr>
          <p:spPr>
            <a:xfrm>
              <a:off x="23193871" y="3048000"/>
              <a:ext cx="15522" cy="133350"/>
            </a:xfrm>
            <a:prstGeom prst="rect">
              <a:avLst/>
            </a:prstGeom>
            <a:solidFill>
              <a:srgbClr val="D55E00"/>
            </a:solidFill>
            <a:ln w="0">
              <a:noFill/>
              <a:prstDash val="solid"/>
            </a:ln>
          </p:spPr>
        </p:sp>
        <p:sp>
          <p:nvSpPr>
            <p:cNvPr id="2703" name="dense-strip-8-cell-126">
              <a:extLst>
                <a:ext uri="{FF2B5EF4-FFF2-40B4-BE49-F238E27FC236}">
                  <a16:creationId xmlns:a16="http://schemas.microsoft.com/office/drawing/2014/main" id="{94F8844F-4F5D-41A2-8006-3C9C76CC7CE8}"/>
                </a:ext>
              </a:extLst>
            </p:cNvPr>
            <p:cNvSpPr>
              <a:spLocks noGrp="1"/>
            </p:cNvSpPr>
            <p:nvPr/>
          </p:nvSpPr>
          <p:spPr>
            <a:xfrm>
              <a:off x="23178492" y="3048000"/>
              <a:ext cx="15522" cy="133350"/>
            </a:xfrm>
            <a:prstGeom prst="rect">
              <a:avLst/>
            </a:prstGeom>
            <a:solidFill>
              <a:srgbClr val="D55E00"/>
            </a:solidFill>
            <a:ln w="0">
              <a:noFill/>
              <a:prstDash val="solid"/>
            </a:ln>
          </p:spPr>
        </p:sp>
        <p:sp>
          <p:nvSpPr>
            <p:cNvPr id="2704" name="dense-strip-8-cell-125">
              <a:extLst>
                <a:ext uri="{FF2B5EF4-FFF2-40B4-BE49-F238E27FC236}">
                  <a16:creationId xmlns:a16="http://schemas.microsoft.com/office/drawing/2014/main" id="{AA74E8CD-491D-4850-B65D-3975C2BF22A2}"/>
                </a:ext>
              </a:extLst>
            </p:cNvPr>
            <p:cNvSpPr>
              <a:spLocks noGrp="1"/>
            </p:cNvSpPr>
            <p:nvPr/>
          </p:nvSpPr>
          <p:spPr>
            <a:xfrm>
              <a:off x="23163113" y="3048000"/>
              <a:ext cx="15522" cy="133350"/>
            </a:xfrm>
            <a:prstGeom prst="rect">
              <a:avLst/>
            </a:prstGeom>
            <a:solidFill>
              <a:srgbClr val="D55E00"/>
            </a:solidFill>
            <a:ln w="0">
              <a:noFill/>
              <a:prstDash val="solid"/>
            </a:ln>
          </p:spPr>
        </p:sp>
        <p:sp>
          <p:nvSpPr>
            <p:cNvPr id="2705" name="dense-strip-8-cell-124">
              <a:extLst>
                <a:ext uri="{FF2B5EF4-FFF2-40B4-BE49-F238E27FC236}">
                  <a16:creationId xmlns:a16="http://schemas.microsoft.com/office/drawing/2014/main" id="{3CBFDDC3-FEB1-4219-AF19-4A17DCCE3EAB}"/>
                </a:ext>
              </a:extLst>
            </p:cNvPr>
            <p:cNvSpPr>
              <a:spLocks noGrp="1"/>
            </p:cNvSpPr>
            <p:nvPr/>
          </p:nvSpPr>
          <p:spPr>
            <a:xfrm>
              <a:off x="23147734" y="3048000"/>
              <a:ext cx="15522" cy="133350"/>
            </a:xfrm>
            <a:prstGeom prst="rect">
              <a:avLst/>
            </a:prstGeom>
            <a:solidFill>
              <a:srgbClr val="D55E00"/>
            </a:solidFill>
            <a:ln w="0">
              <a:noFill/>
              <a:prstDash val="solid"/>
            </a:ln>
          </p:spPr>
        </p:sp>
        <p:sp>
          <p:nvSpPr>
            <p:cNvPr id="2706" name="dense-strip-8-cell-123">
              <a:extLst>
                <a:ext uri="{FF2B5EF4-FFF2-40B4-BE49-F238E27FC236}">
                  <a16:creationId xmlns:a16="http://schemas.microsoft.com/office/drawing/2014/main" id="{71319CBA-6281-4E57-8B90-9422665B8159}"/>
                </a:ext>
              </a:extLst>
            </p:cNvPr>
            <p:cNvSpPr>
              <a:spLocks noGrp="1"/>
            </p:cNvSpPr>
            <p:nvPr/>
          </p:nvSpPr>
          <p:spPr>
            <a:xfrm>
              <a:off x="23132355" y="3048000"/>
              <a:ext cx="15522" cy="133350"/>
            </a:xfrm>
            <a:prstGeom prst="rect">
              <a:avLst/>
            </a:prstGeom>
            <a:solidFill>
              <a:srgbClr val="D55E00"/>
            </a:solidFill>
            <a:ln w="0">
              <a:noFill/>
              <a:prstDash val="solid"/>
            </a:ln>
          </p:spPr>
        </p:sp>
        <p:sp>
          <p:nvSpPr>
            <p:cNvPr id="2707" name="dense-strip-8-cell-122">
              <a:extLst>
                <a:ext uri="{FF2B5EF4-FFF2-40B4-BE49-F238E27FC236}">
                  <a16:creationId xmlns:a16="http://schemas.microsoft.com/office/drawing/2014/main" id="{FD7CAFD4-C32D-4C58-A2D9-C97A1B07CB21}"/>
                </a:ext>
              </a:extLst>
            </p:cNvPr>
            <p:cNvSpPr>
              <a:spLocks noGrp="1"/>
            </p:cNvSpPr>
            <p:nvPr/>
          </p:nvSpPr>
          <p:spPr>
            <a:xfrm>
              <a:off x="23116977" y="3048000"/>
              <a:ext cx="15522" cy="133350"/>
            </a:xfrm>
            <a:prstGeom prst="rect">
              <a:avLst/>
            </a:prstGeom>
            <a:solidFill>
              <a:srgbClr val="D55E00"/>
            </a:solidFill>
            <a:ln w="0">
              <a:noFill/>
              <a:prstDash val="solid"/>
            </a:ln>
          </p:spPr>
        </p:sp>
        <p:sp>
          <p:nvSpPr>
            <p:cNvPr id="2708" name="dense-strip-8-cell-121">
              <a:extLst>
                <a:ext uri="{FF2B5EF4-FFF2-40B4-BE49-F238E27FC236}">
                  <a16:creationId xmlns:a16="http://schemas.microsoft.com/office/drawing/2014/main" id="{B8A8B09D-31D1-402B-9E8B-B93DE739921B}"/>
                </a:ext>
              </a:extLst>
            </p:cNvPr>
            <p:cNvSpPr>
              <a:spLocks noGrp="1"/>
            </p:cNvSpPr>
            <p:nvPr/>
          </p:nvSpPr>
          <p:spPr>
            <a:xfrm>
              <a:off x="23101598" y="3048000"/>
              <a:ext cx="15522" cy="133350"/>
            </a:xfrm>
            <a:prstGeom prst="rect">
              <a:avLst/>
            </a:prstGeom>
            <a:solidFill>
              <a:srgbClr val="D55E00"/>
            </a:solidFill>
            <a:ln w="0">
              <a:noFill/>
              <a:prstDash val="solid"/>
            </a:ln>
          </p:spPr>
        </p:sp>
        <p:sp>
          <p:nvSpPr>
            <p:cNvPr id="2709" name="dense-strip-8-cell-120">
              <a:extLst>
                <a:ext uri="{FF2B5EF4-FFF2-40B4-BE49-F238E27FC236}">
                  <a16:creationId xmlns:a16="http://schemas.microsoft.com/office/drawing/2014/main" id="{448CC378-F2B5-4010-A9D7-03D68E171C7F}"/>
                </a:ext>
              </a:extLst>
            </p:cNvPr>
            <p:cNvSpPr>
              <a:spLocks noGrp="1"/>
            </p:cNvSpPr>
            <p:nvPr/>
          </p:nvSpPr>
          <p:spPr>
            <a:xfrm>
              <a:off x="23086219" y="3048000"/>
              <a:ext cx="15522" cy="133350"/>
            </a:xfrm>
            <a:prstGeom prst="rect">
              <a:avLst/>
            </a:prstGeom>
            <a:solidFill>
              <a:srgbClr val="D56207"/>
            </a:solidFill>
            <a:ln w="0">
              <a:noFill/>
              <a:prstDash val="solid"/>
            </a:ln>
          </p:spPr>
        </p:sp>
        <p:sp>
          <p:nvSpPr>
            <p:cNvPr id="2710" name="dense-strip-8-cell-119">
              <a:extLst>
                <a:ext uri="{FF2B5EF4-FFF2-40B4-BE49-F238E27FC236}">
                  <a16:creationId xmlns:a16="http://schemas.microsoft.com/office/drawing/2014/main" id="{C965A6A7-7A62-4E3B-B66C-F767D84F0826}"/>
                </a:ext>
              </a:extLst>
            </p:cNvPr>
            <p:cNvSpPr>
              <a:spLocks noGrp="1"/>
            </p:cNvSpPr>
            <p:nvPr/>
          </p:nvSpPr>
          <p:spPr>
            <a:xfrm>
              <a:off x="23070840" y="3048000"/>
              <a:ext cx="15522" cy="133350"/>
            </a:xfrm>
            <a:prstGeom prst="rect">
              <a:avLst/>
            </a:prstGeom>
            <a:solidFill>
              <a:srgbClr val="D66E1B"/>
            </a:solidFill>
            <a:ln w="0">
              <a:noFill/>
              <a:prstDash val="solid"/>
            </a:ln>
          </p:spPr>
        </p:sp>
        <p:sp>
          <p:nvSpPr>
            <p:cNvPr id="2711" name="dense-strip-8-cell-118">
              <a:extLst>
                <a:ext uri="{FF2B5EF4-FFF2-40B4-BE49-F238E27FC236}">
                  <a16:creationId xmlns:a16="http://schemas.microsoft.com/office/drawing/2014/main" id="{B62BDB53-59B3-42C1-B468-4C78538D83E7}"/>
                </a:ext>
              </a:extLst>
            </p:cNvPr>
            <p:cNvSpPr>
              <a:spLocks noGrp="1"/>
            </p:cNvSpPr>
            <p:nvPr/>
          </p:nvSpPr>
          <p:spPr>
            <a:xfrm>
              <a:off x="23055461" y="3048000"/>
              <a:ext cx="15522" cy="133350"/>
            </a:xfrm>
            <a:prstGeom prst="rect">
              <a:avLst/>
            </a:prstGeom>
            <a:solidFill>
              <a:srgbClr val="D77E36"/>
            </a:solidFill>
            <a:ln w="0">
              <a:noFill/>
              <a:prstDash val="solid"/>
            </a:ln>
          </p:spPr>
        </p:sp>
        <p:sp>
          <p:nvSpPr>
            <p:cNvPr id="2712" name="dense-strip-8-cell-117">
              <a:extLst>
                <a:ext uri="{FF2B5EF4-FFF2-40B4-BE49-F238E27FC236}">
                  <a16:creationId xmlns:a16="http://schemas.microsoft.com/office/drawing/2014/main" id="{BC6707CC-FA1B-4900-9595-F7E64124C506}"/>
                </a:ext>
              </a:extLst>
            </p:cNvPr>
            <p:cNvSpPr>
              <a:spLocks noGrp="1"/>
            </p:cNvSpPr>
            <p:nvPr/>
          </p:nvSpPr>
          <p:spPr>
            <a:xfrm>
              <a:off x="23040082" y="3048000"/>
              <a:ext cx="15522" cy="133350"/>
            </a:xfrm>
            <a:prstGeom prst="rect">
              <a:avLst/>
            </a:prstGeom>
            <a:solidFill>
              <a:srgbClr val="9EAFB2"/>
            </a:solidFill>
            <a:ln w="0">
              <a:noFill/>
              <a:prstDash val="solid"/>
            </a:ln>
          </p:spPr>
        </p:sp>
        <p:sp>
          <p:nvSpPr>
            <p:cNvPr id="2713" name="dense-strip-8-cell-116">
              <a:extLst>
                <a:ext uri="{FF2B5EF4-FFF2-40B4-BE49-F238E27FC236}">
                  <a16:creationId xmlns:a16="http://schemas.microsoft.com/office/drawing/2014/main" id="{D033B631-A532-4131-BC6F-9DE21310E327}"/>
                </a:ext>
              </a:extLst>
            </p:cNvPr>
            <p:cNvSpPr>
              <a:spLocks noGrp="1"/>
            </p:cNvSpPr>
            <p:nvPr/>
          </p:nvSpPr>
          <p:spPr>
            <a:xfrm>
              <a:off x="23024703" y="3048000"/>
              <a:ext cx="15522" cy="133350"/>
            </a:xfrm>
            <a:prstGeom prst="rect">
              <a:avLst/>
            </a:prstGeom>
            <a:solidFill>
              <a:srgbClr val="AEB2C1"/>
            </a:solidFill>
            <a:ln w="0">
              <a:noFill/>
              <a:prstDash val="solid"/>
            </a:ln>
          </p:spPr>
        </p:sp>
        <p:sp>
          <p:nvSpPr>
            <p:cNvPr id="2714" name="dense-strip-8-cell-115">
              <a:extLst>
                <a:ext uri="{FF2B5EF4-FFF2-40B4-BE49-F238E27FC236}">
                  <a16:creationId xmlns:a16="http://schemas.microsoft.com/office/drawing/2014/main" id="{129C199B-FD99-498F-87AE-8B1C11531C92}"/>
                </a:ext>
              </a:extLst>
            </p:cNvPr>
            <p:cNvSpPr>
              <a:spLocks noGrp="1"/>
            </p:cNvSpPr>
            <p:nvPr/>
          </p:nvSpPr>
          <p:spPr>
            <a:xfrm>
              <a:off x="23009324" y="3048000"/>
              <a:ext cx="15522" cy="133350"/>
            </a:xfrm>
            <a:prstGeom prst="rect">
              <a:avLst/>
            </a:prstGeom>
            <a:solidFill>
              <a:srgbClr val="6FC3B0"/>
            </a:solidFill>
            <a:ln w="0">
              <a:noFill/>
              <a:prstDash val="solid"/>
            </a:ln>
          </p:spPr>
        </p:sp>
        <p:sp>
          <p:nvSpPr>
            <p:cNvPr id="2715" name="dense-strip-8-cell-114">
              <a:extLst>
                <a:ext uri="{FF2B5EF4-FFF2-40B4-BE49-F238E27FC236}">
                  <a16:creationId xmlns:a16="http://schemas.microsoft.com/office/drawing/2014/main" id="{9F929541-B156-4D4E-B979-1E787AEBAE24}"/>
                </a:ext>
              </a:extLst>
            </p:cNvPr>
            <p:cNvSpPr>
              <a:spLocks noGrp="1"/>
            </p:cNvSpPr>
            <p:nvPr/>
          </p:nvSpPr>
          <p:spPr>
            <a:xfrm>
              <a:off x="22993945" y="3048000"/>
              <a:ext cx="15522" cy="133350"/>
            </a:xfrm>
            <a:prstGeom prst="rect">
              <a:avLst/>
            </a:prstGeom>
            <a:solidFill>
              <a:srgbClr val="7EC8B9"/>
            </a:solidFill>
            <a:ln w="0">
              <a:noFill/>
              <a:prstDash val="solid"/>
            </a:ln>
          </p:spPr>
        </p:sp>
        <p:sp>
          <p:nvSpPr>
            <p:cNvPr id="2716" name="dense-strip-8-cell-113">
              <a:extLst>
                <a:ext uri="{FF2B5EF4-FFF2-40B4-BE49-F238E27FC236}">
                  <a16:creationId xmlns:a16="http://schemas.microsoft.com/office/drawing/2014/main" id="{BF831D05-5F12-4BD1-93B4-9B0E2903CC69}"/>
                </a:ext>
              </a:extLst>
            </p:cNvPr>
            <p:cNvSpPr>
              <a:spLocks noGrp="1"/>
            </p:cNvSpPr>
            <p:nvPr/>
          </p:nvSpPr>
          <p:spPr>
            <a:xfrm>
              <a:off x="22978566" y="3048000"/>
              <a:ext cx="15522" cy="133350"/>
            </a:xfrm>
            <a:prstGeom prst="rect">
              <a:avLst/>
            </a:prstGeom>
            <a:solidFill>
              <a:srgbClr val="81C9BA"/>
            </a:solidFill>
            <a:ln w="0">
              <a:noFill/>
              <a:prstDash val="solid"/>
            </a:ln>
          </p:spPr>
        </p:sp>
        <p:sp>
          <p:nvSpPr>
            <p:cNvPr id="2717" name="dense-strip-8-cell-112">
              <a:extLst>
                <a:ext uri="{FF2B5EF4-FFF2-40B4-BE49-F238E27FC236}">
                  <a16:creationId xmlns:a16="http://schemas.microsoft.com/office/drawing/2014/main" id="{7361DB46-EAEC-48CC-942D-931D3EAA251E}"/>
                </a:ext>
              </a:extLst>
            </p:cNvPr>
            <p:cNvSpPr>
              <a:spLocks noGrp="1"/>
            </p:cNvSpPr>
            <p:nvPr/>
          </p:nvSpPr>
          <p:spPr>
            <a:xfrm>
              <a:off x="22963188" y="3048000"/>
              <a:ext cx="15522" cy="133350"/>
            </a:xfrm>
            <a:prstGeom prst="rect">
              <a:avLst/>
            </a:prstGeom>
            <a:solidFill>
              <a:srgbClr val="81C9BA"/>
            </a:solidFill>
            <a:ln w="0">
              <a:noFill/>
              <a:prstDash val="solid"/>
            </a:ln>
          </p:spPr>
        </p:sp>
        <p:sp>
          <p:nvSpPr>
            <p:cNvPr id="2718" name="dense-strip-8-cell-111">
              <a:extLst>
                <a:ext uri="{FF2B5EF4-FFF2-40B4-BE49-F238E27FC236}">
                  <a16:creationId xmlns:a16="http://schemas.microsoft.com/office/drawing/2014/main" id="{ABCF8235-0F01-4DCA-BCC8-AE0C56F77687}"/>
                </a:ext>
              </a:extLst>
            </p:cNvPr>
            <p:cNvSpPr>
              <a:spLocks noGrp="1"/>
            </p:cNvSpPr>
            <p:nvPr/>
          </p:nvSpPr>
          <p:spPr>
            <a:xfrm>
              <a:off x="22947809" y="3048000"/>
              <a:ext cx="15522" cy="133350"/>
            </a:xfrm>
            <a:prstGeom prst="rect">
              <a:avLst/>
            </a:prstGeom>
            <a:solidFill>
              <a:srgbClr val="81C9BA"/>
            </a:solidFill>
            <a:ln w="0">
              <a:noFill/>
              <a:prstDash val="solid"/>
            </a:ln>
          </p:spPr>
        </p:sp>
        <p:sp>
          <p:nvSpPr>
            <p:cNvPr id="2719" name="dense-strip-8-cell-110">
              <a:extLst>
                <a:ext uri="{FF2B5EF4-FFF2-40B4-BE49-F238E27FC236}">
                  <a16:creationId xmlns:a16="http://schemas.microsoft.com/office/drawing/2014/main" id="{EF8D77EE-35B4-4A29-B5E1-C1B484655502}"/>
                </a:ext>
              </a:extLst>
            </p:cNvPr>
            <p:cNvSpPr>
              <a:spLocks noGrp="1"/>
            </p:cNvSpPr>
            <p:nvPr/>
          </p:nvSpPr>
          <p:spPr>
            <a:xfrm>
              <a:off x="22932430" y="3048000"/>
              <a:ext cx="15522" cy="133350"/>
            </a:xfrm>
            <a:prstGeom prst="rect">
              <a:avLst/>
            </a:prstGeom>
            <a:solidFill>
              <a:srgbClr val="81C9BA"/>
            </a:solidFill>
            <a:ln w="0">
              <a:noFill/>
              <a:prstDash val="solid"/>
            </a:ln>
          </p:spPr>
        </p:sp>
        <p:sp>
          <p:nvSpPr>
            <p:cNvPr id="2720" name="dense-strip-8-cell-109">
              <a:extLst>
                <a:ext uri="{FF2B5EF4-FFF2-40B4-BE49-F238E27FC236}">
                  <a16:creationId xmlns:a16="http://schemas.microsoft.com/office/drawing/2014/main" id="{A8F61021-BBB6-466C-8259-037E1B50C2DD}"/>
                </a:ext>
              </a:extLst>
            </p:cNvPr>
            <p:cNvSpPr>
              <a:spLocks noGrp="1"/>
            </p:cNvSpPr>
            <p:nvPr/>
          </p:nvSpPr>
          <p:spPr>
            <a:xfrm>
              <a:off x="22917051" y="3048000"/>
              <a:ext cx="15522" cy="133350"/>
            </a:xfrm>
            <a:prstGeom prst="rect">
              <a:avLst/>
            </a:prstGeom>
            <a:solidFill>
              <a:srgbClr val="81C9BA"/>
            </a:solidFill>
            <a:ln w="0">
              <a:noFill/>
              <a:prstDash val="solid"/>
            </a:ln>
          </p:spPr>
        </p:sp>
        <p:sp>
          <p:nvSpPr>
            <p:cNvPr id="2721" name="dense-strip-8-cell-108">
              <a:extLst>
                <a:ext uri="{FF2B5EF4-FFF2-40B4-BE49-F238E27FC236}">
                  <a16:creationId xmlns:a16="http://schemas.microsoft.com/office/drawing/2014/main" id="{36887161-C8C2-4F07-A693-CA1D35AED4CD}"/>
                </a:ext>
              </a:extLst>
            </p:cNvPr>
            <p:cNvSpPr>
              <a:spLocks noGrp="1"/>
            </p:cNvSpPr>
            <p:nvPr/>
          </p:nvSpPr>
          <p:spPr>
            <a:xfrm>
              <a:off x="22901672" y="3048000"/>
              <a:ext cx="15522" cy="133350"/>
            </a:xfrm>
            <a:prstGeom prst="rect">
              <a:avLst/>
            </a:prstGeom>
            <a:solidFill>
              <a:srgbClr val="81C9BA"/>
            </a:solidFill>
            <a:ln w="0">
              <a:noFill/>
              <a:prstDash val="solid"/>
            </a:ln>
          </p:spPr>
        </p:sp>
        <p:sp>
          <p:nvSpPr>
            <p:cNvPr id="2722" name="dense-strip-8-cell-107">
              <a:extLst>
                <a:ext uri="{FF2B5EF4-FFF2-40B4-BE49-F238E27FC236}">
                  <a16:creationId xmlns:a16="http://schemas.microsoft.com/office/drawing/2014/main" id="{2FEFC7FC-AA63-47BE-B0EC-67A6FDE5C3DD}"/>
                </a:ext>
              </a:extLst>
            </p:cNvPr>
            <p:cNvSpPr>
              <a:spLocks noGrp="1"/>
            </p:cNvSpPr>
            <p:nvPr/>
          </p:nvSpPr>
          <p:spPr>
            <a:xfrm>
              <a:off x="22886293" y="3048000"/>
              <a:ext cx="15522" cy="133350"/>
            </a:xfrm>
            <a:prstGeom prst="rect">
              <a:avLst/>
            </a:prstGeom>
            <a:solidFill>
              <a:srgbClr val="81C9BA"/>
            </a:solidFill>
            <a:ln w="0">
              <a:noFill/>
              <a:prstDash val="solid"/>
            </a:ln>
          </p:spPr>
        </p:sp>
        <p:sp>
          <p:nvSpPr>
            <p:cNvPr id="2723" name="dense-strip-8-cell-106">
              <a:extLst>
                <a:ext uri="{FF2B5EF4-FFF2-40B4-BE49-F238E27FC236}">
                  <a16:creationId xmlns:a16="http://schemas.microsoft.com/office/drawing/2014/main" id="{E2644292-3DD0-4DB7-B730-2CD80D2402C4}"/>
                </a:ext>
              </a:extLst>
            </p:cNvPr>
            <p:cNvSpPr>
              <a:spLocks noGrp="1"/>
            </p:cNvSpPr>
            <p:nvPr/>
          </p:nvSpPr>
          <p:spPr>
            <a:xfrm>
              <a:off x="22870914" y="3048000"/>
              <a:ext cx="15522" cy="133350"/>
            </a:xfrm>
            <a:prstGeom prst="rect">
              <a:avLst/>
            </a:prstGeom>
            <a:solidFill>
              <a:srgbClr val="81C9BA"/>
            </a:solidFill>
            <a:ln w="0">
              <a:noFill/>
              <a:prstDash val="solid"/>
            </a:ln>
          </p:spPr>
        </p:sp>
        <p:sp>
          <p:nvSpPr>
            <p:cNvPr id="2724" name="dense-strip-8-cell-105">
              <a:extLst>
                <a:ext uri="{FF2B5EF4-FFF2-40B4-BE49-F238E27FC236}">
                  <a16:creationId xmlns:a16="http://schemas.microsoft.com/office/drawing/2014/main" id="{7C11A534-4067-497B-AE9E-9213C73177B2}"/>
                </a:ext>
              </a:extLst>
            </p:cNvPr>
            <p:cNvSpPr>
              <a:spLocks noGrp="1"/>
            </p:cNvSpPr>
            <p:nvPr/>
          </p:nvSpPr>
          <p:spPr>
            <a:xfrm>
              <a:off x="22855535" y="3048000"/>
              <a:ext cx="15522" cy="133350"/>
            </a:xfrm>
            <a:prstGeom prst="rect">
              <a:avLst/>
            </a:prstGeom>
            <a:solidFill>
              <a:srgbClr val="81C9BA"/>
            </a:solidFill>
            <a:ln w="0">
              <a:noFill/>
              <a:prstDash val="solid"/>
            </a:ln>
          </p:spPr>
        </p:sp>
        <p:sp>
          <p:nvSpPr>
            <p:cNvPr id="2725" name="dense-strip-8-cell-104">
              <a:extLst>
                <a:ext uri="{FF2B5EF4-FFF2-40B4-BE49-F238E27FC236}">
                  <a16:creationId xmlns:a16="http://schemas.microsoft.com/office/drawing/2014/main" id="{56A59384-8CFD-4BA3-9BB6-390B129BD13B}"/>
                </a:ext>
              </a:extLst>
            </p:cNvPr>
            <p:cNvSpPr>
              <a:spLocks noGrp="1"/>
            </p:cNvSpPr>
            <p:nvPr/>
          </p:nvSpPr>
          <p:spPr>
            <a:xfrm>
              <a:off x="22840156" y="3048000"/>
              <a:ext cx="15522" cy="133350"/>
            </a:xfrm>
            <a:prstGeom prst="rect">
              <a:avLst/>
            </a:prstGeom>
            <a:solidFill>
              <a:srgbClr val="81C9BA"/>
            </a:solidFill>
            <a:ln w="0">
              <a:noFill/>
              <a:prstDash val="solid"/>
            </a:ln>
          </p:spPr>
        </p:sp>
        <p:sp>
          <p:nvSpPr>
            <p:cNvPr id="2726" name="dense-strip-8-cell-103">
              <a:extLst>
                <a:ext uri="{FF2B5EF4-FFF2-40B4-BE49-F238E27FC236}">
                  <a16:creationId xmlns:a16="http://schemas.microsoft.com/office/drawing/2014/main" id="{2ED304BB-CFEE-416A-9A63-28D43178A24C}"/>
                </a:ext>
              </a:extLst>
            </p:cNvPr>
            <p:cNvSpPr>
              <a:spLocks noGrp="1"/>
            </p:cNvSpPr>
            <p:nvPr/>
          </p:nvSpPr>
          <p:spPr>
            <a:xfrm>
              <a:off x="22824777" y="3048000"/>
              <a:ext cx="15522" cy="133350"/>
            </a:xfrm>
            <a:prstGeom prst="rect">
              <a:avLst/>
            </a:prstGeom>
            <a:solidFill>
              <a:srgbClr val="81C9BA"/>
            </a:solidFill>
            <a:ln w="0">
              <a:noFill/>
              <a:prstDash val="solid"/>
            </a:ln>
          </p:spPr>
        </p:sp>
        <p:sp>
          <p:nvSpPr>
            <p:cNvPr id="2727" name="dense-strip-8-cell-102">
              <a:extLst>
                <a:ext uri="{FF2B5EF4-FFF2-40B4-BE49-F238E27FC236}">
                  <a16:creationId xmlns:a16="http://schemas.microsoft.com/office/drawing/2014/main" id="{48F5D9A4-47B1-4CDA-B40B-127C4999F5CD}"/>
                </a:ext>
              </a:extLst>
            </p:cNvPr>
            <p:cNvSpPr>
              <a:spLocks noGrp="1"/>
            </p:cNvSpPr>
            <p:nvPr/>
          </p:nvSpPr>
          <p:spPr>
            <a:xfrm>
              <a:off x="22809398" y="3048000"/>
              <a:ext cx="15522" cy="133350"/>
            </a:xfrm>
            <a:prstGeom prst="rect">
              <a:avLst/>
            </a:prstGeom>
            <a:solidFill>
              <a:srgbClr val="81C9BA"/>
            </a:solidFill>
            <a:ln w="0">
              <a:noFill/>
              <a:prstDash val="solid"/>
            </a:ln>
          </p:spPr>
        </p:sp>
        <p:sp>
          <p:nvSpPr>
            <p:cNvPr id="2728" name="dense-strip-8-cell-101">
              <a:extLst>
                <a:ext uri="{FF2B5EF4-FFF2-40B4-BE49-F238E27FC236}">
                  <a16:creationId xmlns:a16="http://schemas.microsoft.com/office/drawing/2014/main" id="{DC8DDBF6-68AF-45D2-9369-A2CAB62DBC1C}"/>
                </a:ext>
              </a:extLst>
            </p:cNvPr>
            <p:cNvSpPr>
              <a:spLocks noGrp="1"/>
            </p:cNvSpPr>
            <p:nvPr/>
          </p:nvSpPr>
          <p:spPr>
            <a:xfrm>
              <a:off x="22794020" y="3048000"/>
              <a:ext cx="15522" cy="133350"/>
            </a:xfrm>
            <a:prstGeom prst="rect">
              <a:avLst/>
            </a:prstGeom>
            <a:solidFill>
              <a:srgbClr val="81C9BA"/>
            </a:solidFill>
            <a:ln w="0">
              <a:noFill/>
              <a:prstDash val="solid"/>
            </a:ln>
          </p:spPr>
        </p:sp>
        <p:sp>
          <p:nvSpPr>
            <p:cNvPr id="2729" name="dense-strip-8-cell-100">
              <a:extLst>
                <a:ext uri="{FF2B5EF4-FFF2-40B4-BE49-F238E27FC236}">
                  <a16:creationId xmlns:a16="http://schemas.microsoft.com/office/drawing/2014/main" id="{FB0AE1DC-9B6A-450F-89AA-3691726A2A0C}"/>
                </a:ext>
              </a:extLst>
            </p:cNvPr>
            <p:cNvSpPr>
              <a:spLocks noGrp="1"/>
            </p:cNvSpPr>
            <p:nvPr/>
          </p:nvSpPr>
          <p:spPr>
            <a:xfrm>
              <a:off x="22778641" y="3048000"/>
              <a:ext cx="15522" cy="133350"/>
            </a:xfrm>
            <a:prstGeom prst="rect">
              <a:avLst/>
            </a:prstGeom>
            <a:solidFill>
              <a:srgbClr val="81C9BA"/>
            </a:solidFill>
            <a:ln w="0">
              <a:noFill/>
              <a:prstDash val="solid"/>
            </a:ln>
          </p:spPr>
        </p:sp>
        <p:sp>
          <p:nvSpPr>
            <p:cNvPr id="2730" name="dense-strip-8-cell-99">
              <a:extLst>
                <a:ext uri="{FF2B5EF4-FFF2-40B4-BE49-F238E27FC236}">
                  <a16:creationId xmlns:a16="http://schemas.microsoft.com/office/drawing/2014/main" id="{ED134445-2153-4A16-9D1E-F044473BF08D}"/>
                </a:ext>
              </a:extLst>
            </p:cNvPr>
            <p:cNvSpPr>
              <a:spLocks noGrp="1"/>
            </p:cNvSpPr>
            <p:nvPr/>
          </p:nvSpPr>
          <p:spPr>
            <a:xfrm>
              <a:off x="22763262" y="3048000"/>
              <a:ext cx="15522" cy="133350"/>
            </a:xfrm>
            <a:prstGeom prst="rect">
              <a:avLst/>
            </a:prstGeom>
            <a:solidFill>
              <a:srgbClr val="81C9BA"/>
            </a:solidFill>
            <a:ln w="0">
              <a:noFill/>
              <a:prstDash val="solid"/>
            </a:ln>
          </p:spPr>
        </p:sp>
        <p:sp>
          <p:nvSpPr>
            <p:cNvPr id="2731" name="dense-strip-8-cell-98">
              <a:extLst>
                <a:ext uri="{FF2B5EF4-FFF2-40B4-BE49-F238E27FC236}">
                  <a16:creationId xmlns:a16="http://schemas.microsoft.com/office/drawing/2014/main" id="{8C9BF4E0-46A1-418B-B8EB-3F5B737FDDAB}"/>
                </a:ext>
              </a:extLst>
            </p:cNvPr>
            <p:cNvSpPr>
              <a:spLocks noGrp="1"/>
            </p:cNvSpPr>
            <p:nvPr/>
          </p:nvSpPr>
          <p:spPr>
            <a:xfrm>
              <a:off x="22747883" y="3048000"/>
              <a:ext cx="15522" cy="133350"/>
            </a:xfrm>
            <a:prstGeom prst="rect">
              <a:avLst/>
            </a:prstGeom>
            <a:solidFill>
              <a:srgbClr val="81C9BA"/>
            </a:solidFill>
            <a:ln w="0">
              <a:noFill/>
              <a:prstDash val="solid"/>
            </a:ln>
          </p:spPr>
        </p:sp>
        <p:sp>
          <p:nvSpPr>
            <p:cNvPr id="2732" name="dense-strip-8-cell-97">
              <a:extLst>
                <a:ext uri="{FF2B5EF4-FFF2-40B4-BE49-F238E27FC236}">
                  <a16:creationId xmlns:a16="http://schemas.microsoft.com/office/drawing/2014/main" id="{E9B247E2-8C8F-4ED8-BA4D-D28C389B9DD1}"/>
                </a:ext>
              </a:extLst>
            </p:cNvPr>
            <p:cNvSpPr>
              <a:spLocks noGrp="1"/>
            </p:cNvSpPr>
            <p:nvPr/>
          </p:nvSpPr>
          <p:spPr>
            <a:xfrm>
              <a:off x="22732504" y="3048000"/>
              <a:ext cx="15522" cy="133350"/>
            </a:xfrm>
            <a:prstGeom prst="rect">
              <a:avLst/>
            </a:prstGeom>
            <a:solidFill>
              <a:srgbClr val="81C9BA"/>
            </a:solidFill>
            <a:ln w="0">
              <a:noFill/>
              <a:prstDash val="solid"/>
            </a:ln>
          </p:spPr>
        </p:sp>
        <p:sp>
          <p:nvSpPr>
            <p:cNvPr id="2733" name="dense-strip-8-cell-96">
              <a:extLst>
                <a:ext uri="{FF2B5EF4-FFF2-40B4-BE49-F238E27FC236}">
                  <a16:creationId xmlns:a16="http://schemas.microsoft.com/office/drawing/2014/main" id="{3249147B-8D0E-4FAF-B2A1-69FA45468466}"/>
                </a:ext>
              </a:extLst>
            </p:cNvPr>
            <p:cNvSpPr>
              <a:spLocks noGrp="1"/>
            </p:cNvSpPr>
            <p:nvPr/>
          </p:nvSpPr>
          <p:spPr>
            <a:xfrm>
              <a:off x="22717125" y="3048000"/>
              <a:ext cx="15522" cy="133350"/>
            </a:xfrm>
            <a:prstGeom prst="rect">
              <a:avLst/>
            </a:prstGeom>
            <a:solidFill>
              <a:srgbClr val="81C9BA"/>
            </a:solidFill>
            <a:ln w="0">
              <a:noFill/>
              <a:prstDash val="solid"/>
            </a:ln>
          </p:spPr>
        </p:sp>
        <p:sp>
          <p:nvSpPr>
            <p:cNvPr id="2734" name="dense-strip-8-cell-95">
              <a:extLst>
                <a:ext uri="{FF2B5EF4-FFF2-40B4-BE49-F238E27FC236}">
                  <a16:creationId xmlns:a16="http://schemas.microsoft.com/office/drawing/2014/main" id="{7A70CA88-323C-4F55-9599-A3120AB4493D}"/>
                </a:ext>
              </a:extLst>
            </p:cNvPr>
            <p:cNvSpPr>
              <a:spLocks noGrp="1"/>
            </p:cNvSpPr>
            <p:nvPr/>
          </p:nvSpPr>
          <p:spPr>
            <a:xfrm>
              <a:off x="22701746" y="3048000"/>
              <a:ext cx="15522" cy="133350"/>
            </a:xfrm>
            <a:prstGeom prst="rect">
              <a:avLst/>
            </a:prstGeom>
            <a:solidFill>
              <a:srgbClr val="81C9BA"/>
            </a:solidFill>
            <a:ln w="0">
              <a:noFill/>
              <a:prstDash val="solid"/>
            </a:ln>
          </p:spPr>
        </p:sp>
        <p:sp>
          <p:nvSpPr>
            <p:cNvPr id="2735" name="dense-strip-8-cell-94">
              <a:extLst>
                <a:ext uri="{FF2B5EF4-FFF2-40B4-BE49-F238E27FC236}">
                  <a16:creationId xmlns:a16="http://schemas.microsoft.com/office/drawing/2014/main" id="{9D4A58F9-4984-4F0A-9ECA-4C7443FC2E08}"/>
                </a:ext>
              </a:extLst>
            </p:cNvPr>
            <p:cNvSpPr>
              <a:spLocks noGrp="1"/>
            </p:cNvSpPr>
            <p:nvPr/>
          </p:nvSpPr>
          <p:spPr>
            <a:xfrm>
              <a:off x="22686367" y="3048000"/>
              <a:ext cx="15522" cy="133350"/>
            </a:xfrm>
            <a:prstGeom prst="rect">
              <a:avLst/>
            </a:prstGeom>
            <a:solidFill>
              <a:srgbClr val="81C9BA"/>
            </a:solidFill>
            <a:ln w="0">
              <a:noFill/>
              <a:prstDash val="solid"/>
            </a:ln>
          </p:spPr>
        </p:sp>
        <p:sp>
          <p:nvSpPr>
            <p:cNvPr id="2736" name="dense-strip-8-cell-93">
              <a:extLst>
                <a:ext uri="{FF2B5EF4-FFF2-40B4-BE49-F238E27FC236}">
                  <a16:creationId xmlns:a16="http://schemas.microsoft.com/office/drawing/2014/main" id="{EEADDD25-2469-4881-A858-6402B1C09074}"/>
                </a:ext>
              </a:extLst>
            </p:cNvPr>
            <p:cNvSpPr>
              <a:spLocks noGrp="1"/>
            </p:cNvSpPr>
            <p:nvPr/>
          </p:nvSpPr>
          <p:spPr>
            <a:xfrm>
              <a:off x="22670988" y="3048000"/>
              <a:ext cx="15522" cy="133350"/>
            </a:xfrm>
            <a:prstGeom prst="rect">
              <a:avLst/>
            </a:prstGeom>
            <a:solidFill>
              <a:srgbClr val="81C9BA"/>
            </a:solidFill>
            <a:ln w="0">
              <a:noFill/>
              <a:prstDash val="solid"/>
            </a:ln>
          </p:spPr>
        </p:sp>
        <p:sp>
          <p:nvSpPr>
            <p:cNvPr id="2737" name="dense-strip-8-cell-92">
              <a:extLst>
                <a:ext uri="{FF2B5EF4-FFF2-40B4-BE49-F238E27FC236}">
                  <a16:creationId xmlns:a16="http://schemas.microsoft.com/office/drawing/2014/main" id="{773D2326-71F7-4680-8FD9-09469C15F411}"/>
                </a:ext>
              </a:extLst>
            </p:cNvPr>
            <p:cNvSpPr>
              <a:spLocks noGrp="1"/>
            </p:cNvSpPr>
            <p:nvPr/>
          </p:nvSpPr>
          <p:spPr>
            <a:xfrm>
              <a:off x="22655609" y="3048000"/>
              <a:ext cx="15522" cy="133350"/>
            </a:xfrm>
            <a:prstGeom prst="rect">
              <a:avLst/>
            </a:prstGeom>
            <a:solidFill>
              <a:srgbClr val="81C9BA"/>
            </a:solidFill>
            <a:ln w="0">
              <a:noFill/>
              <a:prstDash val="solid"/>
            </a:ln>
          </p:spPr>
        </p:sp>
        <p:sp>
          <p:nvSpPr>
            <p:cNvPr id="2738" name="dense-strip-8-cell-91">
              <a:extLst>
                <a:ext uri="{FF2B5EF4-FFF2-40B4-BE49-F238E27FC236}">
                  <a16:creationId xmlns:a16="http://schemas.microsoft.com/office/drawing/2014/main" id="{EBD89F81-79B6-4F2C-A58F-079D65673EAD}"/>
                </a:ext>
              </a:extLst>
            </p:cNvPr>
            <p:cNvSpPr>
              <a:spLocks noGrp="1"/>
            </p:cNvSpPr>
            <p:nvPr/>
          </p:nvSpPr>
          <p:spPr>
            <a:xfrm>
              <a:off x="22640230" y="3048000"/>
              <a:ext cx="15522" cy="133350"/>
            </a:xfrm>
            <a:prstGeom prst="rect">
              <a:avLst/>
            </a:prstGeom>
            <a:solidFill>
              <a:srgbClr val="81C9BA"/>
            </a:solidFill>
            <a:ln w="0">
              <a:noFill/>
              <a:prstDash val="solid"/>
            </a:ln>
          </p:spPr>
        </p:sp>
        <p:sp>
          <p:nvSpPr>
            <p:cNvPr id="2739" name="dense-strip-8-cell-90">
              <a:extLst>
                <a:ext uri="{FF2B5EF4-FFF2-40B4-BE49-F238E27FC236}">
                  <a16:creationId xmlns:a16="http://schemas.microsoft.com/office/drawing/2014/main" id="{A7CDC5B7-DF54-4F0D-99B3-AFB8A5452E24}"/>
                </a:ext>
              </a:extLst>
            </p:cNvPr>
            <p:cNvSpPr>
              <a:spLocks noGrp="1"/>
            </p:cNvSpPr>
            <p:nvPr/>
          </p:nvSpPr>
          <p:spPr>
            <a:xfrm>
              <a:off x="22624852" y="3048000"/>
              <a:ext cx="15522" cy="133350"/>
            </a:xfrm>
            <a:prstGeom prst="rect">
              <a:avLst/>
            </a:prstGeom>
            <a:solidFill>
              <a:srgbClr val="81C9BA"/>
            </a:solidFill>
            <a:ln w="0">
              <a:noFill/>
              <a:prstDash val="solid"/>
            </a:ln>
          </p:spPr>
        </p:sp>
        <p:sp>
          <p:nvSpPr>
            <p:cNvPr id="2740" name="dense-strip-8-cell-89">
              <a:extLst>
                <a:ext uri="{FF2B5EF4-FFF2-40B4-BE49-F238E27FC236}">
                  <a16:creationId xmlns:a16="http://schemas.microsoft.com/office/drawing/2014/main" id="{9CC593CB-A9BC-44B8-9B3B-1A9C60E2EFE0}"/>
                </a:ext>
              </a:extLst>
            </p:cNvPr>
            <p:cNvSpPr>
              <a:spLocks noGrp="1"/>
            </p:cNvSpPr>
            <p:nvPr/>
          </p:nvSpPr>
          <p:spPr>
            <a:xfrm>
              <a:off x="22609473" y="3048000"/>
              <a:ext cx="15522" cy="133350"/>
            </a:xfrm>
            <a:prstGeom prst="rect">
              <a:avLst/>
            </a:prstGeom>
            <a:solidFill>
              <a:srgbClr val="81C9BA"/>
            </a:solidFill>
            <a:ln w="0">
              <a:noFill/>
              <a:prstDash val="solid"/>
            </a:ln>
          </p:spPr>
        </p:sp>
        <p:sp>
          <p:nvSpPr>
            <p:cNvPr id="2741" name="dense-strip-8-cell-88">
              <a:extLst>
                <a:ext uri="{FF2B5EF4-FFF2-40B4-BE49-F238E27FC236}">
                  <a16:creationId xmlns:a16="http://schemas.microsoft.com/office/drawing/2014/main" id="{95424612-DAF0-41D6-A13E-485CA28A4DC1}"/>
                </a:ext>
              </a:extLst>
            </p:cNvPr>
            <p:cNvSpPr>
              <a:spLocks noGrp="1"/>
            </p:cNvSpPr>
            <p:nvPr/>
          </p:nvSpPr>
          <p:spPr>
            <a:xfrm>
              <a:off x="22594094" y="3048000"/>
              <a:ext cx="15522" cy="133350"/>
            </a:xfrm>
            <a:prstGeom prst="rect">
              <a:avLst/>
            </a:prstGeom>
            <a:solidFill>
              <a:srgbClr val="81C9BA"/>
            </a:solidFill>
            <a:ln w="0">
              <a:noFill/>
              <a:prstDash val="solid"/>
            </a:ln>
          </p:spPr>
        </p:sp>
        <p:sp>
          <p:nvSpPr>
            <p:cNvPr id="2742" name="dense-strip-8-cell-87">
              <a:extLst>
                <a:ext uri="{FF2B5EF4-FFF2-40B4-BE49-F238E27FC236}">
                  <a16:creationId xmlns:a16="http://schemas.microsoft.com/office/drawing/2014/main" id="{F066083C-2CCB-41EA-A4DF-4F0390BA59DC}"/>
                </a:ext>
              </a:extLst>
            </p:cNvPr>
            <p:cNvSpPr>
              <a:spLocks noGrp="1"/>
            </p:cNvSpPr>
            <p:nvPr/>
          </p:nvSpPr>
          <p:spPr>
            <a:xfrm>
              <a:off x="22578715" y="3048000"/>
              <a:ext cx="15522" cy="133350"/>
            </a:xfrm>
            <a:prstGeom prst="rect">
              <a:avLst/>
            </a:prstGeom>
            <a:solidFill>
              <a:srgbClr val="81C9BA"/>
            </a:solidFill>
            <a:ln w="0">
              <a:noFill/>
              <a:prstDash val="solid"/>
            </a:ln>
          </p:spPr>
        </p:sp>
        <p:sp>
          <p:nvSpPr>
            <p:cNvPr id="2743" name="dense-strip-8-cell-86">
              <a:extLst>
                <a:ext uri="{FF2B5EF4-FFF2-40B4-BE49-F238E27FC236}">
                  <a16:creationId xmlns:a16="http://schemas.microsoft.com/office/drawing/2014/main" id="{874CBF37-0273-4D15-B929-0E17D7D5EDD2}"/>
                </a:ext>
              </a:extLst>
            </p:cNvPr>
            <p:cNvSpPr>
              <a:spLocks noGrp="1"/>
            </p:cNvSpPr>
            <p:nvPr/>
          </p:nvSpPr>
          <p:spPr>
            <a:xfrm>
              <a:off x="22563336" y="3048000"/>
              <a:ext cx="15522" cy="133350"/>
            </a:xfrm>
            <a:prstGeom prst="rect">
              <a:avLst/>
            </a:prstGeom>
            <a:solidFill>
              <a:srgbClr val="81C9BA"/>
            </a:solidFill>
            <a:ln w="0">
              <a:noFill/>
              <a:prstDash val="solid"/>
            </a:ln>
          </p:spPr>
        </p:sp>
        <p:sp>
          <p:nvSpPr>
            <p:cNvPr id="2744" name="dense-strip-8-cell-85">
              <a:extLst>
                <a:ext uri="{FF2B5EF4-FFF2-40B4-BE49-F238E27FC236}">
                  <a16:creationId xmlns:a16="http://schemas.microsoft.com/office/drawing/2014/main" id="{CBEE04D5-0ECB-4B4E-B4D5-13CA6FB14579}"/>
                </a:ext>
              </a:extLst>
            </p:cNvPr>
            <p:cNvSpPr>
              <a:spLocks noGrp="1"/>
            </p:cNvSpPr>
            <p:nvPr/>
          </p:nvSpPr>
          <p:spPr>
            <a:xfrm>
              <a:off x="22547957" y="3048000"/>
              <a:ext cx="15522" cy="133350"/>
            </a:xfrm>
            <a:prstGeom prst="rect">
              <a:avLst/>
            </a:prstGeom>
            <a:solidFill>
              <a:srgbClr val="79C7B6"/>
            </a:solidFill>
            <a:ln w="0">
              <a:noFill/>
              <a:prstDash val="solid"/>
            </a:ln>
          </p:spPr>
        </p:sp>
        <p:sp>
          <p:nvSpPr>
            <p:cNvPr id="2745" name="dense-strip-8-cell-84">
              <a:extLst>
                <a:ext uri="{FF2B5EF4-FFF2-40B4-BE49-F238E27FC236}">
                  <a16:creationId xmlns:a16="http://schemas.microsoft.com/office/drawing/2014/main" id="{9229224E-E3BF-43B8-BACE-C61DCBB4672E}"/>
                </a:ext>
              </a:extLst>
            </p:cNvPr>
            <p:cNvSpPr>
              <a:spLocks noGrp="1"/>
            </p:cNvSpPr>
            <p:nvPr/>
          </p:nvSpPr>
          <p:spPr>
            <a:xfrm>
              <a:off x="22532578" y="3048000"/>
              <a:ext cx="15522" cy="133350"/>
            </a:xfrm>
            <a:prstGeom prst="rect">
              <a:avLst/>
            </a:prstGeom>
            <a:solidFill>
              <a:srgbClr val="67C1AC"/>
            </a:solidFill>
            <a:ln w="0">
              <a:noFill/>
              <a:prstDash val="solid"/>
            </a:ln>
          </p:spPr>
        </p:sp>
        <p:sp>
          <p:nvSpPr>
            <p:cNvPr id="2746" name="dense-strip-8-cell-83">
              <a:extLst>
                <a:ext uri="{FF2B5EF4-FFF2-40B4-BE49-F238E27FC236}">
                  <a16:creationId xmlns:a16="http://schemas.microsoft.com/office/drawing/2014/main" id="{78A31A11-68A9-4582-B8E8-168F5A1C4D98}"/>
                </a:ext>
              </a:extLst>
            </p:cNvPr>
            <p:cNvSpPr>
              <a:spLocks noGrp="1"/>
            </p:cNvSpPr>
            <p:nvPr/>
          </p:nvSpPr>
          <p:spPr>
            <a:xfrm>
              <a:off x="22517199" y="3048000"/>
              <a:ext cx="15522" cy="133350"/>
            </a:xfrm>
            <a:prstGeom prst="rect">
              <a:avLst/>
            </a:prstGeom>
            <a:solidFill>
              <a:srgbClr val="53BAA1"/>
            </a:solidFill>
            <a:ln w="0">
              <a:noFill/>
              <a:prstDash val="solid"/>
            </a:ln>
          </p:spPr>
        </p:sp>
        <p:sp>
          <p:nvSpPr>
            <p:cNvPr id="2747" name="dense-strip-8-cell-82">
              <a:extLst>
                <a:ext uri="{FF2B5EF4-FFF2-40B4-BE49-F238E27FC236}">
                  <a16:creationId xmlns:a16="http://schemas.microsoft.com/office/drawing/2014/main" id="{32C519C6-EA41-4D13-AAC4-AF49881889C0}"/>
                </a:ext>
              </a:extLst>
            </p:cNvPr>
            <p:cNvSpPr>
              <a:spLocks noGrp="1"/>
            </p:cNvSpPr>
            <p:nvPr/>
          </p:nvSpPr>
          <p:spPr>
            <a:xfrm>
              <a:off x="22501820" y="3048000"/>
              <a:ext cx="15522" cy="133350"/>
            </a:xfrm>
            <a:prstGeom prst="rect">
              <a:avLst/>
            </a:prstGeom>
            <a:solidFill>
              <a:srgbClr val="39B193"/>
            </a:solidFill>
            <a:ln w="0">
              <a:noFill/>
              <a:prstDash val="solid"/>
            </a:ln>
          </p:spPr>
        </p:sp>
        <p:sp>
          <p:nvSpPr>
            <p:cNvPr id="2748" name="dense-strip-8-cell-81">
              <a:extLst>
                <a:ext uri="{FF2B5EF4-FFF2-40B4-BE49-F238E27FC236}">
                  <a16:creationId xmlns:a16="http://schemas.microsoft.com/office/drawing/2014/main" id="{3C902525-4B57-4D8D-BBE9-A7BEAEF4B192}"/>
                </a:ext>
              </a:extLst>
            </p:cNvPr>
            <p:cNvSpPr>
              <a:spLocks noGrp="1"/>
            </p:cNvSpPr>
            <p:nvPr/>
          </p:nvSpPr>
          <p:spPr>
            <a:xfrm>
              <a:off x="22486441" y="3048000"/>
              <a:ext cx="15522" cy="133350"/>
            </a:xfrm>
            <a:prstGeom prst="rect">
              <a:avLst/>
            </a:prstGeom>
            <a:solidFill>
              <a:srgbClr val="21A985"/>
            </a:solidFill>
            <a:ln w="0">
              <a:noFill/>
              <a:prstDash val="solid"/>
            </a:ln>
          </p:spPr>
        </p:sp>
        <p:sp>
          <p:nvSpPr>
            <p:cNvPr id="2749" name="dense-strip-8-cell-80">
              <a:extLst>
                <a:ext uri="{FF2B5EF4-FFF2-40B4-BE49-F238E27FC236}">
                  <a16:creationId xmlns:a16="http://schemas.microsoft.com/office/drawing/2014/main" id="{AA204DC5-2F91-4E79-BC54-BE8DC1A8EE86}"/>
                </a:ext>
              </a:extLst>
            </p:cNvPr>
            <p:cNvSpPr>
              <a:spLocks noGrp="1"/>
            </p:cNvSpPr>
            <p:nvPr/>
          </p:nvSpPr>
          <p:spPr>
            <a:xfrm>
              <a:off x="22471063" y="3048000"/>
              <a:ext cx="15522" cy="133350"/>
            </a:xfrm>
            <a:prstGeom prst="rect">
              <a:avLst/>
            </a:prstGeom>
            <a:solidFill>
              <a:srgbClr val="0EA37B"/>
            </a:solidFill>
            <a:ln w="0">
              <a:noFill/>
              <a:prstDash val="solid"/>
            </a:ln>
          </p:spPr>
        </p:sp>
        <p:sp>
          <p:nvSpPr>
            <p:cNvPr id="2750" name="dense-strip-8-cell-79">
              <a:extLst>
                <a:ext uri="{FF2B5EF4-FFF2-40B4-BE49-F238E27FC236}">
                  <a16:creationId xmlns:a16="http://schemas.microsoft.com/office/drawing/2014/main" id="{1432D3FF-EFC9-4C72-AB80-A4DDC4438F2A}"/>
                </a:ext>
              </a:extLst>
            </p:cNvPr>
            <p:cNvSpPr>
              <a:spLocks noGrp="1"/>
            </p:cNvSpPr>
            <p:nvPr/>
          </p:nvSpPr>
          <p:spPr>
            <a:xfrm>
              <a:off x="22455684" y="3048000"/>
              <a:ext cx="15522" cy="133350"/>
            </a:xfrm>
            <a:prstGeom prst="rect">
              <a:avLst/>
            </a:prstGeom>
            <a:solidFill>
              <a:srgbClr val="029F74"/>
            </a:solidFill>
            <a:ln w="0">
              <a:noFill/>
              <a:prstDash val="solid"/>
            </a:ln>
          </p:spPr>
        </p:sp>
        <p:sp>
          <p:nvSpPr>
            <p:cNvPr id="2751" name="dense-strip-8-cell-78">
              <a:extLst>
                <a:ext uri="{FF2B5EF4-FFF2-40B4-BE49-F238E27FC236}">
                  <a16:creationId xmlns:a16="http://schemas.microsoft.com/office/drawing/2014/main" id="{08EA3307-C46D-4580-9ED4-A612DA4E9C3A}"/>
                </a:ext>
              </a:extLst>
            </p:cNvPr>
            <p:cNvSpPr>
              <a:spLocks noGrp="1"/>
            </p:cNvSpPr>
            <p:nvPr/>
          </p:nvSpPr>
          <p:spPr>
            <a:xfrm>
              <a:off x="22440305" y="3048000"/>
              <a:ext cx="15522" cy="133350"/>
            </a:xfrm>
            <a:prstGeom prst="rect">
              <a:avLst/>
            </a:prstGeom>
            <a:solidFill>
              <a:srgbClr val="009E73"/>
            </a:solidFill>
            <a:ln w="0">
              <a:noFill/>
              <a:prstDash val="solid"/>
            </a:ln>
          </p:spPr>
        </p:sp>
        <p:sp>
          <p:nvSpPr>
            <p:cNvPr id="2752" name="dense-strip-8-cell-77">
              <a:extLst>
                <a:ext uri="{FF2B5EF4-FFF2-40B4-BE49-F238E27FC236}">
                  <a16:creationId xmlns:a16="http://schemas.microsoft.com/office/drawing/2014/main" id="{8AEDA70E-F95C-4D40-86CC-B9CEC34407BD}"/>
                </a:ext>
              </a:extLst>
            </p:cNvPr>
            <p:cNvSpPr>
              <a:spLocks noGrp="1"/>
            </p:cNvSpPr>
            <p:nvPr/>
          </p:nvSpPr>
          <p:spPr>
            <a:xfrm>
              <a:off x="22424926" y="3048000"/>
              <a:ext cx="15522" cy="133350"/>
            </a:xfrm>
            <a:prstGeom prst="rect">
              <a:avLst/>
            </a:prstGeom>
            <a:solidFill>
              <a:srgbClr val="009E73"/>
            </a:solidFill>
            <a:ln w="0">
              <a:noFill/>
              <a:prstDash val="solid"/>
            </a:ln>
          </p:spPr>
        </p:sp>
        <p:sp>
          <p:nvSpPr>
            <p:cNvPr id="2753" name="dense-strip-8-cell-76">
              <a:extLst>
                <a:ext uri="{FF2B5EF4-FFF2-40B4-BE49-F238E27FC236}">
                  <a16:creationId xmlns:a16="http://schemas.microsoft.com/office/drawing/2014/main" id="{DC2F9356-D2F5-49AE-AC4A-4917FF3C6031}"/>
                </a:ext>
              </a:extLst>
            </p:cNvPr>
            <p:cNvSpPr>
              <a:spLocks noGrp="1"/>
            </p:cNvSpPr>
            <p:nvPr/>
          </p:nvSpPr>
          <p:spPr>
            <a:xfrm>
              <a:off x="22409547" y="3048000"/>
              <a:ext cx="15522" cy="133350"/>
            </a:xfrm>
            <a:prstGeom prst="rect">
              <a:avLst/>
            </a:prstGeom>
            <a:solidFill>
              <a:srgbClr val="009E73"/>
            </a:solidFill>
            <a:ln w="0">
              <a:noFill/>
              <a:prstDash val="solid"/>
            </a:ln>
          </p:spPr>
        </p:sp>
        <p:sp>
          <p:nvSpPr>
            <p:cNvPr id="2754" name="dense-strip-8-cell-75">
              <a:extLst>
                <a:ext uri="{FF2B5EF4-FFF2-40B4-BE49-F238E27FC236}">
                  <a16:creationId xmlns:a16="http://schemas.microsoft.com/office/drawing/2014/main" id="{8670B5D4-C483-4DB3-B026-638E081FEA36}"/>
                </a:ext>
              </a:extLst>
            </p:cNvPr>
            <p:cNvSpPr>
              <a:spLocks noGrp="1"/>
            </p:cNvSpPr>
            <p:nvPr/>
          </p:nvSpPr>
          <p:spPr>
            <a:xfrm>
              <a:off x="22394168" y="3048000"/>
              <a:ext cx="15522" cy="133350"/>
            </a:xfrm>
            <a:prstGeom prst="rect">
              <a:avLst/>
            </a:prstGeom>
            <a:solidFill>
              <a:srgbClr val="009E73"/>
            </a:solidFill>
            <a:ln w="0">
              <a:noFill/>
              <a:prstDash val="solid"/>
            </a:ln>
          </p:spPr>
        </p:sp>
        <p:sp>
          <p:nvSpPr>
            <p:cNvPr id="2755" name="dense-strip-8-cell-74">
              <a:extLst>
                <a:ext uri="{FF2B5EF4-FFF2-40B4-BE49-F238E27FC236}">
                  <a16:creationId xmlns:a16="http://schemas.microsoft.com/office/drawing/2014/main" id="{E3D386C6-85AA-4F47-B754-946C1B9A1885}"/>
                </a:ext>
              </a:extLst>
            </p:cNvPr>
            <p:cNvSpPr>
              <a:spLocks noGrp="1"/>
            </p:cNvSpPr>
            <p:nvPr/>
          </p:nvSpPr>
          <p:spPr>
            <a:xfrm>
              <a:off x="22378789" y="3048000"/>
              <a:ext cx="15522" cy="133350"/>
            </a:xfrm>
            <a:prstGeom prst="rect">
              <a:avLst/>
            </a:prstGeom>
            <a:solidFill>
              <a:srgbClr val="009E73"/>
            </a:solidFill>
            <a:ln w="0">
              <a:noFill/>
              <a:prstDash val="solid"/>
            </a:ln>
          </p:spPr>
        </p:sp>
        <p:sp>
          <p:nvSpPr>
            <p:cNvPr id="2756" name="dense-strip-8-cell-73">
              <a:extLst>
                <a:ext uri="{FF2B5EF4-FFF2-40B4-BE49-F238E27FC236}">
                  <a16:creationId xmlns:a16="http://schemas.microsoft.com/office/drawing/2014/main" id="{E6F917B3-9367-4060-B7E8-08087845FAA7}"/>
                </a:ext>
              </a:extLst>
            </p:cNvPr>
            <p:cNvSpPr>
              <a:spLocks noGrp="1"/>
            </p:cNvSpPr>
            <p:nvPr/>
          </p:nvSpPr>
          <p:spPr>
            <a:xfrm>
              <a:off x="22363410" y="3048000"/>
              <a:ext cx="15522" cy="133350"/>
            </a:xfrm>
            <a:prstGeom prst="rect">
              <a:avLst/>
            </a:prstGeom>
            <a:solidFill>
              <a:srgbClr val="009E73"/>
            </a:solidFill>
            <a:ln w="0">
              <a:noFill/>
              <a:prstDash val="solid"/>
            </a:ln>
          </p:spPr>
        </p:sp>
        <p:sp>
          <p:nvSpPr>
            <p:cNvPr id="2757" name="dense-strip-8-cell-72">
              <a:extLst>
                <a:ext uri="{FF2B5EF4-FFF2-40B4-BE49-F238E27FC236}">
                  <a16:creationId xmlns:a16="http://schemas.microsoft.com/office/drawing/2014/main" id="{781B4B21-7AA0-4C7E-996D-3C28BE500B6C}"/>
                </a:ext>
              </a:extLst>
            </p:cNvPr>
            <p:cNvSpPr>
              <a:spLocks noGrp="1"/>
            </p:cNvSpPr>
            <p:nvPr/>
          </p:nvSpPr>
          <p:spPr>
            <a:xfrm>
              <a:off x="22348031" y="3048000"/>
              <a:ext cx="15522" cy="133350"/>
            </a:xfrm>
            <a:prstGeom prst="rect">
              <a:avLst/>
            </a:prstGeom>
            <a:solidFill>
              <a:srgbClr val="009E73"/>
            </a:solidFill>
            <a:ln w="0">
              <a:noFill/>
              <a:prstDash val="solid"/>
            </a:ln>
          </p:spPr>
        </p:sp>
        <p:sp>
          <p:nvSpPr>
            <p:cNvPr id="2758" name="dense-strip-8-cell-71">
              <a:extLst>
                <a:ext uri="{FF2B5EF4-FFF2-40B4-BE49-F238E27FC236}">
                  <a16:creationId xmlns:a16="http://schemas.microsoft.com/office/drawing/2014/main" id="{896E99C7-EE55-4AAB-B00E-23E1CA926183}"/>
                </a:ext>
              </a:extLst>
            </p:cNvPr>
            <p:cNvSpPr>
              <a:spLocks noGrp="1"/>
            </p:cNvSpPr>
            <p:nvPr/>
          </p:nvSpPr>
          <p:spPr>
            <a:xfrm>
              <a:off x="22332652" y="3048000"/>
              <a:ext cx="15522" cy="133350"/>
            </a:xfrm>
            <a:prstGeom prst="rect">
              <a:avLst/>
            </a:prstGeom>
            <a:solidFill>
              <a:srgbClr val="009E73"/>
            </a:solidFill>
            <a:ln w="0">
              <a:noFill/>
              <a:prstDash val="solid"/>
            </a:ln>
          </p:spPr>
        </p:sp>
        <p:sp>
          <p:nvSpPr>
            <p:cNvPr id="2759" name="dense-strip-8-cell-70">
              <a:extLst>
                <a:ext uri="{FF2B5EF4-FFF2-40B4-BE49-F238E27FC236}">
                  <a16:creationId xmlns:a16="http://schemas.microsoft.com/office/drawing/2014/main" id="{E0119CA1-F96B-47D4-A26A-A867B0E5B5F1}"/>
                </a:ext>
              </a:extLst>
            </p:cNvPr>
            <p:cNvSpPr>
              <a:spLocks noGrp="1"/>
            </p:cNvSpPr>
            <p:nvPr/>
          </p:nvSpPr>
          <p:spPr>
            <a:xfrm>
              <a:off x="22317273" y="3048000"/>
              <a:ext cx="15522" cy="133350"/>
            </a:xfrm>
            <a:prstGeom prst="rect">
              <a:avLst/>
            </a:prstGeom>
            <a:solidFill>
              <a:srgbClr val="009E73"/>
            </a:solidFill>
            <a:ln w="0">
              <a:noFill/>
              <a:prstDash val="solid"/>
            </a:ln>
          </p:spPr>
        </p:sp>
        <p:sp>
          <p:nvSpPr>
            <p:cNvPr id="2760" name="dense-strip-8-cell-69">
              <a:extLst>
                <a:ext uri="{FF2B5EF4-FFF2-40B4-BE49-F238E27FC236}">
                  <a16:creationId xmlns:a16="http://schemas.microsoft.com/office/drawing/2014/main" id="{E043D776-9F60-4F1D-949D-6440760FBF00}"/>
                </a:ext>
              </a:extLst>
            </p:cNvPr>
            <p:cNvSpPr>
              <a:spLocks noGrp="1"/>
            </p:cNvSpPr>
            <p:nvPr/>
          </p:nvSpPr>
          <p:spPr>
            <a:xfrm>
              <a:off x="22301895" y="3048000"/>
              <a:ext cx="15522" cy="133350"/>
            </a:xfrm>
            <a:prstGeom prst="rect">
              <a:avLst/>
            </a:prstGeom>
            <a:solidFill>
              <a:srgbClr val="009E73"/>
            </a:solidFill>
            <a:ln w="0">
              <a:noFill/>
              <a:prstDash val="solid"/>
            </a:ln>
          </p:spPr>
        </p:sp>
        <p:sp>
          <p:nvSpPr>
            <p:cNvPr id="2761" name="dense-strip-8-cell-68">
              <a:extLst>
                <a:ext uri="{FF2B5EF4-FFF2-40B4-BE49-F238E27FC236}">
                  <a16:creationId xmlns:a16="http://schemas.microsoft.com/office/drawing/2014/main" id="{4C670C80-8789-420F-985F-8F5A98A42E1B}"/>
                </a:ext>
              </a:extLst>
            </p:cNvPr>
            <p:cNvSpPr>
              <a:spLocks noGrp="1"/>
            </p:cNvSpPr>
            <p:nvPr/>
          </p:nvSpPr>
          <p:spPr>
            <a:xfrm>
              <a:off x="22286516" y="3048000"/>
              <a:ext cx="15522" cy="133350"/>
            </a:xfrm>
            <a:prstGeom prst="rect">
              <a:avLst/>
            </a:prstGeom>
            <a:solidFill>
              <a:srgbClr val="009E73"/>
            </a:solidFill>
            <a:ln w="0">
              <a:noFill/>
              <a:prstDash val="solid"/>
            </a:ln>
          </p:spPr>
        </p:sp>
        <p:sp>
          <p:nvSpPr>
            <p:cNvPr id="2762" name="dense-strip-8-cell-67">
              <a:extLst>
                <a:ext uri="{FF2B5EF4-FFF2-40B4-BE49-F238E27FC236}">
                  <a16:creationId xmlns:a16="http://schemas.microsoft.com/office/drawing/2014/main" id="{BE6DB3E7-7A31-4FF7-90E2-78B9B6642C71}"/>
                </a:ext>
              </a:extLst>
            </p:cNvPr>
            <p:cNvSpPr>
              <a:spLocks noGrp="1"/>
            </p:cNvSpPr>
            <p:nvPr/>
          </p:nvSpPr>
          <p:spPr>
            <a:xfrm>
              <a:off x="22271137" y="3048000"/>
              <a:ext cx="15522" cy="133350"/>
            </a:xfrm>
            <a:prstGeom prst="rect">
              <a:avLst/>
            </a:prstGeom>
            <a:solidFill>
              <a:srgbClr val="009E73"/>
            </a:solidFill>
            <a:ln w="0">
              <a:noFill/>
              <a:prstDash val="solid"/>
            </a:ln>
          </p:spPr>
        </p:sp>
        <p:sp>
          <p:nvSpPr>
            <p:cNvPr id="2763" name="dense-strip-8-cell-66">
              <a:extLst>
                <a:ext uri="{FF2B5EF4-FFF2-40B4-BE49-F238E27FC236}">
                  <a16:creationId xmlns:a16="http://schemas.microsoft.com/office/drawing/2014/main" id="{CE41D19C-C564-43F4-AC8B-3C3D70CD2140}"/>
                </a:ext>
              </a:extLst>
            </p:cNvPr>
            <p:cNvSpPr>
              <a:spLocks noGrp="1"/>
            </p:cNvSpPr>
            <p:nvPr/>
          </p:nvSpPr>
          <p:spPr>
            <a:xfrm>
              <a:off x="22255758" y="3048000"/>
              <a:ext cx="15522" cy="133350"/>
            </a:xfrm>
            <a:prstGeom prst="rect">
              <a:avLst/>
            </a:prstGeom>
            <a:solidFill>
              <a:srgbClr val="009E73"/>
            </a:solidFill>
            <a:ln w="0">
              <a:noFill/>
              <a:prstDash val="solid"/>
            </a:ln>
          </p:spPr>
        </p:sp>
        <p:sp>
          <p:nvSpPr>
            <p:cNvPr id="2764" name="dense-strip-8-cell-65">
              <a:extLst>
                <a:ext uri="{FF2B5EF4-FFF2-40B4-BE49-F238E27FC236}">
                  <a16:creationId xmlns:a16="http://schemas.microsoft.com/office/drawing/2014/main" id="{9BB0C88A-BF6E-4260-9C70-D3B00D44CF94}"/>
                </a:ext>
              </a:extLst>
            </p:cNvPr>
            <p:cNvSpPr>
              <a:spLocks noGrp="1"/>
            </p:cNvSpPr>
            <p:nvPr/>
          </p:nvSpPr>
          <p:spPr>
            <a:xfrm>
              <a:off x="22240379" y="3048000"/>
              <a:ext cx="15522" cy="133350"/>
            </a:xfrm>
            <a:prstGeom prst="rect">
              <a:avLst/>
            </a:prstGeom>
            <a:solidFill>
              <a:srgbClr val="009E73"/>
            </a:solidFill>
            <a:ln w="0">
              <a:noFill/>
              <a:prstDash val="solid"/>
            </a:ln>
          </p:spPr>
        </p:sp>
        <p:sp>
          <p:nvSpPr>
            <p:cNvPr id="2765" name="dense-strip-8-cell-64">
              <a:extLst>
                <a:ext uri="{FF2B5EF4-FFF2-40B4-BE49-F238E27FC236}">
                  <a16:creationId xmlns:a16="http://schemas.microsoft.com/office/drawing/2014/main" id="{72D8528E-66F8-4102-9391-C341A0B045D5}"/>
                </a:ext>
              </a:extLst>
            </p:cNvPr>
            <p:cNvSpPr>
              <a:spLocks noGrp="1"/>
            </p:cNvSpPr>
            <p:nvPr/>
          </p:nvSpPr>
          <p:spPr>
            <a:xfrm>
              <a:off x="22225000" y="3048000"/>
              <a:ext cx="15522" cy="133350"/>
            </a:xfrm>
            <a:prstGeom prst="rect">
              <a:avLst/>
            </a:prstGeom>
            <a:solidFill>
              <a:srgbClr val="009E73"/>
            </a:solidFill>
            <a:ln w="0">
              <a:noFill/>
              <a:prstDash val="solid"/>
            </a:ln>
          </p:spPr>
        </p:sp>
        <p:sp>
          <p:nvSpPr>
            <p:cNvPr id="2766" name="dense-strip-8-cell-63">
              <a:extLst>
                <a:ext uri="{FF2B5EF4-FFF2-40B4-BE49-F238E27FC236}">
                  <a16:creationId xmlns:a16="http://schemas.microsoft.com/office/drawing/2014/main" id="{8C46B8C0-6900-4810-80D7-91134F7A1944}"/>
                </a:ext>
              </a:extLst>
            </p:cNvPr>
            <p:cNvSpPr>
              <a:spLocks noGrp="1"/>
            </p:cNvSpPr>
            <p:nvPr/>
          </p:nvSpPr>
          <p:spPr>
            <a:xfrm>
              <a:off x="22209621" y="3048000"/>
              <a:ext cx="15522" cy="133350"/>
            </a:xfrm>
            <a:prstGeom prst="rect">
              <a:avLst/>
            </a:prstGeom>
            <a:solidFill>
              <a:srgbClr val="009E73"/>
            </a:solidFill>
            <a:ln w="0">
              <a:noFill/>
              <a:prstDash val="solid"/>
            </a:ln>
          </p:spPr>
        </p:sp>
        <p:sp>
          <p:nvSpPr>
            <p:cNvPr id="2767" name="dense-strip-8-cell-62">
              <a:extLst>
                <a:ext uri="{FF2B5EF4-FFF2-40B4-BE49-F238E27FC236}">
                  <a16:creationId xmlns:a16="http://schemas.microsoft.com/office/drawing/2014/main" id="{B155FA5B-EE8C-484B-B504-1253E3F2AFD1}"/>
                </a:ext>
              </a:extLst>
            </p:cNvPr>
            <p:cNvSpPr>
              <a:spLocks noGrp="1"/>
            </p:cNvSpPr>
            <p:nvPr/>
          </p:nvSpPr>
          <p:spPr>
            <a:xfrm>
              <a:off x="22194242" y="3048000"/>
              <a:ext cx="15522" cy="133350"/>
            </a:xfrm>
            <a:prstGeom prst="rect">
              <a:avLst/>
            </a:prstGeom>
            <a:solidFill>
              <a:srgbClr val="009E73"/>
            </a:solidFill>
            <a:ln w="0">
              <a:noFill/>
              <a:prstDash val="solid"/>
            </a:ln>
          </p:spPr>
        </p:sp>
        <p:sp>
          <p:nvSpPr>
            <p:cNvPr id="2768" name="dense-strip-8-cell-61">
              <a:extLst>
                <a:ext uri="{FF2B5EF4-FFF2-40B4-BE49-F238E27FC236}">
                  <a16:creationId xmlns:a16="http://schemas.microsoft.com/office/drawing/2014/main" id="{CDE82F69-D60C-4CA1-BDB9-FFDAFD4B759A}"/>
                </a:ext>
              </a:extLst>
            </p:cNvPr>
            <p:cNvSpPr>
              <a:spLocks noGrp="1"/>
            </p:cNvSpPr>
            <p:nvPr/>
          </p:nvSpPr>
          <p:spPr>
            <a:xfrm>
              <a:off x="22178863" y="3048000"/>
              <a:ext cx="15522" cy="133350"/>
            </a:xfrm>
            <a:prstGeom prst="rect">
              <a:avLst/>
            </a:prstGeom>
            <a:solidFill>
              <a:srgbClr val="0DA27A"/>
            </a:solidFill>
            <a:ln w="0">
              <a:noFill/>
              <a:prstDash val="solid"/>
            </a:ln>
          </p:spPr>
        </p:sp>
        <p:sp>
          <p:nvSpPr>
            <p:cNvPr id="2769" name="dense-strip-8-cell-60">
              <a:extLst>
                <a:ext uri="{FF2B5EF4-FFF2-40B4-BE49-F238E27FC236}">
                  <a16:creationId xmlns:a16="http://schemas.microsoft.com/office/drawing/2014/main" id="{D6729F17-E989-4589-AD01-BA889F06025C}"/>
                </a:ext>
              </a:extLst>
            </p:cNvPr>
            <p:cNvSpPr>
              <a:spLocks noGrp="1"/>
            </p:cNvSpPr>
            <p:nvPr/>
          </p:nvSpPr>
          <p:spPr>
            <a:xfrm>
              <a:off x="22163484" y="3048000"/>
              <a:ext cx="15522" cy="133350"/>
            </a:xfrm>
            <a:prstGeom prst="rect">
              <a:avLst/>
            </a:prstGeom>
            <a:solidFill>
              <a:srgbClr val="2BAC8B"/>
            </a:solidFill>
            <a:ln w="0">
              <a:noFill/>
              <a:prstDash val="solid"/>
            </a:ln>
          </p:spPr>
        </p:sp>
        <p:sp>
          <p:nvSpPr>
            <p:cNvPr id="2770" name="dense-strip-8-cell-59">
              <a:extLst>
                <a:ext uri="{FF2B5EF4-FFF2-40B4-BE49-F238E27FC236}">
                  <a16:creationId xmlns:a16="http://schemas.microsoft.com/office/drawing/2014/main" id="{094825CA-FAC5-4BFF-835C-36D5CC7B9F35}"/>
                </a:ext>
              </a:extLst>
            </p:cNvPr>
            <p:cNvSpPr>
              <a:spLocks noGrp="1"/>
            </p:cNvSpPr>
            <p:nvPr/>
          </p:nvSpPr>
          <p:spPr>
            <a:xfrm>
              <a:off x="22148105" y="3048000"/>
              <a:ext cx="15522" cy="133350"/>
            </a:xfrm>
            <a:prstGeom prst="rect">
              <a:avLst/>
            </a:prstGeom>
            <a:solidFill>
              <a:srgbClr val="50B9A0"/>
            </a:solidFill>
            <a:ln w="0">
              <a:noFill/>
              <a:prstDash val="solid"/>
            </a:ln>
          </p:spPr>
        </p:sp>
        <p:sp>
          <p:nvSpPr>
            <p:cNvPr id="2771" name="dense-strip-8-cell-58">
              <a:extLst>
                <a:ext uri="{FF2B5EF4-FFF2-40B4-BE49-F238E27FC236}">
                  <a16:creationId xmlns:a16="http://schemas.microsoft.com/office/drawing/2014/main" id="{A03FCE28-E387-41CA-AC76-184C01AB255E}"/>
                </a:ext>
              </a:extLst>
            </p:cNvPr>
            <p:cNvSpPr>
              <a:spLocks noGrp="1"/>
            </p:cNvSpPr>
            <p:nvPr/>
          </p:nvSpPr>
          <p:spPr>
            <a:xfrm>
              <a:off x="22132727" y="3048000"/>
              <a:ext cx="15522" cy="133350"/>
            </a:xfrm>
            <a:prstGeom prst="rect">
              <a:avLst/>
            </a:prstGeom>
            <a:solidFill>
              <a:srgbClr val="7BC7B7"/>
            </a:solidFill>
            <a:ln w="0">
              <a:noFill/>
              <a:prstDash val="solid"/>
            </a:ln>
          </p:spPr>
        </p:sp>
        <p:sp>
          <p:nvSpPr>
            <p:cNvPr id="2772" name="dense-strip-8-cell-57">
              <a:extLst>
                <a:ext uri="{FF2B5EF4-FFF2-40B4-BE49-F238E27FC236}">
                  <a16:creationId xmlns:a16="http://schemas.microsoft.com/office/drawing/2014/main" id="{F6CC3E31-3712-4441-83F2-406082ECB42C}"/>
                </a:ext>
              </a:extLst>
            </p:cNvPr>
            <p:cNvSpPr>
              <a:spLocks noGrp="1"/>
            </p:cNvSpPr>
            <p:nvPr/>
          </p:nvSpPr>
          <p:spPr>
            <a:xfrm>
              <a:off x="22117348" y="3048000"/>
              <a:ext cx="15522" cy="133350"/>
            </a:xfrm>
            <a:prstGeom prst="rect">
              <a:avLst/>
            </a:prstGeom>
            <a:solidFill>
              <a:srgbClr val="A3D5CD"/>
            </a:solidFill>
            <a:ln w="0">
              <a:noFill/>
              <a:prstDash val="solid"/>
            </a:ln>
          </p:spPr>
        </p:sp>
        <p:sp>
          <p:nvSpPr>
            <p:cNvPr id="2773" name="dense-strip-8-cell-56">
              <a:extLst>
                <a:ext uri="{FF2B5EF4-FFF2-40B4-BE49-F238E27FC236}">
                  <a16:creationId xmlns:a16="http://schemas.microsoft.com/office/drawing/2014/main" id="{3DB34CC5-41A4-4C6D-B113-7793563AC821}"/>
                </a:ext>
              </a:extLst>
            </p:cNvPr>
            <p:cNvSpPr>
              <a:spLocks noGrp="1"/>
            </p:cNvSpPr>
            <p:nvPr/>
          </p:nvSpPr>
          <p:spPr>
            <a:xfrm>
              <a:off x="22101969" y="3048000"/>
              <a:ext cx="15522" cy="133350"/>
            </a:xfrm>
            <a:prstGeom prst="rect">
              <a:avLst/>
            </a:prstGeom>
            <a:solidFill>
              <a:srgbClr val="D5DDE7"/>
            </a:solidFill>
            <a:ln w="0">
              <a:noFill/>
              <a:prstDash val="solid"/>
            </a:ln>
          </p:spPr>
        </p:sp>
        <p:sp>
          <p:nvSpPr>
            <p:cNvPr id="2774" name="dense-strip-8-cell-55">
              <a:extLst>
                <a:ext uri="{FF2B5EF4-FFF2-40B4-BE49-F238E27FC236}">
                  <a16:creationId xmlns:a16="http://schemas.microsoft.com/office/drawing/2014/main" id="{6A4CD414-B4F1-4F75-864B-28732569A65B}"/>
                </a:ext>
              </a:extLst>
            </p:cNvPr>
            <p:cNvSpPr>
              <a:spLocks noGrp="1"/>
            </p:cNvSpPr>
            <p:nvPr/>
          </p:nvSpPr>
          <p:spPr>
            <a:xfrm>
              <a:off x="22086590" y="3048000"/>
              <a:ext cx="15522" cy="133350"/>
            </a:xfrm>
            <a:prstGeom prst="rect">
              <a:avLst/>
            </a:prstGeom>
            <a:solidFill>
              <a:srgbClr val="DBE7EC"/>
            </a:solidFill>
            <a:ln w="0">
              <a:noFill/>
              <a:prstDash val="solid"/>
            </a:ln>
          </p:spPr>
        </p:sp>
        <p:sp>
          <p:nvSpPr>
            <p:cNvPr id="2775" name="dense-strip-8-cell-54">
              <a:extLst>
                <a:ext uri="{FF2B5EF4-FFF2-40B4-BE49-F238E27FC236}">
                  <a16:creationId xmlns:a16="http://schemas.microsoft.com/office/drawing/2014/main" id="{4C19CF32-A524-4C9A-AFD4-0031CA86C9A7}"/>
                </a:ext>
              </a:extLst>
            </p:cNvPr>
            <p:cNvSpPr>
              <a:spLocks noGrp="1"/>
            </p:cNvSpPr>
            <p:nvPr/>
          </p:nvSpPr>
          <p:spPr>
            <a:xfrm>
              <a:off x="22071211" y="3048000"/>
              <a:ext cx="15522" cy="133350"/>
            </a:xfrm>
            <a:prstGeom prst="rect">
              <a:avLst/>
            </a:prstGeom>
            <a:solidFill>
              <a:srgbClr val="DCE8ED"/>
            </a:solidFill>
            <a:ln w="0">
              <a:noFill/>
              <a:prstDash val="solid"/>
            </a:ln>
          </p:spPr>
        </p:sp>
        <p:sp>
          <p:nvSpPr>
            <p:cNvPr id="2776" name="dense-strip-8-cell-53">
              <a:extLst>
                <a:ext uri="{FF2B5EF4-FFF2-40B4-BE49-F238E27FC236}">
                  <a16:creationId xmlns:a16="http://schemas.microsoft.com/office/drawing/2014/main" id="{91DC75D6-308D-406C-BC55-3C9ED8FB8A37}"/>
                </a:ext>
              </a:extLst>
            </p:cNvPr>
            <p:cNvSpPr>
              <a:spLocks noGrp="1"/>
            </p:cNvSpPr>
            <p:nvPr/>
          </p:nvSpPr>
          <p:spPr>
            <a:xfrm>
              <a:off x="22055832" y="3048000"/>
              <a:ext cx="15522" cy="133350"/>
            </a:xfrm>
            <a:prstGeom prst="rect">
              <a:avLst/>
            </a:prstGeom>
            <a:solidFill>
              <a:srgbClr val="DCE8ED"/>
            </a:solidFill>
            <a:ln w="0">
              <a:noFill/>
              <a:prstDash val="solid"/>
            </a:ln>
          </p:spPr>
        </p:sp>
        <p:sp>
          <p:nvSpPr>
            <p:cNvPr id="2777" name="dense-strip-8-cell-52">
              <a:extLst>
                <a:ext uri="{FF2B5EF4-FFF2-40B4-BE49-F238E27FC236}">
                  <a16:creationId xmlns:a16="http://schemas.microsoft.com/office/drawing/2014/main" id="{8215035A-5FAD-4490-B6E4-C6511882F719}"/>
                </a:ext>
              </a:extLst>
            </p:cNvPr>
            <p:cNvSpPr>
              <a:spLocks noGrp="1"/>
            </p:cNvSpPr>
            <p:nvPr/>
          </p:nvSpPr>
          <p:spPr>
            <a:xfrm>
              <a:off x="22040453" y="3048000"/>
              <a:ext cx="15522" cy="133350"/>
            </a:xfrm>
            <a:prstGeom prst="rect">
              <a:avLst/>
            </a:prstGeom>
            <a:solidFill>
              <a:srgbClr val="DCE8ED"/>
            </a:solidFill>
            <a:ln w="0">
              <a:noFill/>
              <a:prstDash val="solid"/>
            </a:ln>
          </p:spPr>
        </p:sp>
        <p:sp>
          <p:nvSpPr>
            <p:cNvPr id="2778" name="dense-strip-8-cell-51">
              <a:extLst>
                <a:ext uri="{FF2B5EF4-FFF2-40B4-BE49-F238E27FC236}">
                  <a16:creationId xmlns:a16="http://schemas.microsoft.com/office/drawing/2014/main" id="{46F572D9-0032-4702-9C64-C87B476DB70E}"/>
                </a:ext>
              </a:extLst>
            </p:cNvPr>
            <p:cNvSpPr>
              <a:spLocks noGrp="1"/>
            </p:cNvSpPr>
            <p:nvPr/>
          </p:nvSpPr>
          <p:spPr>
            <a:xfrm>
              <a:off x="22025074" y="3048000"/>
              <a:ext cx="15522" cy="133350"/>
            </a:xfrm>
            <a:prstGeom prst="rect">
              <a:avLst/>
            </a:prstGeom>
            <a:solidFill>
              <a:srgbClr val="DCE8ED"/>
            </a:solidFill>
            <a:ln w="0">
              <a:noFill/>
              <a:prstDash val="solid"/>
            </a:ln>
          </p:spPr>
        </p:sp>
        <p:sp>
          <p:nvSpPr>
            <p:cNvPr id="2779" name="dense-strip-8-cell-50">
              <a:extLst>
                <a:ext uri="{FF2B5EF4-FFF2-40B4-BE49-F238E27FC236}">
                  <a16:creationId xmlns:a16="http://schemas.microsoft.com/office/drawing/2014/main" id="{6E9EB2FC-EDA2-4C27-90FD-8E41C5FB4879}"/>
                </a:ext>
              </a:extLst>
            </p:cNvPr>
            <p:cNvSpPr>
              <a:spLocks noGrp="1"/>
            </p:cNvSpPr>
            <p:nvPr/>
          </p:nvSpPr>
          <p:spPr>
            <a:xfrm>
              <a:off x="22009695" y="3048000"/>
              <a:ext cx="15522" cy="133350"/>
            </a:xfrm>
            <a:prstGeom prst="rect">
              <a:avLst/>
            </a:prstGeom>
            <a:solidFill>
              <a:srgbClr val="DCE8ED"/>
            </a:solidFill>
            <a:ln w="0">
              <a:noFill/>
              <a:prstDash val="solid"/>
            </a:ln>
          </p:spPr>
        </p:sp>
        <p:sp>
          <p:nvSpPr>
            <p:cNvPr id="2780" name="dense-strip-8-cell-49">
              <a:extLst>
                <a:ext uri="{FF2B5EF4-FFF2-40B4-BE49-F238E27FC236}">
                  <a16:creationId xmlns:a16="http://schemas.microsoft.com/office/drawing/2014/main" id="{97ED5E9C-53F3-4F18-B3A8-AEB689A6DAD9}"/>
                </a:ext>
              </a:extLst>
            </p:cNvPr>
            <p:cNvSpPr>
              <a:spLocks noGrp="1"/>
            </p:cNvSpPr>
            <p:nvPr/>
          </p:nvSpPr>
          <p:spPr>
            <a:xfrm>
              <a:off x="21994316" y="3048000"/>
              <a:ext cx="15522" cy="133350"/>
            </a:xfrm>
            <a:prstGeom prst="rect">
              <a:avLst/>
            </a:prstGeom>
            <a:solidFill>
              <a:srgbClr val="DCE8ED"/>
            </a:solidFill>
            <a:ln w="0">
              <a:noFill/>
              <a:prstDash val="solid"/>
            </a:ln>
          </p:spPr>
        </p:sp>
        <p:sp>
          <p:nvSpPr>
            <p:cNvPr id="2781" name="dense-strip-8-cell-48">
              <a:extLst>
                <a:ext uri="{FF2B5EF4-FFF2-40B4-BE49-F238E27FC236}">
                  <a16:creationId xmlns:a16="http://schemas.microsoft.com/office/drawing/2014/main" id="{36B108A3-6390-44FD-9517-4C81509C8321}"/>
                </a:ext>
              </a:extLst>
            </p:cNvPr>
            <p:cNvSpPr>
              <a:spLocks noGrp="1"/>
            </p:cNvSpPr>
            <p:nvPr/>
          </p:nvSpPr>
          <p:spPr>
            <a:xfrm>
              <a:off x="21978938" y="3048000"/>
              <a:ext cx="15522" cy="133350"/>
            </a:xfrm>
            <a:prstGeom prst="rect">
              <a:avLst/>
            </a:prstGeom>
            <a:solidFill>
              <a:srgbClr val="DCE8ED"/>
            </a:solidFill>
            <a:ln w="0">
              <a:noFill/>
              <a:prstDash val="solid"/>
            </a:ln>
          </p:spPr>
        </p:sp>
        <p:sp>
          <p:nvSpPr>
            <p:cNvPr id="2782" name="dense-strip-8-cell-47">
              <a:extLst>
                <a:ext uri="{FF2B5EF4-FFF2-40B4-BE49-F238E27FC236}">
                  <a16:creationId xmlns:a16="http://schemas.microsoft.com/office/drawing/2014/main" id="{D455545B-8470-4ADA-B58E-5D4113B35C1A}"/>
                </a:ext>
              </a:extLst>
            </p:cNvPr>
            <p:cNvSpPr>
              <a:spLocks noGrp="1"/>
            </p:cNvSpPr>
            <p:nvPr/>
          </p:nvSpPr>
          <p:spPr>
            <a:xfrm>
              <a:off x="21963559" y="3048000"/>
              <a:ext cx="15522" cy="133350"/>
            </a:xfrm>
            <a:prstGeom prst="rect">
              <a:avLst/>
            </a:prstGeom>
            <a:solidFill>
              <a:srgbClr val="DCE8ED"/>
            </a:solidFill>
            <a:ln w="0">
              <a:noFill/>
              <a:prstDash val="solid"/>
            </a:ln>
          </p:spPr>
        </p:sp>
        <p:sp>
          <p:nvSpPr>
            <p:cNvPr id="2783" name="dense-strip-8-cell-46">
              <a:extLst>
                <a:ext uri="{FF2B5EF4-FFF2-40B4-BE49-F238E27FC236}">
                  <a16:creationId xmlns:a16="http://schemas.microsoft.com/office/drawing/2014/main" id="{D1C48319-DB1E-4829-9E5A-537EC5C014C0}"/>
                </a:ext>
              </a:extLst>
            </p:cNvPr>
            <p:cNvSpPr>
              <a:spLocks noGrp="1"/>
            </p:cNvSpPr>
            <p:nvPr/>
          </p:nvSpPr>
          <p:spPr>
            <a:xfrm>
              <a:off x="21948180" y="3048000"/>
              <a:ext cx="15522" cy="133350"/>
            </a:xfrm>
            <a:prstGeom prst="rect">
              <a:avLst/>
            </a:prstGeom>
            <a:solidFill>
              <a:srgbClr val="DCE8ED"/>
            </a:solidFill>
            <a:ln w="0">
              <a:noFill/>
              <a:prstDash val="solid"/>
            </a:ln>
          </p:spPr>
        </p:sp>
        <p:sp>
          <p:nvSpPr>
            <p:cNvPr id="2784" name="dense-strip-8-cell-45">
              <a:extLst>
                <a:ext uri="{FF2B5EF4-FFF2-40B4-BE49-F238E27FC236}">
                  <a16:creationId xmlns:a16="http://schemas.microsoft.com/office/drawing/2014/main" id="{77EEDD56-17EC-4E84-9D45-378123B4B264}"/>
                </a:ext>
              </a:extLst>
            </p:cNvPr>
            <p:cNvSpPr>
              <a:spLocks noGrp="1"/>
            </p:cNvSpPr>
            <p:nvPr/>
          </p:nvSpPr>
          <p:spPr>
            <a:xfrm>
              <a:off x="21932801" y="3048000"/>
              <a:ext cx="15522" cy="133350"/>
            </a:xfrm>
            <a:prstGeom prst="rect">
              <a:avLst/>
            </a:prstGeom>
            <a:solidFill>
              <a:srgbClr val="DCE8ED"/>
            </a:solidFill>
            <a:ln w="0">
              <a:noFill/>
              <a:prstDash val="solid"/>
            </a:ln>
          </p:spPr>
        </p:sp>
        <p:sp>
          <p:nvSpPr>
            <p:cNvPr id="2785" name="dense-strip-8-cell-44">
              <a:extLst>
                <a:ext uri="{FF2B5EF4-FFF2-40B4-BE49-F238E27FC236}">
                  <a16:creationId xmlns:a16="http://schemas.microsoft.com/office/drawing/2014/main" id="{4D2AC145-DC5C-4196-90E6-84C7095364B8}"/>
                </a:ext>
              </a:extLst>
            </p:cNvPr>
            <p:cNvSpPr>
              <a:spLocks noGrp="1"/>
            </p:cNvSpPr>
            <p:nvPr/>
          </p:nvSpPr>
          <p:spPr>
            <a:xfrm>
              <a:off x="21917422" y="3048000"/>
              <a:ext cx="15522" cy="133350"/>
            </a:xfrm>
            <a:prstGeom prst="rect">
              <a:avLst/>
            </a:prstGeom>
            <a:solidFill>
              <a:srgbClr val="DCE8ED"/>
            </a:solidFill>
            <a:ln w="0">
              <a:noFill/>
              <a:prstDash val="solid"/>
            </a:ln>
          </p:spPr>
        </p:sp>
        <p:sp>
          <p:nvSpPr>
            <p:cNvPr id="2786" name="dense-strip-8-cell-43">
              <a:extLst>
                <a:ext uri="{FF2B5EF4-FFF2-40B4-BE49-F238E27FC236}">
                  <a16:creationId xmlns:a16="http://schemas.microsoft.com/office/drawing/2014/main" id="{EDA994AD-5A08-4C31-9B94-1ACBDB262E74}"/>
                </a:ext>
              </a:extLst>
            </p:cNvPr>
            <p:cNvSpPr>
              <a:spLocks noGrp="1"/>
            </p:cNvSpPr>
            <p:nvPr/>
          </p:nvSpPr>
          <p:spPr>
            <a:xfrm>
              <a:off x="21902043" y="3048000"/>
              <a:ext cx="15522" cy="133350"/>
            </a:xfrm>
            <a:prstGeom prst="rect">
              <a:avLst/>
            </a:prstGeom>
            <a:solidFill>
              <a:srgbClr val="DCE8ED"/>
            </a:solidFill>
            <a:ln w="0">
              <a:noFill/>
              <a:prstDash val="solid"/>
            </a:ln>
          </p:spPr>
        </p:sp>
        <p:sp>
          <p:nvSpPr>
            <p:cNvPr id="2787" name="dense-strip-8-cell-42">
              <a:extLst>
                <a:ext uri="{FF2B5EF4-FFF2-40B4-BE49-F238E27FC236}">
                  <a16:creationId xmlns:a16="http://schemas.microsoft.com/office/drawing/2014/main" id="{22B91092-489B-4522-BD91-6121368E34EB}"/>
                </a:ext>
              </a:extLst>
            </p:cNvPr>
            <p:cNvSpPr>
              <a:spLocks noGrp="1"/>
            </p:cNvSpPr>
            <p:nvPr/>
          </p:nvSpPr>
          <p:spPr>
            <a:xfrm>
              <a:off x="21886664" y="3048000"/>
              <a:ext cx="15522" cy="133350"/>
            </a:xfrm>
            <a:prstGeom prst="rect">
              <a:avLst/>
            </a:prstGeom>
            <a:solidFill>
              <a:srgbClr val="DCE8ED"/>
            </a:solidFill>
            <a:ln w="0">
              <a:noFill/>
              <a:prstDash val="solid"/>
            </a:ln>
          </p:spPr>
        </p:sp>
        <p:sp>
          <p:nvSpPr>
            <p:cNvPr id="2788" name="dense-strip-8-cell-41">
              <a:extLst>
                <a:ext uri="{FF2B5EF4-FFF2-40B4-BE49-F238E27FC236}">
                  <a16:creationId xmlns:a16="http://schemas.microsoft.com/office/drawing/2014/main" id="{331084DA-5B4E-42A3-8F38-546A9B21CDD4}"/>
                </a:ext>
              </a:extLst>
            </p:cNvPr>
            <p:cNvSpPr>
              <a:spLocks noGrp="1"/>
            </p:cNvSpPr>
            <p:nvPr/>
          </p:nvSpPr>
          <p:spPr>
            <a:xfrm>
              <a:off x="21871285" y="3048000"/>
              <a:ext cx="15522" cy="133350"/>
            </a:xfrm>
            <a:prstGeom prst="rect">
              <a:avLst/>
            </a:prstGeom>
            <a:solidFill>
              <a:srgbClr val="DCE8ED"/>
            </a:solidFill>
            <a:ln w="0">
              <a:noFill/>
              <a:prstDash val="solid"/>
            </a:ln>
          </p:spPr>
        </p:sp>
        <p:sp>
          <p:nvSpPr>
            <p:cNvPr id="2789" name="dense-strip-8-cell-40">
              <a:extLst>
                <a:ext uri="{FF2B5EF4-FFF2-40B4-BE49-F238E27FC236}">
                  <a16:creationId xmlns:a16="http://schemas.microsoft.com/office/drawing/2014/main" id="{086BF63E-0C0D-443E-A50A-8D43253C6931}"/>
                </a:ext>
              </a:extLst>
            </p:cNvPr>
            <p:cNvSpPr>
              <a:spLocks noGrp="1"/>
            </p:cNvSpPr>
            <p:nvPr/>
          </p:nvSpPr>
          <p:spPr>
            <a:xfrm>
              <a:off x="21855906" y="3048000"/>
              <a:ext cx="15522" cy="133350"/>
            </a:xfrm>
            <a:prstGeom prst="rect">
              <a:avLst/>
            </a:prstGeom>
            <a:solidFill>
              <a:srgbClr val="DCE8ED"/>
            </a:solidFill>
            <a:ln w="0">
              <a:noFill/>
              <a:prstDash val="solid"/>
            </a:ln>
          </p:spPr>
        </p:sp>
        <p:sp>
          <p:nvSpPr>
            <p:cNvPr id="2790" name="dense-strip-8-cell-39">
              <a:extLst>
                <a:ext uri="{FF2B5EF4-FFF2-40B4-BE49-F238E27FC236}">
                  <a16:creationId xmlns:a16="http://schemas.microsoft.com/office/drawing/2014/main" id="{6C723358-E706-4BF2-836E-C8B3D10AC19F}"/>
                </a:ext>
              </a:extLst>
            </p:cNvPr>
            <p:cNvSpPr>
              <a:spLocks noGrp="1"/>
            </p:cNvSpPr>
            <p:nvPr/>
          </p:nvSpPr>
          <p:spPr>
            <a:xfrm>
              <a:off x="21840527" y="3048000"/>
              <a:ext cx="15522" cy="133350"/>
            </a:xfrm>
            <a:prstGeom prst="rect">
              <a:avLst/>
            </a:prstGeom>
            <a:solidFill>
              <a:srgbClr val="DCE8ED"/>
            </a:solidFill>
            <a:ln w="0">
              <a:noFill/>
              <a:prstDash val="solid"/>
            </a:ln>
          </p:spPr>
        </p:sp>
        <p:sp>
          <p:nvSpPr>
            <p:cNvPr id="2791" name="dense-strip-8-cell-38">
              <a:extLst>
                <a:ext uri="{FF2B5EF4-FFF2-40B4-BE49-F238E27FC236}">
                  <a16:creationId xmlns:a16="http://schemas.microsoft.com/office/drawing/2014/main" id="{516EEA69-CC90-4821-96BC-23C493920090}"/>
                </a:ext>
              </a:extLst>
            </p:cNvPr>
            <p:cNvSpPr>
              <a:spLocks noGrp="1"/>
            </p:cNvSpPr>
            <p:nvPr/>
          </p:nvSpPr>
          <p:spPr>
            <a:xfrm>
              <a:off x="21825148" y="3048000"/>
              <a:ext cx="15522" cy="133350"/>
            </a:xfrm>
            <a:prstGeom prst="rect">
              <a:avLst/>
            </a:prstGeom>
            <a:solidFill>
              <a:srgbClr val="DCE8ED"/>
            </a:solidFill>
            <a:ln w="0">
              <a:noFill/>
              <a:prstDash val="solid"/>
            </a:ln>
          </p:spPr>
        </p:sp>
        <p:sp>
          <p:nvSpPr>
            <p:cNvPr id="2792" name="dense-strip-8-cell-37">
              <a:extLst>
                <a:ext uri="{FF2B5EF4-FFF2-40B4-BE49-F238E27FC236}">
                  <a16:creationId xmlns:a16="http://schemas.microsoft.com/office/drawing/2014/main" id="{804787BE-7004-4125-B206-9C65428EF538}"/>
                </a:ext>
              </a:extLst>
            </p:cNvPr>
            <p:cNvSpPr>
              <a:spLocks noGrp="1"/>
            </p:cNvSpPr>
            <p:nvPr/>
          </p:nvSpPr>
          <p:spPr>
            <a:xfrm>
              <a:off x="21809770" y="3048000"/>
              <a:ext cx="15522" cy="133350"/>
            </a:xfrm>
            <a:prstGeom prst="rect">
              <a:avLst/>
            </a:prstGeom>
            <a:solidFill>
              <a:srgbClr val="DCE8ED"/>
            </a:solidFill>
            <a:ln w="0">
              <a:noFill/>
              <a:prstDash val="solid"/>
            </a:ln>
          </p:spPr>
        </p:sp>
        <p:sp>
          <p:nvSpPr>
            <p:cNvPr id="2793" name="dense-strip-8-cell-36">
              <a:extLst>
                <a:ext uri="{FF2B5EF4-FFF2-40B4-BE49-F238E27FC236}">
                  <a16:creationId xmlns:a16="http://schemas.microsoft.com/office/drawing/2014/main" id="{F81205F0-A27A-46C7-A27A-AF313249774C}"/>
                </a:ext>
              </a:extLst>
            </p:cNvPr>
            <p:cNvSpPr>
              <a:spLocks noGrp="1"/>
            </p:cNvSpPr>
            <p:nvPr/>
          </p:nvSpPr>
          <p:spPr>
            <a:xfrm>
              <a:off x="21794391" y="3048000"/>
              <a:ext cx="15522" cy="133350"/>
            </a:xfrm>
            <a:prstGeom prst="rect">
              <a:avLst/>
            </a:prstGeom>
            <a:solidFill>
              <a:srgbClr val="DCE8ED"/>
            </a:solidFill>
            <a:ln w="0">
              <a:noFill/>
              <a:prstDash val="solid"/>
            </a:ln>
          </p:spPr>
        </p:sp>
        <p:sp>
          <p:nvSpPr>
            <p:cNvPr id="2794" name="dense-strip-8-cell-35">
              <a:extLst>
                <a:ext uri="{FF2B5EF4-FFF2-40B4-BE49-F238E27FC236}">
                  <a16:creationId xmlns:a16="http://schemas.microsoft.com/office/drawing/2014/main" id="{7C784207-4721-4818-9424-09E80B1A1F1A}"/>
                </a:ext>
              </a:extLst>
            </p:cNvPr>
            <p:cNvSpPr>
              <a:spLocks noGrp="1"/>
            </p:cNvSpPr>
            <p:nvPr/>
          </p:nvSpPr>
          <p:spPr>
            <a:xfrm>
              <a:off x="21779012" y="3048000"/>
              <a:ext cx="15522" cy="133350"/>
            </a:xfrm>
            <a:prstGeom prst="rect">
              <a:avLst/>
            </a:prstGeom>
            <a:solidFill>
              <a:srgbClr val="DCE8ED"/>
            </a:solidFill>
            <a:ln w="0">
              <a:noFill/>
              <a:prstDash val="solid"/>
            </a:ln>
          </p:spPr>
        </p:sp>
        <p:sp>
          <p:nvSpPr>
            <p:cNvPr id="2795" name="dense-strip-8-cell-34">
              <a:extLst>
                <a:ext uri="{FF2B5EF4-FFF2-40B4-BE49-F238E27FC236}">
                  <a16:creationId xmlns:a16="http://schemas.microsoft.com/office/drawing/2014/main" id="{3E5B555A-82E5-46D6-BE4E-53F4C75E3784}"/>
                </a:ext>
              </a:extLst>
            </p:cNvPr>
            <p:cNvSpPr>
              <a:spLocks noGrp="1"/>
            </p:cNvSpPr>
            <p:nvPr/>
          </p:nvSpPr>
          <p:spPr>
            <a:xfrm>
              <a:off x="21763633" y="3048000"/>
              <a:ext cx="15522" cy="133350"/>
            </a:xfrm>
            <a:prstGeom prst="rect">
              <a:avLst/>
            </a:prstGeom>
            <a:solidFill>
              <a:srgbClr val="DCE8ED"/>
            </a:solidFill>
            <a:ln w="0">
              <a:noFill/>
              <a:prstDash val="solid"/>
            </a:ln>
          </p:spPr>
        </p:sp>
        <p:sp>
          <p:nvSpPr>
            <p:cNvPr id="2796" name="dense-strip-8-cell-33">
              <a:extLst>
                <a:ext uri="{FF2B5EF4-FFF2-40B4-BE49-F238E27FC236}">
                  <a16:creationId xmlns:a16="http://schemas.microsoft.com/office/drawing/2014/main" id="{0510DA64-196E-4F16-BAC5-68E45F8D72A5}"/>
                </a:ext>
              </a:extLst>
            </p:cNvPr>
            <p:cNvSpPr>
              <a:spLocks noGrp="1"/>
            </p:cNvSpPr>
            <p:nvPr/>
          </p:nvSpPr>
          <p:spPr>
            <a:xfrm>
              <a:off x="21748254" y="3048000"/>
              <a:ext cx="15522" cy="133350"/>
            </a:xfrm>
            <a:prstGeom prst="rect">
              <a:avLst/>
            </a:prstGeom>
            <a:solidFill>
              <a:srgbClr val="DCE8ED"/>
            </a:solidFill>
            <a:ln w="0">
              <a:noFill/>
              <a:prstDash val="solid"/>
            </a:ln>
          </p:spPr>
        </p:sp>
        <p:sp>
          <p:nvSpPr>
            <p:cNvPr id="2797" name="dense-strip-8-cell-32">
              <a:extLst>
                <a:ext uri="{FF2B5EF4-FFF2-40B4-BE49-F238E27FC236}">
                  <a16:creationId xmlns:a16="http://schemas.microsoft.com/office/drawing/2014/main" id="{3C76F663-D05E-4458-A2D3-370368960ADA}"/>
                </a:ext>
              </a:extLst>
            </p:cNvPr>
            <p:cNvSpPr>
              <a:spLocks noGrp="1"/>
            </p:cNvSpPr>
            <p:nvPr/>
          </p:nvSpPr>
          <p:spPr>
            <a:xfrm>
              <a:off x="21732875" y="3048000"/>
              <a:ext cx="15522" cy="133350"/>
            </a:xfrm>
            <a:prstGeom prst="rect">
              <a:avLst/>
            </a:prstGeom>
            <a:solidFill>
              <a:srgbClr val="DCE8ED"/>
            </a:solidFill>
            <a:ln w="0">
              <a:noFill/>
              <a:prstDash val="solid"/>
            </a:ln>
          </p:spPr>
        </p:sp>
        <p:sp>
          <p:nvSpPr>
            <p:cNvPr id="2798" name="dense-strip-8-cell-31">
              <a:extLst>
                <a:ext uri="{FF2B5EF4-FFF2-40B4-BE49-F238E27FC236}">
                  <a16:creationId xmlns:a16="http://schemas.microsoft.com/office/drawing/2014/main" id="{F85EA16F-527D-49D8-BFBC-94720A178F85}"/>
                </a:ext>
              </a:extLst>
            </p:cNvPr>
            <p:cNvSpPr>
              <a:spLocks noGrp="1"/>
            </p:cNvSpPr>
            <p:nvPr/>
          </p:nvSpPr>
          <p:spPr>
            <a:xfrm>
              <a:off x="21717496" y="3048000"/>
              <a:ext cx="15522" cy="133350"/>
            </a:xfrm>
            <a:prstGeom prst="rect">
              <a:avLst/>
            </a:prstGeom>
            <a:solidFill>
              <a:srgbClr val="DCE8ED"/>
            </a:solidFill>
            <a:ln w="0">
              <a:noFill/>
              <a:prstDash val="solid"/>
            </a:ln>
          </p:spPr>
        </p:sp>
        <p:sp>
          <p:nvSpPr>
            <p:cNvPr id="2799" name="dense-strip-8-cell-30">
              <a:extLst>
                <a:ext uri="{FF2B5EF4-FFF2-40B4-BE49-F238E27FC236}">
                  <a16:creationId xmlns:a16="http://schemas.microsoft.com/office/drawing/2014/main" id="{3CD0877D-A695-4B06-A3F7-D1A505D2C5D2}"/>
                </a:ext>
              </a:extLst>
            </p:cNvPr>
            <p:cNvSpPr>
              <a:spLocks noGrp="1"/>
            </p:cNvSpPr>
            <p:nvPr/>
          </p:nvSpPr>
          <p:spPr>
            <a:xfrm>
              <a:off x="21702117" y="3048000"/>
              <a:ext cx="15522" cy="133350"/>
            </a:xfrm>
            <a:prstGeom prst="rect">
              <a:avLst/>
            </a:prstGeom>
            <a:solidFill>
              <a:srgbClr val="DCE8ED"/>
            </a:solidFill>
            <a:ln w="0">
              <a:noFill/>
              <a:prstDash val="solid"/>
            </a:ln>
          </p:spPr>
        </p:sp>
        <p:sp>
          <p:nvSpPr>
            <p:cNvPr id="2800" name="dense-strip-8-cell-29">
              <a:extLst>
                <a:ext uri="{FF2B5EF4-FFF2-40B4-BE49-F238E27FC236}">
                  <a16:creationId xmlns:a16="http://schemas.microsoft.com/office/drawing/2014/main" id="{7173EFCC-98AF-4751-A655-9E240AC3F914}"/>
                </a:ext>
              </a:extLst>
            </p:cNvPr>
            <p:cNvSpPr>
              <a:spLocks noGrp="1"/>
            </p:cNvSpPr>
            <p:nvPr/>
          </p:nvSpPr>
          <p:spPr>
            <a:xfrm>
              <a:off x="21686738" y="3048000"/>
              <a:ext cx="15522" cy="133350"/>
            </a:xfrm>
            <a:prstGeom prst="rect">
              <a:avLst/>
            </a:prstGeom>
            <a:solidFill>
              <a:srgbClr val="DCE8ED"/>
            </a:solidFill>
            <a:ln w="0">
              <a:noFill/>
              <a:prstDash val="solid"/>
            </a:ln>
          </p:spPr>
        </p:sp>
        <p:sp>
          <p:nvSpPr>
            <p:cNvPr id="2801" name="dense-strip-8-cell-28">
              <a:extLst>
                <a:ext uri="{FF2B5EF4-FFF2-40B4-BE49-F238E27FC236}">
                  <a16:creationId xmlns:a16="http://schemas.microsoft.com/office/drawing/2014/main" id="{DC34E2A5-CA77-4349-808C-712AC6C07465}"/>
                </a:ext>
              </a:extLst>
            </p:cNvPr>
            <p:cNvSpPr>
              <a:spLocks noGrp="1"/>
            </p:cNvSpPr>
            <p:nvPr/>
          </p:nvSpPr>
          <p:spPr>
            <a:xfrm>
              <a:off x="21671359" y="3048000"/>
              <a:ext cx="15522" cy="133350"/>
            </a:xfrm>
            <a:prstGeom prst="rect">
              <a:avLst/>
            </a:prstGeom>
            <a:solidFill>
              <a:srgbClr val="DAE7EC"/>
            </a:solidFill>
            <a:ln w="0">
              <a:noFill/>
              <a:prstDash val="solid"/>
            </a:ln>
          </p:spPr>
        </p:sp>
        <p:sp>
          <p:nvSpPr>
            <p:cNvPr id="2802" name="dense-strip-8-cell-27">
              <a:extLst>
                <a:ext uri="{FF2B5EF4-FFF2-40B4-BE49-F238E27FC236}">
                  <a16:creationId xmlns:a16="http://schemas.microsoft.com/office/drawing/2014/main" id="{53743404-8EF3-4A75-9660-04D0CD14D25D}"/>
                </a:ext>
              </a:extLst>
            </p:cNvPr>
            <p:cNvSpPr>
              <a:spLocks noGrp="1"/>
            </p:cNvSpPr>
            <p:nvPr/>
          </p:nvSpPr>
          <p:spPr>
            <a:xfrm>
              <a:off x="21655980" y="3048000"/>
              <a:ext cx="15522" cy="133350"/>
            </a:xfrm>
            <a:prstGeom prst="rect">
              <a:avLst/>
            </a:prstGeom>
            <a:solidFill>
              <a:srgbClr val="CDDEE5"/>
            </a:solidFill>
            <a:ln w="0">
              <a:noFill/>
              <a:prstDash val="solid"/>
            </a:ln>
          </p:spPr>
        </p:sp>
        <p:sp>
          <p:nvSpPr>
            <p:cNvPr id="2803" name="dense-strip-8-cell-26">
              <a:extLst>
                <a:ext uri="{FF2B5EF4-FFF2-40B4-BE49-F238E27FC236}">
                  <a16:creationId xmlns:a16="http://schemas.microsoft.com/office/drawing/2014/main" id="{68EFFE32-1673-4969-8118-E4D4C09A9A19}"/>
                </a:ext>
              </a:extLst>
            </p:cNvPr>
            <p:cNvSpPr>
              <a:spLocks noGrp="1"/>
            </p:cNvSpPr>
            <p:nvPr/>
          </p:nvSpPr>
          <p:spPr>
            <a:xfrm>
              <a:off x="21640602" y="3048000"/>
              <a:ext cx="15522" cy="133350"/>
            </a:xfrm>
            <a:prstGeom prst="rect">
              <a:avLst/>
            </a:prstGeom>
            <a:solidFill>
              <a:srgbClr val="A4CADE"/>
            </a:solidFill>
            <a:ln w="0">
              <a:noFill/>
              <a:prstDash val="solid"/>
            </a:ln>
          </p:spPr>
        </p:sp>
        <p:sp>
          <p:nvSpPr>
            <p:cNvPr id="2804" name="dense-strip-8-cell-25">
              <a:extLst>
                <a:ext uri="{FF2B5EF4-FFF2-40B4-BE49-F238E27FC236}">
                  <a16:creationId xmlns:a16="http://schemas.microsoft.com/office/drawing/2014/main" id="{6878E600-380F-4721-8A73-3BE3DCF29145}"/>
                </a:ext>
              </a:extLst>
            </p:cNvPr>
            <p:cNvSpPr>
              <a:spLocks noGrp="1"/>
            </p:cNvSpPr>
            <p:nvPr/>
          </p:nvSpPr>
          <p:spPr>
            <a:xfrm>
              <a:off x="21625223" y="3048000"/>
              <a:ext cx="15522" cy="133350"/>
            </a:xfrm>
            <a:prstGeom prst="rect">
              <a:avLst/>
            </a:prstGeom>
            <a:solidFill>
              <a:srgbClr val="7BB4D3"/>
            </a:solidFill>
            <a:ln w="0">
              <a:noFill/>
              <a:prstDash val="solid"/>
            </a:ln>
          </p:spPr>
        </p:sp>
        <p:sp>
          <p:nvSpPr>
            <p:cNvPr id="2805" name="dense-strip-8-cell-24">
              <a:extLst>
                <a:ext uri="{FF2B5EF4-FFF2-40B4-BE49-F238E27FC236}">
                  <a16:creationId xmlns:a16="http://schemas.microsoft.com/office/drawing/2014/main" id="{146CCBA2-BC8D-4730-B6C6-A049CE8D1A58}"/>
                </a:ext>
              </a:extLst>
            </p:cNvPr>
            <p:cNvSpPr>
              <a:spLocks noGrp="1"/>
            </p:cNvSpPr>
            <p:nvPr/>
          </p:nvSpPr>
          <p:spPr>
            <a:xfrm>
              <a:off x="21609844" y="3048000"/>
              <a:ext cx="15522" cy="133350"/>
            </a:xfrm>
            <a:prstGeom prst="rect">
              <a:avLst/>
            </a:prstGeom>
            <a:solidFill>
              <a:srgbClr val="519DC8"/>
            </a:solidFill>
            <a:ln w="0">
              <a:noFill/>
              <a:prstDash val="solid"/>
            </a:ln>
          </p:spPr>
        </p:sp>
        <p:sp>
          <p:nvSpPr>
            <p:cNvPr id="2806" name="dense-strip-8-cell-23">
              <a:extLst>
                <a:ext uri="{FF2B5EF4-FFF2-40B4-BE49-F238E27FC236}">
                  <a16:creationId xmlns:a16="http://schemas.microsoft.com/office/drawing/2014/main" id="{FBBAF24F-2C0A-4185-8BDB-A9CD4E41B6AA}"/>
                </a:ext>
              </a:extLst>
            </p:cNvPr>
            <p:cNvSpPr>
              <a:spLocks noGrp="1"/>
            </p:cNvSpPr>
            <p:nvPr/>
          </p:nvSpPr>
          <p:spPr>
            <a:xfrm>
              <a:off x="21594465" y="3048000"/>
              <a:ext cx="15522" cy="133350"/>
            </a:xfrm>
            <a:prstGeom prst="rect">
              <a:avLst/>
            </a:prstGeom>
            <a:solidFill>
              <a:srgbClr val="2A88BD"/>
            </a:solidFill>
            <a:ln w="0">
              <a:noFill/>
              <a:prstDash val="solid"/>
            </a:ln>
          </p:spPr>
        </p:sp>
        <p:sp>
          <p:nvSpPr>
            <p:cNvPr id="2807" name="dense-strip-8-cell-22">
              <a:extLst>
                <a:ext uri="{FF2B5EF4-FFF2-40B4-BE49-F238E27FC236}">
                  <a16:creationId xmlns:a16="http://schemas.microsoft.com/office/drawing/2014/main" id="{6D6EBB4C-C95E-4FCC-96EE-82F75B1ABE4C}"/>
                </a:ext>
              </a:extLst>
            </p:cNvPr>
            <p:cNvSpPr>
              <a:spLocks noGrp="1"/>
            </p:cNvSpPr>
            <p:nvPr/>
          </p:nvSpPr>
          <p:spPr>
            <a:xfrm>
              <a:off x="21579086" y="3048000"/>
              <a:ext cx="15522" cy="133350"/>
            </a:xfrm>
            <a:prstGeom prst="rect">
              <a:avLst/>
            </a:prstGeom>
            <a:solidFill>
              <a:srgbClr val="0D79B6"/>
            </a:solidFill>
            <a:ln w="0">
              <a:noFill/>
              <a:prstDash val="solid"/>
            </a:ln>
          </p:spPr>
        </p:sp>
        <p:sp>
          <p:nvSpPr>
            <p:cNvPr id="2808" name="dense-strip-8-cell-21">
              <a:extLst>
                <a:ext uri="{FF2B5EF4-FFF2-40B4-BE49-F238E27FC236}">
                  <a16:creationId xmlns:a16="http://schemas.microsoft.com/office/drawing/2014/main" id="{2EEC7809-4654-4575-8897-68A8FA8E8209}"/>
                </a:ext>
              </a:extLst>
            </p:cNvPr>
            <p:cNvSpPr>
              <a:spLocks noGrp="1"/>
            </p:cNvSpPr>
            <p:nvPr/>
          </p:nvSpPr>
          <p:spPr>
            <a:xfrm>
              <a:off x="21563707" y="3048000"/>
              <a:ext cx="15522" cy="133350"/>
            </a:xfrm>
            <a:prstGeom prst="rect">
              <a:avLst/>
            </a:prstGeom>
            <a:solidFill>
              <a:srgbClr val="0072B2"/>
            </a:solidFill>
            <a:ln w="0">
              <a:noFill/>
              <a:prstDash val="solid"/>
            </a:ln>
          </p:spPr>
        </p:sp>
        <p:sp>
          <p:nvSpPr>
            <p:cNvPr id="2809" name="dense-strip-8-cell-20">
              <a:extLst>
                <a:ext uri="{FF2B5EF4-FFF2-40B4-BE49-F238E27FC236}">
                  <a16:creationId xmlns:a16="http://schemas.microsoft.com/office/drawing/2014/main" id="{2E53B8C4-C2F5-4D67-A5FE-D27E9C5B9195}"/>
                </a:ext>
              </a:extLst>
            </p:cNvPr>
            <p:cNvSpPr>
              <a:spLocks noGrp="1"/>
            </p:cNvSpPr>
            <p:nvPr/>
          </p:nvSpPr>
          <p:spPr>
            <a:xfrm>
              <a:off x="21548328" y="3048000"/>
              <a:ext cx="15522" cy="133350"/>
            </a:xfrm>
            <a:prstGeom prst="rect">
              <a:avLst/>
            </a:prstGeom>
            <a:solidFill>
              <a:srgbClr val="0072B2"/>
            </a:solidFill>
            <a:ln w="0">
              <a:noFill/>
              <a:prstDash val="solid"/>
            </a:ln>
          </p:spPr>
        </p:sp>
        <p:sp>
          <p:nvSpPr>
            <p:cNvPr id="2810" name="dense-strip-8-cell-19">
              <a:extLst>
                <a:ext uri="{FF2B5EF4-FFF2-40B4-BE49-F238E27FC236}">
                  <a16:creationId xmlns:a16="http://schemas.microsoft.com/office/drawing/2014/main" id="{EFBBBA4F-DBFE-4F9B-AC20-2371E84783C6}"/>
                </a:ext>
              </a:extLst>
            </p:cNvPr>
            <p:cNvSpPr>
              <a:spLocks noGrp="1"/>
            </p:cNvSpPr>
            <p:nvPr/>
          </p:nvSpPr>
          <p:spPr>
            <a:xfrm>
              <a:off x="21532949" y="3048000"/>
              <a:ext cx="15522" cy="133350"/>
            </a:xfrm>
            <a:prstGeom prst="rect">
              <a:avLst/>
            </a:prstGeom>
            <a:solidFill>
              <a:srgbClr val="0072B2"/>
            </a:solidFill>
            <a:ln w="0">
              <a:noFill/>
              <a:prstDash val="solid"/>
            </a:ln>
          </p:spPr>
        </p:sp>
        <p:sp>
          <p:nvSpPr>
            <p:cNvPr id="2811" name="dense-strip-8-cell-18">
              <a:extLst>
                <a:ext uri="{FF2B5EF4-FFF2-40B4-BE49-F238E27FC236}">
                  <a16:creationId xmlns:a16="http://schemas.microsoft.com/office/drawing/2014/main" id="{CF340D64-35F0-4AC2-BBFB-A8A5A1065E99}"/>
                </a:ext>
              </a:extLst>
            </p:cNvPr>
            <p:cNvSpPr>
              <a:spLocks noGrp="1"/>
            </p:cNvSpPr>
            <p:nvPr/>
          </p:nvSpPr>
          <p:spPr>
            <a:xfrm>
              <a:off x="21517570" y="3048000"/>
              <a:ext cx="15522" cy="133350"/>
            </a:xfrm>
            <a:prstGeom prst="rect">
              <a:avLst/>
            </a:prstGeom>
            <a:solidFill>
              <a:srgbClr val="0072B2"/>
            </a:solidFill>
            <a:ln w="0">
              <a:noFill/>
              <a:prstDash val="solid"/>
            </a:ln>
          </p:spPr>
        </p:sp>
        <p:sp>
          <p:nvSpPr>
            <p:cNvPr id="2812" name="dense-strip-8-cell-17">
              <a:extLst>
                <a:ext uri="{FF2B5EF4-FFF2-40B4-BE49-F238E27FC236}">
                  <a16:creationId xmlns:a16="http://schemas.microsoft.com/office/drawing/2014/main" id="{603D99BC-E32A-48F8-8895-9C50889735F8}"/>
                </a:ext>
              </a:extLst>
            </p:cNvPr>
            <p:cNvSpPr>
              <a:spLocks noGrp="1"/>
            </p:cNvSpPr>
            <p:nvPr/>
          </p:nvSpPr>
          <p:spPr>
            <a:xfrm>
              <a:off x="21502191" y="3048000"/>
              <a:ext cx="15522" cy="133350"/>
            </a:xfrm>
            <a:prstGeom prst="rect">
              <a:avLst/>
            </a:prstGeom>
            <a:solidFill>
              <a:srgbClr val="0072B2"/>
            </a:solidFill>
            <a:ln w="0">
              <a:noFill/>
              <a:prstDash val="solid"/>
            </a:ln>
          </p:spPr>
        </p:sp>
        <p:sp>
          <p:nvSpPr>
            <p:cNvPr id="2813" name="dense-strip-8-cell-16">
              <a:extLst>
                <a:ext uri="{FF2B5EF4-FFF2-40B4-BE49-F238E27FC236}">
                  <a16:creationId xmlns:a16="http://schemas.microsoft.com/office/drawing/2014/main" id="{00C00104-E418-4458-BBE1-37BC19B97D31}"/>
                </a:ext>
              </a:extLst>
            </p:cNvPr>
            <p:cNvSpPr>
              <a:spLocks noGrp="1"/>
            </p:cNvSpPr>
            <p:nvPr/>
          </p:nvSpPr>
          <p:spPr>
            <a:xfrm>
              <a:off x="21486813" y="3048000"/>
              <a:ext cx="15522" cy="133350"/>
            </a:xfrm>
            <a:prstGeom prst="rect">
              <a:avLst/>
            </a:prstGeom>
            <a:solidFill>
              <a:srgbClr val="0072B2"/>
            </a:solidFill>
            <a:ln w="0">
              <a:noFill/>
              <a:prstDash val="solid"/>
            </a:ln>
          </p:spPr>
        </p:sp>
        <p:sp>
          <p:nvSpPr>
            <p:cNvPr id="2814" name="dense-strip-8-cell-15">
              <a:extLst>
                <a:ext uri="{FF2B5EF4-FFF2-40B4-BE49-F238E27FC236}">
                  <a16:creationId xmlns:a16="http://schemas.microsoft.com/office/drawing/2014/main" id="{F09A142E-7E14-4590-994E-E95650B24E5C}"/>
                </a:ext>
              </a:extLst>
            </p:cNvPr>
            <p:cNvSpPr>
              <a:spLocks noGrp="1"/>
            </p:cNvSpPr>
            <p:nvPr/>
          </p:nvSpPr>
          <p:spPr>
            <a:xfrm>
              <a:off x="21471434" y="3048000"/>
              <a:ext cx="15522" cy="133350"/>
            </a:xfrm>
            <a:prstGeom prst="rect">
              <a:avLst/>
            </a:prstGeom>
            <a:solidFill>
              <a:srgbClr val="0072B2"/>
            </a:solidFill>
            <a:ln w="0">
              <a:noFill/>
              <a:prstDash val="solid"/>
            </a:ln>
          </p:spPr>
        </p:sp>
        <p:sp>
          <p:nvSpPr>
            <p:cNvPr id="2815" name="dense-strip-8-cell-14">
              <a:extLst>
                <a:ext uri="{FF2B5EF4-FFF2-40B4-BE49-F238E27FC236}">
                  <a16:creationId xmlns:a16="http://schemas.microsoft.com/office/drawing/2014/main" id="{42B205E4-5ECA-414E-9FB1-CF5A67444477}"/>
                </a:ext>
              </a:extLst>
            </p:cNvPr>
            <p:cNvSpPr>
              <a:spLocks noGrp="1"/>
            </p:cNvSpPr>
            <p:nvPr/>
          </p:nvSpPr>
          <p:spPr>
            <a:xfrm>
              <a:off x="21456055" y="3048000"/>
              <a:ext cx="15522" cy="133350"/>
            </a:xfrm>
            <a:prstGeom prst="rect">
              <a:avLst/>
            </a:prstGeom>
            <a:solidFill>
              <a:srgbClr val="0072B2"/>
            </a:solidFill>
            <a:ln w="0">
              <a:noFill/>
              <a:prstDash val="solid"/>
            </a:ln>
          </p:spPr>
        </p:sp>
        <p:sp>
          <p:nvSpPr>
            <p:cNvPr id="2816" name="dense-strip-8-cell-13">
              <a:extLst>
                <a:ext uri="{FF2B5EF4-FFF2-40B4-BE49-F238E27FC236}">
                  <a16:creationId xmlns:a16="http://schemas.microsoft.com/office/drawing/2014/main" id="{1ACCD2E2-E1E4-4892-86C1-EB613619C076}"/>
                </a:ext>
              </a:extLst>
            </p:cNvPr>
            <p:cNvSpPr>
              <a:spLocks noGrp="1"/>
            </p:cNvSpPr>
            <p:nvPr/>
          </p:nvSpPr>
          <p:spPr>
            <a:xfrm>
              <a:off x="21440676" y="3048000"/>
              <a:ext cx="15522" cy="133350"/>
            </a:xfrm>
            <a:prstGeom prst="rect">
              <a:avLst/>
            </a:prstGeom>
            <a:solidFill>
              <a:srgbClr val="0072B2"/>
            </a:solidFill>
            <a:ln w="0">
              <a:noFill/>
              <a:prstDash val="solid"/>
            </a:ln>
          </p:spPr>
        </p:sp>
        <p:sp>
          <p:nvSpPr>
            <p:cNvPr id="2817" name="dense-strip-8-cell-12">
              <a:extLst>
                <a:ext uri="{FF2B5EF4-FFF2-40B4-BE49-F238E27FC236}">
                  <a16:creationId xmlns:a16="http://schemas.microsoft.com/office/drawing/2014/main" id="{DB892062-0AD3-4F18-A01F-7F19C4E74DCD}"/>
                </a:ext>
              </a:extLst>
            </p:cNvPr>
            <p:cNvSpPr>
              <a:spLocks noGrp="1"/>
            </p:cNvSpPr>
            <p:nvPr/>
          </p:nvSpPr>
          <p:spPr>
            <a:xfrm>
              <a:off x="21425297" y="3048000"/>
              <a:ext cx="15522" cy="133350"/>
            </a:xfrm>
            <a:prstGeom prst="rect">
              <a:avLst/>
            </a:prstGeom>
            <a:solidFill>
              <a:srgbClr val="0072B2"/>
            </a:solidFill>
            <a:ln w="0">
              <a:noFill/>
              <a:prstDash val="solid"/>
            </a:ln>
          </p:spPr>
        </p:sp>
        <p:sp>
          <p:nvSpPr>
            <p:cNvPr id="2818" name="dense-strip-8-cell-11">
              <a:extLst>
                <a:ext uri="{FF2B5EF4-FFF2-40B4-BE49-F238E27FC236}">
                  <a16:creationId xmlns:a16="http://schemas.microsoft.com/office/drawing/2014/main" id="{768DDA6F-A464-4DBC-9E04-9E5AB1E18F91}"/>
                </a:ext>
              </a:extLst>
            </p:cNvPr>
            <p:cNvSpPr>
              <a:spLocks noGrp="1"/>
            </p:cNvSpPr>
            <p:nvPr/>
          </p:nvSpPr>
          <p:spPr>
            <a:xfrm>
              <a:off x="21409918" y="3048000"/>
              <a:ext cx="15522" cy="133350"/>
            </a:xfrm>
            <a:prstGeom prst="rect">
              <a:avLst/>
            </a:prstGeom>
            <a:solidFill>
              <a:srgbClr val="0072B2"/>
            </a:solidFill>
            <a:ln w="0">
              <a:noFill/>
              <a:prstDash val="solid"/>
            </a:ln>
          </p:spPr>
        </p:sp>
        <p:sp>
          <p:nvSpPr>
            <p:cNvPr id="2819" name="dense-strip-8-cell-10">
              <a:extLst>
                <a:ext uri="{FF2B5EF4-FFF2-40B4-BE49-F238E27FC236}">
                  <a16:creationId xmlns:a16="http://schemas.microsoft.com/office/drawing/2014/main" id="{E987E53F-C0A1-45B5-A49E-515DEF333D6D}"/>
                </a:ext>
              </a:extLst>
            </p:cNvPr>
            <p:cNvSpPr>
              <a:spLocks noGrp="1"/>
            </p:cNvSpPr>
            <p:nvPr/>
          </p:nvSpPr>
          <p:spPr>
            <a:xfrm>
              <a:off x="21394539" y="3048000"/>
              <a:ext cx="15522" cy="133350"/>
            </a:xfrm>
            <a:prstGeom prst="rect">
              <a:avLst/>
            </a:prstGeom>
            <a:solidFill>
              <a:srgbClr val="0977B4"/>
            </a:solidFill>
            <a:ln w="0">
              <a:noFill/>
              <a:prstDash val="solid"/>
            </a:ln>
          </p:spPr>
        </p:sp>
        <p:sp>
          <p:nvSpPr>
            <p:cNvPr id="2820" name="dense-strip-8-cell-9">
              <a:extLst>
                <a:ext uri="{FF2B5EF4-FFF2-40B4-BE49-F238E27FC236}">
                  <a16:creationId xmlns:a16="http://schemas.microsoft.com/office/drawing/2014/main" id="{DE88FA36-2314-4995-95D4-A129E957175F}"/>
                </a:ext>
              </a:extLst>
            </p:cNvPr>
            <p:cNvSpPr>
              <a:spLocks noGrp="1"/>
            </p:cNvSpPr>
            <p:nvPr/>
          </p:nvSpPr>
          <p:spPr>
            <a:xfrm>
              <a:off x="21379160" y="3048000"/>
              <a:ext cx="15522" cy="133350"/>
            </a:xfrm>
            <a:prstGeom prst="rect">
              <a:avLst/>
            </a:prstGeom>
            <a:solidFill>
              <a:srgbClr val="318CBF"/>
            </a:solidFill>
            <a:ln w="0">
              <a:noFill/>
              <a:prstDash val="solid"/>
            </a:ln>
          </p:spPr>
        </p:sp>
        <p:sp>
          <p:nvSpPr>
            <p:cNvPr id="2821" name="dense-strip-8-cell-8">
              <a:extLst>
                <a:ext uri="{FF2B5EF4-FFF2-40B4-BE49-F238E27FC236}">
                  <a16:creationId xmlns:a16="http://schemas.microsoft.com/office/drawing/2014/main" id="{3F4D272E-1A1B-4476-8EF5-5956D60F5FCE}"/>
                </a:ext>
              </a:extLst>
            </p:cNvPr>
            <p:cNvSpPr>
              <a:spLocks noGrp="1"/>
            </p:cNvSpPr>
            <p:nvPr/>
          </p:nvSpPr>
          <p:spPr>
            <a:xfrm>
              <a:off x="21363781" y="3048000"/>
              <a:ext cx="15522" cy="133350"/>
            </a:xfrm>
            <a:prstGeom prst="rect">
              <a:avLst/>
            </a:prstGeom>
            <a:solidFill>
              <a:srgbClr val="68AACE"/>
            </a:solidFill>
            <a:ln w="0">
              <a:noFill/>
              <a:prstDash val="solid"/>
            </a:ln>
          </p:spPr>
        </p:sp>
        <p:sp>
          <p:nvSpPr>
            <p:cNvPr id="2822" name="dense-strip-8-cell-7">
              <a:extLst>
                <a:ext uri="{FF2B5EF4-FFF2-40B4-BE49-F238E27FC236}">
                  <a16:creationId xmlns:a16="http://schemas.microsoft.com/office/drawing/2014/main" id="{6573751C-E2CE-4B7F-A752-ABC292AEC1BB}"/>
                </a:ext>
              </a:extLst>
            </p:cNvPr>
            <p:cNvSpPr>
              <a:spLocks noGrp="1"/>
            </p:cNvSpPr>
            <p:nvPr/>
          </p:nvSpPr>
          <p:spPr>
            <a:xfrm>
              <a:off x="21348402" y="3048000"/>
              <a:ext cx="15522" cy="133350"/>
            </a:xfrm>
            <a:prstGeom prst="rect">
              <a:avLst/>
            </a:prstGeom>
            <a:solidFill>
              <a:srgbClr val="A2C9DD"/>
            </a:solidFill>
            <a:ln w="0">
              <a:noFill/>
              <a:prstDash val="solid"/>
            </a:ln>
          </p:spPr>
        </p:sp>
        <p:sp>
          <p:nvSpPr>
            <p:cNvPr id="2823" name="dense-strip-8-cell-6">
              <a:extLst>
                <a:ext uri="{FF2B5EF4-FFF2-40B4-BE49-F238E27FC236}">
                  <a16:creationId xmlns:a16="http://schemas.microsoft.com/office/drawing/2014/main" id="{04555965-1309-4CAC-924F-F79E9F880021}"/>
                </a:ext>
              </a:extLst>
            </p:cNvPr>
            <p:cNvSpPr>
              <a:spLocks noGrp="1"/>
            </p:cNvSpPr>
            <p:nvPr/>
          </p:nvSpPr>
          <p:spPr>
            <a:xfrm>
              <a:off x="21333023" y="3048000"/>
              <a:ext cx="15522" cy="133350"/>
            </a:xfrm>
            <a:prstGeom prst="rect">
              <a:avLst/>
            </a:prstGeom>
            <a:solidFill>
              <a:srgbClr val="D2E1E8"/>
            </a:solidFill>
            <a:ln w="0">
              <a:noFill/>
              <a:prstDash val="solid"/>
            </a:ln>
          </p:spPr>
        </p:sp>
        <p:sp>
          <p:nvSpPr>
            <p:cNvPr id="2824" name="dense-strip-8-cell-5">
              <a:extLst>
                <a:ext uri="{FF2B5EF4-FFF2-40B4-BE49-F238E27FC236}">
                  <a16:creationId xmlns:a16="http://schemas.microsoft.com/office/drawing/2014/main" id="{FDF2BD79-8F1E-401E-AF26-C010B992FE64}"/>
                </a:ext>
              </a:extLst>
            </p:cNvPr>
            <p:cNvSpPr>
              <a:spLocks noGrp="1"/>
            </p:cNvSpPr>
            <p:nvPr/>
          </p:nvSpPr>
          <p:spPr>
            <a:xfrm>
              <a:off x="21317645" y="3048000"/>
              <a:ext cx="15522" cy="133350"/>
            </a:xfrm>
            <a:prstGeom prst="rect">
              <a:avLst/>
            </a:prstGeom>
            <a:solidFill>
              <a:srgbClr val="DCE8ED"/>
            </a:solidFill>
            <a:ln w="0">
              <a:noFill/>
              <a:prstDash val="solid"/>
            </a:ln>
          </p:spPr>
        </p:sp>
        <p:sp>
          <p:nvSpPr>
            <p:cNvPr id="2825" name="dense-strip-8-cell-4">
              <a:extLst>
                <a:ext uri="{FF2B5EF4-FFF2-40B4-BE49-F238E27FC236}">
                  <a16:creationId xmlns:a16="http://schemas.microsoft.com/office/drawing/2014/main" id="{DBD0797B-2E42-4952-B72B-7B280C1E42D9}"/>
                </a:ext>
              </a:extLst>
            </p:cNvPr>
            <p:cNvSpPr>
              <a:spLocks noGrp="1"/>
            </p:cNvSpPr>
            <p:nvPr/>
          </p:nvSpPr>
          <p:spPr>
            <a:xfrm>
              <a:off x="21302266" y="3048000"/>
              <a:ext cx="15522" cy="133350"/>
            </a:xfrm>
            <a:prstGeom prst="rect">
              <a:avLst/>
            </a:prstGeom>
            <a:solidFill>
              <a:srgbClr val="DCE8ED"/>
            </a:solidFill>
            <a:ln w="0">
              <a:noFill/>
              <a:prstDash val="solid"/>
            </a:ln>
          </p:spPr>
        </p:sp>
        <p:sp>
          <p:nvSpPr>
            <p:cNvPr id="2826" name="dense-strip-8-cell-3">
              <a:extLst>
                <a:ext uri="{FF2B5EF4-FFF2-40B4-BE49-F238E27FC236}">
                  <a16:creationId xmlns:a16="http://schemas.microsoft.com/office/drawing/2014/main" id="{D99B5BDF-0819-4833-9868-4E64686564F7}"/>
                </a:ext>
              </a:extLst>
            </p:cNvPr>
            <p:cNvSpPr>
              <a:spLocks noGrp="1"/>
            </p:cNvSpPr>
            <p:nvPr/>
          </p:nvSpPr>
          <p:spPr>
            <a:xfrm>
              <a:off x="21286887" y="3048000"/>
              <a:ext cx="15522" cy="133350"/>
            </a:xfrm>
            <a:prstGeom prst="rect">
              <a:avLst/>
            </a:prstGeom>
            <a:solidFill>
              <a:srgbClr val="DCE8ED"/>
            </a:solidFill>
            <a:ln w="0">
              <a:noFill/>
              <a:prstDash val="solid"/>
            </a:ln>
          </p:spPr>
        </p:sp>
        <p:sp>
          <p:nvSpPr>
            <p:cNvPr id="2827" name="dense-strip-8-cell-2">
              <a:extLst>
                <a:ext uri="{FF2B5EF4-FFF2-40B4-BE49-F238E27FC236}">
                  <a16:creationId xmlns:a16="http://schemas.microsoft.com/office/drawing/2014/main" id="{5865C3D1-8069-419F-BB49-5A0A7E71569E}"/>
                </a:ext>
              </a:extLst>
            </p:cNvPr>
            <p:cNvSpPr>
              <a:spLocks noGrp="1"/>
            </p:cNvSpPr>
            <p:nvPr/>
          </p:nvSpPr>
          <p:spPr>
            <a:xfrm>
              <a:off x="21271508" y="3048000"/>
              <a:ext cx="15522" cy="133350"/>
            </a:xfrm>
            <a:prstGeom prst="rect">
              <a:avLst/>
            </a:prstGeom>
            <a:solidFill>
              <a:srgbClr val="DCE8ED"/>
            </a:solidFill>
            <a:ln w="0">
              <a:noFill/>
              <a:prstDash val="solid"/>
            </a:ln>
          </p:spPr>
        </p:sp>
        <p:sp>
          <p:nvSpPr>
            <p:cNvPr id="2828" name="dense-strip-8-cell-1">
              <a:extLst>
                <a:ext uri="{FF2B5EF4-FFF2-40B4-BE49-F238E27FC236}">
                  <a16:creationId xmlns:a16="http://schemas.microsoft.com/office/drawing/2014/main" id="{7371CBC4-A619-415B-A85D-5F196336FD5C}"/>
                </a:ext>
              </a:extLst>
            </p:cNvPr>
            <p:cNvSpPr>
              <a:spLocks noGrp="1"/>
            </p:cNvSpPr>
            <p:nvPr/>
          </p:nvSpPr>
          <p:spPr>
            <a:xfrm>
              <a:off x="21256129" y="3048000"/>
              <a:ext cx="15522" cy="133350"/>
            </a:xfrm>
            <a:prstGeom prst="rect">
              <a:avLst/>
            </a:prstGeom>
            <a:solidFill>
              <a:srgbClr val="DCE8ED"/>
            </a:solidFill>
            <a:ln w="0">
              <a:noFill/>
              <a:prstDash val="solid"/>
            </a:ln>
          </p:spPr>
        </p:sp>
        <p:sp>
          <p:nvSpPr>
            <p:cNvPr id="2829" name="dense-strip-8-cell-0">
              <a:extLst>
                <a:ext uri="{FF2B5EF4-FFF2-40B4-BE49-F238E27FC236}">
                  <a16:creationId xmlns:a16="http://schemas.microsoft.com/office/drawing/2014/main" id="{F42EA6A0-0D3B-4E0A-A9F6-8B988F516223}"/>
                </a:ext>
              </a:extLst>
            </p:cNvPr>
            <p:cNvSpPr>
              <a:spLocks noGrp="1"/>
            </p:cNvSpPr>
            <p:nvPr/>
          </p:nvSpPr>
          <p:spPr>
            <a:xfrm>
              <a:off x="21240750" y="3048000"/>
              <a:ext cx="15522" cy="133350"/>
            </a:xfrm>
            <a:prstGeom prst="rect">
              <a:avLst/>
            </a:prstGeom>
            <a:solidFill>
              <a:srgbClr val="DCE8ED"/>
            </a:solidFill>
            <a:ln w="0">
              <a:noFill/>
              <a:prstDash val="solid"/>
            </a:ln>
          </p:spPr>
        </p:sp>
        <p:sp>
          <p:nvSpPr>
            <p:cNvPr id="2830" name="dense-strip-7-border">
              <a:extLst>
                <a:ext uri="{FF2B5EF4-FFF2-40B4-BE49-F238E27FC236}">
                  <a16:creationId xmlns:a16="http://schemas.microsoft.com/office/drawing/2014/main" id="{2EF92533-EB9D-47E4-93C7-3E6F40661607}"/>
                </a:ext>
              </a:extLst>
            </p:cNvPr>
            <p:cNvSpPr>
              <a:spLocks noGrp="1"/>
            </p:cNvSpPr>
            <p:nvPr/>
          </p:nvSpPr>
          <p:spPr>
            <a:xfrm>
              <a:off x="21240750" y="2838450"/>
              <a:ext cx="2952750" cy="133350"/>
            </a:xfrm>
            <a:prstGeom prst="rect">
              <a:avLst/>
            </a:prstGeom>
            <a:noFill/>
            <a:ln w="6191">
              <a:solidFill>
                <a:srgbClr val="6B7D89"/>
              </a:solidFill>
              <a:prstDash val="solid"/>
            </a:ln>
          </p:spPr>
        </p:sp>
        <p:sp>
          <p:nvSpPr>
            <p:cNvPr id="2831" name="dense-strip-7-cell-191">
              <a:extLst>
                <a:ext uri="{FF2B5EF4-FFF2-40B4-BE49-F238E27FC236}">
                  <a16:creationId xmlns:a16="http://schemas.microsoft.com/office/drawing/2014/main" id="{8F8C2DDB-B87B-48EE-A20F-8E853A81273C}"/>
                </a:ext>
              </a:extLst>
            </p:cNvPr>
            <p:cNvSpPr>
              <a:spLocks noGrp="1"/>
            </p:cNvSpPr>
            <p:nvPr/>
          </p:nvSpPr>
          <p:spPr>
            <a:xfrm>
              <a:off x="24178121" y="2838450"/>
              <a:ext cx="15522" cy="133350"/>
            </a:xfrm>
            <a:prstGeom prst="rect">
              <a:avLst/>
            </a:prstGeom>
            <a:solidFill>
              <a:srgbClr val="DCE8ED"/>
            </a:solidFill>
            <a:ln w="0">
              <a:noFill/>
              <a:prstDash val="solid"/>
            </a:ln>
          </p:spPr>
        </p:sp>
        <p:sp>
          <p:nvSpPr>
            <p:cNvPr id="2832" name="dense-strip-7-cell-190">
              <a:extLst>
                <a:ext uri="{FF2B5EF4-FFF2-40B4-BE49-F238E27FC236}">
                  <a16:creationId xmlns:a16="http://schemas.microsoft.com/office/drawing/2014/main" id="{6310BEFB-69E0-48EE-A808-E66CCF067D6D}"/>
                </a:ext>
              </a:extLst>
            </p:cNvPr>
            <p:cNvSpPr>
              <a:spLocks noGrp="1"/>
            </p:cNvSpPr>
            <p:nvPr/>
          </p:nvSpPr>
          <p:spPr>
            <a:xfrm>
              <a:off x="24162742" y="2838450"/>
              <a:ext cx="15522" cy="133350"/>
            </a:xfrm>
            <a:prstGeom prst="rect">
              <a:avLst/>
            </a:prstGeom>
            <a:solidFill>
              <a:srgbClr val="DCE8ED"/>
            </a:solidFill>
            <a:ln w="0">
              <a:noFill/>
              <a:prstDash val="solid"/>
            </a:ln>
          </p:spPr>
        </p:sp>
        <p:sp>
          <p:nvSpPr>
            <p:cNvPr id="2833" name="dense-strip-7-cell-189">
              <a:extLst>
                <a:ext uri="{FF2B5EF4-FFF2-40B4-BE49-F238E27FC236}">
                  <a16:creationId xmlns:a16="http://schemas.microsoft.com/office/drawing/2014/main" id="{42CAE95C-5856-49A1-8F18-B529A8E5A2CF}"/>
                </a:ext>
              </a:extLst>
            </p:cNvPr>
            <p:cNvSpPr>
              <a:spLocks noGrp="1"/>
            </p:cNvSpPr>
            <p:nvPr/>
          </p:nvSpPr>
          <p:spPr>
            <a:xfrm>
              <a:off x="24147363" y="2838450"/>
              <a:ext cx="15522" cy="133350"/>
            </a:xfrm>
            <a:prstGeom prst="rect">
              <a:avLst/>
            </a:prstGeom>
            <a:solidFill>
              <a:srgbClr val="DCE8ED"/>
            </a:solidFill>
            <a:ln w="0">
              <a:noFill/>
              <a:prstDash val="solid"/>
            </a:ln>
          </p:spPr>
        </p:sp>
        <p:sp>
          <p:nvSpPr>
            <p:cNvPr id="2834" name="dense-strip-7-cell-188">
              <a:extLst>
                <a:ext uri="{FF2B5EF4-FFF2-40B4-BE49-F238E27FC236}">
                  <a16:creationId xmlns:a16="http://schemas.microsoft.com/office/drawing/2014/main" id="{9E752A0E-DFD8-45AC-A56A-79F9370C32E6}"/>
                </a:ext>
              </a:extLst>
            </p:cNvPr>
            <p:cNvSpPr>
              <a:spLocks noGrp="1"/>
            </p:cNvSpPr>
            <p:nvPr/>
          </p:nvSpPr>
          <p:spPr>
            <a:xfrm>
              <a:off x="24131984" y="2838450"/>
              <a:ext cx="15522" cy="133350"/>
            </a:xfrm>
            <a:prstGeom prst="rect">
              <a:avLst/>
            </a:prstGeom>
            <a:solidFill>
              <a:srgbClr val="DCE7ED"/>
            </a:solidFill>
            <a:ln w="0">
              <a:noFill/>
              <a:prstDash val="solid"/>
            </a:ln>
          </p:spPr>
        </p:sp>
        <p:sp>
          <p:nvSpPr>
            <p:cNvPr id="2835" name="dense-strip-7-cell-187">
              <a:extLst>
                <a:ext uri="{FF2B5EF4-FFF2-40B4-BE49-F238E27FC236}">
                  <a16:creationId xmlns:a16="http://schemas.microsoft.com/office/drawing/2014/main" id="{76898D32-4ADA-4522-B41B-A294E25F0421}"/>
                </a:ext>
              </a:extLst>
            </p:cNvPr>
            <p:cNvSpPr>
              <a:spLocks noGrp="1"/>
            </p:cNvSpPr>
            <p:nvPr/>
          </p:nvSpPr>
          <p:spPr>
            <a:xfrm>
              <a:off x="24116605" y="2838450"/>
              <a:ext cx="15522" cy="133350"/>
            </a:xfrm>
            <a:prstGeom prst="rect">
              <a:avLst/>
            </a:prstGeom>
            <a:solidFill>
              <a:srgbClr val="D6BBD1"/>
            </a:solidFill>
            <a:ln w="0">
              <a:noFill/>
              <a:prstDash val="solid"/>
            </a:ln>
          </p:spPr>
        </p:sp>
        <p:sp>
          <p:nvSpPr>
            <p:cNvPr id="2836" name="dense-strip-7-cell-186">
              <a:extLst>
                <a:ext uri="{FF2B5EF4-FFF2-40B4-BE49-F238E27FC236}">
                  <a16:creationId xmlns:a16="http://schemas.microsoft.com/office/drawing/2014/main" id="{0F7C28D4-91C2-4175-9219-EADAC14F11BE}"/>
                </a:ext>
              </a:extLst>
            </p:cNvPr>
            <p:cNvSpPr>
              <a:spLocks noGrp="1"/>
            </p:cNvSpPr>
            <p:nvPr/>
          </p:nvSpPr>
          <p:spPr>
            <a:xfrm>
              <a:off x="24101227" y="2838450"/>
              <a:ext cx="15522" cy="133350"/>
            </a:xfrm>
            <a:prstGeom prst="rect">
              <a:avLst/>
            </a:prstGeom>
            <a:solidFill>
              <a:srgbClr val="CE8AB2"/>
            </a:solidFill>
            <a:ln w="0">
              <a:noFill/>
              <a:prstDash val="solid"/>
            </a:ln>
          </p:spPr>
        </p:sp>
        <p:sp>
          <p:nvSpPr>
            <p:cNvPr id="2837" name="dense-strip-7-cell-185">
              <a:extLst>
                <a:ext uri="{FF2B5EF4-FFF2-40B4-BE49-F238E27FC236}">
                  <a16:creationId xmlns:a16="http://schemas.microsoft.com/office/drawing/2014/main" id="{BF2DDB1E-2DD4-4573-AFE8-749BFE930CE4}"/>
                </a:ext>
              </a:extLst>
            </p:cNvPr>
            <p:cNvSpPr>
              <a:spLocks noGrp="1"/>
            </p:cNvSpPr>
            <p:nvPr/>
          </p:nvSpPr>
          <p:spPr>
            <a:xfrm>
              <a:off x="24085848" y="2838450"/>
              <a:ext cx="15522" cy="133350"/>
            </a:xfrm>
            <a:prstGeom prst="rect">
              <a:avLst/>
            </a:prstGeom>
            <a:solidFill>
              <a:srgbClr val="CD7FAB"/>
            </a:solidFill>
            <a:ln w="0">
              <a:noFill/>
              <a:prstDash val="solid"/>
            </a:ln>
          </p:spPr>
        </p:sp>
        <p:sp>
          <p:nvSpPr>
            <p:cNvPr id="2838" name="dense-strip-7-cell-184">
              <a:extLst>
                <a:ext uri="{FF2B5EF4-FFF2-40B4-BE49-F238E27FC236}">
                  <a16:creationId xmlns:a16="http://schemas.microsoft.com/office/drawing/2014/main" id="{2189D54E-1277-4F04-AA0B-06D6FAD81BB4}"/>
                </a:ext>
              </a:extLst>
            </p:cNvPr>
            <p:cNvSpPr>
              <a:spLocks noGrp="1"/>
            </p:cNvSpPr>
            <p:nvPr/>
          </p:nvSpPr>
          <p:spPr>
            <a:xfrm>
              <a:off x="24070469" y="2838450"/>
              <a:ext cx="15522" cy="133350"/>
            </a:xfrm>
            <a:prstGeom prst="rect">
              <a:avLst/>
            </a:prstGeom>
            <a:solidFill>
              <a:srgbClr val="CC7AA8"/>
            </a:solidFill>
            <a:ln w="0">
              <a:noFill/>
              <a:prstDash val="solid"/>
            </a:ln>
          </p:spPr>
        </p:sp>
        <p:sp>
          <p:nvSpPr>
            <p:cNvPr id="2839" name="dense-strip-7-cell-183">
              <a:extLst>
                <a:ext uri="{FF2B5EF4-FFF2-40B4-BE49-F238E27FC236}">
                  <a16:creationId xmlns:a16="http://schemas.microsoft.com/office/drawing/2014/main" id="{2AC3FB85-53C7-4628-95E1-12BCE0386D76}"/>
                </a:ext>
              </a:extLst>
            </p:cNvPr>
            <p:cNvSpPr>
              <a:spLocks noGrp="1"/>
            </p:cNvSpPr>
            <p:nvPr/>
          </p:nvSpPr>
          <p:spPr>
            <a:xfrm>
              <a:off x="24055090" y="2838450"/>
              <a:ext cx="15522" cy="133350"/>
            </a:xfrm>
            <a:prstGeom prst="rect">
              <a:avLst/>
            </a:prstGeom>
            <a:solidFill>
              <a:srgbClr val="CC79A7"/>
            </a:solidFill>
            <a:ln w="0">
              <a:noFill/>
              <a:prstDash val="solid"/>
            </a:ln>
          </p:spPr>
        </p:sp>
        <p:sp>
          <p:nvSpPr>
            <p:cNvPr id="2840" name="dense-strip-7-cell-182">
              <a:extLst>
                <a:ext uri="{FF2B5EF4-FFF2-40B4-BE49-F238E27FC236}">
                  <a16:creationId xmlns:a16="http://schemas.microsoft.com/office/drawing/2014/main" id="{A21866A3-BA00-49CA-9F74-0E5CEEA424EA}"/>
                </a:ext>
              </a:extLst>
            </p:cNvPr>
            <p:cNvSpPr>
              <a:spLocks noGrp="1"/>
            </p:cNvSpPr>
            <p:nvPr/>
          </p:nvSpPr>
          <p:spPr>
            <a:xfrm>
              <a:off x="24039711" y="2838450"/>
              <a:ext cx="15522" cy="133350"/>
            </a:xfrm>
            <a:prstGeom prst="rect">
              <a:avLst/>
            </a:prstGeom>
            <a:solidFill>
              <a:srgbClr val="CC79A7"/>
            </a:solidFill>
            <a:ln w="0">
              <a:noFill/>
              <a:prstDash val="solid"/>
            </a:ln>
          </p:spPr>
        </p:sp>
        <p:sp>
          <p:nvSpPr>
            <p:cNvPr id="2841" name="dense-strip-7-cell-181">
              <a:extLst>
                <a:ext uri="{FF2B5EF4-FFF2-40B4-BE49-F238E27FC236}">
                  <a16:creationId xmlns:a16="http://schemas.microsoft.com/office/drawing/2014/main" id="{75D20E32-EBE3-421F-B564-D6B750A151B9}"/>
                </a:ext>
              </a:extLst>
            </p:cNvPr>
            <p:cNvSpPr>
              <a:spLocks noGrp="1"/>
            </p:cNvSpPr>
            <p:nvPr/>
          </p:nvSpPr>
          <p:spPr>
            <a:xfrm>
              <a:off x="24024332" y="2838450"/>
              <a:ext cx="15522" cy="133350"/>
            </a:xfrm>
            <a:prstGeom prst="rect">
              <a:avLst/>
            </a:prstGeom>
            <a:solidFill>
              <a:srgbClr val="CC79A7"/>
            </a:solidFill>
            <a:ln w="0">
              <a:noFill/>
              <a:prstDash val="solid"/>
            </a:ln>
          </p:spPr>
        </p:sp>
        <p:sp>
          <p:nvSpPr>
            <p:cNvPr id="2842" name="dense-strip-7-cell-180">
              <a:extLst>
                <a:ext uri="{FF2B5EF4-FFF2-40B4-BE49-F238E27FC236}">
                  <a16:creationId xmlns:a16="http://schemas.microsoft.com/office/drawing/2014/main" id="{27C4E9B6-726A-41DA-B89E-410E5DD1A56D}"/>
                </a:ext>
              </a:extLst>
            </p:cNvPr>
            <p:cNvSpPr>
              <a:spLocks noGrp="1"/>
            </p:cNvSpPr>
            <p:nvPr/>
          </p:nvSpPr>
          <p:spPr>
            <a:xfrm>
              <a:off x="24008953" y="2838450"/>
              <a:ext cx="15522" cy="133350"/>
            </a:xfrm>
            <a:prstGeom prst="rect">
              <a:avLst/>
            </a:prstGeom>
            <a:solidFill>
              <a:srgbClr val="CC79A7"/>
            </a:solidFill>
            <a:ln w="0">
              <a:noFill/>
              <a:prstDash val="solid"/>
            </a:ln>
          </p:spPr>
        </p:sp>
        <p:sp>
          <p:nvSpPr>
            <p:cNvPr id="2843" name="dense-strip-7-cell-179">
              <a:extLst>
                <a:ext uri="{FF2B5EF4-FFF2-40B4-BE49-F238E27FC236}">
                  <a16:creationId xmlns:a16="http://schemas.microsoft.com/office/drawing/2014/main" id="{EB63E711-7C6C-4033-BB66-86558204E4F7}"/>
                </a:ext>
              </a:extLst>
            </p:cNvPr>
            <p:cNvSpPr>
              <a:spLocks noGrp="1"/>
            </p:cNvSpPr>
            <p:nvPr/>
          </p:nvSpPr>
          <p:spPr>
            <a:xfrm>
              <a:off x="23993574" y="2838450"/>
              <a:ext cx="15522" cy="133350"/>
            </a:xfrm>
            <a:prstGeom prst="rect">
              <a:avLst/>
            </a:prstGeom>
            <a:solidFill>
              <a:srgbClr val="CC79A7"/>
            </a:solidFill>
            <a:ln w="0">
              <a:noFill/>
              <a:prstDash val="solid"/>
            </a:ln>
          </p:spPr>
        </p:sp>
        <p:sp>
          <p:nvSpPr>
            <p:cNvPr id="2844" name="dense-strip-7-cell-178">
              <a:extLst>
                <a:ext uri="{FF2B5EF4-FFF2-40B4-BE49-F238E27FC236}">
                  <a16:creationId xmlns:a16="http://schemas.microsoft.com/office/drawing/2014/main" id="{7D435C54-8211-45F0-8CD4-30480A8A8915}"/>
                </a:ext>
              </a:extLst>
            </p:cNvPr>
            <p:cNvSpPr>
              <a:spLocks noGrp="1"/>
            </p:cNvSpPr>
            <p:nvPr/>
          </p:nvSpPr>
          <p:spPr>
            <a:xfrm>
              <a:off x="23978195" y="2838450"/>
              <a:ext cx="15522" cy="133350"/>
            </a:xfrm>
            <a:prstGeom prst="rect">
              <a:avLst/>
            </a:prstGeom>
            <a:solidFill>
              <a:srgbClr val="CC79A7"/>
            </a:solidFill>
            <a:ln w="0">
              <a:noFill/>
              <a:prstDash val="solid"/>
            </a:ln>
          </p:spPr>
        </p:sp>
        <p:sp>
          <p:nvSpPr>
            <p:cNvPr id="2845" name="dense-strip-7-cell-177">
              <a:extLst>
                <a:ext uri="{FF2B5EF4-FFF2-40B4-BE49-F238E27FC236}">
                  <a16:creationId xmlns:a16="http://schemas.microsoft.com/office/drawing/2014/main" id="{3B1632C9-22F9-47AC-8FD9-538A30F2BB30}"/>
                </a:ext>
              </a:extLst>
            </p:cNvPr>
            <p:cNvSpPr>
              <a:spLocks noGrp="1"/>
            </p:cNvSpPr>
            <p:nvPr/>
          </p:nvSpPr>
          <p:spPr>
            <a:xfrm>
              <a:off x="23962816" y="2838450"/>
              <a:ext cx="15522" cy="133350"/>
            </a:xfrm>
            <a:prstGeom prst="rect">
              <a:avLst/>
            </a:prstGeom>
            <a:solidFill>
              <a:srgbClr val="CC79A7"/>
            </a:solidFill>
            <a:ln w="0">
              <a:noFill/>
              <a:prstDash val="solid"/>
            </a:ln>
          </p:spPr>
        </p:sp>
        <p:sp>
          <p:nvSpPr>
            <p:cNvPr id="2846" name="dense-strip-7-cell-176">
              <a:extLst>
                <a:ext uri="{FF2B5EF4-FFF2-40B4-BE49-F238E27FC236}">
                  <a16:creationId xmlns:a16="http://schemas.microsoft.com/office/drawing/2014/main" id="{C0D9F4E2-844A-434B-949E-87A5480CC289}"/>
                </a:ext>
              </a:extLst>
            </p:cNvPr>
            <p:cNvSpPr>
              <a:spLocks noGrp="1"/>
            </p:cNvSpPr>
            <p:nvPr/>
          </p:nvSpPr>
          <p:spPr>
            <a:xfrm>
              <a:off x="23947438" y="2838450"/>
              <a:ext cx="15522" cy="133350"/>
            </a:xfrm>
            <a:prstGeom prst="rect">
              <a:avLst/>
            </a:prstGeom>
            <a:solidFill>
              <a:srgbClr val="CC7AA8"/>
            </a:solidFill>
            <a:ln w="0">
              <a:noFill/>
              <a:prstDash val="solid"/>
            </a:ln>
          </p:spPr>
        </p:sp>
        <p:sp>
          <p:nvSpPr>
            <p:cNvPr id="2847" name="dense-strip-7-cell-175">
              <a:extLst>
                <a:ext uri="{FF2B5EF4-FFF2-40B4-BE49-F238E27FC236}">
                  <a16:creationId xmlns:a16="http://schemas.microsoft.com/office/drawing/2014/main" id="{D69D593C-C34F-45DB-9B80-5C0150C8857C}"/>
                </a:ext>
              </a:extLst>
            </p:cNvPr>
            <p:cNvSpPr>
              <a:spLocks noGrp="1"/>
            </p:cNvSpPr>
            <p:nvPr/>
          </p:nvSpPr>
          <p:spPr>
            <a:xfrm>
              <a:off x="23932059" y="2838450"/>
              <a:ext cx="15522" cy="133350"/>
            </a:xfrm>
            <a:prstGeom prst="rect">
              <a:avLst/>
            </a:prstGeom>
            <a:solidFill>
              <a:srgbClr val="CD80AC"/>
            </a:solidFill>
            <a:ln w="0">
              <a:noFill/>
              <a:prstDash val="solid"/>
            </a:ln>
          </p:spPr>
        </p:sp>
        <p:sp>
          <p:nvSpPr>
            <p:cNvPr id="2848" name="dense-strip-7-cell-174">
              <a:extLst>
                <a:ext uri="{FF2B5EF4-FFF2-40B4-BE49-F238E27FC236}">
                  <a16:creationId xmlns:a16="http://schemas.microsoft.com/office/drawing/2014/main" id="{C9F325D9-7A08-4E22-BDAB-601D71597BA4}"/>
                </a:ext>
              </a:extLst>
            </p:cNvPr>
            <p:cNvSpPr>
              <a:spLocks noGrp="1"/>
            </p:cNvSpPr>
            <p:nvPr/>
          </p:nvSpPr>
          <p:spPr>
            <a:xfrm>
              <a:off x="23916680" y="2838450"/>
              <a:ext cx="15522" cy="133350"/>
            </a:xfrm>
            <a:prstGeom prst="rect">
              <a:avLst/>
            </a:prstGeom>
            <a:solidFill>
              <a:srgbClr val="CF8EB4"/>
            </a:solidFill>
            <a:ln w="0">
              <a:noFill/>
              <a:prstDash val="solid"/>
            </a:ln>
          </p:spPr>
        </p:sp>
        <p:sp>
          <p:nvSpPr>
            <p:cNvPr id="2849" name="dense-strip-7-cell-173">
              <a:extLst>
                <a:ext uri="{FF2B5EF4-FFF2-40B4-BE49-F238E27FC236}">
                  <a16:creationId xmlns:a16="http://schemas.microsoft.com/office/drawing/2014/main" id="{737EDD21-644B-4166-A20F-31B0CF9FD62C}"/>
                </a:ext>
              </a:extLst>
            </p:cNvPr>
            <p:cNvSpPr>
              <a:spLocks noGrp="1"/>
            </p:cNvSpPr>
            <p:nvPr/>
          </p:nvSpPr>
          <p:spPr>
            <a:xfrm>
              <a:off x="23901301" y="2838450"/>
              <a:ext cx="15522" cy="133350"/>
            </a:xfrm>
            <a:prstGeom prst="rect">
              <a:avLst/>
            </a:prstGeom>
            <a:solidFill>
              <a:srgbClr val="D2A2C1"/>
            </a:solidFill>
            <a:ln w="0">
              <a:noFill/>
              <a:prstDash val="solid"/>
            </a:ln>
          </p:spPr>
        </p:sp>
        <p:sp>
          <p:nvSpPr>
            <p:cNvPr id="2850" name="dense-strip-7-cell-172">
              <a:extLst>
                <a:ext uri="{FF2B5EF4-FFF2-40B4-BE49-F238E27FC236}">
                  <a16:creationId xmlns:a16="http://schemas.microsoft.com/office/drawing/2014/main" id="{BB83C91C-8ACA-4052-872C-C8A19A4C2ED9}"/>
                </a:ext>
              </a:extLst>
            </p:cNvPr>
            <p:cNvSpPr>
              <a:spLocks noGrp="1"/>
            </p:cNvSpPr>
            <p:nvPr/>
          </p:nvSpPr>
          <p:spPr>
            <a:xfrm>
              <a:off x="23885922" y="2838450"/>
              <a:ext cx="15522" cy="133350"/>
            </a:xfrm>
            <a:prstGeom prst="rect">
              <a:avLst/>
            </a:prstGeom>
            <a:solidFill>
              <a:srgbClr val="D5B7CE"/>
            </a:solidFill>
            <a:ln w="0">
              <a:noFill/>
              <a:prstDash val="solid"/>
            </a:ln>
          </p:spPr>
        </p:sp>
        <p:sp>
          <p:nvSpPr>
            <p:cNvPr id="2851" name="dense-strip-7-cell-171">
              <a:extLst>
                <a:ext uri="{FF2B5EF4-FFF2-40B4-BE49-F238E27FC236}">
                  <a16:creationId xmlns:a16="http://schemas.microsoft.com/office/drawing/2014/main" id="{D28D553E-FEA0-4E6D-9F41-01D17C18D2D2}"/>
                </a:ext>
              </a:extLst>
            </p:cNvPr>
            <p:cNvSpPr>
              <a:spLocks noGrp="1"/>
            </p:cNvSpPr>
            <p:nvPr/>
          </p:nvSpPr>
          <p:spPr>
            <a:xfrm>
              <a:off x="23870543" y="2838450"/>
              <a:ext cx="15522" cy="133350"/>
            </a:xfrm>
            <a:prstGeom prst="rect">
              <a:avLst/>
            </a:prstGeom>
            <a:solidFill>
              <a:srgbClr val="D8CCDB"/>
            </a:solidFill>
            <a:ln w="0">
              <a:noFill/>
              <a:prstDash val="solid"/>
            </a:ln>
          </p:spPr>
        </p:sp>
        <p:sp>
          <p:nvSpPr>
            <p:cNvPr id="2852" name="dense-strip-7-cell-170">
              <a:extLst>
                <a:ext uri="{FF2B5EF4-FFF2-40B4-BE49-F238E27FC236}">
                  <a16:creationId xmlns:a16="http://schemas.microsoft.com/office/drawing/2014/main" id="{ECFE87F6-31E5-4BDD-95E8-9249649F03F2}"/>
                </a:ext>
              </a:extLst>
            </p:cNvPr>
            <p:cNvSpPr>
              <a:spLocks noGrp="1"/>
            </p:cNvSpPr>
            <p:nvPr/>
          </p:nvSpPr>
          <p:spPr>
            <a:xfrm>
              <a:off x="23855164" y="2838450"/>
              <a:ext cx="15522" cy="133350"/>
            </a:xfrm>
            <a:prstGeom prst="rect">
              <a:avLst/>
            </a:prstGeom>
            <a:solidFill>
              <a:srgbClr val="DBE3EA"/>
            </a:solidFill>
            <a:ln w="0">
              <a:noFill/>
              <a:prstDash val="solid"/>
            </a:ln>
          </p:spPr>
        </p:sp>
        <p:sp>
          <p:nvSpPr>
            <p:cNvPr id="2853" name="dense-strip-7-cell-169">
              <a:extLst>
                <a:ext uri="{FF2B5EF4-FFF2-40B4-BE49-F238E27FC236}">
                  <a16:creationId xmlns:a16="http://schemas.microsoft.com/office/drawing/2014/main" id="{16968181-4443-4936-AB8F-CA4D6C60A824}"/>
                </a:ext>
              </a:extLst>
            </p:cNvPr>
            <p:cNvSpPr>
              <a:spLocks noGrp="1"/>
            </p:cNvSpPr>
            <p:nvPr/>
          </p:nvSpPr>
          <p:spPr>
            <a:xfrm>
              <a:off x="23839785" y="2838450"/>
              <a:ext cx="15522" cy="133350"/>
            </a:xfrm>
            <a:prstGeom prst="rect">
              <a:avLst/>
            </a:prstGeom>
            <a:solidFill>
              <a:srgbClr val="DCE7EC"/>
            </a:solidFill>
            <a:ln w="0">
              <a:noFill/>
              <a:prstDash val="solid"/>
            </a:ln>
          </p:spPr>
        </p:sp>
        <p:sp>
          <p:nvSpPr>
            <p:cNvPr id="2854" name="dense-strip-7-cell-168">
              <a:extLst>
                <a:ext uri="{FF2B5EF4-FFF2-40B4-BE49-F238E27FC236}">
                  <a16:creationId xmlns:a16="http://schemas.microsoft.com/office/drawing/2014/main" id="{2643B871-804E-410D-92B8-D66968DD4AED}"/>
                </a:ext>
              </a:extLst>
            </p:cNvPr>
            <p:cNvSpPr>
              <a:spLocks noGrp="1"/>
            </p:cNvSpPr>
            <p:nvPr/>
          </p:nvSpPr>
          <p:spPr>
            <a:xfrm>
              <a:off x="23824406" y="2838450"/>
              <a:ext cx="15522" cy="133350"/>
            </a:xfrm>
            <a:prstGeom prst="rect">
              <a:avLst/>
            </a:prstGeom>
            <a:solidFill>
              <a:srgbClr val="DCE8ED"/>
            </a:solidFill>
            <a:ln w="0">
              <a:noFill/>
              <a:prstDash val="solid"/>
            </a:ln>
          </p:spPr>
        </p:sp>
        <p:sp>
          <p:nvSpPr>
            <p:cNvPr id="2855" name="dense-strip-7-cell-167">
              <a:extLst>
                <a:ext uri="{FF2B5EF4-FFF2-40B4-BE49-F238E27FC236}">
                  <a16:creationId xmlns:a16="http://schemas.microsoft.com/office/drawing/2014/main" id="{48A7D1A7-275D-4BA8-8A04-0D61A3A06754}"/>
                </a:ext>
              </a:extLst>
            </p:cNvPr>
            <p:cNvSpPr>
              <a:spLocks noGrp="1"/>
            </p:cNvSpPr>
            <p:nvPr/>
          </p:nvSpPr>
          <p:spPr>
            <a:xfrm>
              <a:off x="23809027" y="2838450"/>
              <a:ext cx="15522" cy="133350"/>
            </a:xfrm>
            <a:prstGeom prst="rect">
              <a:avLst/>
            </a:prstGeom>
            <a:solidFill>
              <a:srgbClr val="DCE8ED"/>
            </a:solidFill>
            <a:ln w="0">
              <a:noFill/>
              <a:prstDash val="solid"/>
            </a:ln>
          </p:spPr>
        </p:sp>
        <p:sp>
          <p:nvSpPr>
            <p:cNvPr id="2856" name="dense-strip-7-cell-166">
              <a:extLst>
                <a:ext uri="{FF2B5EF4-FFF2-40B4-BE49-F238E27FC236}">
                  <a16:creationId xmlns:a16="http://schemas.microsoft.com/office/drawing/2014/main" id="{C124E7EA-A7F1-4C71-A0D9-E05110EFFC5D}"/>
                </a:ext>
              </a:extLst>
            </p:cNvPr>
            <p:cNvSpPr>
              <a:spLocks noGrp="1"/>
            </p:cNvSpPr>
            <p:nvPr/>
          </p:nvSpPr>
          <p:spPr>
            <a:xfrm>
              <a:off x="23793648" y="2838450"/>
              <a:ext cx="15522" cy="133350"/>
            </a:xfrm>
            <a:prstGeom prst="rect">
              <a:avLst/>
            </a:prstGeom>
            <a:solidFill>
              <a:srgbClr val="DCE8ED"/>
            </a:solidFill>
            <a:ln w="0">
              <a:noFill/>
              <a:prstDash val="solid"/>
            </a:ln>
          </p:spPr>
        </p:sp>
        <p:sp>
          <p:nvSpPr>
            <p:cNvPr id="2857" name="dense-strip-7-cell-165">
              <a:extLst>
                <a:ext uri="{FF2B5EF4-FFF2-40B4-BE49-F238E27FC236}">
                  <a16:creationId xmlns:a16="http://schemas.microsoft.com/office/drawing/2014/main" id="{66A27FAA-7830-459A-9AA8-2E02C8A2720F}"/>
                </a:ext>
              </a:extLst>
            </p:cNvPr>
            <p:cNvSpPr>
              <a:spLocks noGrp="1"/>
            </p:cNvSpPr>
            <p:nvPr/>
          </p:nvSpPr>
          <p:spPr>
            <a:xfrm>
              <a:off x="23778270" y="2838450"/>
              <a:ext cx="15522" cy="133350"/>
            </a:xfrm>
            <a:prstGeom prst="rect">
              <a:avLst/>
            </a:prstGeom>
            <a:solidFill>
              <a:srgbClr val="DCE8ED"/>
            </a:solidFill>
            <a:ln w="0">
              <a:noFill/>
              <a:prstDash val="solid"/>
            </a:ln>
          </p:spPr>
        </p:sp>
        <p:sp>
          <p:nvSpPr>
            <p:cNvPr id="2858" name="dense-strip-7-cell-164">
              <a:extLst>
                <a:ext uri="{FF2B5EF4-FFF2-40B4-BE49-F238E27FC236}">
                  <a16:creationId xmlns:a16="http://schemas.microsoft.com/office/drawing/2014/main" id="{A78C9AF4-5D5C-4F3F-A613-B853DE58B80A}"/>
                </a:ext>
              </a:extLst>
            </p:cNvPr>
            <p:cNvSpPr>
              <a:spLocks noGrp="1"/>
            </p:cNvSpPr>
            <p:nvPr/>
          </p:nvSpPr>
          <p:spPr>
            <a:xfrm>
              <a:off x="23762891" y="2838450"/>
              <a:ext cx="15522" cy="133350"/>
            </a:xfrm>
            <a:prstGeom prst="rect">
              <a:avLst/>
            </a:prstGeom>
            <a:solidFill>
              <a:srgbClr val="DCE8ED"/>
            </a:solidFill>
            <a:ln w="0">
              <a:noFill/>
              <a:prstDash val="solid"/>
            </a:ln>
          </p:spPr>
        </p:sp>
        <p:sp>
          <p:nvSpPr>
            <p:cNvPr id="2859" name="dense-strip-7-cell-163">
              <a:extLst>
                <a:ext uri="{FF2B5EF4-FFF2-40B4-BE49-F238E27FC236}">
                  <a16:creationId xmlns:a16="http://schemas.microsoft.com/office/drawing/2014/main" id="{C08BBC65-9290-49BF-B545-2C29FF308EAA}"/>
                </a:ext>
              </a:extLst>
            </p:cNvPr>
            <p:cNvSpPr>
              <a:spLocks noGrp="1"/>
            </p:cNvSpPr>
            <p:nvPr/>
          </p:nvSpPr>
          <p:spPr>
            <a:xfrm>
              <a:off x="23747512" y="2838450"/>
              <a:ext cx="15522" cy="133350"/>
            </a:xfrm>
            <a:prstGeom prst="rect">
              <a:avLst/>
            </a:prstGeom>
            <a:solidFill>
              <a:srgbClr val="DCE8ED"/>
            </a:solidFill>
            <a:ln w="0">
              <a:noFill/>
              <a:prstDash val="solid"/>
            </a:ln>
          </p:spPr>
        </p:sp>
        <p:sp>
          <p:nvSpPr>
            <p:cNvPr id="2860" name="dense-strip-7-cell-162">
              <a:extLst>
                <a:ext uri="{FF2B5EF4-FFF2-40B4-BE49-F238E27FC236}">
                  <a16:creationId xmlns:a16="http://schemas.microsoft.com/office/drawing/2014/main" id="{7F04B1EB-C494-4A7B-8B4F-1D209027523A}"/>
                </a:ext>
              </a:extLst>
            </p:cNvPr>
            <p:cNvSpPr>
              <a:spLocks noGrp="1"/>
            </p:cNvSpPr>
            <p:nvPr/>
          </p:nvSpPr>
          <p:spPr>
            <a:xfrm>
              <a:off x="23732133" y="2838450"/>
              <a:ext cx="15522" cy="133350"/>
            </a:xfrm>
            <a:prstGeom prst="rect">
              <a:avLst/>
            </a:prstGeom>
            <a:solidFill>
              <a:srgbClr val="DCE8ED"/>
            </a:solidFill>
            <a:ln w="0">
              <a:noFill/>
              <a:prstDash val="solid"/>
            </a:ln>
          </p:spPr>
        </p:sp>
        <p:sp>
          <p:nvSpPr>
            <p:cNvPr id="2861" name="dense-strip-7-cell-161">
              <a:extLst>
                <a:ext uri="{FF2B5EF4-FFF2-40B4-BE49-F238E27FC236}">
                  <a16:creationId xmlns:a16="http://schemas.microsoft.com/office/drawing/2014/main" id="{7552612D-8CE6-43E2-8E1A-A6B93CC9A0A2}"/>
                </a:ext>
              </a:extLst>
            </p:cNvPr>
            <p:cNvSpPr>
              <a:spLocks noGrp="1"/>
            </p:cNvSpPr>
            <p:nvPr/>
          </p:nvSpPr>
          <p:spPr>
            <a:xfrm>
              <a:off x="23716754" y="2838450"/>
              <a:ext cx="15522" cy="133350"/>
            </a:xfrm>
            <a:prstGeom prst="rect">
              <a:avLst/>
            </a:prstGeom>
            <a:solidFill>
              <a:srgbClr val="DCE8ED"/>
            </a:solidFill>
            <a:ln w="0">
              <a:noFill/>
              <a:prstDash val="solid"/>
            </a:ln>
          </p:spPr>
        </p:sp>
        <p:sp>
          <p:nvSpPr>
            <p:cNvPr id="2862" name="dense-strip-7-cell-160">
              <a:extLst>
                <a:ext uri="{FF2B5EF4-FFF2-40B4-BE49-F238E27FC236}">
                  <a16:creationId xmlns:a16="http://schemas.microsoft.com/office/drawing/2014/main" id="{EF60BD55-75B4-4D37-B376-1D664670E054}"/>
                </a:ext>
              </a:extLst>
            </p:cNvPr>
            <p:cNvSpPr>
              <a:spLocks noGrp="1"/>
            </p:cNvSpPr>
            <p:nvPr/>
          </p:nvSpPr>
          <p:spPr>
            <a:xfrm>
              <a:off x="23701375" y="2838450"/>
              <a:ext cx="15522" cy="133350"/>
            </a:xfrm>
            <a:prstGeom prst="rect">
              <a:avLst/>
            </a:prstGeom>
            <a:solidFill>
              <a:srgbClr val="DCE8ED"/>
            </a:solidFill>
            <a:ln w="0">
              <a:noFill/>
              <a:prstDash val="solid"/>
            </a:ln>
          </p:spPr>
        </p:sp>
        <p:sp>
          <p:nvSpPr>
            <p:cNvPr id="2863" name="dense-strip-7-cell-159">
              <a:extLst>
                <a:ext uri="{FF2B5EF4-FFF2-40B4-BE49-F238E27FC236}">
                  <a16:creationId xmlns:a16="http://schemas.microsoft.com/office/drawing/2014/main" id="{76A9B836-E8BD-4000-8770-6A3FF0CF42FB}"/>
                </a:ext>
              </a:extLst>
            </p:cNvPr>
            <p:cNvSpPr>
              <a:spLocks noGrp="1"/>
            </p:cNvSpPr>
            <p:nvPr/>
          </p:nvSpPr>
          <p:spPr>
            <a:xfrm>
              <a:off x="23685996" y="2838450"/>
              <a:ext cx="15522" cy="133350"/>
            </a:xfrm>
            <a:prstGeom prst="rect">
              <a:avLst/>
            </a:prstGeom>
            <a:solidFill>
              <a:srgbClr val="DCE8ED"/>
            </a:solidFill>
            <a:ln w="0">
              <a:noFill/>
              <a:prstDash val="solid"/>
            </a:ln>
          </p:spPr>
        </p:sp>
        <p:sp>
          <p:nvSpPr>
            <p:cNvPr id="2864" name="dense-strip-7-cell-158">
              <a:extLst>
                <a:ext uri="{FF2B5EF4-FFF2-40B4-BE49-F238E27FC236}">
                  <a16:creationId xmlns:a16="http://schemas.microsoft.com/office/drawing/2014/main" id="{DAC12D83-511B-4A5E-8304-3B8F87AD663B}"/>
                </a:ext>
              </a:extLst>
            </p:cNvPr>
            <p:cNvSpPr>
              <a:spLocks noGrp="1"/>
            </p:cNvSpPr>
            <p:nvPr/>
          </p:nvSpPr>
          <p:spPr>
            <a:xfrm>
              <a:off x="23670617" y="2838450"/>
              <a:ext cx="15522" cy="133350"/>
            </a:xfrm>
            <a:prstGeom prst="rect">
              <a:avLst/>
            </a:prstGeom>
            <a:solidFill>
              <a:srgbClr val="DCE8ED"/>
            </a:solidFill>
            <a:ln w="0">
              <a:noFill/>
              <a:prstDash val="solid"/>
            </a:ln>
          </p:spPr>
        </p:sp>
        <p:sp>
          <p:nvSpPr>
            <p:cNvPr id="2865" name="dense-strip-7-cell-157">
              <a:extLst>
                <a:ext uri="{FF2B5EF4-FFF2-40B4-BE49-F238E27FC236}">
                  <a16:creationId xmlns:a16="http://schemas.microsoft.com/office/drawing/2014/main" id="{B2149F77-7C92-48D6-8F7A-3E5B5D6B1332}"/>
                </a:ext>
              </a:extLst>
            </p:cNvPr>
            <p:cNvSpPr>
              <a:spLocks noGrp="1"/>
            </p:cNvSpPr>
            <p:nvPr/>
          </p:nvSpPr>
          <p:spPr>
            <a:xfrm>
              <a:off x="23655238" y="2838450"/>
              <a:ext cx="15522" cy="133350"/>
            </a:xfrm>
            <a:prstGeom prst="rect">
              <a:avLst/>
            </a:prstGeom>
            <a:solidFill>
              <a:srgbClr val="DCE4E6"/>
            </a:solidFill>
            <a:ln w="0">
              <a:noFill/>
              <a:prstDash val="solid"/>
            </a:ln>
          </p:spPr>
        </p:sp>
        <p:sp>
          <p:nvSpPr>
            <p:cNvPr id="2866" name="dense-strip-7-cell-156">
              <a:extLst>
                <a:ext uri="{FF2B5EF4-FFF2-40B4-BE49-F238E27FC236}">
                  <a16:creationId xmlns:a16="http://schemas.microsoft.com/office/drawing/2014/main" id="{9A3E7DCF-5B88-470E-BA14-A5C166982471}"/>
                </a:ext>
              </a:extLst>
            </p:cNvPr>
            <p:cNvSpPr>
              <a:spLocks noGrp="1"/>
            </p:cNvSpPr>
            <p:nvPr/>
          </p:nvSpPr>
          <p:spPr>
            <a:xfrm>
              <a:off x="23639859" y="2838450"/>
              <a:ext cx="15522" cy="133350"/>
            </a:xfrm>
            <a:prstGeom prst="rect">
              <a:avLst/>
            </a:prstGeom>
            <a:solidFill>
              <a:srgbClr val="DCE7EB"/>
            </a:solidFill>
            <a:ln w="0">
              <a:noFill/>
              <a:prstDash val="solid"/>
            </a:ln>
          </p:spPr>
        </p:sp>
        <p:sp>
          <p:nvSpPr>
            <p:cNvPr id="2867" name="dense-strip-7-cell-155">
              <a:extLst>
                <a:ext uri="{FF2B5EF4-FFF2-40B4-BE49-F238E27FC236}">
                  <a16:creationId xmlns:a16="http://schemas.microsoft.com/office/drawing/2014/main" id="{D2113BE1-F6D2-49A5-BF2F-D5BA1833DC48}"/>
                </a:ext>
              </a:extLst>
            </p:cNvPr>
            <p:cNvSpPr>
              <a:spLocks noGrp="1"/>
            </p:cNvSpPr>
            <p:nvPr/>
          </p:nvSpPr>
          <p:spPr>
            <a:xfrm>
              <a:off x="23624480" y="2838450"/>
              <a:ext cx="15522" cy="133350"/>
            </a:xfrm>
            <a:prstGeom prst="rect">
              <a:avLst/>
            </a:prstGeom>
            <a:solidFill>
              <a:srgbClr val="DCE8ED"/>
            </a:solidFill>
            <a:ln w="0">
              <a:noFill/>
              <a:prstDash val="solid"/>
            </a:ln>
          </p:spPr>
        </p:sp>
        <p:sp>
          <p:nvSpPr>
            <p:cNvPr id="2868" name="dense-strip-7-cell-154">
              <a:extLst>
                <a:ext uri="{FF2B5EF4-FFF2-40B4-BE49-F238E27FC236}">
                  <a16:creationId xmlns:a16="http://schemas.microsoft.com/office/drawing/2014/main" id="{2EC2C860-FFF3-4CF0-A90D-63233EDE6322}"/>
                </a:ext>
              </a:extLst>
            </p:cNvPr>
            <p:cNvSpPr>
              <a:spLocks noGrp="1"/>
            </p:cNvSpPr>
            <p:nvPr/>
          </p:nvSpPr>
          <p:spPr>
            <a:xfrm>
              <a:off x="23609102" y="2838450"/>
              <a:ext cx="15522" cy="133350"/>
            </a:xfrm>
            <a:prstGeom prst="rect">
              <a:avLst/>
            </a:prstGeom>
            <a:solidFill>
              <a:srgbClr val="DCE8ED"/>
            </a:solidFill>
            <a:ln w="0">
              <a:noFill/>
              <a:prstDash val="solid"/>
            </a:ln>
          </p:spPr>
        </p:sp>
        <p:sp>
          <p:nvSpPr>
            <p:cNvPr id="2869" name="dense-strip-7-cell-153">
              <a:extLst>
                <a:ext uri="{FF2B5EF4-FFF2-40B4-BE49-F238E27FC236}">
                  <a16:creationId xmlns:a16="http://schemas.microsoft.com/office/drawing/2014/main" id="{CD7B66E0-2712-4013-AC5E-64419933AC7C}"/>
                </a:ext>
              </a:extLst>
            </p:cNvPr>
            <p:cNvSpPr>
              <a:spLocks noGrp="1"/>
            </p:cNvSpPr>
            <p:nvPr/>
          </p:nvSpPr>
          <p:spPr>
            <a:xfrm>
              <a:off x="23593723" y="2838450"/>
              <a:ext cx="15522" cy="133350"/>
            </a:xfrm>
            <a:prstGeom prst="rect">
              <a:avLst/>
            </a:prstGeom>
            <a:solidFill>
              <a:srgbClr val="DCE8ED"/>
            </a:solidFill>
            <a:ln w="0">
              <a:noFill/>
              <a:prstDash val="solid"/>
            </a:ln>
          </p:spPr>
        </p:sp>
        <p:sp>
          <p:nvSpPr>
            <p:cNvPr id="2870" name="dense-strip-7-cell-152">
              <a:extLst>
                <a:ext uri="{FF2B5EF4-FFF2-40B4-BE49-F238E27FC236}">
                  <a16:creationId xmlns:a16="http://schemas.microsoft.com/office/drawing/2014/main" id="{3C3A63EE-0901-41C6-B405-E80F1C876614}"/>
                </a:ext>
              </a:extLst>
            </p:cNvPr>
            <p:cNvSpPr>
              <a:spLocks noGrp="1"/>
            </p:cNvSpPr>
            <p:nvPr/>
          </p:nvSpPr>
          <p:spPr>
            <a:xfrm>
              <a:off x="23578344" y="2838450"/>
              <a:ext cx="15522" cy="133350"/>
            </a:xfrm>
            <a:prstGeom prst="rect">
              <a:avLst/>
            </a:prstGeom>
            <a:solidFill>
              <a:srgbClr val="DCE8ED"/>
            </a:solidFill>
            <a:ln w="0">
              <a:noFill/>
              <a:prstDash val="solid"/>
            </a:ln>
          </p:spPr>
        </p:sp>
        <p:sp>
          <p:nvSpPr>
            <p:cNvPr id="2871" name="dense-strip-7-cell-151">
              <a:extLst>
                <a:ext uri="{FF2B5EF4-FFF2-40B4-BE49-F238E27FC236}">
                  <a16:creationId xmlns:a16="http://schemas.microsoft.com/office/drawing/2014/main" id="{1E2B1FB5-5099-45AE-B485-C90BD693A447}"/>
                </a:ext>
              </a:extLst>
            </p:cNvPr>
            <p:cNvSpPr>
              <a:spLocks noGrp="1"/>
            </p:cNvSpPr>
            <p:nvPr/>
          </p:nvSpPr>
          <p:spPr>
            <a:xfrm>
              <a:off x="23562965" y="2838450"/>
              <a:ext cx="15522" cy="133350"/>
            </a:xfrm>
            <a:prstGeom prst="rect">
              <a:avLst/>
            </a:prstGeom>
            <a:solidFill>
              <a:srgbClr val="DCE8ED"/>
            </a:solidFill>
            <a:ln w="0">
              <a:noFill/>
              <a:prstDash val="solid"/>
            </a:ln>
          </p:spPr>
        </p:sp>
        <p:sp>
          <p:nvSpPr>
            <p:cNvPr id="2872" name="dense-strip-7-cell-150">
              <a:extLst>
                <a:ext uri="{FF2B5EF4-FFF2-40B4-BE49-F238E27FC236}">
                  <a16:creationId xmlns:a16="http://schemas.microsoft.com/office/drawing/2014/main" id="{D1005606-F74F-41F1-8D79-EA2AA08CE9EC}"/>
                </a:ext>
              </a:extLst>
            </p:cNvPr>
            <p:cNvSpPr>
              <a:spLocks noGrp="1"/>
            </p:cNvSpPr>
            <p:nvPr/>
          </p:nvSpPr>
          <p:spPr>
            <a:xfrm>
              <a:off x="23547586" y="2838450"/>
              <a:ext cx="15522" cy="133350"/>
            </a:xfrm>
            <a:prstGeom prst="rect">
              <a:avLst/>
            </a:prstGeom>
            <a:solidFill>
              <a:srgbClr val="DAE7EC"/>
            </a:solidFill>
            <a:ln w="0">
              <a:noFill/>
              <a:prstDash val="solid"/>
            </a:ln>
          </p:spPr>
        </p:sp>
        <p:sp>
          <p:nvSpPr>
            <p:cNvPr id="2873" name="dense-strip-7-cell-149">
              <a:extLst>
                <a:ext uri="{FF2B5EF4-FFF2-40B4-BE49-F238E27FC236}">
                  <a16:creationId xmlns:a16="http://schemas.microsoft.com/office/drawing/2014/main" id="{BCABCDE7-9576-48D3-BEA1-23169E8DECF3}"/>
                </a:ext>
              </a:extLst>
            </p:cNvPr>
            <p:cNvSpPr>
              <a:spLocks noGrp="1"/>
            </p:cNvSpPr>
            <p:nvPr/>
          </p:nvSpPr>
          <p:spPr>
            <a:xfrm>
              <a:off x="23532207" y="2838450"/>
              <a:ext cx="15522" cy="133350"/>
            </a:xfrm>
            <a:prstGeom prst="rect">
              <a:avLst/>
            </a:prstGeom>
            <a:solidFill>
              <a:srgbClr val="D3E5E8"/>
            </a:solidFill>
            <a:ln w="0">
              <a:noFill/>
              <a:prstDash val="solid"/>
            </a:ln>
          </p:spPr>
        </p:sp>
        <p:sp>
          <p:nvSpPr>
            <p:cNvPr id="2874" name="dense-strip-7-cell-148">
              <a:extLst>
                <a:ext uri="{FF2B5EF4-FFF2-40B4-BE49-F238E27FC236}">
                  <a16:creationId xmlns:a16="http://schemas.microsoft.com/office/drawing/2014/main" id="{4AC84022-2FFD-40A8-A157-842C06D3642D}"/>
                </a:ext>
              </a:extLst>
            </p:cNvPr>
            <p:cNvSpPr>
              <a:spLocks noGrp="1"/>
            </p:cNvSpPr>
            <p:nvPr/>
          </p:nvSpPr>
          <p:spPr>
            <a:xfrm>
              <a:off x="23516828" y="2838450"/>
              <a:ext cx="15522" cy="133350"/>
            </a:xfrm>
            <a:prstGeom prst="rect">
              <a:avLst/>
            </a:prstGeom>
            <a:solidFill>
              <a:srgbClr val="DCE8ED"/>
            </a:solidFill>
            <a:ln w="0">
              <a:noFill/>
              <a:prstDash val="solid"/>
            </a:ln>
          </p:spPr>
        </p:sp>
        <p:sp>
          <p:nvSpPr>
            <p:cNvPr id="2875" name="dense-strip-7-cell-147">
              <a:extLst>
                <a:ext uri="{FF2B5EF4-FFF2-40B4-BE49-F238E27FC236}">
                  <a16:creationId xmlns:a16="http://schemas.microsoft.com/office/drawing/2014/main" id="{072A609F-B1FA-42DA-B12A-2258E40AD12E}"/>
                </a:ext>
              </a:extLst>
            </p:cNvPr>
            <p:cNvSpPr>
              <a:spLocks noGrp="1"/>
            </p:cNvSpPr>
            <p:nvPr/>
          </p:nvSpPr>
          <p:spPr>
            <a:xfrm>
              <a:off x="23501449" y="2838450"/>
              <a:ext cx="15522" cy="133350"/>
            </a:xfrm>
            <a:prstGeom prst="rect">
              <a:avLst/>
            </a:prstGeom>
            <a:solidFill>
              <a:srgbClr val="DCE8ED"/>
            </a:solidFill>
            <a:ln w="0">
              <a:noFill/>
              <a:prstDash val="solid"/>
            </a:ln>
          </p:spPr>
        </p:sp>
        <p:sp>
          <p:nvSpPr>
            <p:cNvPr id="2876" name="dense-strip-7-cell-146">
              <a:extLst>
                <a:ext uri="{FF2B5EF4-FFF2-40B4-BE49-F238E27FC236}">
                  <a16:creationId xmlns:a16="http://schemas.microsoft.com/office/drawing/2014/main" id="{2117C560-77A3-4F5D-AEC8-890E7ED793E5}"/>
                </a:ext>
              </a:extLst>
            </p:cNvPr>
            <p:cNvSpPr>
              <a:spLocks noGrp="1"/>
            </p:cNvSpPr>
            <p:nvPr/>
          </p:nvSpPr>
          <p:spPr>
            <a:xfrm>
              <a:off x="23486070" y="2838450"/>
              <a:ext cx="15522" cy="133350"/>
            </a:xfrm>
            <a:prstGeom prst="rect">
              <a:avLst/>
            </a:prstGeom>
            <a:solidFill>
              <a:srgbClr val="DCE8ED"/>
            </a:solidFill>
            <a:ln w="0">
              <a:noFill/>
              <a:prstDash val="solid"/>
            </a:ln>
          </p:spPr>
        </p:sp>
        <p:sp>
          <p:nvSpPr>
            <p:cNvPr id="2877" name="dense-strip-7-cell-145">
              <a:extLst>
                <a:ext uri="{FF2B5EF4-FFF2-40B4-BE49-F238E27FC236}">
                  <a16:creationId xmlns:a16="http://schemas.microsoft.com/office/drawing/2014/main" id="{F9293632-CEFD-40C1-AFFB-738AC97CA7FD}"/>
                </a:ext>
              </a:extLst>
            </p:cNvPr>
            <p:cNvSpPr>
              <a:spLocks noGrp="1"/>
            </p:cNvSpPr>
            <p:nvPr/>
          </p:nvSpPr>
          <p:spPr>
            <a:xfrm>
              <a:off x="23470691" y="2838450"/>
              <a:ext cx="15522" cy="133350"/>
            </a:xfrm>
            <a:prstGeom prst="rect">
              <a:avLst/>
            </a:prstGeom>
            <a:solidFill>
              <a:srgbClr val="DCE8ED"/>
            </a:solidFill>
            <a:ln w="0">
              <a:noFill/>
              <a:prstDash val="solid"/>
            </a:ln>
          </p:spPr>
        </p:sp>
        <p:sp>
          <p:nvSpPr>
            <p:cNvPr id="2878" name="dense-strip-7-cell-144">
              <a:extLst>
                <a:ext uri="{FF2B5EF4-FFF2-40B4-BE49-F238E27FC236}">
                  <a16:creationId xmlns:a16="http://schemas.microsoft.com/office/drawing/2014/main" id="{67ABBDF1-4190-4C19-8DDF-4D42087B0079}"/>
                </a:ext>
              </a:extLst>
            </p:cNvPr>
            <p:cNvSpPr>
              <a:spLocks noGrp="1"/>
            </p:cNvSpPr>
            <p:nvPr/>
          </p:nvSpPr>
          <p:spPr>
            <a:xfrm>
              <a:off x="23455313" y="2838450"/>
              <a:ext cx="15522" cy="133350"/>
            </a:xfrm>
            <a:prstGeom prst="rect">
              <a:avLst/>
            </a:prstGeom>
            <a:solidFill>
              <a:srgbClr val="DCE8ED"/>
            </a:solidFill>
            <a:ln w="0">
              <a:noFill/>
              <a:prstDash val="solid"/>
            </a:ln>
          </p:spPr>
        </p:sp>
        <p:sp>
          <p:nvSpPr>
            <p:cNvPr id="2879" name="dense-strip-7-cell-143">
              <a:extLst>
                <a:ext uri="{FF2B5EF4-FFF2-40B4-BE49-F238E27FC236}">
                  <a16:creationId xmlns:a16="http://schemas.microsoft.com/office/drawing/2014/main" id="{856ABC25-2ECE-4ECF-B455-57D221F62A79}"/>
                </a:ext>
              </a:extLst>
            </p:cNvPr>
            <p:cNvSpPr>
              <a:spLocks noGrp="1"/>
            </p:cNvSpPr>
            <p:nvPr/>
          </p:nvSpPr>
          <p:spPr>
            <a:xfrm>
              <a:off x="23439934" y="2838450"/>
              <a:ext cx="15522" cy="133350"/>
            </a:xfrm>
            <a:prstGeom prst="rect">
              <a:avLst/>
            </a:prstGeom>
            <a:solidFill>
              <a:srgbClr val="DCE8ED"/>
            </a:solidFill>
            <a:ln w="0">
              <a:noFill/>
              <a:prstDash val="solid"/>
            </a:ln>
          </p:spPr>
        </p:sp>
        <p:sp>
          <p:nvSpPr>
            <p:cNvPr id="2880" name="dense-strip-7-cell-142">
              <a:extLst>
                <a:ext uri="{FF2B5EF4-FFF2-40B4-BE49-F238E27FC236}">
                  <a16:creationId xmlns:a16="http://schemas.microsoft.com/office/drawing/2014/main" id="{4E9EA754-2F2D-470A-9389-63065271D68D}"/>
                </a:ext>
              </a:extLst>
            </p:cNvPr>
            <p:cNvSpPr>
              <a:spLocks noGrp="1"/>
            </p:cNvSpPr>
            <p:nvPr/>
          </p:nvSpPr>
          <p:spPr>
            <a:xfrm>
              <a:off x="23424555" y="2838450"/>
              <a:ext cx="15522" cy="133350"/>
            </a:xfrm>
            <a:prstGeom prst="rect">
              <a:avLst/>
            </a:prstGeom>
            <a:solidFill>
              <a:srgbClr val="DCE8ED"/>
            </a:solidFill>
            <a:ln w="0">
              <a:noFill/>
              <a:prstDash val="solid"/>
            </a:ln>
          </p:spPr>
        </p:sp>
        <p:sp>
          <p:nvSpPr>
            <p:cNvPr id="2881" name="dense-strip-7-cell-141">
              <a:extLst>
                <a:ext uri="{FF2B5EF4-FFF2-40B4-BE49-F238E27FC236}">
                  <a16:creationId xmlns:a16="http://schemas.microsoft.com/office/drawing/2014/main" id="{7526399F-0EF3-4521-BAC7-925E5F691AE3}"/>
                </a:ext>
              </a:extLst>
            </p:cNvPr>
            <p:cNvSpPr>
              <a:spLocks noGrp="1"/>
            </p:cNvSpPr>
            <p:nvPr/>
          </p:nvSpPr>
          <p:spPr>
            <a:xfrm>
              <a:off x="23409176" y="2838450"/>
              <a:ext cx="15522" cy="133350"/>
            </a:xfrm>
            <a:prstGeom prst="rect">
              <a:avLst/>
            </a:prstGeom>
            <a:solidFill>
              <a:srgbClr val="DBE7ED"/>
            </a:solidFill>
            <a:ln w="0">
              <a:noFill/>
              <a:prstDash val="solid"/>
            </a:ln>
          </p:spPr>
        </p:sp>
        <p:sp>
          <p:nvSpPr>
            <p:cNvPr id="2882" name="dense-strip-7-cell-140">
              <a:extLst>
                <a:ext uri="{FF2B5EF4-FFF2-40B4-BE49-F238E27FC236}">
                  <a16:creationId xmlns:a16="http://schemas.microsoft.com/office/drawing/2014/main" id="{D0527050-8B60-4260-A0A1-C4EFADB97FA8}"/>
                </a:ext>
              </a:extLst>
            </p:cNvPr>
            <p:cNvSpPr>
              <a:spLocks noGrp="1"/>
            </p:cNvSpPr>
            <p:nvPr/>
          </p:nvSpPr>
          <p:spPr>
            <a:xfrm>
              <a:off x="23393797" y="2838450"/>
              <a:ext cx="15522" cy="133350"/>
            </a:xfrm>
            <a:prstGeom prst="rect">
              <a:avLst/>
            </a:prstGeom>
            <a:solidFill>
              <a:srgbClr val="DCE8ED"/>
            </a:solidFill>
            <a:ln w="0">
              <a:noFill/>
              <a:prstDash val="solid"/>
            </a:ln>
          </p:spPr>
        </p:sp>
        <p:sp>
          <p:nvSpPr>
            <p:cNvPr id="2883" name="dense-strip-7-cell-139">
              <a:extLst>
                <a:ext uri="{FF2B5EF4-FFF2-40B4-BE49-F238E27FC236}">
                  <a16:creationId xmlns:a16="http://schemas.microsoft.com/office/drawing/2014/main" id="{F718708A-EE4D-45B6-87CF-CE8383574077}"/>
                </a:ext>
              </a:extLst>
            </p:cNvPr>
            <p:cNvSpPr>
              <a:spLocks noGrp="1"/>
            </p:cNvSpPr>
            <p:nvPr/>
          </p:nvSpPr>
          <p:spPr>
            <a:xfrm>
              <a:off x="23378418" y="2838450"/>
              <a:ext cx="15522" cy="133350"/>
            </a:xfrm>
            <a:prstGeom prst="rect">
              <a:avLst/>
            </a:prstGeom>
            <a:solidFill>
              <a:srgbClr val="DCE8ED"/>
            </a:solidFill>
            <a:ln w="0">
              <a:noFill/>
              <a:prstDash val="solid"/>
            </a:ln>
          </p:spPr>
        </p:sp>
        <p:sp>
          <p:nvSpPr>
            <p:cNvPr id="2884" name="dense-strip-7-cell-138">
              <a:extLst>
                <a:ext uri="{FF2B5EF4-FFF2-40B4-BE49-F238E27FC236}">
                  <a16:creationId xmlns:a16="http://schemas.microsoft.com/office/drawing/2014/main" id="{08BFC684-77D5-4F8E-80EF-456D6485528F}"/>
                </a:ext>
              </a:extLst>
            </p:cNvPr>
            <p:cNvSpPr>
              <a:spLocks noGrp="1"/>
            </p:cNvSpPr>
            <p:nvPr/>
          </p:nvSpPr>
          <p:spPr>
            <a:xfrm>
              <a:off x="23363039" y="2838450"/>
              <a:ext cx="15522" cy="133350"/>
            </a:xfrm>
            <a:prstGeom prst="rect">
              <a:avLst/>
            </a:prstGeom>
            <a:solidFill>
              <a:srgbClr val="DCE8ED"/>
            </a:solidFill>
            <a:ln w="0">
              <a:noFill/>
              <a:prstDash val="solid"/>
            </a:ln>
          </p:spPr>
        </p:sp>
        <p:sp>
          <p:nvSpPr>
            <p:cNvPr id="2885" name="dense-strip-7-cell-137">
              <a:extLst>
                <a:ext uri="{FF2B5EF4-FFF2-40B4-BE49-F238E27FC236}">
                  <a16:creationId xmlns:a16="http://schemas.microsoft.com/office/drawing/2014/main" id="{5C718A61-1AC5-4CCE-B891-0F66169C078C}"/>
                </a:ext>
              </a:extLst>
            </p:cNvPr>
            <p:cNvSpPr>
              <a:spLocks noGrp="1"/>
            </p:cNvSpPr>
            <p:nvPr/>
          </p:nvSpPr>
          <p:spPr>
            <a:xfrm>
              <a:off x="23347660" y="2838450"/>
              <a:ext cx="15522" cy="133350"/>
            </a:xfrm>
            <a:prstGeom prst="rect">
              <a:avLst/>
            </a:prstGeom>
            <a:solidFill>
              <a:srgbClr val="DCE8ED"/>
            </a:solidFill>
            <a:ln w="0">
              <a:noFill/>
              <a:prstDash val="solid"/>
            </a:ln>
          </p:spPr>
        </p:sp>
        <p:sp>
          <p:nvSpPr>
            <p:cNvPr id="2886" name="dense-strip-7-cell-136">
              <a:extLst>
                <a:ext uri="{FF2B5EF4-FFF2-40B4-BE49-F238E27FC236}">
                  <a16:creationId xmlns:a16="http://schemas.microsoft.com/office/drawing/2014/main" id="{E16FAAA0-2F85-4050-A1D0-D92E427094F5}"/>
                </a:ext>
              </a:extLst>
            </p:cNvPr>
            <p:cNvSpPr>
              <a:spLocks noGrp="1"/>
            </p:cNvSpPr>
            <p:nvPr/>
          </p:nvSpPr>
          <p:spPr>
            <a:xfrm>
              <a:off x="23332281" y="2838450"/>
              <a:ext cx="15522" cy="133350"/>
            </a:xfrm>
            <a:prstGeom prst="rect">
              <a:avLst/>
            </a:prstGeom>
            <a:solidFill>
              <a:srgbClr val="DCE8ED"/>
            </a:solidFill>
            <a:ln w="0">
              <a:noFill/>
              <a:prstDash val="solid"/>
            </a:ln>
          </p:spPr>
        </p:sp>
        <p:sp>
          <p:nvSpPr>
            <p:cNvPr id="2887" name="dense-strip-7-cell-135">
              <a:extLst>
                <a:ext uri="{FF2B5EF4-FFF2-40B4-BE49-F238E27FC236}">
                  <a16:creationId xmlns:a16="http://schemas.microsoft.com/office/drawing/2014/main" id="{89342253-F4E4-4A97-8561-0FF57BBBEC7D}"/>
                </a:ext>
              </a:extLst>
            </p:cNvPr>
            <p:cNvSpPr>
              <a:spLocks noGrp="1"/>
            </p:cNvSpPr>
            <p:nvPr/>
          </p:nvSpPr>
          <p:spPr>
            <a:xfrm>
              <a:off x="23316902" y="2838450"/>
              <a:ext cx="15522" cy="133350"/>
            </a:xfrm>
            <a:prstGeom prst="rect">
              <a:avLst/>
            </a:prstGeom>
            <a:solidFill>
              <a:srgbClr val="DCE8ED"/>
            </a:solidFill>
            <a:ln w="0">
              <a:noFill/>
              <a:prstDash val="solid"/>
            </a:ln>
          </p:spPr>
        </p:sp>
        <p:sp>
          <p:nvSpPr>
            <p:cNvPr id="2888" name="dense-strip-7-cell-134">
              <a:extLst>
                <a:ext uri="{FF2B5EF4-FFF2-40B4-BE49-F238E27FC236}">
                  <a16:creationId xmlns:a16="http://schemas.microsoft.com/office/drawing/2014/main" id="{9BC32F19-8A86-44B4-9F90-3912042B6920}"/>
                </a:ext>
              </a:extLst>
            </p:cNvPr>
            <p:cNvSpPr>
              <a:spLocks noGrp="1"/>
            </p:cNvSpPr>
            <p:nvPr/>
          </p:nvSpPr>
          <p:spPr>
            <a:xfrm>
              <a:off x="23301523" y="2838450"/>
              <a:ext cx="15522" cy="133350"/>
            </a:xfrm>
            <a:prstGeom prst="rect">
              <a:avLst/>
            </a:prstGeom>
            <a:solidFill>
              <a:srgbClr val="DCE8ED"/>
            </a:solidFill>
            <a:ln w="0">
              <a:noFill/>
              <a:prstDash val="solid"/>
            </a:ln>
          </p:spPr>
        </p:sp>
        <p:sp>
          <p:nvSpPr>
            <p:cNvPr id="2889" name="dense-strip-7-cell-133">
              <a:extLst>
                <a:ext uri="{FF2B5EF4-FFF2-40B4-BE49-F238E27FC236}">
                  <a16:creationId xmlns:a16="http://schemas.microsoft.com/office/drawing/2014/main" id="{58F3CA52-1A39-4ECA-829F-FD0FD0A9F416}"/>
                </a:ext>
              </a:extLst>
            </p:cNvPr>
            <p:cNvSpPr>
              <a:spLocks noGrp="1"/>
            </p:cNvSpPr>
            <p:nvPr/>
          </p:nvSpPr>
          <p:spPr>
            <a:xfrm>
              <a:off x="23286145" y="2838450"/>
              <a:ext cx="15522" cy="133350"/>
            </a:xfrm>
            <a:prstGeom prst="rect">
              <a:avLst/>
            </a:prstGeom>
            <a:solidFill>
              <a:srgbClr val="DCE8ED"/>
            </a:solidFill>
            <a:ln w="0">
              <a:noFill/>
              <a:prstDash val="solid"/>
            </a:ln>
          </p:spPr>
        </p:sp>
        <p:sp>
          <p:nvSpPr>
            <p:cNvPr id="2890" name="dense-strip-7-cell-132">
              <a:extLst>
                <a:ext uri="{FF2B5EF4-FFF2-40B4-BE49-F238E27FC236}">
                  <a16:creationId xmlns:a16="http://schemas.microsoft.com/office/drawing/2014/main" id="{DD3E8F14-AD7B-40C1-89E4-24F8C788710C}"/>
                </a:ext>
              </a:extLst>
            </p:cNvPr>
            <p:cNvSpPr>
              <a:spLocks noGrp="1"/>
            </p:cNvSpPr>
            <p:nvPr/>
          </p:nvSpPr>
          <p:spPr>
            <a:xfrm>
              <a:off x="23270766" y="2838450"/>
              <a:ext cx="15522" cy="133350"/>
            </a:xfrm>
            <a:prstGeom prst="rect">
              <a:avLst/>
            </a:prstGeom>
            <a:solidFill>
              <a:srgbClr val="DCE8ED"/>
            </a:solidFill>
            <a:ln w="0">
              <a:noFill/>
              <a:prstDash val="solid"/>
            </a:ln>
          </p:spPr>
        </p:sp>
        <p:sp>
          <p:nvSpPr>
            <p:cNvPr id="2891" name="dense-strip-7-cell-131">
              <a:extLst>
                <a:ext uri="{FF2B5EF4-FFF2-40B4-BE49-F238E27FC236}">
                  <a16:creationId xmlns:a16="http://schemas.microsoft.com/office/drawing/2014/main" id="{4BADE0E5-AA19-490E-B8EC-FDC0E87F7DE4}"/>
                </a:ext>
              </a:extLst>
            </p:cNvPr>
            <p:cNvSpPr>
              <a:spLocks noGrp="1"/>
            </p:cNvSpPr>
            <p:nvPr/>
          </p:nvSpPr>
          <p:spPr>
            <a:xfrm>
              <a:off x="23255387" y="2838450"/>
              <a:ext cx="15522" cy="133350"/>
            </a:xfrm>
            <a:prstGeom prst="rect">
              <a:avLst/>
            </a:prstGeom>
            <a:solidFill>
              <a:srgbClr val="DCE8ED"/>
            </a:solidFill>
            <a:ln w="0">
              <a:noFill/>
              <a:prstDash val="solid"/>
            </a:ln>
          </p:spPr>
        </p:sp>
        <p:sp>
          <p:nvSpPr>
            <p:cNvPr id="2892" name="dense-strip-7-cell-130">
              <a:extLst>
                <a:ext uri="{FF2B5EF4-FFF2-40B4-BE49-F238E27FC236}">
                  <a16:creationId xmlns:a16="http://schemas.microsoft.com/office/drawing/2014/main" id="{2AB422D7-B6BF-4D22-BF00-4A73CDA4FE44}"/>
                </a:ext>
              </a:extLst>
            </p:cNvPr>
            <p:cNvSpPr>
              <a:spLocks noGrp="1"/>
            </p:cNvSpPr>
            <p:nvPr/>
          </p:nvSpPr>
          <p:spPr>
            <a:xfrm>
              <a:off x="23240008" y="2838450"/>
              <a:ext cx="15522" cy="133350"/>
            </a:xfrm>
            <a:prstGeom prst="rect">
              <a:avLst/>
            </a:prstGeom>
            <a:solidFill>
              <a:srgbClr val="DCE8ED"/>
            </a:solidFill>
            <a:ln w="0">
              <a:noFill/>
              <a:prstDash val="solid"/>
            </a:ln>
          </p:spPr>
        </p:sp>
        <p:sp>
          <p:nvSpPr>
            <p:cNvPr id="2893" name="dense-strip-7-cell-129">
              <a:extLst>
                <a:ext uri="{FF2B5EF4-FFF2-40B4-BE49-F238E27FC236}">
                  <a16:creationId xmlns:a16="http://schemas.microsoft.com/office/drawing/2014/main" id="{6CC42928-F201-4839-ABD0-A39702F833BD}"/>
                </a:ext>
              </a:extLst>
            </p:cNvPr>
            <p:cNvSpPr>
              <a:spLocks noGrp="1"/>
            </p:cNvSpPr>
            <p:nvPr/>
          </p:nvSpPr>
          <p:spPr>
            <a:xfrm>
              <a:off x="23224629" y="2838450"/>
              <a:ext cx="15522" cy="133350"/>
            </a:xfrm>
            <a:prstGeom prst="rect">
              <a:avLst/>
            </a:prstGeom>
            <a:solidFill>
              <a:srgbClr val="DCE8ED"/>
            </a:solidFill>
            <a:ln w="0">
              <a:noFill/>
              <a:prstDash val="solid"/>
            </a:ln>
          </p:spPr>
        </p:sp>
        <p:sp>
          <p:nvSpPr>
            <p:cNvPr id="2894" name="dense-strip-7-cell-128">
              <a:extLst>
                <a:ext uri="{FF2B5EF4-FFF2-40B4-BE49-F238E27FC236}">
                  <a16:creationId xmlns:a16="http://schemas.microsoft.com/office/drawing/2014/main" id="{3255AE68-683F-49D4-8414-CAD0D0C8D2C6}"/>
                </a:ext>
              </a:extLst>
            </p:cNvPr>
            <p:cNvSpPr>
              <a:spLocks noGrp="1"/>
            </p:cNvSpPr>
            <p:nvPr/>
          </p:nvSpPr>
          <p:spPr>
            <a:xfrm>
              <a:off x="23209250" y="2838450"/>
              <a:ext cx="15522" cy="133350"/>
            </a:xfrm>
            <a:prstGeom prst="rect">
              <a:avLst/>
            </a:prstGeom>
            <a:solidFill>
              <a:srgbClr val="DCE8ED"/>
            </a:solidFill>
            <a:ln w="0">
              <a:noFill/>
              <a:prstDash val="solid"/>
            </a:ln>
          </p:spPr>
        </p:sp>
        <p:sp>
          <p:nvSpPr>
            <p:cNvPr id="2895" name="dense-strip-7-cell-127">
              <a:extLst>
                <a:ext uri="{FF2B5EF4-FFF2-40B4-BE49-F238E27FC236}">
                  <a16:creationId xmlns:a16="http://schemas.microsoft.com/office/drawing/2014/main" id="{633E00BE-55D7-4528-9E33-95F3C3168E3C}"/>
                </a:ext>
              </a:extLst>
            </p:cNvPr>
            <p:cNvSpPr>
              <a:spLocks noGrp="1"/>
            </p:cNvSpPr>
            <p:nvPr/>
          </p:nvSpPr>
          <p:spPr>
            <a:xfrm>
              <a:off x="23193871" y="2838450"/>
              <a:ext cx="15522" cy="133350"/>
            </a:xfrm>
            <a:prstGeom prst="rect">
              <a:avLst/>
            </a:prstGeom>
            <a:solidFill>
              <a:srgbClr val="DCE8ED"/>
            </a:solidFill>
            <a:ln w="0">
              <a:noFill/>
              <a:prstDash val="solid"/>
            </a:ln>
          </p:spPr>
        </p:sp>
        <p:sp>
          <p:nvSpPr>
            <p:cNvPr id="2896" name="dense-strip-7-cell-126">
              <a:extLst>
                <a:ext uri="{FF2B5EF4-FFF2-40B4-BE49-F238E27FC236}">
                  <a16:creationId xmlns:a16="http://schemas.microsoft.com/office/drawing/2014/main" id="{B780E330-B5BE-4D59-A612-4E74A363B196}"/>
                </a:ext>
              </a:extLst>
            </p:cNvPr>
            <p:cNvSpPr>
              <a:spLocks noGrp="1"/>
            </p:cNvSpPr>
            <p:nvPr/>
          </p:nvSpPr>
          <p:spPr>
            <a:xfrm>
              <a:off x="23178492" y="2838450"/>
              <a:ext cx="15522" cy="133350"/>
            </a:xfrm>
            <a:prstGeom prst="rect">
              <a:avLst/>
            </a:prstGeom>
            <a:solidFill>
              <a:srgbClr val="D3D3C8"/>
            </a:solidFill>
            <a:ln w="0">
              <a:noFill/>
              <a:prstDash val="solid"/>
            </a:ln>
          </p:spPr>
        </p:sp>
        <p:sp>
          <p:nvSpPr>
            <p:cNvPr id="2897" name="dense-strip-7-cell-125">
              <a:extLst>
                <a:ext uri="{FF2B5EF4-FFF2-40B4-BE49-F238E27FC236}">
                  <a16:creationId xmlns:a16="http://schemas.microsoft.com/office/drawing/2014/main" id="{424945CD-9499-4768-BC94-C43F3FA9B9E6}"/>
                </a:ext>
              </a:extLst>
            </p:cNvPr>
            <p:cNvSpPr>
              <a:spLocks noGrp="1"/>
            </p:cNvSpPr>
            <p:nvPr/>
          </p:nvSpPr>
          <p:spPr>
            <a:xfrm>
              <a:off x="23163113" y="2838450"/>
              <a:ext cx="15522" cy="133350"/>
            </a:xfrm>
            <a:prstGeom prst="rect">
              <a:avLst/>
            </a:prstGeom>
            <a:solidFill>
              <a:srgbClr val="A6B79B"/>
            </a:solidFill>
            <a:ln w="0">
              <a:noFill/>
              <a:prstDash val="solid"/>
            </a:ln>
          </p:spPr>
        </p:sp>
        <p:sp>
          <p:nvSpPr>
            <p:cNvPr id="2898" name="dense-strip-7-cell-124">
              <a:extLst>
                <a:ext uri="{FF2B5EF4-FFF2-40B4-BE49-F238E27FC236}">
                  <a16:creationId xmlns:a16="http://schemas.microsoft.com/office/drawing/2014/main" id="{557160C2-2BA2-460B-BFC5-FEAF45F89BE8}"/>
                </a:ext>
              </a:extLst>
            </p:cNvPr>
            <p:cNvSpPr>
              <a:spLocks noGrp="1"/>
            </p:cNvSpPr>
            <p:nvPr/>
          </p:nvSpPr>
          <p:spPr>
            <a:xfrm>
              <a:off x="23147734" y="2838450"/>
              <a:ext cx="15522" cy="133350"/>
            </a:xfrm>
            <a:prstGeom prst="rect">
              <a:avLst/>
            </a:prstGeom>
            <a:solidFill>
              <a:srgbClr val="CD9660"/>
            </a:solidFill>
            <a:ln w="0">
              <a:noFill/>
              <a:prstDash val="solid"/>
            </a:ln>
          </p:spPr>
        </p:sp>
        <p:sp>
          <p:nvSpPr>
            <p:cNvPr id="2899" name="dense-strip-7-cell-123">
              <a:extLst>
                <a:ext uri="{FF2B5EF4-FFF2-40B4-BE49-F238E27FC236}">
                  <a16:creationId xmlns:a16="http://schemas.microsoft.com/office/drawing/2014/main" id="{3084D0D3-6EC5-460A-8562-664F4CA5A28D}"/>
                </a:ext>
              </a:extLst>
            </p:cNvPr>
            <p:cNvSpPr>
              <a:spLocks noGrp="1"/>
            </p:cNvSpPr>
            <p:nvPr/>
          </p:nvSpPr>
          <p:spPr>
            <a:xfrm>
              <a:off x="23132355" y="2838450"/>
              <a:ext cx="15522" cy="133350"/>
            </a:xfrm>
            <a:prstGeom prst="rect">
              <a:avLst/>
            </a:prstGeom>
            <a:solidFill>
              <a:srgbClr val="888748"/>
            </a:solidFill>
            <a:ln w="0">
              <a:noFill/>
              <a:prstDash val="solid"/>
            </a:ln>
          </p:spPr>
        </p:sp>
        <p:sp>
          <p:nvSpPr>
            <p:cNvPr id="2900" name="dense-strip-7-cell-122">
              <a:extLst>
                <a:ext uri="{FF2B5EF4-FFF2-40B4-BE49-F238E27FC236}">
                  <a16:creationId xmlns:a16="http://schemas.microsoft.com/office/drawing/2014/main" id="{501CC0B2-36F8-4528-9F20-630C0B9A6CF9}"/>
                </a:ext>
              </a:extLst>
            </p:cNvPr>
            <p:cNvSpPr>
              <a:spLocks noGrp="1"/>
            </p:cNvSpPr>
            <p:nvPr/>
          </p:nvSpPr>
          <p:spPr>
            <a:xfrm>
              <a:off x="23116977" y="2838450"/>
              <a:ext cx="15522" cy="133350"/>
            </a:xfrm>
            <a:prstGeom prst="rect">
              <a:avLst/>
            </a:prstGeom>
            <a:solidFill>
              <a:srgbClr val="917931"/>
            </a:solidFill>
            <a:ln w="0">
              <a:noFill/>
              <a:prstDash val="solid"/>
            </a:ln>
          </p:spPr>
        </p:sp>
        <p:sp>
          <p:nvSpPr>
            <p:cNvPr id="2901" name="dense-strip-7-cell-121">
              <a:extLst>
                <a:ext uri="{FF2B5EF4-FFF2-40B4-BE49-F238E27FC236}">
                  <a16:creationId xmlns:a16="http://schemas.microsoft.com/office/drawing/2014/main" id="{A7C96E79-5A5E-45D0-8EB9-541E46CBD1B2}"/>
                </a:ext>
              </a:extLst>
            </p:cNvPr>
            <p:cNvSpPr>
              <a:spLocks noGrp="1"/>
            </p:cNvSpPr>
            <p:nvPr/>
          </p:nvSpPr>
          <p:spPr>
            <a:xfrm>
              <a:off x="23101598" y="2838450"/>
              <a:ext cx="15522" cy="133350"/>
            </a:xfrm>
            <a:prstGeom prst="rect">
              <a:avLst/>
            </a:prstGeom>
            <a:solidFill>
              <a:srgbClr val="937326"/>
            </a:solidFill>
            <a:ln w="0">
              <a:noFill/>
              <a:prstDash val="solid"/>
            </a:ln>
          </p:spPr>
        </p:sp>
        <p:sp>
          <p:nvSpPr>
            <p:cNvPr id="2902" name="dense-strip-7-cell-120">
              <a:extLst>
                <a:ext uri="{FF2B5EF4-FFF2-40B4-BE49-F238E27FC236}">
                  <a16:creationId xmlns:a16="http://schemas.microsoft.com/office/drawing/2014/main" id="{02D6C8A7-596C-4A85-8CBC-D53837432D5C}"/>
                </a:ext>
              </a:extLst>
            </p:cNvPr>
            <p:cNvSpPr>
              <a:spLocks noGrp="1"/>
            </p:cNvSpPr>
            <p:nvPr/>
          </p:nvSpPr>
          <p:spPr>
            <a:xfrm>
              <a:off x="23086219" y="2838450"/>
              <a:ext cx="15522" cy="133350"/>
            </a:xfrm>
            <a:prstGeom prst="rect">
              <a:avLst/>
            </a:prstGeom>
            <a:solidFill>
              <a:srgbClr val="937224"/>
            </a:solidFill>
            <a:ln w="0">
              <a:noFill/>
              <a:prstDash val="solid"/>
            </a:ln>
          </p:spPr>
        </p:sp>
        <p:sp>
          <p:nvSpPr>
            <p:cNvPr id="2903" name="dense-strip-7-cell-119">
              <a:extLst>
                <a:ext uri="{FF2B5EF4-FFF2-40B4-BE49-F238E27FC236}">
                  <a16:creationId xmlns:a16="http://schemas.microsoft.com/office/drawing/2014/main" id="{9242B82E-622B-4302-A35C-DE94591515E5}"/>
                </a:ext>
              </a:extLst>
            </p:cNvPr>
            <p:cNvSpPr>
              <a:spLocks noGrp="1"/>
            </p:cNvSpPr>
            <p:nvPr/>
          </p:nvSpPr>
          <p:spPr>
            <a:xfrm>
              <a:off x="23070840" y="2838450"/>
              <a:ext cx="15522" cy="133350"/>
            </a:xfrm>
            <a:prstGeom prst="rect">
              <a:avLst/>
            </a:prstGeom>
            <a:solidFill>
              <a:srgbClr val="937224"/>
            </a:solidFill>
            <a:ln w="0">
              <a:noFill/>
              <a:prstDash val="solid"/>
            </a:ln>
          </p:spPr>
        </p:sp>
        <p:sp>
          <p:nvSpPr>
            <p:cNvPr id="2904" name="dense-strip-7-cell-118">
              <a:extLst>
                <a:ext uri="{FF2B5EF4-FFF2-40B4-BE49-F238E27FC236}">
                  <a16:creationId xmlns:a16="http://schemas.microsoft.com/office/drawing/2014/main" id="{5B663693-97CD-4293-AD60-AD1CE7CD937D}"/>
                </a:ext>
              </a:extLst>
            </p:cNvPr>
            <p:cNvSpPr>
              <a:spLocks noGrp="1"/>
            </p:cNvSpPr>
            <p:nvPr/>
          </p:nvSpPr>
          <p:spPr>
            <a:xfrm>
              <a:off x="23055461" y="2838450"/>
              <a:ext cx="15522" cy="133350"/>
            </a:xfrm>
            <a:prstGeom prst="rect">
              <a:avLst/>
            </a:prstGeom>
            <a:solidFill>
              <a:srgbClr val="937224"/>
            </a:solidFill>
            <a:ln w="0">
              <a:noFill/>
              <a:prstDash val="solid"/>
            </a:ln>
          </p:spPr>
        </p:sp>
        <p:sp>
          <p:nvSpPr>
            <p:cNvPr id="2905" name="dense-strip-7-cell-117">
              <a:extLst>
                <a:ext uri="{FF2B5EF4-FFF2-40B4-BE49-F238E27FC236}">
                  <a16:creationId xmlns:a16="http://schemas.microsoft.com/office/drawing/2014/main" id="{46C0C158-0C44-438B-82AF-969803AB142C}"/>
                </a:ext>
              </a:extLst>
            </p:cNvPr>
            <p:cNvSpPr>
              <a:spLocks noGrp="1"/>
            </p:cNvSpPr>
            <p:nvPr/>
          </p:nvSpPr>
          <p:spPr>
            <a:xfrm>
              <a:off x="23040082" y="2838450"/>
              <a:ext cx="15522" cy="133350"/>
            </a:xfrm>
            <a:prstGeom prst="rect">
              <a:avLst/>
            </a:prstGeom>
            <a:solidFill>
              <a:srgbClr val="937224"/>
            </a:solidFill>
            <a:ln w="0">
              <a:noFill/>
              <a:prstDash val="solid"/>
            </a:ln>
          </p:spPr>
        </p:sp>
        <p:sp>
          <p:nvSpPr>
            <p:cNvPr id="2906" name="dense-strip-7-cell-116">
              <a:extLst>
                <a:ext uri="{FF2B5EF4-FFF2-40B4-BE49-F238E27FC236}">
                  <a16:creationId xmlns:a16="http://schemas.microsoft.com/office/drawing/2014/main" id="{20E4C16F-EB5E-4B5C-816C-89CF9964BD78}"/>
                </a:ext>
              </a:extLst>
            </p:cNvPr>
            <p:cNvSpPr>
              <a:spLocks noGrp="1"/>
            </p:cNvSpPr>
            <p:nvPr/>
          </p:nvSpPr>
          <p:spPr>
            <a:xfrm>
              <a:off x="23024703" y="2838450"/>
              <a:ext cx="15522" cy="133350"/>
            </a:xfrm>
            <a:prstGeom prst="rect">
              <a:avLst/>
            </a:prstGeom>
            <a:solidFill>
              <a:srgbClr val="937224"/>
            </a:solidFill>
            <a:ln w="0">
              <a:noFill/>
              <a:prstDash val="solid"/>
            </a:ln>
          </p:spPr>
        </p:sp>
        <p:sp>
          <p:nvSpPr>
            <p:cNvPr id="2907" name="dense-strip-7-cell-115">
              <a:extLst>
                <a:ext uri="{FF2B5EF4-FFF2-40B4-BE49-F238E27FC236}">
                  <a16:creationId xmlns:a16="http://schemas.microsoft.com/office/drawing/2014/main" id="{F0D689F6-E1E0-440E-8562-D915148624E9}"/>
                </a:ext>
              </a:extLst>
            </p:cNvPr>
            <p:cNvSpPr>
              <a:spLocks noGrp="1"/>
            </p:cNvSpPr>
            <p:nvPr/>
          </p:nvSpPr>
          <p:spPr>
            <a:xfrm>
              <a:off x="23009324" y="2838450"/>
              <a:ext cx="15522" cy="133350"/>
            </a:xfrm>
            <a:prstGeom prst="rect">
              <a:avLst/>
            </a:prstGeom>
            <a:solidFill>
              <a:srgbClr val="937224"/>
            </a:solidFill>
            <a:ln w="0">
              <a:noFill/>
              <a:prstDash val="solid"/>
            </a:ln>
          </p:spPr>
        </p:sp>
        <p:sp>
          <p:nvSpPr>
            <p:cNvPr id="2908" name="dense-strip-7-cell-114">
              <a:extLst>
                <a:ext uri="{FF2B5EF4-FFF2-40B4-BE49-F238E27FC236}">
                  <a16:creationId xmlns:a16="http://schemas.microsoft.com/office/drawing/2014/main" id="{013F0489-90B9-45D2-B743-802FCF0DC621}"/>
                </a:ext>
              </a:extLst>
            </p:cNvPr>
            <p:cNvSpPr>
              <a:spLocks noGrp="1"/>
            </p:cNvSpPr>
            <p:nvPr/>
          </p:nvSpPr>
          <p:spPr>
            <a:xfrm>
              <a:off x="22993945" y="2838450"/>
              <a:ext cx="15522" cy="133350"/>
            </a:xfrm>
            <a:prstGeom prst="rect">
              <a:avLst/>
            </a:prstGeom>
            <a:solidFill>
              <a:srgbClr val="937224"/>
            </a:solidFill>
            <a:ln w="0">
              <a:noFill/>
              <a:prstDash val="solid"/>
            </a:ln>
          </p:spPr>
        </p:sp>
        <p:sp>
          <p:nvSpPr>
            <p:cNvPr id="2909" name="dense-strip-7-cell-113">
              <a:extLst>
                <a:ext uri="{FF2B5EF4-FFF2-40B4-BE49-F238E27FC236}">
                  <a16:creationId xmlns:a16="http://schemas.microsoft.com/office/drawing/2014/main" id="{3D8DB5A0-C25D-4F30-B2A5-5A941BD5FA6C}"/>
                </a:ext>
              </a:extLst>
            </p:cNvPr>
            <p:cNvSpPr>
              <a:spLocks noGrp="1"/>
            </p:cNvSpPr>
            <p:nvPr/>
          </p:nvSpPr>
          <p:spPr>
            <a:xfrm>
              <a:off x="22978566" y="2838450"/>
              <a:ext cx="15522" cy="133350"/>
            </a:xfrm>
            <a:prstGeom prst="rect">
              <a:avLst/>
            </a:prstGeom>
            <a:solidFill>
              <a:srgbClr val="8D7427"/>
            </a:solidFill>
            <a:ln w="0">
              <a:noFill/>
              <a:prstDash val="solid"/>
            </a:ln>
          </p:spPr>
        </p:sp>
        <p:sp>
          <p:nvSpPr>
            <p:cNvPr id="2910" name="dense-strip-7-cell-112">
              <a:extLst>
                <a:ext uri="{FF2B5EF4-FFF2-40B4-BE49-F238E27FC236}">
                  <a16:creationId xmlns:a16="http://schemas.microsoft.com/office/drawing/2014/main" id="{CBDBE936-9D73-4E41-B260-9D0E321CDA78}"/>
                </a:ext>
              </a:extLst>
            </p:cNvPr>
            <p:cNvSpPr>
              <a:spLocks noGrp="1"/>
            </p:cNvSpPr>
            <p:nvPr/>
          </p:nvSpPr>
          <p:spPr>
            <a:xfrm>
              <a:off x="22963188" y="2838450"/>
              <a:ext cx="15522" cy="133350"/>
            </a:xfrm>
            <a:prstGeom prst="rect">
              <a:avLst/>
            </a:prstGeom>
            <a:solidFill>
              <a:srgbClr val="85762B"/>
            </a:solidFill>
            <a:ln w="0">
              <a:noFill/>
              <a:prstDash val="solid"/>
            </a:ln>
          </p:spPr>
        </p:sp>
        <p:sp>
          <p:nvSpPr>
            <p:cNvPr id="2911" name="dense-strip-7-cell-111">
              <a:extLst>
                <a:ext uri="{FF2B5EF4-FFF2-40B4-BE49-F238E27FC236}">
                  <a16:creationId xmlns:a16="http://schemas.microsoft.com/office/drawing/2014/main" id="{FF31D5CD-B155-49EB-A68E-6971BEB29542}"/>
                </a:ext>
              </a:extLst>
            </p:cNvPr>
            <p:cNvSpPr>
              <a:spLocks noGrp="1"/>
            </p:cNvSpPr>
            <p:nvPr/>
          </p:nvSpPr>
          <p:spPr>
            <a:xfrm>
              <a:off x="22947809" y="2838450"/>
              <a:ext cx="15522" cy="133350"/>
            </a:xfrm>
            <a:prstGeom prst="rect">
              <a:avLst/>
            </a:prstGeom>
            <a:solidFill>
              <a:srgbClr val="7B7931"/>
            </a:solidFill>
            <a:ln w="0">
              <a:noFill/>
              <a:prstDash val="solid"/>
            </a:ln>
          </p:spPr>
        </p:sp>
        <p:sp>
          <p:nvSpPr>
            <p:cNvPr id="2912" name="dense-strip-7-cell-110">
              <a:extLst>
                <a:ext uri="{FF2B5EF4-FFF2-40B4-BE49-F238E27FC236}">
                  <a16:creationId xmlns:a16="http://schemas.microsoft.com/office/drawing/2014/main" id="{110BC676-A128-4561-A3C0-9700B5F78FED}"/>
                </a:ext>
              </a:extLst>
            </p:cNvPr>
            <p:cNvSpPr>
              <a:spLocks noGrp="1"/>
            </p:cNvSpPr>
            <p:nvPr/>
          </p:nvSpPr>
          <p:spPr>
            <a:xfrm>
              <a:off x="22932430" y="2838450"/>
              <a:ext cx="15522" cy="133350"/>
            </a:xfrm>
            <a:prstGeom prst="rect">
              <a:avLst/>
            </a:prstGeom>
            <a:solidFill>
              <a:srgbClr val="717C36"/>
            </a:solidFill>
            <a:ln w="0">
              <a:noFill/>
              <a:prstDash val="solid"/>
            </a:ln>
          </p:spPr>
        </p:sp>
        <p:sp>
          <p:nvSpPr>
            <p:cNvPr id="2913" name="dense-strip-7-cell-109">
              <a:extLst>
                <a:ext uri="{FF2B5EF4-FFF2-40B4-BE49-F238E27FC236}">
                  <a16:creationId xmlns:a16="http://schemas.microsoft.com/office/drawing/2014/main" id="{FC77CDE9-4EB6-420C-9B1B-68828858C699}"/>
                </a:ext>
              </a:extLst>
            </p:cNvPr>
            <p:cNvSpPr>
              <a:spLocks noGrp="1"/>
            </p:cNvSpPr>
            <p:nvPr/>
          </p:nvSpPr>
          <p:spPr>
            <a:xfrm>
              <a:off x="22917051" y="2838450"/>
              <a:ext cx="15522" cy="133350"/>
            </a:xfrm>
            <a:prstGeom prst="rect">
              <a:avLst/>
            </a:prstGeom>
            <a:solidFill>
              <a:srgbClr val="687F3B"/>
            </a:solidFill>
            <a:ln w="0">
              <a:noFill/>
              <a:prstDash val="solid"/>
            </a:ln>
          </p:spPr>
        </p:sp>
        <p:sp>
          <p:nvSpPr>
            <p:cNvPr id="2914" name="dense-strip-7-cell-108">
              <a:extLst>
                <a:ext uri="{FF2B5EF4-FFF2-40B4-BE49-F238E27FC236}">
                  <a16:creationId xmlns:a16="http://schemas.microsoft.com/office/drawing/2014/main" id="{A4204992-F2CE-4FE6-8392-6BD7D1F9AF8D}"/>
                </a:ext>
              </a:extLst>
            </p:cNvPr>
            <p:cNvSpPr>
              <a:spLocks noGrp="1"/>
            </p:cNvSpPr>
            <p:nvPr/>
          </p:nvSpPr>
          <p:spPr>
            <a:xfrm>
              <a:off x="22901672" y="2838450"/>
              <a:ext cx="15522" cy="133350"/>
            </a:xfrm>
            <a:prstGeom prst="rect">
              <a:avLst/>
            </a:prstGeom>
            <a:solidFill>
              <a:srgbClr val="61813F"/>
            </a:solidFill>
            <a:ln w="0">
              <a:noFill/>
              <a:prstDash val="solid"/>
            </a:ln>
          </p:spPr>
        </p:sp>
        <p:sp>
          <p:nvSpPr>
            <p:cNvPr id="2915" name="dense-strip-7-cell-107">
              <a:extLst>
                <a:ext uri="{FF2B5EF4-FFF2-40B4-BE49-F238E27FC236}">
                  <a16:creationId xmlns:a16="http://schemas.microsoft.com/office/drawing/2014/main" id="{35F75295-7E18-4D98-9FA3-7ACADB1B2328}"/>
                </a:ext>
              </a:extLst>
            </p:cNvPr>
            <p:cNvSpPr>
              <a:spLocks noGrp="1"/>
            </p:cNvSpPr>
            <p:nvPr/>
          </p:nvSpPr>
          <p:spPr>
            <a:xfrm>
              <a:off x="22886293" y="2838450"/>
              <a:ext cx="15522" cy="133350"/>
            </a:xfrm>
            <a:prstGeom prst="rect">
              <a:avLst/>
            </a:prstGeom>
            <a:solidFill>
              <a:srgbClr val="5E8240"/>
            </a:solidFill>
            <a:ln w="0">
              <a:noFill/>
              <a:prstDash val="solid"/>
            </a:ln>
          </p:spPr>
        </p:sp>
        <p:sp>
          <p:nvSpPr>
            <p:cNvPr id="2916" name="dense-strip-7-cell-106">
              <a:extLst>
                <a:ext uri="{FF2B5EF4-FFF2-40B4-BE49-F238E27FC236}">
                  <a16:creationId xmlns:a16="http://schemas.microsoft.com/office/drawing/2014/main" id="{E64F6767-55DA-4F58-B810-ED2DB9B6DD1E}"/>
                </a:ext>
              </a:extLst>
            </p:cNvPr>
            <p:cNvSpPr>
              <a:spLocks noGrp="1"/>
            </p:cNvSpPr>
            <p:nvPr/>
          </p:nvSpPr>
          <p:spPr>
            <a:xfrm>
              <a:off x="22870914" y="2838450"/>
              <a:ext cx="15522" cy="133350"/>
            </a:xfrm>
            <a:prstGeom prst="rect">
              <a:avLst/>
            </a:prstGeom>
            <a:solidFill>
              <a:srgbClr val="5E8444"/>
            </a:solidFill>
            <a:ln w="0">
              <a:noFill/>
              <a:prstDash val="solid"/>
            </a:ln>
          </p:spPr>
        </p:sp>
        <p:sp>
          <p:nvSpPr>
            <p:cNvPr id="2917" name="dense-strip-7-cell-105">
              <a:extLst>
                <a:ext uri="{FF2B5EF4-FFF2-40B4-BE49-F238E27FC236}">
                  <a16:creationId xmlns:a16="http://schemas.microsoft.com/office/drawing/2014/main" id="{E32FD958-1945-41BE-8EA3-613891080B08}"/>
                </a:ext>
              </a:extLst>
            </p:cNvPr>
            <p:cNvSpPr>
              <a:spLocks noGrp="1"/>
            </p:cNvSpPr>
            <p:nvPr/>
          </p:nvSpPr>
          <p:spPr>
            <a:xfrm>
              <a:off x="22855535" y="2838450"/>
              <a:ext cx="15522" cy="133350"/>
            </a:xfrm>
            <a:prstGeom prst="rect">
              <a:avLst/>
            </a:prstGeom>
            <a:solidFill>
              <a:srgbClr val="5E894D"/>
            </a:solidFill>
            <a:ln w="0">
              <a:noFill/>
              <a:prstDash val="solid"/>
            </a:ln>
          </p:spPr>
        </p:sp>
        <p:sp>
          <p:nvSpPr>
            <p:cNvPr id="2918" name="dense-strip-7-cell-104">
              <a:extLst>
                <a:ext uri="{FF2B5EF4-FFF2-40B4-BE49-F238E27FC236}">
                  <a16:creationId xmlns:a16="http://schemas.microsoft.com/office/drawing/2014/main" id="{FE99A1B0-8079-4029-86DD-90F6B7710325}"/>
                </a:ext>
              </a:extLst>
            </p:cNvPr>
            <p:cNvSpPr>
              <a:spLocks noGrp="1"/>
            </p:cNvSpPr>
            <p:nvPr/>
          </p:nvSpPr>
          <p:spPr>
            <a:xfrm>
              <a:off x="22840156" y="2838450"/>
              <a:ext cx="15522" cy="133350"/>
            </a:xfrm>
            <a:prstGeom prst="rect">
              <a:avLst/>
            </a:prstGeom>
            <a:solidFill>
              <a:srgbClr val="5E915A"/>
            </a:solidFill>
            <a:ln w="0">
              <a:noFill/>
              <a:prstDash val="solid"/>
            </a:ln>
          </p:spPr>
        </p:sp>
        <p:sp>
          <p:nvSpPr>
            <p:cNvPr id="2919" name="dense-strip-7-cell-103">
              <a:extLst>
                <a:ext uri="{FF2B5EF4-FFF2-40B4-BE49-F238E27FC236}">
                  <a16:creationId xmlns:a16="http://schemas.microsoft.com/office/drawing/2014/main" id="{5EC1A2E6-7F75-474B-9A9C-CEA8914DBF8D}"/>
                </a:ext>
              </a:extLst>
            </p:cNvPr>
            <p:cNvSpPr>
              <a:spLocks noGrp="1"/>
            </p:cNvSpPr>
            <p:nvPr/>
          </p:nvSpPr>
          <p:spPr>
            <a:xfrm>
              <a:off x="22824777" y="2838450"/>
              <a:ext cx="15522" cy="133350"/>
            </a:xfrm>
            <a:prstGeom prst="rect">
              <a:avLst/>
            </a:prstGeom>
            <a:solidFill>
              <a:srgbClr val="60AF8E"/>
            </a:solidFill>
            <a:ln w="0">
              <a:noFill/>
              <a:prstDash val="solid"/>
            </a:ln>
          </p:spPr>
        </p:sp>
        <p:sp>
          <p:nvSpPr>
            <p:cNvPr id="2920" name="dense-strip-7-cell-102">
              <a:extLst>
                <a:ext uri="{FF2B5EF4-FFF2-40B4-BE49-F238E27FC236}">
                  <a16:creationId xmlns:a16="http://schemas.microsoft.com/office/drawing/2014/main" id="{2B74817D-8766-44CC-BC74-C84D2975631F}"/>
                </a:ext>
              </a:extLst>
            </p:cNvPr>
            <p:cNvSpPr>
              <a:spLocks noGrp="1"/>
            </p:cNvSpPr>
            <p:nvPr/>
          </p:nvSpPr>
          <p:spPr>
            <a:xfrm>
              <a:off x="22809398" y="2838450"/>
              <a:ext cx="15522" cy="133350"/>
            </a:xfrm>
            <a:prstGeom prst="rect">
              <a:avLst/>
            </a:prstGeom>
            <a:solidFill>
              <a:srgbClr val="60BBA3"/>
            </a:solidFill>
            <a:ln w="0">
              <a:noFill/>
              <a:prstDash val="solid"/>
            </a:ln>
          </p:spPr>
        </p:sp>
        <p:sp>
          <p:nvSpPr>
            <p:cNvPr id="2921" name="dense-strip-7-cell-101">
              <a:extLst>
                <a:ext uri="{FF2B5EF4-FFF2-40B4-BE49-F238E27FC236}">
                  <a16:creationId xmlns:a16="http://schemas.microsoft.com/office/drawing/2014/main" id="{692DBFE2-B655-4A12-8579-64DD1B7A1AD5}"/>
                </a:ext>
              </a:extLst>
            </p:cNvPr>
            <p:cNvSpPr>
              <a:spLocks noGrp="1"/>
            </p:cNvSpPr>
            <p:nvPr/>
          </p:nvSpPr>
          <p:spPr>
            <a:xfrm>
              <a:off x="22794020" y="2838450"/>
              <a:ext cx="15522" cy="133350"/>
            </a:xfrm>
            <a:prstGeom prst="rect">
              <a:avLst/>
            </a:prstGeom>
            <a:solidFill>
              <a:srgbClr val="60BEA7"/>
            </a:solidFill>
            <a:ln w="0">
              <a:noFill/>
              <a:prstDash val="solid"/>
            </a:ln>
          </p:spPr>
        </p:sp>
        <p:sp>
          <p:nvSpPr>
            <p:cNvPr id="2922" name="dense-strip-7-cell-100">
              <a:extLst>
                <a:ext uri="{FF2B5EF4-FFF2-40B4-BE49-F238E27FC236}">
                  <a16:creationId xmlns:a16="http://schemas.microsoft.com/office/drawing/2014/main" id="{10CF3F69-08E2-470C-8F9B-888737475F05}"/>
                </a:ext>
              </a:extLst>
            </p:cNvPr>
            <p:cNvSpPr>
              <a:spLocks noGrp="1"/>
            </p:cNvSpPr>
            <p:nvPr/>
          </p:nvSpPr>
          <p:spPr>
            <a:xfrm>
              <a:off x="22778641" y="2838450"/>
              <a:ext cx="15522" cy="133350"/>
            </a:xfrm>
            <a:prstGeom prst="rect">
              <a:avLst/>
            </a:prstGeom>
            <a:solidFill>
              <a:srgbClr val="61BEA9"/>
            </a:solidFill>
            <a:ln w="0">
              <a:noFill/>
              <a:prstDash val="solid"/>
            </a:ln>
          </p:spPr>
        </p:sp>
        <p:sp>
          <p:nvSpPr>
            <p:cNvPr id="2923" name="dense-strip-7-cell-99">
              <a:extLst>
                <a:ext uri="{FF2B5EF4-FFF2-40B4-BE49-F238E27FC236}">
                  <a16:creationId xmlns:a16="http://schemas.microsoft.com/office/drawing/2014/main" id="{8AB02C91-617A-486A-B5E0-87A2D6A9E32D}"/>
                </a:ext>
              </a:extLst>
            </p:cNvPr>
            <p:cNvSpPr>
              <a:spLocks noGrp="1"/>
            </p:cNvSpPr>
            <p:nvPr/>
          </p:nvSpPr>
          <p:spPr>
            <a:xfrm>
              <a:off x="22763262" y="2838450"/>
              <a:ext cx="15522" cy="133350"/>
            </a:xfrm>
            <a:prstGeom prst="rect">
              <a:avLst/>
            </a:prstGeom>
            <a:solidFill>
              <a:srgbClr val="61BEA9"/>
            </a:solidFill>
            <a:ln w="0">
              <a:noFill/>
              <a:prstDash val="solid"/>
            </a:ln>
          </p:spPr>
        </p:sp>
        <p:sp>
          <p:nvSpPr>
            <p:cNvPr id="2924" name="dense-strip-7-cell-98">
              <a:extLst>
                <a:ext uri="{FF2B5EF4-FFF2-40B4-BE49-F238E27FC236}">
                  <a16:creationId xmlns:a16="http://schemas.microsoft.com/office/drawing/2014/main" id="{90F47D5C-D89A-4B58-85E3-4F8EB9127DF1}"/>
                </a:ext>
              </a:extLst>
            </p:cNvPr>
            <p:cNvSpPr>
              <a:spLocks noGrp="1"/>
            </p:cNvSpPr>
            <p:nvPr/>
          </p:nvSpPr>
          <p:spPr>
            <a:xfrm>
              <a:off x="22747883" y="2838450"/>
              <a:ext cx="15522" cy="133350"/>
            </a:xfrm>
            <a:prstGeom prst="rect">
              <a:avLst/>
            </a:prstGeom>
            <a:solidFill>
              <a:srgbClr val="61BEA9"/>
            </a:solidFill>
            <a:ln w="0">
              <a:noFill/>
              <a:prstDash val="solid"/>
            </a:ln>
          </p:spPr>
        </p:sp>
        <p:sp>
          <p:nvSpPr>
            <p:cNvPr id="2925" name="dense-strip-7-cell-97">
              <a:extLst>
                <a:ext uri="{FF2B5EF4-FFF2-40B4-BE49-F238E27FC236}">
                  <a16:creationId xmlns:a16="http://schemas.microsoft.com/office/drawing/2014/main" id="{E65EEA9B-ADEF-4F0B-BFF5-E4C7EBDE7FDB}"/>
                </a:ext>
              </a:extLst>
            </p:cNvPr>
            <p:cNvSpPr>
              <a:spLocks noGrp="1"/>
            </p:cNvSpPr>
            <p:nvPr/>
          </p:nvSpPr>
          <p:spPr>
            <a:xfrm>
              <a:off x="22732504" y="2838450"/>
              <a:ext cx="15522" cy="133350"/>
            </a:xfrm>
            <a:prstGeom prst="rect">
              <a:avLst/>
            </a:prstGeom>
            <a:solidFill>
              <a:srgbClr val="62BFA9"/>
            </a:solidFill>
            <a:ln w="0">
              <a:noFill/>
              <a:prstDash val="solid"/>
            </a:ln>
          </p:spPr>
        </p:sp>
        <p:sp>
          <p:nvSpPr>
            <p:cNvPr id="2926" name="dense-strip-7-cell-96">
              <a:extLst>
                <a:ext uri="{FF2B5EF4-FFF2-40B4-BE49-F238E27FC236}">
                  <a16:creationId xmlns:a16="http://schemas.microsoft.com/office/drawing/2014/main" id="{3E57DD42-3AE6-45F2-AA92-832AFCFF5B4B}"/>
                </a:ext>
              </a:extLst>
            </p:cNvPr>
            <p:cNvSpPr>
              <a:spLocks noGrp="1"/>
            </p:cNvSpPr>
            <p:nvPr/>
          </p:nvSpPr>
          <p:spPr>
            <a:xfrm>
              <a:off x="22717125" y="2838450"/>
              <a:ext cx="15522" cy="133350"/>
            </a:xfrm>
            <a:prstGeom prst="rect">
              <a:avLst/>
            </a:prstGeom>
            <a:solidFill>
              <a:srgbClr val="65C0AB"/>
            </a:solidFill>
            <a:ln w="0">
              <a:noFill/>
              <a:prstDash val="solid"/>
            </a:ln>
          </p:spPr>
        </p:sp>
        <p:sp>
          <p:nvSpPr>
            <p:cNvPr id="2927" name="dense-strip-7-cell-95">
              <a:extLst>
                <a:ext uri="{FF2B5EF4-FFF2-40B4-BE49-F238E27FC236}">
                  <a16:creationId xmlns:a16="http://schemas.microsoft.com/office/drawing/2014/main" id="{15B670F5-C710-4706-944F-8994C686428E}"/>
                </a:ext>
              </a:extLst>
            </p:cNvPr>
            <p:cNvSpPr>
              <a:spLocks noGrp="1"/>
            </p:cNvSpPr>
            <p:nvPr/>
          </p:nvSpPr>
          <p:spPr>
            <a:xfrm>
              <a:off x="22701746" y="2838450"/>
              <a:ext cx="15522" cy="133350"/>
            </a:xfrm>
            <a:prstGeom prst="rect">
              <a:avLst/>
            </a:prstGeom>
            <a:solidFill>
              <a:srgbClr val="6AC2AE"/>
            </a:solidFill>
            <a:ln w="0">
              <a:noFill/>
              <a:prstDash val="solid"/>
            </a:ln>
          </p:spPr>
        </p:sp>
        <p:sp>
          <p:nvSpPr>
            <p:cNvPr id="2928" name="dense-strip-7-cell-94">
              <a:extLst>
                <a:ext uri="{FF2B5EF4-FFF2-40B4-BE49-F238E27FC236}">
                  <a16:creationId xmlns:a16="http://schemas.microsoft.com/office/drawing/2014/main" id="{F9E91513-EBDC-4ED0-80A3-5022B263BE01}"/>
                </a:ext>
              </a:extLst>
            </p:cNvPr>
            <p:cNvSpPr>
              <a:spLocks noGrp="1"/>
            </p:cNvSpPr>
            <p:nvPr/>
          </p:nvSpPr>
          <p:spPr>
            <a:xfrm>
              <a:off x="22686367" y="2838450"/>
              <a:ext cx="15522" cy="133350"/>
            </a:xfrm>
            <a:prstGeom prst="rect">
              <a:avLst/>
            </a:prstGeom>
            <a:solidFill>
              <a:srgbClr val="6FC3B1"/>
            </a:solidFill>
            <a:ln w="0">
              <a:noFill/>
              <a:prstDash val="solid"/>
            </a:ln>
          </p:spPr>
        </p:sp>
        <p:sp>
          <p:nvSpPr>
            <p:cNvPr id="2929" name="dense-strip-7-cell-93">
              <a:extLst>
                <a:ext uri="{FF2B5EF4-FFF2-40B4-BE49-F238E27FC236}">
                  <a16:creationId xmlns:a16="http://schemas.microsoft.com/office/drawing/2014/main" id="{1028BE4F-FF12-4C08-AD57-8D06691EFEFB}"/>
                </a:ext>
              </a:extLst>
            </p:cNvPr>
            <p:cNvSpPr>
              <a:spLocks noGrp="1"/>
            </p:cNvSpPr>
            <p:nvPr/>
          </p:nvSpPr>
          <p:spPr>
            <a:xfrm>
              <a:off x="22670988" y="2838450"/>
              <a:ext cx="15522" cy="133350"/>
            </a:xfrm>
            <a:prstGeom prst="rect">
              <a:avLst/>
            </a:prstGeom>
            <a:solidFill>
              <a:srgbClr val="6FC3B0"/>
            </a:solidFill>
            <a:ln w="0">
              <a:noFill/>
              <a:prstDash val="solid"/>
            </a:ln>
          </p:spPr>
        </p:sp>
        <p:sp>
          <p:nvSpPr>
            <p:cNvPr id="2930" name="dense-strip-7-cell-92">
              <a:extLst>
                <a:ext uri="{FF2B5EF4-FFF2-40B4-BE49-F238E27FC236}">
                  <a16:creationId xmlns:a16="http://schemas.microsoft.com/office/drawing/2014/main" id="{99D55B71-A50A-47A7-8C1E-41F352EA29CB}"/>
                </a:ext>
              </a:extLst>
            </p:cNvPr>
            <p:cNvSpPr>
              <a:spLocks noGrp="1"/>
            </p:cNvSpPr>
            <p:nvPr/>
          </p:nvSpPr>
          <p:spPr>
            <a:xfrm>
              <a:off x="22655609" y="2838450"/>
              <a:ext cx="15522" cy="133350"/>
            </a:xfrm>
            <a:prstGeom prst="rect">
              <a:avLst/>
            </a:prstGeom>
            <a:solidFill>
              <a:srgbClr val="66C0AC"/>
            </a:solidFill>
            <a:ln w="0">
              <a:noFill/>
              <a:prstDash val="solid"/>
            </a:ln>
          </p:spPr>
        </p:sp>
        <p:sp>
          <p:nvSpPr>
            <p:cNvPr id="2931" name="dense-strip-7-cell-91">
              <a:extLst>
                <a:ext uri="{FF2B5EF4-FFF2-40B4-BE49-F238E27FC236}">
                  <a16:creationId xmlns:a16="http://schemas.microsoft.com/office/drawing/2014/main" id="{04F4384D-1F82-4606-9345-80BA93896D37}"/>
                </a:ext>
              </a:extLst>
            </p:cNvPr>
            <p:cNvSpPr>
              <a:spLocks noGrp="1"/>
            </p:cNvSpPr>
            <p:nvPr/>
          </p:nvSpPr>
          <p:spPr>
            <a:xfrm>
              <a:off x="22640230" y="2838450"/>
              <a:ext cx="15522" cy="133350"/>
            </a:xfrm>
            <a:prstGeom prst="rect">
              <a:avLst/>
            </a:prstGeom>
            <a:solidFill>
              <a:srgbClr val="5ABCA5"/>
            </a:solidFill>
            <a:ln w="0">
              <a:noFill/>
              <a:prstDash val="solid"/>
            </a:ln>
          </p:spPr>
        </p:sp>
        <p:sp>
          <p:nvSpPr>
            <p:cNvPr id="2932" name="dense-strip-7-cell-90">
              <a:extLst>
                <a:ext uri="{FF2B5EF4-FFF2-40B4-BE49-F238E27FC236}">
                  <a16:creationId xmlns:a16="http://schemas.microsoft.com/office/drawing/2014/main" id="{EDAA2A74-7684-4609-BDE6-0CBF24C81134}"/>
                </a:ext>
              </a:extLst>
            </p:cNvPr>
            <p:cNvSpPr>
              <a:spLocks noGrp="1"/>
            </p:cNvSpPr>
            <p:nvPr/>
          </p:nvSpPr>
          <p:spPr>
            <a:xfrm>
              <a:off x="22624852" y="2838450"/>
              <a:ext cx="15522" cy="133350"/>
            </a:xfrm>
            <a:prstGeom prst="rect">
              <a:avLst/>
            </a:prstGeom>
            <a:solidFill>
              <a:srgbClr val="48B69B"/>
            </a:solidFill>
            <a:ln w="0">
              <a:noFill/>
              <a:prstDash val="solid"/>
            </a:ln>
          </p:spPr>
        </p:sp>
        <p:sp>
          <p:nvSpPr>
            <p:cNvPr id="2933" name="dense-strip-7-cell-89">
              <a:extLst>
                <a:ext uri="{FF2B5EF4-FFF2-40B4-BE49-F238E27FC236}">
                  <a16:creationId xmlns:a16="http://schemas.microsoft.com/office/drawing/2014/main" id="{D7F4608C-3762-4042-8147-E5137A22669E}"/>
                </a:ext>
              </a:extLst>
            </p:cNvPr>
            <p:cNvSpPr>
              <a:spLocks noGrp="1"/>
            </p:cNvSpPr>
            <p:nvPr/>
          </p:nvSpPr>
          <p:spPr>
            <a:xfrm>
              <a:off x="22609473" y="2838450"/>
              <a:ext cx="15522" cy="133350"/>
            </a:xfrm>
            <a:prstGeom prst="rect">
              <a:avLst/>
            </a:prstGeom>
            <a:solidFill>
              <a:srgbClr val="37B091"/>
            </a:solidFill>
            <a:ln w="0">
              <a:noFill/>
              <a:prstDash val="solid"/>
            </a:ln>
          </p:spPr>
        </p:sp>
        <p:sp>
          <p:nvSpPr>
            <p:cNvPr id="2934" name="dense-strip-7-cell-88">
              <a:extLst>
                <a:ext uri="{FF2B5EF4-FFF2-40B4-BE49-F238E27FC236}">
                  <a16:creationId xmlns:a16="http://schemas.microsoft.com/office/drawing/2014/main" id="{66AD1B1A-38B2-41B3-8A2A-A8D815EEC58E}"/>
                </a:ext>
              </a:extLst>
            </p:cNvPr>
            <p:cNvSpPr>
              <a:spLocks noGrp="1"/>
            </p:cNvSpPr>
            <p:nvPr/>
          </p:nvSpPr>
          <p:spPr>
            <a:xfrm>
              <a:off x="22594094" y="2838450"/>
              <a:ext cx="15522" cy="133350"/>
            </a:xfrm>
            <a:prstGeom prst="rect">
              <a:avLst/>
            </a:prstGeom>
            <a:solidFill>
              <a:srgbClr val="2AAC8A"/>
            </a:solidFill>
            <a:ln w="0">
              <a:noFill/>
              <a:prstDash val="solid"/>
            </a:ln>
          </p:spPr>
        </p:sp>
        <p:sp>
          <p:nvSpPr>
            <p:cNvPr id="2935" name="dense-strip-7-cell-87">
              <a:extLst>
                <a:ext uri="{FF2B5EF4-FFF2-40B4-BE49-F238E27FC236}">
                  <a16:creationId xmlns:a16="http://schemas.microsoft.com/office/drawing/2014/main" id="{359F744A-90A3-441D-AB5B-76204C77D80D}"/>
                </a:ext>
              </a:extLst>
            </p:cNvPr>
            <p:cNvSpPr>
              <a:spLocks noGrp="1"/>
            </p:cNvSpPr>
            <p:nvPr/>
          </p:nvSpPr>
          <p:spPr>
            <a:xfrm>
              <a:off x="22578715" y="2838450"/>
              <a:ext cx="15522" cy="133350"/>
            </a:xfrm>
            <a:prstGeom prst="rect">
              <a:avLst/>
            </a:prstGeom>
            <a:solidFill>
              <a:srgbClr val="22A986"/>
            </a:solidFill>
            <a:ln w="0">
              <a:noFill/>
              <a:prstDash val="solid"/>
            </a:ln>
          </p:spPr>
        </p:sp>
        <p:sp>
          <p:nvSpPr>
            <p:cNvPr id="2936" name="dense-strip-7-cell-86">
              <a:extLst>
                <a:ext uri="{FF2B5EF4-FFF2-40B4-BE49-F238E27FC236}">
                  <a16:creationId xmlns:a16="http://schemas.microsoft.com/office/drawing/2014/main" id="{26BE8ADF-CB67-4483-83E9-4772C1B05E24}"/>
                </a:ext>
              </a:extLst>
            </p:cNvPr>
            <p:cNvSpPr>
              <a:spLocks noGrp="1"/>
            </p:cNvSpPr>
            <p:nvPr/>
          </p:nvSpPr>
          <p:spPr>
            <a:xfrm>
              <a:off x="22563336" y="2838450"/>
              <a:ext cx="15522" cy="133350"/>
            </a:xfrm>
            <a:prstGeom prst="rect">
              <a:avLst/>
            </a:prstGeom>
            <a:solidFill>
              <a:srgbClr val="20A985"/>
            </a:solidFill>
            <a:ln w="0">
              <a:noFill/>
              <a:prstDash val="solid"/>
            </a:ln>
          </p:spPr>
        </p:sp>
        <p:sp>
          <p:nvSpPr>
            <p:cNvPr id="2937" name="dense-strip-7-cell-85">
              <a:extLst>
                <a:ext uri="{FF2B5EF4-FFF2-40B4-BE49-F238E27FC236}">
                  <a16:creationId xmlns:a16="http://schemas.microsoft.com/office/drawing/2014/main" id="{5A6D1FE1-00A2-4433-AAA3-36E987500E07}"/>
                </a:ext>
              </a:extLst>
            </p:cNvPr>
            <p:cNvSpPr>
              <a:spLocks noGrp="1"/>
            </p:cNvSpPr>
            <p:nvPr/>
          </p:nvSpPr>
          <p:spPr>
            <a:xfrm>
              <a:off x="22547957" y="2838450"/>
              <a:ext cx="15522" cy="133350"/>
            </a:xfrm>
            <a:prstGeom prst="rect">
              <a:avLst/>
            </a:prstGeom>
            <a:solidFill>
              <a:srgbClr val="20A985"/>
            </a:solidFill>
            <a:ln w="0">
              <a:noFill/>
              <a:prstDash val="solid"/>
            </a:ln>
          </p:spPr>
        </p:sp>
        <p:sp>
          <p:nvSpPr>
            <p:cNvPr id="2938" name="dense-strip-7-cell-84">
              <a:extLst>
                <a:ext uri="{FF2B5EF4-FFF2-40B4-BE49-F238E27FC236}">
                  <a16:creationId xmlns:a16="http://schemas.microsoft.com/office/drawing/2014/main" id="{D44B6E73-180F-4B71-9E31-F58C519C5932}"/>
                </a:ext>
              </a:extLst>
            </p:cNvPr>
            <p:cNvSpPr>
              <a:spLocks noGrp="1"/>
            </p:cNvSpPr>
            <p:nvPr/>
          </p:nvSpPr>
          <p:spPr>
            <a:xfrm>
              <a:off x="22532578" y="2838450"/>
              <a:ext cx="15522" cy="133350"/>
            </a:xfrm>
            <a:prstGeom prst="rect">
              <a:avLst/>
            </a:prstGeom>
            <a:solidFill>
              <a:srgbClr val="20A985"/>
            </a:solidFill>
            <a:ln w="0">
              <a:noFill/>
              <a:prstDash val="solid"/>
            </a:ln>
          </p:spPr>
        </p:sp>
        <p:sp>
          <p:nvSpPr>
            <p:cNvPr id="2939" name="dense-strip-7-cell-83">
              <a:extLst>
                <a:ext uri="{FF2B5EF4-FFF2-40B4-BE49-F238E27FC236}">
                  <a16:creationId xmlns:a16="http://schemas.microsoft.com/office/drawing/2014/main" id="{CE8F9DE3-0915-4D63-BABD-8DACBA86EAA8}"/>
                </a:ext>
              </a:extLst>
            </p:cNvPr>
            <p:cNvSpPr>
              <a:spLocks noGrp="1"/>
            </p:cNvSpPr>
            <p:nvPr/>
          </p:nvSpPr>
          <p:spPr>
            <a:xfrm>
              <a:off x="22517199" y="2838450"/>
              <a:ext cx="15522" cy="133350"/>
            </a:xfrm>
            <a:prstGeom prst="rect">
              <a:avLst/>
            </a:prstGeom>
            <a:solidFill>
              <a:srgbClr val="20A985"/>
            </a:solidFill>
            <a:ln w="0">
              <a:noFill/>
              <a:prstDash val="solid"/>
            </a:ln>
          </p:spPr>
        </p:sp>
        <p:sp>
          <p:nvSpPr>
            <p:cNvPr id="2940" name="dense-strip-7-cell-82">
              <a:extLst>
                <a:ext uri="{FF2B5EF4-FFF2-40B4-BE49-F238E27FC236}">
                  <a16:creationId xmlns:a16="http://schemas.microsoft.com/office/drawing/2014/main" id="{AB8D741B-52DC-4679-AAD2-039DFE90C10E}"/>
                </a:ext>
              </a:extLst>
            </p:cNvPr>
            <p:cNvSpPr>
              <a:spLocks noGrp="1"/>
            </p:cNvSpPr>
            <p:nvPr/>
          </p:nvSpPr>
          <p:spPr>
            <a:xfrm>
              <a:off x="22501820" y="2838450"/>
              <a:ext cx="15522" cy="133350"/>
            </a:xfrm>
            <a:prstGeom prst="rect">
              <a:avLst/>
            </a:prstGeom>
            <a:solidFill>
              <a:srgbClr val="20A985"/>
            </a:solidFill>
            <a:ln w="0">
              <a:noFill/>
              <a:prstDash val="solid"/>
            </a:ln>
          </p:spPr>
        </p:sp>
        <p:sp>
          <p:nvSpPr>
            <p:cNvPr id="2941" name="dense-strip-7-cell-81">
              <a:extLst>
                <a:ext uri="{FF2B5EF4-FFF2-40B4-BE49-F238E27FC236}">
                  <a16:creationId xmlns:a16="http://schemas.microsoft.com/office/drawing/2014/main" id="{01AC6B40-5B9A-4584-A5CF-4D3A59F5B462}"/>
                </a:ext>
              </a:extLst>
            </p:cNvPr>
            <p:cNvSpPr>
              <a:spLocks noGrp="1"/>
            </p:cNvSpPr>
            <p:nvPr/>
          </p:nvSpPr>
          <p:spPr>
            <a:xfrm>
              <a:off x="22486441" y="2838450"/>
              <a:ext cx="15522" cy="133350"/>
            </a:xfrm>
            <a:prstGeom prst="rect">
              <a:avLst/>
            </a:prstGeom>
            <a:solidFill>
              <a:srgbClr val="20A985"/>
            </a:solidFill>
            <a:ln w="0">
              <a:noFill/>
              <a:prstDash val="solid"/>
            </a:ln>
          </p:spPr>
        </p:sp>
        <p:sp>
          <p:nvSpPr>
            <p:cNvPr id="2942" name="dense-strip-7-cell-80">
              <a:extLst>
                <a:ext uri="{FF2B5EF4-FFF2-40B4-BE49-F238E27FC236}">
                  <a16:creationId xmlns:a16="http://schemas.microsoft.com/office/drawing/2014/main" id="{2AABE06F-241C-4715-B7BE-0963CA015F68}"/>
                </a:ext>
              </a:extLst>
            </p:cNvPr>
            <p:cNvSpPr>
              <a:spLocks noGrp="1"/>
            </p:cNvSpPr>
            <p:nvPr/>
          </p:nvSpPr>
          <p:spPr>
            <a:xfrm>
              <a:off x="22471063" y="2838450"/>
              <a:ext cx="15522" cy="133350"/>
            </a:xfrm>
            <a:prstGeom prst="rect">
              <a:avLst/>
            </a:prstGeom>
            <a:solidFill>
              <a:srgbClr val="20A985"/>
            </a:solidFill>
            <a:ln w="0">
              <a:noFill/>
              <a:prstDash val="solid"/>
            </a:ln>
          </p:spPr>
        </p:sp>
        <p:sp>
          <p:nvSpPr>
            <p:cNvPr id="2943" name="dense-strip-7-cell-79">
              <a:extLst>
                <a:ext uri="{FF2B5EF4-FFF2-40B4-BE49-F238E27FC236}">
                  <a16:creationId xmlns:a16="http://schemas.microsoft.com/office/drawing/2014/main" id="{70C7A84A-1232-43F5-B600-5BC9E83507AC}"/>
                </a:ext>
              </a:extLst>
            </p:cNvPr>
            <p:cNvSpPr>
              <a:spLocks noGrp="1"/>
            </p:cNvSpPr>
            <p:nvPr/>
          </p:nvSpPr>
          <p:spPr>
            <a:xfrm>
              <a:off x="22455684" y="2838450"/>
              <a:ext cx="15522" cy="133350"/>
            </a:xfrm>
            <a:prstGeom prst="rect">
              <a:avLst/>
            </a:prstGeom>
            <a:solidFill>
              <a:srgbClr val="20A985"/>
            </a:solidFill>
            <a:ln w="0">
              <a:noFill/>
              <a:prstDash val="solid"/>
            </a:ln>
          </p:spPr>
        </p:sp>
        <p:sp>
          <p:nvSpPr>
            <p:cNvPr id="2944" name="dense-strip-7-cell-78">
              <a:extLst>
                <a:ext uri="{FF2B5EF4-FFF2-40B4-BE49-F238E27FC236}">
                  <a16:creationId xmlns:a16="http://schemas.microsoft.com/office/drawing/2014/main" id="{026F233B-6FD8-4B6E-BA91-5E27A4404047}"/>
                </a:ext>
              </a:extLst>
            </p:cNvPr>
            <p:cNvSpPr>
              <a:spLocks noGrp="1"/>
            </p:cNvSpPr>
            <p:nvPr/>
          </p:nvSpPr>
          <p:spPr>
            <a:xfrm>
              <a:off x="22440305" y="2838450"/>
              <a:ext cx="15522" cy="133350"/>
            </a:xfrm>
            <a:prstGeom prst="rect">
              <a:avLst/>
            </a:prstGeom>
            <a:solidFill>
              <a:srgbClr val="20A985"/>
            </a:solidFill>
            <a:ln w="0">
              <a:noFill/>
              <a:prstDash val="solid"/>
            </a:ln>
          </p:spPr>
        </p:sp>
        <p:sp>
          <p:nvSpPr>
            <p:cNvPr id="2945" name="dense-strip-7-cell-77">
              <a:extLst>
                <a:ext uri="{FF2B5EF4-FFF2-40B4-BE49-F238E27FC236}">
                  <a16:creationId xmlns:a16="http://schemas.microsoft.com/office/drawing/2014/main" id="{CC9E6536-711F-4FDA-8148-FC1BAFEC66E4}"/>
                </a:ext>
              </a:extLst>
            </p:cNvPr>
            <p:cNvSpPr>
              <a:spLocks noGrp="1"/>
            </p:cNvSpPr>
            <p:nvPr/>
          </p:nvSpPr>
          <p:spPr>
            <a:xfrm>
              <a:off x="22424926" y="2838450"/>
              <a:ext cx="15522" cy="133350"/>
            </a:xfrm>
            <a:prstGeom prst="rect">
              <a:avLst/>
            </a:prstGeom>
            <a:solidFill>
              <a:srgbClr val="20A985"/>
            </a:solidFill>
            <a:ln w="0">
              <a:noFill/>
              <a:prstDash val="solid"/>
            </a:ln>
          </p:spPr>
        </p:sp>
        <p:sp>
          <p:nvSpPr>
            <p:cNvPr id="2946" name="dense-strip-7-cell-76">
              <a:extLst>
                <a:ext uri="{FF2B5EF4-FFF2-40B4-BE49-F238E27FC236}">
                  <a16:creationId xmlns:a16="http://schemas.microsoft.com/office/drawing/2014/main" id="{4B79516B-9EF7-4DF3-959A-2C1B4DCF5DD4}"/>
                </a:ext>
              </a:extLst>
            </p:cNvPr>
            <p:cNvSpPr>
              <a:spLocks noGrp="1"/>
            </p:cNvSpPr>
            <p:nvPr/>
          </p:nvSpPr>
          <p:spPr>
            <a:xfrm>
              <a:off x="22409547" y="2838450"/>
              <a:ext cx="15522" cy="133350"/>
            </a:xfrm>
            <a:prstGeom prst="rect">
              <a:avLst/>
            </a:prstGeom>
            <a:solidFill>
              <a:srgbClr val="20A985"/>
            </a:solidFill>
            <a:ln w="0">
              <a:noFill/>
              <a:prstDash val="solid"/>
            </a:ln>
          </p:spPr>
        </p:sp>
        <p:sp>
          <p:nvSpPr>
            <p:cNvPr id="2947" name="dense-strip-7-cell-75">
              <a:extLst>
                <a:ext uri="{FF2B5EF4-FFF2-40B4-BE49-F238E27FC236}">
                  <a16:creationId xmlns:a16="http://schemas.microsoft.com/office/drawing/2014/main" id="{72E73F47-60FE-4E65-89AF-93B55FCD45C3}"/>
                </a:ext>
              </a:extLst>
            </p:cNvPr>
            <p:cNvSpPr>
              <a:spLocks noGrp="1"/>
            </p:cNvSpPr>
            <p:nvPr/>
          </p:nvSpPr>
          <p:spPr>
            <a:xfrm>
              <a:off x="22394168" y="2838450"/>
              <a:ext cx="15522" cy="133350"/>
            </a:xfrm>
            <a:prstGeom prst="rect">
              <a:avLst/>
            </a:prstGeom>
            <a:solidFill>
              <a:srgbClr val="20A985"/>
            </a:solidFill>
            <a:ln w="0">
              <a:noFill/>
              <a:prstDash val="solid"/>
            </a:ln>
          </p:spPr>
        </p:sp>
        <p:sp>
          <p:nvSpPr>
            <p:cNvPr id="2948" name="dense-strip-7-cell-74">
              <a:extLst>
                <a:ext uri="{FF2B5EF4-FFF2-40B4-BE49-F238E27FC236}">
                  <a16:creationId xmlns:a16="http://schemas.microsoft.com/office/drawing/2014/main" id="{F634FDE4-EDF0-485E-8EB3-093C77861F83}"/>
                </a:ext>
              </a:extLst>
            </p:cNvPr>
            <p:cNvSpPr>
              <a:spLocks noGrp="1"/>
            </p:cNvSpPr>
            <p:nvPr/>
          </p:nvSpPr>
          <p:spPr>
            <a:xfrm>
              <a:off x="22378789" y="2838450"/>
              <a:ext cx="15522" cy="133350"/>
            </a:xfrm>
            <a:prstGeom prst="rect">
              <a:avLst/>
            </a:prstGeom>
            <a:solidFill>
              <a:srgbClr val="20A985"/>
            </a:solidFill>
            <a:ln w="0">
              <a:noFill/>
              <a:prstDash val="solid"/>
            </a:ln>
          </p:spPr>
        </p:sp>
        <p:sp>
          <p:nvSpPr>
            <p:cNvPr id="2949" name="dense-strip-7-cell-73">
              <a:extLst>
                <a:ext uri="{FF2B5EF4-FFF2-40B4-BE49-F238E27FC236}">
                  <a16:creationId xmlns:a16="http://schemas.microsoft.com/office/drawing/2014/main" id="{9F232407-A664-45FD-ABF1-81EBA8C149A4}"/>
                </a:ext>
              </a:extLst>
            </p:cNvPr>
            <p:cNvSpPr>
              <a:spLocks noGrp="1"/>
            </p:cNvSpPr>
            <p:nvPr/>
          </p:nvSpPr>
          <p:spPr>
            <a:xfrm>
              <a:off x="22363410" y="2838450"/>
              <a:ext cx="15522" cy="133350"/>
            </a:xfrm>
            <a:prstGeom prst="rect">
              <a:avLst/>
            </a:prstGeom>
            <a:solidFill>
              <a:srgbClr val="20A985"/>
            </a:solidFill>
            <a:ln w="0">
              <a:noFill/>
              <a:prstDash val="solid"/>
            </a:ln>
          </p:spPr>
        </p:sp>
        <p:sp>
          <p:nvSpPr>
            <p:cNvPr id="2950" name="dense-strip-7-cell-72">
              <a:extLst>
                <a:ext uri="{FF2B5EF4-FFF2-40B4-BE49-F238E27FC236}">
                  <a16:creationId xmlns:a16="http://schemas.microsoft.com/office/drawing/2014/main" id="{D7F7D5B5-8132-4C56-97EC-D0AF9B100DE0}"/>
                </a:ext>
              </a:extLst>
            </p:cNvPr>
            <p:cNvSpPr>
              <a:spLocks noGrp="1"/>
            </p:cNvSpPr>
            <p:nvPr/>
          </p:nvSpPr>
          <p:spPr>
            <a:xfrm>
              <a:off x="22348031" y="2838450"/>
              <a:ext cx="15522" cy="133350"/>
            </a:xfrm>
            <a:prstGeom prst="rect">
              <a:avLst/>
            </a:prstGeom>
            <a:solidFill>
              <a:srgbClr val="20A985"/>
            </a:solidFill>
            <a:ln w="0">
              <a:noFill/>
              <a:prstDash val="solid"/>
            </a:ln>
          </p:spPr>
        </p:sp>
        <p:sp>
          <p:nvSpPr>
            <p:cNvPr id="2951" name="dense-strip-7-cell-71">
              <a:extLst>
                <a:ext uri="{FF2B5EF4-FFF2-40B4-BE49-F238E27FC236}">
                  <a16:creationId xmlns:a16="http://schemas.microsoft.com/office/drawing/2014/main" id="{D83E7FAE-9517-4C25-9C37-412D03C9EBBB}"/>
                </a:ext>
              </a:extLst>
            </p:cNvPr>
            <p:cNvSpPr>
              <a:spLocks noGrp="1"/>
            </p:cNvSpPr>
            <p:nvPr/>
          </p:nvSpPr>
          <p:spPr>
            <a:xfrm>
              <a:off x="22332652" y="2838450"/>
              <a:ext cx="15522" cy="133350"/>
            </a:xfrm>
            <a:prstGeom prst="rect">
              <a:avLst/>
            </a:prstGeom>
            <a:solidFill>
              <a:srgbClr val="20A985"/>
            </a:solidFill>
            <a:ln w="0">
              <a:noFill/>
              <a:prstDash val="solid"/>
            </a:ln>
          </p:spPr>
        </p:sp>
        <p:sp>
          <p:nvSpPr>
            <p:cNvPr id="2952" name="dense-strip-7-cell-70">
              <a:extLst>
                <a:ext uri="{FF2B5EF4-FFF2-40B4-BE49-F238E27FC236}">
                  <a16:creationId xmlns:a16="http://schemas.microsoft.com/office/drawing/2014/main" id="{7008910D-1734-4848-A48D-732E6E008C29}"/>
                </a:ext>
              </a:extLst>
            </p:cNvPr>
            <p:cNvSpPr>
              <a:spLocks noGrp="1"/>
            </p:cNvSpPr>
            <p:nvPr/>
          </p:nvSpPr>
          <p:spPr>
            <a:xfrm>
              <a:off x="22317273" y="2838450"/>
              <a:ext cx="15522" cy="133350"/>
            </a:xfrm>
            <a:prstGeom prst="rect">
              <a:avLst/>
            </a:prstGeom>
            <a:solidFill>
              <a:srgbClr val="21A986"/>
            </a:solidFill>
            <a:ln w="0">
              <a:noFill/>
              <a:prstDash val="solid"/>
            </a:ln>
          </p:spPr>
        </p:sp>
        <p:sp>
          <p:nvSpPr>
            <p:cNvPr id="2953" name="dense-strip-7-cell-69">
              <a:extLst>
                <a:ext uri="{FF2B5EF4-FFF2-40B4-BE49-F238E27FC236}">
                  <a16:creationId xmlns:a16="http://schemas.microsoft.com/office/drawing/2014/main" id="{EB63B0CD-0031-499C-8E8E-8A54C0CE4361}"/>
                </a:ext>
              </a:extLst>
            </p:cNvPr>
            <p:cNvSpPr>
              <a:spLocks noGrp="1"/>
            </p:cNvSpPr>
            <p:nvPr/>
          </p:nvSpPr>
          <p:spPr>
            <a:xfrm>
              <a:off x="22301895" y="2838450"/>
              <a:ext cx="15522" cy="133350"/>
            </a:xfrm>
            <a:prstGeom prst="rect">
              <a:avLst/>
            </a:prstGeom>
            <a:solidFill>
              <a:srgbClr val="2DAD8C"/>
            </a:solidFill>
            <a:ln w="0">
              <a:noFill/>
              <a:prstDash val="solid"/>
            </a:ln>
          </p:spPr>
        </p:sp>
        <p:sp>
          <p:nvSpPr>
            <p:cNvPr id="2954" name="dense-strip-7-cell-68">
              <a:extLst>
                <a:ext uri="{FF2B5EF4-FFF2-40B4-BE49-F238E27FC236}">
                  <a16:creationId xmlns:a16="http://schemas.microsoft.com/office/drawing/2014/main" id="{F36D2A2A-5369-4536-90D5-E92BA6DDBD99}"/>
                </a:ext>
              </a:extLst>
            </p:cNvPr>
            <p:cNvSpPr>
              <a:spLocks noGrp="1"/>
            </p:cNvSpPr>
            <p:nvPr/>
          </p:nvSpPr>
          <p:spPr>
            <a:xfrm>
              <a:off x="22286516" y="2838450"/>
              <a:ext cx="15522" cy="133350"/>
            </a:xfrm>
            <a:prstGeom prst="rect">
              <a:avLst/>
            </a:prstGeom>
            <a:solidFill>
              <a:srgbClr val="44B599"/>
            </a:solidFill>
            <a:ln w="0">
              <a:noFill/>
              <a:prstDash val="solid"/>
            </a:ln>
          </p:spPr>
        </p:sp>
        <p:sp>
          <p:nvSpPr>
            <p:cNvPr id="2955" name="dense-strip-7-cell-67">
              <a:extLst>
                <a:ext uri="{FF2B5EF4-FFF2-40B4-BE49-F238E27FC236}">
                  <a16:creationId xmlns:a16="http://schemas.microsoft.com/office/drawing/2014/main" id="{035783C5-86C9-43D4-80B6-0E98D58805BD}"/>
                </a:ext>
              </a:extLst>
            </p:cNvPr>
            <p:cNvSpPr>
              <a:spLocks noGrp="1"/>
            </p:cNvSpPr>
            <p:nvPr/>
          </p:nvSpPr>
          <p:spPr>
            <a:xfrm>
              <a:off x="22271137" y="2838450"/>
              <a:ext cx="15522" cy="133350"/>
            </a:xfrm>
            <a:prstGeom prst="rect">
              <a:avLst/>
            </a:prstGeom>
            <a:solidFill>
              <a:srgbClr val="61BEA9"/>
            </a:solidFill>
            <a:ln w="0">
              <a:noFill/>
              <a:prstDash val="solid"/>
            </a:ln>
          </p:spPr>
        </p:sp>
        <p:sp>
          <p:nvSpPr>
            <p:cNvPr id="2956" name="dense-strip-7-cell-66">
              <a:extLst>
                <a:ext uri="{FF2B5EF4-FFF2-40B4-BE49-F238E27FC236}">
                  <a16:creationId xmlns:a16="http://schemas.microsoft.com/office/drawing/2014/main" id="{B9DC8A54-ED2C-488E-913D-1E7D144B687B}"/>
                </a:ext>
              </a:extLst>
            </p:cNvPr>
            <p:cNvSpPr>
              <a:spLocks noGrp="1"/>
            </p:cNvSpPr>
            <p:nvPr/>
          </p:nvSpPr>
          <p:spPr>
            <a:xfrm>
              <a:off x="22255758" y="2838450"/>
              <a:ext cx="15522" cy="133350"/>
            </a:xfrm>
            <a:prstGeom prst="rect">
              <a:avLst/>
            </a:prstGeom>
            <a:solidFill>
              <a:srgbClr val="80C9BA"/>
            </a:solidFill>
            <a:ln w="0">
              <a:noFill/>
              <a:prstDash val="solid"/>
            </a:ln>
          </p:spPr>
        </p:sp>
        <p:sp>
          <p:nvSpPr>
            <p:cNvPr id="2957" name="dense-strip-7-cell-65">
              <a:extLst>
                <a:ext uri="{FF2B5EF4-FFF2-40B4-BE49-F238E27FC236}">
                  <a16:creationId xmlns:a16="http://schemas.microsoft.com/office/drawing/2014/main" id="{917AC737-FDA8-4FC4-925F-9EDAF247130B}"/>
                </a:ext>
              </a:extLst>
            </p:cNvPr>
            <p:cNvSpPr>
              <a:spLocks noGrp="1"/>
            </p:cNvSpPr>
            <p:nvPr/>
          </p:nvSpPr>
          <p:spPr>
            <a:xfrm>
              <a:off x="22240379" y="2838450"/>
              <a:ext cx="15522" cy="133350"/>
            </a:xfrm>
            <a:prstGeom prst="rect">
              <a:avLst/>
            </a:prstGeom>
            <a:solidFill>
              <a:srgbClr val="A0D4CC"/>
            </a:solidFill>
            <a:ln w="0">
              <a:noFill/>
              <a:prstDash val="solid"/>
            </a:ln>
          </p:spPr>
        </p:sp>
        <p:sp>
          <p:nvSpPr>
            <p:cNvPr id="2958" name="dense-strip-7-cell-64">
              <a:extLst>
                <a:ext uri="{FF2B5EF4-FFF2-40B4-BE49-F238E27FC236}">
                  <a16:creationId xmlns:a16="http://schemas.microsoft.com/office/drawing/2014/main" id="{28F85899-5E54-4109-AEF6-1ED2069741E4}"/>
                </a:ext>
              </a:extLst>
            </p:cNvPr>
            <p:cNvSpPr>
              <a:spLocks noGrp="1"/>
            </p:cNvSpPr>
            <p:nvPr/>
          </p:nvSpPr>
          <p:spPr>
            <a:xfrm>
              <a:off x="22225000" y="2838450"/>
              <a:ext cx="15522" cy="133350"/>
            </a:xfrm>
            <a:prstGeom prst="rect">
              <a:avLst/>
            </a:prstGeom>
            <a:solidFill>
              <a:srgbClr val="C5E0E0"/>
            </a:solidFill>
            <a:ln w="0">
              <a:noFill/>
              <a:prstDash val="solid"/>
            </a:ln>
          </p:spPr>
        </p:sp>
        <p:sp>
          <p:nvSpPr>
            <p:cNvPr id="2959" name="dense-strip-7-cell-63">
              <a:extLst>
                <a:ext uri="{FF2B5EF4-FFF2-40B4-BE49-F238E27FC236}">
                  <a16:creationId xmlns:a16="http://schemas.microsoft.com/office/drawing/2014/main" id="{7AC134F9-3640-4084-BCD3-CD702F8B2BBD}"/>
                </a:ext>
              </a:extLst>
            </p:cNvPr>
            <p:cNvSpPr>
              <a:spLocks noGrp="1"/>
            </p:cNvSpPr>
            <p:nvPr/>
          </p:nvSpPr>
          <p:spPr>
            <a:xfrm>
              <a:off x="22209621" y="2838450"/>
              <a:ext cx="15522" cy="133350"/>
            </a:xfrm>
            <a:prstGeom prst="rect">
              <a:avLst/>
            </a:prstGeom>
            <a:solidFill>
              <a:srgbClr val="C4E0E0"/>
            </a:solidFill>
            <a:ln w="0">
              <a:noFill/>
              <a:prstDash val="solid"/>
            </a:ln>
          </p:spPr>
        </p:sp>
        <p:sp>
          <p:nvSpPr>
            <p:cNvPr id="2960" name="dense-strip-7-cell-62">
              <a:extLst>
                <a:ext uri="{FF2B5EF4-FFF2-40B4-BE49-F238E27FC236}">
                  <a16:creationId xmlns:a16="http://schemas.microsoft.com/office/drawing/2014/main" id="{BFB8AB29-DF52-4C17-814C-754CAD40F34D}"/>
                </a:ext>
              </a:extLst>
            </p:cNvPr>
            <p:cNvSpPr>
              <a:spLocks noGrp="1"/>
            </p:cNvSpPr>
            <p:nvPr/>
          </p:nvSpPr>
          <p:spPr>
            <a:xfrm>
              <a:off x="22194242" y="2838450"/>
              <a:ext cx="15522" cy="133350"/>
            </a:xfrm>
            <a:prstGeom prst="rect">
              <a:avLst/>
            </a:prstGeom>
            <a:solidFill>
              <a:srgbClr val="C5E0E0"/>
            </a:solidFill>
            <a:ln w="0">
              <a:noFill/>
              <a:prstDash val="solid"/>
            </a:ln>
          </p:spPr>
        </p:sp>
        <p:sp>
          <p:nvSpPr>
            <p:cNvPr id="2961" name="dense-strip-7-cell-61">
              <a:extLst>
                <a:ext uri="{FF2B5EF4-FFF2-40B4-BE49-F238E27FC236}">
                  <a16:creationId xmlns:a16="http://schemas.microsoft.com/office/drawing/2014/main" id="{ABF18DD6-D9BF-469F-B251-26842D504436}"/>
                </a:ext>
              </a:extLst>
            </p:cNvPr>
            <p:cNvSpPr>
              <a:spLocks noGrp="1"/>
            </p:cNvSpPr>
            <p:nvPr/>
          </p:nvSpPr>
          <p:spPr>
            <a:xfrm>
              <a:off x="22178863" y="2838450"/>
              <a:ext cx="15522" cy="133350"/>
            </a:xfrm>
            <a:prstGeom prst="rect">
              <a:avLst/>
            </a:prstGeom>
            <a:solidFill>
              <a:srgbClr val="C4E0E0"/>
            </a:solidFill>
            <a:ln w="0">
              <a:noFill/>
              <a:prstDash val="solid"/>
            </a:ln>
          </p:spPr>
        </p:sp>
        <p:sp>
          <p:nvSpPr>
            <p:cNvPr id="2962" name="dense-strip-7-cell-60">
              <a:extLst>
                <a:ext uri="{FF2B5EF4-FFF2-40B4-BE49-F238E27FC236}">
                  <a16:creationId xmlns:a16="http://schemas.microsoft.com/office/drawing/2014/main" id="{B1C44E8D-2D95-4112-8D00-9A45A73FC8D8}"/>
                </a:ext>
              </a:extLst>
            </p:cNvPr>
            <p:cNvSpPr>
              <a:spLocks noGrp="1"/>
            </p:cNvSpPr>
            <p:nvPr/>
          </p:nvSpPr>
          <p:spPr>
            <a:xfrm>
              <a:off x="22163484" y="2838450"/>
              <a:ext cx="15522" cy="133350"/>
            </a:xfrm>
            <a:prstGeom prst="rect">
              <a:avLst/>
            </a:prstGeom>
            <a:solidFill>
              <a:srgbClr val="C0DFDE"/>
            </a:solidFill>
            <a:ln w="0">
              <a:noFill/>
              <a:prstDash val="solid"/>
            </a:ln>
          </p:spPr>
        </p:sp>
        <p:sp>
          <p:nvSpPr>
            <p:cNvPr id="2963" name="dense-strip-7-cell-59">
              <a:extLst>
                <a:ext uri="{FF2B5EF4-FFF2-40B4-BE49-F238E27FC236}">
                  <a16:creationId xmlns:a16="http://schemas.microsoft.com/office/drawing/2014/main" id="{1450543D-F414-4DB1-85BD-2A59370C6673}"/>
                </a:ext>
              </a:extLst>
            </p:cNvPr>
            <p:cNvSpPr>
              <a:spLocks noGrp="1"/>
            </p:cNvSpPr>
            <p:nvPr/>
          </p:nvSpPr>
          <p:spPr>
            <a:xfrm>
              <a:off x="22148105" y="2838450"/>
              <a:ext cx="15522" cy="133350"/>
            </a:xfrm>
            <a:prstGeom prst="rect">
              <a:avLst/>
            </a:prstGeom>
            <a:solidFill>
              <a:srgbClr val="C6E1E1"/>
            </a:solidFill>
            <a:ln w="0">
              <a:noFill/>
              <a:prstDash val="solid"/>
            </a:ln>
          </p:spPr>
        </p:sp>
        <p:sp>
          <p:nvSpPr>
            <p:cNvPr id="2964" name="dense-strip-7-cell-58">
              <a:extLst>
                <a:ext uri="{FF2B5EF4-FFF2-40B4-BE49-F238E27FC236}">
                  <a16:creationId xmlns:a16="http://schemas.microsoft.com/office/drawing/2014/main" id="{AA6838E0-8F3C-4F02-A704-BB54617B60DC}"/>
                </a:ext>
              </a:extLst>
            </p:cNvPr>
            <p:cNvSpPr>
              <a:spLocks noGrp="1"/>
            </p:cNvSpPr>
            <p:nvPr/>
          </p:nvSpPr>
          <p:spPr>
            <a:xfrm>
              <a:off x="22132727" y="2838450"/>
              <a:ext cx="15522" cy="133350"/>
            </a:xfrm>
            <a:prstGeom prst="rect">
              <a:avLst/>
            </a:prstGeom>
            <a:solidFill>
              <a:srgbClr val="C8E1E2"/>
            </a:solidFill>
            <a:ln w="0">
              <a:noFill/>
              <a:prstDash val="solid"/>
            </a:ln>
          </p:spPr>
        </p:sp>
        <p:sp>
          <p:nvSpPr>
            <p:cNvPr id="2965" name="dense-strip-7-cell-57">
              <a:extLst>
                <a:ext uri="{FF2B5EF4-FFF2-40B4-BE49-F238E27FC236}">
                  <a16:creationId xmlns:a16="http://schemas.microsoft.com/office/drawing/2014/main" id="{6397A99B-87D0-4B74-A5F2-875C1CD40D5B}"/>
                </a:ext>
              </a:extLst>
            </p:cNvPr>
            <p:cNvSpPr>
              <a:spLocks noGrp="1"/>
            </p:cNvSpPr>
            <p:nvPr/>
          </p:nvSpPr>
          <p:spPr>
            <a:xfrm>
              <a:off x="22117348" y="2838450"/>
              <a:ext cx="15522" cy="133350"/>
            </a:xfrm>
            <a:prstGeom prst="rect">
              <a:avLst/>
            </a:prstGeom>
            <a:solidFill>
              <a:srgbClr val="D3E5E8"/>
            </a:solidFill>
            <a:ln w="0">
              <a:noFill/>
              <a:prstDash val="solid"/>
            </a:ln>
          </p:spPr>
        </p:sp>
        <p:sp>
          <p:nvSpPr>
            <p:cNvPr id="2966" name="dense-strip-7-cell-56">
              <a:extLst>
                <a:ext uri="{FF2B5EF4-FFF2-40B4-BE49-F238E27FC236}">
                  <a16:creationId xmlns:a16="http://schemas.microsoft.com/office/drawing/2014/main" id="{FB35F229-05C6-4309-B510-B263B224854D}"/>
                </a:ext>
              </a:extLst>
            </p:cNvPr>
            <p:cNvSpPr>
              <a:spLocks noGrp="1"/>
            </p:cNvSpPr>
            <p:nvPr/>
          </p:nvSpPr>
          <p:spPr>
            <a:xfrm>
              <a:off x="22101969" y="2838450"/>
              <a:ext cx="15522" cy="133350"/>
            </a:xfrm>
            <a:prstGeom prst="rect">
              <a:avLst/>
            </a:prstGeom>
            <a:solidFill>
              <a:srgbClr val="DCE8ED"/>
            </a:solidFill>
            <a:ln w="0">
              <a:noFill/>
              <a:prstDash val="solid"/>
            </a:ln>
          </p:spPr>
        </p:sp>
        <p:sp>
          <p:nvSpPr>
            <p:cNvPr id="2967" name="dense-strip-7-cell-55">
              <a:extLst>
                <a:ext uri="{FF2B5EF4-FFF2-40B4-BE49-F238E27FC236}">
                  <a16:creationId xmlns:a16="http://schemas.microsoft.com/office/drawing/2014/main" id="{BB1EF389-EAF6-46ED-82E6-59514B2DFBFD}"/>
                </a:ext>
              </a:extLst>
            </p:cNvPr>
            <p:cNvSpPr>
              <a:spLocks noGrp="1"/>
            </p:cNvSpPr>
            <p:nvPr/>
          </p:nvSpPr>
          <p:spPr>
            <a:xfrm>
              <a:off x="22086590" y="2838450"/>
              <a:ext cx="15522" cy="133350"/>
            </a:xfrm>
            <a:prstGeom prst="rect">
              <a:avLst/>
            </a:prstGeom>
            <a:solidFill>
              <a:srgbClr val="DBE0E8"/>
            </a:solidFill>
            <a:ln w="0">
              <a:noFill/>
              <a:prstDash val="solid"/>
            </a:ln>
          </p:spPr>
        </p:sp>
        <p:sp>
          <p:nvSpPr>
            <p:cNvPr id="2968" name="dense-strip-7-cell-54">
              <a:extLst>
                <a:ext uri="{FF2B5EF4-FFF2-40B4-BE49-F238E27FC236}">
                  <a16:creationId xmlns:a16="http://schemas.microsoft.com/office/drawing/2014/main" id="{F7967503-26DB-48FB-8D34-FF6C834E4DE6}"/>
                </a:ext>
              </a:extLst>
            </p:cNvPr>
            <p:cNvSpPr>
              <a:spLocks noGrp="1"/>
            </p:cNvSpPr>
            <p:nvPr/>
          </p:nvSpPr>
          <p:spPr>
            <a:xfrm>
              <a:off x="22071211" y="2838450"/>
              <a:ext cx="15522" cy="133350"/>
            </a:xfrm>
            <a:prstGeom prst="rect">
              <a:avLst/>
            </a:prstGeom>
            <a:solidFill>
              <a:srgbClr val="DCE8ED"/>
            </a:solidFill>
            <a:ln w="0">
              <a:noFill/>
              <a:prstDash val="solid"/>
            </a:ln>
          </p:spPr>
        </p:sp>
        <p:sp>
          <p:nvSpPr>
            <p:cNvPr id="2969" name="dense-strip-7-cell-53">
              <a:extLst>
                <a:ext uri="{FF2B5EF4-FFF2-40B4-BE49-F238E27FC236}">
                  <a16:creationId xmlns:a16="http://schemas.microsoft.com/office/drawing/2014/main" id="{75AAB50D-3615-4427-8D7C-833F9E8B9B26}"/>
                </a:ext>
              </a:extLst>
            </p:cNvPr>
            <p:cNvSpPr>
              <a:spLocks noGrp="1"/>
            </p:cNvSpPr>
            <p:nvPr/>
          </p:nvSpPr>
          <p:spPr>
            <a:xfrm>
              <a:off x="22055832" y="2838450"/>
              <a:ext cx="15522" cy="133350"/>
            </a:xfrm>
            <a:prstGeom prst="rect">
              <a:avLst/>
            </a:prstGeom>
            <a:solidFill>
              <a:srgbClr val="DCE8ED"/>
            </a:solidFill>
            <a:ln w="0">
              <a:noFill/>
              <a:prstDash val="solid"/>
            </a:ln>
          </p:spPr>
        </p:sp>
        <p:sp>
          <p:nvSpPr>
            <p:cNvPr id="2970" name="dense-strip-7-cell-52">
              <a:extLst>
                <a:ext uri="{FF2B5EF4-FFF2-40B4-BE49-F238E27FC236}">
                  <a16:creationId xmlns:a16="http://schemas.microsoft.com/office/drawing/2014/main" id="{842FF4B1-34F8-4F15-B37E-E244BFB0D389}"/>
                </a:ext>
              </a:extLst>
            </p:cNvPr>
            <p:cNvSpPr>
              <a:spLocks noGrp="1"/>
            </p:cNvSpPr>
            <p:nvPr/>
          </p:nvSpPr>
          <p:spPr>
            <a:xfrm>
              <a:off x="22040453" y="2838450"/>
              <a:ext cx="15522" cy="133350"/>
            </a:xfrm>
            <a:prstGeom prst="rect">
              <a:avLst/>
            </a:prstGeom>
            <a:solidFill>
              <a:srgbClr val="DCE8ED"/>
            </a:solidFill>
            <a:ln w="0">
              <a:noFill/>
              <a:prstDash val="solid"/>
            </a:ln>
          </p:spPr>
        </p:sp>
        <p:sp>
          <p:nvSpPr>
            <p:cNvPr id="2971" name="dense-strip-7-cell-51">
              <a:extLst>
                <a:ext uri="{FF2B5EF4-FFF2-40B4-BE49-F238E27FC236}">
                  <a16:creationId xmlns:a16="http://schemas.microsoft.com/office/drawing/2014/main" id="{24F305D4-CF39-4840-BF43-284F5A7A6D6E}"/>
                </a:ext>
              </a:extLst>
            </p:cNvPr>
            <p:cNvSpPr>
              <a:spLocks noGrp="1"/>
            </p:cNvSpPr>
            <p:nvPr/>
          </p:nvSpPr>
          <p:spPr>
            <a:xfrm>
              <a:off x="22025074" y="2838450"/>
              <a:ext cx="15522" cy="133350"/>
            </a:xfrm>
            <a:prstGeom prst="rect">
              <a:avLst/>
            </a:prstGeom>
            <a:solidFill>
              <a:srgbClr val="DCE8ED"/>
            </a:solidFill>
            <a:ln w="0">
              <a:noFill/>
              <a:prstDash val="solid"/>
            </a:ln>
          </p:spPr>
        </p:sp>
        <p:sp>
          <p:nvSpPr>
            <p:cNvPr id="2972" name="dense-strip-7-cell-50">
              <a:extLst>
                <a:ext uri="{FF2B5EF4-FFF2-40B4-BE49-F238E27FC236}">
                  <a16:creationId xmlns:a16="http://schemas.microsoft.com/office/drawing/2014/main" id="{7C1E1217-C14D-46F5-B3C0-018EA76CC819}"/>
                </a:ext>
              </a:extLst>
            </p:cNvPr>
            <p:cNvSpPr>
              <a:spLocks noGrp="1"/>
            </p:cNvSpPr>
            <p:nvPr/>
          </p:nvSpPr>
          <p:spPr>
            <a:xfrm>
              <a:off x="22009695" y="2838450"/>
              <a:ext cx="15522" cy="133350"/>
            </a:xfrm>
            <a:prstGeom prst="rect">
              <a:avLst/>
            </a:prstGeom>
            <a:solidFill>
              <a:srgbClr val="DCE8ED"/>
            </a:solidFill>
            <a:ln w="0">
              <a:noFill/>
              <a:prstDash val="solid"/>
            </a:ln>
          </p:spPr>
        </p:sp>
        <p:sp>
          <p:nvSpPr>
            <p:cNvPr id="2973" name="dense-strip-7-cell-49">
              <a:extLst>
                <a:ext uri="{FF2B5EF4-FFF2-40B4-BE49-F238E27FC236}">
                  <a16:creationId xmlns:a16="http://schemas.microsoft.com/office/drawing/2014/main" id="{F664F80B-8D82-4C8F-8CFA-0CCC057318E4}"/>
                </a:ext>
              </a:extLst>
            </p:cNvPr>
            <p:cNvSpPr>
              <a:spLocks noGrp="1"/>
            </p:cNvSpPr>
            <p:nvPr/>
          </p:nvSpPr>
          <p:spPr>
            <a:xfrm>
              <a:off x="21994316" y="2838450"/>
              <a:ext cx="15522" cy="133350"/>
            </a:xfrm>
            <a:prstGeom prst="rect">
              <a:avLst/>
            </a:prstGeom>
            <a:solidFill>
              <a:srgbClr val="DCE8ED"/>
            </a:solidFill>
            <a:ln w="0">
              <a:noFill/>
              <a:prstDash val="solid"/>
            </a:ln>
          </p:spPr>
        </p:sp>
        <p:sp>
          <p:nvSpPr>
            <p:cNvPr id="2974" name="dense-strip-7-cell-48">
              <a:extLst>
                <a:ext uri="{FF2B5EF4-FFF2-40B4-BE49-F238E27FC236}">
                  <a16:creationId xmlns:a16="http://schemas.microsoft.com/office/drawing/2014/main" id="{C51680D6-B4E9-4649-90AF-0421DEA2AD13}"/>
                </a:ext>
              </a:extLst>
            </p:cNvPr>
            <p:cNvSpPr>
              <a:spLocks noGrp="1"/>
            </p:cNvSpPr>
            <p:nvPr/>
          </p:nvSpPr>
          <p:spPr>
            <a:xfrm>
              <a:off x="21978938" y="2838450"/>
              <a:ext cx="15522" cy="133350"/>
            </a:xfrm>
            <a:prstGeom prst="rect">
              <a:avLst/>
            </a:prstGeom>
            <a:solidFill>
              <a:srgbClr val="DCE8ED"/>
            </a:solidFill>
            <a:ln w="0">
              <a:noFill/>
              <a:prstDash val="solid"/>
            </a:ln>
          </p:spPr>
        </p:sp>
        <p:sp>
          <p:nvSpPr>
            <p:cNvPr id="2975" name="dense-strip-7-cell-47">
              <a:extLst>
                <a:ext uri="{FF2B5EF4-FFF2-40B4-BE49-F238E27FC236}">
                  <a16:creationId xmlns:a16="http://schemas.microsoft.com/office/drawing/2014/main" id="{A4B43158-6338-40F4-974D-4CCADF02B495}"/>
                </a:ext>
              </a:extLst>
            </p:cNvPr>
            <p:cNvSpPr>
              <a:spLocks noGrp="1"/>
            </p:cNvSpPr>
            <p:nvPr/>
          </p:nvSpPr>
          <p:spPr>
            <a:xfrm>
              <a:off x="21963559" y="2838450"/>
              <a:ext cx="15522" cy="133350"/>
            </a:xfrm>
            <a:prstGeom prst="rect">
              <a:avLst/>
            </a:prstGeom>
            <a:solidFill>
              <a:srgbClr val="DCE8ED"/>
            </a:solidFill>
            <a:ln w="0">
              <a:noFill/>
              <a:prstDash val="solid"/>
            </a:ln>
          </p:spPr>
        </p:sp>
        <p:sp>
          <p:nvSpPr>
            <p:cNvPr id="2976" name="dense-strip-7-cell-46">
              <a:extLst>
                <a:ext uri="{FF2B5EF4-FFF2-40B4-BE49-F238E27FC236}">
                  <a16:creationId xmlns:a16="http://schemas.microsoft.com/office/drawing/2014/main" id="{3DC37BC0-3853-4A62-B906-961872E69184}"/>
                </a:ext>
              </a:extLst>
            </p:cNvPr>
            <p:cNvSpPr>
              <a:spLocks noGrp="1"/>
            </p:cNvSpPr>
            <p:nvPr/>
          </p:nvSpPr>
          <p:spPr>
            <a:xfrm>
              <a:off x="21948180" y="2838450"/>
              <a:ext cx="15522" cy="133350"/>
            </a:xfrm>
            <a:prstGeom prst="rect">
              <a:avLst/>
            </a:prstGeom>
            <a:solidFill>
              <a:srgbClr val="DCE8ED"/>
            </a:solidFill>
            <a:ln w="0">
              <a:noFill/>
              <a:prstDash val="solid"/>
            </a:ln>
          </p:spPr>
        </p:sp>
        <p:sp>
          <p:nvSpPr>
            <p:cNvPr id="2977" name="dense-strip-7-cell-45">
              <a:extLst>
                <a:ext uri="{FF2B5EF4-FFF2-40B4-BE49-F238E27FC236}">
                  <a16:creationId xmlns:a16="http://schemas.microsoft.com/office/drawing/2014/main" id="{7CB5C537-C255-4D46-B3B0-4C323E752B66}"/>
                </a:ext>
              </a:extLst>
            </p:cNvPr>
            <p:cNvSpPr>
              <a:spLocks noGrp="1"/>
            </p:cNvSpPr>
            <p:nvPr/>
          </p:nvSpPr>
          <p:spPr>
            <a:xfrm>
              <a:off x="21932801" y="2838450"/>
              <a:ext cx="15522" cy="133350"/>
            </a:xfrm>
            <a:prstGeom prst="rect">
              <a:avLst/>
            </a:prstGeom>
            <a:solidFill>
              <a:srgbClr val="DCE8ED"/>
            </a:solidFill>
            <a:ln w="0">
              <a:noFill/>
              <a:prstDash val="solid"/>
            </a:ln>
          </p:spPr>
        </p:sp>
        <p:sp>
          <p:nvSpPr>
            <p:cNvPr id="2978" name="dense-strip-7-cell-44">
              <a:extLst>
                <a:ext uri="{FF2B5EF4-FFF2-40B4-BE49-F238E27FC236}">
                  <a16:creationId xmlns:a16="http://schemas.microsoft.com/office/drawing/2014/main" id="{C4074C4A-2E1B-472F-942C-B0C3502C1194}"/>
                </a:ext>
              </a:extLst>
            </p:cNvPr>
            <p:cNvSpPr>
              <a:spLocks noGrp="1"/>
            </p:cNvSpPr>
            <p:nvPr/>
          </p:nvSpPr>
          <p:spPr>
            <a:xfrm>
              <a:off x="21917422" y="2838450"/>
              <a:ext cx="15522" cy="133350"/>
            </a:xfrm>
            <a:prstGeom prst="rect">
              <a:avLst/>
            </a:prstGeom>
            <a:solidFill>
              <a:srgbClr val="DCE8ED"/>
            </a:solidFill>
            <a:ln w="0">
              <a:noFill/>
              <a:prstDash val="solid"/>
            </a:ln>
          </p:spPr>
        </p:sp>
        <p:sp>
          <p:nvSpPr>
            <p:cNvPr id="2979" name="dense-strip-7-cell-43">
              <a:extLst>
                <a:ext uri="{FF2B5EF4-FFF2-40B4-BE49-F238E27FC236}">
                  <a16:creationId xmlns:a16="http://schemas.microsoft.com/office/drawing/2014/main" id="{38E27F3E-FA13-4005-8B01-9616354E9221}"/>
                </a:ext>
              </a:extLst>
            </p:cNvPr>
            <p:cNvSpPr>
              <a:spLocks noGrp="1"/>
            </p:cNvSpPr>
            <p:nvPr/>
          </p:nvSpPr>
          <p:spPr>
            <a:xfrm>
              <a:off x="21902043" y="2838450"/>
              <a:ext cx="15522" cy="133350"/>
            </a:xfrm>
            <a:prstGeom prst="rect">
              <a:avLst/>
            </a:prstGeom>
            <a:solidFill>
              <a:srgbClr val="DCE8ED"/>
            </a:solidFill>
            <a:ln w="0">
              <a:noFill/>
              <a:prstDash val="solid"/>
            </a:ln>
          </p:spPr>
        </p:sp>
        <p:sp>
          <p:nvSpPr>
            <p:cNvPr id="2980" name="dense-strip-7-cell-42">
              <a:extLst>
                <a:ext uri="{FF2B5EF4-FFF2-40B4-BE49-F238E27FC236}">
                  <a16:creationId xmlns:a16="http://schemas.microsoft.com/office/drawing/2014/main" id="{14AB67A2-12F6-4301-BF6D-991E51FD6A8B}"/>
                </a:ext>
              </a:extLst>
            </p:cNvPr>
            <p:cNvSpPr>
              <a:spLocks noGrp="1"/>
            </p:cNvSpPr>
            <p:nvPr/>
          </p:nvSpPr>
          <p:spPr>
            <a:xfrm>
              <a:off x="21886664" y="2838450"/>
              <a:ext cx="15522" cy="133350"/>
            </a:xfrm>
            <a:prstGeom prst="rect">
              <a:avLst/>
            </a:prstGeom>
            <a:solidFill>
              <a:srgbClr val="DCE8ED"/>
            </a:solidFill>
            <a:ln w="0">
              <a:noFill/>
              <a:prstDash val="solid"/>
            </a:ln>
          </p:spPr>
        </p:sp>
        <p:sp>
          <p:nvSpPr>
            <p:cNvPr id="2981" name="dense-strip-7-cell-41">
              <a:extLst>
                <a:ext uri="{FF2B5EF4-FFF2-40B4-BE49-F238E27FC236}">
                  <a16:creationId xmlns:a16="http://schemas.microsoft.com/office/drawing/2014/main" id="{D50B9583-D552-4D06-8519-181A173DC94F}"/>
                </a:ext>
              </a:extLst>
            </p:cNvPr>
            <p:cNvSpPr>
              <a:spLocks noGrp="1"/>
            </p:cNvSpPr>
            <p:nvPr/>
          </p:nvSpPr>
          <p:spPr>
            <a:xfrm>
              <a:off x="21871285" y="2838450"/>
              <a:ext cx="15522" cy="133350"/>
            </a:xfrm>
            <a:prstGeom prst="rect">
              <a:avLst/>
            </a:prstGeom>
            <a:solidFill>
              <a:srgbClr val="DCE8ED"/>
            </a:solidFill>
            <a:ln w="0">
              <a:noFill/>
              <a:prstDash val="solid"/>
            </a:ln>
          </p:spPr>
        </p:sp>
        <p:sp>
          <p:nvSpPr>
            <p:cNvPr id="2982" name="dense-strip-7-cell-40">
              <a:extLst>
                <a:ext uri="{FF2B5EF4-FFF2-40B4-BE49-F238E27FC236}">
                  <a16:creationId xmlns:a16="http://schemas.microsoft.com/office/drawing/2014/main" id="{D3A94683-5349-4C3F-BA80-D0D8AF4A4434}"/>
                </a:ext>
              </a:extLst>
            </p:cNvPr>
            <p:cNvSpPr>
              <a:spLocks noGrp="1"/>
            </p:cNvSpPr>
            <p:nvPr/>
          </p:nvSpPr>
          <p:spPr>
            <a:xfrm>
              <a:off x="21855906" y="2838450"/>
              <a:ext cx="15522" cy="133350"/>
            </a:xfrm>
            <a:prstGeom prst="rect">
              <a:avLst/>
            </a:prstGeom>
            <a:solidFill>
              <a:srgbClr val="DCE8ED"/>
            </a:solidFill>
            <a:ln w="0">
              <a:noFill/>
              <a:prstDash val="solid"/>
            </a:ln>
          </p:spPr>
        </p:sp>
        <p:sp>
          <p:nvSpPr>
            <p:cNvPr id="2983" name="dense-strip-7-cell-39">
              <a:extLst>
                <a:ext uri="{FF2B5EF4-FFF2-40B4-BE49-F238E27FC236}">
                  <a16:creationId xmlns:a16="http://schemas.microsoft.com/office/drawing/2014/main" id="{271F60ED-6E9D-48F2-B145-C6BF0BD0AC25}"/>
                </a:ext>
              </a:extLst>
            </p:cNvPr>
            <p:cNvSpPr>
              <a:spLocks noGrp="1"/>
            </p:cNvSpPr>
            <p:nvPr/>
          </p:nvSpPr>
          <p:spPr>
            <a:xfrm>
              <a:off x="21840527" y="2838450"/>
              <a:ext cx="15522" cy="133350"/>
            </a:xfrm>
            <a:prstGeom prst="rect">
              <a:avLst/>
            </a:prstGeom>
            <a:solidFill>
              <a:srgbClr val="DCE8ED"/>
            </a:solidFill>
            <a:ln w="0">
              <a:noFill/>
              <a:prstDash val="solid"/>
            </a:ln>
          </p:spPr>
        </p:sp>
        <p:sp>
          <p:nvSpPr>
            <p:cNvPr id="2984" name="dense-strip-7-cell-38">
              <a:extLst>
                <a:ext uri="{FF2B5EF4-FFF2-40B4-BE49-F238E27FC236}">
                  <a16:creationId xmlns:a16="http://schemas.microsoft.com/office/drawing/2014/main" id="{584AE518-0744-4421-85F9-A70B354216A7}"/>
                </a:ext>
              </a:extLst>
            </p:cNvPr>
            <p:cNvSpPr>
              <a:spLocks noGrp="1"/>
            </p:cNvSpPr>
            <p:nvPr/>
          </p:nvSpPr>
          <p:spPr>
            <a:xfrm>
              <a:off x="21825148" y="2838450"/>
              <a:ext cx="15522" cy="133350"/>
            </a:xfrm>
            <a:prstGeom prst="rect">
              <a:avLst/>
            </a:prstGeom>
            <a:solidFill>
              <a:srgbClr val="DCE8ED"/>
            </a:solidFill>
            <a:ln w="0">
              <a:noFill/>
              <a:prstDash val="solid"/>
            </a:ln>
          </p:spPr>
        </p:sp>
        <p:sp>
          <p:nvSpPr>
            <p:cNvPr id="2985" name="dense-strip-7-cell-37">
              <a:extLst>
                <a:ext uri="{FF2B5EF4-FFF2-40B4-BE49-F238E27FC236}">
                  <a16:creationId xmlns:a16="http://schemas.microsoft.com/office/drawing/2014/main" id="{5BE4FC13-775A-4A0B-BB72-764B3CF2786E}"/>
                </a:ext>
              </a:extLst>
            </p:cNvPr>
            <p:cNvSpPr>
              <a:spLocks noGrp="1"/>
            </p:cNvSpPr>
            <p:nvPr/>
          </p:nvSpPr>
          <p:spPr>
            <a:xfrm>
              <a:off x="21809770" y="2838450"/>
              <a:ext cx="15522" cy="133350"/>
            </a:xfrm>
            <a:prstGeom prst="rect">
              <a:avLst/>
            </a:prstGeom>
            <a:solidFill>
              <a:srgbClr val="DCE8ED"/>
            </a:solidFill>
            <a:ln w="0">
              <a:noFill/>
              <a:prstDash val="solid"/>
            </a:ln>
          </p:spPr>
        </p:sp>
        <p:sp>
          <p:nvSpPr>
            <p:cNvPr id="2986" name="dense-strip-7-cell-36">
              <a:extLst>
                <a:ext uri="{FF2B5EF4-FFF2-40B4-BE49-F238E27FC236}">
                  <a16:creationId xmlns:a16="http://schemas.microsoft.com/office/drawing/2014/main" id="{A0F9E4E2-66B9-47C0-97E4-866D6FDC57D7}"/>
                </a:ext>
              </a:extLst>
            </p:cNvPr>
            <p:cNvSpPr>
              <a:spLocks noGrp="1"/>
            </p:cNvSpPr>
            <p:nvPr/>
          </p:nvSpPr>
          <p:spPr>
            <a:xfrm>
              <a:off x="21794391" y="2838450"/>
              <a:ext cx="15522" cy="133350"/>
            </a:xfrm>
            <a:prstGeom prst="rect">
              <a:avLst/>
            </a:prstGeom>
            <a:solidFill>
              <a:srgbClr val="DBE8EC"/>
            </a:solidFill>
            <a:ln w="0">
              <a:noFill/>
              <a:prstDash val="solid"/>
            </a:ln>
          </p:spPr>
        </p:sp>
        <p:sp>
          <p:nvSpPr>
            <p:cNvPr id="2987" name="dense-strip-7-cell-35">
              <a:extLst>
                <a:ext uri="{FF2B5EF4-FFF2-40B4-BE49-F238E27FC236}">
                  <a16:creationId xmlns:a16="http://schemas.microsoft.com/office/drawing/2014/main" id="{60EFF92A-983F-4094-8C47-C46DB0E388F5}"/>
                </a:ext>
              </a:extLst>
            </p:cNvPr>
            <p:cNvSpPr>
              <a:spLocks noGrp="1"/>
            </p:cNvSpPr>
            <p:nvPr/>
          </p:nvSpPr>
          <p:spPr>
            <a:xfrm>
              <a:off x="21779012" y="2838450"/>
              <a:ext cx="15522" cy="133350"/>
            </a:xfrm>
            <a:prstGeom prst="rect">
              <a:avLst/>
            </a:prstGeom>
            <a:solidFill>
              <a:srgbClr val="DCE8ED"/>
            </a:solidFill>
            <a:ln w="0">
              <a:noFill/>
              <a:prstDash val="solid"/>
            </a:ln>
          </p:spPr>
        </p:sp>
        <p:sp>
          <p:nvSpPr>
            <p:cNvPr id="2988" name="dense-strip-7-cell-34">
              <a:extLst>
                <a:ext uri="{FF2B5EF4-FFF2-40B4-BE49-F238E27FC236}">
                  <a16:creationId xmlns:a16="http://schemas.microsoft.com/office/drawing/2014/main" id="{9D3829B3-2B65-400E-AEFF-FCD59022A422}"/>
                </a:ext>
              </a:extLst>
            </p:cNvPr>
            <p:cNvSpPr>
              <a:spLocks noGrp="1"/>
            </p:cNvSpPr>
            <p:nvPr/>
          </p:nvSpPr>
          <p:spPr>
            <a:xfrm>
              <a:off x="21763633" y="2838450"/>
              <a:ext cx="15522" cy="133350"/>
            </a:xfrm>
            <a:prstGeom prst="rect">
              <a:avLst/>
            </a:prstGeom>
            <a:solidFill>
              <a:srgbClr val="DBE8EC"/>
            </a:solidFill>
            <a:ln w="0">
              <a:noFill/>
              <a:prstDash val="solid"/>
            </a:ln>
          </p:spPr>
        </p:sp>
        <p:sp>
          <p:nvSpPr>
            <p:cNvPr id="2989" name="dense-strip-7-cell-33">
              <a:extLst>
                <a:ext uri="{FF2B5EF4-FFF2-40B4-BE49-F238E27FC236}">
                  <a16:creationId xmlns:a16="http://schemas.microsoft.com/office/drawing/2014/main" id="{0F4C248C-053B-455D-ACD8-C529412532B9}"/>
                </a:ext>
              </a:extLst>
            </p:cNvPr>
            <p:cNvSpPr>
              <a:spLocks noGrp="1"/>
            </p:cNvSpPr>
            <p:nvPr/>
          </p:nvSpPr>
          <p:spPr>
            <a:xfrm>
              <a:off x="21748254" y="2838450"/>
              <a:ext cx="15522" cy="133350"/>
            </a:xfrm>
            <a:prstGeom prst="rect">
              <a:avLst/>
            </a:prstGeom>
            <a:solidFill>
              <a:srgbClr val="DBE8ED"/>
            </a:solidFill>
            <a:ln w="0">
              <a:noFill/>
              <a:prstDash val="solid"/>
            </a:ln>
          </p:spPr>
        </p:sp>
        <p:sp>
          <p:nvSpPr>
            <p:cNvPr id="2990" name="dense-strip-7-cell-32">
              <a:extLst>
                <a:ext uri="{FF2B5EF4-FFF2-40B4-BE49-F238E27FC236}">
                  <a16:creationId xmlns:a16="http://schemas.microsoft.com/office/drawing/2014/main" id="{CFCBB3F5-2828-482F-A501-B28D04591121}"/>
                </a:ext>
              </a:extLst>
            </p:cNvPr>
            <p:cNvSpPr>
              <a:spLocks noGrp="1"/>
            </p:cNvSpPr>
            <p:nvPr/>
          </p:nvSpPr>
          <p:spPr>
            <a:xfrm>
              <a:off x="21732875" y="2838450"/>
              <a:ext cx="15522" cy="133350"/>
            </a:xfrm>
            <a:prstGeom prst="rect">
              <a:avLst/>
            </a:prstGeom>
            <a:solidFill>
              <a:srgbClr val="DBE7ED"/>
            </a:solidFill>
            <a:ln w="0">
              <a:noFill/>
              <a:prstDash val="solid"/>
            </a:ln>
          </p:spPr>
        </p:sp>
        <p:sp>
          <p:nvSpPr>
            <p:cNvPr id="2991" name="dense-strip-7-cell-31">
              <a:extLst>
                <a:ext uri="{FF2B5EF4-FFF2-40B4-BE49-F238E27FC236}">
                  <a16:creationId xmlns:a16="http://schemas.microsoft.com/office/drawing/2014/main" id="{86809888-A6B5-43F3-A419-BF8EB59CC3D2}"/>
                </a:ext>
              </a:extLst>
            </p:cNvPr>
            <p:cNvSpPr>
              <a:spLocks noGrp="1"/>
            </p:cNvSpPr>
            <p:nvPr/>
          </p:nvSpPr>
          <p:spPr>
            <a:xfrm>
              <a:off x="21717496" y="2838450"/>
              <a:ext cx="15522" cy="133350"/>
            </a:xfrm>
            <a:prstGeom prst="rect">
              <a:avLst/>
            </a:prstGeom>
            <a:solidFill>
              <a:srgbClr val="D7E5EC"/>
            </a:solidFill>
            <a:ln w="0">
              <a:noFill/>
              <a:prstDash val="solid"/>
            </a:ln>
          </p:spPr>
        </p:sp>
        <p:sp>
          <p:nvSpPr>
            <p:cNvPr id="2992" name="dense-strip-7-cell-30">
              <a:extLst>
                <a:ext uri="{FF2B5EF4-FFF2-40B4-BE49-F238E27FC236}">
                  <a16:creationId xmlns:a16="http://schemas.microsoft.com/office/drawing/2014/main" id="{142A65DB-BB28-481F-904B-4EE5ECA5C1C5}"/>
                </a:ext>
              </a:extLst>
            </p:cNvPr>
            <p:cNvSpPr>
              <a:spLocks noGrp="1"/>
            </p:cNvSpPr>
            <p:nvPr/>
          </p:nvSpPr>
          <p:spPr>
            <a:xfrm>
              <a:off x="21702117" y="2838450"/>
              <a:ext cx="15522" cy="133350"/>
            </a:xfrm>
            <a:prstGeom prst="rect">
              <a:avLst/>
            </a:prstGeom>
            <a:solidFill>
              <a:srgbClr val="CCDFE9"/>
            </a:solidFill>
            <a:ln w="0">
              <a:noFill/>
              <a:prstDash val="solid"/>
            </a:ln>
          </p:spPr>
        </p:sp>
        <p:sp>
          <p:nvSpPr>
            <p:cNvPr id="2993" name="dense-strip-7-cell-29">
              <a:extLst>
                <a:ext uri="{FF2B5EF4-FFF2-40B4-BE49-F238E27FC236}">
                  <a16:creationId xmlns:a16="http://schemas.microsoft.com/office/drawing/2014/main" id="{CA3A6048-C43E-4C38-920D-3052B56C2E23}"/>
                </a:ext>
              </a:extLst>
            </p:cNvPr>
            <p:cNvSpPr>
              <a:spLocks noGrp="1"/>
            </p:cNvSpPr>
            <p:nvPr/>
          </p:nvSpPr>
          <p:spPr>
            <a:xfrm>
              <a:off x="21686738" y="2838450"/>
              <a:ext cx="15522" cy="133350"/>
            </a:xfrm>
            <a:prstGeom prst="rect">
              <a:avLst/>
            </a:prstGeom>
            <a:solidFill>
              <a:srgbClr val="C2DAE6"/>
            </a:solidFill>
            <a:ln w="0">
              <a:noFill/>
              <a:prstDash val="solid"/>
            </a:ln>
          </p:spPr>
        </p:sp>
        <p:sp>
          <p:nvSpPr>
            <p:cNvPr id="2994" name="dense-strip-7-cell-28">
              <a:extLst>
                <a:ext uri="{FF2B5EF4-FFF2-40B4-BE49-F238E27FC236}">
                  <a16:creationId xmlns:a16="http://schemas.microsoft.com/office/drawing/2014/main" id="{0B78FBBE-8879-47C8-828E-F7B3EB287485}"/>
                </a:ext>
              </a:extLst>
            </p:cNvPr>
            <p:cNvSpPr>
              <a:spLocks noGrp="1"/>
            </p:cNvSpPr>
            <p:nvPr/>
          </p:nvSpPr>
          <p:spPr>
            <a:xfrm>
              <a:off x="21671359" y="2838450"/>
              <a:ext cx="15522" cy="133350"/>
            </a:xfrm>
            <a:prstGeom prst="rect">
              <a:avLst/>
            </a:prstGeom>
            <a:solidFill>
              <a:srgbClr val="B7D4E3"/>
            </a:solidFill>
            <a:ln w="0">
              <a:noFill/>
              <a:prstDash val="solid"/>
            </a:ln>
          </p:spPr>
        </p:sp>
        <p:sp>
          <p:nvSpPr>
            <p:cNvPr id="2995" name="dense-strip-7-cell-27">
              <a:extLst>
                <a:ext uri="{FF2B5EF4-FFF2-40B4-BE49-F238E27FC236}">
                  <a16:creationId xmlns:a16="http://schemas.microsoft.com/office/drawing/2014/main" id="{507E2C66-667D-4544-8DB8-BA6ABB38536F}"/>
                </a:ext>
              </a:extLst>
            </p:cNvPr>
            <p:cNvSpPr>
              <a:spLocks noGrp="1"/>
            </p:cNvSpPr>
            <p:nvPr/>
          </p:nvSpPr>
          <p:spPr>
            <a:xfrm>
              <a:off x="21655980" y="2838450"/>
              <a:ext cx="15522" cy="133350"/>
            </a:xfrm>
            <a:prstGeom prst="rect">
              <a:avLst/>
            </a:prstGeom>
            <a:solidFill>
              <a:srgbClr val="AECFE1"/>
            </a:solidFill>
            <a:ln w="0">
              <a:noFill/>
              <a:prstDash val="solid"/>
            </a:ln>
          </p:spPr>
        </p:sp>
        <p:sp>
          <p:nvSpPr>
            <p:cNvPr id="2996" name="dense-strip-7-cell-26">
              <a:extLst>
                <a:ext uri="{FF2B5EF4-FFF2-40B4-BE49-F238E27FC236}">
                  <a16:creationId xmlns:a16="http://schemas.microsoft.com/office/drawing/2014/main" id="{205D2B21-8FA6-4BF3-B5C4-5C42B8ACDB45}"/>
                </a:ext>
              </a:extLst>
            </p:cNvPr>
            <p:cNvSpPr>
              <a:spLocks noGrp="1"/>
            </p:cNvSpPr>
            <p:nvPr/>
          </p:nvSpPr>
          <p:spPr>
            <a:xfrm>
              <a:off x="21640602" y="2838450"/>
              <a:ext cx="15522" cy="133350"/>
            </a:xfrm>
            <a:prstGeom prst="rect">
              <a:avLst/>
            </a:prstGeom>
            <a:solidFill>
              <a:srgbClr val="9BC5DC"/>
            </a:solidFill>
            <a:ln w="0">
              <a:noFill/>
              <a:prstDash val="solid"/>
            </a:ln>
          </p:spPr>
        </p:sp>
        <p:sp>
          <p:nvSpPr>
            <p:cNvPr id="2997" name="dense-strip-7-cell-25">
              <a:extLst>
                <a:ext uri="{FF2B5EF4-FFF2-40B4-BE49-F238E27FC236}">
                  <a16:creationId xmlns:a16="http://schemas.microsoft.com/office/drawing/2014/main" id="{D645B92E-1718-4D6E-9C5C-961B13180390}"/>
                </a:ext>
              </a:extLst>
            </p:cNvPr>
            <p:cNvSpPr>
              <a:spLocks noGrp="1"/>
            </p:cNvSpPr>
            <p:nvPr/>
          </p:nvSpPr>
          <p:spPr>
            <a:xfrm>
              <a:off x="21625223" y="2838450"/>
              <a:ext cx="15522" cy="133350"/>
            </a:xfrm>
            <a:prstGeom prst="rect">
              <a:avLst/>
            </a:prstGeom>
            <a:solidFill>
              <a:srgbClr val="7BB4D3"/>
            </a:solidFill>
            <a:ln w="0">
              <a:noFill/>
              <a:prstDash val="solid"/>
            </a:ln>
          </p:spPr>
        </p:sp>
        <p:sp>
          <p:nvSpPr>
            <p:cNvPr id="2998" name="dense-strip-7-cell-24">
              <a:extLst>
                <a:ext uri="{FF2B5EF4-FFF2-40B4-BE49-F238E27FC236}">
                  <a16:creationId xmlns:a16="http://schemas.microsoft.com/office/drawing/2014/main" id="{D67E9037-20F1-4C96-BEDB-459490D6A228}"/>
                </a:ext>
              </a:extLst>
            </p:cNvPr>
            <p:cNvSpPr>
              <a:spLocks noGrp="1"/>
            </p:cNvSpPr>
            <p:nvPr/>
          </p:nvSpPr>
          <p:spPr>
            <a:xfrm>
              <a:off x="21609844" y="2838450"/>
              <a:ext cx="15522" cy="133350"/>
            </a:xfrm>
            <a:prstGeom prst="rect">
              <a:avLst/>
            </a:prstGeom>
            <a:solidFill>
              <a:srgbClr val="5CA3CB"/>
            </a:solidFill>
            <a:ln w="0">
              <a:noFill/>
              <a:prstDash val="solid"/>
            </a:ln>
          </p:spPr>
        </p:sp>
        <p:sp>
          <p:nvSpPr>
            <p:cNvPr id="2999" name="dense-strip-7-cell-23">
              <a:extLst>
                <a:ext uri="{FF2B5EF4-FFF2-40B4-BE49-F238E27FC236}">
                  <a16:creationId xmlns:a16="http://schemas.microsoft.com/office/drawing/2014/main" id="{01BA4992-50B3-4910-BF3A-BCEA9E872D5C}"/>
                </a:ext>
              </a:extLst>
            </p:cNvPr>
            <p:cNvSpPr>
              <a:spLocks noGrp="1"/>
            </p:cNvSpPr>
            <p:nvPr/>
          </p:nvSpPr>
          <p:spPr>
            <a:xfrm>
              <a:off x="21594465" y="2838450"/>
              <a:ext cx="15522" cy="133350"/>
            </a:xfrm>
            <a:prstGeom prst="rect">
              <a:avLst/>
            </a:prstGeom>
            <a:solidFill>
              <a:srgbClr val="3D92C2"/>
            </a:solidFill>
            <a:ln w="0">
              <a:noFill/>
              <a:prstDash val="solid"/>
            </a:ln>
          </p:spPr>
        </p:sp>
        <p:sp>
          <p:nvSpPr>
            <p:cNvPr id="3000" name="dense-strip-7-cell-22">
              <a:extLst>
                <a:ext uri="{FF2B5EF4-FFF2-40B4-BE49-F238E27FC236}">
                  <a16:creationId xmlns:a16="http://schemas.microsoft.com/office/drawing/2014/main" id="{DE84544D-E5C1-4D5A-BF53-854FCFC1B101}"/>
                </a:ext>
              </a:extLst>
            </p:cNvPr>
            <p:cNvSpPr>
              <a:spLocks noGrp="1"/>
            </p:cNvSpPr>
            <p:nvPr/>
          </p:nvSpPr>
          <p:spPr>
            <a:xfrm>
              <a:off x="21579086" y="2838450"/>
              <a:ext cx="15522" cy="133350"/>
            </a:xfrm>
            <a:prstGeom prst="rect">
              <a:avLst/>
            </a:prstGeom>
            <a:solidFill>
              <a:srgbClr val="1F83BA"/>
            </a:solidFill>
            <a:ln w="0">
              <a:noFill/>
              <a:prstDash val="solid"/>
            </a:ln>
          </p:spPr>
        </p:sp>
        <p:sp>
          <p:nvSpPr>
            <p:cNvPr id="3001" name="dense-strip-7-cell-21">
              <a:extLst>
                <a:ext uri="{FF2B5EF4-FFF2-40B4-BE49-F238E27FC236}">
                  <a16:creationId xmlns:a16="http://schemas.microsoft.com/office/drawing/2014/main" id="{9CA88AB2-9632-4CC4-92F9-72639A833186}"/>
                </a:ext>
              </a:extLst>
            </p:cNvPr>
            <p:cNvSpPr>
              <a:spLocks noGrp="1"/>
            </p:cNvSpPr>
            <p:nvPr/>
          </p:nvSpPr>
          <p:spPr>
            <a:xfrm>
              <a:off x="21563707" y="2838450"/>
              <a:ext cx="15522" cy="133350"/>
            </a:xfrm>
            <a:prstGeom prst="rect">
              <a:avLst/>
            </a:prstGeom>
            <a:solidFill>
              <a:srgbClr val="0A77B5"/>
            </a:solidFill>
            <a:ln w="0">
              <a:noFill/>
              <a:prstDash val="solid"/>
            </a:ln>
          </p:spPr>
        </p:sp>
        <p:sp>
          <p:nvSpPr>
            <p:cNvPr id="3002" name="dense-strip-7-cell-20">
              <a:extLst>
                <a:ext uri="{FF2B5EF4-FFF2-40B4-BE49-F238E27FC236}">
                  <a16:creationId xmlns:a16="http://schemas.microsoft.com/office/drawing/2014/main" id="{FB086BAA-B5DE-40F5-84A3-83F7E54A10EF}"/>
                </a:ext>
              </a:extLst>
            </p:cNvPr>
            <p:cNvSpPr>
              <a:spLocks noGrp="1"/>
            </p:cNvSpPr>
            <p:nvPr/>
          </p:nvSpPr>
          <p:spPr>
            <a:xfrm>
              <a:off x="21548328" y="2838450"/>
              <a:ext cx="15522" cy="133350"/>
            </a:xfrm>
            <a:prstGeom prst="rect">
              <a:avLst/>
            </a:prstGeom>
            <a:solidFill>
              <a:srgbClr val="0072B2"/>
            </a:solidFill>
            <a:ln w="0">
              <a:noFill/>
              <a:prstDash val="solid"/>
            </a:ln>
          </p:spPr>
        </p:sp>
        <p:sp>
          <p:nvSpPr>
            <p:cNvPr id="3003" name="dense-strip-7-cell-19">
              <a:extLst>
                <a:ext uri="{FF2B5EF4-FFF2-40B4-BE49-F238E27FC236}">
                  <a16:creationId xmlns:a16="http://schemas.microsoft.com/office/drawing/2014/main" id="{1F2570E8-F372-40DB-BE14-1A93D4679787}"/>
                </a:ext>
              </a:extLst>
            </p:cNvPr>
            <p:cNvSpPr>
              <a:spLocks noGrp="1"/>
            </p:cNvSpPr>
            <p:nvPr/>
          </p:nvSpPr>
          <p:spPr>
            <a:xfrm>
              <a:off x="21532949" y="2838450"/>
              <a:ext cx="15522" cy="133350"/>
            </a:xfrm>
            <a:prstGeom prst="rect">
              <a:avLst/>
            </a:prstGeom>
            <a:solidFill>
              <a:srgbClr val="0072B2"/>
            </a:solidFill>
            <a:ln w="0">
              <a:noFill/>
              <a:prstDash val="solid"/>
            </a:ln>
          </p:spPr>
        </p:sp>
        <p:sp>
          <p:nvSpPr>
            <p:cNvPr id="3004" name="dense-strip-7-cell-18">
              <a:extLst>
                <a:ext uri="{FF2B5EF4-FFF2-40B4-BE49-F238E27FC236}">
                  <a16:creationId xmlns:a16="http://schemas.microsoft.com/office/drawing/2014/main" id="{D976FB3E-35A8-492F-ABD0-711ACE531766}"/>
                </a:ext>
              </a:extLst>
            </p:cNvPr>
            <p:cNvSpPr>
              <a:spLocks noGrp="1"/>
            </p:cNvSpPr>
            <p:nvPr/>
          </p:nvSpPr>
          <p:spPr>
            <a:xfrm>
              <a:off x="21517570" y="2838450"/>
              <a:ext cx="15522" cy="133350"/>
            </a:xfrm>
            <a:prstGeom prst="rect">
              <a:avLst/>
            </a:prstGeom>
            <a:solidFill>
              <a:srgbClr val="0072B2"/>
            </a:solidFill>
            <a:ln w="0">
              <a:noFill/>
              <a:prstDash val="solid"/>
            </a:ln>
          </p:spPr>
        </p:sp>
        <p:sp>
          <p:nvSpPr>
            <p:cNvPr id="3005" name="dense-strip-7-cell-17">
              <a:extLst>
                <a:ext uri="{FF2B5EF4-FFF2-40B4-BE49-F238E27FC236}">
                  <a16:creationId xmlns:a16="http://schemas.microsoft.com/office/drawing/2014/main" id="{BCC460AA-3338-4CF7-A884-2864148E4E66}"/>
                </a:ext>
              </a:extLst>
            </p:cNvPr>
            <p:cNvSpPr>
              <a:spLocks noGrp="1"/>
            </p:cNvSpPr>
            <p:nvPr/>
          </p:nvSpPr>
          <p:spPr>
            <a:xfrm>
              <a:off x="21502191" y="2838450"/>
              <a:ext cx="15522" cy="133350"/>
            </a:xfrm>
            <a:prstGeom prst="rect">
              <a:avLst/>
            </a:prstGeom>
            <a:solidFill>
              <a:srgbClr val="0072B2"/>
            </a:solidFill>
            <a:ln w="0">
              <a:noFill/>
              <a:prstDash val="solid"/>
            </a:ln>
          </p:spPr>
        </p:sp>
        <p:sp>
          <p:nvSpPr>
            <p:cNvPr id="3006" name="dense-strip-7-cell-16">
              <a:extLst>
                <a:ext uri="{FF2B5EF4-FFF2-40B4-BE49-F238E27FC236}">
                  <a16:creationId xmlns:a16="http://schemas.microsoft.com/office/drawing/2014/main" id="{6CA30670-049F-4FFE-91B1-AD6E9AE8DF44}"/>
                </a:ext>
              </a:extLst>
            </p:cNvPr>
            <p:cNvSpPr>
              <a:spLocks noGrp="1"/>
            </p:cNvSpPr>
            <p:nvPr/>
          </p:nvSpPr>
          <p:spPr>
            <a:xfrm>
              <a:off x="21486813" y="2838450"/>
              <a:ext cx="15522" cy="133350"/>
            </a:xfrm>
            <a:prstGeom prst="rect">
              <a:avLst/>
            </a:prstGeom>
            <a:solidFill>
              <a:srgbClr val="0072B2"/>
            </a:solidFill>
            <a:ln w="0">
              <a:noFill/>
              <a:prstDash val="solid"/>
            </a:ln>
          </p:spPr>
        </p:sp>
        <p:sp>
          <p:nvSpPr>
            <p:cNvPr id="3007" name="dense-strip-7-cell-15">
              <a:extLst>
                <a:ext uri="{FF2B5EF4-FFF2-40B4-BE49-F238E27FC236}">
                  <a16:creationId xmlns:a16="http://schemas.microsoft.com/office/drawing/2014/main" id="{18F2558F-B3E5-4323-8AE3-AED1278D25FD}"/>
                </a:ext>
              </a:extLst>
            </p:cNvPr>
            <p:cNvSpPr>
              <a:spLocks noGrp="1"/>
            </p:cNvSpPr>
            <p:nvPr/>
          </p:nvSpPr>
          <p:spPr>
            <a:xfrm>
              <a:off x="21471434" y="2838450"/>
              <a:ext cx="15522" cy="133350"/>
            </a:xfrm>
            <a:prstGeom prst="rect">
              <a:avLst/>
            </a:prstGeom>
            <a:solidFill>
              <a:srgbClr val="0072B2"/>
            </a:solidFill>
            <a:ln w="0">
              <a:noFill/>
              <a:prstDash val="solid"/>
            </a:ln>
          </p:spPr>
        </p:sp>
        <p:sp>
          <p:nvSpPr>
            <p:cNvPr id="3008" name="dense-strip-7-cell-14">
              <a:extLst>
                <a:ext uri="{FF2B5EF4-FFF2-40B4-BE49-F238E27FC236}">
                  <a16:creationId xmlns:a16="http://schemas.microsoft.com/office/drawing/2014/main" id="{02D8F01A-D12F-48A7-A83F-65FBB2EA1376}"/>
                </a:ext>
              </a:extLst>
            </p:cNvPr>
            <p:cNvSpPr>
              <a:spLocks noGrp="1"/>
            </p:cNvSpPr>
            <p:nvPr/>
          </p:nvSpPr>
          <p:spPr>
            <a:xfrm>
              <a:off x="21456055" y="2838450"/>
              <a:ext cx="15522" cy="133350"/>
            </a:xfrm>
            <a:prstGeom prst="rect">
              <a:avLst/>
            </a:prstGeom>
            <a:solidFill>
              <a:srgbClr val="0072B2"/>
            </a:solidFill>
            <a:ln w="0">
              <a:noFill/>
              <a:prstDash val="solid"/>
            </a:ln>
          </p:spPr>
        </p:sp>
        <p:sp>
          <p:nvSpPr>
            <p:cNvPr id="3009" name="dense-strip-7-cell-13">
              <a:extLst>
                <a:ext uri="{FF2B5EF4-FFF2-40B4-BE49-F238E27FC236}">
                  <a16:creationId xmlns:a16="http://schemas.microsoft.com/office/drawing/2014/main" id="{439BDFDF-C6AA-4EF9-8A09-98FDD47A7FCE}"/>
                </a:ext>
              </a:extLst>
            </p:cNvPr>
            <p:cNvSpPr>
              <a:spLocks noGrp="1"/>
            </p:cNvSpPr>
            <p:nvPr/>
          </p:nvSpPr>
          <p:spPr>
            <a:xfrm>
              <a:off x="21440676" y="2838450"/>
              <a:ext cx="15522" cy="133350"/>
            </a:xfrm>
            <a:prstGeom prst="rect">
              <a:avLst/>
            </a:prstGeom>
            <a:solidFill>
              <a:srgbClr val="0072B2"/>
            </a:solidFill>
            <a:ln w="0">
              <a:noFill/>
              <a:prstDash val="solid"/>
            </a:ln>
          </p:spPr>
        </p:sp>
        <p:sp>
          <p:nvSpPr>
            <p:cNvPr id="3010" name="dense-strip-7-cell-12">
              <a:extLst>
                <a:ext uri="{FF2B5EF4-FFF2-40B4-BE49-F238E27FC236}">
                  <a16:creationId xmlns:a16="http://schemas.microsoft.com/office/drawing/2014/main" id="{56E39218-674D-4714-8206-3AD4F35B0E25}"/>
                </a:ext>
              </a:extLst>
            </p:cNvPr>
            <p:cNvSpPr>
              <a:spLocks noGrp="1"/>
            </p:cNvSpPr>
            <p:nvPr/>
          </p:nvSpPr>
          <p:spPr>
            <a:xfrm>
              <a:off x="21425297" y="2838450"/>
              <a:ext cx="15522" cy="133350"/>
            </a:xfrm>
            <a:prstGeom prst="rect">
              <a:avLst/>
            </a:prstGeom>
            <a:solidFill>
              <a:srgbClr val="0072B2"/>
            </a:solidFill>
            <a:ln w="0">
              <a:noFill/>
              <a:prstDash val="solid"/>
            </a:ln>
          </p:spPr>
        </p:sp>
        <p:sp>
          <p:nvSpPr>
            <p:cNvPr id="3011" name="dense-strip-7-cell-11">
              <a:extLst>
                <a:ext uri="{FF2B5EF4-FFF2-40B4-BE49-F238E27FC236}">
                  <a16:creationId xmlns:a16="http://schemas.microsoft.com/office/drawing/2014/main" id="{77F6B46D-8C49-42B6-8500-A7E6DADD78A1}"/>
                </a:ext>
              </a:extLst>
            </p:cNvPr>
            <p:cNvSpPr>
              <a:spLocks noGrp="1"/>
            </p:cNvSpPr>
            <p:nvPr/>
          </p:nvSpPr>
          <p:spPr>
            <a:xfrm>
              <a:off x="21409918" y="2838450"/>
              <a:ext cx="15522" cy="133350"/>
            </a:xfrm>
            <a:prstGeom prst="rect">
              <a:avLst/>
            </a:prstGeom>
            <a:solidFill>
              <a:srgbClr val="0072B2"/>
            </a:solidFill>
            <a:ln w="0">
              <a:noFill/>
              <a:prstDash val="solid"/>
            </a:ln>
          </p:spPr>
        </p:sp>
        <p:sp>
          <p:nvSpPr>
            <p:cNvPr id="3012" name="dense-strip-7-cell-10">
              <a:extLst>
                <a:ext uri="{FF2B5EF4-FFF2-40B4-BE49-F238E27FC236}">
                  <a16:creationId xmlns:a16="http://schemas.microsoft.com/office/drawing/2014/main" id="{C9681EF8-7203-4C65-BC6E-F14EC91DD7AE}"/>
                </a:ext>
              </a:extLst>
            </p:cNvPr>
            <p:cNvSpPr>
              <a:spLocks noGrp="1"/>
            </p:cNvSpPr>
            <p:nvPr/>
          </p:nvSpPr>
          <p:spPr>
            <a:xfrm>
              <a:off x="21394539" y="2838450"/>
              <a:ext cx="15522" cy="133350"/>
            </a:xfrm>
            <a:prstGeom prst="rect">
              <a:avLst/>
            </a:prstGeom>
            <a:solidFill>
              <a:srgbClr val="0072B2"/>
            </a:solidFill>
            <a:ln w="0">
              <a:noFill/>
              <a:prstDash val="solid"/>
            </a:ln>
          </p:spPr>
        </p:sp>
        <p:sp>
          <p:nvSpPr>
            <p:cNvPr id="3013" name="dense-strip-7-cell-9">
              <a:extLst>
                <a:ext uri="{FF2B5EF4-FFF2-40B4-BE49-F238E27FC236}">
                  <a16:creationId xmlns:a16="http://schemas.microsoft.com/office/drawing/2014/main" id="{6FAD53AF-79C7-4853-A867-5A5A7B1FF511}"/>
                </a:ext>
              </a:extLst>
            </p:cNvPr>
            <p:cNvSpPr>
              <a:spLocks noGrp="1"/>
            </p:cNvSpPr>
            <p:nvPr/>
          </p:nvSpPr>
          <p:spPr>
            <a:xfrm>
              <a:off x="21379160" y="2838450"/>
              <a:ext cx="15522" cy="133350"/>
            </a:xfrm>
            <a:prstGeom prst="rect">
              <a:avLst/>
            </a:prstGeom>
            <a:solidFill>
              <a:srgbClr val="0776B4"/>
            </a:solidFill>
            <a:ln w="0">
              <a:noFill/>
              <a:prstDash val="solid"/>
            </a:ln>
          </p:spPr>
        </p:sp>
        <p:sp>
          <p:nvSpPr>
            <p:cNvPr id="3014" name="dense-strip-7-cell-8">
              <a:extLst>
                <a:ext uri="{FF2B5EF4-FFF2-40B4-BE49-F238E27FC236}">
                  <a16:creationId xmlns:a16="http://schemas.microsoft.com/office/drawing/2014/main" id="{25E864D6-3F4A-4ECB-BE41-D4D691969776}"/>
                </a:ext>
              </a:extLst>
            </p:cNvPr>
            <p:cNvSpPr>
              <a:spLocks noGrp="1"/>
            </p:cNvSpPr>
            <p:nvPr/>
          </p:nvSpPr>
          <p:spPr>
            <a:xfrm>
              <a:off x="21363781" y="2838450"/>
              <a:ext cx="15522" cy="133350"/>
            </a:xfrm>
            <a:prstGeom prst="rect">
              <a:avLst/>
            </a:prstGeom>
            <a:solidFill>
              <a:srgbClr val="2586BC"/>
            </a:solidFill>
            <a:ln w="0">
              <a:noFill/>
              <a:prstDash val="solid"/>
            </a:ln>
          </p:spPr>
        </p:sp>
        <p:sp>
          <p:nvSpPr>
            <p:cNvPr id="3015" name="dense-strip-7-cell-7">
              <a:extLst>
                <a:ext uri="{FF2B5EF4-FFF2-40B4-BE49-F238E27FC236}">
                  <a16:creationId xmlns:a16="http://schemas.microsoft.com/office/drawing/2014/main" id="{FE4B3786-C83C-48F9-9B31-D6FDE35759EC}"/>
                </a:ext>
              </a:extLst>
            </p:cNvPr>
            <p:cNvSpPr>
              <a:spLocks noGrp="1"/>
            </p:cNvSpPr>
            <p:nvPr/>
          </p:nvSpPr>
          <p:spPr>
            <a:xfrm>
              <a:off x="21348402" y="2838450"/>
              <a:ext cx="15522" cy="133350"/>
            </a:xfrm>
            <a:prstGeom prst="rect">
              <a:avLst/>
            </a:prstGeom>
            <a:solidFill>
              <a:srgbClr val="4E9CC7"/>
            </a:solidFill>
            <a:ln w="0">
              <a:noFill/>
              <a:prstDash val="solid"/>
            </a:ln>
          </p:spPr>
        </p:sp>
        <p:sp>
          <p:nvSpPr>
            <p:cNvPr id="3016" name="dense-strip-7-cell-6">
              <a:extLst>
                <a:ext uri="{FF2B5EF4-FFF2-40B4-BE49-F238E27FC236}">
                  <a16:creationId xmlns:a16="http://schemas.microsoft.com/office/drawing/2014/main" id="{6D4BF024-FB76-46C5-87AC-28ADE11F8160}"/>
                </a:ext>
              </a:extLst>
            </p:cNvPr>
            <p:cNvSpPr>
              <a:spLocks noGrp="1"/>
            </p:cNvSpPr>
            <p:nvPr/>
          </p:nvSpPr>
          <p:spPr>
            <a:xfrm>
              <a:off x="21333023" y="2838450"/>
              <a:ext cx="15522" cy="133350"/>
            </a:xfrm>
            <a:prstGeom prst="rect">
              <a:avLst/>
            </a:prstGeom>
            <a:solidFill>
              <a:srgbClr val="7AB3D3"/>
            </a:solidFill>
            <a:ln w="0">
              <a:noFill/>
              <a:prstDash val="solid"/>
            </a:ln>
          </p:spPr>
        </p:sp>
        <p:sp>
          <p:nvSpPr>
            <p:cNvPr id="3017" name="dense-strip-7-cell-5">
              <a:extLst>
                <a:ext uri="{FF2B5EF4-FFF2-40B4-BE49-F238E27FC236}">
                  <a16:creationId xmlns:a16="http://schemas.microsoft.com/office/drawing/2014/main" id="{980F3081-EC88-4F65-9633-224B888B8898}"/>
                </a:ext>
              </a:extLst>
            </p:cNvPr>
            <p:cNvSpPr>
              <a:spLocks noGrp="1"/>
            </p:cNvSpPr>
            <p:nvPr/>
          </p:nvSpPr>
          <p:spPr>
            <a:xfrm>
              <a:off x="21317645" y="2838450"/>
              <a:ext cx="15522" cy="133350"/>
            </a:xfrm>
            <a:prstGeom prst="rect">
              <a:avLst/>
            </a:prstGeom>
            <a:solidFill>
              <a:srgbClr val="B3D2E2"/>
            </a:solidFill>
            <a:ln w="0">
              <a:noFill/>
              <a:prstDash val="solid"/>
            </a:ln>
          </p:spPr>
        </p:sp>
        <p:sp>
          <p:nvSpPr>
            <p:cNvPr id="3018" name="dense-strip-7-cell-4">
              <a:extLst>
                <a:ext uri="{FF2B5EF4-FFF2-40B4-BE49-F238E27FC236}">
                  <a16:creationId xmlns:a16="http://schemas.microsoft.com/office/drawing/2014/main" id="{C3EA0071-810C-4300-A958-D78F46B8603E}"/>
                </a:ext>
              </a:extLst>
            </p:cNvPr>
            <p:cNvSpPr>
              <a:spLocks noGrp="1"/>
            </p:cNvSpPr>
            <p:nvPr/>
          </p:nvSpPr>
          <p:spPr>
            <a:xfrm>
              <a:off x="21302266" y="2838450"/>
              <a:ext cx="15522" cy="133350"/>
            </a:xfrm>
            <a:prstGeom prst="rect">
              <a:avLst/>
            </a:prstGeom>
            <a:solidFill>
              <a:srgbClr val="DCE8ED"/>
            </a:solidFill>
            <a:ln w="0">
              <a:noFill/>
              <a:prstDash val="solid"/>
            </a:ln>
          </p:spPr>
        </p:sp>
        <p:sp>
          <p:nvSpPr>
            <p:cNvPr id="3019" name="dense-strip-7-cell-3">
              <a:extLst>
                <a:ext uri="{FF2B5EF4-FFF2-40B4-BE49-F238E27FC236}">
                  <a16:creationId xmlns:a16="http://schemas.microsoft.com/office/drawing/2014/main" id="{3151F3D0-3850-425D-B99F-F5F441E76A3D}"/>
                </a:ext>
              </a:extLst>
            </p:cNvPr>
            <p:cNvSpPr>
              <a:spLocks noGrp="1"/>
            </p:cNvSpPr>
            <p:nvPr/>
          </p:nvSpPr>
          <p:spPr>
            <a:xfrm>
              <a:off x="21286887" y="2838450"/>
              <a:ext cx="15522" cy="133350"/>
            </a:xfrm>
            <a:prstGeom prst="rect">
              <a:avLst/>
            </a:prstGeom>
            <a:solidFill>
              <a:srgbClr val="DCE8ED"/>
            </a:solidFill>
            <a:ln w="0">
              <a:noFill/>
              <a:prstDash val="solid"/>
            </a:ln>
          </p:spPr>
        </p:sp>
        <p:sp>
          <p:nvSpPr>
            <p:cNvPr id="3020" name="dense-strip-7-cell-2">
              <a:extLst>
                <a:ext uri="{FF2B5EF4-FFF2-40B4-BE49-F238E27FC236}">
                  <a16:creationId xmlns:a16="http://schemas.microsoft.com/office/drawing/2014/main" id="{510053EE-8EF4-4281-B560-2456A8F043A8}"/>
                </a:ext>
              </a:extLst>
            </p:cNvPr>
            <p:cNvSpPr>
              <a:spLocks noGrp="1"/>
            </p:cNvSpPr>
            <p:nvPr/>
          </p:nvSpPr>
          <p:spPr>
            <a:xfrm>
              <a:off x="21271508" y="2838450"/>
              <a:ext cx="15522" cy="133350"/>
            </a:xfrm>
            <a:prstGeom prst="rect">
              <a:avLst/>
            </a:prstGeom>
            <a:solidFill>
              <a:srgbClr val="DCE8ED"/>
            </a:solidFill>
            <a:ln w="0">
              <a:noFill/>
              <a:prstDash val="solid"/>
            </a:ln>
          </p:spPr>
        </p:sp>
        <p:sp>
          <p:nvSpPr>
            <p:cNvPr id="3021" name="dense-strip-7-cell-1">
              <a:extLst>
                <a:ext uri="{FF2B5EF4-FFF2-40B4-BE49-F238E27FC236}">
                  <a16:creationId xmlns:a16="http://schemas.microsoft.com/office/drawing/2014/main" id="{448895BE-CDC4-4042-A74F-5DB9968742FF}"/>
                </a:ext>
              </a:extLst>
            </p:cNvPr>
            <p:cNvSpPr>
              <a:spLocks noGrp="1"/>
            </p:cNvSpPr>
            <p:nvPr/>
          </p:nvSpPr>
          <p:spPr>
            <a:xfrm>
              <a:off x="21256129" y="2838450"/>
              <a:ext cx="15522" cy="133350"/>
            </a:xfrm>
            <a:prstGeom prst="rect">
              <a:avLst/>
            </a:prstGeom>
            <a:solidFill>
              <a:srgbClr val="DCE8ED"/>
            </a:solidFill>
            <a:ln w="0">
              <a:noFill/>
              <a:prstDash val="solid"/>
            </a:ln>
          </p:spPr>
        </p:sp>
        <p:sp>
          <p:nvSpPr>
            <p:cNvPr id="3022" name="dense-strip-7-cell-0">
              <a:extLst>
                <a:ext uri="{FF2B5EF4-FFF2-40B4-BE49-F238E27FC236}">
                  <a16:creationId xmlns:a16="http://schemas.microsoft.com/office/drawing/2014/main" id="{734C15CC-E890-4F90-A388-D9F211EBF5B7}"/>
                </a:ext>
              </a:extLst>
            </p:cNvPr>
            <p:cNvSpPr>
              <a:spLocks noGrp="1"/>
            </p:cNvSpPr>
            <p:nvPr/>
          </p:nvSpPr>
          <p:spPr>
            <a:xfrm>
              <a:off x="21240750" y="2838450"/>
              <a:ext cx="15522" cy="133350"/>
            </a:xfrm>
            <a:prstGeom prst="rect">
              <a:avLst/>
            </a:prstGeom>
            <a:solidFill>
              <a:srgbClr val="DCE8ED"/>
            </a:solidFill>
            <a:ln w="0">
              <a:noFill/>
              <a:prstDash val="solid"/>
            </a:ln>
          </p:spPr>
        </p:sp>
        <p:sp>
          <p:nvSpPr>
            <p:cNvPr id="3023" name="dense-strip-6-border">
              <a:extLst>
                <a:ext uri="{FF2B5EF4-FFF2-40B4-BE49-F238E27FC236}">
                  <a16:creationId xmlns:a16="http://schemas.microsoft.com/office/drawing/2014/main" id="{65258677-D8C0-45C1-8C34-90AF6B92C85D}"/>
                </a:ext>
              </a:extLst>
            </p:cNvPr>
            <p:cNvSpPr>
              <a:spLocks noGrp="1"/>
            </p:cNvSpPr>
            <p:nvPr/>
          </p:nvSpPr>
          <p:spPr>
            <a:xfrm>
              <a:off x="21240750" y="2628900"/>
              <a:ext cx="2952750" cy="133350"/>
            </a:xfrm>
            <a:prstGeom prst="rect">
              <a:avLst/>
            </a:prstGeom>
            <a:noFill/>
            <a:ln w="6191">
              <a:solidFill>
                <a:srgbClr val="6B7D89"/>
              </a:solidFill>
              <a:prstDash val="solid"/>
            </a:ln>
          </p:spPr>
        </p:sp>
        <p:sp>
          <p:nvSpPr>
            <p:cNvPr id="3024" name="dense-strip-6-cell-191">
              <a:extLst>
                <a:ext uri="{FF2B5EF4-FFF2-40B4-BE49-F238E27FC236}">
                  <a16:creationId xmlns:a16="http://schemas.microsoft.com/office/drawing/2014/main" id="{46B7A130-CE3C-406C-AF9B-57949B1DBCA5}"/>
                </a:ext>
              </a:extLst>
            </p:cNvPr>
            <p:cNvSpPr>
              <a:spLocks noGrp="1"/>
            </p:cNvSpPr>
            <p:nvPr/>
          </p:nvSpPr>
          <p:spPr>
            <a:xfrm>
              <a:off x="24178121" y="2628900"/>
              <a:ext cx="15522" cy="133350"/>
            </a:xfrm>
            <a:prstGeom prst="rect">
              <a:avLst/>
            </a:prstGeom>
            <a:solidFill>
              <a:srgbClr val="DCE8ED"/>
            </a:solidFill>
            <a:ln w="0">
              <a:noFill/>
              <a:prstDash val="solid"/>
            </a:ln>
          </p:spPr>
        </p:sp>
        <p:sp>
          <p:nvSpPr>
            <p:cNvPr id="3025" name="dense-strip-6-cell-190">
              <a:extLst>
                <a:ext uri="{FF2B5EF4-FFF2-40B4-BE49-F238E27FC236}">
                  <a16:creationId xmlns:a16="http://schemas.microsoft.com/office/drawing/2014/main" id="{B06F8929-51BB-4919-8D95-EF8639298B52}"/>
                </a:ext>
              </a:extLst>
            </p:cNvPr>
            <p:cNvSpPr>
              <a:spLocks noGrp="1"/>
            </p:cNvSpPr>
            <p:nvPr/>
          </p:nvSpPr>
          <p:spPr>
            <a:xfrm>
              <a:off x="24162742" y="2628900"/>
              <a:ext cx="15522" cy="133350"/>
            </a:xfrm>
            <a:prstGeom prst="rect">
              <a:avLst/>
            </a:prstGeom>
            <a:solidFill>
              <a:srgbClr val="DCE8ED"/>
            </a:solidFill>
            <a:ln w="0">
              <a:noFill/>
              <a:prstDash val="solid"/>
            </a:ln>
          </p:spPr>
        </p:sp>
        <p:sp>
          <p:nvSpPr>
            <p:cNvPr id="3026" name="dense-strip-6-cell-189">
              <a:extLst>
                <a:ext uri="{FF2B5EF4-FFF2-40B4-BE49-F238E27FC236}">
                  <a16:creationId xmlns:a16="http://schemas.microsoft.com/office/drawing/2014/main" id="{086B32E1-F005-4E28-9628-A8C553B9C8FE}"/>
                </a:ext>
              </a:extLst>
            </p:cNvPr>
            <p:cNvSpPr>
              <a:spLocks noGrp="1"/>
            </p:cNvSpPr>
            <p:nvPr/>
          </p:nvSpPr>
          <p:spPr>
            <a:xfrm>
              <a:off x="24147363" y="2628900"/>
              <a:ext cx="15522" cy="133350"/>
            </a:xfrm>
            <a:prstGeom prst="rect">
              <a:avLst/>
            </a:prstGeom>
            <a:solidFill>
              <a:srgbClr val="DCE8ED"/>
            </a:solidFill>
            <a:ln w="0">
              <a:noFill/>
              <a:prstDash val="solid"/>
            </a:ln>
          </p:spPr>
        </p:sp>
        <p:sp>
          <p:nvSpPr>
            <p:cNvPr id="3027" name="dense-strip-6-cell-188">
              <a:extLst>
                <a:ext uri="{FF2B5EF4-FFF2-40B4-BE49-F238E27FC236}">
                  <a16:creationId xmlns:a16="http://schemas.microsoft.com/office/drawing/2014/main" id="{E3D2B540-C96D-4E0B-BD33-6ADA2ACAF816}"/>
                </a:ext>
              </a:extLst>
            </p:cNvPr>
            <p:cNvSpPr>
              <a:spLocks noGrp="1"/>
            </p:cNvSpPr>
            <p:nvPr/>
          </p:nvSpPr>
          <p:spPr>
            <a:xfrm>
              <a:off x="24131984" y="2628900"/>
              <a:ext cx="15522" cy="133350"/>
            </a:xfrm>
            <a:prstGeom prst="rect">
              <a:avLst/>
            </a:prstGeom>
            <a:solidFill>
              <a:srgbClr val="DCE8ED"/>
            </a:solidFill>
            <a:ln w="0">
              <a:noFill/>
              <a:prstDash val="solid"/>
            </a:ln>
          </p:spPr>
        </p:sp>
        <p:sp>
          <p:nvSpPr>
            <p:cNvPr id="3028" name="dense-strip-6-cell-187">
              <a:extLst>
                <a:ext uri="{FF2B5EF4-FFF2-40B4-BE49-F238E27FC236}">
                  <a16:creationId xmlns:a16="http://schemas.microsoft.com/office/drawing/2014/main" id="{08FB3FE6-52D3-4637-965C-AC17272CF6A1}"/>
                </a:ext>
              </a:extLst>
            </p:cNvPr>
            <p:cNvSpPr>
              <a:spLocks noGrp="1"/>
            </p:cNvSpPr>
            <p:nvPr/>
          </p:nvSpPr>
          <p:spPr>
            <a:xfrm>
              <a:off x="24116605" y="2628900"/>
              <a:ext cx="15522" cy="133350"/>
            </a:xfrm>
            <a:prstGeom prst="rect">
              <a:avLst/>
            </a:prstGeom>
            <a:solidFill>
              <a:srgbClr val="DCE7ED"/>
            </a:solidFill>
            <a:ln w="0">
              <a:noFill/>
              <a:prstDash val="solid"/>
            </a:ln>
          </p:spPr>
        </p:sp>
        <p:sp>
          <p:nvSpPr>
            <p:cNvPr id="3029" name="dense-strip-6-cell-186">
              <a:extLst>
                <a:ext uri="{FF2B5EF4-FFF2-40B4-BE49-F238E27FC236}">
                  <a16:creationId xmlns:a16="http://schemas.microsoft.com/office/drawing/2014/main" id="{6A9E38C4-E9EB-457D-953A-9E5C33F7E0DB}"/>
                </a:ext>
              </a:extLst>
            </p:cNvPr>
            <p:cNvSpPr>
              <a:spLocks noGrp="1"/>
            </p:cNvSpPr>
            <p:nvPr/>
          </p:nvSpPr>
          <p:spPr>
            <a:xfrm>
              <a:off x="24101227" y="2628900"/>
              <a:ext cx="15522" cy="133350"/>
            </a:xfrm>
            <a:prstGeom prst="rect">
              <a:avLst/>
            </a:prstGeom>
            <a:solidFill>
              <a:srgbClr val="D6C0D4"/>
            </a:solidFill>
            <a:ln w="0">
              <a:noFill/>
              <a:prstDash val="solid"/>
            </a:ln>
          </p:spPr>
        </p:sp>
        <p:sp>
          <p:nvSpPr>
            <p:cNvPr id="3030" name="dense-strip-6-cell-185">
              <a:extLst>
                <a:ext uri="{FF2B5EF4-FFF2-40B4-BE49-F238E27FC236}">
                  <a16:creationId xmlns:a16="http://schemas.microsoft.com/office/drawing/2014/main" id="{3117EDD0-14C3-405B-BD5F-368786A591A7}"/>
                </a:ext>
              </a:extLst>
            </p:cNvPr>
            <p:cNvSpPr>
              <a:spLocks noGrp="1"/>
            </p:cNvSpPr>
            <p:nvPr/>
          </p:nvSpPr>
          <p:spPr>
            <a:xfrm>
              <a:off x="24085848" y="2628900"/>
              <a:ext cx="15522" cy="133350"/>
            </a:xfrm>
            <a:prstGeom prst="rect">
              <a:avLst/>
            </a:prstGeom>
            <a:solidFill>
              <a:srgbClr val="D096B9"/>
            </a:solidFill>
            <a:ln w="0">
              <a:noFill/>
              <a:prstDash val="solid"/>
            </a:ln>
          </p:spPr>
        </p:sp>
        <p:sp>
          <p:nvSpPr>
            <p:cNvPr id="3031" name="dense-strip-6-cell-184">
              <a:extLst>
                <a:ext uri="{FF2B5EF4-FFF2-40B4-BE49-F238E27FC236}">
                  <a16:creationId xmlns:a16="http://schemas.microsoft.com/office/drawing/2014/main" id="{CF213BF1-5F9F-48B7-AC71-C5ADB4220A50}"/>
                </a:ext>
              </a:extLst>
            </p:cNvPr>
            <p:cNvSpPr>
              <a:spLocks noGrp="1"/>
            </p:cNvSpPr>
            <p:nvPr/>
          </p:nvSpPr>
          <p:spPr>
            <a:xfrm>
              <a:off x="24070469" y="2628900"/>
              <a:ext cx="15522" cy="133350"/>
            </a:xfrm>
            <a:prstGeom prst="rect">
              <a:avLst/>
            </a:prstGeom>
            <a:solidFill>
              <a:srgbClr val="CE85AF"/>
            </a:solidFill>
            <a:ln w="0">
              <a:noFill/>
              <a:prstDash val="solid"/>
            </a:ln>
          </p:spPr>
        </p:sp>
        <p:sp>
          <p:nvSpPr>
            <p:cNvPr id="3032" name="dense-strip-6-cell-183">
              <a:extLst>
                <a:ext uri="{FF2B5EF4-FFF2-40B4-BE49-F238E27FC236}">
                  <a16:creationId xmlns:a16="http://schemas.microsoft.com/office/drawing/2014/main" id="{0CCF67EB-D513-45EF-8B77-08D24FF77F12}"/>
                </a:ext>
              </a:extLst>
            </p:cNvPr>
            <p:cNvSpPr>
              <a:spLocks noGrp="1"/>
            </p:cNvSpPr>
            <p:nvPr/>
          </p:nvSpPr>
          <p:spPr>
            <a:xfrm>
              <a:off x="24055090" y="2628900"/>
              <a:ext cx="15522" cy="133350"/>
            </a:xfrm>
            <a:prstGeom prst="rect">
              <a:avLst/>
            </a:prstGeom>
            <a:solidFill>
              <a:srgbClr val="CC7CA9"/>
            </a:solidFill>
            <a:ln w="0">
              <a:noFill/>
              <a:prstDash val="solid"/>
            </a:ln>
          </p:spPr>
        </p:sp>
        <p:sp>
          <p:nvSpPr>
            <p:cNvPr id="3033" name="dense-strip-6-cell-182">
              <a:extLst>
                <a:ext uri="{FF2B5EF4-FFF2-40B4-BE49-F238E27FC236}">
                  <a16:creationId xmlns:a16="http://schemas.microsoft.com/office/drawing/2014/main" id="{F9C60575-5887-41AF-A2B9-CA0A079076DD}"/>
                </a:ext>
              </a:extLst>
            </p:cNvPr>
            <p:cNvSpPr>
              <a:spLocks noGrp="1"/>
            </p:cNvSpPr>
            <p:nvPr/>
          </p:nvSpPr>
          <p:spPr>
            <a:xfrm>
              <a:off x="24039711" y="2628900"/>
              <a:ext cx="15522" cy="133350"/>
            </a:xfrm>
            <a:prstGeom prst="rect">
              <a:avLst/>
            </a:prstGeom>
            <a:solidFill>
              <a:srgbClr val="CC79A7"/>
            </a:solidFill>
            <a:ln w="0">
              <a:noFill/>
              <a:prstDash val="solid"/>
            </a:ln>
          </p:spPr>
        </p:sp>
        <p:sp>
          <p:nvSpPr>
            <p:cNvPr id="3034" name="dense-strip-6-cell-181">
              <a:extLst>
                <a:ext uri="{FF2B5EF4-FFF2-40B4-BE49-F238E27FC236}">
                  <a16:creationId xmlns:a16="http://schemas.microsoft.com/office/drawing/2014/main" id="{7FA77996-485D-46D3-993F-FD3FB7EE1251}"/>
                </a:ext>
              </a:extLst>
            </p:cNvPr>
            <p:cNvSpPr>
              <a:spLocks noGrp="1"/>
            </p:cNvSpPr>
            <p:nvPr/>
          </p:nvSpPr>
          <p:spPr>
            <a:xfrm>
              <a:off x="24024332" y="2628900"/>
              <a:ext cx="15522" cy="133350"/>
            </a:xfrm>
            <a:prstGeom prst="rect">
              <a:avLst/>
            </a:prstGeom>
            <a:solidFill>
              <a:srgbClr val="CC79A7"/>
            </a:solidFill>
            <a:ln w="0">
              <a:noFill/>
              <a:prstDash val="solid"/>
            </a:ln>
          </p:spPr>
        </p:sp>
        <p:sp>
          <p:nvSpPr>
            <p:cNvPr id="3035" name="dense-strip-6-cell-180">
              <a:extLst>
                <a:ext uri="{FF2B5EF4-FFF2-40B4-BE49-F238E27FC236}">
                  <a16:creationId xmlns:a16="http://schemas.microsoft.com/office/drawing/2014/main" id="{D83655E9-F538-4FFD-9890-9BCB4234F6B6}"/>
                </a:ext>
              </a:extLst>
            </p:cNvPr>
            <p:cNvSpPr>
              <a:spLocks noGrp="1"/>
            </p:cNvSpPr>
            <p:nvPr/>
          </p:nvSpPr>
          <p:spPr>
            <a:xfrm>
              <a:off x="24008953" y="2628900"/>
              <a:ext cx="15522" cy="133350"/>
            </a:xfrm>
            <a:prstGeom prst="rect">
              <a:avLst/>
            </a:prstGeom>
            <a:solidFill>
              <a:srgbClr val="CC79A7"/>
            </a:solidFill>
            <a:ln w="0">
              <a:noFill/>
              <a:prstDash val="solid"/>
            </a:ln>
          </p:spPr>
        </p:sp>
        <p:sp>
          <p:nvSpPr>
            <p:cNvPr id="3036" name="dense-strip-6-cell-179">
              <a:extLst>
                <a:ext uri="{FF2B5EF4-FFF2-40B4-BE49-F238E27FC236}">
                  <a16:creationId xmlns:a16="http://schemas.microsoft.com/office/drawing/2014/main" id="{EE1BC570-397D-42FA-8BF6-58BE24ABE681}"/>
                </a:ext>
              </a:extLst>
            </p:cNvPr>
            <p:cNvSpPr>
              <a:spLocks noGrp="1"/>
            </p:cNvSpPr>
            <p:nvPr/>
          </p:nvSpPr>
          <p:spPr>
            <a:xfrm>
              <a:off x="23993574" y="2628900"/>
              <a:ext cx="15522" cy="133350"/>
            </a:xfrm>
            <a:prstGeom prst="rect">
              <a:avLst/>
            </a:prstGeom>
            <a:solidFill>
              <a:srgbClr val="CC79A7"/>
            </a:solidFill>
            <a:ln w="0">
              <a:noFill/>
              <a:prstDash val="solid"/>
            </a:ln>
          </p:spPr>
        </p:sp>
        <p:sp>
          <p:nvSpPr>
            <p:cNvPr id="3037" name="dense-strip-6-cell-178">
              <a:extLst>
                <a:ext uri="{FF2B5EF4-FFF2-40B4-BE49-F238E27FC236}">
                  <a16:creationId xmlns:a16="http://schemas.microsoft.com/office/drawing/2014/main" id="{9EE0FF00-2493-46CF-AB5F-4893499AE039}"/>
                </a:ext>
              </a:extLst>
            </p:cNvPr>
            <p:cNvSpPr>
              <a:spLocks noGrp="1"/>
            </p:cNvSpPr>
            <p:nvPr/>
          </p:nvSpPr>
          <p:spPr>
            <a:xfrm>
              <a:off x="23978195" y="2628900"/>
              <a:ext cx="15522" cy="133350"/>
            </a:xfrm>
            <a:prstGeom prst="rect">
              <a:avLst/>
            </a:prstGeom>
            <a:solidFill>
              <a:srgbClr val="CC79A7"/>
            </a:solidFill>
            <a:ln w="0">
              <a:noFill/>
              <a:prstDash val="solid"/>
            </a:ln>
          </p:spPr>
        </p:sp>
        <p:sp>
          <p:nvSpPr>
            <p:cNvPr id="3038" name="dense-strip-6-cell-177">
              <a:extLst>
                <a:ext uri="{FF2B5EF4-FFF2-40B4-BE49-F238E27FC236}">
                  <a16:creationId xmlns:a16="http://schemas.microsoft.com/office/drawing/2014/main" id="{4DFF9A76-F97A-48C0-ABB5-321440848ED4}"/>
                </a:ext>
              </a:extLst>
            </p:cNvPr>
            <p:cNvSpPr>
              <a:spLocks noGrp="1"/>
            </p:cNvSpPr>
            <p:nvPr/>
          </p:nvSpPr>
          <p:spPr>
            <a:xfrm>
              <a:off x="23962816" y="2628900"/>
              <a:ext cx="15522" cy="133350"/>
            </a:xfrm>
            <a:prstGeom prst="rect">
              <a:avLst/>
            </a:prstGeom>
            <a:solidFill>
              <a:srgbClr val="CC79A7"/>
            </a:solidFill>
            <a:ln w="0">
              <a:noFill/>
              <a:prstDash val="solid"/>
            </a:ln>
          </p:spPr>
        </p:sp>
        <p:sp>
          <p:nvSpPr>
            <p:cNvPr id="3039" name="dense-strip-6-cell-176">
              <a:extLst>
                <a:ext uri="{FF2B5EF4-FFF2-40B4-BE49-F238E27FC236}">
                  <a16:creationId xmlns:a16="http://schemas.microsoft.com/office/drawing/2014/main" id="{1080356E-2591-469C-B87A-33E9310ED2A1}"/>
                </a:ext>
              </a:extLst>
            </p:cNvPr>
            <p:cNvSpPr>
              <a:spLocks noGrp="1"/>
            </p:cNvSpPr>
            <p:nvPr/>
          </p:nvSpPr>
          <p:spPr>
            <a:xfrm>
              <a:off x="23947438" y="2628900"/>
              <a:ext cx="15522" cy="133350"/>
            </a:xfrm>
            <a:prstGeom prst="rect">
              <a:avLst/>
            </a:prstGeom>
            <a:solidFill>
              <a:srgbClr val="CC79A7"/>
            </a:solidFill>
            <a:ln w="0">
              <a:noFill/>
              <a:prstDash val="solid"/>
            </a:ln>
          </p:spPr>
        </p:sp>
        <p:sp>
          <p:nvSpPr>
            <p:cNvPr id="3040" name="dense-strip-6-cell-175">
              <a:extLst>
                <a:ext uri="{FF2B5EF4-FFF2-40B4-BE49-F238E27FC236}">
                  <a16:creationId xmlns:a16="http://schemas.microsoft.com/office/drawing/2014/main" id="{B5AB29D5-0FDC-4064-9FE1-5A61A6CF19F6}"/>
                </a:ext>
              </a:extLst>
            </p:cNvPr>
            <p:cNvSpPr>
              <a:spLocks noGrp="1"/>
            </p:cNvSpPr>
            <p:nvPr/>
          </p:nvSpPr>
          <p:spPr>
            <a:xfrm>
              <a:off x="23932059" y="2628900"/>
              <a:ext cx="15522" cy="133350"/>
            </a:xfrm>
            <a:prstGeom prst="rect">
              <a:avLst/>
            </a:prstGeom>
            <a:solidFill>
              <a:srgbClr val="CC7AA7"/>
            </a:solidFill>
            <a:ln w="0">
              <a:noFill/>
              <a:prstDash val="solid"/>
            </a:ln>
          </p:spPr>
        </p:sp>
        <p:sp>
          <p:nvSpPr>
            <p:cNvPr id="3041" name="dense-strip-6-cell-174">
              <a:extLst>
                <a:ext uri="{FF2B5EF4-FFF2-40B4-BE49-F238E27FC236}">
                  <a16:creationId xmlns:a16="http://schemas.microsoft.com/office/drawing/2014/main" id="{A694FEFD-EB9A-4FC4-A915-898EED5093C7}"/>
                </a:ext>
              </a:extLst>
            </p:cNvPr>
            <p:cNvSpPr>
              <a:spLocks noGrp="1"/>
            </p:cNvSpPr>
            <p:nvPr/>
          </p:nvSpPr>
          <p:spPr>
            <a:xfrm>
              <a:off x="23916680" y="2628900"/>
              <a:ext cx="15522" cy="133350"/>
            </a:xfrm>
            <a:prstGeom prst="rect">
              <a:avLst/>
            </a:prstGeom>
            <a:solidFill>
              <a:srgbClr val="CD7EAA"/>
            </a:solidFill>
            <a:ln w="0">
              <a:noFill/>
              <a:prstDash val="solid"/>
            </a:ln>
          </p:spPr>
        </p:sp>
        <p:sp>
          <p:nvSpPr>
            <p:cNvPr id="3042" name="dense-strip-6-cell-173">
              <a:extLst>
                <a:ext uri="{FF2B5EF4-FFF2-40B4-BE49-F238E27FC236}">
                  <a16:creationId xmlns:a16="http://schemas.microsoft.com/office/drawing/2014/main" id="{CD574950-7AB3-4921-B453-E0EB97D7B5D9}"/>
                </a:ext>
              </a:extLst>
            </p:cNvPr>
            <p:cNvSpPr>
              <a:spLocks noGrp="1"/>
            </p:cNvSpPr>
            <p:nvPr/>
          </p:nvSpPr>
          <p:spPr>
            <a:xfrm>
              <a:off x="23901301" y="2628900"/>
              <a:ext cx="15522" cy="133350"/>
            </a:xfrm>
            <a:prstGeom prst="rect">
              <a:avLst/>
            </a:prstGeom>
            <a:solidFill>
              <a:srgbClr val="CF8BB2"/>
            </a:solidFill>
            <a:ln w="0">
              <a:noFill/>
              <a:prstDash val="solid"/>
            </a:ln>
          </p:spPr>
        </p:sp>
        <p:sp>
          <p:nvSpPr>
            <p:cNvPr id="3043" name="dense-strip-6-cell-172">
              <a:extLst>
                <a:ext uri="{FF2B5EF4-FFF2-40B4-BE49-F238E27FC236}">
                  <a16:creationId xmlns:a16="http://schemas.microsoft.com/office/drawing/2014/main" id="{D5313F52-0841-4859-86FE-F2FEA8D990DD}"/>
                </a:ext>
              </a:extLst>
            </p:cNvPr>
            <p:cNvSpPr>
              <a:spLocks noGrp="1"/>
            </p:cNvSpPr>
            <p:nvPr/>
          </p:nvSpPr>
          <p:spPr>
            <a:xfrm>
              <a:off x="23885922" y="2628900"/>
              <a:ext cx="15522" cy="133350"/>
            </a:xfrm>
            <a:prstGeom prst="rect">
              <a:avLst/>
            </a:prstGeom>
            <a:solidFill>
              <a:srgbClr val="D19EBE"/>
            </a:solidFill>
            <a:ln w="0">
              <a:noFill/>
              <a:prstDash val="solid"/>
            </a:ln>
          </p:spPr>
        </p:sp>
        <p:sp>
          <p:nvSpPr>
            <p:cNvPr id="3044" name="dense-strip-6-cell-171">
              <a:extLst>
                <a:ext uri="{FF2B5EF4-FFF2-40B4-BE49-F238E27FC236}">
                  <a16:creationId xmlns:a16="http://schemas.microsoft.com/office/drawing/2014/main" id="{A29DCCA3-88F1-4997-9551-32D4675F44A6}"/>
                </a:ext>
              </a:extLst>
            </p:cNvPr>
            <p:cNvSpPr>
              <a:spLocks noGrp="1"/>
            </p:cNvSpPr>
            <p:nvPr/>
          </p:nvSpPr>
          <p:spPr>
            <a:xfrm>
              <a:off x="23870543" y="2628900"/>
              <a:ext cx="15522" cy="133350"/>
            </a:xfrm>
            <a:prstGeom prst="rect">
              <a:avLst/>
            </a:prstGeom>
            <a:solidFill>
              <a:srgbClr val="D4B3CB"/>
            </a:solidFill>
            <a:ln w="0">
              <a:noFill/>
              <a:prstDash val="solid"/>
            </a:ln>
          </p:spPr>
        </p:sp>
        <p:sp>
          <p:nvSpPr>
            <p:cNvPr id="3045" name="dense-strip-6-cell-170">
              <a:extLst>
                <a:ext uri="{FF2B5EF4-FFF2-40B4-BE49-F238E27FC236}">
                  <a16:creationId xmlns:a16="http://schemas.microsoft.com/office/drawing/2014/main" id="{73779602-915A-4859-ABD8-280FB939D7FA}"/>
                </a:ext>
              </a:extLst>
            </p:cNvPr>
            <p:cNvSpPr>
              <a:spLocks noGrp="1"/>
            </p:cNvSpPr>
            <p:nvPr/>
          </p:nvSpPr>
          <p:spPr>
            <a:xfrm>
              <a:off x="23855164" y="2628900"/>
              <a:ext cx="15522" cy="133350"/>
            </a:xfrm>
            <a:prstGeom prst="rect">
              <a:avLst/>
            </a:prstGeom>
            <a:solidFill>
              <a:srgbClr val="D7C8D9"/>
            </a:solidFill>
            <a:ln w="0">
              <a:noFill/>
              <a:prstDash val="solid"/>
            </a:ln>
          </p:spPr>
        </p:sp>
        <p:sp>
          <p:nvSpPr>
            <p:cNvPr id="3046" name="dense-strip-6-cell-169">
              <a:extLst>
                <a:ext uri="{FF2B5EF4-FFF2-40B4-BE49-F238E27FC236}">
                  <a16:creationId xmlns:a16="http://schemas.microsoft.com/office/drawing/2014/main" id="{C7FD5011-5A31-4082-8AD5-A3044C262811}"/>
                </a:ext>
              </a:extLst>
            </p:cNvPr>
            <p:cNvSpPr>
              <a:spLocks noGrp="1"/>
            </p:cNvSpPr>
            <p:nvPr/>
          </p:nvSpPr>
          <p:spPr>
            <a:xfrm>
              <a:off x="23839785" y="2628900"/>
              <a:ext cx="15522" cy="133350"/>
            </a:xfrm>
            <a:prstGeom prst="rect">
              <a:avLst/>
            </a:prstGeom>
            <a:solidFill>
              <a:srgbClr val="DADDE6"/>
            </a:solidFill>
            <a:ln w="0">
              <a:noFill/>
              <a:prstDash val="solid"/>
            </a:ln>
          </p:spPr>
        </p:sp>
        <p:sp>
          <p:nvSpPr>
            <p:cNvPr id="3047" name="dense-strip-6-cell-168">
              <a:extLst>
                <a:ext uri="{FF2B5EF4-FFF2-40B4-BE49-F238E27FC236}">
                  <a16:creationId xmlns:a16="http://schemas.microsoft.com/office/drawing/2014/main" id="{197CF6D9-FAE1-489B-8197-105AFA02D0D5}"/>
                </a:ext>
              </a:extLst>
            </p:cNvPr>
            <p:cNvSpPr>
              <a:spLocks noGrp="1"/>
            </p:cNvSpPr>
            <p:nvPr/>
          </p:nvSpPr>
          <p:spPr>
            <a:xfrm>
              <a:off x="23824406" y="2628900"/>
              <a:ext cx="15522" cy="133350"/>
            </a:xfrm>
            <a:prstGeom prst="rect">
              <a:avLst/>
            </a:prstGeom>
            <a:solidFill>
              <a:srgbClr val="DCE7EC"/>
            </a:solidFill>
            <a:ln w="0">
              <a:noFill/>
              <a:prstDash val="solid"/>
            </a:ln>
          </p:spPr>
        </p:sp>
        <p:sp>
          <p:nvSpPr>
            <p:cNvPr id="3048" name="dense-strip-6-cell-167">
              <a:extLst>
                <a:ext uri="{FF2B5EF4-FFF2-40B4-BE49-F238E27FC236}">
                  <a16:creationId xmlns:a16="http://schemas.microsoft.com/office/drawing/2014/main" id="{49DC713A-67F8-404A-A290-1EC1D49B00F6}"/>
                </a:ext>
              </a:extLst>
            </p:cNvPr>
            <p:cNvSpPr>
              <a:spLocks noGrp="1"/>
            </p:cNvSpPr>
            <p:nvPr/>
          </p:nvSpPr>
          <p:spPr>
            <a:xfrm>
              <a:off x="23809027" y="2628900"/>
              <a:ext cx="15522" cy="133350"/>
            </a:xfrm>
            <a:prstGeom prst="rect">
              <a:avLst/>
            </a:prstGeom>
            <a:solidFill>
              <a:srgbClr val="DCE8ED"/>
            </a:solidFill>
            <a:ln w="0">
              <a:noFill/>
              <a:prstDash val="solid"/>
            </a:ln>
          </p:spPr>
        </p:sp>
        <p:sp>
          <p:nvSpPr>
            <p:cNvPr id="3049" name="dense-strip-6-cell-166">
              <a:extLst>
                <a:ext uri="{FF2B5EF4-FFF2-40B4-BE49-F238E27FC236}">
                  <a16:creationId xmlns:a16="http://schemas.microsoft.com/office/drawing/2014/main" id="{82BE1E6D-FB75-4A42-BF2E-ECE224FA1BD9}"/>
                </a:ext>
              </a:extLst>
            </p:cNvPr>
            <p:cNvSpPr>
              <a:spLocks noGrp="1"/>
            </p:cNvSpPr>
            <p:nvPr/>
          </p:nvSpPr>
          <p:spPr>
            <a:xfrm>
              <a:off x="23793648" y="2628900"/>
              <a:ext cx="15522" cy="133350"/>
            </a:xfrm>
            <a:prstGeom prst="rect">
              <a:avLst/>
            </a:prstGeom>
            <a:solidFill>
              <a:srgbClr val="DCE8ED"/>
            </a:solidFill>
            <a:ln w="0">
              <a:noFill/>
              <a:prstDash val="solid"/>
            </a:ln>
          </p:spPr>
        </p:sp>
        <p:sp>
          <p:nvSpPr>
            <p:cNvPr id="3050" name="dense-strip-6-cell-165">
              <a:extLst>
                <a:ext uri="{FF2B5EF4-FFF2-40B4-BE49-F238E27FC236}">
                  <a16:creationId xmlns:a16="http://schemas.microsoft.com/office/drawing/2014/main" id="{2C4D53D3-64D7-4C91-818B-0CEDC96EB7C9}"/>
                </a:ext>
              </a:extLst>
            </p:cNvPr>
            <p:cNvSpPr>
              <a:spLocks noGrp="1"/>
            </p:cNvSpPr>
            <p:nvPr/>
          </p:nvSpPr>
          <p:spPr>
            <a:xfrm>
              <a:off x="23778270" y="2628900"/>
              <a:ext cx="15522" cy="133350"/>
            </a:xfrm>
            <a:prstGeom prst="rect">
              <a:avLst/>
            </a:prstGeom>
            <a:solidFill>
              <a:srgbClr val="DCE8ED"/>
            </a:solidFill>
            <a:ln w="0">
              <a:noFill/>
              <a:prstDash val="solid"/>
            </a:ln>
          </p:spPr>
        </p:sp>
        <p:sp>
          <p:nvSpPr>
            <p:cNvPr id="3051" name="dense-strip-6-cell-164">
              <a:extLst>
                <a:ext uri="{FF2B5EF4-FFF2-40B4-BE49-F238E27FC236}">
                  <a16:creationId xmlns:a16="http://schemas.microsoft.com/office/drawing/2014/main" id="{BFD9742F-00EC-496C-8763-B75A9BB9DFE1}"/>
                </a:ext>
              </a:extLst>
            </p:cNvPr>
            <p:cNvSpPr>
              <a:spLocks noGrp="1"/>
            </p:cNvSpPr>
            <p:nvPr/>
          </p:nvSpPr>
          <p:spPr>
            <a:xfrm>
              <a:off x="23762891" y="2628900"/>
              <a:ext cx="15522" cy="133350"/>
            </a:xfrm>
            <a:prstGeom prst="rect">
              <a:avLst/>
            </a:prstGeom>
            <a:solidFill>
              <a:srgbClr val="DCE8ED"/>
            </a:solidFill>
            <a:ln w="0">
              <a:noFill/>
              <a:prstDash val="solid"/>
            </a:ln>
          </p:spPr>
        </p:sp>
        <p:sp>
          <p:nvSpPr>
            <p:cNvPr id="3052" name="dense-strip-6-cell-163">
              <a:extLst>
                <a:ext uri="{FF2B5EF4-FFF2-40B4-BE49-F238E27FC236}">
                  <a16:creationId xmlns:a16="http://schemas.microsoft.com/office/drawing/2014/main" id="{51DE0646-2A31-4589-BB91-AF94D9E8E3C2}"/>
                </a:ext>
              </a:extLst>
            </p:cNvPr>
            <p:cNvSpPr>
              <a:spLocks noGrp="1"/>
            </p:cNvSpPr>
            <p:nvPr/>
          </p:nvSpPr>
          <p:spPr>
            <a:xfrm>
              <a:off x="23747512" y="2628900"/>
              <a:ext cx="15522" cy="133350"/>
            </a:xfrm>
            <a:prstGeom prst="rect">
              <a:avLst/>
            </a:prstGeom>
            <a:solidFill>
              <a:srgbClr val="DCE8ED"/>
            </a:solidFill>
            <a:ln w="0">
              <a:noFill/>
              <a:prstDash val="solid"/>
            </a:ln>
          </p:spPr>
        </p:sp>
        <p:sp>
          <p:nvSpPr>
            <p:cNvPr id="3053" name="dense-strip-6-cell-162">
              <a:extLst>
                <a:ext uri="{FF2B5EF4-FFF2-40B4-BE49-F238E27FC236}">
                  <a16:creationId xmlns:a16="http://schemas.microsoft.com/office/drawing/2014/main" id="{7E333D1E-0F4D-4B7C-B8AC-D0420121FD9D}"/>
                </a:ext>
              </a:extLst>
            </p:cNvPr>
            <p:cNvSpPr>
              <a:spLocks noGrp="1"/>
            </p:cNvSpPr>
            <p:nvPr/>
          </p:nvSpPr>
          <p:spPr>
            <a:xfrm>
              <a:off x="23732133" y="2628900"/>
              <a:ext cx="15522" cy="133350"/>
            </a:xfrm>
            <a:prstGeom prst="rect">
              <a:avLst/>
            </a:prstGeom>
            <a:solidFill>
              <a:srgbClr val="DCE8ED"/>
            </a:solidFill>
            <a:ln w="0">
              <a:noFill/>
              <a:prstDash val="solid"/>
            </a:ln>
          </p:spPr>
        </p:sp>
        <p:sp>
          <p:nvSpPr>
            <p:cNvPr id="3054" name="dense-strip-6-cell-161">
              <a:extLst>
                <a:ext uri="{FF2B5EF4-FFF2-40B4-BE49-F238E27FC236}">
                  <a16:creationId xmlns:a16="http://schemas.microsoft.com/office/drawing/2014/main" id="{3AE8CE2E-EC48-49C3-AD79-77BAF357E347}"/>
                </a:ext>
              </a:extLst>
            </p:cNvPr>
            <p:cNvSpPr>
              <a:spLocks noGrp="1"/>
            </p:cNvSpPr>
            <p:nvPr/>
          </p:nvSpPr>
          <p:spPr>
            <a:xfrm>
              <a:off x="23716754" y="2628900"/>
              <a:ext cx="15522" cy="133350"/>
            </a:xfrm>
            <a:prstGeom prst="rect">
              <a:avLst/>
            </a:prstGeom>
            <a:solidFill>
              <a:srgbClr val="DCE8ED"/>
            </a:solidFill>
            <a:ln w="0">
              <a:noFill/>
              <a:prstDash val="solid"/>
            </a:ln>
          </p:spPr>
        </p:sp>
        <p:sp>
          <p:nvSpPr>
            <p:cNvPr id="3055" name="dense-strip-6-cell-160">
              <a:extLst>
                <a:ext uri="{FF2B5EF4-FFF2-40B4-BE49-F238E27FC236}">
                  <a16:creationId xmlns:a16="http://schemas.microsoft.com/office/drawing/2014/main" id="{D64E47A6-B914-4184-90D7-CB2363717FAD}"/>
                </a:ext>
              </a:extLst>
            </p:cNvPr>
            <p:cNvSpPr>
              <a:spLocks noGrp="1"/>
            </p:cNvSpPr>
            <p:nvPr/>
          </p:nvSpPr>
          <p:spPr>
            <a:xfrm>
              <a:off x="23701375" y="2628900"/>
              <a:ext cx="15522" cy="133350"/>
            </a:xfrm>
            <a:prstGeom prst="rect">
              <a:avLst/>
            </a:prstGeom>
            <a:solidFill>
              <a:srgbClr val="DCE8ED"/>
            </a:solidFill>
            <a:ln w="0">
              <a:noFill/>
              <a:prstDash val="solid"/>
            </a:ln>
          </p:spPr>
        </p:sp>
        <p:sp>
          <p:nvSpPr>
            <p:cNvPr id="3056" name="dense-strip-6-cell-159">
              <a:extLst>
                <a:ext uri="{FF2B5EF4-FFF2-40B4-BE49-F238E27FC236}">
                  <a16:creationId xmlns:a16="http://schemas.microsoft.com/office/drawing/2014/main" id="{36EA4694-28C8-455D-84F3-EC91B85BB77E}"/>
                </a:ext>
              </a:extLst>
            </p:cNvPr>
            <p:cNvSpPr>
              <a:spLocks noGrp="1"/>
            </p:cNvSpPr>
            <p:nvPr/>
          </p:nvSpPr>
          <p:spPr>
            <a:xfrm>
              <a:off x="23685996" y="2628900"/>
              <a:ext cx="15522" cy="133350"/>
            </a:xfrm>
            <a:prstGeom prst="rect">
              <a:avLst/>
            </a:prstGeom>
            <a:solidFill>
              <a:srgbClr val="DCE8ED"/>
            </a:solidFill>
            <a:ln w="0">
              <a:noFill/>
              <a:prstDash val="solid"/>
            </a:ln>
          </p:spPr>
        </p:sp>
        <p:sp>
          <p:nvSpPr>
            <p:cNvPr id="3057" name="dense-strip-6-cell-158">
              <a:extLst>
                <a:ext uri="{FF2B5EF4-FFF2-40B4-BE49-F238E27FC236}">
                  <a16:creationId xmlns:a16="http://schemas.microsoft.com/office/drawing/2014/main" id="{6FD06F69-0572-4670-9C3B-FDAE2EB008AA}"/>
                </a:ext>
              </a:extLst>
            </p:cNvPr>
            <p:cNvSpPr>
              <a:spLocks noGrp="1"/>
            </p:cNvSpPr>
            <p:nvPr/>
          </p:nvSpPr>
          <p:spPr>
            <a:xfrm>
              <a:off x="23670617" y="2628900"/>
              <a:ext cx="15522" cy="133350"/>
            </a:xfrm>
            <a:prstGeom prst="rect">
              <a:avLst/>
            </a:prstGeom>
            <a:solidFill>
              <a:srgbClr val="DAE7EC"/>
            </a:solidFill>
            <a:ln w="0">
              <a:noFill/>
              <a:prstDash val="solid"/>
            </a:ln>
          </p:spPr>
        </p:sp>
        <p:sp>
          <p:nvSpPr>
            <p:cNvPr id="3058" name="dense-strip-6-cell-157">
              <a:extLst>
                <a:ext uri="{FF2B5EF4-FFF2-40B4-BE49-F238E27FC236}">
                  <a16:creationId xmlns:a16="http://schemas.microsoft.com/office/drawing/2014/main" id="{1BA31DDD-1E30-4F1E-9606-B01E4CBE80ED}"/>
                </a:ext>
              </a:extLst>
            </p:cNvPr>
            <p:cNvSpPr>
              <a:spLocks noGrp="1"/>
            </p:cNvSpPr>
            <p:nvPr/>
          </p:nvSpPr>
          <p:spPr>
            <a:xfrm>
              <a:off x="23655238" y="2628900"/>
              <a:ext cx="15522" cy="133350"/>
            </a:xfrm>
            <a:prstGeom prst="rect">
              <a:avLst/>
            </a:prstGeom>
            <a:solidFill>
              <a:srgbClr val="D7E6EA"/>
            </a:solidFill>
            <a:ln w="0">
              <a:noFill/>
              <a:prstDash val="solid"/>
            </a:ln>
          </p:spPr>
        </p:sp>
        <p:sp>
          <p:nvSpPr>
            <p:cNvPr id="3059" name="dense-strip-6-cell-156">
              <a:extLst>
                <a:ext uri="{FF2B5EF4-FFF2-40B4-BE49-F238E27FC236}">
                  <a16:creationId xmlns:a16="http://schemas.microsoft.com/office/drawing/2014/main" id="{FD4E7F35-CEC3-4C02-93B1-E84881F5F905}"/>
                </a:ext>
              </a:extLst>
            </p:cNvPr>
            <p:cNvSpPr>
              <a:spLocks noGrp="1"/>
            </p:cNvSpPr>
            <p:nvPr/>
          </p:nvSpPr>
          <p:spPr>
            <a:xfrm>
              <a:off x="23639859" y="2628900"/>
              <a:ext cx="15522" cy="133350"/>
            </a:xfrm>
            <a:prstGeom prst="rect">
              <a:avLst/>
            </a:prstGeom>
            <a:solidFill>
              <a:srgbClr val="DCE8ED"/>
            </a:solidFill>
            <a:ln w="0">
              <a:noFill/>
              <a:prstDash val="solid"/>
            </a:ln>
          </p:spPr>
        </p:sp>
        <p:sp>
          <p:nvSpPr>
            <p:cNvPr id="3060" name="dense-strip-6-cell-155">
              <a:extLst>
                <a:ext uri="{FF2B5EF4-FFF2-40B4-BE49-F238E27FC236}">
                  <a16:creationId xmlns:a16="http://schemas.microsoft.com/office/drawing/2014/main" id="{8A18D184-8C15-4EBE-AAC1-239F1195A243}"/>
                </a:ext>
              </a:extLst>
            </p:cNvPr>
            <p:cNvSpPr>
              <a:spLocks noGrp="1"/>
            </p:cNvSpPr>
            <p:nvPr/>
          </p:nvSpPr>
          <p:spPr>
            <a:xfrm>
              <a:off x="23624480" y="2628900"/>
              <a:ext cx="15522" cy="133350"/>
            </a:xfrm>
            <a:prstGeom prst="rect">
              <a:avLst/>
            </a:prstGeom>
            <a:solidFill>
              <a:srgbClr val="DCE8ED"/>
            </a:solidFill>
            <a:ln w="0">
              <a:noFill/>
              <a:prstDash val="solid"/>
            </a:ln>
          </p:spPr>
        </p:sp>
        <p:sp>
          <p:nvSpPr>
            <p:cNvPr id="3061" name="dense-strip-6-cell-154">
              <a:extLst>
                <a:ext uri="{FF2B5EF4-FFF2-40B4-BE49-F238E27FC236}">
                  <a16:creationId xmlns:a16="http://schemas.microsoft.com/office/drawing/2014/main" id="{4FCC42F5-7015-4D76-992B-E4A0025D2E7F}"/>
                </a:ext>
              </a:extLst>
            </p:cNvPr>
            <p:cNvSpPr>
              <a:spLocks noGrp="1"/>
            </p:cNvSpPr>
            <p:nvPr/>
          </p:nvSpPr>
          <p:spPr>
            <a:xfrm>
              <a:off x="23609102" y="2628900"/>
              <a:ext cx="15522" cy="133350"/>
            </a:xfrm>
            <a:prstGeom prst="rect">
              <a:avLst/>
            </a:prstGeom>
            <a:solidFill>
              <a:srgbClr val="DCE8ED"/>
            </a:solidFill>
            <a:ln w="0">
              <a:noFill/>
              <a:prstDash val="solid"/>
            </a:ln>
          </p:spPr>
        </p:sp>
        <p:sp>
          <p:nvSpPr>
            <p:cNvPr id="3062" name="dense-strip-6-cell-153">
              <a:extLst>
                <a:ext uri="{FF2B5EF4-FFF2-40B4-BE49-F238E27FC236}">
                  <a16:creationId xmlns:a16="http://schemas.microsoft.com/office/drawing/2014/main" id="{75990AA5-E736-4948-B031-0E163ADBD4D7}"/>
                </a:ext>
              </a:extLst>
            </p:cNvPr>
            <p:cNvSpPr>
              <a:spLocks noGrp="1"/>
            </p:cNvSpPr>
            <p:nvPr/>
          </p:nvSpPr>
          <p:spPr>
            <a:xfrm>
              <a:off x="23593723" y="2628900"/>
              <a:ext cx="15522" cy="133350"/>
            </a:xfrm>
            <a:prstGeom prst="rect">
              <a:avLst/>
            </a:prstGeom>
            <a:solidFill>
              <a:srgbClr val="DCE8ED"/>
            </a:solidFill>
            <a:ln w="0">
              <a:noFill/>
              <a:prstDash val="solid"/>
            </a:ln>
          </p:spPr>
        </p:sp>
        <p:sp>
          <p:nvSpPr>
            <p:cNvPr id="3063" name="dense-strip-6-cell-152">
              <a:extLst>
                <a:ext uri="{FF2B5EF4-FFF2-40B4-BE49-F238E27FC236}">
                  <a16:creationId xmlns:a16="http://schemas.microsoft.com/office/drawing/2014/main" id="{F06F343C-EC16-4495-A9F9-E6F3D3D06F6B}"/>
                </a:ext>
              </a:extLst>
            </p:cNvPr>
            <p:cNvSpPr>
              <a:spLocks noGrp="1"/>
            </p:cNvSpPr>
            <p:nvPr/>
          </p:nvSpPr>
          <p:spPr>
            <a:xfrm>
              <a:off x="23578344" y="2628900"/>
              <a:ext cx="15522" cy="133350"/>
            </a:xfrm>
            <a:prstGeom prst="rect">
              <a:avLst/>
            </a:prstGeom>
            <a:solidFill>
              <a:srgbClr val="DCE8ED"/>
            </a:solidFill>
            <a:ln w="0">
              <a:noFill/>
              <a:prstDash val="solid"/>
            </a:ln>
          </p:spPr>
        </p:sp>
        <p:sp>
          <p:nvSpPr>
            <p:cNvPr id="3064" name="dense-strip-6-cell-151">
              <a:extLst>
                <a:ext uri="{FF2B5EF4-FFF2-40B4-BE49-F238E27FC236}">
                  <a16:creationId xmlns:a16="http://schemas.microsoft.com/office/drawing/2014/main" id="{F05FB449-BED1-4C1B-94B6-782543CD3211}"/>
                </a:ext>
              </a:extLst>
            </p:cNvPr>
            <p:cNvSpPr>
              <a:spLocks noGrp="1"/>
            </p:cNvSpPr>
            <p:nvPr/>
          </p:nvSpPr>
          <p:spPr>
            <a:xfrm>
              <a:off x="23562965" y="2628900"/>
              <a:ext cx="15522" cy="133350"/>
            </a:xfrm>
            <a:prstGeom prst="rect">
              <a:avLst/>
            </a:prstGeom>
            <a:solidFill>
              <a:srgbClr val="DCE8ED"/>
            </a:solidFill>
            <a:ln w="0">
              <a:noFill/>
              <a:prstDash val="solid"/>
            </a:ln>
          </p:spPr>
        </p:sp>
        <p:sp>
          <p:nvSpPr>
            <p:cNvPr id="3065" name="dense-strip-6-cell-150">
              <a:extLst>
                <a:ext uri="{FF2B5EF4-FFF2-40B4-BE49-F238E27FC236}">
                  <a16:creationId xmlns:a16="http://schemas.microsoft.com/office/drawing/2014/main" id="{D84AF6F8-991E-44F9-8E55-2B014D132DAF}"/>
                </a:ext>
              </a:extLst>
            </p:cNvPr>
            <p:cNvSpPr>
              <a:spLocks noGrp="1"/>
            </p:cNvSpPr>
            <p:nvPr/>
          </p:nvSpPr>
          <p:spPr>
            <a:xfrm>
              <a:off x="23547586" y="2628900"/>
              <a:ext cx="15522" cy="133350"/>
            </a:xfrm>
            <a:prstGeom prst="rect">
              <a:avLst/>
            </a:prstGeom>
            <a:solidFill>
              <a:srgbClr val="DCE8ED"/>
            </a:solidFill>
            <a:ln w="0">
              <a:noFill/>
              <a:prstDash val="solid"/>
            </a:ln>
          </p:spPr>
        </p:sp>
        <p:sp>
          <p:nvSpPr>
            <p:cNvPr id="3066" name="dense-strip-6-cell-149">
              <a:extLst>
                <a:ext uri="{FF2B5EF4-FFF2-40B4-BE49-F238E27FC236}">
                  <a16:creationId xmlns:a16="http://schemas.microsoft.com/office/drawing/2014/main" id="{62D5E3F7-5F98-4356-A7F3-B9A368E58667}"/>
                </a:ext>
              </a:extLst>
            </p:cNvPr>
            <p:cNvSpPr>
              <a:spLocks noGrp="1"/>
            </p:cNvSpPr>
            <p:nvPr/>
          </p:nvSpPr>
          <p:spPr>
            <a:xfrm>
              <a:off x="23532207" y="2628900"/>
              <a:ext cx="15522" cy="133350"/>
            </a:xfrm>
            <a:prstGeom prst="rect">
              <a:avLst/>
            </a:prstGeom>
            <a:solidFill>
              <a:srgbClr val="DCE8ED"/>
            </a:solidFill>
            <a:ln w="0">
              <a:noFill/>
              <a:prstDash val="solid"/>
            </a:ln>
          </p:spPr>
        </p:sp>
        <p:sp>
          <p:nvSpPr>
            <p:cNvPr id="3067" name="dense-strip-6-cell-148">
              <a:extLst>
                <a:ext uri="{FF2B5EF4-FFF2-40B4-BE49-F238E27FC236}">
                  <a16:creationId xmlns:a16="http://schemas.microsoft.com/office/drawing/2014/main" id="{ABA6F573-58FD-4B2C-93CB-8F7BC4495D35}"/>
                </a:ext>
              </a:extLst>
            </p:cNvPr>
            <p:cNvSpPr>
              <a:spLocks noGrp="1"/>
            </p:cNvSpPr>
            <p:nvPr/>
          </p:nvSpPr>
          <p:spPr>
            <a:xfrm>
              <a:off x="23516828" y="2628900"/>
              <a:ext cx="15522" cy="133350"/>
            </a:xfrm>
            <a:prstGeom prst="rect">
              <a:avLst/>
            </a:prstGeom>
            <a:solidFill>
              <a:srgbClr val="DCE8ED"/>
            </a:solidFill>
            <a:ln w="0">
              <a:noFill/>
              <a:prstDash val="solid"/>
            </a:ln>
          </p:spPr>
        </p:sp>
        <p:sp>
          <p:nvSpPr>
            <p:cNvPr id="3068" name="dense-strip-6-cell-147">
              <a:extLst>
                <a:ext uri="{FF2B5EF4-FFF2-40B4-BE49-F238E27FC236}">
                  <a16:creationId xmlns:a16="http://schemas.microsoft.com/office/drawing/2014/main" id="{5AF97D97-6ACC-442C-923B-F85D9BEBE248}"/>
                </a:ext>
              </a:extLst>
            </p:cNvPr>
            <p:cNvSpPr>
              <a:spLocks noGrp="1"/>
            </p:cNvSpPr>
            <p:nvPr/>
          </p:nvSpPr>
          <p:spPr>
            <a:xfrm>
              <a:off x="23501449" y="2628900"/>
              <a:ext cx="15522" cy="133350"/>
            </a:xfrm>
            <a:prstGeom prst="rect">
              <a:avLst/>
            </a:prstGeom>
            <a:solidFill>
              <a:srgbClr val="DCE8ED"/>
            </a:solidFill>
            <a:ln w="0">
              <a:noFill/>
              <a:prstDash val="solid"/>
            </a:ln>
          </p:spPr>
        </p:sp>
        <p:sp>
          <p:nvSpPr>
            <p:cNvPr id="3069" name="dense-strip-6-cell-146">
              <a:extLst>
                <a:ext uri="{FF2B5EF4-FFF2-40B4-BE49-F238E27FC236}">
                  <a16:creationId xmlns:a16="http://schemas.microsoft.com/office/drawing/2014/main" id="{773868F4-339F-4957-84A6-2359E5F5C83F}"/>
                </a:ext>
              </a:extLst>
            </p:cNvPr>
            <p:cNvSpPr>
              <a:spLocks noGrp="1"/>
            </p:cNvSpPr>
            <p:nvPr/>
          </p:nvSpPr>
          <p:spPr>
            <a:xfrm>
              <a:off x="23486070" y="2628900"/>
              <a:ext cx="15522" cy="133350"/>
            </a:xfrm>
            <a:prstGeom prst="rect">
              <a:avLst/>
            </a:prstGeom>
            <a:solidFill>
              <a:srgbClr val="DCE8ED"/>
            </a:solidFill>
            <a:ln w="0">
              <a:noFill/>
              <a:prstDash val="solid"/>
            </a:ln>
          </p:spPr>
        </p:sp>
        <p:sp>
          <p:nvSpPr>
            <p:cNvPr id="3070" name="dense-strip-6-cell-145">
              <a:extLst>
                <a:ext uri="{FF2B5EF4-FFF2-40B4-BE49-F238E27FC236}">
                  <a16:creationId xmlns:a16="http://schemas.microsoft.com/office/drawing/2014/main" id="{C6AF947A-B8D4-48C3-AFE0-5391D5CE951D}"/>
                </a:ext>
              </a:extLst>
            </p:cNvPr>
            <p:cNvSpPr>
              <a:spLocks noGrp="1"/>
            </p:cNvSpPr>
            <p:nvPr/>
          </p:nvSpPr>
          <p:spPr>
            <a:xfrm>
              <a:off x="23470691" y="2628900"/>
              <a:ext cx="15522" cy="133350"/>
            </a:xfrm>
            <a:prstGeom prst="rect">
              <a:avLst/>
            </a:prstGeom>
            <a:solidFill>
              <a:srgbClr val="DCE8ED"/>
            </a:solidFill>
            <a:ln w="0">
              <a:noFill/>
              <a:prstDash val="solid"/>
            </a:ln>
          </p:spPr>
        </p:sp>
        <p:sp>
          <p:nvSpPr>
            <p:cNvPr id="3071" name="dense-strip-6-cell-144">
              <a:extLst>
                <a:ext uri="{FF2B5EF4-FFF2-40B4-BE49-F238E27FC236}">
                  <a16:creationId xmlns:a16="http://schemas.microsoft.com/office/drawing/2014/main" id="{45DF56C5-73DF-4C80-99E4-73CDCBF09ADD}"/>
                </a:ext>
              </a:extLst>
            </p:cNvPr>
            <p:cNvSpPr>
              <a:spLocks noGrp="1"/>
            </p:cNvSpPr>
            <p:nvPr/>
          </p:nvSpPr>
          <p:spPr>
            <a:xfrm>
              <a:off x="23455313" y="2628900"/>
              <a:ext cx="15522" cy="133350"/>
            </a:xfrm>
            <a:prstGeom prst="rect">
              <a:avLst/>
            </a:prstGeom>
            <a:solidFill>
              <a:srgbClr val="DCE8ED"/>
            </a:solidFill>
            <a:ln w="0">
              <a:noFill/>
              <a:prstDash val="solid"/>
            </a:ln>
          </p:spPr>
        </p:sp>
        <p:sp>
          <p:nvSpPr>
            <p:cNvPr id="3072" name="dense-strip-6-cell-143">
              <a:extLst>
                <a:ext uri="{FF2B5EF4-FFF2-40B4-BE49-F238E27FC236}">
                  <a16:creationId xmlns:a16="http://schemas.microsoft.com/office/drawing/2014/main" id="{8FA73267-4D69-48DE-840E-1BD0E7A892FC}"/>
                </a:ext>
              </a:extLst>
            </p:cNvPr>
            <p:cNvSpPr>
              <a:spLocks noGrp="1"/>
            </p:cNvSpPr>
            <p:nvPr/>
          </p:nvSpPr>
          <p:spPr>
            <a:xfrm>
              <a:off x="23439934" y="2628900"/>
              <a:ext cx="15522" cy="133350"/>
            </a:xfrm>
            <a:prstGeom prst="rect">
              <a:avLst/>
            </a:prstGeom>
            <a:solidFill>
              <a:srgbClr val="DCE6EA"/>
            </a:solidFill>
            <a:ln w="0">
              <a:noFill/>
              <a:prstDash val="solid"/>
            </a:ln>
          </p:spPr>
        </p:sp>
        <p:sp>
          <p:nvSpPr>
            <p:cNvPr id="3073" name="dense-strip-6-cell-142">
              <a:extLst>
                <a:ext uri="{FF2B5EF4-FFF2-40B4-BE49-F238E27FC236}">
                  <a16:creationId xmlns:a16="http://schemas.microsoft.com/office/drawing/2014/main" id="{4AE25D7B-146A-43C6-B050-2C0FD4C83A77}"/>
                </a:ext>
              </a:extLst>
            </p:cNvPr>
            <p:cNvSpPr>
              <a:spLocks noGrp="1"/>
            </p:cNvSpPr>
            <p:nvPr/>
          </p:nvSpPr>
          <p:spPr>
            <a:xfrm>
              <a:off x="23424555" y="2628900"/>
              <a:ext cx="15522" cy="133350"/>
            </a:xfrm>
            <a:prstGeom prst="rect">
              <a:avLst/>
            </a:prstGeom>
            <a:solidFill>
              <a:srgbClr val="DCE6EA"/>
            </a:solidFill>
            <a:ln w="0">
              <a:noFill/>
              <a:prstDash val="solid"/>
            </a:ln>
          </p:spPr>
        </p:sp>
        <p:sp>
          <p:nvSpPr>
            <p:cNvPr id="3074" name="dense-strip-6-cell-141">
              <a:extLst>
                <a:ext uri="{FF2B5EF4-FFF2-40B4-BE49-F238E27FC236}">
                  <a16:creationId xmlns:a16="http://schemas.microsoft.com/office/drawing/2014/main" id="{69A8B8A7-2A68-4B68-ADD1-0659D6060E9C}"/>
                </a:ext>
              </a:extLst>
            </p:cNvPr>
            <p:cNvSpPr>
              <a:spLocks noGrp="1"/>
            </p:cNvSpPr>
            <p:nvPr/>
          </p:nvSpPr>
          <p:spPr>
            <a:xfrm>
              <a:off x="23409176" y="2628900"/>
              <a:ext cx="15522" cy="133350"/>
            </a:xfrm>
            <a:prstGeom prst="rect">
              <a:avLst/>
            </a:prstGeom>
            <a:solidFill>
              <a:srgbClr val="DCE8ED"/>
            </a:solidFill>
            <a:ln w="0">
              <a:noFill/>
              <a:prstDash val="solid"/>
            </a:ln>
          </p:spPr>
        </p:sp>
        <p:sp>
          <p:nvSpPr>
            <p:cNvPr id="3075" name="dense-strip-6-cell-140">
              <a:extLst>
                <a:ext uri="{FF2B5EF4-FFF2-40B4-BE49-F238E27FC236}">
                  <a16:creationId xmlns:a16="http://schemas.microsoft.com/office/drawing/2014/main" id="{9362F80D-12EF-4745-831B-B548A9E5A471}"/>
                </a:ext>
              </a:extLst>
            </p:cNvPr>
            <p:cNvSpPr>
              <a:spLocks noGrp="1"/>
            </p:cNvSpPr>
            <p:nvPr/>
          </p:nvSpPr>
          <p:spPr>
            <a:xfrm>
              <a:off x="23393797" y="2628900"/>
              <a:ext cx="15522" cy="133350"/>
            </a:xfrm>
            <a:prstGeom prst="rect">
              <a:avLst/>
            </a:prstGeom>
            <a:solidFill>
              <a:srgbClr val="DAE7EC"/>
            </a:solidFill>
            <a:ln w="0">
              <a:noFill/>
              <a:prstDash val="solid"/>
            </a:ln>
          </p:spPr>
        </p:sp>
        <p:sp>
          <p:nvSpPr>
            <p:cNvPr id="3076" name="dense-strip-6-cell-139">
              <a:extLst>
                <a:ext uri="{FF2B5EF4-FFF2-40B4-BE49-F238E27FC236}">
                  <a16:creationId xmlns:a16="http://schemas.microsoft.com/office/drawing/2014/main" id="{15C0FE5D-204A-4FD0-BA0F-9CBC654BBB78}"/>
                </a:ext>
              </a:extLst>
            </p:cNvPr>
            <p:cNvSpPr>
              <a:spLocks noGrp="1"/>
            </p:cNvSpPr>
            <p:nvPr/>
          </p:nvSpPr>
          <p:spPr>
            <a:xfrm>
              <a:off x="23378418" y="2628900"/>
              <a:ext cx="15522" cy="133350"/>
            </a:xfrm>
            <a:prstGeom prst="rect">
              <a:avLst/>
            </a:prstGeom>
            <a:solidFill>
              <a:srgbClr val="DCE8ED"/>
            </a:solidFill>
            <a:ln w="0">
              <a:noFill/>
              <a:prstDash val="solid"/>
            </a:ln>
          </p:spPr>
        </p:sp>
        <p:sp>
          <p:nvSpPr>
            <p:cNvPr id="3077" name="dense-strip-6-cell-138">
              <a:extLst>
                <a:ext uri="{FF2B5EF4-FFF2-40B4-BE49-F238E27FC236}">
                  <a16:creationId xmlns:a16="http://schemas.microsoft.com/office/drawing/2014/main" id="{8F88CF6F-3129-40FE-801A-19B54B1D5974}"/>
                </a:ext>
              </a:extLst>
            </p:cNvPr>
            <p:cNvSpPr>
              <a:spLocks noGrp="1"/>
            </p:cNvSpPr>
            <p:nvPr/>
          </p:nvSpPr>
          <p:spPr>
            <a:xfrm>
              <a:off x="23363039" y="2628900"/>
              <a:ext cx="15522" cy="133350"/>
            </a:xfrm>
            <a:prstGeom prst="rect">
              <a:avLst/>
            </a:prstGeom>
            <a:solidFill>
              <a:srgbClr val="DCE8ED"/>
            </a:solidFill>
            <a:ln w="0">
              <a:noFill/>
              <a:prstDash val="solid"/>
            </a:ln>
          </p:spPr>
        </p:sp>
        <p:sp>
          <p:nvSpPr>
            <p:cNvPr id="3078" name="dense-strip-6-cell-137">
              <a:extLst>
                <a:ext uri="{FF2B5EF4-FFF2-40B4-BE49-F238E27FC236}">
                  <a16:creationId xmlns:a16="http://schemas.microsoft.com/office/drawing/2014/main" id="{0255C20A-2AEC-4AFA-BAED-1688733A1FCC}"/>
                </a:ext>
              </a:extLst>
            </p:cNvPr>
            <p:cNvSpPr>
              <a:spLocks noGrp="1"/>
            </p:cNvSpPr>
            <p:nvPr/>
          </p:nvSpPr>
          <p:spPr>
            <a:xfrm>
              <a:off x="23347660" y="2628900"/>
              <a:ext cx="15522" cy="133350"/>
            </a:xfrm>
            <a:prstGeom prst="rect">
              <a:avLst/>
            </a:prstGeom>
            <a:solidFill>
              <a:srgbClr val="DCE8ED"/>
            </a:solidFill>
            <a:ln w="0">
              <a:noFill/>
              <a:prstDash val="solid"/>
            </a:ln>
          </p:spPr>
        </p:sp>
        <p:sp>
          <p:nvSpPr>
            <p:cNvPr id="3079" name="dense-strip-6-cell-136">
              <a:extLst>
                <a:ext uri="{FF2B5EF4-FFF2-40B4-BE49-F238E27FC236}">
                  <a16:creationId xmlns:a16="http://schemas.microsoft.com/office/drawing/2014/main" id="{AF3DAF91-0ED4-48B4-A52D-28597797E139}"/>
                </a:ext>
              </a:extLst>
            </p:cNvPr>
            <p:cNvSpPr>
              <a:spLocks noGrp="1"/>
            </p:cNvSpPr>
            <p:nvPr/>
          </p:nvSpPr>
          <p:spPr>
            <a:xfrm>
              <a:off x="23332281" y="2628900"/>
              <a:ext cx="15522" cy="133350"/>
            </a:xfrm>
            <a:prstGeom prst="rect">
              <a:avLst/>
            </a:prstGeom>
            <a:solidFill>
              <a:srgbClr val="DCE8ED"/>
            </a:solidFill>
            <a:ln w="0">
              <a:noFill/>
              <a:prstDash val="solid"/>
            </a:ln>
          </p:spPr>
        </p:sp>
        <p:sp>
          <p:nvSpPr>
            <p:cNvPr id="3080" name="dense-strip-6-cell-135">
              <a:extLst>
                <a:ext uri="{FF2B5EF4-FFF2-40B4-BE49-F238E27FC236}">
                  <a16:creationId xmlns:a16="http://schemas.microsoft.com/office/drawing/2014/main" id="{02FCEA87-D636-4CE1-9D6F-17CDD286E333}"/>
                </a:ext>
              </a:extLst>
            </p:cNvPr>
            <p:cNvSpPr>
              <a:spLocks noGrp="1"/>
            </p:cNvSpPr>
            <p:nvPr/>
          </p:nvSpPr>
          <p:spPr>
            <a:xfrm>
              <a:off x="23316902" y="2628900"/>
              <a:ext cx="15522" cy="133350"/>
            </a:xfrm>
            <a:prstGeom prst="rect">
              <a:avLst/>
            </a:prstGeom>
            <a:solidFill>
              <a:srgbClr val="DCE8ED"/>
            </a:solidFill>
            <a:ln w="0">
              <a:noFill/>
              <a:prstDash val="solid"/>
            </a:ln>
          </p:spPr>
        </p:sp>
        <p:sp>
          <p:nvSpPr>
            <p:cNvPr id="3081" name="dense-strip-6-cell-134">
              <a:extLst>
                <a:ext uri="{FF2B5EF4-FFF2-40B4-BE49-F238E27FC236}">
                  <a16:creationId xmlns:a16="http://schemas.microsoft.com/office/drawing/2014/main" id="{49F0C75D-108D-4E15-A4B8-7B05E4433332}"/>
                </a:ext>
              </a:extLst>
            </p:cNvPr>
            <p:cNvSpPr>
              <a:spLocks noGrp="1"/>
            </p:cNvSpPr>
            <p:nvPr/>
          </p:nvSpPr>
          <p:spPr>
            <a:xfrm>
              <a:off x="23301523" y="2628900"/>
              <a:ext cx="15522" cy="133350"/>
            </a:xfrm>
            <a:prstGeom prst="rect">
              <a:avLst/>
            </a:prstGeom>
            <a:solidFill>
              <a:srgbClr val="D1E4E7"/>
            </a:solidFill>
            <a:ln w="0">
              <a:noFill/>
              <a:prstDash val="solid"/>
            </a:ln>
          </p:spPr>
        </p:sp>
        <p:sp>
          <p:nvSpPr>
            <p:cNvPr id="3082" name="dense-strip-6-cell-133">
              <a:extLst>
                <a:ext uri="{FF2B5EF4-FFF2-40B4-BE49-F238E27FC236}">
                  <a16:creationId xmlns:a16="http://schemas.microsoft.com/office/drawing/2014/main" id="{82ECE41D-7BCF-4E36-A80A-14800B456548}"/>
                </a:ext>
              </a:extLst>
            </p:cNvPr>
            <p:cNvSpPr>
              <a:spLocks noGrp="1"/>
            </p:cNvSpPr>
            <p:nvPr/>
          </p:nvSpPr>
          <p:spPr>
            <a:xfrm>
              <a:off x="23286145" y="2628900"/>
              <a:ext cx="15522" cy="133350"/>
            </a:xfrm>
            <a:prstGeom prst="rect">
              <a:avLst/>
            </a:prstGeom>
            <a:solidFill>
              <a:srgbClr val="BEDEDD"/>
            </a:solidFill>
            <a:ln w="0">
              <a:noFill/>
              <a:prstDash val="solid"/>
            </a:ln>
          </p:spPr>
        </p:sp>
        <p:sp>
          <p:nvSpPr>
            <p:cNvPr id="3083" name="dense-strip-6-cell-132">
              <a:extLst>
                <a:ext uri="{FF2B5EF4-FFF2-40B4-BE49-F238E27FC236}">
                  <a16:creationId xmlns:a16="http://schemas.microsoft.com/office/drawing/2014/main" id="{8C6F8572-2BCC-45B4-8E3A-CB1BFA11B68B}"/>
                </a:ext>
              </a:extLst>
            </p:cNvPr>
            <p:cNvSpPr>
              <a:spLocks noGrp="1"/>
            </p:cNvSpPr>
            <p:nvPr/>
          </p:nvSpPr>
          <p:spPr>
            <a:xfrm>
              <a:off x="23270766" y="2628900"/>
              <a:ext cx="15522" cy="133350"/>
            </a:xfrm>
            <a:prstGeom prst="rect">
              <a:avLst/>
            </a:prstGeom>
            <a:solidFill>
              <a:srgbClr val="CEE3E5"/>
            </a:solidFill>
            <a:ln w="0">
              <a:noFill/>
              <a:prstDash val="solid"/>
            </a:ln>
          </p:spPr>
        </p:sp>
        <p:sp>
          <p:nvSpPr>
            <p:cNvPr id="3084" name="dense-strip-6-cell-131">
              <a:extLst>
                <a:ext uri="{FF2B5EF4-FFF2-40B4-BE49-F238E27FC236}">
                  <a16:creationId xmlns:a16="http://schemas.microsoft.com/office/drawing/2014/main" id="{A8A053D9-7281-42C8-A710-5A03D1C06FE1}"/>
                </a:ext>
              </a:extLst>
            </p:cNvPr>
            <p:cNvSpPr>
              <a:spLocks noGrp="1"/>
            </p:cNvSpPr>
            <p:nvPr/>
          </p:nvSpPr>
          <p:spPr>
            <a:xfrm>
              <a:off x="23255387" y="2628900"/>
              <a:ext cx="15522" cy="133350"/>
            </a:xfrm>
            <a:prstGeom prst="rect">
              <a:avLst/>
            </a:prstGeom>
            <a:solidFill>
              <a:srgbClr val="A7D6D0"/>
            </a:solidFill>
            <a:ln w="0">
              <a:noFill/>
              <a:prstDash val="solid"/>
            </a:ln>
          </p:spPr>
        </p:sp>
        <p:sp>
          <p:nvSpPr>
            <p:cNvPr id="3085" name="dense-strip-6-cell-130">
              <a:extLst>
                <a:ext uri="{FF2B5EF4-FFF2-40B4-BE49-F238E27FC236}">
                  <a16:creationId xmlns:a16="http://schemas.microsoft.com/office/drawing/2014/main" id="{FF5FF52C-8000-487C-8710-3E53FCF7BD01}"/>
                </a:ext>
              </a:extLst>
            </p:cNvPr>
            <p:cNvSpPr>
              <a:spLocks noGrp="1"/>
            </p:cNvSpPr>
            <p:nvPr/>
          </p:nvSpPr>
          <p:spPr>
            <a:xfrm>
              <a:off x="23240008" y="2628900"/>
              <a:ext cx="15522" cy="133350"/>
            </a:xfrm>
            <a:prstGeom prst="rect">
              <a:avLst/>
            </a:prstGeom>
            <a:solidFill>
              <a:srgbClr val="ADD8D3"/>
            </a:solidFill>
            <a:ln w="0">
              <a:noFill/>
              <a:prstDash val="solid"/>
            </a:ln>
          </p:spPr>
        </p:sp>
        <p:sp>
          <p:nvSpPr>
            <p:cNvPr id="3086" name="dense-strip-6-cell-129">
              <a:extLst>
                <a:ext uri="{FF2B5EF4-FFF2-40B4-BE49-F238E27FC236}">
                  <a16:creationId xmlns:a16="http://schemas.microsoft.com/office/drawing/2014/main" id="{63730EF7-D24E-4318-8D59-0606410BF4F9}"/>
                </a:ext>
              </a:extLst>
            </p:cNvPr>
            <p:cNvSpPr>
              <a:spLocks noGrp="1"/>
            </p:cNvSpPr>
            <p:nvPr/>
          </p:nvSpPr>
          <p:spPr>
            <a:xfrm>
              <a:off x="23224629" y="2628900"/>
              <a:ext cx="15522" cy="133350"/>
            </a:xfrm>
            <a:prstGeom prst="rect">
              <a:avLst/>
            </a:prstGeom>
            <a:solidFill>
              <a:srgbClr val="AED9D4"/>
            </a:solidFill>
            <a:ln w="0">
              <a:noFill/>
              <a:prstDash val="solid"/>
            </a:ln>
          </p:spPr>
        </p:sp>
        <p:sp>
          <p:nvSpPr>
            <p:cNvPr id="3087" name="dense-strip-6-cell-128">
              <a:extLst>
                <a:ext uri="{FF2B5EF4-FFF2-40B4-BE49-F238E27FC236}">
                  <a16:creationId xmlns:a16="http://schemas.microsoft.com/office/drawing/2014/main" id="{DB6C6EA6-F03B-459B-9BC9-4D6BC896F356}"/>
                </a:ext>
              </a:extLst>
            </p:cNvPr>
            <p:cNvSpPr>
              <a:spLocks noGrp="1"/>
            </p:cNvSpPr>
            <p:nvPr/>
          </p:nvSpPr>
          <p:spPr>
            <a:xfrm>
              <a:off x="23209250" y="2628900"/>
              <a:ext cx="15522" cy="133350"/>
            </a:xfrm>
            <a:prstGeom prst="rect">
              <a:avLst/>
            </a:prstGeom>
            <a:solidFill>
              <a:srgbClr val="AED9D4"/>
            </a:solidFill>
            <a:ln w="0">
              <a:noFill/>
              <a:prstDash val="solid"/>
            </a:ln>
          </p:spPr>
        </p:sp>
        <p:sp>
          <p:nvSpPr>
            <p:cNvPr id="3088" name="dense-strip-6-cell-127">
              <a:extLst>
                <a:ext uri="{FF2B5EF4-FFF2-40B4-BE49-F238E27FC236}">
                  <a16:creationId xmlns:a16="http://schemas.microsoft.com/office/drawing/2014/main" id="{51DB9AFA-A2D1-4B1F-B6BB-B87A8421DC8A}"/>
                </a:ext>
              </a:extLst>
            </p:cNvPr>
            <p:cNvSpPr>
              <a:spLocks noGrp="1"/>
            </p:cNvSpPr>
            <p:nvPr/>
          </p:nvSpPr>
          <p:spPr>
            <a:xfrm>
              <a:off x="23193871" y="2628900"/>
              <a:ext cx="15522" cy="133350"/>
            </a:xfrm>
            <a:prstGeom prst="rect">
              <a:avLst/>
            </a:prstGeom>
            <a:solidFill>
              <a:srgbClr val="AED9D4"/>
            </a:solidFill>
            <a:ln w="0">
              <a:noFill/>
              <a:prstDash val="solid"/>
            </a:ln>
          </p:spPr>
        </p:sp>
        <p:sp>
          <p:nvSpPr>
            <p:cNvPr id="3089" name="dense-strip-6-cell-126">
              <a:extLst>
                <a:ext uri="{FF2B5EF4-FFF2-40B4-BE49-F238E27FC236}">
                  <a16:creationId xmlns:a16="http://schemas.microsoft.com/office/drawing/2014/main" id="{C0E2236A-D558-450D-BB55-F785D26F757B}"/>
                </a:ext>
              </a:extLst>
            </p:cNvPr>
            <p:cNvSpPr>
              <a:spLocks noGrp="1"/>
            </p:cNvSpPr>
            <p:nvPr/>
          </p:nvSpPr>
          <p:spPr>
            <a:xfrm>
              <a:off x="23178492" y="2628900"/>
              <a:ext cx="15522" cy="133350"/>
            </a:xfrm>
            <a:prstGeom prst="rect">
              <a:avLst/>
            </a:prstGeom>
            <a:solidFill>
              <a:srgbClr val="AED9D4"/>
            </a:solidFill>
            <a:ln w="0">
              <a:noFill/>
              <a:prstDash val="solid"/>
            </a:ln>
          </p:spPr>
        </p:sp>
        <p:sp>
          <p:nvSpPr>
            <p:cNvPr id="3090" name="dense-strip-6-cell-125">
              <a:extLst>
                <a:ext uri="{FF2B5EF4-FFF2-40B4-BE49-F238E27FC236}">
                  <a16:creationId xmlns:a16="http://schemas.microsoft.com/office/drawing/2014/main" id="{DBA07899-C345-4BB0-A9BC-6D829EDFF269}"/>
                </a:ext>
              </a:extLst>
            </p:cNvPr>
            <p:cNvSpPr>
              <a:spLocks noGrp="1"/>
            </p:cNvSpPr>
            <p:nvPr/>
          </p:nvSpPr>
          <p:spPr>
            <a:xfrm>
              <a:off x="23163113" y="2628900"/>
              <a:ext cx="15522" cy="133350"/>
            </a:xfrm>
            <a:prstGeom prst="rect">
              <a:avLst/>
            </a:prstGeom>
            <a:solidFill>
              <a:srgbClr val="AED9D4"/>
            </a:solidFill>
            <a:ln w="0">
              <a:noFill/>
              <a:prstDash val="solid"/>
            </a:ln>
          </p:spPr>
        </p:sp>
        <p:sp>
          <p:nvSpPr>
            <p:cNvPr id="3091" name="dense-strip-6-cell-124">
              <a:extLst>
                <a:ext uri="{FF2B5EF4-FFF2-40B4-BE49-F238E27FC236}">
                  <a16:creationId xmlns:a16="http://schemas.microsoft.com/office/drawing/2014/main" id="{D1E79635-FAB0-412E-8E91-F3FDDB18C6E9}"/>
                </a:ext>
              </a:extLst>
            </p:cNvPr>
            <p:cNvSpPr>
              <a:spLocks noGrp="1"/>
            </p:cNvSpPr>
            <p:nvPr/>
          </p:nvSpPr>
          <p:spPr>
            <a:xfrm>
              <a:off x="23147734" y="2628900"/>
              <a:ext cx="15522" cy="133350"/>
            </a:xfrm>
            <a:prstGeom prst="rect">
              <a:avLst/>
            </a:prstGeom>
            <a:solidFill>
              <a:srgbClr val="AED9D4"/>
            </a:solidFill>
            <a:ln w="0">
              <a:noFill/>
              <a:prstDash val="solid"/>
            </a:ln>
          </p:spPr>
        </p:sp>
        <p:sp>
          <p:nvSpPr>
            <p:cNvPr id="3092" name="dense-strip-6-cell-123">
              <a:extLst>
                <a:ext uri="{FF2B5EF4-FFF2-40B4-BE49-F238E27FC236}">
                  <a16:creationId xmlns:a16="http://schemas.microsoft.com/office/drawing/2014/main" id="{1D27FD95-82E1-491A-B3B6-350802EEAF81}"/>
                </a:ext>
              </a:extLst>
            </p:cNvPr>
            <p:cNvSpPr>
              <a:spLocks noGrp="1"/>
            </p:cNvSpPr>
            <p:nvPr/>
          </p:nvSpPr>
          <p:spPr>
            <a:xfrm>
              <a:off x="23132355" y="2628900"/>
              <a:ext cx="15522" cy="133350"/>
            </a:xfrm>
            <a:prstGeom prst="rect">
              <a:avLst/>
            </a:prstGeom>
            <a:solidFill>
              <a:srgbClr val="AED9D4"/>
            </a:solidFill>
            <a:ln w="0">
              <a:noFill/>
              <a:prstDash val="solid"/>
            </a:ln>
          </p:spPr>
        </p:sp>
        <p:sp>
          <p:nvSpPr>
            <p:cNvPr id="3093" name="dense-strip-6-cell-122">
              <a:extLst>
                <a:ext uri="{FF2B5EF4-FFF2-40B4-BE49-F238E27FC236}">
                  <a16:creationId xmlns:a16="http://schemas.microsoft.com/office/drawing/2014/main" id="{2C0C4084-8E7E-468E-A9CF-DDD509BA2ACE}"/>
                </a:ext>
              </a:extLst>
            </p:cNvPr>
            <p:cNvSpPr>
              <a:spLocks noGrp="1"/>
            </p:cNvSpPr>
            <p:nvPr/>
          </p:nvSpPr>
          <p:spPr>
            <a:xfrm>
              <a:off x="23116977" y="2628900"/>
              <a:ext cx="15522" cy="133350"/>
            </a:xfrm>
            <a:prstGeom prst="rect">
              <a:avLst/>
            </a:prstGeom>
            <a:solidFill>
              <a:srgbClr val="AED9D4"/>
            </a:solidFill>
            <a:ln w="0">
              <a:noFill/>
              <a:prstDash val="solid"/>
            </a:ln>
          </p:spPr>
        </p:sp>
        <p:sp>
          <p:nvSpPr>
            <p:cNvPr id="3094" name="dense-strip-6-cell-121">
              <a:extLst>
                <a:ext uri="{FF2B5EF4-FFF2-40B4-BE49-F238E27FC236}">
                  <a16:creationId xmlns:a16="http://schemas.microsoft.com/office/drawing/2014/main" id="{104AD167-C3D6-476B-8EFB-614842DECCB4}"/>
                </a:ext>
              </a:extLst>
            </p:cNvPr>
            <p:cNvSpPr>
              <a:spLocks noGrp="1"/>
            </p:cNvSpPr>
            <p:nvPr/>
          </p:nvSpPr>
          <p:spPr>
            <a:xfrm>
              <a:off x="23101598" y="2628900"/>
              <a:ext cx="15522" cy="133350"/>
            </a:xfrm>
            <a:prstGeom prst="rect">
              <a:avLst/>
            </a:prstGeom>
            <a:solidFill>
              <a:srgbClr val="A1D4CC"/>
            </a:solidFill>
            <a:ln w="0">
              <a:noFill/>
              <a:prstDash val="solid"/>
            </a:ln>
          </p:spPr>
        </p:sp>
        <p:sp>
          <p:nvSpPr>
            <p:cNvPr id="3095" name="dense-strip-6-cell-120">
              <a:extLst>
                <a:ext uri="{FF2B5EF4-FFF2-40B4-BE49-F238E27FC236}">
                  <a16:creationId xmlns:a16="http://schemas.microsoft.com/office/drawing/2014/main" id="{CF5BBAB1-5D60-4667-8DE7-7C9D7480E250}"/>
                </a:ext>
              </a:extLst>
            </p:cNvPr>
            <p:cNvSpPr>
              <a:spLocks noGrp="1"/>
            </p:cNvSpPr>
            <p:nvPr/>
          </p:nvSpPr>
          <p:spPr>
            <a:xfrm>
              <a:off x="23086219" y="2628900"/>
              <a:ext cx="15522" cy="133350"/>
            </a:xfrm>
            <a:prstGeom prst="rect">
              <a:avLst/>
            </a:prstGeom>
            <a:solidFill>
              <a:srgbClr val="8FCEC2"/>
            </a:solidFill>
            <a:ln w="0">
              <a:noFill/>
              <a:prstDash val="solid"/>
            </a:ln>
          </p:spPr>
        </p:sp>
        <p:sp>
          <p:nvSpPr>
            <p:cNvPr id="3096" name="dense-strip-6-cell-119">
              <a:extLst>
                <a:ext uri="{FF2B5EF4-FFF2-40B4-BE49-F238E27FC236}">
                  <a16:creationId xmlns:a16="http://schemas.microsoft.com/office/drawing/2014/main" id="{5A90CA4F-4F21-46E3-9572-C6B272AFCB68}"/>
                </a:ext>
              </a:extLst>
            </p:cNvPr>
            <p:cNvSpPr>
              <a:spLocks noGrp="1"/>
            </p:cNvSpPr>
            <p:nvPr/>
          </p:nvSpPr>
          <p:spPr>
            <a:xfrm>
              <a:off x="23070840" y="2628900"/>
              <a:ext cx="15522" cy="133350"/>
            </a:xfrm>
            <a:prstGeom prst="rect">
              <a:avLst/>
            </a:prstGeom>
            <a:solidFill>
              <a:srgbClr val="7BC7B7"/>
            </a:solidFill>
            <a:ln w="0">
              <a:noFill/>
              <a:prstDash val="solid"/>
            </a:ln>
          </p:spPr>
        </p:sp>
        <p:sp>
          <p:nvSpPr>
            <p:cNvPr id="3097" name="dense-strip-6-cell-118">
              <a:extLst>
                <a:ext uri="{FF2B5EF4-FFF2-40B4-BE49-F238E27FC236}">
                  <a16:creationId xmlns:a16="http://schemas.microsoft.com/office/drawing/2014/main" id="{49B9E68F-3148-416B-8F68-FE276ACDE43F}"/>
                </a:ext>
              </a:extLst>
            </p:cNvPr>
            <p:cNvSpPr>
              <a:spLocks noGrp="1"/>
            </p:cNvSpPr>
            <p:nvPr/>
          </p:nvSpPr>
          <p:spPr>
            <a:xfrm>
              <a:off x="23055461" y="2628900"/>
              <a:ext cx="15522" cy="133350"/>
            </a:xfrm>
            <a:prstGeom prst="rect">
              <a:avLst/>
            </a:prstGeom>
            <a:solidFill>
              <a:srgbClr val="66C0AB"/>
            </a:solidFill>
            <a:ln w="0">
              <a:noFill/>
              <a:prstDash val="solid"/>
            </a:ln>
          </p:spPr>
        </p:sp>
        <p:sp>
          <p:nvSpPr>
            <p:cNvPr id="3098" name="dense-strip-6-cell-117">
              <a:extLst>
                <a:ext uri="{FF2B5EF4-FFF2-40B4-BE49-F238E27FC236}">
                  <a16:creationId xmlns:a16="http://schemas.microsoft.com/office/drawing/2014/main" id="{2A2821C1-67BB-48DB-973B-6153C700F273}"/>
                </a:ext>
              </a:extLst>
            </p:cNvPr>
            <p:cNvSpPr>
              <a:spLocks noGrp="1"/>
            </p:cNvSpPr>
            <p:nvPr/>
          </p:nvSpPr>
          <p:spPr>
            <a:xfrm>
              <a:off x="23040082" y="2628900"/>
              <a:ext cx="15522" cy="133350"/>
            </a:xfrm>
            <a:prstGeom prst="rect">
              <a:avLst/>
            </a:prstGeom>
            <a:solidFill>
              <a:srgbClr val="53BAA1"/>
            </a:solidFill>
            <a:ln w="0">
              <a:noFill/>
              <a:prstDash val="solid"/>
            </a:ln>
          </p:spPr>
        </p:sp>
        <p:sp>
          <p:nvSpPr>
            <p:cNvPr id="3099" name="dense-strip-6-cell-116">
              <a:extLst>
                <a:ext uri="{FF2B5EF4-FFF2-40B4-BE49-F238E27FC236}">
                  <a16:creationId xmlns:a16="http://schemas.microsoft.com/office/drawing/2014/main" id="{1A8FABC3-103C-495E-B01F-00E51CD9AC43}"/>
                </a:ext>
              </a:extLst>
            </p:cNvPr>
            <p:cNvSpPr>
              <a:spLocks noGrp="1"/>
            </p:cNvSpPr>
            <p:nvPr/>
          </p:nvSpPr>
          <p:spPr>
            <a:xfrm>
              <a:off x="23024703" y="2628900"/>
              <a:ext cx="15522" cy="133350"/>
            </a:xfrm>
            <a:prstGeom prst="rect">
              <a:avLst/>
            </a:prstGeom>
            <a:solidFill>
              <a:srgbClr val="46B69A"/>
            </a:solidFill>
            <a:ln w="0">
              <a:noFill/>
              <a:prstDash val="solid"/>
            </a:ln>
          </p:spPr>
        </p:sp>
        <p:sp>
          <p:nvSpPr>
            <p:cNvPr id="3100" name="dense-strip-6-cell-115">
              <a:extLst>
                <a:ext uri="{FF2B5EF4-FFF2-40B4-BE49-F238E27FC236}">
                  <a16:creationId xmlns:a16="http://schemas.microsoft.com/office/drawing/2014/main" id="{74442BD7-B6B9-4D2C-AEAE-87198003ECE8}"/>
                </a:ext>
              </a:extLst>
            </p:cNvPr>
            <p:cNvSpPr>
              <a:spLocks noGrp="1"/>
            </p:cNvSpPr>
            <p:nvPr/>
          </p:nvSpPr>
          <p:spPr>
            <a:xfrm>
              <a:off x="23009324" y="2628900"/>
              <a:ext cx="15522" cy="133350"/>
            </a:xfrm>
            <a:prstGeom prst="rect">
              <a:avLst/>
            </a:prstGeom>
            <a:solidFill>
              <a:srgbClr val="41B497"/>
            </a:solidFill>
            <a:ln w="0">
              <a:noFill/>
              <a:prstDash val="solid"/>
            </a:ln>
          </p:spPr>
        </p:sp>
        <p:sp>
          <p:nvSpPr>
            <p:cNvPr id="3101" name="dense-strip-6-cell-114">
              <a:extLst>
                <a:ext uri="{FF2B5EF4-FFF2-40B4-BE49-F238E27FC236}">
                  <a16:creationId xmlns:a16="http://schemas.microsoft.com/office/drawing/2014/main" id="{608DD409-DF32-4097-A45D-FB80AE6857CF}"/>
                </a:ext>
              </a:extLst>
            </p:cNvPr>
            <p:cNvSpPr>
              <a:spLocks noGrp="1"/>
            </p:cNvSpPr>
            <p:nvPr/>
          </p:nvSpPr>
          <p:spPr>
            <a:xfrm>
              <a:off x="22993945" y="2628900"/>
              <a:ext cx="15522" cy="133350"/>
            </a:xfrm>
            <a:prstGeom prst="rect">
              <a:avLst/>
            </a:prstGeom>
            <a:solidFill>
              <a:srgbClr val="37AF94"/>
            </a:solidFill>
            <a:ln w="0">
              <a:noFill/>
              <a:prstDash val="solid"/>
            </a:ln>
          </p:spPr>
        </p:sp>
        <p:sp>
          <p:nvSpPr>
            <p:cNvPr id="3102" name="dense-strip-6-cell-113">
              <a:extLst>
                <a:ext uri="{FF2B5EF4-FFF2-40B4-BE49-F238E27FC236}">
                  <a16:creationId xmlns:a16="http://schemas.microsoft.com/office/drawing/2014/main" id="{4F20361D-FED5-45E6-BE4F-CBE888EC69D8}"/>
                </a:ext>
              </a:extLst>
            </p:cNvPr>
            <p:cNvSpPr>
              <a:spLocks noGrp="1"/>
            </p:cNvSpPr>
            <p:nvPr/>
          </p:nvSpPr>
          <p:spPr>
            <a:xfrm>
              <a:off x="22978566" y="2628900"/>
              <a:ext cx="15522" cy="133350"/>
            </a:xfrm>
            <a:prstGeom prst="rect">
              <a:avLst/>
            </a:prstGeom>
            <a:solidFill>
              <a:srgbClr val="40B497"/>
            </a:solidFill>
            <a:ln w="0">
              <a:noFill/>
              <a:prstDash val="solid"/>
            </a:ln>
          </p:spPr>
        </p:sp>
        <p:sp>
          <p:nvSpPr>
            <p:cNvPr id="3103" name="dense-strip-6-cell-112">
              <a:extLst>
                <a:ext uri="{FF2B5EF4-FFF2-40B4-BE49-F238E27FC236}">
                  <a16:creationId xmlns:a16="http://schemas.microsoft.com/office/drawing/2014/main" id="{4BE9AC79-E1B6-47D6-9189-2B960897577D}"/>
                </a:ext>
              </a:extLst>
            </p:cNvPr>
            <p:cNvSpPr>
              <a:spLocks noGrp="1"/>
            </p:cNvSpPr>
            <p:nvPr/>
          </p:nvSpPr>
          <p:spPr>
            <a:xfrm>
              <a:off x="22963188" y="2628900"/>
              <a:ext cx="15522" cy="133350"/>
            </a:xfrm>
            <a:prstGeom prst="rect">
              <a:avLst/>
            </a:prstGeom>
            <a:solidFill>
              <a:srgbClr val="40B192"/>
            </a:solidFill>
            <a:ln w="0">
              <a:noFill/>
              <a:prstDash val="solid"/>
            </a:ln>
          </p:spPr>
        </p:sp>
        <p:sp>
          <p:nvSpPr>
            <p:cNvPr id="3104" name="dense-strip-6-cell-111">
              <a:extLst>
                <a:ext uri="{FF2B5EF4-FFF2-40B4-BE49-F238E27FC236}">
                  <a16:creationId xmlns:a16="http://schemas.microsoft.com/office/drawing/2014/main" id="{6792FEF7-1B90-4571-B03A-B89F885524C2}"/>
                </a:ext>
              </a:extLst>
            </p:cNvPr>
            <p:cNvSpPr>
              <a:spLocks noGrp="1"/>
            </p:cNvSpPr>
            <p:nvPr/>
          </p:nvSpPr>
          <p:spPr>
            <a:xfrm>
              <a:off x="22947809" y="2628900"/>
              <a:ext cx="15522" cy="133350"/>
            </a:xfrm>
            <a:prstGeom prst="rect">
              <a:avLst/>
            </a:prstGeom>
            <a:solidFill>
              <a:srgbClr val="40AD8B"/>
            </a:solidFill>
            <a:ln w="0">
              <a:noFill/>
              <a:prstDash val="solid"/>
            </a:ln>
          </p:spPr>
        </p:sp>
        <p:sp>
          <p:nvSpPr>
            <p:cNvPr id="3105" name="dense-strip-6-cell-110">
              <a:extLst>
                <a:ext uri="{FF2B5EF4-FFF2-40B4-BE49-F238E27FC236}">
                  <a16:creationId xmlns:a16="http://schemas.microsoft.com/office/drawing/2014/main" id="{A6D320AF-37C5-4DE4-8C90-615EAC07E1B6}"/>
                </a:ext>
              </a:extLst>
            </p:cNvPr>
            <p:cNvSpPr>
              <a:spLocks noGrp="1"/>
            </p:cNvSpPr>
            <p:nvPr/>
          </p:nvSpPr>
          <p:spPr>
            <a:xfrm>
              <a:off x="22932430" y="2628900"/>
              <a:ext cx="15522" cy="133350"/>
            </a:xfrm>
            <a:prstGeom prst="rect">
              <a:avLst/>
            </a:prstGeom>
            <a:solidFill>
              <a:srgbClr val="3FA075"/>
            </a:solidFill>
            <a:ln w="0">
              <a:noFill/>
              <a:prstDash val="solid"/>
            </a:ln>
          </p:spPr>
        </p:sp>
        <p:sp>
          <p:nvSpPr>
            <p:cNvPr id="3106" name="dense-strip-6-cell-109">
              <a:extLst>
                <a:ext uri="{FF2B5EF4-FFF2-40B4-BE49-F238E27FC236}">
                  <a16:creationId xmlns:a16="http://schemas.microsoft.com/office/drawing/2014/main" id="{F6D56BDC-21F2-47EC-90E4-AC108DC631FF}"/>
                </a:ext>
              </a:extLst>
            </p:cNvPr>
            <p:cNvSpPr>
              <a:spLocks noGrp="1"/>
            </p:cNvSpPr>
            <p:nvPr/>
          </p:nvSpPr>
          <p:spPr>
            <a:xfrm>
              <a:off x="22917051" y="2628900"/>
              <a:ext cx="15522" cy="133350"/>
            </a:xfrm>
            <a:prstGeom prst="rect">
              <a:avLst/>
            </a:prstGeom>
            <a:solidFill>
              <a:srgbClr val="3F935F"/>
            </a:solidFill>
            <a:ln w="0">
              <a:noFill/>
              <a:prstDash val="solid"/>
            </a:ln>
          </p:spPr>
        </p:sp>
        <p:sp>
          <p:nvSpPr>
            <p:cNvPr id="3107" name="dense-strip-6-cell-108">
              <a:extLst>
                <a:ext uri="{FF2B5EF4-FFF2-40B4-BE49-F238E27FC236}">
                  <a16:creationId xmlns:a16="http://schemas.microsoft.com/office/drawing/2014/main" id="{5457A935-8A64-4DE5-A503-A3AE7A683845}"/>
                </a:ext>
              </a:extLst>
            </p:cNvPr>
            <p:cNvSpPr>
              <a:spLocks noGrp="1"/>
            </p:cNvSpPr>
            <p:nvPr/>
          </p:nvSpPr>
          <p:spPr>
            <a:xfrm>
              <a:off x="22901672" y="2628900"/>
              <a:ext cx="15522" cy="133350"/>
            </a:xfrm>
            <a:prstGeom prst="rect">
              <a:avLst/>
            </a:prstGeom>
            <a:solidFill>
              <a:srgbClr val="3E8F57"/>
            </a:solidFill>
            <a:ln w="0">
              <a:noFill/>
              <a:prstDash val="solid"/>
            </a:ln>
          </p:spPr>
        </p:sp>
        <p:sp>
          <p:nvSpPr>
            <p:cNvPr id="3108" name="dense-strip-6-cell-107">
              <a:extLst>
                <a:ext uri="{FF2B5EF4-FFF2-40B4-BE49-F238E27FC236}">
                  <a16:creationId xmlns:a16="http://schemas.microsoft.com/office/drawing/2014/main" id="{40B21A04-DEA4-4B80-9C7B-F709D09B7DD9}"/>
                </a:ext>
              </a:extLst>
            </p:cNvPr>
            <p:cNvSpPr>
              <a:spLocks noGrp="1"/>
            </p:cNvSpPr>
            <p:nvPr/>
          </p:nvSpPr>
          <p:spPr>
            <a:xfrm>
              <a:off x="22886293" y="2628900"/>
              <a:ext cx="15522" cy="133350"/>
            </a:xfrm>
            <a:prstGeom prst="rect">
              <a:avLst/>
            </a:prstGeom>
            <a:solidFill>
              <a:srgbClr val="3E8C53"/>
            </a:solidFill>
            <a:ln w="0">
              <a:noFill/>
              <a:prstDash val="solid"/>
            </a:ln>
          </p:spPr>
        </p:sp>
        <p:sp>
          <p:nvSpPr>
            <p:cNvPr id="3109" name="dense-strip-6-cell-106">
              <a:extLst>
                <a:ext uri="{FF2B5EF4-FFF2-40B4-BE49-F238E27FC236}">
                  <a16:creationId xmlns:a16="http://schemas.microsoft.com/office/drawing/2014/main" id="{F0CE3806-3EF4-4489-B612-9728E506ECCD}"/>
                </a:ext>
              </a:extLst>
            </p:cNvPr>
            <p:cNvSpPr>
              <a:spLocks noGrp="1"/>
            </p:cNvSpPr>
            <p:nvPr/>
          </p:nvSpPr>
          <p:spPr>
            <a:xfrm>
              <a:off x="22870914" y="2628900"/>
              <a:ext cx="15522" cy="133350"/>
            </a:xfrm>
            <a:prstGeom prst="rect">
              <a:avLst/>
            </a:prstGeom>
            <a:solidFill>
              <a:srgbClr val="3E8B51"/>
            </a:solidFill>
            <a:ln w="0">
              <a:noFill/>
              <a:prstDash val="solid"/>
            </a:ln>
          </p:spPr>
        </p:sp>
        <p:sp>
          <p:nvSpPr>
            <p:cNvPr id="3110" name="dense-strip-6-cell-105">
              <a:extLst>
                <a:ext uri="{FF2B5EF4-FFF2-40B4-BE49-F238E27FC236}">
                  <a16:creationId xmlns:a16="http://schemas.microsoft.com/office/drawing/2014/main" id="{BFCD79DE-DD16-4E78-B6B3-EA9FECCEFB4A}"/>
                </a:ext>
              </a:extLst>
            </p:cNvPr>
            <p:cNvSpPr>
              <a:spLocks noGrp="1"/>
            </p:cNvSpPr>
            <p:nvPr/>
          </p:nvSpPr>
          <p:spPr>
            <a:xfrm>
              <a:off x="22855535" y="2628900"/>
              <a:ext cx="15522" cy="133350"/>
            </a:xfrm>
            <a:prstGeom prst="rect">
              <a:avLst/>
            </a:prstGeom>
            <a:solidFill>
              <a:srgbClr val="418B50"/>
            </a:solidFill>
            <a:ln w="0">
              <a:noFill/>
              <a:prstDash val="solid"/>
            </a:ln>
          </p:spPr>
        </p:sp>
        <p:sp>
          <p:nvSpPr>
            <p:cNvPr id="3111" name="dense-strip-6-cell-104">
              <a:extLst>
                <a:ext uri="{FF2B5EF4-FFF2-40B4-BE49-F238E27FC236}">
                  <a16:creationId xmlns:a16="http://schemas.microsoft.com/office/drawing/2014/main" id="{1FFB13A6-7876-46A9-ADC7-E0F8883A71B2}"/>
                </a:ext>
              </a:extLst>
            </p:cNvPr>
            <p:cNvSpPr>
              <a:spLocks noGrp="1"/>
            </p:cNvSpPr>
            <p:nvPr/>
          </p:nvSpPr>
          <p:spPr>
            <a:xfrm>
              <a:off x="22840156" y="2628900"/>
              <a:ext cx="15522" cy="133350"/>
            </a:xfrm>
            <a:prstGeom prst="rect">
              <a:avLst/>
            </a:prstGeom>
            <a:solidFill>
              <a:srgbClr val="48884C"/>
            </a:solidFill>
            <a:ln w="0">
              <a:noFill/>
              <a:prstDash val="solid"/>
            </a:ln>
          </p:spPr>
        </p:sp>
        <p:sp>
          <p:nvSpPr>
            <p:cNvPr id="3112" name="dense-strip-6-cell-103">
              <a:extLst>
                <a:ext uri="{FF2B5EF4-FFF2-40B4-BE49-F238E27FC236}">
                  <a16:creationId xmlns:a16="http://schemas.microsoft.com/office/drawing/2014/main" id="{63C96F3F-4111-4B38-9CC5-D18CBB740779}"/>
                </a:ext>
              </a:extLst>
            </p:cNvPr>
            <p:cNvSpPr>
              <a:spLocks noGrp="1"/>
            </p:cNvSpPr>
            <p:nvPr/>
          </p:nvSpPr>
          <p:spPr>
            <a:xfrm>
              <a:off x="22824777" y="2628900"/>
              <a:ext cx="15522" cy="133350"/>
            </a:xfrm>
            <a:prstGeom prst="rect">
              <a:avLst/>
            </a:prstGeom>
            <a:solidFill>
              <a:srgbClr val="528547"/>
            </a:solidFill>
            <a:ln w="0">
              <a:noFill/>
              <a:prstDash val="solid"/>
            </a:ln>
          </p:spPr>
        </p:sp>
        <p:sp>
          <p:nvSpPr>
            <p:cNvPr id="3113" name="dense-strip-6-cell-102">
              <a:extLst>
                <a:ext uri="{FF2B5EF4-FFF2-40B4-BE49-F238E27FC236}">
                  <a16:creationId xmlns:a16="http://schemas.microsoft.com/office/drawing/2014/main" id="{EB1C2650-0068-4711-9BF0-FFED7343C344}"/>
                </a:ext>
              </a:extLst>
            </p:cNvPr>
            <p:cNvSpPr>
              <a:spLocks noGrp="1"/>
            </p:cNvSpPr>
            <p:nvPr/>
          </p:nvSpPr>
          <p:spPr>
            <a:xfrm>
              <a:off x="22809398" y="2628900"/>
              <a:ext cx="15522" cy="133350"/>
            </a:xfrm>
            <a:prstGeom prst="rect">
              <a:avLst/>
            </a:prstGeom>
            <a:solidFill>
              <a:srgbClr val="5D8241"/>
            </a:solidFill>
            <a:ln w="0">
              <a:noFill/>
              <a:prstDash val="solid"/>
            </a:ln>
          </p:spPr>
        </p:sp>
        <p:sp>
          <p:nvSpPr>
            <p:cNvPr id="3114" name="dense-strip-6-cell-101">
              <a:extLst>
                <a:ext uri="{FF2B5EF4-FFF2-40B4-BE49-F238E27FC236}">
                  <a16:creationId xmlns:a16="http://schemas.microsoft.com/office/drawing/2014/main" id="{64548A52-F5A3-4B89-8CC6-D12EDDB8B5BD}"/>
                </a:ext>
              </a:extLst>
            </p:cNvPr>
            <p:cNvSpPr>
              <a:spLocks noGrp="1"/>
            </p:cNvSpPr>
            <p:nvPr/>
          </p:nvSpPr>
          <p:spPr>
            <a:xfrm>
              <a:off x="22794020" y="2628900"/>
              <a:ext cx="15522" cy="133350"/>
            </a:xfrm>
            <a:prstGeom prst="rect">
              <a:avLst/>
            </a:prstGeom>
            <a:solidFill>
              <a:srgbClr val="64803D"/>
            </a:solidFill>
            <a:ln w="0">
              <a:noFill/>
              <a:prstDash val="solid"/>
            </a:ln>
          </p:spPr>
        </p:sp>
        <p:sp>
          <p:nvSpPr>
            <p:cNvPr id="3115" name="dense-strip-6-cell-100">
              <a:extLst>
                <a:ext uri="{FF2B5EF4-FFF2-40B4-BE49-F238E27FC236}">
                  <a16:creationId xmlns:a16="http://schemas.microsoft.com/office/drawing/2014/main" id="{355EBC3F-2EE1-4644-862D-66F4243140B2}"/>
                </a:ext>
              </a:extLst>
            </p:cNvPr>
            <p:cNvSpPr>
              <a:spLocks noGrp="1"/>
            </p:cNvSpPr>
            <p:nvPr/>
          </p:nvSpPr>
          <p:spPr>
            <a:xfrm>
              <a:off x="22778641" y="2628900"/>
              <a:ext cx="15522" cy="133350"/>
            </a:xfrm>
            <a:prstGeom prst="rect">
              <a:avLst/>
            </a:prstGeom>
            <a:solidFill>
              <a:srgbClr val="65803D"/>
            </a:solidFill>
            <a:ln w="0">
              <a:noFill/>
              <a:prstDash val="solid"/>
            </a:ln>
          </p:spPr>
        </p:sp>
        <p:sp>
          <p:nvSpPr>
            <p:cNvPr id="3116" name="dense-strip-6-cell-99">
              <a:extLst>
                <a:ext uri="{FF2B5EF4-FFF2-40B4-BE49-F238E27FC236}">
                  <a16:creationId xmlns:a16="http://schemas.microsoft.com/office/drawing/2014/main" id="{636DC674-B355-4DD3-AE52-6259DA53BA84}"/>
                </a:ext>
              </a:extLst>
            </p:cNvPr>
            <p:cNvSpPr>
              <a:spLocks noGrp="1"/>
            </p:cNvSpPr>
            <p:nvPr/>
          </p:nvSpPr>
          <p:spPr>
            <a:xfrm>
              <a:off x="22763262" y="2628900"/>
              <a:ext cx="15522" cy="133350"/>
            </a:xfrm>
            <a:prstGeom prst="rect">
              <a:avLst/>
            </a:prstGeom>
            <a:solidFill>
              <a:srgbClr val="61813F"/>
            </a:solidFill>
            <a:ln w="0">
              <a:noFill/>
              <a:prstDash val="solid"/>
            </a:ln>
          </p:spPr>
        </p:sp>
        <p:sp>
          <p:nvSpPr>
            <p:cNvPr id="3117" name="dense-strip-6-cell-98">
              <a:extLst>
                <a:ext uri="{FF2B5EF4-FFF2-40B4-BE49-F238E27FC236}">
                  <a16:creationId xmlns:a16="http://schemas.microsoft.com/office/drawing/2014/main" id="{B00D7540-2BE4-47C1-B24C-39B41E08A82C}"/>
                </a:ext>
              </a:extLst>
            </p:cNvPr>
            <p:cNvSpPr>
              <a:spLocks noGrp="1"/>
            </p:cNvSpPr>
            <p:nvPr/>
          </p:nvSpPr>
          <p:spPr>
            <a:xfrm>
              <a:off x="22747883" y="2628900"/>
              <a:ext cx="15522" cy="133350"/>
            </a:xfrm>
            <a:prstGeom prst="rect">
              <a:avLst/>
            </a:prstGeom>
            <a:solidFill>
              <a:srgbClr val="578444"/>
            </a:solidFill>
            <a:ln w="0">
              <a:noFill/>
              <a:prstDash val="solid"/>
            </a:ln>
          </p:spPr>
        </p:sp>
        <p:sp>
          <p:nvSpPr>
            <p:cNvPr id="3118" name="dense-strip-6-cell-97">
              <a:extLst>
                <a:ext uri="{FF2B5EF4-FFF2-40B4-BE49-F238E27FC236}">
                  <a16:creationId xmlns:a16="http://schemas.microsoft.com/office/drawing/2014/main" id="{60A369DD-1095-471D-AD1D-99410F8D574D}"/>
                </a:ext>
              </a:extLst>
            </p:cNvPr>
            <p:cNvSpPr>
              <a:spLocks noGrp="1"/>
            </p:cNvSpPr>
            <p:nvPr/>
          </p:nvSpPr>
          <p:spPr>
            <a:xfrm>
              <a:off x="22732504" y="2628900"/>
              <a:ext cx="15522" cy="133350"/>
            </a:xfrm>
            <a:prstGeom prst="rect">
              <a:avLst/>
            </a:prstGeom>
            <a:solidFill>
              <a:srgbClr val="4C874A"/>
            </a:solidFill>
            <a:ln w="0">
              <a:noFill/>
              <a:prstDash val="solid"/>
            </a:ln>
          </p:spPr>
        </p:sp>
        <p:sp>
          <p:nvSpPr>
            <p:cNvPr id="3119" name="dense-strip-6-cell-96">
              <a:extLst>
                <a:ext uri="{FF2B5EF4-FFF2-40B4-BE49-F238E27FC236}">
                  <a16:creationId xmlns:a16="http://schemas.microsoft.com/office/drawing/2014/main" id="{19C272CF-8A12-4F07-817A-74B227E8DBEE}"/>
                </a:ext>
              </a:extLst>
            </p:cNvPr>
            <p:cNvSpPr>
              <a:spLocks noGrp="1"/>
            </p:cNvSpPr>
            <p:nvPr/>
          </p:nvSpPr>
          <p:spPr>
            <a:xfrm>
              <a:off x="22717125" y="2628900"/>
              <a:ext cx="15522" cy="133350"/>
            </a:xfrm>
            <a:prstGeom prst="rect">
              <a:avLst/>
            </a:prstGeom>
            <a:solidFill>
              <a:srgbClr val="448A4E"/>
            </a:solidFill>
            <a:ln w="0">
              <a:noFill/>
              <a:prstDash val="solid"/>
            </a:ln>
          </p:spPr>
        </p:sp>
        <p:sp>
          <p:nvSpPr>
            <p:cNvPr id="3120" name="dense-strip-6-cell-95">
              <a:extLst>
                <a:ext uri="{FF2B5EF4-FFF2-40B4-BE49-F238E27FC236}">
                  <a16:creationId xmlns:a16="http://schemas.microsoft.com/office/drawing/2014/main" id="{F472DE8E-ACA1-4907-8AC6-6D98613D50BB}"/>
                </a:ext>
              </a:extLst>
            </p:cNvPr>
            <p:cNvSpPr>
              <a:spLocks noGrp="1"/>
            </p:cNvSpPr>
            <p:nvPr/>
          </p:nvSpPr>
          <p:spPr>
            <a:xfrm>
              <a:off x="22701746" y="2628900"/>
              <a:ext cx="15522" cy="133350"/>
            </a:xfrm>
            <a:prstGeom prst="rect">
              <a:avLst/>
            </a:prstGeom>
            <a:solidFill>
              <a:srgbClr val="3F8B51"/>
            </a:solidFill>
            <a:ln w="0">
              <a:noFill/>
              <a:prstDash val="solid"/>
            </a:ln>
          </p:spPr>
        </p:sp>
        <p:sp>
          <p:nvSpPr>
            <p:cNvPr id="3121" name="dense-strip-6-cell-94">
              <a:extLst>
                <a:ext uri="{FF2B5EF4-FFF2-40B4-BE49-F238E27FC236}">
                  <a16:creationId xmlns:a16="http://schemas.microsoft.com/office/drawing/2014/main" id="{9233290B-8CA1-4494-8E9D-B9A50340132D}"/>
                </a:ext>
              </a:extLst>
            </p:cNvPr>
            <p:cNvSpPr>
              <a:spLocks noGrp="1"/>
            </p:cNvSpPr>
            <p:nvPr/>
          </p:nvSpPr>
          <p:spPr>
            <a:xfrm>
              <a:off x="22686367" y="2628900"/>
              <a:ext cx="15522" cy="133350"/>
            </a:xfrm>
            <a:prstGeom prst="rect">
              <a:avLst/>
            </a:prstGeom>
            <a:solidFill>
              <a:srgbClr val="3E8B51"/>
            </a:solidFill>
            <a:ln w="0">
              <a:noFill/>
              <a:prstDash val="solid"/>
            </a:ln>
          </p:spPr>
        </p:sp>
        <p:sp>
          <p:nvSpPr>
            <p:cNvPr id="3122" name="dense-strip-6-cell-93">
              <a:extLst>
                <a:ext uri="{FF2B5EF4-FFF2-40B4-BE49-F238E27FC236}">
                  <a16:creationId xmlns:a16="http://schemas.microsoft.com/office/drawing/2014/main" id="{C58F776A-1F1E-4D5C-B31F-934907683135}"/>
                </a:ext>
              </a:extLst>
            </p:cNvPr>
            <p:cNvSpPr>
              <a:spLocks noGrp="1"/>
            </p:cNvSpPr>
            <p:nvPr/>
          </p:nvSpPr>
          <p:spPr>
            <a:xfrm>
              <a:off x="22670988" y="2628900"/>
              <a:ext cx="15522" cy="133350"/>
            </a:xfrm>
            <a:prstGeom prst="rect">
              <a:avLst/>
            </a:prstGeom>
            <a:solidFill>
              <a:srgbClr val="3E8B52"/>
            </a:solidFill>
            <a:ln w="0">
              <a:noFill/>
              <a:prstDash val="solid"/>
            </a:ln>
          </p:spPr>
        </p:sp>
        <p:sp>
          <p:nvSpPr>
            <p:cNvPr id="3123" name="dense-strip-6-cell-92">
              <a:extLst>
                <a:ext uri="{FF2B5EF4-FFF2-40B4-BE49-F238E27FC236}">
                  <a16:creationId xmlns:a16="http://schemas.microsoft.com/office/drawing/2014/main" id="{DEA4D533-33E6-4F23-B20F-D2B053EE02DD}"/>
                </a:ext>
              </a:extLst>
            </p:cNvPr>
            <p:cNvSpPr>
              <a:spLocks noGrp="1"/>
            </p:cNvSpPr>
            <p:nvPr/>
          </p:nvSpPr>
          <p:spPr>
            <a:xfrm>
              <a:off x="22655609" y="2628900"/>
              <a:ext cx="15522" cy="133350"/>
            </a:xfrm>
            <a:prstGeom prst="rect">
              <a:avLst/>
            </a:prstGeom>
            <a:solidFill>
              <a:srgbClr val="3E8D54"/>
            </a:solidFill>
            <a:ln w="0">
              <a:noFill/>
              <a:prstDash val="solid"/>
            </a:ln>
          </p:spPr>
        </p:sp>
        <p:sp>
          <p:nvSpPr>
            <p:cNvPr id="3124" name="dense-strip-6-cell-91">
              <a:extLst>
                <a:ext uri="{FF2B5EF4-FFF2-40B4-BE49-F238E27FC236}">
                  <a16:creationId xmlns:a16="http://schemas.microsoft.com/office/drawing/2014/main" id="{3A2BF0BF-4DA3-4553-BCD1-85054944D73E}"/>
                </a:ext>
              </a:extLst>
            </p:cNvPr>
            <p:cNvSpPr>
              <a:spLocks noGrp="1"/>
            </p:cNvSpPr>
            <p:nvPr/>
          </p:nvSpPr>
          <p:spPr>
            <a:xfrm>
              <a:off x="22640230" y="2628900"/>
              <a:ext cx="15522" cy="133350"/>
            </a:xfrm>
            <a:prstGeom prst="rect">
              <a:avLst/>
            </a:prstGeom>
            <a:solidFill>
              <a:srgbClr val="3F905A"/>
            </a:solidFill>
            <a:ln w="0">
              <a:noFill/>
              <a:prstDash val="solid"/>
            </a:ln>
          </p:spPr>
        </p:sp>
        <p:sp>
          <p:nvSpPr>
            <p:cNvPr id="3125" name="dense-strip-6-cell-90">
              <a:extLst>
                <a:ext uri="{FF2B5EF4-FFF2-40B4-BE49-F238E27FC236}">
                  <a16:creationId xmlns:a16="http://schemas.microsoft.com/office/drawing/2014/main" id="{D16A25A3-BA69-40A2-BE6F-81F0EAD9CC30}"/>
                </a:ext>
              </a:extLst>
            </p:cNvPr>
            <p:cNvSpPr>
              <a:spLocks noGrp="1"/>
            </p:cNvSpPr>
            <p:nvPr/>
          </p:nvSpPr>
          <p:spPr>
            <a:xfrm>
              <a:off x="22624852" y="2628900"/>
              <a:ext cx="15522" cy="133350"/>
            </a:xfrm>
            <a:prstGeom prst="rect">
              <a:avLst/>
            </a:prstGeom>
            <a:solidFill>
              <a:srgbClr val="3F9663"/>
            </a:solidFill>
            <a:ln w="0">
              <a:noFill/>
              <a:prstDash val="solid"/>
            </a:ln>
          </p:spPr>
        </p:sp>
        <p:sp>
          <p:nvSpPr>
            <p:cNvPr id="3126" name="dense-strip-6-cell-89">
              <a:extLst>
                <a:ext uri="{FF2B5EF4-FFF2-40B4-BE49-F238E27FC236}">
                  <a16:creationId xmlns:a16="http://schemas.microsoft.com/office/drawing/2014/main" id="{FD268012-62FF-4BBC-89ED-1404B6DB895E}"/>
                </a:ext>
              </a:extLst>
            </p:cNvPr>
            <p:cNvSpPr>
              <a:spLocks noGrp="1"/>
            </p:cNvSpPr>
            <p:nvPr/>
          </p:nvSpPr>
          <p:spPr>
            <a:xfrm>
              <a:off x="22609473" y="2628900"/>
              <a:ext cx="15522" cy="133350"/>
            </a:xfrm>
            <a:prstGeom prst="rect">
              <a:avLst/>
            </a:prstGeom>
            <a:solidFill>
              <a:srgbClr val="3FA279"/>
            </a:solidFill>
            <a:ln w="0">
              <a:noFill/>
              <a:prstDash val="solid"/>
            </a:ln>
          </p:spPr>
        </p:sp>
        <p:sp>
          <p:nvSpPr>
            <p:cNvPr id="3127" name="dense-strip-6-cell-88">
              <a:extLst>
                <a:ext uri="{FF2B5EF4-FFF2-40B4-BE49-F238E27FC236}">
                  <a16:creationId xmlns:a16="http://schemas.microsoft.com/office/drawing/2014/main" id="{C72891C3-6910-4262-A68B-FE67253B668B}"/>
                </a:ext>
              </a:extLst>
            </p:cNvPr>
            <p:cNvSpPr>
              <a:spLocks noGrp="1"/>
            </p:cNvSpPr>
            <p:nvPr/>
          </p:nvSpPr>
          <p:spPr>
            <a:xfrm>
              <a:off x="22594094" y="2628900"/>
              <a:ext cx="15522" cy="133350"/>
            </a:xfrm>
            <a:prstGeom prst="rect">
              <a:avLst/>
            </a:prstGeom>
            <a:solidFill>
              <a:srgbClr val="40AE8D"/>
            </a:solidFill>
            <a:ln w="0">
              <a:noFill/>
              <a:prstDash val="solid"/>
            </a:ln>
          </p:spPr>
        </p:sp>
        <p:sp>
          <p:nvSpPr>
            <p:cNvPr id="3128" name="dense-strip-6-cell-87">
              <a:extLst>
                <a:ext uri="{FF2B5EF4-FFF2-40B4-BE49-F238E27FC236}">
                  <a16:creationId xmlns:a16="http://schemas.microsoft.com/office/drawing/2014/main" id="{F7CABCFE-BB46-4F1F-BB30-56A3E98FD456}"/>
                </a:ext>
              </a:extLst>
            </p:cNvPr>
            <p:cNvSpPr>
              <a:spLocks noGrp="1"/>
            </p:cNvSpPr>
            <p:nvPr/>
          </p:nvSpPr>
          <p:spPr>
            <a:xfrm>
              <a:off x="22578715" y="2628900"/>
              <a:ext cx="15522" cy="133350"/>
            </a:xfrm>
            <a:prstGeom prst="rect">
              <a:avLst/>
            </a:prstGeom>
            <a:solidFill>
              <a:srgbClr val="40B293"/>
            </a:solidFill>
            <a:ln w="0">
              <a:noFill/>
              <a:prstDash val="solid"/>
            </a:ln>
          </p:spPr>
        </p:sp>
        <p:sp>
          <p:nvSpPr>
            <p:cNvPr id="3129" name="dense-strip-6-cell-86">
              <a:extLst>
                <a:ext uri="{FF2B5EF4-FFF2-40B4-BE49-F238E27FC236}">
                  <a16:creationId xmlns:a16="http://schemas.microsoft.com/office/drawing/2014/main" id="{0F0B062A-29D2-405F-A7D6-914DA415BB8A}"/>
                </a:ext>
              </a:extLst>
            </p:cNvPr>
            <p:cNvSpPr>
              <a:spLocks noGrp="1"/>
            </p:cNvSpPr>
            <p:nvPr/>
          </p:nvSpPr>
          <p:spPr>
            <a:xfrm>
              <a:off x="22563336" y="2628900"/>
              <a:ext cx="15522" cy="133350"/>
            </a:xfrm>
            <a:prstGeom prst="rect">
              <a:avLst/>
            </a:prstGeom>
            <a:solidFill>
              <a:srgbClr val="40B497"/>
            </a:solidFill>
            <a:ln w="0">
              <a:noFill/>
              <a:prstDash val="solid"/>
            </a:ln>
          </p:spPr>
        </p:sp>
        <p:sp>
          <p:nvSpPr>
            <p:cNvPr id="3130" name="dense-strip-6-cell-85">
              <a:extLst>
                <a:ext uri="{FF2B5EF4-FFF2-40B4-BE49-F238E27FC236}">
                  <a16:creationId xmlns:a16="http://schemas.microsoft.com/office/drawing/2014/main" id="{096A46FE-7612-42A2-9EBE-414CF1114884}"/>
                </a:ext>
              </a:extLst>
            </p:cNvPr>
            <p:cNvSpPr>
              <a:spLocks noGrp="1"/>
            </p:cNvSpPr>
            <p:nvPr/>
          </p:nvSpPr>
          <p:spPr>
            <a:xfrm>
              <a:off x="22547957" y="2628900"/>
              <a:ext cx="15522" cy="133350"/>
            </a:xfrm>
            <a:prstGeom prst="rect">
              <a:avLst/>
            </a:prstGeom>
            <a:solidFill>
              <a:srgbClr val="40B497"/>
            </a:solidFill>
            <a:ln w="0">
              <a:noFill/>
              <a:prstDash val="solid"/>
            </a:ln>
          </p:spPr>
        </p:sp>
        <p:sp>
          <p:nvSpPr>
            <p:cNvPr id="3131" name="dense-strip-6-cell-84">
              <a:extLst>
                <a:ext uri="{FF2B5EF4-FFF2-40B4-BE49-F238E27FC236}">
                  <a16:creationId xmlns:a16="http://schemas.microsoft.com/office/drawing/2014/main" id="{CFADA907-0016-4F05-8565-F9ED0F43DBCD}"/>
                </a:ext>
              </a:extLst>
            </p:cNvPr>
            <p:cNvSpPr>
              <a:spLocks noGrp="1"/>
            </p:cNvSpPr>
            <p:nvPr/>
          </p:nvSpPr>
          <p:spPr>
            <a:xfrm>
              <a:off x="22532578" y="2628900"/>
              <a:ext cx="15522" cy="133350"/>
            </a:xfrm>
            <a:prstGeom prst="rect">
              <a:avLst/>
            </a:prstGeom>
            <a:solidFill>
              <a:srgbClr val="40B497"/>
            </a:solidFill>
            <a:ln w="0">
              <a:noFill/>
              <a:prstDash val="solid"/>
            </a:ln>
          </p:spPr>
        </p:sp>
        <p:sp>
          <p:nvSpPr>
            <p:cNvPr id="3132" name="dense-strip-6-cell-83">
              <a:extLst>
                <a:ext uri="{FF2B5EF4-FFF2-40B4-BE49-F238E27FC236}">
                  <a16:creationId xmlns:a16="http://schemas.microsoft.com/office/drawing/2014/main" id="{7329911F-F66B-4200-BF0E-7A28C8CAFCA4}"/>
                </a:ext>
              </a:extLst>
            </p:cNvPr>
            <p:cNvSpPr>
              <a:spLocks noGrp="1"/>
            </p:cNvSpPr>
            <p:nvPr/>
          </p:nvSpPr>
          <p:spPr>
            <a:xfrm>
              <a:off x="22517199" y="2628900"/>
              <a:ext cx="15522" cy="133350"/>
            </a:xfrm>
            <a:prstGeom prst="rect">
              <a:avLst/>
            </a:prstGeom>
            <a:solidFill>
              <a:srgbClr val="40B497"/>
            </a:solidFill>
            <a:ln w="0">
              <a:noFill/>
              <a:prstDash val="solid"/>
            </a:ln>
          </p:spPr>
        </p:sp>
        <p:sp>
          <p:nvSpPr>
            <p:cNvPr id="3133" name="dense-strip-6-cell-82">
              <a:extLst>
                <a:ext uri="{FF2B5EF4-FFF2-40B4-BE49-F238E27FC236}">
                  <a16:creationId xmlns:a16="http://schemas.microsoft.com/office/drawing/2014/main" id="{C3B7E273-8AF2-461B-8DF7-7BBC3E554112}"/>
                </a:ext>
              </a:extLst>
            </p:cNvPr>
            <p:cNvSpPr>
              <a:spLocks noGrp="1"/>
            </p:cNvSpPr>
            <p:nvPr/>
          </p:nvSpPr>
          <p:spPr>
            <a:xfrm>
              <a:off x="22501820" y="2628900"/>
              <a:ext cx="15522" cy="133350"/>
            </a:xfrm>
            <a:prstGeom prst="rect">
              <a:avLst/>
            </a:prstGeom>
            <a:solidFill>
              <a:srgbClr val="40B497"/>
            </a:solidFill>
            <a:ln w="0">
              <a:noFill/>
              <a:prstDash val="solid"/>
            </a:ln>
          </p:spPr>
        </p:sp>
        <p:sp>
          <p:nvSpPr>
            <p:cNvPr id="3134" name="dense-strip-6-cell-81">
              <a:extLst>
                <a:ext uri="{FF2B5EF4-FFF2-40B4-BE49-F238E27FC236}">
                  <a16:creationId xmlns:a16="http://schemas.microsoft.com/office/drawing/2014/main" id="{635DAF6E-87AE-41EA-A9A8-921B5CB032B0}"/>
                </a:ext>
              </a:extLst>
            </p:cNvPr>
            <p:cNvSpPr>
              <a:spLocks noGrp="1"/>
            </p:cNvSpPr>
            <p:nvPr/>
          </p:nvSpPr>
          <p:spPr>
            <a:xfrm>
              <a:off x="22486441" y="2628900"/>
              <a:ext cx="15522" cy="133350"/>
            </a:xfrm>
            <a:prstGeom prst="rect">
              <a:avLst/>
            </a:prstGeom>
            <a:solidFill>
              <a:srgbClr val="40B497"/>
            </a:solidFill>
            <a:ln w="0">
              <a:noFill/>
              <a:prstDash val="solid"/>
            </a:ln>
          </p:spPr>
        </p:sp>
        <p:sp>
          <p:nvSpPr>
            <p:cNvPr id="3135" name="dense-strip-6-cell-80">
              <a:extLst>
                <a:ext uri="{FF2B5EF4-FFF2-40B4-BE49-F238E27FC236}">
                  <a16:creationId xmlns:a16="http://schemas.microsoft.com/office/drawing/2014/main" id="{78A80B29-FF38-45BB-AB0C-313259EF343A}"/>
                </a:ext>
              </a:extLst>
            </p:cNvPr>
            <p:cNvSpPr>
              <a:spLocks noGrp="1"/>
            </p:cNvSpPr>
            <p:nvPr/>
          </p:nvSpPr>
          <p:spPr>
            <a:xfrm>
              <a:off x="22471063" y="2628900"/>
              <a:ext cx="15522" cy="133350"/>
            </a:xfrm>
            <a:prstGeom prst="rect">
              <a:avLst/>
            </a:prstGeom>
            <a:solidFill>
              <a:srgbClr val="40B497"/>
            </a:solidFill>
            <a:ln w="0">
              <a:noFill/>
              <a:prstDash val="solid"/>
            </a:ln>
          </p:spPr>
        </p:sp>
        <p:sp>
          <p:nvSpPr>
            <p:cNvPr id="3136" name="dense-strip-6-cell-79">
              <a:extLst>
                <a:ext uri="{FF2B5EF4-FFF2-40B4-BE49-F238E27FC236}">
                  <a16:creationId xmlns:a16="http://schemas.microsoft.com/office/drawing/2014/main" id="{A707B2A7-8735-4D1F-90C1-D5016F6D6D30}"/>
                </a:ext>
              </a:extLst>
            </p:cNvPr>
            <p:cNvSpPr>
              <a:spLocks noGrp="1"/>
            </p:cNvSpPr>
            <p:nvPr/>
          </p:nvSpPr>
          <p:spPr>
            <a:xfrm>
              <a:off x="22455684" y="2628900"/>
              <a:ext cx="15522" cy="133350"/>
            </a:xfrm>
            <a:prstGeom prst="rect">
              <a:avLst/>
            </a:prstGeom>
            <a:solidFill>
              <a:srgbClr val="40B497"/>
            </a:solidFill>
            <a:ln w="0">
              <a:noFill/>
              <a:prstDash val="solid"/>
            </a:ln>
          </p:spPr>
        </p:sp>
        <p:sp>
          <p:nvSpPr>
            <p:cNvPr id="3137" name="dense-strip-6-cell-78">
              <a:extLst>
                <a:ext uri="{FF2B5EF4-FFF2-40B4-BE49-F238E27FC236}">
                  <a16:creationId xmlns:a16="http://schemas.microsoft.com/office/drawing/2014/main" id="{9AD91D3B-8FF2-4F57-8095-B3E3E15A89D6}"/>
                </a:ext>
              </a:extLst>
            </p:cNvPr>
            <p:cNvSpPr>
              <a:spLocks noGrp="1"/>
            </p:cNvSpPr>
            <p:nvPr/>
          </p:nvSpPr>
          <p:spPr>
            <a:xfrm>
              <a:off x="22440305" y="2628900"/>
              <a:ext cx="15522" cy="133350"/>
            </a:xfrm>
            <a:prstGeom prst="rect">
              <a:avLst/>
            </a:prstGeom>
            <a:solidFill>
              <a:srgbClr val="42B498"/>
            </a:solidFill>
            <a:ln w="0">
              <a:noFill/>
              <a:prstDash val="solid"/>
            </a:ln>
          </p:spPr>
        </p:sp>
        <p:sp>
          <p:nvSpPr>
            <p:cNvPr id="3138" name="dense-strip-6-cell-77">
              <a:extLst>
                <a:ext uri="{FF2B5EF4-FFF2-40B4-BE49-F238E27FC236}">
                  <a16:creationId xmlns:a16="http://schemas.microsoft.com/office/drawing/2014/main" id="{B2E39849-7928-4797-8ADE-033740E141C1}"/>
                </a:ext>
              </a:extLst>
            </p:cNvPr>
            <p:cNvSpPr>
              <a:spLocks noGrp="1"/>
            </p:cNvSpPr>
            <p:nvPr/>
          </p:nvSpPr>
          <p:spPr>
            <a:xfrm>
              <a:off x="22424926" y="2628900"/>
              <a:ext cx="15522" cy="133350"/>
            </a:xfrm>
            <a:prstGeom prst="rect">
              <a:avLst/>
            </a:prstGeom>
            <a:solidFill>
              <a:srgbClr val="4BB79C"/>
            </a:solidFill>
            <a:ln w="0">
              <a:noFill/>
              <a:prstDash val="solid"/>
            </a:ln>
          </p:spPr>
        </p:sp>
        <p:sp>
          <p:nvSpPr>
            <p:cNvPr id="3139" name="dense-strip-6-cell-76">
              <a:extLst>
                <a:ext uri="{FF2B5EF4-FFF2-40B4-BE49-F238E27FC236}">
                  <a16:creationId xmlns:a16="http://schemas.microsoft.com/office/drawing/2014/main" id="{EF6C88DE-0405-494A-8D7B-D27167BA051F}"/>
                </a:ext>
              </a:extLst>
            </p:cNvPr>
            <p:cNvSpPr>
              <a:spLocks noGrp="1"/>
            </p:cNvSpPr>
            <p:nvPr/>
          </p:nvSpPr>
          <p:spPr>
            <a:xfrm>
              <a:off x="22409547" y="2628900"/>
              <a:ext cx="15522" cy="133350"/>
            </a:xfrm>
            <a:prstGeom prst="rect">
              <a:avLst/>
            </a:prstGeom>
            <a:solidFill>
              <a:srgbClr val="5BBDA5"/>
            </a:solidFill>
            <a:ln w="0">
              <a:noFill/>
              <a:prstDash val="solid"/>
            </a:ln>
          </p:spPr>
        </p:sp>
        <p:sp>
          <p:nvSpPr>
            <p:cNvPr id="3140" name="dense-strip-6-cell-75">
              <a:extLst>
                <a:ext uri="{FF2B5EF4-FFF2-40B4-BE49-F238E27FC236}">
                  <a16:creationId xmlns:a16="http://schemas.microsoft.com/office/drawing/2014/main" id="{EC49E0EC-A752-47EA-88A3-6836BFFB56BB}"/>
                </a:ext>
              </a:extLst>
            </p:cNvPr>
            <p:cNvSpPr>
              <a:spLocks noGrp="1"/>
            </p:cNvSpPr>
            <p:nvPr/>
          </p:nvSpPr>
          <p:spPr>
            <a:xfrm>
              <a:off x="22394168" y="2628900"/>
              <a:ext cx="15522" cy="133350"/>
            </a:xfrm>
            <a:prstGeom prst="rect">
              <a:avLst/>
            </a:prstGeom>
            <a:solidFill>
              <a:srgbClr val="6EC3B0"/>
            </a:solidFill>
            <a:ln w="0">
              <a:noFill/>
              <a:prstDash val="solid"/>
            </a:ln>
          </p:spPr>
        </p:sp>
        <p:sp>
          <p:nvSpPr>
            <p:cNvPr id="3141" name="dense-strip-6-cell-74">
              <a:extLst>
                <a:ext uri="{FF2B5EF4-FFF2-40B4-BE49-F238E27FC236}">
                  <a16:creationId xmlns:a16="http://schemas.microsoft.com/office/drawing/2014/main" id="{2FD24244-DB33-4BA3-88B3-D6CB3B4D2E42}"/>
                </a:ext>
              </a:extLst>
            </p:cNvPr>
            <p:cNvSpPr>
              <a:spLocks noGrp="1"/>
            </p:cNvSpPr>
            <p:nvPr/>
          </p:nvSpPr>
          <p:spPr>
            <a:xfrm>
              <a:off x="22378789" y="2628900"/>
              <a:ext cx="15522" cy="133350"/>
            </a:xfrm>
            <a:prstGeom prst="rect">
              <a:avLst/>
            </a:prstGeom>
            <a:solidFill>
              <a:srgbClr val="83CABC"/>
            </a:solidFill>
            <a:ln w="0">
              <a:noFill/>
              <a:prstDash val="solid"/>
            </a:ln>
          </p:spPr>
        </p:sp>
        <p:sp>
          <p:nvSpPr>
            <p:cNvPr id="3142" name="dense-strip-6-cell-73">
              <a:extLst>
                <a:ext uri="{FF2B5EF4-FFF2-40B4-BE49-F238E27FC236}">
                  <a16:creationId xmlns:a16="http://schemas.microsoft.com/office/drawing/2014/main" id="{3059EB21-3059-4C85-87F6-1F318F723A5D}"/>
                </a:ext>
              </a:extLst>
            </p:cNvPr>
            <p:cNvSpPr>
              <a:spLocks noGrp="1"/>
            </p:cNvSpPr>
            <p:nvPr/>
          </p:nvSpPr>
          <p:spPr>
            <a:xfrm>
              <a:off x="22363410" y="2628900"/>
              <a:ext cx="15522" cy="133350"/>
            </a:xfrm>
            <a:prstGeom prst="rect">
              <a:avLst/>
            </a:prstGeom>
            <a:solidFill>
              <a:srgbClr val="99D2C8"/>
            </a:solidFill>
            <a:ln w="0">
              <a:noFill/>
              <a:prstDash val="solid"/>
            </a:ln>
          </p:spPr>
        </p:sp>
        <p:sp>
          <p:nvSpPr>
            <p:cNvPr id="3143" name="dense-strip-6-cell-72">
              <a:extLst>
                <a:ext uri="{FF2B5EF4-FFF2-40B4-BE49-F238E27FC236}">
                  <a16:creationId xmlns:a16="http://schemas.microsoft.com/office/drawing/2014/main" id="{DA540C5E-25EA-4D89-8EC1-489897F69DA2}"/>
                </a:ext>
              </a:extLst>
            </p:cNvPr>
            <p:cNvSpPr>
              <a:spLocks noGrp="1"/>
            </p:cNvSpPr>
            <p:nvPr/>
          </p:nvSpPr>
          <p:spPr>
            <a:xfrm>
              <a:off x="22348031" y="2628900"/>
              <a:ext cx="15522" cy="133350"/>
            </a:xfrm>
            <a:prstGeom prst="rect">
              <a:avLst/>
            </a:prstGeom>
            <a:solidFill>
              <a:srgbClr val="AED9D4"/>
            </a:solidFill>
            <a:ln w="0">
              <a:noFill/>
              <a:prstDash val="solid"/>
            </a:ln>
          </p:spPr>
        </p:sp>
        <p:sp>
          <p:nvSpPr>
            <p:cNvPr id="3144" name="dense-strip-6-cell-71">
              <a:extLst>
                <a:ext uri="{FF2B5EF4-FFF2-40B4-BE49-F238E27FC236}">
                  <a16:creationId xmlns:a16="http://schemas.microsoft.com/office/drawing/2014/main" id="{31B945F5-CAFC-4C4B-B563-52E644503779}"/>
                </a:ext>
              </a:extLst>
            </p:cNvPr>
            <p:cNvSpPr>
              <a:spLocks noGrp="1"/>
            </p:cNvSpPr>
            <p:nvPr/>
          </p:nvSpPr>
          <p:spPr>
            <a:xfrm>
              <a:off x="22332652" y="2628900"/>
              <a:ext cx="15522" cy="133350"/>
            </a:xfrm>
            <a:prstGeom prst="rect">
              <a:avLst/>
            </a:prstGeom>
            <a:solidFill>
              <a:srgbClr val="AED8D3"/>
            </a:solidFill>
            <a:ln w="0">
              <a:noFill/>
              <a:prstDash val="solid"/>
            </a:ln>
          </p:spPr>
        </p:sp>
        <p:sp>
          <p:nvSpPr>
            <p:cNvPr id="3145" name="dense-strip-6-cell-70">
              <a:extLst>
                <a:ext uri="{FF2B5EF4-FFF2-40B4-BE49-F238E27FC236}">
                  <a16:creationId xmlns:a16="http://schemas.microsoft.com/office/drawing/2014/main" id="{86669A1B-EF3A-4E38-BEC2-0450ABD8A9CF}"/>
                </a:ext>
              </a:extLst>
            </p:cNvPr>
            <p:cNvSpPr>
              <a:spLocks noGrp="1"/>
            </p:cNvSpPr>
            <p:nvPr/>
          </p:nvSpPr>
          <p:spPr>
            <a:xfrm>
              <a:off x="22317273" y="2628900"/>
              <a:ext cx="15522" cy="133350"/>
            </a:xfrm>
            <a:prstGeom prst="rect">
              <a:avLst/>
            </a:prstGeom>
            <a:solidFill>
              <a:srgbClr val="AED9D4"/>
            </a:solidFill>
            <a:ln w="0">
              <a:noFill/>
              <a:prstDash val="solid"/>
            </a:ln>
          </p:spPr>
        </p:sp>
        <p:sp>
          <p:nvSpPr>
            <p:cNvPr id="3146" name="dense-strip-6-cell-69">
              <a:extLst>
                <a:ext uri="{FF2B5EF4-FFF2-40B4-BE49-F238E27FC236}">
                  <a16:creationId xmlns:a16="http://schemas.microsoft.com/office/drawing/2014/main" id="{C0A129F8-303D-417D-B7F8-42B75380C6B3}"/>
                </a:ext>
              </a:extLst>
            </p:cNvPr>
            <p:cNvSpPr>
              <a:spLocks noGrp="1"/>
            </p:cNvSpPr>
            <p:nvPr/>
          </p:nvSpPr>
          <p:spPr>
            <a:xfrm>
              <a:off x="22301895" y="2628900"/>
              <a:ext cx="15522" cy="133350"/>
            </a:xfrm>
            <a:prstGeom prst="rect">
              <a:avLst/>
            </a:prstGeom>
            <a:solidFill>
              <a:srgbClr val="ABD8D2"/>
            </a:solidFill>
            <a:ln w="0">
              <a:noFill/>
              <a:prstDash val="solid"/>
            </a:ln>
          </p:spPr>
        </p:sp>
        <p:sp>
          <p:nvSpPr>
            <p:cNvPr id="3147" name="dense-strip-6-cell-68">
              <a:extLst>
                <a:ext uri="{FF2B5EF4-FFF2-40B4-BE49-F238E27FC236}">
                  <a16:creationId xmlns:a16="http://schemas.microsoft.com/office/drawing/2014/main" id="{CB462953-C557-48E9-A3A4-969306CB02B5}"/>
                </a:ext>
              </a:extLst>
            </p:cNvPr>
            <p:cNvSpPr>
              <a:spLocks noGrp="1"/>
            </p:cNvSpPr>
            <p:nvPr/>
          </p:nvSpPr>
          <p:spPr>
            <a:xfrm>
              <a:off x="22286516" y="2628900"/>
              <a:ext cx="15522" cy="133350"/>
            </a:xfrm>
            <a:prstGeom prst="rect">
              <a:avLst/>
            </a:prstGeom>
            <a:solidFill>
              <a:srgbClr val="A3D5CD"/>
            </a:solidFill>
            <a:ln w="0">
              <a:noFill/>
              <a:prstDash val="solid"/>
            </a:ln>
          </p:spPr>
        </p:sp>
        <p:sp>
          <p:nvSpPr>
            <p:cNvPr id="3148" name="dense-strip-6-cell-67">
              <a:extLst>
                <a:ext uri="{FF2B5EF4-FFF2-40B4-BE49-F238E27FC236}">
                  <a16:creationId xmlns:a16="http://schemas.microsoft.com/office/drawing/2014/main" id="{DCA30E48-5022-4B7F-916B-6031C71F1B2E}"/>
                </a:ext>
              </a:extLst>
            </p:cNvPr>
            <p:cNvSpPr>
              <a:spLocks noGrp="1"/>
            </p:cNvSpPr>
            <p:nvPr/>
          </p:nvSpPr>
          <p:spPr>
            <a:xfrm>
              <a:off x="22271137" y="2628900"/>
              <a:ext cx="15522" cy="133350"/>
            </a:xfrm>
            <a:prstGeom prst="rect">
              <a:avLst/>
            </a:prstGeom>
            <a:solidFill>
              <a:srgbClr val="B3DAD6"/>
            </a:solidFill>
            <a:ln w="0">
              <a:noFill/>
              <a:prstDash val="solid"/>
            </a:ln>
          </p:spPr>
        </p:sp>
        <p:sp>
          <p:nvSpPr>
            <p:cNvPr id="3149" name="dense-strip-6-cell-66">
              <a:extLst>
                <a:ext uri="{FF2B5EF4-FFF2-40B4-BE49-F238E27FC236}">
                  <a16:creationId xmlns:a16="http://schemas.microsoft.com/office/drawing/2014/main" id="{772F2CB8-DFE3-48BC-B051-804EA465F041}"/>
                </a:ext>
              </a:extLst>
            </p:cNvPr>
            <p:cNvSpPr>
              <a:spLocks noGrp="1"/>
            </p:cNvSpPr>
            <p:nvPr/>
          </p:nvSpPr>
          <p:spPr>
            <a:xfrm>
              <a:off x="22255758" y="2628900"/>
              <a:ext cx="15522" cy="133350"/>
            </a:xfrm>
            <a:prstGeom prst="rect">
              <a:avLst/>
            </a:prstGeom>
            <a:solidFill>
              <a:srgbClr val="B3DAD6"/>
            </a:solidFill>
            <a:ln w="0">
              <a:noFill/>
              <a:prstDash val="solid"/>
            </a:ln>
          </p:spPr>
        </p:sp>
        <p:sp>
          <p:nvSpPr>
            <p:cNvPr id="3150" name="dense-strip-6-cell-65">
              <a:extLst>
                <a:ext uri="{FF2B5EF4-FFF2-40B4-BE49-F238E27FC236}">
                  <a16:creationId xmlns:a16="http://schemas.microsoft.com/office/drawing/2014/main" id="{B6825B6B-3FEC-42E5-AC2F-778DCD1CA977}"/>
                </a:ext>
              </a:extLst>
            </p:cNvPr>
            <p:cNvSpPr>
              <a:spLocks noGrp="1"/>
            </p:cNvSpPr>
            <p:nvPr/>
          </p:nvSpPr>
          <p:spPr>
            <a:xfrm>
              <a:off x="22240379" y="2628900"/>
              <a:ext cx="15522" cy="133350"/>
            </a:xfrm>
            <a:prstGeom prst="rect">
              <a:avLst/>
            </a:prstGeom>
            <a:solidFill>
              <a:srgbClr val="D1E4E7"/>
            </a:solidFill>
            <a:ln w="0">
              <a:noFill/>
              <a:prstDash val="solid"/>
            </a:ln>
          </p:spPr>
        </p:sp>
        <p:sp>
          <p:nvSpPr>
            <p:cNvPr id="3151" name="dense-strip-6-cell-64">
              <a:extLst>
                <a:ext uri="{FF2B5EF4-FFF2-40B4-BE49-F238E27FC236}">
                  <a16:creationId xmlns:a16="http://schemas.microsoft.com/office/drawing/2014/main" id="{48B7504F-1276-47E2-81BB-DAF60765EC9E}"/>
                </a:ext>
              </a:extLst>
            </p:cNvPr>
            <p:cNvSpPr>
              <a:spLocks noGrp="1"/>
            </p:cNvSpPr>
            <p:nvPr/>
          </p:nvSpPr>
          <p:spPr>
            <a:xfrm>
              <a:off x="22225000" y="2628900"/>
              <a:ext cx="15522" cy="133350"/>
            </a:xfrm>
            <a:prstGeom prst="rect">
              <a:avLst/>
            </a:prstGeom>
            <a:solidFill>
              <a:srgbClr val="DCE8ED"/>
            </a:solidFill>
            <a:ln w="0">
              <a:noFill/>
              <a:prstDash val="solid"/>
            </a:ln>
          </p:spPr>
        </p:sp>
        <p:sp>
          <p:nvSpPr>
            <p:cNvPr id="3152" name="dense-strip-6-cell-63">
              <a:extLst>
                <a:ext uri="{FF2B5EF4-FFF2-40B4-BE49-F238E27FC236}">
                  <a16:creationId xmlns:a16="http://schemas.microsoft.com/office/drawing/2014/main" id="{2D470B72-5C24-4A4A-8C3F-6B01B826664B}"/>
                </a:ext>
              </a:extLst>
            </p:cNvPr>
            <p:cNvSpPr>
              <a:spLocks noGrp="1"/>
            </p:cNvSpPr>
            <p:nvPr/>
          </p:nvSpPr>
          <p:spPr>
            <a:xfrm>
              <a:off x="22209621" y="2628900"/>
              <a:ext cx="15522" cy="133350"/>
            </a:xfrm>
            <a:prstGeom prst="rect">
              <a:avLst/>
            </a:prstGeom>
            <a:solidFill>
              <a:srgbClr val="DCE8ED"/>
            </a:solidFill>
            <a:ln w="0">
              <a:noFill/>
              <a:prstDash val="solid"/>
            </a:ln>
          </p:spPr>
        </p:sp>
        <p:sp>
          <p:nvSpPr>
            <p:cNvPr id="3153" name="dense-strip-6-cell-62">
              <a:extLst>
                <a:ext uri="{FF2B5EF4-FFF2-40B4-BE49-F238E27FC236}">
                  <a16:creationId xmlns:a16="http://schemas.microsoft.com/office/drawing/2014/main" id="{393AE736-E900-4C42-8225-57706A6CA5BA}"/>
                </a:ext>
              </a:extLst>
            </p:cNvPr>
            <p:cNvSpPr>
              <a:spLocks noGrp="1"/>
            </p:cNvSpPr>
            <p:nvPr/>
          </p:nvSpPr>
          <p:spPr>
            <a:xfrm>
              <a:off x="22194242" y="2628900"/>
              <a:ext cx="15522" cy="133350"/>
            </a:xfrm>
            <a:prstGeom prst="rect">
              <a:avLst/>
            </a:prstGeom>
            <a:solidFill>
              <a:srgbClr val="DCE8ED"/>
            </a:solidFill>
            <a:ln w="0">
              <a:noFill/>
              <a:prstDash val="solid"/>
            </a:ln>
          </p:spPr>
        </p:sp>
        <p:sp>
          <p:nvSpPr>
            <p:cNvPr id="3154" name="dense-strip-6-cell-61">
              <a:extLst>
                <a:ext uri="{FF2B5EF4-FFF2-40B4-BE49-F238E27FC236}">
                  <a16:creationId xmlns:a16="http://schemas.microsoft.com/office/drawing/2014/main" id="{2E65447E-68B1-4607-AEF4-DDF66D94F1E7}"/>
                </a:ext>
              </a:extLst>
            </p:cNvPr>
            <p:cNvSpPr>
              <a:spLocks noGrp="1"/>
            </p:cNvSpPr>
            <p:nvPr/>
          </p:nvSpPr>
          <p:spPr>
            <a:xfrm>
              <a:off x="22178863" y="2628900"/>
              <a:ext cx="15522" cy="133350"/>
            </a:xfrm>
            <a:prstGeom prst="rect">
              <a:avLst/>
            </a:prstGeom>
            <a:solidFill>
              <a:srgbClr val="DCE8ED"/>
            </a:solidFill>
            <a:ln w="0">
              <a:noFill/>
              <a:prstDash val="solid"/>
            </a:ln>
          </p:spPr>
        </p:sp>
        <p:sp>
          <p:nvSpPr>
            <p:cNvPr id="3155" name="dense-strip-6-cell-60">
              <a:extLst>
                <a:ext uri="{FF2B5EF4-FFF2-40B4-BE49-F238E27FC236}">
                  <a16:creationId xmlns:a16="http://schemas.microsoft.com/office/drawing/2014/main" id="{485E32E1-8A50-4E59-93D9-0C668CC0E4C3}"/>
                </a:ext>
              </a:extLst>
            </p:cNvPr>
            <p:cNvSpPr>
              <a:spLocks noGrp="1"/>
            </p:cNvSpPr>
            <p:nvPr/>
          </p:nvSpPr>
          <p:spPr>
            <a:xfrm>
              <a:off x="22163484" y="2628900"/>
              <a:ext cx="15522" cy="133350"/>
            </a:xfrm>
            <a:prstGeom prst="rect">
              <a:avLst/>
            </a:prstGeom>
            <a:solidFill>
              <a:srgbClr val="DCE8ED"/>
            </a:solidFill>
            <a:ln w="0">
              <a:noFill/>
              <a:prstDash val="solid"/>
            </a:ln>
          </p:spPr>
        </p:sp>
        <p:sp>
          <p:nvSpPr>
            <p:cNvPr id="3156" name="dense-strip-6-cell-59">
              <a:extLst>
                <a:ext uri="{FF2B5EF4-FFF2-40B4-BE49-F238E27FC236}">
                  <a16:creationId xmlns:a16="http://schemas.microsoft.com/office/drawing/2014/main" id="{33224CBD-690F-444C-9EE2-C1EEA6B3787E}"/>
                </a:ext>
              </a:extLst>
            </p:cNvPr>
            <p:cNvSpPr>
              <a:spLocks noGrp="1"/>
            </p:cNvSpPr>
            <p:nvPr/>
          </p:nvSpPr>
          <p:spPr>
            <a:xfrm>
              <a:off x="22148105" y="2628900"/>
              <a:ext cx="15522" cy="133350"/>
            </a:xfrm>
            <a:prstGeom prst="rect">
              <a:avLst/>
            </a:prstGeom>
            <a:solidFill>
              <a:srgbClr val="DCE8ED"/>
            </a:solidFill>
            <a:ln w="0">
              <a:noFill/>
              <a:prstDash val="solid"/>
            </a:ln>
          </p:spPr>
        </p:sp>
        <p:sp>
          <p:nvSpPr>
            <p:cNvPr id="3157" name="dense-strip-6-cell-58">
              <a:extLst>
                <a:ext uri="{FF2B5EF4-FFF2-40B4-BE49-F238E27FC236}">
                  <a16:creationId xmlns:a16="http://schemas.microsoft.com/office/drawing/2014/main" id="{6A94C9AD-C80E-4519-B26E-522011E74FED}"/>
                </a:ext>
              </a:extLst>
            </p:cNvPr>
            <p:cNvSpPr>
              <a:spLocks noGrp="1"/>
            </p:cNvSpPr>
            <p:nvPr/>
          </p:nvSpPr>
          <p:spPr>
            <a:xfrm>
              <a:off x="22132727" y="2628900"/>
              <a:ext cx="15522" cy="133350"/>
            </a:xfrm>
            <a:prstGeom prst="rect">
              <a:avLst/>
            </a:prstGeom>
            <a:solidFill>
              <a:srgbClr val="DCE8ED"/>
            </a:solidFill>
            <a:ln w="0">
              <a:noFill/>
              <a:prstDash val="solid"/>
            </a:ln>
          </p:spPr>
        </p:sp>
        <p:sp>
          <p:nvSpPr>
            <p:cNvPr id="3158" name="dense-strip-6-cell-57">
              <a:extLst>
                <a:ext uri="{FF2B5EF4-FFF2-40B4-BE49-F238E27FC236}">
                  <a16:creationId xmlns:a16="http://schemas.microsoft.com/office/drawing/2014/main" id="{14C7C985-D757-4807-879F-A6FCCEFD0D68}"/>
                </a:ext>
              </a:extLst>
            </p:cNvPr>
            <p:cNvSpPr>
              <a:spLocks noGrp="1"/>
            </p:cNvSpPr>
            <p:nvPr/>
          </p:nvSpPr>
          <p:spPr>
            <a:xfrm>
              <a:off x="22117348" y="2628900"/>
              <a:ext cx="15522" cy="133350"/>
            </a:xfrm>
            <a:prstGeom prst="rect">
              <a:avLst/>
            </a:prstGeom>
            <a:solidFill>
              <a:srgbClr val="DCE8ED"/>
            </a:solidFill>
            <a:ln w="0">
              <a:noFill/>
              <a:prstDash val="solid"/>
            </a:ln>
          </p:spPr>
        </p:sp>
        <p:sp>
          <p:nvSpPr>
            <p:cNvPr id="3159" name="dense-strip-6-cell-56">
              <a:extLst>
                <a:ext uri="{FF2B5EF4-FFF2-40B4-BE49-F238E27FC236}">
                  <a16:creationId xmlns:a16="http://schemas.microsoft.com/office/drawing/2014/main" id="{6A91F4B7-52A6-49E9-A0B6-C96C6B95458B}"/>
                </a:ext>
              </a:extLst>
            </p:cNvPr>
            <p:cNvSpPr>
              <a:spLocks noGrp="1"/>
            </p:cNvSpPr>
            <p:nvPr/>
          </p:nvSpPr>
          <p:spPr>
            <a:xfrm>
              <a:off x="22101969" y="2628900"/>
              <a:ext cx="15522" cy="133350"/>
            </a:xfrm>
            <a:prstGeom prst="rect">
              <a:avLst/>
            </a:prstGeom>
            <a:solidFill>
              <a:srgbClr val="DCE8ED"/>
            </a:solidFill>
            <a:ln w="0">
              <a:noFill/>
              <a:prstDash val="solid"/>
            </a:ln>
          </p:spPr>
        </p:sp>
        <p:sp>
          <p:nvSpPr>
            <p:cNvPr id="3160" name="dense-strip-6-cell-55">
              <a:extLst>
                <a:ext uri="{FF2B5EF4-FFF2-40B4-BE49-F238E27FC236}">
                  <a16:creationId xmlns:a16="http://schemas.microsoft.com/office/drawing/2014/main" id="{0113A026-6AD0-4CC9-B301-1965F88BDE7F}"/>
                </a:ext>
              </a:extLst>
            </p:cNvPr>
            <p:cNvSpPr>
              <a:spLocks noGrp="1"/>
            </p:cNvSpPr>
            <p:nvPr/>
          </p:nvSpPr>
          <p:spPr>
            <a:xfrm>
              <a:off x="22086590" y="2628900"/>
              <a:ext cx="15522" cy="133350"/>
            </a:xfrm>
            <a:prstGeom prst="rect">
              <a:avLst/>
            </a:prstGeom>
            <a:solidFill>
              <a:srgbClr val="DCE8ED"/>
            </a:solidFill>
            <a:ln w="0">
              <a:noFill/>
              <a:prstDash val="solid"/>
            </a:ln>
          </p:spPr>
        </p:sp>
        <p:sp>
          <p:nvSpPr>
            <p:cNvPr id="3161" name="dense-strip-6-cell-54">
              <a:extLst>
                <a:ext uri="{FF2B5EF4-FFF2-40B4-BE49-F238E27FC236}">
                  <a16:creationId xmlns:a16="http://schemas.microsoft.com/office/drawing/2014/main" id="{097427A1-E2D0-4C08-A535-ECB4C67FA555}"/>
                </a:ext>
              </a:extLst>
            </p:cNvPr>
            <p:cNvSpPr>
              <a:spLocks noGrp="1"/>
            </p:cNvSpPr>
            <p:nvPr/>
          </p:nvSpPr>
          <p:spPr>
            <a:xfrm>
              <a:off x="22071211" y="2628900"/>
              <a:ext cx="15522" cy="133350"/>
            </a:xfrm>
            <a:prstGeom prst="rect">
              <a:avLst/>
            </a:prstGeom>
            <a:solidFill>
              <a:srgbClr val="DBE3EA"/>
            </a:solidFill>
            <a:ln w="0">
              <a:noFill/>
              <a:prstDash val="solid"/>
            </a:ln>
          </p:spPr>
        </p:sp>
        <p:sp>
          <p:nvSpPr>
            <p:cNvPr id="3162" name="dense-strip-6-cell-53">
              <a:extLst>
                <a:ext uri="{FF2B5EF4-FFF2-40B4-BE49-F238E27FC236}">
                  <a16:creationId xmlns:a16="http://schemas.microsoft.com/office/drawing/2014/main" id="{D876C65C-719F-4EA4-9551-B5AB5A005DB8}"/>
                </a:ext>
              </a:extLst>
            </p:cNvPr>
            <p:cNvSpPr>
              <a:spLocks noGrp="1"/>
            </p:cNvSpPr>
            <p:nvPr/>
          </p:nvSpPr>
          <p:spPr>
            <a:xfrm>
              <a:off x="22055832" y="2628900"/>
              <a:ext cx="15522" cy="133350"/>
            </a:xfrm>
            <a:prstGeom prst="rect">
              <a:avLst/>
            </a:prstGeom>
            <a:solidFill>
              <a:srgbClr val="DCE8ED"/>
            </a:solidFill>
            <a:ln w="0">
              <a:noFill/>
              <a:prstDash val="solid"/>
            </a:ln>
          </p:spPr>
        </p:sp>
        <p:sp>
          <p:nvSpPr>
            <p:cNvPr id="3163" name="dense-strip-6-cell-52">
              <a:extLst>
                <a:ext uri="{FF2B5EF4-FFF2-40B4-BE49-F238E27FC236}">
                  <a16:creationId xmlns:a16="http://schemas.microsoft.com/office/drawing/2014/main" id="{57C8538B-843F-4A75-A47B-DAE98C180147}"/>
                </a:ext>
              </a:extLst>
            </p:cNvPr>
            <p:cNvSpPr>
              <a:spLocks noGrp="1"/>
            </p:cNvSpPr>
            <p:nvPr/>
          </p:nvSpPr>
          <p:spPr>
            <a:xfrm>
              <a:off x="22040453" y="2628900"/>
              <a:ext cx="15522" cy="133350"/>
            </a:xfrm>
            <a:prstGeom prst="rect">
              <a:avLst/>
            </a:prstGeom>
            <a:solidFill>
              <a:srgbClr val="DCE8ED"/>
            </a:solidFill>
            <a:ln w="0">
              <a:noFill/>
              <a:prstDash val="solid"/>
            </a:ln>
          </p:spPr>
        </p:sp>
        <p:sp>
          <p:nvSpPr>
            <p:cNvPr id="3164" name="dense-strip-6-cell-51">
              <a:extLst>
                <a:ext uri="{FF2B5EF4-FFF2-40B4-BE49-F238E27FC236}">
                  <a16:creationId xmlns:a16="http://schemas.microsoft.com/office/drawing/2014/main" id="{1E707A6D-8312-46AB-AFBA-C7E663920464}"/>
                </a:ext>
              </a:extLst>
            </p:cNvPr>
            <p:cNvSpPr>
              <a:spLocks noGrp="1"/>
            </p:cNvSpPr>
            <p:nvPr/>
          </p:nvSpPr>
          <p:spPr>
            <a:xfrm>
              <a:off x="22025074" y="2628900"/>
              <a:ext cx="15522" cy="133350"/>
            </a:xfrm>
            <a:prstGeom prst="rect">
              <a:avLst/>
            </a:prstGeom>
            <a:solidFill>
              <a:srgbClr val="DCE8ED"/>
            </a:solidFill>
            <a:ln w="0">
              <a:noFill/>
              <a:prstDash val="solid"/>
            </a:ln>
          </p:spPr>
        </p:sp>
        <p:sp>
          <p:nvSpPr>
            <p:cNvPr id="3165" name="dense-strip-6-cell-50">
              <a:extLst>
                <a:ext uri="{FF2B5EF4-FFF2-40B4-BE49-F238E27FC236}">
                  <a16:creationId xmlns:a16="http://schemas.microsoft.com/office/drawing/2014/main" id="{4C726A64-0C63-44F5-8DDF-949DF6F04AF5}"/>
                </a:ext>
              </a:extLst>
            </p:cNvPr>
            <p:cNvSpPr>
              <a:spLocks noGrp="1"/>
            </p:cNvSpPr>
            <p:nvPr/>
          </p:nvSpPr>
          <p:spPr>
            <a:xfrm>
              <a:off x="22009695" y="2628900"/>
              <a:ext cx="15522" cy="133350"/>
            </a:xfrm>
            <a:prstGeom prst="rect">
              <a:avLst/>
            </a:prstGeom>
            <a:solidFill>
              <a:srgbClr val="DCE8ED"/>
            </a:solidFill>
            <a:ln w="0">
              <a:noFill/>
              <a:prstDash val="solid"/>
            </a:ln>
          </p:spPr>
        </p:sp>
        <p:sp>
          <p:nvSpPr>
            <p:cNvPr id="3166" name="dense-strip-6-cell-49">
              <a:extLst>
                <a:ext uri="{FF2B5EF4-FFF2-40B4-BE49-F238E27FC236}">
                  <a16:creationId xmlns:a16="http://schemas.microsoft.com/office/drawing/2014/main" id="{C83A8F11-8ECA-47FB-BFAD-71B65FD2B152}"/>
                </a:ext>
              </a:extLst>
            </p:cNvPr>
            <p:cNvSpPr>
              <a:spLocks noGrp="1"/>
            </p:cNvSpPr>
            <p:nvPr/>
          </p:nvSpPr>
          <p:spPr>
            <a:xfrm>
              <a:off x="21994316" y="2628900"/>
              <a:ext cx="15522" cy="133350"/>
            </a:xfrm>
            <a:prstGeom prst="rect">
              <a:avLst/>
            </a:prstGeom>
            <a:solidFill>
              <a:srgbClr val="DCE8ED"/>
            </a:solidFill>
            <a:ln w="0">
              <a:noFill/>
              <a:prstDash val="solid"/>
            </a:ln>
          </p:spPr>
        </p:sp>
        <p:sp>
          <p:nvSpPr>
            <p:cNvPr id="3167" name="dense-strip-6-cell-48">
              <a:extLst>
                <a:ext uri="{FF2B5EF4-FFF2-40B4-BE49-F238E27FC236}">
                  <a16:creationId xmlns:a16="http://schemas.microsoft.com/office/drawing/2014/main" id="{DF511329-F3B8-4F57-9849-F604A9CD9D41}"/>
                </a:ext>
              </a:extLst>
            </p:cNvPr>
            <p:cNvSpPr>
              <a:spLocks noGrp="1"/>
            </p:cNvSpPr>
            <p:nvPr/>
          </p:nvSpPr>
          <p:spPr>
            <a:xfrm>
              <a:off x="21978938" y="2628900"/>
              <a:ext cx="15522" cy="133350"/>
            </a:xfrm>
            <a:prstGeom prst="rect">
              <a:avLst/>
            </a:prstGeom>
            <a:solidFill>
              <a:srgbClr val="DCE8ED"/>
            </a:solidFill>
            <a:ln w="0">
              <a:noFill/>
              <a:prstDash val="solid"/>
            </a:ln>
          </p:spPr>
        </p:sp>
        <p:sp>
          <p:nvSpPr>
            <p:cNvPr id="3168" name="dense-strip-6-cell-47">
              <a:extLst>
                <a:ext uri="{FF2B5EF4-FFF2-40B4-BE49-F238E27FC236}">
                  <a16:creationId xmlns:a16="http://schemas.microsoft.com/office/drawing/2014/main" id="{0123D95E-C6D2-4157-AA9A-6A04F4AB75E8}"/>
                </a:ext>
              </a:extLst>
            </p:cNvPr>
            <p:cNvSpPr>
              <a:spLocks noGrp="1"/>
            </p:cNvSpPr>
            <p:nvPr/>
          </p:nvSpPr>
          <p:spPr>
            <a:xfrm>
              <a:off x="21963559" y="2628900"/>
              <a:ext cx="15522" cy="133350"/>
            </a:xfrm>
            <a:prstGeom prst="rect">
              <a:avLst/>
            </a:prstGeom>
            <a:solidFill>
              <a:srgbClr val="DCE8ED"/>
            </a:solidFill>
            <a:ln w="0">
              <a:noFill/>
              <a:prstDash val="solid"/>
            </a:ln>
          </p:spPr>
        </p:sp>
        <p:sp>
          <p:nvSpPr>
            <p:cNvPr id="3169" name="dense-strip-6-cell-46">
              <a:extLst>
                <a:ext uri="{FF2B5EF4-FFF2-40B4-BE49-F238E27FC236}">
                  <a16:creationId xmlns:a16="http://schemas.microsoft.com/office/drawing/2014/main" id="{CE869A02-34BF-48D6-AC51-481BB293336E}"/>
                </a:ext>
              </a:extLst>
            </p:cNvPr>
            <p:cNvSpPr>
              <a:spLocks noGrp="1"/>
            </p:cNvSpPr>
            <p:nvPr/>
          </p:nvSpPr>
          <p:spPr>
            <a:xfrm>
              <a:off x="21948180" y="2628900"/>
              <a:ext cx="15522" cy="133350"/>
            </a:xfrm>
            <a:prstGeom prst="rect">
              <a:avLst/>
            </a:prstGeom>
            <a:solidFill>
              <a:srgbClr val="DCE8ED"/>
            </a:solidFill>
            <a:ln w="0">
              <a:noFill/>
              <a:prstDash val="solid"/>
            </a:ln>
          </p:spPr>
        </p:sp>
        <p:sp>
          <p:nvSpPr>
            <p:cNvPr id="3170" name="dense-strip-6-cell-45">
              <a:extLst>
                <a:ext uri="{FF2B5EF4-FFF2-40B4-BE49-F238E27FC236}">
                  <a16:creationId xmlns:a16="http://schemas.microsoft.com/office/drawing/2014/main" id="{ADA9B209-4B51-4CD7-95A2-E0D168A6E1F4}"/>
                </a:ext>
              </a:extLst>
            </p:cNvPr>
            <p:cNvSpPr>
              <a:spLocks noGrp="1"/>
            </p:cNvSpPr>
            <p:nvPr/>
          </p:nvSpPr>
          <p:spPr>
            <a:xfrm>
              <a:off x="21932801" y="2628900"/>
              <a:ext cx="15522" cy="133350"/>
            </a:xfrm>
            <a:prstGeom prst="rect">
              <a:avLst/>
            </a:prstGeom>
            <a:solidFill>
              <a:srgbClr val="DCE8ED"/>
            </a:solidFill>
            <a:ln w="0">
              <a:noFill/>
              <a:prstDash val="solid"/>
            </a:ln>
          </p:spPr>
        </p:sp>
        <p:sp>
          <p:nvSpPr>
            <p:cNvPr id="3171" name="dense-strip-6-cell-44">
              <a:extLst>
                <a:ext uri="{FF2B5EF4-FFF2-40B4-BE49-F238E27FC236}">
                  <a16:creationId xmlns:a16="http://schemas.microsoft.com/office/drawing/2014/main" id="{E751222C-6DB9-4E7B-804A-FD256DEE85C1}"/>
                </a:ext>
              </a:extLst>
            </p:cNvPr>
            <p:cNvSpPr>
              <a:spLocks noGrp="1"/>
            </p:cNvSpPr>
            <p:nvPr/>
          </p:nvSpPr>
          <p:spPr>
            <a:xfrm>
              <a:off x="21917422" y="2628900"/>
              <a:ext cx="15522" cy="133350"/>
            </a:xfrm>
            <a:prstGeom prst="rect">
              <a:avLst/>
            </a:prstGeom>
            <a:solidFill>
              <a:srgbClr val="DBE8ED"/>
            </a:solidFill>
            <a:ln w="0">
              <a:noFill/>
              <a:prstDash val="solid"/>
            </a:ln>
          </p:spPr>
        </p:sp>
        <p:sp>
          <p:nvSpPr>
            <p:cNvPr id="3172" name="dense-strip-6-cell-43">
              <a:extLst>
                <a:ext uri="{FF2B5EF4-FFF2-40B4-BE49-F238E27FC236}">
                  <a16:creationId xmlns:a16="http://schemas.microsoft.com/office/drawing/2014/main" id="{515D71FD-8247-440F-958B-23C1AC5D8295}"/>
                </a:ext>
              </a:extLst>
            </p:cNvPr>
            <p:cNvSpPr>
              <a:spLocks noGrp="1"/>
            </p:cNvSpPr>
            <p:nvPr/>
          </p:nvSpPr>
          <p:spPr>
            <a:xfrm>
              <a:off x="21902043" y="2628900"/>
              <a:ext cx="15522" cy="133350"/>
            </a:xfrm>
            <a:prstGeom prst="rect">
              <a:avLst/>
            </a:prstGeom>
            <a:solidFill>
              <a:srgbClr val="DCE8ED"/>
            </a:solidFill>
            <a:ln w="0">
              <a:noFill/>
              <a:prstDash val="solid"/>
            </a:ln>
          </p:spPr>
        </p:sp>
        <p:sp>
          <p:nvSpPr>
            <p:cNvPr id="3173" name="dense-strip-6-cell-42">
              <a:extLst>
                <a:ext uri="{FF2B5EF4-FFF2-40B4-BE49-F238E27FC236}">
                  <a16:creationId xmlns:a16="http://schemas.microsoft.com/office/drawing/2014/main" id="{692EC586-D0A1-4219-B7BA-892E8458348E}"/>
                </a:ext>
              </a:extLst>
            </p:cNvPr>
            <p:cNvSpPr>
              <a:spLocks noGrp="1"/>
            </p:cNvSpPr>
            <p:nvPr/>
          </p:nvSpPr>
          <p:spPr>
            <a:xfrm>
              <a:off x="21886664" y="2628900"/>
              <a:ext cx="15522" cy="133350"/>
            </a:xfrm>
            <a:prstGeom prst="rect">
              <a:avLst/>
            </a:prstGeom>
            <a:solidFill>
              <a:srgbClr val="D9E7EB"/>
            </a:solidFill>
            <a:ln w="0">
              <a:noFill/>
              <a:prstDash val="solid"/>
            </a:ln>
          </p:spPr>
        </p:sp>
        <p:sp>
          <p:nvSpPr>
            <p:cNvPr id="3174" name="dense-strip-6-cell-41">
              <a:extLst>
                <a:ext uri="{FF2B5EF4-FFF2-40B4-BE49-F238E27FC236}">
                  <a16:creationId xmlns:a16="http://schemas.microsoft.com/office/drawing/2014/main" id="{0DAA2F9B-B6D2-4077-B3CF-3E5DB41A54B7}"/>
                </a:ext>
              </a:extLst>
            </p:cNvPr>
            <p:cNvSpPr>
              <a:spLocks noGrp="1"/>
            </p:cNvSpPr>
            <p:nvPr/>
          </p:nvSpPr>
          <p:spPr>
            <a:xfrm>
              <a:off x="21871285" y="2628900"/>
              <a:ext cx="15522" cy="133350"/>
            </a:xfrm>
            <a:prstGeom prst="rect">
              <a:avLst/>
            </a:prstGeom>
            <a:solidFill>
              <a:srgbClr val="DBE8EC"/>
            </a:solidFill>
            <a:ln w="0">
              <a:noFill/>
              <a:prstDash val="solid"/>
            </a:ln>
          </p:spPr>
        </p:sp>
        <p:sp>
          <p:nvSpPr>
            <p:cNvPr id="3175" name="dense-strip-6-cell-40">
              <a:extLst>
                <a:ext uri="{FF2B5EF4-FFF2-40B4-BE49-F238E27FC236}">
                  <a16:creationId xmlns:a16="http://schemas.microsoft.com/office/drawing/2014/main" id="{BC2448AC-5231-4845-9B85-C58FB6F32BEE}"/>
                </a:ext>
              </a:extLst>
            </p:cNvPr>
            <p:cNvSpPr>
              <a:spLocks noGrp="1"/>
            </p:cNvSpPr>
            <p:nvPr/>
          </p:nvSpPr>
          <p:spPr>
            <a:xfrm>
              <a:off x="21855906" y="2628900"/>
              <a:ext cx="15522" cy="133350"/>
            </a:xfrm>
            <a:prstGeom prst="rect">
              <a:avLst/>
            </a:prstGeom>
            <a:solidFill>
              <a:srgbClr val="DCE8ED"/>
            </a:solidFill>
            <a:ln w="0">
              <a:noFill/>
              <a:prstDash val="solid"/>
            </a:ln>
          </p:spPr>
        </p:sp>
        <p:sp>
          <p:nvSpPr>
            <p:cNvPr id="3176" name="dense-strip-6-cell-39">
              <a:extLst>
                <a:ext uri="{FF2B5EF4-FFF2-40B4-BE49-F238E27FC236}">
                  <a16:creationId xmlns:a16="http://schemas.microsoft.com/office/drawing/2014/main" id="{D1A0CA2A-EDDE-4D6F-9173-3C811FF9D825}"/>
                </a:ext>
              </a:extLst>
            </p:cNvPr>
            <p:cNvSpPr>
              <a:spLocks noGrp="1"/>
            </p:cNvSpPr>
            <p:nvPr/>
          </p:nvSpPr>
          <p:spPr>
            <a:xfrm>
              <a:off x="21840527" y="2628900"/>
              <a:ext cx="15522" cy="133350"/>
            </a:xfrm>
            <a:prstGeom prst="rect">
              <a:avLst/>
            </a:prstGeom>
            <a:solidFill>
              <a:srgbClr val="DCE8ED"/>
            </a:solidFill>
            <a:ln w="0">
              <a:noFill/>
              <a:prstDash val="solid"/>
            </a:ln>
          </p:spPr>
        </p:sp>
        <p:sp>
          <p:nvSpPr>
            <p:cNvPr id="3177" name="dense-strip-6-cell-38">
              <a:extLst>
                <a:ext uri="{FF2B5EF4-FFF2-40B4-BE49-F238E27FC236}">
                  <a16:creationId xmlns:a16="http://schemas.microsoft.com/office/drawing/2014/main" id="{FE6480AC-7A61-4E2C-8486-2C22B433429B}"/>
                </a:ext>
              </a:extLst>
            </p:cNvPr>
            <p:cNvSpPr>
              <a:spLocks noGrp="1"/>
            </p:cNvSpPr>
            <p:nvPr/>
          </p:nvSpPr>
          <p:spPr>
            <a:xfrm>
              <a:off x="21825148" y="2628900"/>
              <a:ext cx="15522" cy="133350"/>
            </a:xfrm>
            <a:prstGeom prst="rect">
              <a:avLst/>
            </a:prstGeom>
            <a:solidFill>
              <a:srgbClr val="DCE8ED"/>
            </a:solidFill>
            <a:ln w="0">
              <a:noFill/>
              <a:prstDash val="solid"/>
            </a:ln>
          </p:spPr>
        </p:sp>
        <p:sp>
          <p:nvSpPr>
            <p:cNvPr id="3178" name="dense-strip-6-cell-37">
              <a:extLst>
                <a:ext uri="{FF2B5EF4-FFF2-40B4-BE49-F238E27FC236}">
                  <a16:creationId xmlns:a16="http://schemas.microsoft.com/office/drawing/2014/main" id="{7C631FEE-9E39-4E72-905F-4A6F7C979375}"/>
                </a:ext>
              </a:extLst>
            </p:cNvPr>
            <p:cNvSpPr>
              <a:spLocks noGrp="1"/>
            </p:cNvSpPr>
            <p:nvPr/>
          </p:nvSpPr>
          <p:spPr>
            <a:xfrm>
              <a:off x="21809770" y="2628900"/>
              <a:ext cx="15522" cy="133350"/>
            </a:xfrm>
            <a:prstGeom prst="rect">
              <a:avLst/>
            </a:prstGeom>
            <a:solidFill>
              <a:srgbClr val="DCE8ED"/>
            </a:solidFill>
            <a:ln w="0">
              <a:noFill/>
              <a:prstDash val="solid"/>
            </a:ln>
          </p:spPr>
        </p:sp>
        <p:sp>
          <p:nvSpPr>
            <p:cNvPr id="3179" name="dense-strip-6-cell-36">
              <a:extLst>
                <a:ext uri="{FF2B5EF4-FFF2-40B4-BE49-F238E27FC236}">
                  <a16:creationId xmlns:a16="http://schemas.microsoft.com/office/drawing/2014/main" id="{6184F638-41E9-4F2C-809E-0C480E58F346}"/>
                </a:ext>
              </a:extLst>
            </p:cNvPr>
            <p:cNvSpPr>
              <a:spLocks noGrp="1"/>
            </p:cNvSpPr>
            <p:nvPr/>
          </p:nvSpPr>
          <p:spPr>
            <a:xfrm>
              <a:off x="21794391" y="2628900"/>
              <a:ext cx="15522" cy="133350"/>
            </a:xfrm>
            <a:prstGeom prst="rect">
              <a:avLst/>
            </a:prstGeom>
            <a:solidFill>
              <a:srgbClr val="DCE8ED"/>
            </a:solidFill>
            <a:ln w="0">
              <a:noFill/>
              <a:prstDash val="solid"/>
            </a:ln>
          </p:spPr>
        </p:sp>
        <p:sp>
          <p:nvSpPr>
            <p:cNvPr id="3180" name="dense-strip-6-cell-35">
              <a:extLst>
                <a:ext uri="{FF2B5EF4-FFF2-40B4-BE49-F238E27FC236}">
                  <a16:creationId xmlns:a16="http://schemas.microsoft.com/office/drawing/2014/main" id="{AA7D1C30-52CA-49CF-B1EB-2B472F7E7594}"/>
                </a:ext>
              </a:extLst>
            </p:cNvPr>
            <p:cNvSpPr>
              <a:spLocks noGrp="1"/>
            </p:cNvSpPr>
            <p:nvPr/>
          </p:nvSpPr>
          <p:spPr>
            <a:xfrm>
              <a:off x="21779012" y="2628900"/>
              <a:ext cx="15522" cy="133350"/>
            </a:xfrm>
            <a:prstGeom prst="rect">
              <a:avLst/>
            </a:prstGeom>
            <a:solidFill>
              <a:srgbClr val="DCE8ED"/>
            </a:solidFill>
            <a:ln w="0">
              <a:noFill/>
              <a:prstDash val="solid"/>
            </a:ln>
          </p:spPr>
        </p:sp>
        <p:sp>
          <p:nvSpPr>
            <p:cNvPr id="3181" name="dense-strip-6-cell-34">
              <a:extLst>
                <a:ext uri="{FF2B5EF4-FFF2-40B4-BE49-F238E27FC236}">
                  <a16:creationId xmlns:a16="http://schemas.microsoft.com/office/drawing/2014/main" id="{FC883276-4834-4D65-ADA4-B036331DFB4A}"/>
                </a:ext>
              </a:extLst>
            </p:cNvPr>
            <p:cNvSpPr>
              <a:spLocks noGrp="1"/>
            </p:cNvSpPr>
            <p:nvPr/>
          </p:nvSpPr>
          <p:spPr>
            <a:xfrm>
              <a:off x="21763633" y="2628900"/>
              <a:ext cx="15522" cy="133350"/>
            </a:xfrm>
            <a:prstGeom prst="rect">
              <a:avLst/>
            </a:prstGeom>
            <a:solidFill>
              <a:srgbClr val="DCE8ED"/>
            </a:solidFill>
            <a:ln w="0">
              <a:noFill/>
              <a:prstDash val="solid"/>
            </a:ln>
          </p:spPr>
        </p:sp>
        <p:sp>
          <p:nvSpPr>
            <p:cNvPr id="3182" name="dense-strip-6-cell-33">
              <a:extLst>
                <a:ext uri="{FF2B5EF4-FFF2-40B4-BE49-F238E27FC236}">
                  <a16:creationId xmlns:a16="http://schemas.microsoft.com/office/drawing/2014/main" id="{DA31B962-CFF2-4798-B8DA-4C32B3204C01}"/>
                </a:ext>
              </a:extLst>
            </p:cNvPr>
            <p:cNvSpPr>
              <a:spLocks noGrp="1"/>
            </p:cNvSpPr>
            <p:nvPr/>
          </p:nvSpPr>
          <p:spPr>
            <a:xfrm>
              <a:off x="21748254" y="2628900"/>
              <a:ext cx="15522" cy="133350"/>
            </a:xfrm>
            <a:prstGeom prst="rect">
              <a:avLst/>
            </a:prstGeom>
            <a:solidFill>
              <a:srgbClr val="DCE8ED"/>
            </a:solidFill>
            <a:ln w="0">
              <a:noFill/>
              <a:prstDash val="solid"/>
            </a:ln>
          </p:spPr>
        </p:sp>
        <p:sp>
          <p:nvSpPr>
            <p:cNvPr id="3183" name="dense-strip-6-cell-32">
              <a:extLst>
                <a:ext uri="{FF2B5EF4-FFF2-40B4-BE49-F238E27FC236}">
                  <a16:creationId xmlns:a16="http://schemas.microsoft.com/office/drawing/2014/main" id="{4F6D2759-C1EA-414A-AB3A-E51274B2B5DE}"/>
                </a:ext>
              </a:extLst>
            </p:cNvPr>
            <p:cNvSpPr>
              <a:spLocks noGrp="1"/>
            </p:cNvSpPr>
            <p:nvPr/>
          </p:nvSpPr>
          <p:spPr>
            <a:xfrm>
              <a:off x="21732875" y="2628900"/>
              <a:ext cx="15522" cy="133350"/>
            </a:xfrm>
            <a:prstGeom prst="rect">
              <a:avLst/>
            </a:prstGeom>
            <a:solidFill>
              <a:srgbClr val="DCE8ED"/>
            </a:solidFill>
            <a:ln w="0">
              <a:noFill/>
              <a:prstDash val="solid"/>
            </a:ln>
          </p:spPr>
        </p:sp>
        <p:sp>
          <p:nvSpPr>
            <p:cNvPr id="3184" name="dense-strip-6-cell-31">
              <a:extLst>
                <a:ext uri="{FF2B5EF4-FFF2-40B4-BE49-F238E27FC236}">
                  <a16:creationId xmlns:a16="http://schemas.microsoft.com/office/drawing/2014/main" id="{F11714E3-8E16-43EF-84A5-9B8F53A8BDF4}"/>
                </a:ext>
              </a:extLst>
            </p:cNvPr>
            <p:cNvSpPr>
              <a:spLocks noGrp="1"/>
            </p:cNvSpPr>
            <p:nvPr/>
          </p:nvSpPr>
          <p:spPr>
            <a:xfrm>
              <a:off x="21717496" y="2628900"/>
              <a:ext cx="15522" cy="133350"/>
            </a:xfrm>
            <a:prstGeom prst="rect">
              <a:avLst/>
            </a:prstGeom>
            <a:solidFill>
              <a:srgbClr val="DAE7EC"/>
            </a:solidFill>
            <a:ln w="0">
              <a:noFill/>
              <a:prstDash val="solid"/>
            </a:ln>
          </p:spPr>
        </p:sp>
        <p:sp>
          <p:nvSpPr>
            <p:cNvPr id="3185" name="dense-strip-6-cell-30">
              <a:extLst>
                <a:ext uri="{FF2B5EF4-FFF2-40B4-BE49-F238E27FC236}">
                  <a16:creationId xmlns:a16="http://schemas.microsoft.com/office/drawing/2014/main" id="{C0E01CB0-3613-4B63-B152-EE2E1410BE84}"/>
                </a:ext>
              </a:extLst>
            </p:cNvPr>
            <p:cNvSpPr>
              <a:spLocks noGrp="1"/>
            </p:cNvSpPr>
            <p:nvPr/>
          </p:nvSpPr>
          <p:spPr>
            <a:xfrm>
              <a:off x="21702117" y="2628900"/>
              <a:ext cx="15522" cy="133350"/>
            </a:xfrm>
            <a:prstGeom prst="rect">
              <a:avLst/>
            </a:prstGeom>
            <a:solidFill>
              <a:srgbClr val="D2E2EA"/>
            </a:solidFill>
            <a:ln w="0">
              <a:noFill/>
              <a:prstDash val="solid"/>
            </a:ln>
          </p:spPr>
        </p:sp>
        <p:sp>
          <p:nvSpPr>
            <p:cNvPr id="3186" name="dense-strip-6-cell-29">
              <a:extLst>
                <a:ext uri="{FF2B5EF4-FFF2-40B4-BE49-F238E27FC236}">
                  <a16:creationId xmlns:a16="http://schemas.microsoft.com/office/drawing/2014/main" id="{50F6A9EF-6BFC-4101-A1CE-FCF671C0148D}"/>
                </a:ext>
              </a:extLst>
            </p:cNvPr>
            <p:cNvSpPr>
              <a:spLocks noGrp="1"/>
            </p:cNvSpPr>
            <p:nvPr/>
          </p:nvSpPr>
          <p:spPr>
            <a:xfrm>
              <a:off x="21686738" y="2628900"/>
              <a:ext cx="15522" cy="133350"/>
            </a:xfrm>
            <a:prstGeom prst="rect">
              <a:avLst/>
            </a:prstGeom>
            <a:solidFill>
              <a:srgbClr val="BCD7E4"/>
            </a:solidFill>
            <a:ln w="0">
              <a:noFill/>
              <a:prstDash val="solid"/>
            </a:ln>
          </p:spPr>
        </p:sp>
        <p:sp>
          <p:nvSpPr>
            <p:cNvPr id="3187" name="dense-strip-6-cell-28">
              <a:extLst>
                <a:ext uri="{FF2B5EF4-FFF2-40B4-BE49-F238E27FC236}">
                  <a16:creationId xmlns:a16="http://schemas.microsoft.com/office/drawing/2014/main" id="{8D927870-5031-44A8-9183-4195DA4E6C64}"/>
                </a:ext>
              </a:extLst>
            </p:cNvPr>
            <p:cNvSpPr>
              <a:spLocks noGrp="1"/>
            </p:cNvSpPr>
            <p:nvPr/>
          </p:nvSpPr>
          <p:spPr>
            <a:xfrm>
              <a:off x="21671359" y="2628900"/>
              <a:ext cx="15522" cy="133350"/>
            </a:xfrm>
            <a:prstGeom prst="rect">
              <a:avLst/>
            </a:prstGeom>
            <a:solidFill>
              <a:srgbClr val="A7CCDF"/>
            </a:solidFill>
            <a:ln w="0">
              <a:noFill/>
              <a:prstDash val="solid"/>
            </a:ln>
          </p:spPr>
        </p:sp>
        <p:sp>
          <p:nvSpPr>
            <p:cNvPr id="3188" name="dense-strip-6-cell-27">
              <a:extLst>
                <a:ext uri="{FF2B5EF4-FFF2-40B4-BE49-F238E27FC236}">
                  <a16:creationId xmlns:a16="http://schemas.microsoft.com/office/drawing/2014/main" id="{0497D08B-25B7-4876-8395-C3A3A7E9613E}"/>
                </a:ext>
              </a:extLst>
            </p:cNvPr>
            <p:cNvSpPr>
              <a:spLocks noGrp="1"/>
            </p:cNvSpPr>
            <p:nvPr/>
          </p:nvSpPr>
          <p:spPr>
            <a:xfrm>
              <a:off x="21655980" y="2628900"/>
              <a:ext cx="15522" cy="133350"/>
            </a:xfrm>
            <a:prstGeom prst="rect">
              <a:avLst/>
            </a:prstGeom>
            <a:solidFill>
              <a:srgbClr val="92C0D9"/>
            </a:solidFill>
            <a:ln w="0">
              <a:noFill/>
              <a:prstDash val="solid"/>
            </a:ln>
          </p:spPr>
        </p:sp>
        <p:sp>
          <p:nvSpPr>
            <p:cNvPr id="3189" name="dense-strip-6-cell-26">
              <a:extLst>
                <a:ext uri="{FF2B5EF4-FFF2-40B4-BE49-F238E27FC236}">
                  <a16:creationId xmlns:a16="http://schemas.microsoft.com/office/drawing/2014/main" id="{AC614277-8BF3-44D3-A89A-0873293032DD}"/>
                </a:ext>
              </a:extLst>
            </p:cNvPr>
            <p:cNvSpPr>
              <a:spLocks noGrp="1"/>
            </p:cNvSpPr>
            <p:nvPr/>
          </p:nvSpPr>
          <p:spPr>
            <a:xfrm>
              <a:off x="21640602" y="2628900"/>
              <a:ext cx="15522" cy="133350"/>
            </a:xfrm>
            <a:prstGeom prst="rect">
              <a:avLst/>
            </a:prstGeom>
            <a:solidFill>
              <a:srgbClr val="80B6D4"/>
            </a:solidFill>
            <a:ln w="0">
              <a:noFill/>
              <a:prstDash val="solid"/>
            </a:ln>
          </p:spPr>
        </p:sp>
        <p:sp>
          <p:nvSpPr>
            <p:cNvPr id="3190" name="dense-strip-6-cell-25">
              <a:extLst>
                <a:ext uri="{FF2B5EF4-FFF2-40B4-BE49-F238E27FC236}">
                  <a16:creationId xmlns:a16="http://schemas.microsoft.com/office/drawing/2014/main" id="{9398E55B-7982-43F7-9E61-4E6674BFA4DC}"/>
                </a:ext>
              </a:extLst>
            </p:cNvPr>
            <p:cNvSpPr>
              <a:spLocks noGrp="1"/>
            </p:cNvSpPr>
            <p:nvPr/>
          </p:nvSpPr>
          <p:spPr>
            <a:xfrm>
              <a:off x="21625223" y="2628900"/>
              <a:ext cx="15522" cy="133350"/>
            </a:xfrm>
            <a:prstGeom prst="rect">
              <a:avLst/>
            </a:prstGeom>
            <a:solidFill>
              <a:srgbClr val="6AABCE"/>
            </a:solidFill>
            <a:ln w="0">
              <a:noFill/>
              <a:prstDash val="solid"/>
            </a:ln>
          </p:spPr>
        </p:sp>
        <p:sp>
          <p:nvSpPr>
            <p:cNvPr id="3191" name="dense-strip-6-cell-24">
              <a:extLst>
                <a:ext uri="{FF2B5EF4-FFF2-40B4-BE49-F238E27FC236}">
                  <a16:creationId xmlns:a16="http://schemas.microsoft.com/office/drawing/2014/main" id="{A867DDC2-6EF9-4DE7-B8B3-D543A40E4580}"/>
                </a:ext>
              </a:extLst>
            </p:cNvPr>
            <p:cNvSpPr>
              <a:spLocks noGrp="1"/>
            </p:cNvSpPr>
            <p:nvPr/>
          </p:nvSpPr>
          <p:spPr>
            <a:xfrm>
              <a:off x="21609844" y="2628900"/>
              <a:ext cx="15522" cy="133350"/>
            </a:xfrm>
            <a:prstGeom prst="rect">
              <a:avLst/>
            </a:prstGeom>
            <a:solidFill>
              <a:srgbClr val="529EC8"/>
            </a:solidFill>
            <a:ln w="0">
              <a:noFill/>
              <a:prstDash val="solid"/>
            </a:ln>
          </p:spPr>
        </p:sp>
        <p:sp>
          <p:nvSpPr>
            <p:cNvPr id="3192" name="dense-strip-6-cell-23">
              <a:extLst>
                <a:ext uri="{FF2B5EF4-FFF2-40B4-BE49-F238E27FC236}">
                  <a16:creationId xmlns:a16="http://schemas.microsoft.com/office/drawing/2014/main" id="{70BF79D2-641F-4022-86F8-766CFC3F653E}"/>
                </a:ext>
              </a:extLst>
            </p:cNvPr>
            <p:cNvSpPr>
              <a:spLocks noGrp="1"/>
            </p:cNvSpPr>
            <p:nvPr/>
          </p:nvSpPr>
          <p:spPr>
            <a:xfrm>
              <a:off x="21594465" y="2628900"/>
              <a:ext cx="15522" cy="133350"/>
            </a:xfrm>
            <a:prstGeom prst="rect">
              <a:avLst/>
            </a:prstGeom>
            <a:solidFill>
              <a:srgbClr val="3D93C2"/>
            </a:solidFill>
            <a:ln w="0">
              <a:noFill/>
              <a:prstDash val="solid"/>
            </a:ln>
          </p:spPr>
        </p:sp>
        <p:sp>
          <p:nvSpPr>
            <p:cNvPr id="3193" name="dense-strip-6-cell-22">
              <a:extLst>
                <a:ext uri="{FF2B5EF4-FFF2-40B4-BE49-F238E27FC236}">
                  <a16:creationId xmlns:a16="http://schemas.microsoft.com/office/drawing/2014/main" id="{2C4BF2C9-5702-4BBB-BC1E-F52F1F20516A}"/>
                </a:ext>
              </a:extLst>
            </p:cNvPr>
            <p:cNvSpPr>
              <a:spLocks noGrp="1"/>
            </p:cNvSpPr>
            <p:nvPr/>
          </p:nvSpPr>
          <p:spPr>
            <a:xfrm>
              <a:off x="21579086" y="2628900"/>
              <a:ext cx="15522" cy="133350"/>
            </a:xfrm>
            <a:prstGeom prst="rect">
              <a:avLst/>
            </a:prstGeom>
            <a:solidFill>
              <a:srgbClr val="2888BD"/>
            </a:solidFill>
            <a:ln w="0">
              <a:noFill/>
              <a:prstDash val="solid"/>
            </a:ln>
          </p:spPr>
        </p:sp>
        <p:sp>
          <p:nvSpPr>
            <p:cNvPr id="3194" name="dense-strip-6-cell-21">
              <a:extLst>
                <a:ext uri="{FF2B5EF4-FFF2-40B4-BE49-F238E27FC236}">
                  <a16:creationId xmlns:a16="http://schemas.microsoft.com/office/drawing/2014/main" id="{FEE79E1F-4B88-4C6A-8EBB-7BB330F8E481}"/>
                </a:ext>
              </a:extLst>
            </p:cNvPr>
            <p:cNvSpPr>
              <a:spLocks noGrp="1"/>
            </p:cNvSpPr>
            <p:nvPr/>
          </p:nvSpPr>
          <p:spPr>
            <a:xfrm>
              <a:off x="21563707" y="2628900"/>
              <a:ext cx="15522" cy="133350"/>
            </a:xfrm>
            <a:prstGeom prst="rect">
              <a:avLst/>
            </a:prstGeom>
            <a:solidFill>
              <a:srgbClr val="157DB8"/>
            </a:solidFill>
            <a:ln w="0">
              <a:noFill/>
              <a:prstDash val="solid"/>
            </a:ln>
          </p:spPr>
        </p:sp>
        <p:sp>
          <p:nvSpPr>
            <p:cNvPr id="3195" name="dense-strip-6-cell-20">
              <a:extLst>
                <a:ext uri="{FF2B5EF4-FFF2-40B4-BE49-F238E27FC236}">
                  <a16:creationId xmlns:a16="http://schemas.microsoft.com/office/drawing/2014/main" id="{A512B947-DAE6-42F1-9F09-10961020EE44}"/>
                </a:ext>
              </a:extLst>
            </p:cNvPr>
            <p:cNvSpPr>
              <a:spLocks noGrp="1"/>
            </p:cNvSpPr>
            <p:nvPr/>
          </p:nvSpPr>
          <p:spPr>
            <a:xfrm>
              <a:off x="21548328" y="2628900"/>
              <a:ext cx="15522" cy="133350"/>
            </a:xfrm>
            <a:prstGeom prst="rect">
              <a:avLst/>
            </a:prstGeom>
            <a:solidFill>
              <a:srgbClr val="0775B4"/>
            </a:solidFill>
            <a:ln w="0">
              <a:noFill/>
              <a:prstDash val="solid"/>
            </a:ln>
          </p:spPr>
        </p:sp>
        <p:sp>
          <p:nvSpPr>
            <p:cNvPr id="3196" name="dense-strip-6-cell-19">
              <a:extLst>
                <a:ext uri="{FF2B5EF4-FFF2-40B4-BE49-F238E27FC236}">
                  <a16:creationId xmlns:a16="http://schemas.microsoft.com/office/drawing/2014/main" id="{3ADE0539-BBF0-4322-918B-805D43D4668A}"/>
                </a:ext>
              </a:extLst>
            </p:cNvPr>
            <p:cNvSpPr>
              <a:spLocks noGrp="1"/>
            </p:cNvSpPr>
            <p:nvPr/>
          </p:nvSpPr>
          <p:spPr>
            <a:xfrm>
              <a:off x="21532949" y="2628900"/>
              <a:ext cx="15522" cy="133350"/>
            </a:xfrm>
            <a:prstGeom prst="rect">
              <a:avLst/>
            </a:prstGeom>
            <a:solidFill>
              <a:srgbClr val="0072B2"/>
            </a:solidFill>
            <a:ln w="0">
              <a:noFill/>
              <a:prstDash val="solid"/>
            </a:ln>
          </p:spPr>
        </p:sp>
        <p:sp>
          <p:nvSpPr>
            <p:cNvPr id="3197" name="dense-strip-6-cell-18">
              <a:extLst>
                <a:ext uri="{FF2B5EF4-FFF2-40B4-BE49-F238E27FC236}">
                  <a16:creationId xmlns:a16="http://schemas.microsoft.com/office/drawing/2014/main" id="{334B3E51-BE78-4C5C-A202-41AB9C099209}"/>
                </a:ext>
              </a:extLst>
            </p:cNvPr>
            <p:cNvSpPr>
              <a:spLocks noGrp="1"/>
            </p:cNvSpPr>
            <p:nvPr/>
          </p:nvSpPr>
          <p:spPr>
            <a:xfrm>
              <a:off x="21517570" y="2628900"/>
              <a:ext cx="15522" cy="133350"/>
            </a:xfrm>
            <a:prstGeom prst="rect">
              <a:avLst/>
            </a:prstGeom>
            <a:solidFill>
              <a:srgbClr val="0072B2"/>
            </a:solidFill>
            <a:ln w="0">
              <a:noFill/>
              <a:prstDash val="solid"/>
            </a:ln>
          </p:spPr>
        </p:sp>
        <p:sp>
          <p:nvSpPr>
            <p:cNvPr id="3198" name="dense-strip-6-cell-17">
              <a:extLst>
                <a:ext uri="{FF2B5EF4-FFF2-40B4-BE49-F238E27FC236}">
                  <a16:creationId xmlns:a16="http://schemas.microsoft.com/office/drawing/2014/main" id="{7FA9486B-50DB-4808-AEB3-66BA879BA983}"/>
                </a:ext>
              </a:extLst>
            </p:cNvPr>
            <p:cNvSpPr>
              <a:spLocks noGrp="1"/>
            </p:cNvSpPr>
            <p:nvPr/>
          </p:nvSpPr>
          <p:spPr>
            <a:xfrm>
              <a:off x="21502191" y="2628900"/>
              <a:ext cx="15522" cy="133350"/>
            </a:xfrm>
            <a:prstGeom prst="rect">
              <a:avLst/>
            </a:prstGeom>
            <a:solidFill>
              <a:srgbClr val="0072B2"/>
            </a:solidFill>
            <a:ln w="0">
              <a:noFill/>
              <a:prstDash val="solid"/>
            </a:ln>
          </p:spPr>
        </p:sp>
        <p:sp>
          <p:nvSpPr>
            <p:cNvPr id="3199" name="dense-strip-6-cell-16">
              <a:extLst>
                <a:ext uri="{FF2B5EF4-FFF2-40B4-BE49-F238E27FC236}">
                  <a16:creationId xmlns:a16="http://schemas.microsoft.com/office/drawing/2014/main" id="{779107C8-6CE3-4F51-82B1-FBA169411BE5}"/>
                </a:ext>
              </a:extLst>
            </p:cNvPr>
            <p:cNvSpPr>
              <a:spLocks noGrp="1"/>
            </p:cNvSpPr>
            <p:nvPr/>
          </p:nvSpPr>
          <p:spPr>
            <a:xfrm>
              <a:off x="21486813" y="2628900"/>
              <a:ext cx="15522" cy="133350"/>
            </a:xfrm>
            <a:prstGeom prst="rect">
              <a:avLst/>
            </a:prstGeom>
            <a:solidFill>
              <a:srgbClr val="0072B2"/>
            </a:solidFill>
            <a:ln w="0">
              <a:noFill/>
              <a:prstDash val="solid"/>
            </a:ln>
          </p:spPr>
        </p:sp>
        <p:sp>
          <p:nvSpPr>
            <p:cNvPr id="3200" name="dense-strip-6-cell-15">
              <a:extLst>
                <a:ext uri="{FF2B5EF4-FFF2-40B4-BE49-F238E27FC236}">
                  <a16:creationId xmlns:a16="http://schemas.microsoft.com/office/drawing/2014/main" id="{8D3E3973-C0A5-4557-963E-A1B6D3223271}"/>
                </a:ext>
              </a:extLst>
            </p:cNvPr>
            <p:cNvSpPr>
              <a:spLocks noGrp="1"/>
            </p:cNvSpPr>
            <p:nvPr/>
          </p:nvSpPr>
          <p:spPr>
            <a:xfrm>
              <a:off x="21471434" y="2628900"/>
              <a:ext cx="15522" cy="133350"/>
            </a:xfrm>
            <a:prstGeom prst="rect">
              <a:avLst/>
            </a:prstGeom>
            <a:solidFill>
              <a:srgbClr val="0072B2"/>
            </a:solidFill>
            <a:ln w="0">
              <a:noFill/>
              <a:prstDash val="solid"/>
            </a:ln>
          </p:spPr>
        </p:sp>
        <p:sp>
          <p:nvSpPr>
            <p:cNvPr id="3201" name="dense-strip-6-cell-14">
              <a:extLst>
                <a:ext uri="{FF2B5EF4-FFF2-40B4-BE49-F238E27FC236}">
                  <a16:creationId xmlns:a16="http://schemas.microsoft.com/office/drawing/2014/main" id="{1CCE73C5-85F2-460C-BED5-BFC85D527570}"/>
                </a:ext>
              </a:extLst>
            </p:cNvPr>
            <p:cNvSpPr>
              <a:spLocks noGrp="1"/>
            </p:cNvSpPr>
            <p:nvPr/>
          </p:nvSpPr>
          <p:spPr>
            <a:xfrm>
              <a:off x="21456055" y="2628900"/>
              <a:ext cx="15522" cy="133350"/>
            </a:xfrm>
            <a:prstGeom prst="rect">
              <a:avLst/>
            </a:prstGeom>
            <a:solidFill>
              <a:srgbClr val="0072B2"/>
            </a:solidFill>
            <a:ln w="0">
              <a:noFill/>
              <a:prstDash val="solid"/>
            </a:ln>
          </p:spPr>
        </p:sp>
        <p:sp>
          <p:nvSpPr>
            <p:cNvPr id="3202" name="dense-strip-6-cell-13">
              <a:extLst>
                <a:ext uri="{FF2B5EF4-FFF2-40B4-BE49-F238E27FC236}">
                  <a16:creationId xmlns:a16="http://schemas.microsoft.com/office/drawing/2014/main" id="{665B94AD-9F92-42BB-9F1B-D8F30CD0CF5A}"/>
                </a:ext>
              </a:extLst>
            </p:cNvPr>
            <p:cNvSpPr>
              <a:spLocks noGrp="1"/>
            </p:cNvSpPr>
            <p:nvPr/>
          </p:nvSpPr>
          <p:spPr>
            <a:xfrm>
              <a:off x="21440676" y="2628900"/>
              <a:ext cx="15522" cy="133350"/>
            </a:xfrm>
            <a:prstGeom prst="rect">
              <a:avLst/>
            </a:prstGeom>
            <a:solidFill>
              <a:srgbClr val="0072B2"/>
            </a:solidFill>
            <a:ln w="0">
              <a:noFill/>
              <a:prstDash val="solid"/>
            </a:ln>
          </p:spPr>
        </p:sp>
        <p:sp>
          <p:nvSpPr>
            <p:cNvPr id="3203" name="dense-strip-6-cell-12">
              <a:extLst>
                <a:ext uri="{FF2B5EF4-FFF2-40B4-BE49-F238E27FC236}">
                  <a16:creationId xmlns:a16="http://schemas.microsoft.com/office/drawing/2014/main" id="{C660133C-F96E-4A5D-AE45-2734C2006A21}"/>
                </a:ext>
              </a:extLst>
            </p:cNvPr>
            <p:cNvSpPr>
              <a:spLocks noGrp="1"/>
            </p:cNvSpPr>
            <p:nvPr/>
          </p:nvSpPr>
          <p:spPr>
            <a:xfrm>
              <a:off x="21425297" y="2628900"/>
              <a:ext cx="15522" cy="133350"/>
            </a:xfrm>
            <a:prstGeom prst="rect">
              <a:avLst/>
            </a:prstGeom>
            <a:solidFill>
              <a:srgbClr val="0072B2"/>
            </a:solidFill>
            <a:ln w="0">
              <a:noFill/>
              <a:prstDash val="solid"/>
            </a:ln>
          </p:spPr>
        </p:sp>
        <p:sp>
          <p:nvSpPr>
            <p:cNvPr id="3204" name="dense-strip-6-cell-11">
              <a:extLst>
                <a:ext uri="{FF2B5EF4-FFF2-40B4-BE49-F238E27FC236}">
                  <a16:creationId xmlns:a16="http://schemas.microsoft.com/office/drawing/2014/main" id="{06738749-886F-409E-8025-114AD14A3798}"/>
                </a:ext>
              </a:extLst>
            </p:cNvPr>
            <p:cNvSpPr>
              <a:spLocks noGrp="1"/>
            </p:cNvSpPr>
            <p:nvPr/>
          </p:nvSpPr>
          <p:spPr>
            <a:xfrm>
              <a:off x="21409918" y="2628900"/>
              <a:ext cx="15522" cy="133350"/>
            </a:xfrm>
            <a:prstGeom prst="rect">
              <a:avLst/>
            </a:prstGeom>
            <a:solidFill>
              <a:srgbClr val="0072B2"/>
            </a:solidFill>
            <a:ln w="0">
              <a:noFill/>
              <a:prstDash val="solid"/>
            </a:ln>
          </p:spPr>
        </p:sp>
        <p:sp>
          <p:nvSpPr>
            <p:cNvPr id="3205" name="dense-strip-6-cell-10">
              <a:extLst>
                <a:ext uri="{FF2B5EF4-FFF2-40B4-BE49-F238E27FC236}">
                  <a16:creationId xmlns:a16="http://schemas.microsoft.com/office/drawing/2014/main" id="{A3795EEF-9360-4FD1-AD4F-60741A9A8EF3}"/>
                </a:ext>
              </a:extLst>
            </p:cNvPr>
            <p:cNvSpPr>
              <a:spLocks noGrp="1"/>
            </p:cNvSpPr>
            <p:nvPr/>
          </p:nvSpPr>
          <p:spPr>
            <a:xfrm>
              <a:off x="21394539" y="2628900"/>
              <a:ext cx="15522" cy="133350"/>
            </a:xfrm>
            <a:prstGeom prst="rect">
              <a:avLst/>
            </a:prstGeom>
            <a:solidFill>
              <a:srgbClr val="0072B2"/>
            </a:solidFill>
            <a:ln w="0">
              <a:noFill/>
              <a:prstDash val="solid"/>
            </a:ln>
          </p:spPr>
        </p:sp>
        <p:sp>
          <p:nvSpPr>
            <p:cNvPr id="3206" name="dense-strip-6-cell-9">
              <a:extLst>
                <a:ext uri="{FF2B5EF4-FFF2-40B4-BE49-F238E27FC236}">
                  <a16:creationId xmlns:a16="http://schemas.microsoft.com/office/drawing/2014/main" id="{675B1FDE-B245-4129-8E30-60B44742532A}"/>
                </a:ext>
              </a:extLst>
            </p:cNvPr>
            <p:cNvSpPr>
              <a:spLocks noGrp="1"/>
            </p:cNvSpPr>
            <p:nvPr/>
          </p:nvSpPr>
          <p:spPr>
            <a:xfrm>
              <a:off x="21379160" y="2628900"/>
              <a:ext cx="15522" cy="133350"/>
            </a:xfrm>
            <a:prstGeom prst="rect">
              <a:avLst/>
            </a:prstGeom>
            <a:solidFill>
              <a:srgbClr val="0072B2"/>
            </a:solidFill>
            <a:ln w="0">
              <a:noFill/>
              <a:prstDash val="solid"/>
            </a:ln>
          </p:spPr>
        </p:sp>
        <p:sp>
          <p:nvSpPr>
            <p:cNvPr id="3207" name="dense-strip-6-cell-8">
              <a:extLst>
                <a:ext uri="{FF2B5EF4-FFF2-40B4-BE49-F238E27FC236}">
                  <a16:creationId xmlns:a16="http://schemas.microsoft.com/office/drawing/2014/main" id="{B07391DF-A334-45C3-BF3F-F786892FAD29}"/>
                </a:ext>
              </a:extLst>
            </p:cNvPr>
            <p:cNvSpPr>
              <a:spLocks noGrp="1"/>
            </p:cNvSpPr>
            <p:nvPr/>
          </p:nvSpPr>
          <p:spPr>
            <a:xfrm>
              <a:off x="21363781" y="2628900"/>
              <a:ext cx="15522" cy="133350"/>
            </a:xfrm>
            <a:prstGeom prst="rect">
              <a:avLst/>
            </a:prstGeom>
            <a:solidFill>
              <a:srgbClr val="0574B3"/>
            </a:solidFill>
            <a:ln w="0">
              <a:noFill/>
              <a:prstDash val="solid"/>
            </a:ln>
          </p:spPr>
        </p:sp>
        <p:sp>
          <p:nvSpPr>
            <p:cNvPr id="3208" name="dense-strip-6-cell-7">
              <a:extLst>
                <a:ext uri="{FF2B5EF4-FFF2-40B4-BE49-F238E27FC236}">
                  <a16:creationId xmlns:a16="http://schemas.microsoft.com/office/drawing/2014/main" id="{80E983C0-D2EB-4B52-B367-A28A9AC5FAEF}"/>
                </a:ext>
              </a:extLst>
            </p:cNvPr>
            <p:cNvSpPr>
              <a:spLocks noGrp="1"/>
            </p:cNvSpPr>
            <p:nvPr/>
          </p:nvSpPr>
          <p:spPr>
            <a:xfrm>
              <a:off x="21348402" y="2628900"/>
              <a:ext cx="15522" cy="133350"/>
            </a:xfrm>
            <a:prstGeom prst="rect">
              <a:avLst/>
            </a:prstGeom>
            <a:solidFill>
              <a:srgbClr val="197FB9"/>
            </a:solidFill>
            <a:ln w="0">
              <a:noFill/>
              <a:prstDash val="solid"/>
            </a:ln>
          </p:spPr>
        </p:sp>
        <p:sp>
          <p:nvSpPr>
            <p:cNvPr id="3209" name="dense-strip-6-cell-6">
              <a:extLst>
                <a:ext uri="{FF2B5EF4-FFF2-40B4-BE49-F238E27FC236}">
                  <a16:creationId xmlns:a16="http://schemas.microsoft.com/office/drawing/2014/main" id="{F8E43FAA-FA21-4308-A633-F506B4126F8F}"/>
                </a:ext>
              </a:extLst>
            </p:cNvPr>
            <p:cNvSpPr>
              <a:spLocks noGrp="1"/>
            </p:cNvSpPr>
            <p:nvPr/>
          </p:nvSpPr>
          <p:spPr>
            <a:xfrm>
              <a:off x="21333023" y="2628900"/>
              <a:ext cx="15522" cy="133350"/>
            </a:xfrm>
            <a:prstGeom prst="rect">
              <a:avLst/>
            </a:prstGeom>
            <a:solidFill>
              <a:srgbClr val="348EC0"/>
            </a:solidFill>
            <a:ln w="0">
              <a:noFill/>
              <a:prstDash val="solid"/>
            </a:ln>
          </p:spPr>
        </p:sp>
        <p:sp>
          <p:nvSpPr>
            <p:cNvPr id="3210" name="dense-strip-6-cell-5">
              <a:extLst>
                <a:ext uri="{FF2B5EF4-FFF2-40B4-BE49-F238E27FC236}">
                  <a16:creationId xmlns:a16="http://schemas.microsoft.com/office/drawing/2014/main" id="{2065589C-3687-4D2D-9539-D27912FF85D3}"/>
                </a:ext>
              </a:extLst>
            </p:cNvPr>
            <p:cNvSpPr>
              <a:spLocks noGrp="1"/>
            </p:cNvSpPr>
            <p:nvPr/>
          </p:nvSpPr>
          <p:spPr>
            <a:xfrm>
              <a:off x="21317645" y="2628900"/>
              <a:ext cx="15522" cy="133350"/>
            </a:xfrm>
            <a:prstGeom prst="rect">
              <a:avLst/>
            </a:prstGeom>
            <a:solidFill>
              <a:srgbClr val="519EC8"/>
            </a:solidFill>
            <a:ln w="0">
              <a:noFill/>
              <a:prstDash val="solid"/>
            </a:ln>
          </p:spPr>
        </p:sp>
        <p:sp>
          <p:nvSpPr>
            <p:cNvPr id="3211" name="dense-strip-6-cell-4">
              <a:extLst>
                <a:ext uri="{FF2B5EF4-FFF2-40B4-BE49-F238E27FC236}">
                  <a16:creationId xmlns:a16="http://schemas.microsoft.com/office/drawing/2014/main" id="{6B817B49-6BB5-4CF1-A7AC-02B68E745ADD}"/>
                </a:ext>
              </a:extLst>
            </p:cNvPr>
            <p:cNvSpPr>
              <a:spLocks noGrp="1"/>
            </p:cNvSpPr>
            <p:nvPr/>
          </p:nvSpPr>
          <p:spPr>
            <a:xfrm>
              <a:off x="21302266" y="2628900"/>
              <a:ext cx="15522" cy="133350"/>
            </a:xfrm>
            <a:prstGeom prst="rect">
              <a:avLst/>
            </a:prstGeom>
            <a:solidFill>
              <a:srgbClr val="95C2DA"/>
            </a:solidFill>
            <a:ln w="0">
              <a:noFill/>
              <a:prstDash val="solid"/>
            </a:ln>
          </p:spPr>
        </p:sp>
        <p:sp>
          <p:nvSpPr>
            <p:cNvPr id="3212" name="dense-strip-6-cell-3">
              <a:extLst>
                <a:ext uri="{FF2B5EF4-FFF2-40B4-BE49-F238E27FC236}">
                  <a16:creationId xmlns:a16="http://schemas.microsoft.com/office/drawing/2014/main" id="{268C84AC-4A09-46C9-86AF-4500F22B2B02}"/>
                </a:ext>
              </a:extLst>
            </p:cNvPr>
            <p:cNvSpPr>
              <a:spLocks noGrp="1"/>
            </p:cNvSpPr>
            <p:nvPr/>
          </p:nvSpPr>
          <p:spPr>
            <a:xfrm>
              <a:off x="21286887" y="2628900"/>
              <a:ext cx="15522" cy="133350"/>
            </a:xfrm>
            <a:prstGeom prst="rect">
              <a:avLst/>
            </a:prstGeom>
            <a:solidFill>
              <a:srgbClr val="DCE8ED"/>
            </a:solidFill>
            <a:ln w="0">
              <a:noFill/>
              <a:prstDash val="solid"/>
            </a:ln>
          </p:spPr>
        </p:sp>
        <p:sp>
          <p:nvSpPr>
            <p:cNvPr id="3213" name="dense-strip-6-cell-2">
              <a:extLst>
                <a:ext uri="{FF2B5EF4-FFF2-40B4-BE49-F238E27FC236}">
                  <a16:creationId xmlns:a16="http://schemas.microsoft.com/office/drawing/2014/main" id="{5863766A-FD17-4808-962B-4B31736B20BF}"/>
                </a:ext>
              </a:extLst>
            </p:cNvPr>
            <p:cNvSpPr>
              <a:spLocks noGrp="1"/>
            </p:cNvSpPr>
            <p:nvPr/>
          </p:nvSpPr>
          <p:spPr>
            <a:xfrm>
              <a:off x="21271508" y="2628900"/>
              <a:ext cx="15522" cy="133350"/>
            </a:xfrm>
            <a:prstGeom prst="rect">
              <a:avLst/>
            </a:prstGeom>
            <a:solidFill>
              <a:srgbClr val="DCE8ED"/>
            </a:solidFill>
            <a:ln w="0">
              <a:noFill/>
              <a:prstDash val="solid"/>
            </a:ln>
          </p:spPr>
        </p:sp>
        <p:sp>
          <p:nvSpPr>
            <p:cNvPr id="3214" name="dense-strip-6-cell-1">
              <a:extLst>
                <a:ext uri="{FF2B5EF4-FFF2-40B4-BE49-F238E27FC236}">
                  <a16:creationId xmlns:a16="http://schemas.microsoft.com/office/drawing/2014/main" id="{53BE0114-A3AD-4183-9B97-0D751B1FA758}"/>
                </a:ext>
              </a:extLst>
            </p:cNvPr>
            <p:cNvSpPr>
              <a:spLocks noGrp="1"/>
            </p:cNvSpPr>
            <p:nvPr/>
          </p:nvSpPr>
          <p:spPr>
            <a:xfrm>
              <a:off x="21256129" y="2628900"/>
              <a:ext cx="15522" cy="133350"/>
            </a:xfrm>
            <a:prstGeom prst="rect">
              <a:avLst/>
            </a:prstGeom>
            <a:solidFill>
              <a:srgbClr val="DCE8ED"/>
            </a:solidFill>
            <a:ln w="0">
              <a:noFill/>
              <a:prstDash val="solid"/>
            </a:ln>
          </p:spPr>
        </p:sp>
        <p:sp>
          <p:nvSpPr>
            <p:cNvPr id="3215" name="dense-strip-6-cell-0">
              <a:extLst>
                <a:ext uri="{FF2B5EF4-FFF2-40B4-BE49-F238E27FC236}">
                  <a16:creationId xmlns:a16="http://schemas.microsoft.com/office/drawing/2014/main" id="{6C44F3CF-AD4C-4D9A-ADF0-7CFA04CFBABB}"/>
                </a:ext>
              </a:extLst>
            </p:cNvPr>
            <p:cNvSpPr>
              <a:spLocks noGrp="1"/>
            </p:cNvSpPr>
            <p:nvPr/>
          </p:nvSpPr>
          <p:spPr>
            <a:xfrm>
              <a:off x="21240750" y="2628900"/>
              <a:ext cx="15522" cy="133350"/>
            </a:xfrm>
            <a:prstGeom prst="rect">
              <a:avLst/>
            </a:prstGeom>
            <a:solidFill>
              <a:srgbClr val="DCE8ED"/>
            </a:solidFill>
            <a:ln w="0">
              <a:noFill/>
              <a:prstDash val="solid"/>
            </a:ln>
          </p:spPr>
        </p:sp>
        <p:sp>
          <p:nvSpPr>
            <p:cNvPr id="3216" name="dense-strip-5-border">
              <a:extLst>
                <a:ext uri="{FF2B5EF4-FFF2-40B4-BE49-F238E27FC236}">
                  <a16:creationId xmlns:a16="http://schemas.microsoft.com/office/drawing/2014/main" id="{8A6A59C1-7898-4C50-BBFC-13F39145D827}"/>
                </a:ext>
              </a:extLst>
            </p:cNvPr>
            <p:cNvSpPr>
              <a:spLocks noGrp="1"/>
            </p:cNvSpPr>
            <p:nvPr/>
          </p:nvSpPr>
          <p:spPr>
            <a:xfrm>
              <a:off x="21240750" y="2419350"/>
              <a:ext cx="2952750" cy="133350"/>
            </a:xfrm>
            <a:prstGeom prst="rect">
              <a:avLst/>
            </a:prstGeom>
            <a:noFill/>
            <a:ln w="6191">
              <a:solidFill>
                <a:srgbClr val="6B7D89"/>
              </a:solidFill>
              <a:prstDash val="solid"/>
            </a:ln>
          </p:spPr>
        </p:sp>
        <p:sp>
          <p:nvSpPr>
            <p:cNvPr id="3217" name="dense-strip-5-cell-191">
              <a:extLst>
                <a:ext uri="{FF2B5EF4-FFF2-40B4-BE49-F238E27FC236}">
                  <a16:creationId xmlns:a16="http://schemas.microsoft.com/office/drawing/2014/main" id="{4E148FAE-499B-44C5-86E2-8DA22B20E58E}"/>
                </a:ext>
              </a:extLst>
            </p:cNvPr>
            <p:cNvSpPr>
              <a:spLocks noGrp="1"/>
            </p:cNvSpPr>
            <p:nvPr/>
          </p:nvSpPr>
          <p:spPr>
            <a:xfrm>
              <a:off x="24178121" y="2419350"/>
              <a:ext cx="15522" cy="133350"/>
            </a:xfrm>
            <a:prstGeom prst="rect">
              <a:avLst/>
            </a:prstGeom>
            <a:solidFill>
              <a:srgbClr val="DCE8ED"/>
            </a:solidFill>
            <a:ln w="0">
              <a:noFill/>
              <a:prstDash val="solid"/>
            </a:ln>
          </p:spPr>
        </p:sp>
        <p:sp>
          <p:nvSpPr>
            <p:cNvPr id="3218" name="dense-strip-5-cell-190">
              <a:extLst>
                <a:ext uri="{FF2B5EF4-FFF2-40B4-BE49-F238E27FC236}">
                  <a16:creationId xmlns:a16="http://schemas.microsoft.com/office/drawing/2014/main" id="{2DEA24D8-2F87-43C4-945B-16F33DCC3978}"/>
                </a:ext>
              </a:extLst>
            </p:cNvPr>
            <p:cNvSpPr>
              <a:spLocks noGrp="1"/>
            </p:cNvSpPr>
            <p:nvPr/>
          </p:nvSpPr>
          <p:spPr>
            <a:xfrm>
              <a:off x="24162742" y="2419350"/>
              <a:ext cx="15522" cy="133350"/>
            </a:xfrm>
            <a:prstGeom prst="rect">
              <a:avLst/>
            </a:prstGeom>
            <a:solidFill>
              <a:srgbClr val="DCE8ED"/>
            </a:solidFill>
            <a:ln w="0">
              <a:noFill/>
              <a:prstDash val="solid"/>
            </a:ln>
          </p:spPr>
        </p:sp>
        <p:sp>
          <p:nvSpPr>
            <p:cNvPr id="3219" name="dense-strip-5-cell-189">
              <a:extLst>
                <a:ext uri="{FF2B5EF4-FFF2-40B4-BE49-F238E27FC236}">
                  <a16:creationId xmlns:a16="http://schemas.microsoft.com/office/drawing/2014/main" id="{42D69A05-9607-44EC-B424-6EF3F99E10BF}"/>
                </a:ext>
              </a:extLst>
            </p:cNvPr>
            <p:cNvSpPr>
              <a:spLocks noGrp="1"/>
            </p:cNvSpPr>
            <p:nvPr/>
          </p:nvSpPr>
          <p:spPr>
            <a:xfrm>
              <a:off x="24147363" y="2419350"/>
              <a:ext cx="15522" cy="133350"/>
            </a:xfrm>
            <a:prstGeom prst="rect">
              <a:avLst/>
            </a:prstGeom>
            <a:solidFill>
              <a:srgbClr val="DCE8ED"/>
            </a:solidFill>
            <a:ln w="0">
              <a:noFill/>
              <a:prstDash val="solid"/>
            </a:ln>
          </p:spPr>
        </p:sp>
        <p:sp>
          <p:nvSpPr>
            <p:cNvPr id="3220" name="dense-strip-5-cell-188">
              <a:extLst>
                <a:ext uri="{FF2B5EF4-FFF2-40B4-BE49-F238E27FC236}">
                  <a16:creationId xmlns:a16="http://schemas.microsoft.com/office/drawing/2014/main" id="{EBEF7DC2-61F1-40B0-8888-FB765B35773D}"/>
                </a:ext>
              </a:extLst>
            </p:cNvPr>
            <p:cNvSpPr>
              <a:spLocks noGrp="1"/>
            </p:cNvSpPr>
            <p:nvPr/>
          </p:nvSpPr>
          <p:spPr>
            <a:xfrm>
              <a:off x="24131984" y="2419350"/>
              <a:ext cx="15522" cy="133350"/>
            </a:xfrm>
            <a:prstGeom prst="rect">
              <a:avLst/>
            </a:prstGeom>
            <a:solidFill>
              <a:srgbClr val="DCE8ED"/>
            </a:solidFill>
            <a:ln w="0">
              <a:noFill/>
              <a:prstDash val="solid"/>
            </a:ln>
          </p:spPr>
        </p:sp>
        <p:sp>
          <p:nvSpPr>
            <p:cNvPr id="3221" name="dense-strip-5-cell-187">
              <a:extLst>
                <a:ext uri="{FF2B5EF4-FFF2-40B4-BE49-F238E27FC236}">
                  <a16:creationId xmlns:a16="http://schemas.microsoft.com/office/drawing/2014/main" id="{18706E72-BD05-4C84-9E46-BE41AAB5C379}"/>
                </a:ext>
              </a:extLst>
            </p:cNvPr>
            <p:cNvSpPr>
              <a:spLocks noGrp="1"/>
            </p:cNvSpPr>
            <p:nvPr/>
          </p:nvSpPr>
          <p:spPr>
            <a:xfrm>
              <a:off x="24116605" y="2419350"/>
              <a:ext cx="15522" cy="133350"/>
            </a:xfrm>
            <a:prstGeom prst="rect">
              <a:avLst/>
            </a:prstGeom>
            <a:solidFill>
              <a:srgbClr val="DCE8ED"/>
            </a:solidFill>
            <a:ln w="0">
              <a:noFill/>
              <a:prstDash val="solid"/>
            </a:ln>
          </p:spPr>
        </p:sp>
        <p:sp>
          <p:nvSpPr>
            <p:cNvPr id="3222" name="dense-strip-5-cell-186">
              <a:extLst>
                <a:ext uri="{FF2B5EF4-FFF2-40B4-BE49-F238E27FC236}">
                  <a16:creationId xmlns:a16="http://schemas.microsoft.com/office/drawing/2014/main" id="{F399DE7D-5E7F-4BA8-B7FC-37A4C4987ED0}"/>
                </a:ext>
              </a:extLst>
            </p:cNvPr>
            <p:cNvSpPr>
              <a:spLocks noGrp="1"/>
            </p:cNvSpPr>
            <p:nvPr/>
          </p:nvSpPr>
          <p:spPr>
            <a:xfrm>
              <a:off x="24101227" y="2419350"/>
              <a:ext cx="15522" cy="133350"/>
            </a:xfrm>
            <a:prstGeom prst="rect">
              <a:avLst/>
            </a:prstGeom>
            <a:solidFill>
              <a:srgbClr val="DCE7ED"/>
            </a:solidFill>
            <a:ln w="0">
              <a:noFill/>
              <a:prstDash val="solid"/>
            </a:ln>
          </p:spPr>
        </p:sp>
        <p:sp>
          <p:nvSpPr>
            <p:cNvPr id="3223" name="dense-strip-5-cell-185">
              <a:extLst>
                <a:ext uri="{FF2B5EF4-FFF2-40B4-BE49-F238E27FC236}">
                  <a16:creationId xmlns:a16="http://schemas.microsoft.com/office/drawing/2014/main" id="{D4B72578-038C-4EA3-A34F-A5D8495A5939}"/>
                </a:ext>
              </a:extLst>
            </p:cNvPr>
            <p:cNvSpPr>
              <a:spLocks noGrp="1"/>
            </p:cNvSpPr>
            <p:nvPr/>
          </p:nvSpPr>
          <p:spPr>
            <a:xfrm>
              <a:off x="24085848" y="2419350"/>
              <a:ext cx="15522" cy="133350"/>
            </a:xfrm>
            <a:prstGeom prst="rect">
              <a:avLst/>
            </a:prstGeom>
            <a:solidFill>
              <a:srgbClr val="D7C5D7"/>
            </a:solidFill>
            <a:ln w="0">
              <a:noFill/>
              <a:prstDash val="solid"/>
            </a:ln>
          </p:spPr>
        </p:sp>
        <p:sp>
          <p:nvSpPr>
            <p:cNvPr id="3224" name="dense-strip-5-cell-184">
              <a:extLst>
                <a:ext uri="{FF2B5EF4-FFF2-40B4-BE49-F238E27FC236}">
                  <a16:creationId xmlns:a16="http://schemas.microsoft.com/office/drawing/2014/main" id="{26A3642A-231B-4740-9A75-01560A485A45}"/>
                </a:ext>
              </a:extLst>
            </p:cNvPr>
            <p:cNvSpPr>
              <a:spLocks noGrp="1"/>
            </p:cNvSpPr>
            <p:nvPr/>
          </p:nvSpPr>
          <p:spPr>
            <a:xfrm>
              <a:off x="24070469" y="2419350"/>
              <a:ext cx="15522" cy="133350"/>
            </a:xfrm>
            <a:prstGeom prst="rect">
              <a:avLst/>
            </a:prstGeom>
            <a:solidFill>
              <a:srgbClr val="D2A2C1"/>
            </a:solidFill>
            <a:ln w="0">
              <a:noFill/>
              <a:prstDash val="solid"/>
            </a:ln>
          </p:spPr>
        </p:sp>
        <p:sp>
          <p:nvSpPr>
            <p:cNvPr id="3225" name="dense-strip-5-cell-183">
              <a:extLst>
                <a:ext uri="{FF2B5EF4-FFF2-40B4-BE49-F238E27FC236}">
                  <a16:creationId xmlns:a16="http://schemas.microsoft.com/office/drawing/2014/main" id="{9F36DC17-1B01-4D0C-ABCE-FDA6D03F305F}"/>
                </a:ext>
              </a:extLst>
            </p:cNvPr>
            <p:cNvSpPr>
              <a:spLocks noGrp="1"/>
            </p:cNvSpPr>
            <p:nvPr/>
          </p:nvSpPr>
          <p:spPr>
            <a:xfrm>
              <a:off x="24055090" y="2419350"/>
              <a:ext cx="15522" cy="133350"/>
            </a:xfrm>
            <a:prstGeom prst="rect">
              <a:avLst/>
            </a:prstGeom>
            <a:solidFill>
              <a:srgbClr val="CF8BB3"/>
            </a:solidFill>
            <a:ln w="0">
              <a:noFill/>
              <a:prstDash val="solid"/>
            </a:ln>
          </p:spPr>
        </p:sp>
        <p:sp>
          <p:nvSpPr>
            <p:cNvPr id="3226" name="dense-strip-5-cell-182">
              <a:extLst>
                <a:ext uri="{FF2B5EF4-FFF2-40B4-BE49-F238E27FC236}">
                  <a16:creationId xmlns:a16="http://schemas.microsoft.com/office/drawing/2014/main" id="{BF7C4E21-6C6D-4958-A899-7294B3D7BEBF}"/>
                </a:ext>
              </a:extLst>
            </p:cNvPr>
            <p:cNvSpPr>
              <a:spLocks noGrp="1"/>
            </p:cNvSpPr>
            <p:nvPr/>
          </p:nvSpPr>
          <p:spPr>
            <a:xfrm>
              <a:off x="24039711" y="2419350"/>
              <a:ext cx="15522" cy="133350"/>
            </a:xfrm>
            <a:prstGeom prst="rect">
              <a:avLst/>
            </a:prstGeom>
            <a:solidFill>
              <a:srgbClr val="CD7DA9"/>
            </a:solidFill>
            <a:ln w="0">
              <a:noFill/>
              <a:prstDash val="solid"/>
            </a:ln>
          </p:spPr>
        </p:sp>
        <p:sp>
          <p:nvSpPr>
            <p:cNvPr id="3227" name="dense-strip-5-cell-181">
              <a:extLst>
                <a:ext uri="{FF2B5EF4-FFF2-40B4-BE49-F238E27FC236}">
                  <a16:creationId xmlns:a16="http://schemas.microsoft.com/office/drawing/2014/main" id="{A56675C7-8C81-49E5-8CCC-0B97E2FD66A3}"/>
                </a:ext>
              </a:extLst>
            </p:cNvPr>
            <p:cNvSpPr>
              <a:spLocks noGrp="1"/>
            </p:cNvSpPr>
            <p:nvPr/>
          </p:nvSpPr>
          <p:spPr>
            <a:xfrm>
              <a:off x="24024332" y="2419350"/>
              <a:ext cx="15522" cy="133350"/>
            </a:xfrm>
            <a:prstGeom prst="rect">
              <a:avLst/>
            </a:prstGeom>
            <a:solidFill>
              <a:srgbClr val="CC79A7"/>
            </a:solidFill>
            <a:ln w="0">
              <a:noFill/>
              <a:prstDash val="solid"/>
            </a:ln>
          </p:spPr>
        </p:sp>
        <p:sp>
          <p:nvSpPr>
            <p:cNvPr id="3228" name="dense-strip-5-cell-180">
              <a:extLst>
                <a:ext uri="{FF2B5EF4-FFF2-40B4-BE49-F238E27FC236}">
                  <a16:creationId xmlns:a16="http://schemas.microsoft.com/office/drawing/2014/main" id="{3C4BBCA4-7253-4FB1-A300-60489AC48D4B}"/>
                </a:ext>
              </a:extLst>
            </p:cNvPr>
            <p:cNvSpPr>
              <a:spLocks noGrp="1"/>
            </p:cNvSpPr>
            <p:nvPr/>
          </p:nvSpPr>
          <p:spPr>
            <a:xfrm>
              <a:off x="24008953" y="2419350"/>
              <a:ext cx="15522" cy="133350"/>
            </a:xfrm>
            <a:prstGeom prst="rect">
              <a:avLst/>
            </a:prstGeom>
            <a:solidFill>
              <a:srgbClr val="CC79A7"/>
            </a:solidFill>
            <a:ln w="0">
              <a:noFill/>
              <a:prstDash val="solid"/>
            </a:ln>
          </p:spPr>
        </p:sp>
        <p:sp>
          <p:nvSpPr>
            <p:cNvPr id="3229" name="dense-strip-5-cell-179">
              <a:extLst>
                <a:ext uri="{FF2B5EF4-FFF2-40B4-BE49-F238E27FC236}">
                  <a16:creationId xmlns:a16="http://schemas.microsoft.com/office/drawing/2014/main" id="{5A1B8F13-3DC7-401F-BE22-695CC57DF7BC}"/>
                </a:ext>
              </a:extLst>
            </p:cNvPr>
            <p:cNvSpPr>
              <a:spLocks noGrp="1"/>
            </p:cNvSpPr>
            <p:nvPr/>
          </p:nvSpPr>
          <p:spPr>
            <a:xfrm>
              <a:off x="23993574" y="2419350"/>
              <a:ext cx="15522" cy="133350"/>
            </a:xfrm>
            <a:prstGeom prst="rect">
              <a:avLst/>
            </a:prstGeom>
            <a:solidFill>
              <a:srgbClr val="CC79A7"/>
            </a:solidFill>
            <a:ln w="0">
              <a:noFill/>
              <a:prstDash val="solid"/>
            </a:ln>
          </p:spPr>
        </p:sp>
        <p:sp>
          <p:nvSpPr>
            <p:cNvPr id="3230" name="dense-strip-5-cell-178">
              <a:extLst>
                <a:ext uri="{FF2B5EF4-FFF2-40B4-BE49-F238E27FC236}">
                  <a16:creationId xmlns:a16="http://schemas.microsoft.com/office/drawing/2014/main" id="{C8AB0FBA-ABF8-4EE3-AAB5-98EBF4B87A82}"/>
                </a:ext>
              </a:extLst>
            </p:cNvPr>
            <p:cNvSpPr>
              <a:spLocks noGrp="1"/>
            </p:cNvSpPr>
            <p:nvPr/>
          </p:nvSpPr>
          <p:spPr>
            <a:xfrm>
              <a:off x="23978195" y="2419350"/>
              <a:ext cx="15522" cy="133350"/>
            </a:xfrm>
            <a:prstGeom prst="rect">
              <a:avLst/>
            </a:prstGeom>
            <a:solidFill>
              <a:srgbClr val="CC79A7"/>
            </a:solidFill>
            <a:ln w="0">
              <a:noFill/>
              <a:prstDash val="solid"/>
            </a:ln>
          </p:spPr>
        </p:sp>
        <p:sp>
          <p:nvSpPr>
            <p:cNvPr id="3231" name="dense-strip-5-cell-177">
              <a:extLst>
                <a:ext uri="{FF2B5EF4-FFF2-40B4-BE49-F238E27FC236}">
                  <a16:creationId xmlns:a16="http://schemas.microsoft.com/office/drawing/2014/main" id="{9E2A55FC-303B-4E49-8179-3A2A1FFDF8D2}"/>
                </a:ext>
              </a:extLst>
            </p:cNvPr>
            <p:cNvSpPr>
              <a:spLocks noGrp="1"/>
            </p:cNvSpPr>
            <p:nvPr/>
          </p:nvSpPr>
          <p:spPr>
            <a:xfrm>
              <a:off x="23962816" y="2419350"/>
              <a:ext cx="15522" cy="133350"/>
            </a:xfrm>
            <a:prstGeom prst="rect">
              <a:avLst/>
            </a:prstGeom>
            <a:solidFill>
              <a:srgbClr val="CC79A7"/>
            </a:solidFill>
            <a:ln w="0">
              <a:noFill/>
              <a:prstDash val="solid"/>
            </a:ln>
          </p:spPr>
        </p:sp>
        <p:sp>
          <p:nvSpPr>
            <p:cNvPr id="3232" name="dense-strip-5-cell-176">
              <a:extLst>
                <a:ext uri="{FF2B5EF4-FFF2-40B4-BE49-F238E27FC236}">
                  <a16:creationId xmlns:a16="http://schemas.microsoft.com/office/drawing/2014/main" id="{50AC08FA-009F-4094-94B4-B07C3363B372}"/>
                </a:ext>
              </a:extLst>
            </p:cNvPr>
            <p:cNvSpPr>
              <a:spLocks noGrp="1"/>
            </p:cNvSpPr>
            <p:nvPr/>
          </p:nvSpPr>
          <p:spPr>
            <a:xfrm>
              <a:off x="23947438" y="2419350"/>
              <a:ext cx="15522" cy="133350"/>
            </a:xfrm>
            <a:prstGeom prst="rect">
              <a:avLst/>
            </a:prstGeom>
            <a:solidFill>
              <a:srgbClr val="CC79A7"/>
            </a:solidFill>
            <a:ln w="0">
              <a:noFill/>
              <a:prstDash val="solid"/>
            </a:ln>
          </p:spPr>
        </p:sp>
        <p:sp>
          <p:nvSpPr>
            <p:cNvPr id="3233" name="dense-strip-5-cell-175">
              <a:extLst>
                <a:ext uri="{FF2B5EF4-FFF2-40B4-BE49-F238E27FC236}">
                  <a16:creationId xmlns:a16="http://schemas.microsoft.com/office/drawing/2014/main" id="{AF2C7165-FB38-4EE6-BDE3-5CD3445BBF8E}"/>
                </a:ext>
              </a:extLst>
            </p:cNvPr>
            <p:cNvSpPr>
              <a:spLocks noGrp="1"/>
            </p:cNvSpPr>
            <p:nvPr/>
          </p:nvSpPr>
          <p:spPr>
            <a:xfrm>
              <a:off x="23932059" y="2419350"/>
              <a:ext cx="15522" cy="133350"/>
            </a:xfrm>
            <a:prstGeom prst="rect">
              <a:avLst/>
            </a:prstGeom>
            <a:solidFill>
              <a:srgbClr val="CC79A7"/>
            </a:solidFill>
            <a:ln w="0">
              <a:noFill/>
              <a:prstDash val="solid"/>
            </a:ln>
          </p:spPr>
        </p:sp>
        <p:sp>
          <p:nvSpPr>
            <p:cNvPr id="3234" name="dense-strip-5-cell-174">
              <a:extLst>
                <a:ext uri="{FF2B5EF4-FFF2-40B4-BE49-F238E27FC236}">
                  <a16:creationId xmlns:a16="http://schemas.microsoft.com/office/drawing/2014/main" id="{66D148D6-1E05-4F6F-AE22-5D6386C5212F}"/>
                </a:ext>
              </a:extLst>
            </p:cNvPr>
            <p:cNvSpPr>
              <a:spLocks noGrp="1"/>
            </p:cNvSpPr>
            <p:nvPr/>
          </p:nvSpPr>
          <p:spPr>
            <a:xfrm>
              <a:off x="23916680" y="2419350"/>
              <a:ext cx="15522" cy="133350"/>
            </a:xfrm>
            <a:prstGeom prst="rect">
              <a:avLst/>
            </a:prstGeom>
            <a:solidFill>
              <a:srgbClr val="CC79A7"/>
            </a:solidFill>
            <a:ln w="0">
              <a:noFill/>
              <a:prstDash val="solid"/>
            </a:ln>
          </p:spPr>
        </p:sp>
        <p:sp>
          <p:nvSpPr>
            <p:cNvPr id="3235" name="dense-strip-5-cell-173">
              <a:extLst>
                <a:ext uri="{FF2B5EF4-FFF2-40B4-BE49-F238E27FC236}">
                  <a16:creationId xmlns:a16="http://schemas.microsoft.com/office/drawing/2014/main" id="{D01631F8-0B29-45CC-A030-F1252A5BEDC5}"/>
                </a:ext>
              </a:extLst>
            </p:cNvPr>
            <p:cNvSpPr>
              <a:spLocks noGrp="1"/>
            </p:cNvSpPr>
            <p:nvPr/>
          </p:nvSpPr>
          <p:spPr>
            <a:xfrm>
              <a:off x="23901301" y="2419350"/>
              <a:ext cx="15522" cy="133350"/>
            </a:xfrm>
            <a:prstGeom prst="rect">
              <a:avLst/>
            </a:prstGeom>
            <a:solidFill>
              <a:srgbClr val="CC7CA9"/>
            </a:solidFill>
            <a:ln w="0">
              <a:noFill/>
              <a:prstDash val="solid"/>
            </a:ln>
          </p:spPr>
        </p:sp>
        <p:sp>
          <p:nvSpPr>
            <p:cNvPr id="3236" name="dense-strip-5-cell-172">
              <a:extLst>
                <a:ext uri="{FF2B5EF4-FFF2-40B4-BE49-F238E27FC236}">
                  <a16:creationId xmlns:a16="http://schemas.microsoft.com/office/drawing/2014/main" id="{A7451378-414F-4185-B577-7349BDDC8B1D}"/>
                </a:ext>
              </a:extLst>
            </p:cNvPr>
            <p:cNvSpPr>
              <a:spLocks noGrp="1"/>
            </p:cNvSpPr>
            <p:nvPr/>
          </p:nvSpPr>
          <p:spPr>
            <a:xfrm>
              <a:off x="23885922" y="2419350"/>
              <a:ext cx="15522" cy="133350"/>
            </a:xfrm>
            <a:prstGeom prst="rect">
              <a:avLst/>
            </a:prstGeom>
            <a:solidFill>
              <a:srgbClr val="CE88B0"/>
            </a:solidFill>
            <a:ln w="0">
              <a:noFill/>
              <a:prstDash val="solid"/>
            </a:ln>
          </p:spPr>
        </p:sp>
        <p:sp>
          <p:nvSpPr>
            <p:cNvPr id="3237" name="dense-strip-5-cell-171">
              <a:extLst>
                <a:ext uri="{FF2B5EF4-FFF2-40B4-BE49-F238E27FC236}">
                  <a16:creationId xmlns:a16="http://schemas.microsoft.com/office/drawing/2014/main" id="{441BAB7E-4D08-45B6-BDEF-66C16391F222}"/>
                </a:ext>
              </a:extLst>
            </p:cNvPr>
            <p:cNvSpPr>
              <a:spLocks noGrp="1"/>
            </p:cNvSpPr>
            <p:nvPr/>
          </p:nvSpPr>
          <p:spPr>
            <a:xfrm>
              <a:off x="23870543" y="2419350"/>
              <a:ext cx="15522" cy="133350"/>
            </a:xfrm>
            <a:prstGeom prst="rect">
              <a:avLst/>
            </a:prstGeom>
            <a:solidFill>
              <a:srgbClr val="D199BB"/>
            </a:solidFill>
            <a:ln w="0">
              <a:noFill/>
              <a:prstDash val="solid"/>
            </a:ln>
          </p:spPr>
        </p:sp>
        <p:sp>
          <p:nvSpPr>
            <p:cNvPr id="3238" name="dense-strip-5-cell-170">
              <a:extLst>
                <a:ext uri="{FF2B5EF4-FFF2-40B4-BE49-F238E27FC236}">
                  <a16:creationId xmlns:a16="http://schemas.microsoft.com/office/drawing/2014/main" id="{B578DEEA-71E4-4BD5-B319-21B0F377EEC1}"/>
                </a:ext>
              </a:extLst>
            </p:cNvPr>
            <p:cNvSpPr>
              <a:spLocks noGrp="1"/>
            </p:cNvSpPr>
            <p:nvPr/>
          </p:nvSpPr>
          <p:spPr>
            <a:xfrm>
              <a:off x="23855164" y="2419350"/>
              <a:ext cx="15522" cy="133350"/>
            </a:xfrm>
            <a:prstGeom prst="rect">
              <a:avLst/>
            </a:prstGeom>
            <a:solidFill>
              <a:srgbClr val="D4AEC9"/>
            </a:solidFill>
            <a:ln w="0">
              <a:noFill/>
              <a:prstDash val="solid"/>
            </a:ln>
          </p:spPr>
        </p:sp>
        <p:sp>
          <p:nvSpPr>
            <p:cNvPr id="3239" name="dense-strip-5-cell-169">
              <a:extLst>
                <a:ext uri="{FF2B5EF4-FFF2-40B4-BE49-F238E27FC236}">
                  <a16:creationId xmlns:a16="http://schemas.microsoft.com/office/drawing/2014/main" id="{E57A861D-A551-4CDF-8161-45BC46774BDE}"/>
                </a:ext>
              </a:extLst>
            </p:cNvPr>
            <p:cNvSpPr>
              <a:spLocks noGrp="1"/>
            </p:cNvSpPr>
            <p:nvPr/>
          </p:nvSpPr>
          <p:spPr>
            <a:xfrm>
              <a:off x="23839785" y="2419350"/>
              <a:ext cx="15522" cy="133350"/>
            </a:xfrm>
            <a:prstGeom prst="rect">
              <a:avLst/>
            </a:prstGeom>
            <a:solidFill>
              <a:srgbClr val="D7C4D6"/>
            </a:solidFill>
            <a:ln w="0">
              <a:noFill/>
              <a:prstDash val="solid"/>
            </a:ln>
          </p:spPr>
        </p:sp>
        <p:sp>
          <p:nvSpPr>
            <p:cNvPr id="3240" name="dense-strip-5-cell-168">
              <a:extLst>
                <a:ext uri="{FF2B5EF4-FFF2-40B4-BE49-F238E27FC236}">
                  <a16:creationId xmlns:a16="http://schemas.microsoft.com/office/drawing/2014/main" id="{9159127E-AD64-45A8-B0E7-63BDEEF9F4F8}"/>
                </a:ext>
              </a:extLst>
            </p:cNvPr>
            <p:cNvSpPr>
              <a:spLocks noGrp="1"/>
            </p:cNvSpPr>
            <p:nvPr/>
          </p:nvSpPr>
          <p:spPr>
            <a:xfrm>
              <a:off x="23824406" y="2419350"/>
              <a:ext cx="15522" cy="133350"/>
            </a:xfrm>
            <a:prstGeom prst="rect">
              <a:avLst/>
            </a:prstGeom>
            <a:solidFill>
              <a:srgbClr val="DAD8E3"/>
            </a:solidFill>
            <a:ln w="0">
              <a:noFill/>
              <a:prstDash val="solid"/>
            </a:ln>
          </p:spPr>
        </p:sp>
        <p:sp>
          <p:nvSpPr>
            <p:cNvPr id="3241" name="dense-strip-5-cell-167">
              <a:extLst>
                <a:ext uri="{FF2B5EF4-FFF2-40B4-BE49-F238E27FC236}">
                  <a16:creationId xmlns:a16="http://schemas.microsoft.com/office/drawing/2014/main" id="{280A8025-F299-439A-9203-A732CA36E20F}"/>
                </a:ext>
              </a:extLst>
            </p:cNvPr>
            <p:cNvSpPr>
              <a:spLocks noGrp="1"/>
            </p:cNvSpPr>
            <p:nvPr/>
          </p:nvSpPr>
          <p:spPr>
            <a:xfrm>
              <a:off x="23809027" y="2419350"/>
              <a:ext cx="15522" cy="133350"/>
            </a:xfrm>
            <a:prstGeom prst="rect">
              <a:avLst/>
            </a:prstGeom>
            <a:solidFill>
              <a:srgbClr val="DCE7ED"/>
            </a:solidFill>
            <a:ln w="0">
              <a:noFill/>
              <a:prstDash val="solid"/>
            </a:ln>
          </p:spPr>
        </p:sp>
        <p:sp>
          <p:nvSpPr>
            <p:cNvPr id="3242" name="dense-strip-5-cell-166">
              <a:extLst>
                <a:ext uri="{FF2B5EF4-FFF2-40B4-BE49-F238E27FC236}">
                  <a16:creationId xmlns:a16="http://schemas.microsoft.com/office/drawing/2014/main" id="{30FF05C6-49E0-4C02-8262-194B2BE3929D}"/>
                </a:ext>
              </a:extLst>
            </p:cNvPr>
            <p:cNvSpPr>
              <a:spLocks noGrp="1"/>
            </p:cNvSpPr>
            <p:nvPr/>
          </p:nvSpPr>
          <p:spPr>
            <a:xfrm>
              <a:off x="23793648" y="2419350"/>
              <a:ext cx="15522" cy="133350"/>
            </a:xfrm>
            <a:prstGeom prst="rect">
              <a:avLst/>
            </a:prstGeom>
            <a:solidFill>
              <a:srgbClr val="DAE7EC"/>
            </a:solidFill>
            <a:ln w="0">
              <a:noFill/>
              <a:prstDash val="solid"/>
            </a:ln>
          </p:spPr>
        </p:sp>
        <p:sp>
          <p:nvSpPr>
            <p:cNvPr id="3243" name="dense-strip-5-cell-165">
              <a:extLst>
                <a:ext uri="{FF2B5EF4-FFF2-40B4-BE49-F238E27FC236}">
                  <a16:creationId xmlns:a16="http://schemas.microsoft.com/office/drawing/2014/main" id="{FD601D3A-1B4B-4481-BA07-65166B464577}"/>
                </a:ext>
              </a:extLst>
            </p:cNvPr>
            <p:cNvSpPr>
              <a:spLocks noGrp="1"/>
            </p:cNvSpPr>
            <p:nvPr/>
          </p:nvSpPr>
          <p:spPr>
            <a:xfrm>
              <a:off x="23778270" y="2419350"/>
              <a:ext cx="15522" cy="133350"/>
            </a:xfrm>
            <a:prstGeom prst="rect">
              <a:avLst/>
            </a:prstGeom>
            <a:solidFill>
              <a:srgbClr val="DAE7EC"/>
            </a:solidFill>
            <a:ln w="0">
              <a:noFill/>
              <a:prstDash val="solid"/>
            </a:ln>
          </p:spPr>
        </p:sp>
        <p:sp>
          <p:nvSpPr>
            <p:cNvPr id="3244" name="dense-strip-5-cell-164">
              <a:extLst>
                <a:ext uri="{FF2B5EF4-FFF2-40B4-BE49-F238E27FC236}">
                  <a16:creationId xmlns:a16="http://schemas.microsoft.com/office/drawing/2014/main" id="{9F557004-770E-4A5D-A6AD-5D750E0326EE}"/>
                </a:ext>
              </a:extLst>
            </p:cNvPr>
            <p:cNvSpPr>
              <a:spLocks noGrp="1"/>
            </p:cNvSpPr>
            <p:nvPr/>
          </p:nvSpPr>
          <p:spPr>
            <a:xfrm>
              <a:off x="23762891" y="2419350"/>
              <a:ext cx="15522" cy="133350"/>
            </a:xfrm>
            <a:prstGeom prst="rect">
              <a:avLst/>
            </a:prstGeom>
            <a:solidFill>
              <a:srgbClr val="DCE8ED"/>
            </a:solidFill>
            <a:ln w="0">
              <a:noFill/>
              <a:prstDash val="solid"/>
            </a:ln>
          </p:spPr>
        </p:sp>
        <p:sp>
          <p:nvSpPr>
            <p:cNvPr id="3245" name="dense-strip-5-cell-163">
              <a:extLst>
                <a:ext uri="{FF2B5EF4-FFF2-40B4-BE49-F238E27FC236}">
                  <a16:creationId xmlns:a16="http://schemas.microsoft.com/office/drawing/2014/main" id="{01FFE9F1-D9A6-4AC7-8275-B2A1F712196D}"/>
                </a:ext>
              </a:extLst>
            </p:cNvPr>
            <p:cNvSpPr>
              <a:spLocks noGrp="1"/>
            </p:cNvSpPr>
            <p:nvPr/>
          </p:nvSpPr>
          <p:spPr>
            <a:xfrm>
              <a:off x="23747512" y="2419350"/>
              <a:ext cx="15522" cy="133350"/>
            </a:xfrm>
            <a:prstGeom prst="rect">
              <a:avLst/>
            </a:prstGeom>
            <a:solidFill>
              <a:srgbClr val="DCE8ED"/>
            </a:solidFill>
            <a:ln w="0">
              <a:noFill/>
              <a:prstDash val="solid"/>
            </a:ln>
          </p:spPr>
        </p:sp>
        <p:sp>
          <p:nvSpPr>
            <p:cNvPr id="3246" name="dense-strip-5-cell-162">
              <a:extLst>
                <a:ext uri="{FF2B5EF4-FFF2-40B4-BE49-F238E27FC236}">
                  <a16:creationId xmlns:a16="http://schemas.microsoft.com/office/drawing/2014/main" id="{7EF7A25D-8F6A-45B4-8EBB-C853DE812F5F}"/>
                </a:ext>
              </a:extLst>
            </p:cNvPr>
            <p:cNvSpPr>
              <a:spLocks noGrp="1"/>
            </p:cNvSpPr>
            <p:nvPr/>
          </p:nvSpPr>
          <p:spPr>
            <a:xfrm>
              <a:off x="23732133" y="2419350"/>
              <a:ext cx="15522" cy="133350"/>
            </a:xfrm>
            <a:prstGeom prst="rect">
              <a:avLst/>
            </a:prstGeom>
            <a:solidFill>
              <a:srgbClr val="DCE8ED"/>
            </a:solidFill>
            <a:ln w="0">
              <a:noFill/>
              <a:prstDash val="solid"/>
            </a:ln>
          </p:spPr>
        </p:sp>
        <p:sp>
          <p:nvSpPr>
            <p:cNvPr id="3247" name="dense-strip-5-cell-161">
              <a:extLst>
                <a:ext uri="{FF2B5EF4-FFF2-40B4-BE49-F238E27FC236}">
                  <a16:creationId xmlns:a16="http://schemas.microsoft.com/office/drawing/2014/main" id="{7DB558AC-C3C8-4731-A090-1332CF92688A}"/>
                </a:ext>
              </a:extLst>
            </p:cNvPr>
            <p:cNvSpPr>
              <a:spLocks noGrp="1"/>
            </p:cNvSpPr>
            <p:nvPr/>
          </p:nvSpPr>
          <p:spPr>
            <a:xfrm>
              <a:off x="23716754" y="2419350"/>
              <a:ext cx="15522" cy="133350"/>
            </a:xfrm>
            <a:prstGeom prst="rect">
              <a:avLst/>
            </a:prstGeom>
            <a:solidFill>
              <a:srgbClr val="DCE8ED"/>
            </a:solidFill>
            <a:ln w="0">
              <a:noFill/>
              <a:prstDash val="solid"/>
            </a:ln>
          </p:spPr>
        </p:sp>
        <p:sp>
          <p:nvSpPr>
            <p:cNvPr id="3248" name="dense-strip-5-cell-160">
              <a:extLst>
                <a:ext uri="{FF2B5EF4-FFF2-40B4-BE49-F238E27FC236}">
                  <a16:creationId xmlns:a16="http://schemas.microsoft.com/office/drawing/2014/main" id="{6FF32279-53D0-4D30-B10B-CA0D1EACC9FD}"/>
                </a:ext>
              </a:extLst>
            </p:cNvPr>
            <p:cNvSpPr>
              <a:spLocks noGrp="1"/>
            </p:cNvSpPr>
            <p:nvPr/>
          </p:nvSpPr>
          <p:spPr>
            <a:xfrm>
              <a:off x="23701375" y="2419350"/>
              <a:ext cx="15522" cy="133350"/>
            </a:xfrm>
            <a:prstGeom prst="rect">
              <a:avLst/>
            </a:prstGeom>
            <a:solidFill>
              <a:srgbClr val="DCE8ED"/>
            </a:solidFill>
            <a:ln w="0">
              <a:noFill/>
              <a:prstDash val="solid"/>
            </a:ln>
          </p:spPr>
        </p:sp>
        <p:sp>
          <p:nvSpPr>
            <p:cNvPr id="3249" name="dense-strip-5-cell-159">
              <a:extLst>
                <a:ext uri="{FF2B5EF4-FFF2-40B4-BE49-F238E27FC236}">
                  <a16:creationId xmlns:a16="http://schemas.microsoft.com/office/drawing/2014/main" id="{80D6966D-3364-44F3-A079-1AA52F3ED028}"/>
                </a:ext>
              </a:extLst>
            </p:cNvPr>
            <p:cNvSpPr>
              <a:spLocks noGrp="1"/>
            </p:cNvSpPr>
            <p:nvPr/>
          </p:nvSpPr>
          <p:spPr>
            <a:xfrm>
              <a:off x="23685996" y="2419350"/>
              <a:ext cx="15522" cy="133350"/>
            </a:xfrm>
            <a:prstGeom prst="rect">
              <a:avLst/>
            </a:prstGeom>
            <a:solidFill>
              <a:srgbClr val="DCE8ED"/>
            </a:solidFill>
            <a:ln w="0">
              <a:noFill/>
              <a:prstDash val="solid"/>
            </a:ln>
          </p:spPr>
        </p:sp>
        <p:sp>
          <p:nvSpPr>
            <p:cNvPr id="3250" name="dense-strip-5-cell-158">
              <a:extLst>
                <a:ext uri="{FF2B5EF4-FFF2-40B4-BE49-F238E27FC236}">
                  <a16:creationId xmlns:a16="http://schemas.microsoft.com/office/drawing/2014/main" id="{48259066-7366-4736-AA1D-C3B699AFBCC1}"/>
                </a:ext>
              </a:extLst>
            </p:cNvPr>
            <p:cNvSpPr>
              <a:spLocks noGrp="1"/>
            </p:cNvSpPr>
            <p:nvPr/>
          </p:nvSpPr>
          <p:spPr>
            <a:xfrm>
              <a:off x="23670617" y="2419350"/>
              <a:ext cx="15522" cy="133350"/>
            </a:xfrm>
            <a:prstGeom prst="rect">
              <a:avLst/>
            </a:prstGeom>
            <a:solidFill>
              <a:srgbClr val="DCE8ED"/>
            </a:solidFill>
            <a:ln w="0">
              <a:noFill/>
              <a:prstDash val="solid"/>
            </a:ln>
          </p:spPr>
        </p:sp>
        <p:sp>
          <p:nvSpPr>
            <p:cNvPr id="3251" name="dense-strip-5-cell-157">
              <a:extLst>
                <a:ext uri="{FF2B5EF4-FFF2-40B4-BE49-F238E27FC236}">
                  <a16:creationId xmlns:a16="http://schemas.microsoft.com/office/drawing/2014/main" id="{9F917D2E-C086-429E-A447-F514321F18E0}"/>
                </a:ext>
              </a:extLst>
            </p:cNvPr>
            <p:cNvSpPr>
              <a:spLocks noGrp="1"/>
            </p:cNvSpPr>
            <p:nvPr/>
          </p:nvSpPr>
          <p:spPr>
            <a:xfrm>
              <a:off x="23655238" y="2419350"/>
              <a:ext cx="15522" cy="133350"/>
            </a:xfrm>
            <a:prstGeom prst="rect">
              <a:avLst/>
            </a:prstGeom>
            <a:solidFill>
              <a:srgbClr val="DCE8ED"/>
            </a:solidFill>
            <a:ln w="0">
              <a:noFill/>
              <a:prstDash val="solid"/>
            </a:ln>
          </p:spPr>
        </p:sp>
        <p:sp>
          <p:nvSpPr>
            <p:cNvPr id="3252" name="dense-strip-5-cell-156">
              <a:extLst>
                <a:ext uri="{FF2B5EF4-FFF2-40B4-BE49-F238E27FC236}">
                  <a16:creationId xmlns:a16="http://schemas.microsoft.com/office/drawing/2014/main" id="{D8675293-2E81-4802-8A74-72360DA8A0F5}"/>
                </a:ext>
              </a:extLst>
            </p:cNvPr>
            <p:cNvSpPr>
              <a:spLocks noGrp="1"/>
            </p:cNvSpPr>
            <p:nvPr/>
          </p:nvSpPr>
          <p:spPr>
            <a:xfrm>
              <a:off x="23639859" y="2419350"/>
              <a:ext cx="15522" cy="133350"/>
            </a:xfrm>
            <a:prstGeom prst="rect">
              <a:avLst/>
            </a:prstGeom>
            <a:solidFill>
              <a:srgbClr val="DCE8ED"/>
            </a:solidFill>
            <a:ln w="0">
              <a:noFill/>
              <a:prstDash val="solid"/>
            </a:ln>
          </p:spPr>
        </p:sp>
        <p:sp>
          <p:nvSpPr>
            <p:cNvPr id="3253" name="dense-strip-5-cell-155">
              <a:extLst>
                <a:ext uri="{FF2B5EF4-FFF2-40B4-BE49-F238E27FC236}">
                  <a16:creationId xmlns:a16="http://schemas.microsoft.com/office/drawing/2014/main" id="{B944C912-2BFC-49D8-8B02-E28F953F2781}"/>
                </a:ext>
              </a:extLst>
            </p:cNvPr>
            <p:cNvSpPr>
              <a:spLocks noGrp="1"/>
            </p:cNvSpPr>
            <p:nvPr/>
          </p:nvSpPr>
          <p:spPr>
            <a:xfrm>
              <a:off x="23624480" y="2419350"/>
              <a:ext cx="15522" cy="133350"/>
            </a:xfrm>
            <a:prstGeom prst="rect">
              <a:avLst/>
            </a:prstGeom>
            <a:solidFill>
              <a:srgbClr val="DCE8ED"/>
            </a:solidFill>
            <a:ln w="0">
              <a:noFill/>
              <a:prstDash val="solid"/>
            </a:ln>
          </p:spPr>
        </p:sp>
        <p:sp>
          <p:nvSpPr>
            <p:cNvPr id="3254" name="dense-strip-5-cell-154">
              <a:extLst>
                <a:ext uri="{FF2B5EF4-FFF2-40B4-BE49-F238E27FC236}">
                  <a16:creationId xmlns:a16="http://schemas.microsoft.com/office/drawing/2014/main" id="{D8EA665F-AA42-4D8B-96EA-CF474C4CF7D8}"/>
                </a:ext>
              </a:extLst>
            </p:cNvPr>
            <p:cNvSpPr>
              <a:spLocks noGrp="1"/>
            </p:cNvSpPr>
            <p:nvPr/>
          </p:nvSpPr>
          <p:spPr>
            <a:xfrm>
              <a:off x="23609102" y="2419350"/>
              <a:ext cx="15522" cy="133350"/>
            </a:xfrm>
            <a:prstGeom prst="rect">
              <a:avLst/>
            </a:prstGeom>
            <a:solidFill>
              <a:srgbClr val="DCE8ED"/>
            </a:solidFill>
            <a:ln w="0">
              <a:noFill/>
              <a:prstDash val="solid"/>
            </a:ln>
          </p:spPr>
        </p:sp>
        <p:sp>
          <p:nvSpPr>
            <p:cNvPr id="3255" name="dense-strip-5-cell-153">
              <a:extLst>
                <a:ext uri="{FF2B5EF4-FFF2-40B4-BE49-F238E27FC236}">
                  <a16:creationId xmlns:a16="http://schemas.microsoft.com/office/drawing/2014/main" id="{B5EE827D-4DC1-4B6B-9450-4A1EC49D7DE9}"/>
                </a:ext>
              </a:extLst>
            </p:cNvPr>
            <p:cNvSpPr>
              <a:spLocks noGrp="1"/>
            </p:cNvSpPr>
            <p:nvPr/>
          </p:nvSpPr>
          <p:spPr>
            <a:xfrm>
              <a:off x="23593723" y="2419350"/>
              <a:ext cx="15522" cy="133350"/>
            </a:xfrm>
            <a:prstGeom prst="rect">
              <a:avLst/>
            </a:prstGeom>
            <a:solidFill>
              <a:srgbClr val="DCE8ED"/>
            </a:solidFill>
            <a:ln w="0">
              <a:noFill/>
              <a:prstDash val="solid"/>
            </a:ln>
          </p:spPr>
        </p:sp>
        <p:sp>
          <p:nvSpPr>
            <p:cNvPr id="3256" name="dense-strip-5-cell-152">
              <a:extLst>
                <a:ext uri="{FF2B5EF4-FFF2-40B4-BE49-F238E27FC236}">
                  <a16:creationId xmlns:a16="http://schemas.microsoft.com/office/drawing/2014/main" id="{7B21438E-86FD-4602-9BE7-79D8E25E3E7E}"/>
                </a:ext>
              </a:extLst>
            </p:cNvPr>
            <p:cNvSpPr>
              <a:spLocks noGrp="1"/>
            </p:cNvSpPr>
            <p:nvPr/>
          </p:nvSpPr>
          <p:spPr>
            <a:xfrm>
              <a:off x="23578344" y="2419350"/>
              <a:ext cx="15522" cy="133350"/>
            </a:xfrm>
            <a:prstGeom prst="rect">
              <a:avLst/>
            </a:prstGeom>
            <a:solidFill>
              <a:srgbClr val="DCE8ED"/>
            </a:solidFill>
            <a:ln w="0">
              <a:noFill/>
              <a:prstDash val="solid"/>
            </a:ln>
          </p:spPr>
        </p:sp>
        <p:sp>
          <p:nvSpPr>
            <p:cNvPr id="3257" name="dense-strip-5-cell-151">
              <a:extLst>
                <a:ext uri="{FF2B5EF4-FFF2-40B4-BE49-F238E27FC236}">
                  <a16:creationId xmlns:a16="http://schemas.microsoft.com/office/drawing/2014/main" id="{33FA74A9-3418-4651-AC68-424F43238A2C}"/>
                </a:ext>
              </a:extLst>
            </p:cNvPr>
            <p:cNvSpPr>
              <a:spLocks noGrp="1"/>
            </p:cNvSpPr>
            <p:nvPr/>
          </p:nvSpPr>
          <p:spPr>
            <a:xfrm>
              <a:off x="23562965" y="2419350"/>
              <a:ext cx="15522" cy="133350"/>
            </a:xfrm>
            <a:prstGeom prst="rect">
              <a:avLst/>
            </a:prstGeom>
            <a:solidFill>
              <a:srgbClr val="DCE8ED"/>
            </a:solidFill>
            <a:ln w="0">
              <a:noFill/>
              <a:prstDash val="solid"/>
            </a:ln>
          </p:spPr>
        </p:sp>
        <p:sp>
          <p:nvSpPr>
            <p:cNvPr id="3258" name="dense-strip-5-cell-150">
              <a:extLst>
                <a:ext uri="{FF2B5EF4-FFF2-40B4-BE49-F238E27FC236}">
                  <a16:creationId xmlns:a16="http://schemas.microsoft.com/office/drawing/2014/main" id="{D6B1D785-F7DE-47B6-A75C-EC5281A948F6}"/>
                </a:ext>
              </a:extLst>
            </p:cNvPr>
            <p:cNvSpPr>
              <a:spLocks noGrp="1"/>
            </p:cNvSpPr>
            <p:nvPr/>
          </p:nvSpPr>
          <p:spPr>
            <a:xfrm>
              <a:off x="23547586" y="2419350"/>
              <a:ext cx="15522" cy="133350"/>
            </a:xfrm>
            <a:prstGeom prst="rect">
              <a:avLst/>
            </a:prstGeom>
            <a:solidFill>
              <a:srgbClr val="DCE8ED"/>
            </a:solidFill>
            <a:ln w="0">
              <a:noFill/>
              <a:prstDash val="solid"/>
            </a:ln>
          </p:spPr>
        </p:sp>
        <p:sp>
          <p:nvSpPr>
            <p:cNvPr id="3259" name="dense-strip-5-cell-149">
              <a:extLst>
                <a:ext uri="{FF2B5EF4-FFF2-40B4-BE49-F238E27FC236}">
                  <a16:creationId xmlns:a16="http://schemas.microsoft.com/office/drawing/2014/main" id="{40C663DB-02F7-4B22-A538-4D12C18398CA}"/>
                </a:ext>
              </a:extLst>
            </p:cNvPr>
            <p:cNvSpPr>
              <a:spLocks noGrp="1"/>
            </p:cNvSpPr>
            <p:nvPr/>
          </p:nvSpPr>
          <p:spPr>
            <a:xfrm>
              <a:off x="23532207" y="2419350"/>
              <a:ext cx="15522" cy="133350"/>
            </a:xfrm>
            <a:prstGeom prst="rect">
              <a:avLst/>
            </a:prstGeom>
            <a:solidFill>
              <a:srgbClr val="DCE8ED"/>
            </a:solidFill>
            <a:ln w="0">
              <a:noFill/>
              <a:prstDash val="solid"/>
            </a:ln>
          </p:spPr>
        </p:sp>
        <p:sp>
          <p:nvSpPr>
            <p:cNvPr id="3260" name="dense-strip-5-cell-148">
              <a:extLst>
                <a:ext uri="{FF2B5EF4-FFF2-40B4-BE49-F238E27FC236}">
                  <a16:creationId xmlns:a16="http://schemas.microsoft.com/office/drawing/2014/main" id="{38F1F393-68C5-421C-8E20-7F0E4FED293A}"/>
                </a:ext>
              </a:extLst>
            </p:cNvPr>
            <p:cNvSpPr>
              <a:spLocks noGrp="1"/>
            </p:cNvSpPr>
            <p:nvPr/>
          </p:nvSpPr>
          <p:spPr>
            <a:xfrm>
              <a:off x="23516828" y="2419350"/>
              <a:ext cx="15522" cy="133350"/>
            </a:xfrm>
            <a:prstGeom prst="rect">
              <a:avLst/>
            </a:prstGeom>
            <a:solidFill>
              <a:srgbClr val="DCE8ED"/>
            </a:solidFill>
            <a:ln w="0">
              <a:noFill/>
              <a:prstDash val="solid"/>
            </a:ln>
          </p:spPr>
        </p:sp>
        <p:sp>
          <p:nvSpPr>
            <p:cNvPr id="3261" name="dense-strip-5-cell-147">
              <a:extLst>
                <a:ext uri="{FF2B5EF4-FFF2-40B4-BE49-F238E27FC236}">
                  <a16:creationId xmlns:a16="http://schemas.microsoft.com/office/drawing/2014/main" id="{15470B24-79C3-427C-9132-EA88D69F4722}"/>
                </a:ext>
              </a:extLst>
            </p:cNvPr>
            <p:cNvSpPr>
              <a:spLocks noGrp="1"/>
            </p:cNvSpPr>
            <p:nvPr/>
          </p:nvSpPr>
          <p:spPr>
            <a:xfrm>
              <a:off x="23501449" y="2419350"/>
              <a:ext cx="15522" cy="133350"/>
            </a:xfrm>
            <a:prstGeom prst="rect">
              <a:avLst/>
            </a:prstGeom>
            <a:solidFill>
              <a:srgbClr val="DCE8ED"/>
            </a:solidFill>
            <a:ln w="0">
              <a:noFill/>
              <a:prstDash val="solid"/>
            </a:ln>
          </p:spPr>
        </p:sp>
        <p:sp>
          <p:nvSpPr>
            <p:cNvPr id="3262" name="dense-strip-5-cell-146">
              <a:extLst>
                <a:ext uri="{FF2B5EF4-FFF2-40B4-BE49-F238E27FC236}">
                  <a16:creationId xmlns:a16="http://schemas.microsoft.com/office/drawing/2014/main" id="{E9FC5A15-D184-4F14-881D-99AFCB67155D}"/>
                </a:ext>
              </a:extLst>
            </p:cNvPr>
            <p:cNvSpPr>
              <a:spLocks noGrp="1"/>
            </p:cNvSpPr>
            <p:nvPr/>
          </p:nvSpPr>
          <p:spPr>
            <a:xfrm>
              <a:off x="23486070" y="2419350"/>
              <a:ext cx="15522" cy="133350"/>
            </a:xfrm>
            <a:prstGeom prst="rect">
              <a:avLst/>
            </a:prstGeom>
            <a:solidFill>
              <a:srgbClr val="DCE8ED"/>
            </a:solidFill>
            <a:ln w="0">
              <a:noFill/>
              <a:prstDash val="solid"/>
            </a:ln>
          </p:spPr>
        </p:sp>
        <p:sp>
          <p:nvSpPr>
            <p:cNvPr id="3263" name="dense-strip-5-cell-145">
              <a:extLst>
                <a:ext uri="{FF2B5EF4-FFF2-40B4-BE49-F238E27FC236}">
                  <a16:creationId xmlns:a16="http://schemas.microsoft.com/office/drawing/2014/main" id="{EB099263-43BB-4AC5-BA86-1154EE3EB1B4}"/>
                </a:ext>
              </a:extLst>
            </p:cNvPr>
            <p:cNvSpPr>
              <a:spLocks noGrp="1"/>
            </p:cNvSpPr>
            <p:nvPr/>
          </p:nvSpPr>
          <p:spPr>
            <a:xfrm>
              <a:off x="23470691" y="2419350"/>
              <a:ext cx="15522" cy="133350"/>
            </a:xfrm>
            <a:prstGeom prst="rect">
              <a:avLst/>
            </a:prstGeom>
            <a:solidFill>
              <a:srgbClr val="DCE8ED"/>
            </a:solidFill>
            <a:ln w="0">
              <a:noFill/>
              <a:prstDash val="solid"/>
            </a:ln>
          </p:spPr>
        </p:sp>
        <p:sp>
          <p:nvSpPr>
            <p:cNvPr id="3264" name="dense-strip-5-cell-144">
              <a:extLst>
                <a:ext uri="{FF2B5EF4-FFF2-40B4-BE49-F238E27FC236}">
                  <a16:creationId xmlns:a16="http://schemas.microsoft.com/office/drawing/2014/main" id="{D86A8092-0917-4F24-8A27-68274CD84512}"/>
                </a:ext>
              </a:extLst>
            </p:cNvPr>
            <p:cNvSpPr>
              <a:spLocks noGrp="1"/>
            </p:cNvSpPr>
            <p:nvPr/>
          </p:nvSpPr>
          <p:spPr>
            <a:xfrm>
              <a:off x="23455313" y="2419350"/>
              <a:ext cx="15522" cy="133350"/>
            </a:xfrm>
            <a:prstGeom prst="rect">
              <a:avLst/>
            </a:prstGeom>
            <a:solidFill>
              <a:srgbClr val="DCE8ED"/>
            </a:solidFill>
            <a:ln w="0">
              <a:noFill/>
              <a:prstDash val="solid"/>
            </a:ln>
          </p:spPr>
        </p:sp>
        <p:sp>
          <p:nvSpPr>
            <p:cNvPr id="3265" name="dense-strip-5-cell-143">
              <a:extLst>
                <a:ext uri="{FF2B5EF4-FFF2-40B4-BE49-F238E27FC236}">
                  <a16:creationId xmlns:a16="http://schemas.microsoft.com/office/drawing/2014/main" id="{01DCF3DC-BB04-4F5F-8225-25E51CF580E9}"/>
                </a:ext>
              </a:extLst>
            </p:cNvPr>
            <p:cNvSpPr>
              <a:spLocks noGrp="1"/>
            </p:cNvSpPr>
            <p:nvPr/>
          </p:nvSpPr>
          <p:spPr>
            <a:xfrm>
              <a:off x="23439934" y="2419350"/>
              <a:ext cx="15522" cy="133350"/>
            </a:xfrm>
            <a:prstGeom prst="rect">
              <a:avLst/>
            </a:prstGeom>
            <a:solidFill>
              <a:srgbClr val="DCE8ED"/>
            </a:solidFill>
            <a:ln w="0">
              <a:noFill/>
              <a:prstDash val="solid"/>
            </a:ln>
          </p:spPr>
        </p:sp>
        <p:sp>
          <p:nvSpPr>
            <p:cNvPr id="3266" name="dense-strip-5-cell-142">
              <a:extLst>
                <a:ext uri="{FF2B5EF4-FFF2-40B4-BE49-F238E27FC236}">
                  <a16:creationId xmlns:a16="http://schemas.microsoft.com/office/drawing/2014/main" id="{C8D2816C-904B-40C6-A85E-D0EA0C6204FF}"/>
                </a:ext>
              </a:extLst>
            </p:cNvPr>
            <p:cNvSpPr>
              <a:spLocks noGrp="1"/>
            </p:cNvSpPr>
            <p:nvPr/>
          </p:nvSpPr>
          <p:spPr>
            <a:xfrm>
              <a:off x="23424555" y="2419350"/>
              <a:ext cx="15522" cy="133350"/>
            </a:xfrm>
            <a:prstGeom prst="rect">
              <a:avLst/>
            </a:prstGeom>
            <a:solidFill>
              <a:srgbClr val="D4E5E9"/>
            </a:solidFill>
            <a:ln w="0">
              <a:noFill/>
              <a:prstDash val="solid"/>
            </a:ln>
          </p:spPr>
        </p:sp>
        <p:sp>
          <p:nvSpPr>
            <p:cNvPr id="3267" name="dense-strip-5-cell-141">
              <a:extLst>
                <a:ext uri="{FF2B5EF4-FFF2-40B4-BE49-F238E27FC236}">
                  <a16:creationId xmlns:a16="http://schemas.microsoft.com/office/drawing/2014/main" id="{85734AEE-B615-40D1-8106-CDADB654F77A}"/>
                </a:ext>
              </a:extLst>
            </p:cNvPr>
            <p:cNvSpPr>
              <a:spLocks noGrp="1"/>
            </p:cNvSpPr>
            <p:nvPr/>
          </p:nvSpPr>
          <p:spPr>
            <a:xfrm>
              <a:off x="23409176" y="2419350"/>
              <a:ext cx="15522" cy="133350"/>
            </a:xfrm>
            <a:prstGeom prst="rect">
              <a:avLst/>
            </a:prstGeom>
            <a:solidFill>
              <a:srgbClr val="D0E4E6"/>
            </a:solidFill>
            <a:ln w="0">
              <a:noFill/>
              <a:prstDash val="solid"/>
            </a:ln>
          </p:spPr>
        </p:sp>
        <p:sp>
          <p:nvSpPr>
            <p:cNvPr id="3268" name="dense-strip-5-cell-140">
              <a:extLst>
                <a:ext uri="{FF2B5EF4-FFF2-40B4-BE49-F238E27FC236}">
                  <a16:creationId xmlns:a16="http://schemas.microsoft.com/office/drawing/2014/main" id="{84001905-92A0-476E-B693-E262227B14FA}"/>
                </a:ext>
              </a:extLst>
            </p:cNvPr>
            <p:cNvSpPr>
              <a:spLocks noGrp="1"/>
            </p:cNvSpPr>
            <p:nvPr/>
          </p:nvSpPr>
          <p:spPr>
            <a:xfrm>
              <a:off x="23393797" y="2419350"/>
              <a:ext cx="15522" cy="133350"/>
            </a:xfrm>
            <a:prstGeom prst="rect">
              <a:avLst/>
            </a:prstGeom>
            <a:solidFill>
              <a:srgbClr val="D1E4E7"/>
            </a:solidFill>
            <a:ln w="0">
              <a:noFill/>
              <a:prstDash val="solid"/>
            </a:ln>
          </p:spPr>
        </p:sp>
        <p:sp>
          <p:nvSpPr>
            <p:cNvPr id="3269" name="dense-strip-5-cell-139">
              <a:extLst>
                <a:ext uri="{FF2B5EF4-FFF2-40B4-BE49-F238E27FC236}">
                  <a16:creationId xmlns:a16="http://schemas.microsoft.com/office/drawing/2014/main" id="{80EC8A40-DD9A-43A4-9F7A-C34B54D606DD}"/>
                </a:ext>
              </a:extLst>
            </p:cNvPr>
            <p:cNvSpPr>
              <a:spLocks noGrp="1"/>
            </p:cNvSpPr>
            <p:nvPr/>
          </p:nvSpPr>
          <p:spPr>
            <a:xfrm>
              <a:off x="23378418" y="2419350"/>
              <a:ext cx="15522" cy="133350"/>
            </a:xfrm>
            <a:prstGeom prst="rect">
              <a:avLst/>
            </a:prstGeom>
            <a:solidFill>
              <a:srgbClr val="BFDEDE"/>
            </a:solidFill>
            <a:ln w="0">
              <a:noFill/>
              <a:prstDash val="solid"/>
            </a:ln>
          </p:spPr>
        </p:sp>
        <p:sp>
          <p:nvSpPr>
            <p:cNvPr id="3270" name="dense-strip-5-cell-138">
              <a:extLst>
                <a:ext uri="{FF2B5EF4-FFF2-40B4-BE49-F238E27FC236}">
                  <a16:creationId xmlns:a16="http://schemas.microsoft.com/office/drawing/2014/main" id="{A9497C59-960C-47D0-A8B5-17028F610457}"/>
                </a:ext>
              </a:extLst>
            </p:cNvPr>
            <p:cNvSpPr>
              <a:spLocks noGrp="1"/>
            </p:cNvSpPr>
            <p:nvPr/>
          </p:nvSpPr>
          <p:spPr>
            <a:xfrm>
              <a:off x="23363039" y="2419350"/>
              <a:ext cx="15522" cy="133350"/>
            </a:xfrm>
            <a:prstGeom prst="rect">
              <a:avLst/>
            </a:prstGeom>
            <a:solidFill>
              <a:srgbClr val="C5E0E0"/>
            </a:solidFill>
            <a:ln w="0">
              <a:noFill/>
              <a:prstDash val="solid"/>
            </a:ln>
          </p:spPr>
        </p:sp>
        <p:sp>
          <p:nvSpPr>
            <p:cNvPr id="3271" name="dense-strip-5-cell-137">
              <a:extLst>
                <a:ext uri="{FF2B5EF4-FFF2-40B4-BE49-F238E27FC236}">
                  <a16:creationId xmlns:a16="http://schemas.microsoft.com/office/drawing/2014/main" id="{D18EB654-8D58-42EF-AE8C-CD141D803B09}"/>
                </a:ext>
              </a:extLst>
            </p:cNvPr>
            <p:cNvSpPr>
              <a:spLocks noGrp="1"/>
            </p:cNvSpPr>
            <p:nvPr/>
          </p:nvSpPr>
          <p:spPr>
            <a:xfrm>
              <a:off x="23347660" y="2419350"/>
              <a:ext cx="15522" cy="133350"/>
            </a:xfrm>
            <a:prstGeom prst="rect">
              <a:avLst/>
            </a:prstGeom>
            <a:solidFill>
              <a:srgbClr val="C5E0E0"/>
            </a:solidFill>
            <a:ln w="0">
              <a:noFill/>
              <a:prstDash val="solid"/>
            </a:ln>
          </p:spPr>
        </p:sp>
        <p:sp>
          <p:nvSpPr>
            <p:cNvPr id="3272" name="dense-strip-5-cell-136">
              <a:extLst>
                <a:ext uri="{FF2B5EF4-FFF2-40B4-BE49-F238E27FC236}">
                  <a16:creationId xmlns:a16="http://schemas.microsoft.com/office/drawing/2014/main" id="{6D4A771D-D24E-45FB-A291-09FD231C7D30}"/>
                </a:ext>
              </a:extLst>
            </p:cNvPr>
            <p:cNvSpPr>
              <a:spLocks noGrp="1"/>
            </p:cNvSpPr>
            <p:nvPr/>
          </p:nvSpPr>
          <p:spPr>
            <a:xfrm>
              <a:off x="23332281" y="2419350"/>
              <a:ext cx="15522" cy="133350"/>
            </a:xfrm>
            <a:prstGeom prst="rect">
              <a:avLst/>
            </a:prstGeom>
            <a:solidFill>
              <a:srgbClr val="C5E0E0"/>
            </a:solidFill>
            <a:ln w="0">
              <a:noFill/>
              <a:prstDash val="solid"/>
            </a:ln>
          </p:spPr>
        </p:sp>
        <p:sp>
          <p:nvSpPr>
            <p:cNvPr id="3273" name="dense-strip-5-cell-135">
              <a:extLst>
                <a:ext uri="{FF2B5EF4-FFF2-40B4-BE49-F238E27FC236}">
                  <a16:creationId xmlns:a16="http://schemas.microsoft.com/office/drawing/2014/main" id="{987CB260-4182-4138-A58A-1B81B8287286}"/>
                </a:ext>
              </a:extLst>
            </p:cNvPr>
            <p:cNvSpPr>
              <a:spLocks noGrp="1"/>
            </p:cNvSpPr>
            <p:nvPr/>
          </p:nvSpPr>
          <p:spPr>
            <a:xfrm>
              <a:off x="23316902" y="2419350"/>
              <a:ext cx="15522" cy="133350"/>
            </a:xfrm>
            <a:prstGeom prst="rect">
              <a:avLst/>
            </a:prstGeom>
            <a:solidFill>
              <a:srgbClr val="C5E0E0"/>
            </a:solidFill>
            <a:ln w="0">
              <a:noFill/>
              <a:prstDash val="solid"/>
            </a:ln>
          </p:spPr>
        </p:sp>
        <p:sp>
          <p:nvSpPr>
            <p:cNvPr id="3274" name="dense-strip-5-cell-134">
              <a:extLst>
                <a:ext uri="{FF2B5EF4-FFF2-40B4-BE49-F238E27FC236}">
                  <a16:creationId xmlns:a16="http://schemas.microsoft.com/office/drawing/2014/main" id="{E87C9936-81EC-4967-8DA2-ADFE97E43FDA}"/>
                </a:ext>
              </a:extLst>
            </p:cNvPr>
            <p:cNvSpPr>
              <a:spLocks noGrp="1"/>
            </p:cNvSpPr>
            <p:nvPr/>
          </p:nvSpPr>
          <p:spPr>
            <a:xfrm>
              <a:off x="23301523" y="2419350"/>
              <a:ext cx="15522" cy="133350"/>
            </a:xfrm>
            <a:prstGeom prst="rect">
              <a:avLst/>
            </a:prstGeom>
            <a:solidFill>
              <a:srgbClr val="C5E0E0"/>
            </a:solidFill>
            <a:ln w="0">
              <a:noFill/>
              <a:prstDash val="solid"/>
            </a:ln>
          </p:spPr>
        </p:sp>
        <p:sp>
          <p:nvSpPr>
            <p:cNvPr id="3275" name="dense-strip-5-cell-133">
              <a:extLst>
                <a:ext uri="{FF2B5EF4-FFF2-40B4-BE49-F238E27FC236}">
                  <a16:creationId xmlns:a16="http://schemas.microsoft.com/office/drawing/2014/main" id="{DA9E1826-1AC7-4DBB-8F7B-BBCF5042A780}"/>
                </a:ext>
              </a:extLst>
            </p:cNvPr>
            <p:cNvSpPr>
              <a:spLocks noGrp="1"/>
            </p:cNvSpPr>
            <p:nvPr/>
          </p:nvSpPr>
          <p:spPr>
            <a:xfrm>
              <a:off x="23286145" y="2419350"/>
              <a:ext cx="15522" cy="133350"/>
            </a:xfrm>
            <a:prstGeom prst="rect">
              <a:avLst/>
            </a:prstGeom>
            <a:solidFill>
              <a:srgbClr val="C5E0E0"/>
            </a:solidFill>
            <a:ln w="0">
              <a:noFill/>
              <a:prstDash val="solid"/>
            </a:ln>
          </p:spPr>
        </p:sp>
        <p:sp>
          <p:nvSpPr>
            <p:cNvPr id="3276" name="dense-strip-5-cell-132">
              <a:extLst>
                <a:ext uri="{FF2B5EF4-FFF2-40B4-BE49-F238E27FC236}">
                  <a16:creationId xmlns:a16="http://schemas.microsoft.com/office/drawing/2014/main" id="{4E55BC6A-BE98-4732-97D3-86A866660074}"/>
                </a:ext>
              </a:extLst>
            </p:cNvPr>
            <p:cNvSpPr>
              <a:spLocks noGrp="1"/>
            </p:cNvSpPr>
            <p:nvPr/>
          </p:nvSpPr>
          <p:spPr>
            <a:xfrm>
              <a:off x="23270766" y="2419350"/>
              <a:ext cx="15522" cy="133350"/>
            </a:xfrm>
            <a:prstGeom prst="rect">
              <a:avLst/>
            </a:prstGeom>
            <a:solidFill>
              <a:srgbClr val="C5E0E0"/>
            </a:solidFill>
            <a:ln w="0">
              <a:noFill/>
              <a:prstDash val="solid"/>
            </a:ln>
          </p:spPr>
        </p:sp>
        <p:sp>
          <p:nvSpPr>
            <p:cNvPr id="3277" name="dense-strip-5-cell-131">
              <a:extLst>
                <a:ext uri="{FF2B5EF4-FFF2-40B4-BE49-F238E27FC236}">
                  <a16:creationId xmlns:a16="http://schemas.microsoft.com/office/drawing/2014/main" id="{D754AA20-3AFC-495F-9E28-F0D2F8FC3DDF}"/>
                </a:ext>
              </a:extLst>
            </p:cNvPr>
            <p:cNvSpPr>
              <a:spLocks noGrp="1"/>
            </p:cNvSpPr>
            <p:nvPr/>
          </p:nvSpPr>
          <p:spPr>
            <a:xfrm>
              <a:off x="23255387" y="2419350"/>
              <a:ext cx="15522" cy="133350"/>
            </a:xfrm>
            <a:prstGeom prst="rect">
              <a:avLst/>
            </a:prstGeom>
            <a:solidFill>
              <a:srgbClr val="C5E0E0"/>
            </a:solidFill>
            <a:ln w="0">
              <a:noFill/>
              <a:prstDash val="solid"/>
            </a:ln>
          </p:spPr>
        </p:sp>
        <p:sp>
          <p:nvSpPr>
            <p:cNvPr id="3278" name="dense-strip-5-cell-130">
              <a:extLst>
                <a:ext uri="{FF2B5EF4-FFF2-40B4-BE49-F238E27FC236}">
                  <a16:creationId xmlns:a16="http://schemas.microsoft.com/office/drawing/2014/main" id="{AA8F3C31-DBCE-42C9-B567-7E85D7D8892D}"/>
                </a:ext>
              </a:extLst>
            </p:cNvPr>
            <p:cNvSpPr>
              <a:spLocks noGrp="1"/>
            </p:cNvSpPr>
            <p:nvPr/>
          </p:nvSpPr>
          <p:spPr>
            <a:xfrm>
              <a:off x="23240008" y="2419350"/>
              <a:ext cx="15522" cy="133350"/>
            </a:xfrm>
            <a:prstGeom prst="rect">
              <a:avLst/>
            </a:prstGeom>
            <a:solidFill>
              <a:srgbClr val="C5E0E0"/>
            </a:solidFill>
            <a:ln w="0">
              <a:noFill/>
              <a:prstDash val="solid"/>
            </a:ln>
          </p:spPr>
        </p:sp>
        <p:sp>
          <p:nvSpPr>
            <p:cNvPr id="3279" name="dense-strip-5-cell-129">
              <a:extLst>
                <a:ext uri="{FF2B5EF4-FFF2-40B4-BE49-F238E27FC236}">
                  <a16:creationId xmlns:a16="http://schemas.microsoft.com/office/drawing/2014/main" id="{52C8AC23-A575-4063-80CD-280D8B623890}"/>
                </a:ext>
              </a:extLst>
            </p:cNvPr>
            <p:cNvSpPr>
              <a:spLocks noGrp="1"/>
            </p:cNvSpPr>
            <p:nvPr/>
          </p:nvSpPr>
          <p:spPr>
            <a:xfrm>
              <a:off x="23224629" y="2419350"/>
              <a:ext cx="15522" cy="133350"/>
            </a:xfrm>
            <a:prstGeom prst="rect">
              <a:avLst/>
            </a:prstGeom>
            <a:solidFill>
              <a:srgbClr val="AED8D3"/>
            </a:solidFill>
            <a:ln w="0">
              <a:noFill/>
              <a:prstDash val="solid"/>
            </a:ln>
          </p:spPr>
        </p:sp>
        <p:sp>
          <p:nvSpPr>
            <p:cNvPr id="3280" name="dense-strip-5-cell-128">
              <a:extLst>
                <a:ext uri="{FF2B5EF4-FFF2-40B4-BE49-F238E27FC236}">
                  <a16:creationId xmlns:a16="http://schemas.microsoft.com/office/drawing/2014/main" id="{50BC6250-2D00-46B7-86AD-8E9671EF6650}"/>
                </a:ext>
              </a:extLst>
            </p:cNvPr>
            <p:cNvSpPr>
              <a:spLocks noGrp="1"/>
            </p:cNvSpPr>
            <p:nvPr/>
          </p:nvSpPr>
          <p:spPr>
            <a:xfrm>
              <a:off x="23209250" y="2419350"/>
              <a:ext cx="15522" cy="133350"/>
            </a:xfrm>
            <a:prstGeom prst="rect">
              <a:avLst/>
            </a:prstGeom>
            <a:solidFill>
              <a:srgbClr val="92CEC3"/>
            </a:solidFill>
            <a:ln w="0">
              <a:noFill/>
              <a:prstDash val="solid"/>
            </a:ln>
          </p:spPr>
        </p:sp>
        <p:sp>
          <p:nvSpPr>
            <p:cNvPr id="3281" name="dense-strip-5-cell-127">
              <a:extLst>
                <a:ext uri="{FF2B5EF4-FFF2-40B4-BE49-F238E27FC236}">
                  <a16:creationId xmlns:a16="http://schemas.microsoft.com/office/drawing/2014/main" id="{DBA126C1-AA10-451C-A131-25A7D7BE20A3}"/>
                </a:ext>
              </a:extLst>
            </p:cNvPr>
            <p:cNvSpPr>
              <a:spLocks noGrp="1"/>
            </p:cNvSpPr>
            <p:nvPr/>
          </p:nvSpPr>
          <p:spPr>
            <a:xfrm>
              <a:off x="23193871" y="2419350"/>
              <a:ext cx="15522" cy="133350"/>
            </a:xfrm>
            <a:prstGeom prst="rect">
              <a:avLst/>
            </a:prstGeom>
            <a:solidFill>
              <a:srgbClr val="74C5B3"/>
            </a:solidFill>
            <a:ln w="0">
              <a:noFill/>
              <a:prstDash val="solid"/>
            </a:ln>
          </p:spPr>
        </p:sp>
        <p:sp>
          <p:nvSpPr>
            <p:cNvPr id="3282" name="dense-strip-5-cell-126">
              <a:extLst>
                <a:ext uri="{FF2B5EF4-FFF2-40B4-BE49-F238E27FC236}">
                  <a16:creationId xmlns:a16="http://schemas.microsoft.com/office/drawing/2014/main" id="{5C509960-AF9B-4E78-8FB5-71A2E94FFBA8}"/>
                </a:ext>
              </a:extLst>
            </p:cNvPr>
            <p:cNvSpPr>
              <a:spLocks noGrp="1"/>
            </p:cNvSpPr>
            <p:nvPr/>
          </p:nvSpPr>
          <p:spPr>
            <a:xfrm>
              <a:off x="23178492" y="2419350"/>
              <a:ext cx="15522" cy="133350"/>
            </a:xfrm>
            <a:prstGeom prst="rect">
              <a:avLst/>
            </a:prstGeom>
            <a:solidFill>
              <a:srgbClr val="54BAA2"/>
            </a:solidFill>
            <a:ln w="0">
              <a:noFill/>
              <a:prstDash val="solid"/>
            </a:ln>
          </p:spPr>
        </p:sp>
        <p:sp>
          <p:nvSpPr>
            <p:cNvPr id="3283" name="dense-strip-5-cell-125">
              <a:extLst>
                <a:ext uri="{FF2B5EF4-FFF2-40B4-BE49-F238E27FC236}">
                  <a16:creationId xmlns:a16="http://schemas.microsoft.com/office/drawing/2014/main" id="{FF2A26FD-5417-463B-9414-F4A03F2992F8}"/>
                </a:ext>
              </a:extLst>
            </p:cNvPr>
            <p:cNvSpPr>
              <a:spLocks noGrp="1"/>
            </p:cNvSpPr>
            <p:nvPr/>
          </p:nvSpPr>
          <p:spPr>
            <a:xfrm>
              <a:off x="23163113" y="2419350"/>
              <a:ext cx="15522" cy="133350"/>
            </a:xfrm>
            <a:prstGeom prst="rect">
              <a:avLst/>
            </a:prstGeom>
            <a:solidFill>
              <a:srgbClr val="39B193"/>
            </a:solidFill>
            <a:ln w="0">
              <a:noFill/>
              <a:prstDash val="solid"/>
            </a:ln>
          </p:spPr>
        </p:sp>
        <p:sp>
          <p:nvSpPr>
            <p:cNvPr id="3284" name="dense-strip-5-cell-124">
              <a:extLst>
                <a:ext uri="{FF2B5EF4-FFF2-40B4-BE49-F238E27FC236}">
                  <a16:creationId xmlns:a16="http://schemas.microsoft.com/office/drawing/2014/main" id="{4C9DECA8-AC72-42CF-B2FE-C19E45D34CD0}"/>
                </a:ext>
              </a:extLst>
            </p:cNvPr>
            <p:cNvSpPr>
              <a:spLocks noGrp="1"/>
            </p:cNvSpPr>
            <p:nvPr/>
          </p:nvSpPr>
          <p:spPr>
            <a:xfrm>
              <a:off x="23147734" y="2419350"/>
              <a:ext cx="15522" cy="133350"/>
            </a:xfrm>
            <a:prstGeom prst="rect">
              <a:avLst/>
            </a:prstGeom>
            <a:solidFill>
              <a:srgbClr val="27AB89"/>
            </a:solidFill>
            <a:ln w="0">
              <a:noFill/>
              <a:prstDash val="solid"/>
            </a:ln>
          </p:spPr>
        </p:sp>
        <p:sp>
          <p:nvSpPr>
            <p:cNvPr id="3285" name="dense-strip-5-cell-123">
              <a:extLst>
                <a:ext uri="{FF2B5EF4-FFF2-40B4-BE49-F238E27FC236}">
                  <a16:creationId xmlns:a16="http://schemas.microsoft.com/office/drawing/2014/main" id="{F5630ACD-69DC-40DA-AAF7-4D15C8CBBF7F}"/>
                </a:ext>
              </a:extLst>
            </p:cNvPr>
            <p:cNvSpPr>
              <a:spLocks noGrp="1"/>
            </p:cNvSpPr>
            <p:nvPr/>
          </p:nvSpPr>
          <p:spPr>
            <a:xfrm>
              <a:off x="23132355" y="2419350"/>
              <a:ext cx="15522" cy="133350"/>
            </a:xfrm>
            <a:prstGeom prst="rect">
              <a:avLst/>
            </a:prstGeom>
            <a:solidFill>
              <a:srgbClr val="21A985"/>
            </a:solidFill>
            <a:ln w="0">
              <a:noFill/>
              <a:prstDash val="solid"/>
            </a:ln>
          </p:spPr>
        </p:sp>
        <p:sp>
          <p:nvSpPr>
            <p:cNvPr id="3286" name="dense-strip-5-cell-122">
              <a:extLst>
                <a:ext uri="{FF2B5EF4-FFF2-40B4-BE49-F238E27FC236}">
                  <a16:creationId xmlns:a16="http://schemas.microsoft.com/office/drawing/2014/main" id="{564CDEB6-5545-4055-8815-69AFCF63988D}"/>
                </a:ext>
              </a:extLst>
            </p:cNvPr>
            <p:cNvSpPr>
              <a:spLocks noGrp="1"/>
            </p:cNvSpPr>
            <p:nvPr/>
          </p:nvSpPr>
          <p:spPr>
            <a:xfrm>
              <a:off x="23116977" y="2419350"/>
              <a:ext cx="15522" cy="133350"/>
            </a:xfrm>
            <a:prstGeom prst="rect">
              <a:avLst/>
            </a:prstGeom>
            <a:solidFill>
              <a:srgbClr val="20A985"/>
            </a:solidFill>
            <a:ln w="0">
              <a:noFill/>
              <a:prstDash val="solid"/>
            </a:ln>
          </p:spPr>
        </p:sp>
        <p:sp>
          <p:nvSpPr>
            <p:cNvPr id="3287" name="dense-strip-5-cell-121">
              <a:extLst>
                <a:ext uri="{FF2B5EF4-FFF2-40B4-BE49-F238E27FC236}">
                  <a16:creationId xmlns:a16="http://schemas.microsoft.com/office/drawing/2014/main" id="{2D248F49-C228-494A-8B7B-5B9742B5C0A8}"/>
                </a:ext>
              </a:extLst>
            </p:cNvPr>
            <p:cNvSpPr>
              <a:spLocks noGrp="1"/>
            </p:cNvSpPr>
            <p:nvPr/>
          </p:nvSpPr>
          <p:spPr>
            <a:xfrm>
              <a:off x="23101598" y="2419350"/>
              <a:ext cx="15522" cy="133350"/>
            </a:xfrm>
            <a:prstGeom prst="rect">
              <a:avLst/>
            </a:prstGeom>
            <a:solidFill>
              <a:srgbClr val="20A985"/>
            </a:solidFill>
            <a:ln w="0">
              <a:noFill/>
              <a:prstDash val="solid"/>
            </a:ln>
          </p:spPr>
        </p:sp>
        <p:sp>
          <p:nvSpPr>
            <p:cNvPr id="3288" name="dense-strip-5-cell-120">
              <a:extLst>
                <a:ext uri="{FF2B5EF4-FFF2-40B4-BE49-F238E27FC236}">
                  <a16:creationId xmlns:a16="http://schemas.microsoft.com/office/drawing/2014/main" id="{C9EDFDB0-2174-4271-849F-5960C231D9B1}"/>
                </a:ext>
              </a:extLst>
            </p:cNvPr>
            <p:cNvSpPr>
              <a:spLocks noGrp="1"/>
            </p:cNvSpPr>
            <p:nvPr/>
          </p:nvSpPr>
          <p:spPr>
            <a:xfrm>
              <a:off x="23086219" y="2419350"/>
              <a:ext cx="15522" cy="133350"/>
            </a:xfrm>
            <a:prstGeom prst="rect">
              <a:avLst/>
            </a:prstGeom>
            <a:solidFill>
              <a:srgbClr val="20A985"/>
            </a:solidFill>
            <a:ln w="0">
              <a:noFill/>
              <a:prstDash val="solid"/>
            </a:ln>
          </p:spPr>
        </p:sp>
        <p:sp>
          <p:nvSpPr>
            <p:cNvPr id="3289" name="dense-strip-5-cell-119">
              <a:extLst>
                <a:ext uri="{FF2B5EF4-FFF2-40B4-BE49-F238E27FC236}">
                  <a16:creationId xmlns:a16="http://schemas.microsoft.com/office/drawing/2014/main" id="{2B2CE5EA-A8BD-4922-8651-E73163E13C4A}"/>
                </a:ext>
              </a:extLst>
            </p:cNvPr>
            <p:cNvSpPr>
              <a:spLocks noGrp="1"/>
            </p:cNvSpPr>
            <p:nvPr/>
          </p:nvSpPr>
          <p:spPr>
            <a:xfrm>
              <a:off x="23070840" y="2419350"/>
              <a:ext cx="15522" cy="133350"/>
            </a:xfrm>
            <a:prstGeom prst="rect">
              <a:avLst/>
            </a:prstGeom>
            <a:solidFill>
              <a:srgbClr val="20A985"/>
            </a:solidFill>
            <a:ln w="0">
              <a:noFill/>
              <a:prstDash val="solid"/>
            </a:ln>
          </p:spPr>
        </p:sp>
        <p:sp>
          <p:nvSpPr>
            <p:cNvPr id="3290" name="dense-strip-5-cell-118">
              <a:extLst>
                <a:ext uri="{FF2B5EF4-FFF2-40B4-BE49-F238E27FC236}">
                  <a16:creationId xmlns:a16="http://schemas.microsoft.com/office/drawing/2014/main" id="{35F098C6-82E7-46C6-A4DA-636476F7876F}"/>
                </a:ext>
              </a:extLst>
            </p:cNvPr>
            <p:cNvSpPr>
              <a:spLocks noGrp="1"/>
            </p:cNvSpPr>
            <p:nvPr/>
          </p:nvSpPr>
          <p:spPr>
            <a:xfrm>
              <a:off x="23055461" y="2419350"/>
              <a:ext cx="15522" cy="133350"/>
            </a:xfrm>
            <a:prstGeom prst="rect">
              <a:avLst/>
            </a:prstGeom>
            <a:solidFill>
              <a:srgbClr val="20A985"/>
            </a:solidFill>
            <a:ln w="0">
              <a:noFill/>
              <a:prstDash val="solid"/>
            </a:ln>
          </p:spPr>
        </p:sp>
        <p:sp>
          <p:nvSpPr>
            <p:cNvPr id="3291" name="dense-strip-5-cell-117">
              <a:extLst>
                <a:ext uri="{FF2B5EF4-FFF2-40B4-BE49-F238E27FC236}">
                  <a16:creationId xmlns:a16="http://schemas.microsoft.com/office/drawing/2014/main" id="{CF5EBF08-C4F2-4678-9835-E99922B8231C}"/>
                </a:ext>
              </a:extLst>
            </p:cNvPr>
            <p:cNvSpPr>
              <a:spLocks noGrp="1"/>
            </p:cNvSpPr>
            <p:nvPr/>
          </p:nvSpPr>
          <p:spPr>
            <a:xfrm>
              <a:off x="23040082" y="2419350"/>
              <a:ext cx="15522" cy="133350"/>
            </a:xfrm>
            <a:prstGeom prst="rect">
              <a:avLst/>
            </a:prstGeom>
            <a:solidFill>
              <a:srgbClr val="20A985"/>
            </a:solidFill>
            <a:ln w="0">
              <a:noFill/>
              <a:prstDash val="solid"/>
            </a:ln>
          </p:spPr>
        </p:sp>
        <p:sp>
          <p:nvSpPr>
            <p:cNvPr id="3292" name="dense-strip-5-cell-116">
              <a:extLst>
                <a:ext uri="{FF2B5EF4-FFF2-40B4-BE49-F238E27FC236}">
                  <a16:creationId xmlns:a16="http://schemas.microsoft.com/office/drawing/2014/main" id="{88CE2869-3BED-421F-A4DD-A6E9DDA2FB03}"/>
                </a:ext>
              </a:extLst>
            </p:cNvPr>
            <p:cNvSpPr>
              <a:spLocks noGrp="1"/>
            </p:cNvSpPr>
            <p:nvPr/>
          </p:nvSpPr>
          <p:spPr>
            <a:xfrm>
              <a:off x="23024703" y="2419350"/>
              <a:ext cx="15522" cy="133350"/>
            </a:xfrm>
            <a:prstGeom prst="rect">
              <a:avLst/>
            </a:prstGeom>
            <a:solidFill>
              <a:srgbClr val="20A985"/>
            </a:solidFill>
            <a:ln w="0">
              <a:noFill/>
              <a:prstDash val="solid"/>
            </a:ln>
          </p:spPr>
        </p:sp>
        <p:sp>
          <p:nvSpPr>
            <p:cNvPr id="3293" name="dense-strip-5-cell-115">
              <a:extLst>
                <a:ext uri="{FF2B5EF4-FFF2-40B4-BE49-F238E27FC236}">
                  <a16:creationId xmlns:a16="http://schemas.microsoft.com/office/drawing/2014/main" id="{96773543-E55B-4EAC-ABE9-EB2050FB19D2}"/>
                </a:ext>
              </a:extLst>
            </p:cNvPr>
            <p:cNvSpPr>
              <a:spLocks noGrp="1"/>
            </p:cNvSpPr>
            <p:nvPr/>
          </p:nvSpPr>
          <p:spPr>
            <a:xfrm>
              <a:off x="23009324" y="2419350"/>
              <a:ext cx="15522" cy="133350"/>
            </a:xfrm>
            <a:prstGeom prst="rect">
              <a:avLst/>
            </a:prstGeom>
            <a:solidFill>
              <a:srgbClr val="20A985"/>
            </a:solidFill>
            <a:ln w="0">
              <a:noFill/>
              <a:prstDash val="solid"/>
            </a:ln>
          </p:spPr>
        </p:sp>
        <p:sp>
          <p:nvSpPr>
            <p:cNvPr id="3294" name="dense-strip-5-cell-114">
              <a:extLst>
                <a:ext uri="{FF2B5EF4-FFF2-40B4-BE49-F238E27FC236}">
                  <a16:creationId xmlns:a16="http://schemas.microsoft.com/office/drawing/2014/main" id="{D1D4E90D-F321-4FF6-B37D-E109804C4F5C}"/>
                </a:ext>
              </a:extLst>
            </p:cNvPr>
            <p:cNvSpPr>
              <a:spLocks noGrp="1"/>
            </p:cNvSpPr>
            <p:nvPr/>
          </p:nvSpPr>
          <p:spPr>
            <a:xfrm>
              <a:off x="22993945" y="2419350"/>
              <a:ext cx="15522" cy="133350"/>
            </a:xfrm>
            <a:prstGeom prst="rect">
              <a:avLst/>
            </a:prstGeom>
            <a:solidFill>
              <a:srgbClr val="20A985"/>
            </a:solidFill>
            <a:ln w="0">
              <a:noFill/>
              <a:prstDash val="solid"/>
            </a:ln>
          </p:spPr>
        </p:sp>
        <p:sp>
          <p:nvSpPr>
            <p:cNvPr id="3295" name="dense-strip-5-cell-113">
              <a:extLst>
                <a:ext uri="{FF2B5EF4-FFF2-40B4-BE49-F238E27FC236}">
                  <a16:creationId xmlns:a16="http://schemas.microsoft.com/office/drawing/2014/main" id="{E4EC00A6-0BA8-432B-8E1A-17D8FB7F612E}"/>
                </a:ext>
              </a:extLst>
            </p:cNvPr>
            <p:cNvSpPr>
              <a:spLocks noGrp="1"/>
            </p:cNvSpPr>
            <p:nvPr/>
          </p:nvSpPr>
          <p:spPr>
            <a:xfrm>
              <a:off x="22978566" y="2419350"/>
              <a:ext cx="15522" cy="133350"/>
            </a:xfrm>
            <a:prstGeom prst="rect">
              <a:avLst/>
            </a:prstGeom>
            <a:solidFill>
              <a:srgbClr val="22A987"/>
            </a:solidFill>
            <a:ln w="0">
              <a:noFill/>
              <a:prstDash val="solid"/>
            </a:ln>
          </p:spPr>
        </p:sp>
        <p:sp>
          <p:nvSpPr>
            <p:cNvPr id="3296" name="dense-strip-5-cell-112">
              <a:extLst>
                <a:ext uri="{FF2B5EF4-FFF2-40B4-BE49-F238E27FC236}">
                  <a16:creationId xmlns:a16="http://schemas.microsoft.com/office/drawing/2014/main" id="{69A3C882-57A2-4907-8ABE-9291879E5013}"/>
                </a:ext>
              </a:extLst>
            </p:cNvPr>
            <p:cNvSpPr>
              <a:spLocks noGrp="1"/>
            </p:cNvSpPr>
            <p:nvPr/>
          </p:nvSpPr>
          <p:spPr>
            <a:xfrm>
              <a:off x="22963188" y="2419350"/>
              <a:ext cx="15522" cy="133350"/>
            </a:xfrm>
            <a:prstGeom prst="rect">
              <a:avLst/>
            </a:prstGeom>
            <a:solidFill>
              <a:srgbClr val="32AF8F"/>
            </a:solidFill>
            <a:ln w="0">
              <a:noFill/>
              <a:prstDash val="solid"/>
            </a:ln>
          </p:spPr>
        </p:sp>
        <p:sp>
          <p:nvSpPr>
            <p:cNvPr id="3297" name="dense-strip-5-cell-111">
              <a:extLst>
                <a:ext uri="{FF2B5EF4-FFF2-40B4-BE49-F238E27FC236}">
                  <a16:creationId xmlns:a16="http://schemas.microsoft.com/office/drawing/2014/main" id="{2857C387-4F91-426B-849F-0866E2B2D19E}"/>
                </a:ext>
              </a:extLst>
            </p:cNvPr>
            <p:cNvSpPr>
              <a:spLocks noGrp="1"/>
            </p:cNvSpPr>
            <p:nvPr/>
          </p:nvSpPr>
          <p:spPr>
            <a:xfrm>
              <a:off x="22947809" y="2419350"/>
              <a:ext cx="15522" cy="133350"/>
            </a:xfrm>
            <a:prstGeom prst="rect">
              <a:avLst/>
            </a:prstGeom>
            <a:solidFill>
              <a:srgbClr val="41B497"/>
            </a:solidFill>
            <a:ln w="0">
              <a:noFill/>
              <a:prstDash val="solid"/>
            </a:ln>
          </p:spPr>
        </p:sp>
        <p:sp>
          <p:nvSpPr>
            <p:cNvPr id="3298" name="dense-strip-5-cell-110">
              <a:extLst>
                <a:ext uri="{FF2B5EF4-FFF2-40B4-BE49-F238E27FC236}">
                  <a16:creationId xmlns:a16="http://schemas.microsoft.com/office/drawing/2014/main" id="{99474C90-2771-4F95-9912-BA5620867AFA}"/>
                </a:ext>
              </a:extLst>
            </p:cNvPr>
            <p:cNvSpPr>
              <a:spLocks noGrp="1"/>
            </p:cNvSpPr>
            <p:nvPr/>
          </p:nvSpPr>
          <p:spPr>
            <a:xfrm>
              <a:off x="22932430" y="2419350"/>
              <a:ext cx="15522" cy="133350"/>
            </a:xfrm>
            <a:prstGeom prst="rect">
              <a:avLst/>
            </a:prstGeom>
            <a:solidFill>
              <a:srgbClr val="53BAA1"/>
            </a:solidFill>
            <a:ln w="0">
              <a:noFill/>
              <a:prstDash val="solid"/>
            </a:ln>
          </p:spPr>
        </p:sp>
        <p:sp>
          <p:nvSpPr>
            <p:cNvPr id="3299" name="dense-strip-5-cell-109">
              <a:extLst>
                <a:ext uri="{FF2B5EF4-FFF2-40B4-BE49-F238E27FC236}">
                  <a16:creationId xmlns:a16="http://schemas.microsoft.com/office/drawing/2014/main" id="{4D7A41A3-A46F-4CB7-A050-7EE53CA35CDD}"/>
                </a:ext>
              </a:extLst>
            </p:cNvPr>
            <p:cNvSpPr>
              <a:spLocks noGrp="1"/>
            </p:cNvSpPr>
            <p:nvPr/>
          </p:nvSpPr>
          <p:spPr>
            <a:xfrm>
              <a:off x="22917051" y="2419350"/>
              <a:ext cx="15522" cy="133350"/>
            </a:xfrm>
            <a:prstGeom prst="rect">
              <a:avLst/>
            </a:prstGeom>
            <a:solidFill>
              <a:srgbClr val="62BFA9"/>
            </a:solidFill>
            <a:ln w="0">
              <a:noFill/>
              <a:prstDash val="solid"/>
            </a:ln>
          </p:spPr>
        </p:sp>
        <p:sp>
          <p:nvSpPr>
            <p:cNvPr id="3300" name="dense-strip-5-cell-108">
              <a:extLst>
                <a:ext uri="{FF2B5EF4-FFF2-40B4-BE49-F238E27FC236}">
                  <a16:creationId xmlns:a16="http://schemas.microsoft.com/office/drawing/2014/main" id="{FA7F4F8B-3938-42E8-968D-6BB62EC819EE}"/>
                </a:ext>
              </a:extLst>
            </p:cNvPr>
            <p:cNvSpPr>
              <a:spLocks noGrp="1"/>
            </p:cNvSpPr>
            <p:nvPr/>
          </p:nvSpPr>
          <p:spPr>
            <a:xfrm>
              <a:off x="22901672" y="2419350"/>
              <a:ext cx="15522" cy="133350"/>
            </a:xfrm>
            <a:prstGeom prst="rect">
              <a:avLst/>
            </a:prstGeom>
            <a:solidFill>
              <a:srgbClr val="6CC2AF"/>
            </a:solidFill>
            <a:ln w="0">
              <a:noFill/>
              <a:prstDash val="solid"/>
            </a:ln>
          </p:spPr>
        </p:sp>
        <p:sp>
          <p:nvSpPr>
            <p:cNvPr id="3301" name="dense-strip-5-cell-107">
              <a:extLst>
                <a:ext uri="{FF2B5EF4-FFF2-40B4-BE49-F238E27FC236}">
                  <a16:creationId xmlns:a16="http://schemas.microsoft.com/office/drawing/2014/main" id="{84724DE5-9338-4BD6-BFE8-D5D3E737C18B}"/>
                </a:ext>
              </a:extLst>
            </p:cNvPr>
            <p:cNvSpPr>
              <a:spLocks noGrp="1"/>
            </p:cNvSpPr>
            <p:nvPr/>
          </p:nvSpPr>
          <p:spPr>
            <a:xfrm>
              <a:off x="22886293" y="2419350"/>
              <a:ext cx="15522" cy="133350"/>
            </a:xfrm>
            <a:prstGeom prst="rect">
              <a:avLst/>
            </a:prstGeom>
            <a:solidFill>
              <a:srgbClr val="70C4B1"/>
            </a:solidFill>
            <a:ln w="0">
              <a:noFill/>
              <a:prstDash val="solid"/>
            </a:ln>
          </p:spPr>
        </p:sp>
        <p:sp>
          <p:nvSpPr>
            <p:cNvPr id="3302" name="dense-strip-5-cell-106">
              <a:extLst>
                <a:ext uri="{FF2B5EF4-FFF2-40B4-BE49-F238E27FC236}">
                  <a16:creationId xmlns:a16="http://schemas.microsoft.com/office/drawing/2014/main" id="{6D03A995-1F99-485F-9F47-7483974B98BA}"/>
                </a:ext>
              </a:extLst>
            </p:cNvPr>
            <p:cNvSpPr>
              <a:spLocks noGrp="1"/>
            </p:cNvSpPr>
            <p:nvPr/>
          </p:nvSpPr>
          <p:spPr>
            <a:xfrm>
              <a:off x="22870914" y="2419350"/>
              <a:ext cx="15522" cy="133350"/>
            </a:xfrm>
            <a:prstGeom prst="rect">
              <a:avLst/>
            </a:prstGeom>
            <a:solidFill>
              <a:srgbClr val="6CC2AF"/>
            </a:solidFill>
            <a:ln w="0">
              <a:noFill/>
              <a:prstDash val="solid"/>
            </a:ln>
          </p:spPr>
        </p:sp>
        <p:sp>
          <p:nvSpPr>
            <p:cNvPr id="3303" name="dense-strip-5-cell-105">
              <a:extLst>
                <a:ext uri="{FF2B5EF4-FFF2-40B4-BE49-F238E27FC236}">
                  <a16:creationId xmlns:a16="http://schemas.microsoft.com/office/drawing/2014/main" id="{43D3C851-A2D1-4428-A2DD-DB9622E20F3E}"/>
                </a:ext>
              </a:extLst>
            </p:cNvPr>
            <p:cNvSpPr>
              <a:spLocks noGrp="1"/>
            </p:cNvSpPr>
            <p:nvPr/>
          </p:nvSpPr>
          <p:spPr>
            <a:xfrm>
              <a:off x="22855535" y="2419350"/>
              <a:ext cx="15522" cy="133350"/>
            </a:xfrm>
            <a:prstGeom prst="rect">
              <a:avLst/>
            </a:prstGeom>
            <a:solidFill>
              <a:srgbClr val="67C1AC"/>
            </a:solidFill>
            <a:ln w="0">
              <a:noFill/>
              <a:prstDash val="solid"/>
            </a:ln>
          </p:spPr>
        </p:sp>
        <p:sp>
          <p:nvSpPr>
            <p:cNvPr id="3304" name="dense-strip-5-cell-104">
              <a:extLst>
                <a:ext uri="{FF2B5EF4-FFF2-40B4-BE49-F238E27FC236}">
                  <a16:creationId xmlns:a16="http://schemas.microsoft.com/office/drawing/2014/main" id="{8C8EB1A3-BF93-46E3-BE69-3DE0F98109C1}"/>
                </a:ext>
              </a:extLst>
            </p:cNvPr>
            <p:cNvSpPr>
              <a:spLocks noGrp="1"/>
            </p:cNvSpPr>
            <p:nvPr/>
          </p:nvSpPr>
          <p:spPr>
            <a:xfrm>
              <a:off x="22840156" y="2419350"/>
              <a:ext cx="15522" cy="133350"/>
            </a:xfrm>
            <a:prstGeom prst="rect">
              <a:avLst/>
            </a:prstGeom>
            <a:solidFill>
              <a:srgbClr val="63BFAA"/>
            </a:solidFill>
            <a:ln w="0">
              <a:noFill/>
              <a:prstDash val="solid"/>
            </a:ln>
          </p:spPr>
        </p:sp>
        <p:sp>
          <p:nvSpPr>
            <p:cNvPr id="3305" name="dense-strip-5-cell-103">
              <a:extLst>
                <a:ext uri="{FF2B5EF4-FFF2-40B4-BE49-F238E27FC236}">
                  <a16:creationId xmlns:a16="http://schemas.microsoft.com/office/drawing/2014/main" id="{6E0DD918-D1EF-413D-8E08-60693740E69E}"/>
                </a:ext>
              </a:extLst>
            </p:cNvPr>
            <p:cNvSpPr>
              <a:spLocks noGrp="1"/>
            </p:cNvSpPr>
            <p:nvPr/>
          </p:nvSpPr>
          <p:spPr>
            <a:xfrm>
              <a:off x="22824777" y="2419350"/>
              <a:ext cx="15522" cy="133350"/>
            </a:xfrm>
            <a:prstGeom prst="rect">
              <a:avLst/>
            </a:prstGeom>
            <a:solidFill>
              <a:srgbClr val="61BFA9"/>
            </a:solidFill>
            <a:ln w="0">
              <a:noFill/>
              <a:prstDash val="solid"/>
            </a:ln>
          </p:spPr>
        </p:sp>
        <p:sp>
          <p:nvSpPr>
            <p:cNvPr id="3306" name="dense-strip-5-cell-102">
              <a:extLst>
                <a:ext uri="{FF2B5EF4-FFF2-40B4-BE49-F238E27FC236}">
                  <a16:creationId xmlns:a16="http://schemas.microsoft.com/office/drawing/2014/main" id="{77EB218E-B341-4730-B7AE-AC1F655F4B3B}"/>
                </a:ext>
              </a:extLst>
            </p:cNvPr>
            <p:cNvSpPr>
              <a:spLocks noGrp="1"/>
            </p:cNvSpPr>
            <p:nvPr/>
          </p:nvSpPr>
          <p:spPr>
            <a:xfrm>
              <a:off x="22809398" y="2419350"/>
              <a:ext cx="15522" cy="133350"/>
            </a:xfrm>
            <a:prstGeom prst="rect">
              <a:avLst/>
            </a:prstGeom>
            <a:solidFill>
              <a:srgbClr val="61BEA9"/>
            </a:solidFill>
            <a:ln w="0">
              <a:noFill/>
              <a:prstDash val="solid"/>
            </a:ln>
          </p:spPr>
        </p:sp>
        <p:sp>
          <p:nvSpPr>
            <p:cNvPr id="3307" name="dense-strip-5-cell-101">
              <a:extLst>
                <a:ext uri="{FF2B5EF4-FFF2-40B4-BE49-F238E27FC236}">
                  <a16:creationId xmlns:a16="http://schemas.microsoft.com/office/drawing/2014/main" id="{8FFFFA04-3876-4BAF-AE17-A554B06BEAC2}"/>
                </a:ext>
              </a:extLst>
            </p:cNvPr>
            <p:cNvSpPr>
              <a:spLocks noGrp="1"/>
            </p:cNvSpPr>
            <p:nvPr/>
          </p:nvSpPr>
          <p:spPr>
            <a:xfrm>
              <a:off x="22794020" y="2419350"/>
              <a:ext cx="15522" cy="133350"/>
            </a:xfrm>
            <a:prstGeom prst="rect">
              <a:avLst/>
            </a:prstGeom>
            <a:solidFill>
              <a:srgbClr val="61BEA9"/>
            </a:solidFill>
            <a:ln w="0">
              <a:noFill/>
              <a:prstDash val="solid"/>
            </a:ln>
          </p:spPr>
        </p:sp>
        <p:sp>
          <p:nvSpPr>
            <p:cNvPr id="3308" name="dense-strip-5-cell-100">
              <a:extLst>
                <a:ext uri="{FF2B5EF4-FFF2-40B4-BE49-F238E27FC236}">
                  <a16:creationId xmlns:a16="http://schemas.microsoft.com/office/drawing/2014/main" id="{78494C5A-726A-424C-994F-59A4E6A24089}"/>
                </a:ext>
              </a:extLst>
            </p:cNvPr>
            <p:cNvSpPr>
              <a:spLocks noGrp="1"/>
            </p:cNvSpPr>
            <p:nvPr/>
          </p:nvSpPr>
          <p:spPr>
            <a:xfrm>
              <a:off x="22778641" y="2419350"/>
              <a:ext cx="15522" cy="133350"/>
            </a:xfrm>
            <a:prstGeom prst="rect">
              <a:avLst/>
            </a:prstGeom>
            <a:solidFill>
              <a:srgbClr val="61BEA9"/>
            </a:solidFill>
            <a:ln w="0">
              <a:noFill/>
              <a:prstDash val="solid"/>
            </a:ln>
          </p:spPr>
        </p:sp>
        <p:sp>
          <p:nvSpPr>
            <p:cNvPr id="3309" name="dense-strip-5-cell-99">
              <a:extLst>
                <a:ext uri="{FF2B5EF4-FFF2-40B4-BE49-F238E27FC236}">
                  <a16:creationId xmlns:a16="http://schemas.microsoft.com/office/drawing/2014/main" id="{04F85D7C-2A27-44EE-9CA0-16A6C7ED6AE4}"/>
                </a:ext>
              </a:extLst>
            </p:cNvPr>
            <p:cNvSpPr>
              <a:spLocks noGrp="1"/>
            </p:cNvSpPr>
            <p:nvPr/>
          </p:nvSpPr>
          <p:spPr>
            <a:xfrm>
              <a:off x="22763262" y="2419350"/>
              <a:ext cx="15522" cy="133350"/>
            </a:xfrm>
            <a:prstGeom prst="rect">
              <a:avLst/>
            </a:prstGeom>
            <a:solidFill>
              <a:srgbClr val="61BEA9"/>
            </a:solidFill>
            <a:ln w="0">
              <a:noFill/>
              <a:prstDash val="solid"/>
            </a:ln>
          </p:spPr>
        </p:sp>
        <p:sp>
          <p:nvSpPr>
            <p:cNvPr id="3310" name="dense-strip-5-cell-98">
              <a:extLst>
                <a:ext uri="{FF2B5EF4-FFF2-40B4-BE49-F238E27FC236}">
                  <a16:creationId xmlns:a16="http://schemas.microsoft.com/office/drawing/2014/main" id="{77522E6F-D59F-46CE-A0F8-F9F1A3650A45}"/>
                </a:ext>
              </a:extLst>
            </p:cNvPr>
            <p:cNvSpPr>
              <a:spLocks noGrp="1"/>
            </p:cNvSpPr>
            <p:nvPr/>
          </p:nvSpPr>
          <p:spPr>
            <a:xfrm>
              <a:off x="22747883" y="2419350"/>
              <a:ext cx="15522" cy="133350"/>
            </a:xfrm>
            <a:prstGeom prst="rect">
              <a:avLst/>
            </a:prstGeom>
            <a:solidFill>
              <a:srgbClr val="60BEA7"/>
            </a:solidFill>
            <a:ln w="0">
              <a:noFill/>
              <a:prstDash val="solid"/>
            </a:ln>
          </p:spPr>
        </p:sp>
        <p:sp>
          <p:nvSpPr>
            <p:cNvPr id="3311" name="dense-strip-5-cell-97">
              <a:extLst>
                <a:ext uri="{FF2B5EF4-FFF2-40B4-BE49-F238E27FC236}">
                  <a16:creationId xmlns:a16="http://schemas.microsoft.com/office/drawing/2014/main" id="{1B17DBEC-41F7-4542-AB25-4270825A3D51}"/>
                </a:ext>
              </a:extLst>
            </p:cNvPr>
            <p:cNvSpPr>
              <a:spLocks noGrp="1"/>
            </p:cNvSpPr>
            <p:nvPr/>
          </p:nvSpPr>
          <p:spPr>
            <a:xfrm>
              <a:off x="22732504" y="2419350"/>
              <a:ext cx="15522" cy="133350"/>
            </a:xfrm>
            <a:prstGeom prst="rect">
              <a:avLst/>
            </a:prstGeom>
            <a:solidFill>
              <a:srgbClr val="60BAA1"/>
            </a:solidFill>
            <a:ln w="0">
              <a:noFill/>
              <a:prstDash val="solid"/>
            </a:ln>
          </p:spPr>
        </p:sp>
        <p:sp>
          <p:nvSpPr>
            <p:cNvPr id="3312" name="dense-strip-5-cell-96">
              <a:extLst>
                <a:ext uri="{FF2B5EF4-FFF2-40B4-BE49-F238E27FC236}">
                  <a16:creationId xmlns:a16="http://schemas.microsoft.com/office/drawing/2014/main" id="{1608E2B5-A809-4B71-98EF-262471EBB023}"/>
                </a:ext>
              </a:extLst>
            </p:cNvPr>
            <p:cNvSpPr>
              <a:spLocks noGrp="1"/>
            </p:cNvSpPr>
            <p:nvPr/>
          </p:nvSpPr>
          <p:spPr>
            <a:xfrm>
              <a:off x="22717125" y="2419350"/>
              <a:ext cx="15522" cy="133350"/>
            </a:xfrm>
            <a:prstGeom prst="rect">
              <a:avLst/>
            </a:prstGeom>
            <a:solidFill>
              <a:srgbClr val="60AE8B"/>
            </a:solidFill>
            <a:ln w="0">
              <a:noFill/>
              <a:prstDash val="solid"/>
            </a:ln>
          </p:spPr>
        </p:sp>
        <p:sp>
          <p:nvSpPr>
            <p:cNvPr id="3313" name="dense-strip-5-cell-95">
              <a:extLst>
                <a:ext uri="{FF2B5EF4-FFF2-40B4-BE49-F238E27FC236}">
                  <a16:creationId xmlns:a16="http://schemas.microsoft.com/office/drawing/2014/main" id="{AFFB8A55-B2AC-476F-B79F-1D6A88C9ACB9}"/>
                </a:ext>
              </a:extLst>
            </p:cNvPr>
            <p:cNvSpPr>
              <a:spLocks noGrp="1"/>
            </p:cNvSpPr>
            <p:nvPr/>
          </p:nvSpPr>
          <p:spPr>
            <a:xfrm>
              <a:off x="22701746" y="2419350"/>
              <a:ext cx="15522" cy="133350"/>
            </a:xfrm>
            <a:prstGeom prst="rect">
              <a:avLst/>
            </a:prstGeom>
            <a:solidFill>
              <a:srgbClr val="5E8E55"/>
            </a:solidFill>
            <a:ln w="0">
              <a:noFill/>
              <a:prstDash val="solid"/>
            </a:ln>
          </p:spPr>
        </p:sp>
        <p:sp>
          <p:nvSpPr>
            <p:cNvPr id="3314" name="dense-strip-5-cell-94">
              <a:extLst>
                <a:ext uri="{FF2B5EF4-FFF2-40B4-BE49-F238E27FC236}">
                  <a16:creationId xmlns:a16="http://schemas.microsoft.com/office/drawing/2014/main" id="{F972A0A5-3675-4C5F-BF1B-9D22959E2660}"/>
                </a:ext>
              </a:extLst>
            </p:cNvPr>
            <p:cNvSpPr>
              <a:spLocks noGrp="1"/>
            </p:cNvSpPr>
            <p:nvPr/>
          </p:nvSpPr>
          <p:spPr>
            <a:xfrm>
              <a:off x="22686367" y="2419350"/>
              <a:ext cx="15522" cy="133350"/>
            </a:xfrm>
            <a:prstGeom prst="rect">
              <a:avLst/>
            </a:prstGeom>
            <a:solidFill>
              <a:srgbClr val="5E8749"/>
            </a:solidFill>
            <a:ln w="0">
              <a:noFill/>
              <a:prstDash val="solid"/>
            </a:ln>
          </p:spPr>
        </p:sp>
        <p:sp>
          <p:nvSpPr>
            <p:cNvPr id="3315" name="dense-strip-5-cell-93">
              <a:extLst>
                <a:ext uri="{FF2B5EF4-FFF2-40B4-BE49-F238E27FC236}">
                  <a16:creationId xmlns:a16="http://schemas.microsoft.com/office/drawing/2014/main" id="{81F72263-995C-4A2E-8521-156FE24EEC7B}"/>
                </a:ext>
              </a:extLst>
            </p:cNvPr>
            <p:cNvSpPr>
              <a:spLocks noGrp="1"/>
            </p:cNvSpPr>
            <p:nvPr/>
          </p:nvSpPr>
          <p:spPr>
            <a:xfrm>
              <a:off x="22670988" y="2419350"/>
              <a:ext cx="15522" cy="133350"/>
            </a:xfrm>
            <a:prstGeom prst="rect">
              <a:avLst/>
            </a:prstGeom>
            <a:solidFill>
              <a:srgbClr val="5E8342"/>
            </a:solidFill>
            <a:ln w="0">
              <a:noFill/>
              <a:prstDash val="solid"/>
            </a:ln>
          </p:spPr>
        </p:sp>
        <p:sp>
          <p:nvSpPr>
            <p:cNvPr id="3316" name="dense-strip-5-cell-92">
              <a:extLst>
                <a:ext uri="{FF2B5EF4-FFF2-40B4-BE49-F238E27FC236}">
                  <a16:creationId xmlns:a16="http://schemas.microsoft.com/office/drawing/2014/main" id="{6A40CDBE-BFF9-4F66-BF06-C0AE3AE27635}"/>
                </a:ext>
              </a:extLst>
            </p:cNvPr>
            <p:cNvSpPr>
              <a:spLocks noGrp="1"/>
            </p:cNvSpPr>
            <p:nvPr/>
          </p:nvSpPr>
          <p:spPr>
            <a:xfrm>
              <a:off x="22655609" y="2419350"/>
              <a:ext cx="15522" cy="133350"/>
            </a:xfrm>
            <a:prstGeom prst="rect">
              <a:avLst/>
            </a:prstGeom>
            <a:solidFill>
              <a:srgbClr val="5D8241"/>
            </a:solidFill>
            <a:ln w="0">
              <a:noFill/>
              <a:prstDash val="solid"/>
            </a:ln>
          </p:spPr>
        </p:sp>
        <p:sp>
          <p:nvSpPr>
            <p:cNvPr id="3317" name="dense-strip-5-cell-91">
              <a:extLst>
                <a:ext uri="{FF2B5EF4-FFF2-40B4-BE49-F238E27FC236}">
                  <a16:creationId xmlns:a16="http://schemas.microsoft.com/office/drawing/2014/main" id="{E6F1277D-A3B5-4D59-9F2F-62DB7C5200A6}"/>
                </a:ext>
              </a:extLst>
            </p:cNvPr>
            <p:cNvSpPr>
              <a:spLocks noGrp="1"/>
            </p:cNvSpPr>
            <p:nvPr/>
          </p:nvSpPr>
          <p:spPr>
            <a:xfrm>
              <a:off x="22640230" y="2419350"/>
              <a:ext cx="15522" cy="133350"/>
            </a:xfrm>
            <a:prstGeom prst="rect">
              <a:avLst/>
            </a:prstGeom>
            <a:solidFill>
              <a:srgbClr val="5D8241"/>
            </a:solidFill>
            <a:ln w="0">
              <a:noFill/>
              <a:prstDash val="solid"/>
            </a:ln>
          </p:spPr>
        </p:sp>
        <p:sp>
          <p:nvSpPr>
            <p:cNvPr id="3318" name="dense-strip-5-cell-90">
              <a:extLst>
                <a:ext uri="{FF2B5EF4-FFF2-40B4-BE49-F238E27FC236}">
                  <a16:creationId xmlns:a16="http://schemas.microsoft.com/office/drawing/2014/main" id="{E5DFD53E-6E42-40E9-A3B2-8FFD58FEFEA5}"/>
                </a:ext>
              </a:extLst>
            </p:cNvPr>
            <p:cNvSpPr>
              <a:spLocks noGrp="1"/>
            </p:cNvSpPr>
            <p:nvPr/>
          </p:nvSpPr>
          <p:spPr>
            <a:xfrm>
              <a:off x="22624852" y="2419350"/>
              <a:ext cx="15522" cy="133350"/>
            </a:xfrm>
            <a:prstGeom prst="rect">
              <a:avLst/>
            </a:prstGeom>
            <a:solidFill>
              <a:srgbClr val="5D8241"/>
            </a:solidFill>
            <a:ln w="0">
              <a:noFill/>
              <a:prstDash val="solid"/>
            </a:ln>
          </p:spPr>
        </p:sp>
        <p:sp>
          <p:nvSpPr>
            <p:cNvPr id="3319" name="dense-strip-5-cell-89">
              <a:extLst>
                <a:ext uri="{FF2B5EF4-FFF2-40B4-BE49-F238E27FC236}">
                  <a16:creationId xmlns:a16="http://schemas.microsoft.com/office/drawing/2014/main" id="{7E89412F-5932-4A9E-8ADC-D50B1C8BEF10}"/>
                </a:ext>
              </a:extLst>
            </p:cNvPr>
            <p:cNvSpPr>
              <a:spLocks noGrp="1"/>
            </p:cNvSpPr>
            <p:nvPr/>
          </p:nvSpPr>
          <p:spPr>
            <a:xfrm>
              <a:off x="22609473" y="2419350"/>
              <a:ext cx="15522" cy="133350"/>
            </a:xfrm>
            <a:prstGeom prst="rect">
              <a:avLst/>
            </a:prstGeom>
            <a:solidFill>
              <a:srgbClr val="5D8241"/>
            </a:solidFill>
            <a:ln w="0">
              <a:noFill/>
              <a:prstDash val="solid"/>
            </a:ln>
          </p:spPr>
        </p:sp>
        <p:sp>
          <p:nvSpPr>
            <p:cNvPr id="3320" name="dense-strip-5-cell-88">
              <a:extLst>
                <a:ext uri="{FF2B5EF4-FFF2-40B4-BE49-F238E27FC236}">
                  <a16:creationId xmlns:a16="http://schemas.microsoft.com/office/drawing/2014/main" id="{327BA7A2-2A57-4B39-B228-1E375405C7C2}"/>
                </a:ext>
              </a:extLst>
            </p:cNvPr>
            <p:cNvSpPr>
              <a:spLocks noGrp="1"/>
            </p:cNvSpPr>
            <p:nvPr/>
          </p:nvSpPr>
          <p:spPr>
            <a:xfrm>
              <a:off x="22594094" y="2419350"/>
              <a:ext cx="15522" cy="133350"/>
            </a:xfrm>
            <a:prstGeom prst="rect">
              <a:avLst/>
            </a:prstGeom>
            <a:solidFill>
              <a:srgbClr val="5D8241"/>
            </a:solidFill>
            <a:ln w="0">
              <a:noFill/>
              <a:prstDash val="solid"/>
            </a:ln>
          </p:spPr>
        </p:sp>
        <p:sp>
          <p:nvSpPr>
            <p:cNvPr id="3321" name="dense-strip-5-cell-87">
              <a:extLst>
                <a:ext uri="{FF2B5EF4-FFF2-40B4-BE49-F238E27FC236}">
                  <a16:creationId xmlns:a16="http://schemas.microsoft.com/office/drawing/2014/main" id="{ED70CFD0-5344-4073-A7DC-4216FB8651E2}"/>
                </a:ext>
              </a:extLst>
            </p:cNvPr>
            <p:cNvSpPr>
              <a:spLocks noGrp="1"/>
            </p:cNvSpPr>
            <p:nvPr/>
          </p:nvSpPr>
          <p:spPr>
            <a:xfrm>
              <a:off x="22578715" y="2419350"/>
              <a:ext cx="15522" cy="133350"/>
            </a:xfrm>
            <a:prstGeom prst="rect">
              <a:avLst/>
            </a:prstGeom>
            <a:solidFill>
              <a:srgbClr val="5D8241"/>
            </a:solidFill>
            <a:ln w="0">
              <a:noFill/>
              <a:prstDash val="solid"/>
            </a:ln>
          </p:spPr>
        </p:sp>
        <p:sp>
          <p:nvSpPr>
            <p:cNvPr id="3322" name="dense-strip-5-cell-86">
              <a:extLst>
                <a:ext uri="{FF2B5EF4-FFF2-40B4-BE49-F238E27FC236}">
                  <a16:creationId xmlns:a16="http://schemas.microsoft.com/office/drawing/2014/main" id="{822C3455-CF18-4F8A-AD75-43FD1EB52DA7}"/>
                </a:ext>
              </a:extLst>
            </p:cNvPr>
            <p:cNvSpPr>
              <a:spLocks noGrp="1"/>
            </p:cNvSpPr>
            <p:nvPr/>
          </p:nvSpPr>
          <p:spPr>
            <a:xfrm>
              <a:off x="22563336" y="2419350"/>
              <a:ext cx="15522" cy="133350"/>
            </a:xfrm>
            <a:prstGeom prst="rect">
              <a:avLst/>
            </a:prstGeom>
            <a:solidFill>
              <a:srgbClr val="5F8240"/>
            </a:solidFill>
            <a:ln w="0">
              <a:noFill/>
              <a:prstDash val="solid"/>
            </a:ln>
          </p:spPr>
        </p:sp>
        <p:sp>
          <p:nvSpPr>
            <p:cNvPr id="3323" name="dense-strip-5-cell-85">
              <a:extLst>
                <a:ext uri="{FF2B5EF4-FFF2-40B4-BE49-F238E27FC236}">
                  <a16:creationId xmlns:a16="http://schemas.microsoft.com/office/drawing/2014/main" id="{FB18B09B-F818-491F-B646-5DB0887AD998}"/>
                </a:ext>
              </a:extLst>
            </p:cNvPr>
            <p:cNvSpPr>
              <a:spLocks noGrp="1"/>
            </p:cNvSpPr>
            <p:nvPr/>
          </p:nvSpPr>
          <p:spPr>
            <a:xfrm>
              <a:off x="22547957" y="2419350"/>
              <a:ext cx="15522" cy="133350"/>
            </a:xfrm>
            <a:prstGeom prst="rect">
              <a:avLst/>
            </a:prstGeom>
            <a:solidFill>
              <a:srgbClr val="63803D"/>
            </a:solidFill>
            <a:ln w="0">
              <a:noFill/>
              <a:prstDash val="solid"/>
            </a:ln>
          </p:spPr>
        </p:sp>
        <p:sp>
          <p:nvSpPr>
            <p:cNvPr id="3324" name="dense-strip-5-cell-84">
              <a:extLst>
                <a:ext uri="{FF2B5EF4-FFF2-40B4-BE49-F238E27FC236}">
                  <a16:creationId xmlns:a16="http://schemas.microsoft.com/office/drawing/2014/main" id="{6A5B47E5-F5FC-439D-97DE-F0088CB2A231}"/>
                </a:ext>
              </a:extLst>
            </p:cNvPr>
            <p:cNvSpPr>
              <a:spLocks noGrp="1"/>
            </p:cNvSpPr>
            <p:nvPr/>
          </p:nvSpPr>
          <p:spPr>
            <a:xfrm>
              <a:off x="22532578" y="2419350"/>
              <a:ext cx="15522" cy="133350"/>
            </a:xfrm>
            <a:prstGeom prst="rect">
              <a:avLst/>
            </a:prstGeom>
            <a:solidFill>
              <a:srgbClr val="6B7E39"/>
            </a:solidFill>
            <a:ln w="0">
              <a:noFill/>
              <a:prstDash val="solid"/>
            </a:ln>
          </p:spPr>
        </p:sp>
        <p:sp>
          <p:nvSpPr>
            <p:cNvPr id="3325" name="dense-strip-5-cell-83">
              <a:extLst>
                <a:ext uri="{FF2B5EF4-FFF2-40B4-BE49-F238E27FC236}">
                  <a16:creationId xmlns:a16="http://schemas.microsoft.com/office/drawing/2014/main" id="{8BE60431-1556-418E-9AFD-548F39451157}"/>
                </a:ext>
              </a:extLst>
            </p:cNvPr>
            <p:cNvSpPr>
              <a:spLocks noGrp="1"/>
            </p:cNvSpPr>
            <p:nvPr/>
          </p:nvSpPr>
          <p:spPr>
            <a:xfrm>
              <a:off x="22517199" y="2419350"/>
              <a:ext cx="15522" cy="133350"/>
            </a:xfrm>
            <a:prstGeom prst="rect">
              <a:avLst/>
            </a:prstGeom>
            <a:solidFill>
              <a:srgbClr val="757B34"/>
            </a:solidFill>
            <a:ln w="0">
              <a:noFill/>
              <a:prstDash val="solid"/>
            </a:ln>
          </p:spPr>
        </p:sp>
        <p:sp>
          <p:nvSpPr>
            <p:cNvPr id="3326" name="dense-strip-5-cell-82">
              <a:extLst>
                <a:ext uri="{FF2B5EF4-FFF2-40B4-BE49-F238E27FC236}">
                  <a16:creationId xmlns:a16="http://schemas.microsoft.com/office/drawing/2014/main" id="{BDF97C44-7C75-4913-A08C-DB61777DEC4D}"/>
                </a:ext>
              </a:extLst>
            </p:cNvPr>
            <p:cNvSpPr>
              <a:spLocks noGrp="1"/>
            </p:cNvSpPr>
            <p:nvPr/>
          </p:nvSpPr>
          <p:spPr>
            <a:xfrm>
              <a:off x="22501820" y="2419350"/>
              <a:ext cx="15522" cy="133350"/>
            </a:xfrm>
            <a:prstGeom prst="rect">
              <a:avLst/>
            </a:prstGeom>
            <a:solidFill>
              <a:srgbClr val="7F782E"/>
            </a:solidFill>
            <a:ln w="0">
              <a:noFill/>
              <a:prstDash val="solid"/>
            </a:ln>
          </p:spPr>
        </p:sp>
        <p:sp>
          <p:nvSpPr>
            <p:cNvPr id="3327" name="dense-strip-5-cell-81">
              <a:extLst>
                <a:ext uri="{FF2B5EF4-FFF2-40B4-BE49-F238E27FC236}">
                  <a16:creationId xmlns:a16="http://schemas.microsoft.com/office/drawing/2014/main" id="{E9BAE0AA-35DC-49CF-ACED-7D9EAE7BD26E}"/>
                </a:ext>
              </a:extLst>
            </p:cNvPr>
            <p:cNvSpPr>
              <a:spLocks noGrp="1"/>
            </p:cNvSpPr>
            <p:nvPr/>
          </p:nvSpPr>
          <p:spPr>
            <a:xfrm>
              <a:off x="22486441" y="2419350"/>
              <a:ext cx="15522" cy="133350"/>
            </a:xfrm>
            <a:prstGeom prst="rect">
              <a:avLst/>
            </a:prstGeom>
            <a:solidFill>
              <a:srgbClr val="8A7428"/>
            </a:solidFill>
            <a:ln w="0">
              <a:noFill/>
              <a:prstDash val="solid"/>
            </a:ln>
          </p:spPr>
        </p:sp>
        <p:sp>
          <p:nvSpPr>
            <p:cNvPr id="3328" name="dense-strip-5-cell-80">
              <a:extLst>
                <a:ext uri="{FF2B5EF4-FFF2-40B4-BE49-F238E27FC236}">
                  <a16:creationId xmlns:a16="http://schemas.microsoft.com/office/drawing/2014/main" id="{466E102B-0008-4C55-9148-66500773787E}"/>
                </a:ext>
              </a:extLst>
            </p:cNvPr>
            <p:cNvSpPr>
              <a:spLocks noGrp="1"/>
            </p:cNvSpPr>
            <p:nvPr/>
          </p:nvSpPr>
          <p:spPr>
            <a:xfrm>
              <a:off x="22471063" y="2419350"/>
              <a:ext cx="15522" cy="133350"/>
            </a:xfrm>
            <a:prstGeom prst="rect">
              <a:avLst/>
            </a:prstGeom>
            <a:solidFill>
              <a:srgbClr val="937224"/>
            </a:solidFill>
            <a:ln w="0">
              <a:noFill/>
              <a:prstDash val="solid"/>
            </a:ln>
          </p:spPr>
        </p:sp>
        <p:sp>
          <p:nvSpPr>
            <p:cNvPr id="3329" name="dense-strip-5-cell-79">
              <a:extLst>
                <a:ext uri="{FF2B5EF4-FFF2-40B4-BE49-F238E27FC236}">
                  <a16:creationId xmlns:a16="http://schemas.microsoft.com/office/drawing/2014/main" id="{C8466F24-4ABD-4555-8525-358798F981B2}"/>
                </a:ext>
              </a:extLst>
            </p:cNvPr>
            <p:cNvSpPr>
              <a:spLocks noGrp="1"/>
            </p:cNvSpPr>
            <p:nvPr/>
          </p:nvSpPr>
          <p:spPr>
            <a:xfrm>
              <a:off x="22455684" y="2419350"/>
              <a:ext cx="15522" cy="133350"/>
            </a:xfrm>
            <a:prstGeom prst="rect">
              <a:avLst/>
            </a:prstGeom>
            <a:solidFill>
              <a:srgbClr val="937224"/>
            </a:solidFill>
            <a:ln w="0">
              <a:noFill/>
              <a:prstDash val="solid"/>
            </a:ln>
          </p:spPr>
        </p:sp>
        <p:sp>
          <p:nvSpPr>
            <p:cNvPr id="3330" name="dense-strip-5-cell-78">
              <a:extLst>
                <a:ext uri="{FF2B5EF4-FFF2-40B4-BE49-F238E27FC236}">
                  <a16:creationId xmlns:a16="http://schemas.microsoft.com/office/drawing/2014/main" id="{93B5E020-6D4C-4761-B00E-F6DA77396AA8}"/>
                </a:ext>
              </a:extLst>
            </p:cNvPr>
            <p:cNvSpPr>
              <a:spLocks noGrp="1"/>
            </p:cNvSpPr>
            <p:nvPr/>
          </p:nvSpPr>
          <p:spPr>
            <a:xfrm>
              <a:off x="22440305" y="2419350"/>
              <a:ext cx="15522" cy="133350"/>
            </a:xfrm>
            <a:prstGeom prst="rect">
              <a:avLst/>
            </a:prstGeom>
            <a:solidFill>
              <a:srgbClr val="937528"/>
            </a:solidFill>
            <a:ln w="0">
              <a:noFill/>
              <a:prstDash val="solid"/>
            </a:ln>
          </p:spPr>
        </p:sp>
        <p:sp>
          <p:nvSpPr>
            <p:cNvPr id="3331" name="dense-strip-5-cell-77">
              <a:extLst>
                <a:ext uri="{FF2B5EF4-FFF2-40B4-BE49-F238E27FC236}">
                  <a16:creationId xmlns:a16="http://schemas.microsoft.com/office/drawing/2014/main" id="{5DA9B12E-BFF1-458F-84BD-2BAB3A4F26D2}"/>
                </a:ext>
              </a:extLst>
            </p:cNvPr>
            <p:cNvSpPr>
              <a:spLocks noGrp="1"/>
            </p:cNvSpPr>
            <p:nvPr/>
          </p:nvSpPr>
          <p:spPr>
            <a:xfrm>
              <a:off x="22424926" y="2419350"/>
              <a:ext cx="15522" cy="133350"/>
            </a:xfrm>
            <a:prstGeom prst="rect">
              <a:avLst/>
            </a:prstGeom>
            <a:solidFill>
              <a:srgbClr val="8E7E39"/>
            </a:solidFill>
            <a:ln w="0">
              <a:noFill/>
              <a:prstDash val="solid"/>
            </a:ln>
          </p:spPr>
        </p:sp>
        <p:sp>
          <p:nvSpPr>
            <p:cNvPr id="3332" name="dense-strip-5-cell-76">
              <a:extLst>
                <a:ext uri="{FF2B5EF4-FFF2-40B4-BE49-F238E27FC236}">
                  <a16:creationId xmlns:a16="http://schemas.microsoft.com/office/drawing/2014/main" id="{A25B6C7B-51D5-4E6D-97E8-57726A4DFB87}"/>
                </a:ext>
              </a:extLst>
            </p:cNvPr>
            <p:cNvSpPr>
              <a:spLocks noGrp="1"/>
            </p:cNvSpPr>
            <p:nvPr/>
          </p:nvSpPr>
          <p:spPr>
            <a:xfrm>
              <a:off x="22409547" y="2419350"/>
              <a:ext cx="15522" cy="133350"/>
            </a:xfrm>
            <a:prstGeom prst="rect">
              <a:avLst/>
            </a:prstGeom>
            <a:solidFill>
              <a:srgbClr val="828D53"/>
            </a:solidFill>
            <a:ln w="0">
              <a:noFill/>
              <a:prstDash val="solid"/>
            </a:ln>
          </p:spPr>
        </p:sp>
        <p:sp>
          <p:nvSpPr>
            <p:cNvPr id="3333" name="dense-strip-5-cell-75">
              <a:extLst>
                <a:ext uri="{FF2B5EF4-FFF2-40B4-BE49-F238E27FC236}">
                  <a16:creationId xmlns:a16="http://schemas.microsoft.com/office/drawing/2014/main" id="{3FD8074D-BE2A-4094-A924-E79FFBA044CE}"/>
                </a:ext>
              </a:extLst>
            </p:cNvPr>
            <p:cNvSpPr>
              <a:spLocks noGrp="1"/>
            </p:cNvSpPr>
            <p:nvPr/>
          </p:nvSpPr>
          <p:spPr>
            <a:xfrm>
              <a:off x="22394168" y="2419350"/>
              <a:ext cx="15522" cy="133350"/>
            </a:xfrm>
            <a:prstGeom prst="rect">
              <a:avLst/>
            </a:prstGeom>
            <a:solidFill>
              <a:srgbClr val="A09F70"/>
            </a:solidFill>
            <a:ln w="0">
              <a:noFill/>
              <a:prstDash val="solid"/>
            </a:ln>
          </p:spPr>
        </p:sp>
        <p:sp>
          <p:nvSpPr>
            <p:cNvPr id="3334" name="dense-strip-5-cell-74">
              <a:extLst>
                <a:ext uri="{FF2B5EF4-FFF2-40B4-BE49-F238E27FC236}">
                  <a16:creationId xmlns:a16="http://schemas.microsoft.com/office/drawing/2014/main" id="{02224287-CE5C-4188-8D43-9584A8BB8384}"/>
                </a:ext>
              </a:extLst>
            </p:cNvPr>
            <p:cNvSpPr>
              <a:spLocks noGrp="1"/>
            </p:cNvSpPr>
            <p:nvPr/>
          </p:nvSpPr>
          <p:spPr>
            <a:xfrm>
              <a:off x="22378789" y="2419350"/>
              <a:ext cx="15522" cy="133350"/>
            </a:xfrm>
            <a:prstGeom prst="rect">
              <a:avLst/>
            </a:prstGeom>
            <a:solidFill>
              <a:srgbClr val="9BBBA2"/>
            </a:solidFill>
            <a:ln w="0">
              <a:noFill/>
              <a:prstDash val="solid"/>
            </a:ln>
          </p:spPr>
        </p:sp>
        <p:sp>
          <p:nvSpPr>
            <p:cNvPr id="3335" name="dense-strip-5-cell-73">
              <a:extLst>
                <a:ext uri="{FF2B5EF4-FFF2-40B4-BE49-F238E27FC236}">
                  <a16:creationId xmlns:a16="http://schemas.microsoft.com/office/drawing/2014/main" id="{D69713D2-8A16-4D9F-AB88-B21C19F6FFEA}"/>
                </a:ext>
              </a:extLst>
            </p:cNvPr>
            <p:cNvSpPr>
              <a:spLocks noGrp="1"/>
            </p:cNvSpPr>
            <p:nvPr/>
          </p:nvSpPr>
          <p:spPr>
            <a:xfrm>
              <a:off x="22363410" y="2419350"/>
              <a:ext cx="15522" cy="133350"/>
            </a:xfrm>
            <a:prstGeom prst="rect">
              <a:avLst/>
            </a:prstGeom>
            <a:solidFill>
              <a:srgbClr val="D3D7D0"/>
            </a:solidFill>
            <a:ln w="0">
              <a:noFill/>
              <a:prstDash val="solid"/>
            </a:ln>
          </p:spPr>
        </p:sp>
        <p:sp>
          <p:nvSpPr>
            <p:cNvPr id="3336" name="dense-strip-5-cell-72">
              <a:extLst>
                <a:ext uri="{FF2B5EF4-FFF2-40B4-BE49-F238E27FC236}">
                  <a16:creationId xmlns:a16="http://schemas.microsoft.com/office/drawing/2014/main" id="{1E1E724D-BADE-45E2-9FA5-AB77B00466A5}"/>
                </a:ext>
              </a:extLst>
            </p:cNvPr>
            <p:cNvSpPr>
              <a:spLocks noGrp="1"/>
            </p:cNvSpPr>
            <p:nvPr/>
          </p:nvSpPr>
          <p:spPr>
            <a:xfrm>
              <a:off x="22348031" y="2419350"/>
              <a:ext cx="15522" cy="133350"/>
            </a:xfrm>
            <a:prstGeom prst="rect">
              <a:avLst/>
            </a:prstGeom>
            <a:solidFill>
              <a:srgbClr val="DCE8ED"/>
            </a:solidFill>
            <a:ln w="0">
              <a:noFill/>
              <a:prstDash val="solid"/>
            </a:ln>
          </p:spPr>
        </p:sp>
        <p:sp>
          <p:nvSpPr>
            <p:cNvPr id="3337" name="dense-strip-5-cell-71">
              <a:extLst>
                <a:ext uri="{FF2B5EF4-FFF2-40B4-BE49-F238E27FC236}">
                  <a16:creationId xmlns:a16="http://schemas.microsoft.com/office/drawing/2014/main" id="{0FA695C8-080F-4FA6-812A-891E53CD299E}"/>
                </a:ext>
              </a:extLst>
            </p:cNvPr>
            <p:cNvSpPr>
              <a:spLocks noGrp="1"/>
            </p:cNvSpPr>
            <p:nvPr/>
          </p:nvSpPr>
          <p:spPr>
            <a:xfrm>
              <a:off x="22332652" y="2419350"/>
              <a:ext cx="15522" cy="133350"/>
            </a:xfrm>
            <a:prstGeom prst="rect">
              <a:avLst/>
            </a:prstGeom>
            <a:solidFill>
              <a:srgbClr val="DCE8ED"/>
            </a:solidFill>
            <a:ln w="0">
              <a:noFill/>
              <a:prstDash val="solid"/>
            </a:ln>
          </p:spPr>
        </p:sp>
        <p:sp>
          <p:nvSpPr>
            <p:cNvPr id="3338" name="dense-strip-5-cell-70">
              <a:extLst>
                <a:ext uri="{FF2B5EF4-FFF2-40B4-BE49-F238E27FC236}">
                  <a16:creationId xmlns:a16="http://schemas.microsoft.com/office/drawing/2014/main" id="{615CA637-C34C-423B-A06C-96D66BE62CAD}"/>
                </a:ext>
              </a:extLst>
            </p:cNvPr>
            <p:cNvSpPr>
              <a:spLocks noGrp="1"/>
            </p:cNvSpPr>
            <p:nvPr/>
          </p:nvSpPr>
          <p:spPr>
            <a:xfrm>
              <a:off x="22317273" y="2419350"/>
              <a:ext cx="15522" cy="133350"/>
            </a:xfrm>
            <a:prstGeom prst="rect">
              <a:avLst/>
            </a:prstGeom>
            <a:solidFill>
              <a:srgbClr val="DCE8ED"/>
            </a:solidFill>
            <a:ln w="0">
              <a:noFill/>
              <a:prstDash val="solid"/>
            </a:ln>
          </p:spPr>
        </p:sp>
        <p:sp>
          <p:nvSpPr>
            <p:cNvPr id="3339" name="dense-strip-5-cell-69">
              <a:extLst>
                <a:ext uri="{FF2B5EF4-FFF2-40B4-BE49-F238E27FC236}">
                  <a16:creationId xmlns:a16="http://schemas.microsoft.com/office/drawing/2014/main" id="{20EF85E0-D94D-45EB-9325-24077E1AE460}"/>
                </a:ext>
              </a:extLst>
            </p:cNvPr>
            <p:cNvSpPr>
              <a:spLocks noGrp="1"/>
            </p:cNvSpPr>
            <p:nvPr/>
          </p:nvSpPr>
          <p:spPr>
            <a:xfrm>
              <a:off x="22301895" y="2419350"/>
              <a:ext cx="15522" cy="133350"/>
            </a:xfrm>
            <a:prstGeom prst="rect">
              <a:avLst/>
            </a:prstGeom>
            <a:solidFill>
              <a:srgbClr val="DCE8ED"/>
            </a:solidFill>
            <a:ln w="0">
              <a:noFill/>
              <a:prstDash val="solid"/>
            </a:ln>
          </p:spPr>
        </p:sp>
        <p:sp>
          <p:nvSpPr>
            <p:cNvPr id="3340" name="dense-strip-5-cell-68">
              <a:extLst>
                <a:ext uri="{FF2B5EF4-FFF2-40B4-BE49-F238E27FC236}">
                  <a16:creationId xmlns:a16="http://schemas.microsoft.com/office/drawing/2014/main" id="{0307D1F3-B7D9-4232-84D9-C62677EC1E65}"/>
                </a:ext>
              </a:extLst>
            </p:cNvPr>
            <p:cNvSpPr>
              <a:spLocks noGrp="1"/>
            </p:cNvSpPr>
            <p:nvPr/>
          </p:nvSpPr>
          <p:spPr>
            <a:xfrm>
              <a:off x="22286516" y="2419350"/>
              <a:ext cx="15522" cy="133350"/>
            </a:xfrm>
            <a:prstGeom prst="rect">
              <a:avLst/>
            </a:prstGeom>
            <a:solidFill>
              <a:srgbClr val="DCE8ED"/>
            </a:solidFill>
            <a:ln w="0">
              <a:noFill/>
              <a:prstDash val="solid"/>
            </a:ln>
          </p:spPr>
        </p:sp>
        <p:sp>
          <p:nvSpPr>
            <p:cNvPr id="3341" name="dense-strip-5-cell-67">
              <a:extLst>
                <a:ext uri="{FF2B5EF4-FFF2-40B4-BE49-F238E27FC236}">
                  <a16:creationId xmlns:a16="http://schemas.microsoft.com/office/drawing/2014/main" id="{BF6B4008-01AF-4D6C-A206-A23D7806E9E3}"/>
                </a:ext>
              </a:extLst>
            </p:cNvPr>
            <p:cNvSpPr>
              <a:spLocks noGrp="1"/>
            </p:cNvSpPr>
            <p:nvPr/>
          </p:nvSpPr>
          <p:spPr>
            <a:xfrm>
              <a:off x="22271137" y="2419350"/>
              <a:ext cx="15522" cy="133350"/>
            </a:xfrm>
            <a:prstGeom prst="rect">
              <a:avLst/>
            </a:prstGeom>
            <a:solidFill>
              <a:srgbClr val="DCE8ED"/>
            </a:solidFill>
            <a:ln w="0">
              <a:noFill/>
              <a:prstDash val="solid"/>
            </a:ln>
          </p:spPr>
        </p:sp>
        <p:sp>
          <p:nvSpPr>
            <p:cNvPr id="3342" name="dense-strip-5-cell-66">
              <a:extLst>
                <a:ext uri="{FF2B5EF4-FFF2-40B4-BE49-F238E27FC236}">
                  <a16:creationId xmlns:a16="http://schemas.microsoft.com/office/drawing/2014/main" id="{BEC027DF-82F3-44F2-93BB-F4F2D7CDDF3D}"/>
                </a:ext>
              </a:extLst>
            </p:cNvPr>
            <p:cNvSpPr>
              <a:spLocks noGrp="1"/>
            </p:cNvSpPr>
            <p:nvPr/>
          </p:nvSpPr>
          <p:spPr>
            <a:xfrm>
              <a:off x="22255758" y="2419350"/>
              <a:ext cx="15522" cy="133350"/>
            </a:xfrm>
            <a:prstGeom prst="rect">
              <a:avLst/>
            </a:prstGeom>
            <a:solidFill>
              <a:srgbClr val="DCE8ED"/>
            </a:solidFill>
            <a:ln w="0">
              <a:noFill/>
              <a:prstDash val="solid"/>
            </a:ln>
          </p:spPr>
        </p:sp>
        <p:sp>
          <p:nvSpPr>
            <p:cNvPr id="3343" name="dense-strip-5-cell-65">
              <a:extLst>
                <a:ext uri="{FF2B5EF4-FFF2-40B4-BE49-F238E27FC236}">
                  <a16:creationId xmlns:a16="http://schemas.microsoft.com/office/drawing/2014/main" id="{44690F83-83F0-4F0A-BD35-C88CFF244B06}"/>
                </a:ext>
              </a:extLst>
            </p:cNvPr>
            <p:cNvSpPr>
              <a:spLocks noGrp="1"/>
            </p:cNvSpPr>
            <p:nvPr/>
          </p:nvSpPr>
          <p:spPr>
            <a:xfrm>
              <a:off x="22240379" y="2419350"/>
              <a:ext cx="15522" cy="133350"/>
            </a:xfrm>
            <a:prstGeom prst="rect">
              <a:avLst/>
            </a:prstGeom>
            <a:solidFill>
              <a:srgbClr val="DCE8ED"/>
            </a:solidFill>
            <a:ln w="0">
              <a:noFill/>
              <a:prstDash val="solid"/>
            </a:ln>
          </p:spPr>
        </p:sp>
        <p:sp>
          <p:nvSpPr>
            <p:cNvPr id="3344" name="dense-strip-5-cell-64">
              <a:extLst>
                <a:ext uri="{FF2B5EF4-FFF2-40B4-BE49-F238E27FC236}">
                  <a16:creationId xmlns:a16="http://schemas.microsoft.com/office/drawing/2014/main" id="{79F36F2F-5D2C-4F49-A619-2D40DB45BDBF}"/>
                </a:ext>
              </a:extLst>
            </p:cNvPr>
            <p:cNvSpPr>
              <a:spLocks noGrp="1"/>
            </p:cNvSpPr>
            <p:nvPr/>
          </p:nvSpPr>
          <p:spPr>
            <a:xfrm>
              <a:off x="22225000" y="2419350"/>
              <a:ext cx="15522" cy="133350"/>
            </a:xfrm>
            <a:prstGeom prst="rect">
              <a:avLst/>
            </a:prstGeom>
            <a:solidFill>
              <a:srgbClr val="DCE8ED"/>
            </a:solidFill>
            <a:ln w="0">
              <a:noFill/>
              <a:prstDash val="solid"/>
            </a:ln>
          </p:spPr>
        </p:sp>
        <p:sp>
          <p:nvSpPr>
            <p:cNvPr id="3345" name="dense-strip-5-cell-63">
              <a:extLst>
                <a:ext uri="{FF2B5EF4-FFF2-40B4-BE49-F238E27FC236}">
                  <a16:creationId xmlns:a16="http://schemas.microsoft.com/office/drawing/2014/main" id="{DB717F6F-58DC-441D-9D28-41CB91945C24}"/>
                </a:ext>
              </a:extLst>
            </p:cNvPr>
            <p:cNvSpPr>
              <a:spLocks noGrp="1"/>
            </p:cNvSpPr>
            <p:nvPr/>
          </p:nvSpPr>
          <p:spPr>
            <a:xfrm>
              <a:off x="22209621" y="2419350"/>
              <a:ext cx="15522" cy="133350"/>
            </a:xfrm>
            <a:prstGeom prst="rect">
              <a:avLst/>
            </a:prstGeom>
            <a:solidFill>
              <a:srgbClr val="DCE8ED"/>
            </a:solidFill>
            <a:ln w="0">
              <a:noFill/>
              <a:prstDash val="solid"/>
            </a:ln>
          </p:spPr>
        </p:sp>
        <p:sp>
          <p:nvSpPr>
            <p:cNvPr id="3346" name="dense-strip-5-cell-62">
              <a:extLst>
                <a:ext uri="{FF2B5EF4-FFF2-40B4-BE49-F238E27FC236}">
                  <a16:creationId xmlns:a16="http://schemas.microsoft.com/office/drawing/2014/main" id="{835173A8-065A-4566-9F39-8BA18E53E186}"/>
                </a:ext>
              </a:extLst>
            </p:cNvPr>
            <p:cNvSpPr>
              <a:spLocks noGrp="1"/>
            </p:cNvSpPr>
            <p:nvPr/>
          </p:nvSpPr>
          <p:spPr>
            <a:xfrm>
              <a:off x="22194242" y="2419350"/>
              <a:ext cx="15522" cy="133350"/>
            </a:xfrm>
            <a:prstGeom prst="rect">
              <a:avLst/>
            </a:prstGeom>
            <a:solidFill>
              <a:srgbClr val="DCE8ED"/>
            </a:solidFill>
            <a:ln w="0">
              <a:noFill/>
              <a:prstDash val="solid"/>
            </a:ln>
          </p:spPr>
        </p:sp>
        <p:sp>
          <p:nvSpPr>
            <p:cNvPr id="3347" name="dense-strip-5-cell-61">
              <a:extLst>
                <a:ext uri="{FF2B5EF4-FFF2-40B4-BE49-F238E27FC236}">
                  <a16:creationId xmlns:a16="http://schemas.microsoft.com/office/drawing/2014/main" id="{135123B3-A8FB-4870-89A6-7CA8F6395393}"/>
                </a:ext>
              </a:extLst>
            </p:cNvPr>
            <p:cNvSpPr>
              <a:spLocks noGrp="1"/>
            </p:cNvSpPr>
            <p:nvPr/>
          </p:nvSpPr>
          <p:spPr>
            <a:xfrm>
              <a:off x="22178863" y="2419350"/>
              <a:ext cx="15522" cy="133350"/>
            </a:xfrm>
            <a:prstGeom prst="rect">
              <a:avLst/>
            </a:prstGeom>
            <a:solidFill>
              <a:srgbClr val="DCE8ED"/>
            </a:solidFill>
            <a:ln w="0">
              <a:noFill/>
              <a:prstDash val="solid"/>
            </a:ln>
          </p:spPr>
        </p:sp>
        <p:sp>
          <p:nvSpPr>
            <p:cNvPr id="3348" name="dense-strip-5-cell-60">
              <a:extLst>
                <a:ext uri="{FF2B5EF4-FFF2-40B4-BE49-F238E27FC236}">
                  <a16:creationId xmlns:a16="http://schemas.microsoft.com/office/drawing/2014/main" id="{FB6679A6-6154-4E90-BB82-52D7EC8471B3}"/>
                </a:ext>
              </a:extLst>
            </p:cNvPr>
            <p:cNvSpPr>
              <a:spLocks noGrp="1"/>
            </p:cNvSpPr>
            <p:nvPr/>
          </p:nvSpPr>
          <p:spPr>
            <a:xfrm>
              <a:off x="22163484" y="2419350"/>
              <a:ext cx="15522" cy="133350"/>
            </a:xfrm>
            <a:prstGeom prst="rect">
              <a:avLst/>
            </a:prstGeom>
            <a:solidFill>
              <a:srgbClr val="DCE8ED"/>
            </a:solidFill>
            <a:ln w="0">
              <a:noFill/>
              <a:prstDash val="solid"/>
            </a:ln>
          </p:spPr>
        </p:sp>
        <p:sp>
          <p:nvSpPr>
            <p:cNvPr id="3349" name="dense-strip-5-cell-59">
              <a:extLst>
                <a:ext uri="{FF2B5EF4-FFF2-40B4-BE49-F238E27FC236}">
                  <a16:creationId xmlns:a16="http://schemas.microsoft.com/office/drawing/2014/main" id="{2CC452C6-2C4B-47C8-9EEB-AF6C8A1666BF}"/>
                </a:ext>
              </a:extLst>
            </p:cNvPr>
            <p:cNvSpPr>
              <a:spLocks noGrp="1"/>
            </p:cNvSpPr>
            <p:nvPr/>
          </p:nvSpPr>
          <p:spPr>
            <a:xfrm>
              <a:off x="22148105" y="2419350"/>
              <a:ext cx="15522" cy="133350"/>
            </a:xfrm>
            <a:prstGeom prst="rect">
              <a:avLst/>
            </a:prstGeom>
            <a:solidFill>
              <a:srgbClr val="DCE8ED"/>
            </a:solidFill>
            <a:ln w="0">
              <a:noFill/>
              <a:prstDash val="solid"/>
            </a:ln>
          </p:spPr>
        </p:sp>
        <p:sp>
          <p:nvSpPr>
            <p:cNvPr id="3350" name="dense-strip-5-cell-58">
              <a:extLst>
                <a:ext uri="{FF2B5EF4-FFF2-40B4-BE49-F238E27FC236}">
                  <a16:creationId xmlns:a16="http://schemas.microsoft.com/office/drawing/2014/main" id="{21637A4C-2E51-4009-8525-C46698FAE6E2}"/>
                </a:ext>
              </a:extLst>
            </p:cNvPr>
            <p:cNvSpPr>
              <a:spLocks noGrp="1"/>
            </p:cNvSpPr>
            <p:nvPr/>
          </p:nvSpPr>
          <p:spPr>
            <a:xfrm>
              <a:off x="22132727" y="2419350"/>
              <a:ext cx="15522" cy="133350"/>
            </a:xfrm>
            <a:prstGeom prst="rect">
              <a:avLst/>
            </a:prstGeom>
            <a:solidFill>
              <a:srgbClr val="DCE8ED"/>
            </a:solidFill>
            <a:ln w="0">
              <a:noFill/>
              <a:prstDash val="solid"/>
            </a:ln>
          </p:spPr>
        </p:sp>
        <p:sp>
          <p:nvSpPr>
            <p:cNvPr id="3351" name="dense-strip-5-cell-57">
              <a:extLst>
                <a:ext uri="{FF2B5EF4-FFF2-40B4-BE49-F238E27FC236}">
                  <a16:creationId xmlns:a16="http://schemas.microsoft.com/office/drawing/2014/main" id="{F6F708D2-701F-43A3-87DB-0202BE856EE6}"/>
                </a:ext>
              </a:extLst>
            </p:cNvPr>
            <p:cNvSpPr>
              <a:spLocks noGrp="1"/>
            </p:cNvSpPr>
            <p:nvPr/>
          </p:nvSpPr>
          <p:spPr>
            <a:xfrm>
              <a:off x="22117348" y="2419350"/>
              <a:ext cx="15522" cy="133350"/>
            </a:xfrm>
            <a:prstGeom prst="rect">
              <a:avLst/>
            </a:prstGeom>
            <a:solidFill>
              <a:srgbClr val="DCE8ED"/>
            </a:solidFill>
            <a:ln w="0">
              <a:noFill/>
              <a:prstDash val="solid"/>
            </a:ln>
          </p:spPr>
        </p:sp>
        <p:sp>
          <p:nvSpPr>
            <p:cNvPr id="3352" name="dense-strip-5-cell-56">
              <a:extLst>
                <a:ext uri="{FF2B5EF4-FFF2-40B4-BE49-F238E27FC236}">
                  <a16:creationId xmlns:a16="http://schemas.microsoft.com/office/drawing/2014/main" id="{8FF3CAA7-DA10-4972-86AE-517EEC3B7AFC}"/>
                </a:ext>
              </a:extLst>
            </p:cNvPr>
            <p:cNvSpPr>
              <a:spLocks noGrp="1"/>
            </p:cNvSpPr>
            <p:nvPr/>
          </p:nvSpPr>
          <p:spPr>
            <a:xfrm>
              <a:off x="22101969" y="2419350"/>
              <a:ext cx="15522" cy="133350"/>
            </a:xfrm>
            <a:prstGeom prst="rect">
              <a:avLst/>
            </a:prstGeom>
            <a:solidFill>
              <a:srgbClr val="DCE8ED"/>
            </a:solidFill>
            <a:ln w="0">
              <a:noFill/>
              <a:prstDash val="solid"/>
            </a:ln>
          </p:spPr>
        </p:sp>
        <p:sp>
          <p:nvSpPr>
            <p:cNvPr id="3353" name="dense-strip-5-cell-55">
              <a:extLst>
                <a:ext uri="{FF2B5EF4-FFF2-40B4-BE49-F238E27FC236}">
                  <a16:creationId xmlns:a16="http://schemas.microsoft.com/office/drawing/2014/main" id="{60804454-57FD-4BDA-9515-BD222B18F083}"/>
                </a:ext>
              </a:extLst>
            </p:cNvPr>
            <p:cNvSpPr>
              <a:spLocks noGrp="1"/>
            </p:cNvSpPr>
            <p:nvPr/>
          </p:nvSpPr>
          <p:spPr>
            <a:xfrm>
              <a:off x="22086590" y="2419350"/>
              <a:ext cx="15522" cy="133350"/>
            </a:xfrm>
            <a:prstGeom prst="rect">
              <a:avLst/>
            </a:prstGeom>
            <a:solidFill>
              <a:srgbClr val="DCE8ED"/>
            </a:solidFill>
            <a:ln w="0">
              <a:noFill/>
              <a:prstDash val="solid"/>
            </a:ln>
          </p:spPr>
        </p:sp>
        <p:sp>
          <p:nvSpPr>
            <p:cNvPr id="3354" name="dense-strip-5-cell-54">
              <a:extLst>
                <a:ext uri="{FF2B5EF4-FFF2-40B4-BE49-F238E27FC236}">
                  <a16:creationId xmlns:a16="http://schemas.microsoft.com/office/drawing/2014/main" id="{84D6B3F5-AC59-419A-A042-8064D624E880}"/>
                </a:ext>
              </a:extLst>
            </p:cNvPr>
            <p:cNvSpPr>
              <a:spLocks noGrp="1"/>
            </p:cNvSpPr>
            <p:nvPr/>
          </p:nvSpPr>
          <p:spPr>
            <a:xfrm>
              <a:off x="22071211" y="2419350"/>
              <a:ext cx="15522" cy="133350"/>
            </a:xfrm>
            <a:prstGeom prst="rect">
              <a:avLst/>
            </a:prstGeom>
            <a:solidFill>
              <a:srgbClr val="DCE8ED"/>
            </a:solidFill>
            <a:ln w="0">
              <a:noFill/>
              <a:prstDash val="solid"/>
            </a:ln>
          </p:spPr>
        </p:sp>
        <p:sp>
          <p:nvSpPr>
            <p:cNvPr id="3355" name="dense-strip-5-cell-53">
              <a:extLst>
                <a:ext uri="{FF2B5EF4-FFF2-40B4-BE49-F238E27FC236}">
                  <a16:creationId xmlns:a16="http://schemas.microsoft.com/office/drawing/2014/main" id="{EC90048A-1C74-4B21-8B55-5ECDDF868B3E}"/>
                </a:ext>
              </a:extLst>
            </p:cNvPr>
            <p:cNvSpPr>
              <a:spLocks noGrp="1"/>
            </p:cNvSpPr>
            <p:nvPr/>
          </p:nvSpPr>
          <p:spPr>
            <a:xfrm>
              <a:off x="22055832" y="2419350"/>
              <a:ext cx="15522" cy="133350"/>
            </a:xfrm>
            <a:prstGeom prst="rect">
              <a:avLst/>
            </a:prstGeom>
            <a:solidFill>
              <a:srgbClr val="DBE5EB"/>
            </a:solidFill>
            <a:ln w="0">
              <a:noFill/>
              <a:prstDash val="solid"/>
            </a:ln>
          </p:spPr>
        </p:sp>
        <p:sp>
          <p:nvSpPr>
            <p:cNvPr id="3356" name="dense-strip-5-cell-52">
              <a:extLst>
                <a:ext uri="{FF2B5EF4-FFF2-40B4-BE49-F238E27FC236}">
                  <a16:creationId xmlns:a16="http://schemas.microsoft.com/office/drawing/2014/main" id="{19FA0004-735E-439D-81E5-3E0AED83DB26}"/>
                </a:ext>
              </a:extLst>
            </p:cNvPr>
            <p:cNvSpPr>
              <a:spLocks noGrp="1"/>
            </p:cNvSpPr>
            <p:nvPr/>
          </p:nvSpPr>
          <p:spPr>
            <a:xfrm>
              <a:off x="22040453" y="2419350"/>
              <a:ext cx="15522" cy="133350"/>
            </a:xfrm>
            <a:prstGeom prst="rect">
              <a:avLst/>
            </a:prstGeom>
            <a:solidFill>
              <a:srgbClr val="DCE8ED"/>
            </a:solidFill>
            <a:ln w="0">
              <a:noFill/>
              <a:prstDash val="solid"/>
            </a:ln>
          </p:spPr>
        </p:sp>
        <p:sp>
          <p:nvSpPr>
            <p:cNvPr id="3357" name="dense-strip-5-cell-51">
              <a:extLst>
                <a:ext uri="{FF2B5EF4-FFF2-40B4-BE49-F238E27FC236}">
                  <a16:creationId xmlns:a16="http://schemas.microsoft.com/office/drawing/2014/main" id="{F0C08051-A6F4-4FAC-8253-1DBB39A592C3}"/>
                </a:ext>
              </a:extLst>
            </p:cNvPr>
            <p:cNvSpPr>
              <a:spLocks noGrp="1"/>
            </p:cNvSpPr>
            <p:nvPr/>
          </p:nvSpPr>
          <p:spPr>
            <a:xfrm>
              <a:off x="22025074" y="2419350"/>
              <a:ext cx="15522" cy="133350"/>
            </a:xfrm>
            <a:prstGeom prst="rect">
              <a:avLst/>
            </a:prstGeom>
            <a:solidFill>
              <a:srgbClr val="DCE8ED"/>
            </a:solidFill>
            <a:ln w="0">
              <a:noFill/>
              <a:prstDash val="solid"/>
            </a:ln>
          </p:spPr>
        </p:sp>
        <p:sp>
          <p:nvSpPr>
            <p:cNvPr id="3358" name="dense-strip-5-cell-50">
              <a:extLst>
                <a:ext uri="{FF2B5EF4-FFF2-40B4-BE49-F238E27FC236}">
                  <a16:creationId xmlns:a16="http://schemas.microsoft.com/office/drawing/2014/main" id="{7B91D7F2-FD7A-44C7-B615-EA02E827F19E}"/>
                </a:ext>
              </a:extLst>
            </p:cNvPr>
            <p:cNvSpPr>
              <a:spLocks noGrp="1"/>
            </p:cNvSpPr>
            <p:nvPr/>
          </p:nvSpPr>
          <p:spPr>
            <a:xfrm>
              <a:off x="22009695" y="2419350"/>
              <a:ext cx="15522" cy="133350"/>
            </a:xfrm>
            <a:prstGeom prst="rect">
              <a:avLst/>
            </a:prstGeom>
            <a:solidFill>
              <a:srgbClr val="D7E6EA"/>
            </a:solidFill>
            <a:ln w="0">
              <a:noFill/>
              <a:prstDash val="solid"/>
            </a:ln>
          </p:spPr>
        </p:sp>
        <p:sp>
          <p:nvSpPr>
            <p:cNvPr id="3359" name="dense-strip-5-cell-49">
              <a:extLst>
                <a:ext uri="{FF2B5EF4-FFF2-40B4-BE49-F238E27FC236}">
                  <a16:creationId xmlns:a16="http://schemas.microsoft.com/office/drawing/2014/main" id="{BD5A70F2-4038-4002-932E-776ADD47A0F3}"/>
                </a:ext>
              </a:extLst>
            </p:cNvPr>
            <p:cNvSpPr>
              <a:spLocks noGrp="1"/>
            </p:cNvSpPr>
            <p:nvPr/>
          </p:nvSpPr>
          <p:spPr>
            <a:xfrm>
              <a:off x="21994316" y="2419350"/>
              <a:ext cx="15522" cy="133350"/>
            </a:xfrm>
            <a:prstGeom prst="rect">
              <a:avLst/>
            </a:prstGeom>
            <a:solidFill>
              <a:srgbClr val="DBE8ED"/>
            </a:solidFill>
            <a:ln w="0">
              <a:noFill/>
              <a:prstDash val="solid"/>
            </a:ln>
          </p:spPr>
        </p:sp>
        <p:sp>
          <p:nvSpPr>
            <p:cNvPr id="3360" name="dense-strip-5-cell-48">
              <a:extLst>
                <a:ext uri="{FF2B5EF4-FFF2-40B4-BE49-F238E27FC236}">
                  <a16:creationId xmlns:a16="http://schemas.microsoft.com/office/drawing/2014/main" id="{BDCC168D-36A2-40C3-9438-52130F29980D}"/>
                </a:ext>
              </a:extLst>
            </p:cNvPr>
            <p:cNvSpPr>
              <a:spLocks noGrp="1"/>
            </p:cNvSpPr>
            <p:nvPr/>
          </p:nvSpPr>
          <p:spPr>
            <a:xfrm>
              <a:off x="21978938" y="2419350"/>
              <a:ext cx="15522" cy="133350"/>
            </a:xfrm>
            <a:prstGeom prst="rect">
              <a:avLst/>
            </a:prstGeom>
            <a:solidFill>
              <a:srgbClr val="DCE8ED"/>
            </a:solidFill>
            <a:ln w="0">
              <a:noFill/>
              <a:prstDash val="solid"/>
            </a:ln>
          </p:spPr>
        </p:sp>
        <p:sp>
          <p:nvSpPr>
            <p:cNvPr id="3361" name="dense-strip-5-cell-47">
              <a:extLst>
                <a:ext uri="{FF2B5EF4-FFF2-40B4-BE49-F238E27FC236}">
                  <a16:creationId xmlns:a16="http://schemas.microsoft.com/office/drawing/2014/main" id="{8E9C99BE-7458-4CA1-BEF5-6D6C1F2BE43A}"/>
                </a:ext>
              </a:extLst>
            </p:cNvPr>
            <p:cNvSpPr>
              <a:spLocks noGrp="1"/>
            </p:cNvSpPr>
            <p:nvPr/>
          </p:nvSpPr>
          <p:spPr>
            <a:xfrm>
              <a:off x="21963559" y="2419350"/>
              <a:ext cx="15522" cy="133350"/>
            </a:xfrm>
            <a:prstGeom prst="rect">
              <a:avLst/>
            </a:prstGeom>
            <a:solidFill>
              <a:srgbClr val="DCE8ED"/>
            </a:solidFill>
            <a:ln w="0">
              <a:noFill/>
              <a:prstDash val="solid"/>
            </a:ln>
          </p:spPr>
        </p:sp>
        <p:sp>
          <p:nvSpPr>
            <p:cNvPr id="3362" name="dense-strip-5-cell-46">
              <a:extLst>
                <a:ext uri="{FF2B5EF4-FFF2-40B4-BE49-F238E27FC236}">
                  <a16:creationId xmlns:a16="http://schemas.microsoft.com/office/drawing/2014/main" id="{DA848B94-88AD-4CD8-A291-D2264BA6125D}"/>
                </a:ext>
              </a:extLst>
            </p:cNvPr>
            <p:cNvSpPr>
              <a:spLocks noGrp="1"/>
            </p:cNvSpPr>
            <p:nvPr/>
          </p:nvSpPr>
          <p:spPr>
            <a:xfrm>
              <a:off x="21948180" y="2419350"/>
              <a:ext cx="15522" cy="133350"/>
            </a:xfrm>
            <a:prstGeom prst="rect">
              <a:avLst/>
            </a:prstGeom>
            <a:solidFill>
              <a:srgbClr val="DCE8ED"/>
            </a:solidFill>
            <a:ln w="0">
              <a:noFill/>
              <a:prstDash val="solid"/>
            </a:ln>
          </p:spPr>
        </p:sp>
        <p:sp>
          <p:nvSpPr>
            <p:cNvPr id="3363" name="dense-strip-5-cell-45">
              <a:extLst>
                <a:ext uri="{FF2B5EF4-FFF2-40B4-BE49-F238E27FC236}">
                  <a16:creationId xmlns:a16="http://schemas.microsoft.com/office/drawing/2014/main" id="{B2191802-8254-4561-A1EF-5ABDD62AB2C0}"/>
                </a:ext>
              </a:extLst>
            </p:cNvPr>
            <p:cNvSpPr>
              <a:spLocks noGrp="1"/>
            </p:cNvSpPr>
            <p:nvPr/>
          </p:nvSpPr>
          <p:spPr>
            <a:xfrm>
              <a:off x="21932801" y="2419350"/>
              <a:ext cx="15522" cy="133350"/>
            </a:xfrm>
            <a:prstGeom prst="rect">
              <a:avLst/>
            </a:prstGeom>
            <a:solidFill>
              <a:srgbClr val="DCE8ED"/>
            </a:solidFill>
            <a:ln w="0">
              <a:noFill/>
              <a:prstDash val="solid"/>
            </a:ln>
          </p:spPr>
        </p:sp>
        <p:sp>
          <p:nvSpPr>
            <p:cNvPr id="3364" name="dense-strip-5-cell-44">
              <a:extLst>
                <a:ext uri="{FF2B5EF4-FFF2-40B4-BE49-F238E27FC236}">
                  <a16:creationId xmlns:a16="http://schemas.microsoft.com/office/drawing/2014/main" id="{C57DB83C-7981-411B-BE82-5A4005898997}"/>
                </a:ext>
              </a:extLst>
            </p:cNvPr>
            <p:cNvSpPr>
              <a:spLocks noGrp="1"/>
            </p:cNvSpPr>
            <p:nvPr/>
          </p:nvSpPr>
          <p:spPr>
            <a:xfrm>
              <a:off x="21917422" y="2419350"/>
              <a:ext cx="15522" cy="133350"/>
            </a:xfrm>
            <a:prstGeom prst="rect">
              <a:avLst/>
            </a:prstGeom>
            <a:solidFill>
              <a:srgbClr val="DCE8ED"/>
            </a:solidFill>
            <a:ln w="0">
              <a:noFill/>
              <a:prstDash val="solid"/>
            </a:ln>
          </p:spPr>
        </p:sp>
        <p:sp>
          <p:nvSpPr>
            <p:cNvPr id="3365" name="dense-strip-5-cell-43">
              <a:extLst>
                <a:ext uri="{FF2B5EF4-FFF2-40B4-BE49-F238E27FC236}">
                  <a16:creationId xmlns:a16="http://schemas.microsoft.com/office/drawing/2014/main" id="{13ABC062-DCEB-4919-B42A-71880ECBCF0B}"/>
                </a:ext>
              </a:extLst>
            </p:cNvPr>
            <p:cNvSpPr>
              <a:spLocks noGrp="1"/>
            </p:cNvSpPr>
            <p:nvPr/>
          </p:nvSpPr>
          <p:spPr>
            <a:xfrm>
              <a:off x="21902043" y="2419350"/>
              <a:ext cx="15522" cy="133350"/>
            </a:xfrm>
            <a:prstGeom prst="rect">
              <a:avLst/>
            </a:prstGeom>
            <a:solidFill>
              <a:srgbClr val="DCE8ED"/>
            </a:solidFill>
            <a:ln w="0">
              <a:noFill/>
              <a:prstDash val="solid"/>
            </a:ln>
          </p:spPr>
        </p:sp>
        <p:sp>
          <p:nvSpPr>
            <p:cNvPr id="3366" name="dense-strip-5-cell-42">
              <a:extLst>
                <a:ext uri="{FF2B5EF4-FFF2-40B4-BE49-F238E27FC236}">
                  <a16:creationId xmlns:a16="http://schemas.microsoft.com/office/drawing/2014/main" id="{B36C3279-AFCE-45C2-A9C7-74667B60D3B6}"/>
                </a:ext>
              </a:extLst>
            </p:cNvPr>
            <p:cNvSpPr>
              <a:spLocks noGrp="1"/>
            </p:cNvSpPr>
            <p:nvPr/>
          </p:nvSpPr>
          <p:spPr>
            <a:xfrm>
              <a:off x="21886664" y="2419350"/>
              <a:ext cx="15522" cy="133350"/>
            </a:xfrm>
            <a:prstGeom prst="rect">
              <a:avLst/>
            </a:prstGeom>
            <a:solidFill>
              <a:srgbClr val="DCE8ED"/>
            </a:solidFill>
            <a:ln w="0">
              <a:noFill/>
              <a:prstDash val="solid"/>
            </a:ln>
          </p:spPr>
        </p:sp>
        <p:sp>
          <p:nvSpPr>
            <p:cNvPr id="3367" name="dense-strip-5-cell-41">
              <a:extLst>
                <a:ext uri="{FF2B5EF4-FFF2-40B4-BE49-F238E27FC236}">
                  <a16:creationId xmlns:a16="http://schemas.microsoft.com/office/drawing/2014/main" id="{A9F3C11C-6240-4A35-9BEB-02B116DA2EEF}"/>
                </a:ext>
              </a:extLst>
            </p:cNvPr>
            <p:cNvSpPr>
              <a:spLocks noGrp="1"/>
            </p:cNvSpPr>
            <p:nvPr/>
          </p:nvSpPr>
          <p:spPr>
            <a:xfrm>
              <a:off x="21871285" y="2419350"/>
              <a:ext cx="15522" cy="133350"/>
            </a:xfrm>
            <a:prstGeom prst="rect">
              <a:avLst/>
            </a:prstGeom>
            <a:solidFill>
              <a:srgbClr val="DCE8ED"/>
            </a:solidFill>
            <a:ln w="0">
              <a:noFill/>
              <a:prstDash val="solid"/>
            </a:ln>
          </p:spPr>
        </p:sp>
        <p:sp>
          <p:nvSpPr>
            <p:cNvPr id="3368" name="dense-strip-5-cell-40">
              <a:extLst>
                <a:ext uri="{FF2B5EF4-FFF2-40B4-BE49-F238E27FC236}">
                  <a16:creationId xmlns:a16="http://schemas.microsoft.com/office/drawing/2014/main" id="{0D177F3D-B209-4E12-994E-445FAF1D477A}"/>
                </a:ext>
              </a:extLst>
            </p:cNvPr>
            <p:cNvSpPr>
              <a:spLocks noGrp="1"/>
            </p:cNvSpPr>
            <p:nvPr/>
          </p:nvSpPr>
          <p:spPr>
            <a:xfrm>
              <a:off x="21855906" y="2419350"/>
              <a:ext cx="15522" cy="133350"/>
            </a:xfrm>
            <a:prstGeom prst="rect">
              <a:avLst/>
            </a:prstGeom>
            <a:solidFill>
              <a:srgbClr val="DCE8ED"/>
            </a:solidFill>
            <a:ln w="0">
              <a:noFill/>
              <a:prstDash val="solid"/>
            </a:ln>
          </p:spPr>
        </p:sp>
        <p:sp>
          <p:nvSpPr>
            <p:cNvPr id="3369" name="dense-strip-5-cell-39">
              <a:extLst>
                <a:ext uri="{FF2B5EF4-FFF2-40B4-BE49-F238E27FC236}">
                  <a16:creationId xmlns:a16="http://schemas.microsoft.com/office/drawing/2014/main" id="{C102BE94-9F99-4E67-B471-BB1C1F6F6CA6}"/>
                </a:ext>
              </a:extLst>
            </p:cNvPr>
            <p:cNvSpPr>
              <a:spLocks noGrp="1"/>
            </p:cNvSpPr>
            <p:nvPr/>
          </p:nvSpPr>
          <p:spPr>
            <a:xfrm>
              <a:off x="21840527" y="2419350"/>
              <a:ext cx="15522" cy="133350"/>
            </a:xfrm>
            <a:prstGeom prst="rect">
              <a:avLst/>
            </a:prstGeom>
            <a:solidFill>
              <a:srgbClr val="DCE8ED"/>
            </a:solidFill>
            <a:ln w="0">
              <a:noFill/>
              <a:prstDash val="solid"/>
            </a:ln>
          </p:spPr>
        </p:sp>
        <p:sp>
          <p:nvSpPr>
            <p:cNvPr id="3370" name="dense-strip-5-cell-38">
              <a:extLst>
                <a:ext uri="{FF2B5EF4-FFF2-40B4-BE49-F238E27FC236}">
                  <a16:creationId xmlns:a16="http://schemas.microsoft.com/office/drawing/2014/main" id="{7E2B6E07-1C59-4A3C-B86F-CFD17C5CBD30}"/>
                </a:ext>
              </a:extLst>
            </p:cNvPr>
            <p:cNvSpPr>
              <a:spLocks noGrp="1"/>
            </p:cNvSpPr>
            <p:nvPr/>
          </p:nvSpPr>
          <p:spPr>
            <a:xfrm>
              <a:off x="21825148" y="2419350"/>
              <a:ext cx="15522" cy="133350"/>
            </a:xfrm>
            <a:prstGeom prst="rect">
              <a:avLst/>
            </a:prstGeom>
            <a:solidFill>
              <a:srgbClr val="DCE8ED"/>
            </a:solidFill>
            <a:ln w="0">
              <a:noFill/>
              <a:prstDash val="solid"/>
            </a:ln>
          </p:spPr>
        </p:sp>
        <p:sp>
          <p:nvSpPr>
            <p:cNvPr id="3371" name="dense-strip-5-cell-37">
              <a:extLst>
                <a:ext uri="{FF2B5EF4-FFF2-40B4-BE49-F238E27FC236}">
                  <a16:creationId xmlns:a16="http://schemas.microsoft.com/office/drawing/2014/main" id="{9F7C9182-58A4-4132-8117-6FD25B97D555}"/>
                </a:ext>
              </a:extLst>
            </p:cNvPr>
            <p:cNvSpPr>
              <a:spLocks noGrp="1"/>
            </p:cNvSpPr>
            <p:nvPr/>
          </p:nvSpPr>
          <p:spPr>
            <a:xfrm>
              <a:off x="21809770" y="2419350"/>
              <a:ext cx="15522" cy="133350"/>
            </a:xfrm>
            <a:prstGeom prst="rect">
              <a:avLst/>
            </a:prstGeom>
            <a:solidFill>
              <a:srgbClr val="DCE8ED"/>
            </a:solidFill>
            <a:ln w="0">
              <a:noFill/>
              <a:prstDash val="solid"/>
            </a:ln>
          </p:spPr>
        </p:sp>
        <p:sp>
          <p:nvSpPr>
            <p:cNvPr id="3372" name="dense-strip-5-cell-36">
              <a:extLst>
                <a:ext uri="{FF2B5EF4-FFF2-40B4-BE49-F238E27FC236}">
                  <a16:creationId xmlns:a16="http://schemas.microsoft.com/office/drawing/2014/main" id="{F1D9B81B-7AD8-4650-A143-74538DB9CEFE}"/>
                </a:ext>
              </a:extLst>
            </p:cNvPr>
            <p:cNvSpPr>
              <a:spLocks noGrp="1"/>
            </p:cNvSpPr>
            <p:nvPr/>
          </p:nvSpPr>
          <p:spPr>
            <a:xfrm>
              <a:off x="21794391" y="2419350"/>
              <a:ext cx="15522" cy="133350"/>
            </a:xfrm>
            <a:prstGeom prst="rect">
              <a:avLst/>
            </a:prstGeom>
            <a:solidFill>
              <a:srgbClr val="DCE8ED"/>
            </a:solidFill>
            <a:ln w="0">
              <a:noFill/>
              <a:prstDash val="solid"/>
            </a:ln>
          </p:spPr>
        </p:sp>
        <p:sp>
          <p:nvSpPr>
            <p:cNvPr id="3373" name="dense-strip-5-cell-35">
              <a:extLst>
                <a:ext uri="{FF2B5EF4-FFF2-40B4-BE49-F238E27FC236}">
                  <a16:creationId xmlns:a16="http://schemas.microsoft.com/office/drawing/2014/main" id="{5F816374-C2BF-4EB1-A651-9938472CE929}"/>
                </a:ext>
              </a:extLst>
            </p:cNvPr>
            <p:cNvSpPr>
              <a:spLocks noGrp="1"/>
            </p:cNvSpPr>
            <p:nvPr/>
          </p:nvSpPr>
          <p:spPr>
            <a:xfrm>
              <a:off x="21779012" y="2419350"/>
              <a:ext cx="15522" cy="133350"/>
            </a:xfrm>
            <a:prstGeom prst="rect">
              <a:avLst/>
            </a:prstGeom>
            <a:solidFill>
              <a:srgbClr val="DCE8ED"/>
            </a:solidFill>
            <a:ln w="0">
              <a:noFill/>
              <a:prstDash val="solid"/>
            </a:ln>
          </p:spPr>
        </p:sp>
        <p:sp>
          <p:nvSpPr>
            <p:cNvPr id="3374" name="dense-strip-5-cell-34">
              <a:extLst>
                <a:ext uri="{FF2B5EF4-FFF2-40B4-BE49-F238E27FC236}">
                  <a16:creationId xmlns:a16="http://schemas.microsoft.com/office/drawing/2014/main" id="{CAE535A5-F920-4C35-B7F5-7428F2CC4D7D}"/>
                </a:ext>
              </a:extLst>
            </p:cNvPr>
            <p:cNvSpPr>
              <a:spLocks noGrp="1"/>
            </p:cNvSpPr>
            <p:nvPr/>
          </p:nvSpPr>
          <p:spPr>
            <a:xfrm>
              <a:off x="21763633" y="2419350"/>
              <a:ext cx="15522" cy="133350"/>
            </a:xfrm>
            <a:prstGeom prst="rect">
              <a:avLst/>
            </a:prstGeom>
            <a:solidFill>
              <a:srgbClr val="DCE8ED"/>
            </a:solidFill>
            <a:ln w="0">
              <a:noFill/>
              <a:prstDash val="solid"/>
            </a:ln>
          </p:spPr>
        </p:sp>
        <p:sp>
          <p:nvSpPr>
            <p:cNvPr id="3375" name="dense-strip-5-cell-33">
              <a:extLst>
                <a:ext uri="{FF2B5EF4-FFF2-40B4-BE49-F238E27FC236}">
                  <a16:creationId xmlns:a16="http://schemas.microsoft.com/office/drawing/2014/main" id="{56D88787-6ECC-4017-992E-517E441C7A86}"/>
                </a:ext>
              </a:extLst>
            </p:cNvPr>
            <p:cNvSpPr>
              <a:spLocks noGrp="1"/>
            </p:cNvSpPr>
            <p:nvPr/>
          </p:nvSpPr>
          <p:spPr>
            <a:xfrm>
              <a:off x="21748254" y="2419350"/>
              <a:ext cx="15522" cy="133350"/>
            </a:xfrm>
            <a:prstGeom prst="rect">
              <a:avLst/>
            </a:prstGeom>
            <a:solidFill>
              <a:srgbClr val="DCE8ED"/>
            </a:solidFill>
            <a:ln w="0">
              <a:noFill/>
              <a:prstDash val="solid"/>
            </a:ln>
          </p:spPr>
        </p:sp>
        <p:sp>
          <p:nvSpPr>
            <p:cNvPr id="3376" name="dense-strip-5-cell-32">
              <a:extLst>
                <a:ext uri="{FF2B5EF4-FFF2-40B4-BE49-F238E27FC236}">
                  <a16:creationId xmlns:a16="http://schemas.microsoft.com/office/drawing/2014/main" id="{3D2F4A80-711A-48D6-AF1F-049FFD646D63}"/>
                </a:ext>
              </a:extLst>
            </p:cNvPr>
            <p:cNvSpPr>
              <a:spLocks noGrp="1"/>
            </p:cNvSpPr>
            <p:nvPr/>
          </p:nvSpPr>
          <p:spPr>
            <a:xfrm>
              <a:off x="21732875" y="2419350"/>
              <a:ext cx="15522" cy="133350"/>
            </a:xfrm>
            <a:prstGeom prst="rect">
              <a:avLst/>
            </a:prstGeom>
            <a:solidFill>
              <a:srgbClr val="DCE8ED"/>
            </a:solidFill>
            <a:ln w="0">
              <a:noFill/>
              <a:prstDash val="solid"/>
            </a:ln>
          </p:spPr>
        </p:sp>
        <p:sp>
          <p:nvSpPr>
            <p:cNvPr id="3377" name="dense-strip-5-cell-31">
              <a:extLst>
                <a:ext uri="{FF2B5EF4-FFF2-40B4-BE49-F238E27FC236}">
                  <a16:creationId xmlns:a16="http://schemas.microsoft.com/office/drawing/2014/main" id="{F4754B57-B9A7-454B-9E0B-DF5936DB6710}"/>
                </a:ext>
              </a:extLst>
            </p:cNvPr>
            <p:cNvSpPr>
              <a:spLocks noGrp="1"/>
            </p:cNvSpPr>
            <p:nvPr/>
          </p:nvSpPr>
          <p:spPr>
            <a:xfrm>
              <a:off x="21717496" y="2419350"/>
              <a:ext cx="15522" cy="133350"/>
            </a:xfrm>
            <a:prstGeom prst="rect">
              <a:avLst/>
            </a:prstGeom>
            <a:solidFill>
              <a:srgbClr val="DCE8ED"/>
            </a:solidFill>
            <a:ln w="0">
              <a:noFill/>
              <a:prstDash val="solid"/>
            </a:ln>
          </p:spPr>
        </p:sp>
        <p:sp>
          <p:nvSpPr>
            <p:cNvPr id="3378" name="dense-strip-5-cell-30">
              <a:extLst>
                <a:ext uri="{FF2B5EF4-FFF2-40B4-BE49-F238E27FC236}">
                  <a16:creationId xmlns:a16="http://schemas.microsoft.com/office/drawing/2014/main" id="{27E14A9D-F6C1-40A4-B824-0C6E4AA6739A}"/>
                </a:ext>
              </a:extLst>
            </p:cNvPr>
            <p:cNvSpPr>
              <a:spLocks noGrp="1"/>
            </p:cNvSpPr>
            <p:nvPr/>
          </p:nvSpPr>
          <p:spPr>
            <a:xfrm>
              <a:off x="21702117" y="2419350"/>
              <a:ext cx="15522" cy="133350"/>
            </a:xfrm>
            <a:prstGeom prst="rect">
              <a:avLst/>
            </a:prstGeom>
            <a:solidFill>
              <a:srgbClr val="D9E6EC"/>
            </a:solidFill>
            <a:ln w="0">
              <a:noFill/>
              <a:prstDash val="solid"/>
            </a:ln>
          </p:spPr>
        </p:sp>
        <p:sp>
          <p:nvSpPr>
            <p:cNvPr id="3379" name="dense-strip-5-cell-29">
              <a:extLst>
                <a:ext uri="{FF2B5EF4-FFF2-40B4-BE49-F238E27FC236}">
                  <a16:creationId xmlns:a16="http://schemas.microsoft.com/office/drawing/2014/main" id="{A0FE9C7B-3287-41AE-8563-0D003C7649F1}"/>
                </a:ext>
              </a:extLst>
            </p:cNvPr>
            <p:cNvSpPr>
              <a:spLocks noGrp="1"/>
            </p:cNvSpPr>
            <p:nvPr/>
          </p:nvSpPr>
          <p:spPr>
            <a:xfrm>
              <a:off x="21686738" y="2419350"/>
              <a:ext cx="15522" cy="133350"/>
            </a:xfrm>
            <a:prstGeom prst="rect">
              <a:avLst/>
            </a:prstGeom>
            <a:solidFill>
              <a:srgbClr val="CCE0E9"/>
            </a:solidFill>
            <a:ln w="0">
              <a:noFill/>
              <a:prstDash val="solid"/>
            </a:ln>
          </p:spPr>
        </p:sp>
        <p:sp>
          <p:nvSpPr>
            <p:cNvPr id="3380" name="dense-strip-5-cell-28">
              <a:extLst>
                <a:ext uri="{FF2B5EF4-FFF2-40B4-BE49-F238E27FC236}">
                  <a16:creationId xmlns:a16="http://schemas.microsoft.com/office/drawing/2014/main" id="{953921B3-9E89-44C2-BA9A-92F318C73405}"/>
                </a:ext>
              </a:extLst>
            </p:cNvPr>
            <p:cNvSpPr>
              <a:spLocks noGrp="1"/>
            </p:cNvSpPr>
            <p:nvPr/>
          </p:nvSpPr>
          <p:spPr>
            <a:xfrm>
              <a:off x="21671359" y="2419350"/>
              <a:ext cx="15522" cy="133350"/>
            </a:xfrm>
            <a:prstGeom prst="rect">
              <a:avLst/>
            </a:prstGeom>
            <a:solidFill>
              <a:srgbClr val="ACCEE0"/>
            </a:solidFill>
            <a:ln w="0">
              <a:noFill/>
              <a:prstDash val="solid"/>
            </a:ln>
          </p:spPr>
        </p:sp>
        <p:sp>
          <p:nvSpPr>
            <p:cNvPr id="3381" name="dense-strip-5-cell-27">
              <a:extLst>
                <a:ext uri="{FF2B5EF4-FFF2-40B4-BE49-F238E27FC236}">
                  <a16:creationId xmlns:a16="http://schemas.microsoft.com/office/drawing/2014/main" id="{C942C3BC-7E05-4362-862F-035DB096C4D9}"/>
                </a:ext>
              </a:extLst>
            </p:cNvPr>
            <p:cNvSpPr>
              <a:spLocks noGrp="1"/>
            </p:cNvSpPr>
            <p:nvPr/>
          </p:nvSpPr>
          <p:spPr>
            <a:xfrm>
              <a:off x="21655980" y="2419350"/>
              <a:ext cx="15522" cy="133350"/>
            </a:xfrm>
            <a:prstGeom prst="rect">
              <a:avLst/>
            </a:prstGeom>
            <a:solidFill>
              <a:srgbClr val="8DBDD8"/>
            </a:solidFill>
            <a:ln w="0">
              <a:noFill/>
              <a:prstDash val="solid"/>
            </a:ln>
          </p:spPr>
        </p:sp>
        <p:sp>
          <p:nvSpPr>
            <p:cNvPr id="3382" name="dense-strip-5-cell-26">
              <a:extLst>
                <a:ext uri="{FF2B5EF4-FFF2-40B4-BE49-F238E27FC236}">
                  <a16:creationId xmlns:a16="http://schemas.microsoft.com/office/drawing/2014/main" id="{39F206C6-9CDC-4617-8DAD-1FBAA0966D13}"/>
                </a:ext>
              </a:extLst>
            </p:cNvPr>
            <p:cNvSpPr>
              <a:spLocks noGrp="1"/>
            </p:cNvSpPr>
            <p:nvPr/>
          </p:nvSpPr>
          <p:spPr>
            <a:xfrm>
              <a:off x="21640602" y="2419350"/>
              <a:ext cx="15522" cy="133350"/>
            </a:xfrm>
            <a:prstGeom prst="rect">
              <a:avLst/>
            </a:prstGeom>
            <a:solidFill>
              <a:srgbClr val="6DADCF"/>
            </a:solidFill>
            <a:ln w="0">
              <a:noFill/>
              <a:prstDash val="solid"/>
            </a:ln>
          </p:spPr>
        </p:sp>
        <p:sp>
          <p:nvSpPr>
            <p:cNvPr id="3383" name="dense-strip-5-cell-25">
              <a:extLst>
                <a:ext uri="{FF2B5EF4-FFF2-40B4-BE49-F238E27FC236}">
                  <a16:creationId xmlns:a16="http://schemas.microsoft.com/office/drawing/2014/main" id="{A8EF3E6C-2795-4409-9863-DB0D1D08A92D}"/>
                </a:ext>
              </a:extLst>
            </p:cNvPr>
            <p:cNvSpPr>
              <a:spLocks noGrp="1"/>
            </p:cNvSpPr>
            <p:nvPr/>
          </p:nvSpPr>
          <p:spPr>
            <a:xfrm>
              <a:off x="21625223" y="2419350"/>
              <a:ext cx="15522" cy="133350"/>
            </a:xfrm>
            <a:prstGeom prst="rect">
              <a:avLst/>
            </a:prstGeom>
            <a:solidFill>
              <a:srgbClr val="519EC8"/>
            </a:solidFill>
            <a:ln w="0">
              <a:noFill/>
              <a:prstDash val="solid"/>
            </a:ln>
          </p:spPr>
        </p:sp>
        <p:sp>
          <p:nvSpPr>
            <p:cNvPr id="3384" name="dense-strip-5-cell-24">
              <a:extLst>
                <a:ext uri="{FF2B5EF4-FFF2-40B4-BE49-F238E27FC236}">
                  <a16:creationId xmlns:a16="http://schemas.microsoft.com/office/drawing/2014/main" id="{353CAD37-435A-4330-96F4-F3BDE8EC57F7}"/>
                </a:ext>
              </a:extLst>
            </p:cNvPr>
            <p:cNvSpPr>
              <a:spLocks noGrp="1"/>
            </p:cNvSpPr>
            <p:nvPr/>
          </p:nvSpPr>
          <p:spPr>
            <a:xfrm>
              <a:off x="21609844" y="2419350"/>
              <a:ext cx="15522" cy="133350"/>
            </a:xfrm>
            <a:prstGeom prst="rect">
              <a:avLst/>
            </a:prstGeom>
            <a:solidFill>
              <a:srgbClr val="3A91C1"/>
            </a:solidFill>
            <a:ln w="0">
              <a:noFill/>
              <a:prstDash val="solid"/>
            </a:ln>
          </p:spPr>
        </p:sp>
        <p:sp>
          <p:nvSpPr>
            <p:cNvPr id="3385" name="dense-strip-5-cell-23">
              <a:extLst>
                <a:ext uri="{FF2B5EF4-FFF2-40B4-BE49-F238E27FC236}">
                  <a16:creationId xmlns:a16="http://schemas.microsoft.com/office/drawing/2014/main" id="{C391AC51-F75F-4F9C-955B-1A669C66AFA7}"/>
                </a:ext>
              </a:extLst>
            </p:cNvPr>
            <p:cNvSpPr>
              <a:spLocks noGrp="1"/>
            </p:cNvSpPr>
            <p:nvPr/>
          </p:nvSpPr>
          <p:spPr>
            <a:xfrm>
              <a:off x="21594465" y="2419350"/>
              <a:ext cx="15522" cy="133350"/>
            </a:xfrm>
            <a:prstGeom prst="rect">
              <a:avLst/>
            </a:prstGeom>
            <a:solidFill>
              <a:srgbClr val="2988BD"/>
            </a:solidFill>
            <a:ln w="0">
              <a:noFill/>
              <a:prstDash val="solid"/>
            </a:ln>
          </p:spPr>
        </p:sp>
        <p:sp>
          <p:nvSpPr>
            <p:cNvPr id="3386" name="dense-strip-5-cell-22">
              <a:extLst>
                <a:ext uri="{FF2B5EF4-FFF2-40B4-BE49-F238E27FC236}">
                  <a16:creationId xmlns:a16="http://schemas.microsoft.com/office/drawing/2014/main" id="{6B58FA11-3BC4-48EE-B19F-5700C3B0226B}"/>
                </a:ext>
              </a:extLst>
            </p:cNvPr>
            <p:cNvSpPr>
              <a:spLocks noGrp="1"/>
            </p:cNvSpPr>
            <p:nvPr/>
          </p:nvSpPr>
          <p:spPr>
            <a:xfrm>
              <a:off x="21579086" y="2419350"/>
              <a:ext cx="15522" cy="133350"/>
            </a:xfrm>
            <a:prstGeom prst="rect">
              <a:avLst/>
            </a:prstGeom>
            <a:solidFill>
              <a:srgbClr val="1F82BA"/>
            </a:solidFill>
            <a:ln w="0">
              <a:noFill/>
              <a:prstDash val="solid"/>
            </a:ln>
          </p:spPr>
        </p:sp>
        <p:sp>
          <p:nvSpPr>
            <p:cNvPr id="3387" name="dense-strip-5-cell-21">
              <a:extLst>
                <a:ext uri="{FF2B5EF4-FFF2-40B4-BE49-F238E27FC236}">
                  <a16:creationId xmlns:a16="http://schemas.microsoft.com/office/drawing/2014/main" id="{E41431CA-BC0A-44D6-832D-A701DF830BAD}"/>
                </a:ext>
              </a:extLst>
            </p:cNvPr>
            <p:cNvSpPr>
              <a:spLocks noGrp="1"/>
            </p:cNvSpPr>
            <p:nvPr/>
          </p:nvSpPr>
          <p:spPr>
            <a:xfrm>
              <a:off x="21563707" y="2419350"/>
              <a:ext cx="15522" cy="133350"/>
            </a:xfrm>
            <a:prstGeom prst="rect">
              <a:avLst/>
            </a:prstGeom>
            <a:solidFill>
              <a:srgbClr val="147DB7"/>
            </a:solidFill>
            <a:ln w="0">
              <a:noFill/>
              <a:prstDash val="solid"/>
            </a:ln>
          </p:spPr>
        </p:sp>
        <p:sp>
          <p:nvSpPr>
            <p:cNvPr id="3388" name="dense-strip-5-cell-20">
              <a:extLst>
                <a:ext uri="{FF2B5EF4-FFF2-40B4-BE49-F238E27FC236}">
                  <a16:creationId xmlns:a16="http://schemas.microsoft.com/office/drawing/2014/main" id="{CC0B60B5-B3DF-43FA-966E-E665C5F4459A}"/>
                </a:ext>
              </a:extLst>
            </p:cNvPr>
            <p:cNvSpPr>
              <a:spLocks noGrp="1"/>
            </p:cNvSpPr>
            <p:nvPr/>
          </p:nvSpPr>
          <p:spPr>
            <a:xfrm>
              <a:off x="21548328" y="2419350"/>
              <a:ext cx="15522" cy="133350"/>
            </a:xfrm>
            <a:prstGeom prst="rect">
              <a:avLst/>
            </a:prstGeom>
            <a:solidFill>
              <a:srgbClr val="0A78B5"/>
            </a:solidFill>
            <a:ln w="0">
              <a:noFill/>
              <a:prstDash val="solid"/>
            </a:ln>
          </p:spPr>
        </p:sp>
        <p:sp>
          <p:nvSpPr>
            <p:cNvPr id="3389" name="dense-strip-5-cell-19">
              <a:extLst>
                <a:ext uri="{FF2B5EF4-FFF2-40B4-BE49-F238E27FC236}">
                  <a16:creationId xmlns:a16="http://schemas.microsoft.com/office/drawing/2014/main" id="{914AA11B-4FBE-4146-9D56-B3E6BFCA6D81}"/>
                </a:ext>
              </a:extLst>
            </p:cNvPr>
            <p:cNvSpPr>
              <a:spLocks noGrp="1"/>
            </p:cNvSpPr>
            <p:nvPr/>
          </p:nvSpPr>
          <p:spPr>
            <a:xfrm>
              <a:off x="21532949" y="2419350"/>
              <a:ext cx="15522" cy="133350"/>
            </a:xfrm>
            <a:prstGeom prst="rect">
              <a:avLst/>
            </a:prstGeom>
            <a:solidFill>
              <a:srgbClr val="0374B3"/>
            </a:solidFill>
            <a:ln w="0">
              <a:noFill/>
              <a:prstDash val="solid"/>
            </a:ln>
          </p:spPr>
        </p:sp>
        <p:sp>
          <p:nvSpPr>
            <p:cNvPr id="3390" name="dense-strip-5-cell-18">
              <a:extLst>
                <a:ext uri="{FF2B5EF4-FFF2-40B4-BE49-F238E27FC236}">
                  <a16:creationId xmlns:a16="http://schemas.microsoft.com/office/drawing/2014/main" id="{598F2E05-2704-49BB-B34D-9073C2858792}"/>
                </a:ext>
              </a:extLst>
            </p:cNvPr>
            <p:cNvSpPr>
              <a:spLocks noGrp="1"/>
            </p:cNvSpPr>
            <p:nvPr/>
          </p:nvSpPr>
          <p:spPr>
            <a:xfrm>
              <a:off x="21517570" y="2419350"/>
              <a:ext cx="15522" cy="133350"/>
            </a:xfrm>
            <a:prstGeom prst="rect">
              <a:avLst/>
            </a:prstGeom>
            <a:solidFill>
              <a:srgbClr val="0072B2"/>
            </a:solidFill>
            <a:ln w="0">
              <a:noFill/>
              <a:prstDash val="solid"/>
            </a:ln>
          </p:spPr>
        </p:sp>
        <p:sp>
          <p:nvSpPr>
            <p:cNvPr id="3391" name="dense-strip-5-cell-17">
              <a:extLst>
                <a:ext uri="{FF2B5EF4-FFF2-40B4-BE49-F238E27FC236}">
                  <a16:creationId xmlns:a16="http://schemas.microsoft.com/office/drawing/2014/main" id="{344D39D3-04F0-4F54-9AF3-83D5E2FA84D4}"/>
                </a:ext>
              </a:extLst>
            </p:cNvPr>
            <p:cNvSpPr>
              <a:spLocks noGrp="1"/>
            </p:cNvSpPr>
            <p:nvPr/>
          </p:nvSpPr>
          <p:spPr>
            <a:xfrm>
              <a:off x="21502191" y="2419350"/>
              <a:ext cx="15522" cy="133350"/>
            </a:xfrm>
            <a:prstGeom prst="rect">
              <a:avLst/>
            </a:prstGeom>
            <a:solidFill>
              <a:srgbClr val="0072B2"/>
            </a:solidFill>
            <a:ln w="0">
              <a:noFill/>
              <a:prstDash val="solid"/>
            </a:ln>
          </p:spPr>
        </p:sp>
        <p:sp>
          <p:nvSpPr>
            <p:cNvPr id="3392" name="dense-strip-5-cell-16">
              <a:extLst>
                <a:ext uri="{FF2B5EF4-FFF2-40B4-BE49-F238E27FC236}">
                  <a16:creationId xmlns:a16="http://schemas.microsoft.com/office/drawing/2014/main" id="{DC6B01AB-7CAA-40CA-B88F-A1B2B02D10DA}"/>
                </a:ext>
              </a:extLst>
            </p:cNvPr>
            <p:cNvSpPr>
              <a:spLocks noGrp="1"/>
            </p:cNvSpPr>
            <p:nvPr/>
          </p:nvSpPr>
          <p:spPr>
            <a:xfrm>
              <a:off x="21486813" y="2419350"/>
              <a:ext cx="15522" cy="133350"/>
            </a:xfrm>
            <a:prstGeom prst="rect">
              <a:avLst/>
            </a:prstGeom>
            <a:solidFill>
              <a:srgbClr val="0072B2"/>
            </a:solidFill>
            <a:ln w="0">
              <a:noFill/>
              <a:prstDash val="solid"/>
            </a:ln>
          </p:spPr>
        </p:sp>
        <p:sp>
          <p:nvSpPr>
            <p:cNvPr id="3393" name="dense-strip-5-cell-15">
              <a:extLst>
                <a:ext uri="{FF2B5EF4-FFF2-40B4-BE49-F238E27FC236}">
                  <a16:creationId xmlns:a16="http://schemas.microsoft.com/office/drawing/2014/main" id="{65DCEA49-49C0-41EE-B36A-D3B66580AEC1}"/>
                </a:ext>
              </a:extLst>
            </p:cNvPr>
            <p:cNvSpPr>
              <a:spLocks noGrp="1"/>
            </p:cNvSpPr>
            <p:nvPr/>
          </p:nvSpPr>
          <p:spPr>
            <a:xfrm>
              <a:off x="21471434" y="2419350"/>
              <a:ext cx="15522" cy="133350"/>
            </a:xfrm>
            <a:prstGeom prst="rect">
              <a:avLst/>
            </a:prstGeom>
            <a:solidFill>
              <a:srgbClr val="0072B2"/>
            </a:solidFill>
            <a:ln w="0">
              <a:noFill/>
              <a:prstDash val="solid"/>
            </a:ln>
          </p:spPr>
        </p:sp>
        <p:sp>
          <p:nvSpPr>
            <p:cNvPr id="3394" name="dense-strip-5-cell-14">
              <a:extLst>
                <a:ext uri="{FF2B5EF4-FFF2-40B4-BE49-F238E27FC236}">
                  <a16:creationId xmlns:a16="http://schemas.microsoft.com/office/drawing/2014/main" id="{81818742-9927-4621-9E91-80297A33BA0A}"/>
                </a:ext>
              </a:extLst>
            </p:cNvPr>
            <p:cNvSpPr>
              <a:spLocks noGrp="1"/>
            </p:cNvSpPr>
            <p:nvPr/>
          </p:nvSpPr>
          <p:spPr>
            <a:xfrm>
              <a:off x="21456055" y="2419350"/>
              <a:ext cx="15522" cy="133350"/>
            </a:xfrm>
            <a:prstGeom prst="rect">
              <a:avLst/>
            </a:prstGeom>
            <a:solidFill>
              <a:srgbClr val="0072B2"/>
            </a:solidFill>
            <a:ln w="0">
              <a:noFill/>
              <a:prstDash val="solid"/>
            </a:ln>
          </p:spPr>
        </p:sp>
        <p:sp>
          <p:nvSpPr>
            <p:cNvPr id="3395" name="dense-strip-5-cell-13">
              <a:extLst>
                <a:ext uri="{FF2B5EF4-FFF2-40B4-BE49-F238E27FC236}">
                  <a16:creationId xmlns:a16="http://schemas.microsoft.com/office/drawing/2014/main" id="{1E5BC3FE-12FD-47DD-BBB6-0F381F18CF9F}"/>
                </a:ext>
              </a:extLst>
            </p:cNvPr>
            <p:cNvSpPr>
              <a:spLocks noGrp="1"/>
            </p:cNvSpPr>
            <p:nvPr/>
          </p:nvSpPr>
          <p:spPr>
            <a:xfrm>
              <a:off x="21440676" y="2419350"/>
              <a:ext cx="15522" cy="133350"/>
            </a:xfrm>
            <a:prstGeom prst="rect">
              <a:avLst/>
            </a:prstGeom>
            <a:solidFill>
              <a:srgbClr val="0072B2"/>
            </a:solidFill>
            <a:ln w="0">
              <a:noFill/>
              <a:prstDash val="solid"/>
            </a:ln>
          </p:spPr>
        </p:sp>
        <p:sp>
          <p:nvSpPr>
            <p:cNvPr id="3396" name="dense-strip-5-cell-12">
              <a:extLst>
                <a:ext uri="{FF2B5EF4-FFF2-40B4-BE49-F238E27FC236}">
                  <a16:creationId xmlns:a16="http://schemas.microsoft.com/office/drawing/2014/main" id="{52E2F7DB-B074-4B42-8AB5-8B11F661CFED}"/>
                </a:ext>
              </a:extLst>
            </p:cNvPr>
            <p:cNvSpPr>
              <a:spLocks noGrp="1"/>
            </p:cNvSpPr>
            <p:nvPr/>
          </p:nvSpPr>
          <p:spPr>
            <a:xfrm>
              <a:off x="21425297" y="2419350"/>
              <a:ext cx="15522" cy="133350"/>
            </a:xfrm>
            <a:prstGeom prst="rect">
              <a:avLst/>
            </a:prstGeom>
            <a:solidFill>
              <a:srgbClr val="0072B2"/>
            </a:solidFill>
            <a:ln w="0">
              <a:noFill/>
              <a:prstDash val="solid"/>
            </a:ln>
          </p:spPr>
        </p:sp>
        <p:sp>
          <p:nvSpPr>
            <p:cNvPr id="3397" name="dense-strip-5-cell-11">
              <a:extLst>
                <a:ext uri="{FF2B5EF4-FFF2-40B4-BE49-F238E27FC236}">
                  <a16:creationId xmlns:a16="http://schemas.microsoft.com/office/drawing/2014/main" id="{941291C7-3159-4E8D-A8AD-191B2AEF9839}"/>
                </a:ext>
              </a:extLst>
            </p:cNvPr>
            <p:cNvSpPr>
              <a:spLocks noGrp="1"/>
            </p:cNvSpPr>
            <p:nvPr/>
          </p:nvSpPr>
          <p:spPr>
            <a:xfrm>
              <a:off x="21409918" y="2419350"/>
              <a:ext cx="15522" cy="133350"/>
            </a:xfrm>
            <a:prstGeom prst="rect">
              <a:avLst/>
            </a:prstGeom>
            <a:solidFill>
              <a:srgbClr val="0072B2"/>
            </a:solidFill>
            <a:ln w="0">
              <a:noFill/>
              <a:prstDash val="solid"/>
            </a:ln>
          </p:spPr>
        </p:sp>
        <p:sp>
          <p:nvSpPr>
            <p:cNvPr id="3398" name="dense-strip-5-cell-10">
              <a:extLst>
                <a:ext uri="{FF2B5EF4-FFF2-40B4-BE49-F238E27FC236}">
                  <a16:creationId xmlns:a16="http://schemas.microsoft.com/office/drawing/2014/main" id="{7EBB6FDA-6686-4680-ACBE-193E41E56765}"/>
                </a:ext>
              </a:extLst>
            </p:cNvPr>
            <p:cNvSpPr>
              <a:spLocks noGrp="1"/>
            </p:cNvSpPr>
            <p:nvPr/>
          </p:nvSpPr>
          <p:spPr>
            <a:xfrm>
              <a:off x="21394539" y="2419350"/>
              <a:ext cx="15522" cy="133350"/>
            </a:xfrm>
            <a:prstGeom prst="rect">
              <a:avLst/>
            </a:prstGeom>
            <a:solidFill>
              <a:srgbClr val="0072B2"/>
            </a:solidFill>
            <a:ln w="0">
              <a:noFill/>
              <a:prstDash val="solid"/>
            </a:ln>
          </p:spPr>
        </p:sp>
        <p:sp>
          <p:nvSpPr>
            <p:cNvPr id="3399" name="dense-strip-5-cell-9">
              <a:extLst>
                <a:ext uri="{FF2B5EF4-FFF2-40B4-BE49-F238E27FC236}">
                  <a16:creationId xmlns:a16="http://schemas.microsoft.com/office/drawing/2014/main" id="{C144979A-C858-4929-8AEA-E5185205DEFF}"/>
                </a:ext>
              </a:extLst>
            </p:cNvPr>
            <p:cNvSpPr>
              <a:spLocks noGrp="1"/>
            </p:cNvSpPr>
            <p:nvPr/>
          </p:nvSpPr>
          <p:spPr>
            <a:xfrm>
              <a:off x="21379160" y="2419350"/>
              <a:ext cx="15522" cy="133350"/>
            </a:xfrm>
            <a:prstGeom prst="rect">
              <a:avLst/>
            </a:prstGeom>
            <a:solidFill>
              <a:srgbClr val="0072B2"/>
            </a:solidFill>
            <a:ln w="0">
              <a:noFill/>
              <a:prstDash val="solid"/>
            </a:ln>
          </p:spPr>
        </p:sp>
        <p:sp>
          <p:nvSpPr>
            <p:cNvPr id="3400" name="dense-strip-5-cell-8">
              <a:extLst>
                <a:ext uri="{FF2B5EF4-FFF2-40B4-BE49-F238E27FC236}">
                  <a16:creationId xmlns:a16="http://schemas.microsoft.com/office/drawing/2014/main" id="{34805CBB-2BFF-4C3F-86F8-2DEF66E4B619}"/>
                </a:ext>
              </a:extLst>
            </p:cNvPr>
            <p:cNvSpPr>
              <a:spLocks noGrp="1"/>
            </p:cNvSpPr>
            <p:nvPr/>
          </p:nvSpPr>
          <p:spPr>
            <a:xfrm>
              <a:off x="21363781" y="2419350"/>
              <a:ext cx="15522" cy="133350"/>
            </a:xfrm>
            <a:prstGeom prst="rect">
              <a:avLst/>
            </a:prstGeom>
            <a:solidFill>
              <a:srgbClr val="0072B2"/>
            </a:solidFill>
            <a:ln w="0">
              <a:noFill/>
              <a:prstDash val="solid"/>
            </a:ln>
          </p:spPr>
        </p:sp>
        <p:sp>
          <p:nvSpPr>
            <p:cNvPr id="3401" name="dense-strip-5-cell-7">
              <a:extLst>
                <a:ext uri="{FF2B5EF4-FFF2-40B4-BE49-F238E27FC236}">
                  <a16:creationId xmlns:a16="http://schemas.microsoft.com/office/drawing/2014/main" id="{6C1E7939-080E-460E-9448-A8316A508405}"/>
                </a:ext>
              </a:extLst>
            </p:cNvPr>
            <p:cNvSpPr>
              <a:spLocks noGrp="1"/>
            </p:cNvSpPr>
            <p:nvPr/>
          </p:nvSpPr>
          <p:spPr>
            <a:xfrm>
              <a:off x="21348402" y="2419350"/>
              <a:ext cx="15522" cy="133350"/>
            </a:xfrm>
            <a:prstGeom prst="rect">
              <a:avLst/>
            </a:prstGeom>
            <a:solidFill>
              <a:srgbClr val="0273B3"/>
            </a:solidFill>
            <a:ln w="0">
              <a:noFill/>
              <a:prstDash val="solid"/>
            </a:ln>
          </p:spPr>
        </p:sp>
        <p:sp>
          <p:nvSpPr>
            <p:cNvPr id="3402" name="dense-strip-5-cell-6">
              <a:extLst>
                <a:ext uri="{FF2B5EF4-FFF2-40B4-BE49-F238E27FC236}">
                  <a16:creationId xmlns:a16="http://schemas.microsoft.com/office/drawing/2014/main" id="{7958F1A5-7549-4774-BEE4-813F985D90E0}"/>
                </a:ext>
              </a:extLst>
            </p:cNvPr>
            <p:cNvSpPr>
              <a:spLocks noGrp="1"/>
            </p:cNvSpPr>
            <p:nvPr/>
          </p:nvSpPr>
          <p:spPr>
            <a:xfrm>
              <a:off x="21333023" y="2419350"/>
              <a:ext cx="15522" cy="133350"/>
            </a:xfrm>
            <a:prstGeom prst="rect">
              <a:avLst/>
            </a:prstGeom>
            <a:solidFill>
              <a:srgbClr val="0C79B5"/>
            </a:solidFill>
            <a:ln w="0">
              <a:noFill/>
              <a:prstDash val="solid"/>
            </a:ln>
          </p:spPr>
        </p:sp>
        <p:sp>
          <p:nvSpPr>
            <p:cNvPr id="3403" name="dense-strip-5-cell-5">
              <a:extLst>
                <a:ext uri="{FF2B5EF4-FFF2-40B4-BE49-F238E27FC236}">
                  <a16:creationId xmlns:a16="http://schemas.microsoft.com/office/drawing/2014/main" id="{639B4389-5A23-492D-ADF9-FEC8D95B9215}"/>
                </a:ext>
              </a:extLst>
            </p:cNvPr>
            <p:cNvSpPr>
              <a:spLocks noGrp="1"/>
            </p:cNvSpPr>
            <p:nvPr/>
          </p:nvSpPr>
          <p:spPr>
            <a:xfrm>
              <a:off x="21317645" y="2419350"/>
              <a:ext cx="15522" cy="133350"/>
            </a:xfrm>
            <a:prstGeom prst="rect">
              <a:avLst/>
            </a:prstGeom>
            <a:solidFill>
              <a:srgbClr val="1A80B9"/>
            </a:solidFill>
            <a:ln w="0">
              <a:noFill/>
              <a:prstDash val="solid"/>
            </a:ln>
          </p:spPr>
        </p:sp>
        <p:sp>
          <p:nvSpPr>
            <p:cNvPr id="3404" name="dense-strip-5-cell-4">
              <a:extLst>
                <a:ext uri="{FF2B5EF4-FFF2-40B4-BE49-F238E27FC236}">
                  <a16:creationId xmlns:a16="http://schemas.microsoft.com/office/drawing/2014/main" id="{15A86320-7402-4FAF-A268-C4E961D0C71C}"/>
                </a:ext>
              </a:extLst>
            </p:cNvPr>
            <p:cNvSpPr>
              <a:spLocks noGrp="1"/>
            </p:cNvSpPr>
            <p:nvPr/>
          </p:nvSpPr>
          <p:spPr>
            <a:xfrm>
              <a:off x="21302266" y="2419350"/>
              <a:ext cx="15522" cy="133350"/>
            </a:xfrm>
            <a:prstGeom prst="rect">
              <a:avLst/>
            </a:prstGeom>
            <a:solidFill>
              <a:srgbClr val="2988BD"/>
            </a:solidFill>
            <a:ln w="0">
              <a:noFill/>
              <a:prstDash val="solid"/>
            </a:ln>
          </p:spPr>
        </p:sp>
        <p:sp>
          <p:nvSpPr>
            <p:cNvPr id="3405" name="dense-strip-5-cell-3">
              <a:extLst>
                <a:ext uri="{FF2B5EF4-FFF2-40B4-BE49-F238E27FC236}">
                  <a16:creationId xmlns:a16="http://schemas.microsoft.com/office/drawing/2014/main" id="{CE731C46-8A73-4C39-B0DD-BBD97D6E89B3}"/>
                </a:ext>
              </a:extLst>
            </p:cNvPr>
            <p:cNvSpPr>
              <a:spLocks noGrp="1"/>
            </p:cNvSpPr>
            <p:nvPr/>
          </p:nvSpPr>
          <p:spPr>
            <a:xfrm>
              <a:off x="21286887" y="2419350"/>
              <a:ext cx="15522" cy="133350"/>
            </a:xfrm>
            <a:prstGeom prst="rect">
              <a:avLst/>
            </a:prstGeom>
            <a:solidFill>
              <a:srgbClr val="77B2D2"/>
            </a:solidFill>
            <a:ln w="0">
              <a:noFill/>
              <a:prstDash val="solid"/>
            </a:ln>
          </p:spPr>
        </p:sp>
        <p:sp>
          <p:nvSpPr>
            <p:cNvPr id="3406" name="dense-strip-5-cell-2">
              <a:extLst>
                <a:ext uri="{FF2B5EF4-FFF2-40B4-BE49-F238E27FC236}">
                  <a16:creationId xmlns:a16="http://schemas.microsoft.com/office/drawing/2014/main" id="{37E638A3-0352-4640-AB5B-15AC20B294D7}"/>
                </a:ext>
              </a:extLst>
            </p:cNvPr>
            <p:cNvSpPr>
              <a:spLocks noGrp="1"/>
            </p:cNvSpPr>
            <p:nvPr/>
          </p:nvSpPr>
          <p:spPr>
            <a:xfrm>
              <a:off x="21271508" y="2419350"/>
              <a:ext cx="15522" cy="133350"/>
            </a:xfrm>
            <a:prstGeom prst="rect">
              <a:avLst/>
            </a:prstGeom>
            <a:solidFill>
              <a:srgbClr val="DCE8ED"/>
            </a:solidFill>
            <a:ln w="0">
              <a:noFill/>
              <a:prstDash val="solid"/>
            </a:ln>
          </p:spPr>
        </p:sp>
        <p:sp>
          <p:nvSpPr>
            <p:cNvPr id="3407" name="dense-strip-5-cell-1">
              <a:extLst>
                <a:ext uri="{FF2B5EF4-FFF2-40B4-BE49-F238E27FC236}">
                  <a16:creationId xmlns:a16="http://schemas.microsoft.com/office/drawing/2014/main" id="{5B5525EA-9A10-4ADE-9E82-AA9270ACE3A7}"/>
                </a:ext>
              </a:extLst>
            </p:cNvPr>
            <p:cNvSpPr>
              <a:spLocks noGrp="1"/>
            </p:cNvSpPr>
            <p:nvPr/>
          </p:nvSpPr>
          <p:spPr>
            <a:xfrm>
              <a:off x="21256129" y="2419350"/>
              <a:ext cx="15522" cy="133350"/>
            </a:xfrm>
            <a:prstGeom prst="rect">
              <a:avLst/>
            </a:prstGeom>
            <a:solidFill>
              <a:srgbClr val="DCE8ED"/>
            </a:solidFill>
            <a:ln w="0">
              <a:noFill/>
              <a:prstDash val="solid"/>
            </a:ln>
          </p:spPr>
        </p:sp>
        <p:sp>
          <p:nvSpPr>
            <p:cNvPr id="3408" name="dense-strip-5-cell-0">
              <a:extLst>
                <a:ext uri="{FF2B5EF4-FFF2-40B4-BE49-F238E27FC236}">
                  <a16:creationId xmlns:a16="http://schemas.microsoft.com/office/drawing/2014/main" id="{1FAAE9EB-03A5-4068-9817-1B859BF3EA69}"/>
                </a:ext>
              </a:extLst>
            </p:cNvPr>
            <p:cNvSpPr>
              <a:spLocks noGrp="1"/>
            </p:cNvSpPr>
            <p:nvPr/>
          </p:nvSpPr>
          <p:spPr>
            <a:xfrm>
              <a:off x="21240750" y="2419350"/>
              <a:ext cx="15522" cy="133350"/>
            </a:xfrm>
            <a:prstGeom prst="rect">
              <a:avLst/>
            </a:prstGeom>
            <a:solidFill>
              <a:srgbClr val="DCE8ED"/>
            </a:solidFill>
            <a:ln w="0">
              <a:noFill/>
              <a:prstDash val="solid"/>
            </a:ln>
          </p:spPr>
        </p:sp>
        <p:sp>
          <p:nvSpPr>
            <p:cNvPr id="3409" name="dense-strip-4-border">
              <a:extLst>
                <a:ext uri="{FF2B5EF4-FFF2-40B4-BE49-F238E27FC236}">
                  <a16:creationId xmlns:a16="http://schemas.microsoft.com/office/drawing/2014/main" id="{D6F534C0-4D79-4B3B-8868-C10AAA7DF6D4}"/>
                </a:ext>
              </a:extLst>
            </p:cNvPr>
            <p:cNvSpPr>
              <a:spLocks noGrp="1"/>
            </p:cNvSpPr>
            <p:nvPr/>
          </p:nvSpPr>
          <p:spPr>
            <a:xfrm>
              <a:off x="21240750" y="2209800"/>
              <a:ext cx="2952750" cy="133350"/>
            </a:xfrm>
            <a:prstGeom prst="rect">
              <a:avLst/>
            </a:prstGeom>
            <a:noFill/>
            <a:ln w="6191">
              <a:solidFill>
                <a:srgbClr val="6B7D89"/>
              </a:solidFill>
              <a:prstDash val="solid"/>
            </a:ln>
          </p:spPr>
        </p:sp>
        <p:sp>
          <p:nvSpPr>
            <p:cNvPr id="3410" name="dense-strip-4-cell-191">
              <a:extLst>
                <a:ext uri="{FF2B5EF4-FFF2-40B4-BE49-F238E27FC236}">
                  <a16:creationId xmlns:a16="http://schemas.microsoft.com/office/drawing/2014/main" id="{B888A32F-6F1C-4E83-8FF5-DE45D38B24BD}"/>
                </a:ext>
              </a:extLst>
            </p:cNvPr>
            <p:cNvSpPr>
              <a:spLocks noGrp="1"/>
            </p:cNvSpPr>
            <p:nvPr/>
          </p:nvSpPr>
          <p:spPr>
            <a:xfrm>
              <a:off x="24178121" y="2209800"/>
              <a:ext cx="15522" cy="133350"/>
            </a:xfrm>
            <a:prstGeom prst="rect">
              <a:avLst/>
            </a:prstGeom>
            <a:solidFill>
              <a:srgbClr val="DCE8ED"/>
            </a:solidFill>
            <a:ln w="0">
              <a:noFill/>
              <a:prstDash val="solid"/>
            </a:ln>
          </p:spPr>
        </p:sp>
        <p:sp>
          <p:nvSpPr>
            <p:cNvPr id="3411" name="dense-strip-4-cell-190">
              <a:extLst>
                <a:ext uri="{FF2B5EF4-FFF2-40B4-BE49-F238E27FC236}">
                  <a16:creationId xmlns:a16="http://schemas.microsoft.com/office/drawing/2014/main" id="{9CCB20E1-008C-4028-ADFB-72BE0B1C7986}"/>
                </a:ext>
              </a:extLst>
            </p:cNvPr>
            <p:cNvSpPr>
              <a:spLocks noGrp="1"/>
            </p:cNvSpPr>
            <p:nvPr/>
          </p:nvSpPr>
          <p:spPr>
            <a:xfrm>
              <a:off x="24162742" y="2209800"/>
              <a:ext cx="15522" cy="133350"/>
            </a:xfrm>
            <a:prstGeom prst="rect">
              <a:avLst/>
            </a:prstGeom>
            <a:solidFill>
              <a:srgbClr val="DCE8ED"/>
            </a:solidFill>
            <a:ln w="0">
              <a:noFill/>
              <a:prstDash val="solid"/>
            </a:ln>
          </p:spPr>
        </p:sp>
        <p:sp>
          <p:nvSpPr>
            <p:cNvPr id="3412" name="dense-strip-4-cell-189">
              <a:extLst>
                <a:ext uri="{FF2B5EF4-FFF2-40B4-BE49-F238E27FC236}">
                  <a16:creationId xmlns:a16="http://schemas.microsoft.com/office/drawing/2014/main" id="{B296905A-2262-4A4D-A51A-2CC8A5618AC4}"/>
                </a:ext>
              </a:extLst>
            </p:cNvPr>
            <p:cNvSpPr>
              <a:spLocks noGrp="1"/>
            </p:cNvSpPr>
            <p:nvPr/>
          </p:nvSpPr>
          <p:spPr>
            <a:xfrm>
              <a:off x="24147363" y="2209800"/>
              <a:ext cx="15522" cy="133350"/>
            </a:xfrm>
            <a:prstGeom prst="rect">
              <a:avLst/>
            </a:prstGeom>
            <a:solidFill>
              <a:srgbClr val="DCE8ED"/>
            </a:solidFill>
            <a:ln w="0">
              <a:noFill/>
              <a:prstDash val="solid"/>
            </a:ln>
          </p:spPr>
        </p:sp>
        <p:sp>
          <p:nvSpPr>
            <p:cNvPr id="3413" name="dense-strip-4-cell-188">
              <a:extLst>
                <a:ext uri="{FF2B5EF4-FFF2-40B4-BE49-F238E27FC236}">
                  <a16:creationId xmlns:a16="http://schemas.microsoft.com/office/drawing/2014/main" id="{A3DDA921-5046-4B90-B92E-1B1AD93BBE04}"/>
                </a:ext>
              </a:extLst>
            </p:cNvPr>
            <p:cNvSpPr>
              <a:spLocks noGrp="1"/>
            </p:cNvSpPr>
            <p:nvPr/>
          </p:nvSpPr>
          <p:spPr>
            <a:xfrm>
              <a:off x="24131984" y="2209800"/>
              <a:ext cx="15522" cy="133350"/>
            </a:xfrm>
            <a:prstGeom prst="rect">
              <a:avLst/>
            </a:prstGeom>
            <a:solidFill>
              <a:srgbClr val="DCE8ED"/>
            </a:solidFill>
            <a:ln w="0">
              <a:noFill/>
              <a:prstDash val="solid"/>
            </a:ln>
          </p:spPr>
        </p:sp>
        <p:sp>
          <p:nvSpPr>
            <p:cNvPr id="3414" name="dense-strip-4-cell-187">
              <a:extLst>
                <a:ext uri="{FF2B5EF4-FFF2-40B4-BE49-F238E27FC236}">
                  <a16:creationId xmlns:a16="http://schemas.microsoft.com/office/drawing/2014/main" id="{C84BF10D-3280-4223-BE12-90623D9207C7}"/>
                </a:ext>
              </a:extLst>
            </p:cNvPr>
            <p:cNvSpPr>
              <a:spLocks noGrp="1"/>
            </p:cNvSpPr>
            <p:nvPr/>
          </p:nvSpPr>
          <p:spPr>
            <a:xfrm>
              <a:off x="24116605" y="2209800"/>
              <a:ext cx="15522" cy="133350"/>
            </a:xfrm>
            <a:prstGeom prst="rect">
              <a:avLst/>
            </a:prstGeom>
            <a:solidFill>
              <a:srgbClr val="DCE8ED"/>
            </a:solidFill>
            <a:ln w="0">
              <a:noFill/>
              <a:prstDash val="solid"/>
            </a:ln>
          </p:spPr>
        </p:sp>
        <p:sp>
          <p:nvSpPr>
            <p:cNvPr id="3415" name="dense-strip-4-cell-186">
              <a:extLst>
                <a:ext uri="{FF2B5EF4-FFF2-40B4-BE49-F238E27FC236}">
                  <a16:creationId xmlns:a16="http://schemas.microsoft.com/office/drawing/2014/main" id="{95A7A5B1-2DE2-474C-85D8-8DBEA42DCA25}"/>
                </a:ext>
              </a:extLst>
            </p:cNvPr>
            <p:cNvSpPr>
              <a:spLocks noGrp="1"/>
            </p:cNvSpPr>
            <p:nvPr/>
          </p:nvSpPr>
          <p:spPr>
            <a:xfrm>
              <a:off x="24101227" y="2209800"/>
              <a:ext cx="15522" cy="133350"/>
            </a:xfrm>
            <a:prstGeom prst="rect">
              <a:avLst/>
            </a:prstGeom>
            <a:solidFill>
              <a:srgbClr val="DCE8ED"/>
            </a:solidFill>
            <a:ln w="0">
              <a:noFill/>
              <a:prstDash val="solid"/>
            </a:ln>
          </p:spPr>
        </p:sp>
        <p:sp>
          <p:nvSpPr>
            <p:cNvPr id="3416" name="dense-strip-4-cell-185">
              <a:extLst>
                <a:ext uri="{FF2B5EF4-FFF2-40B4-BE49-F238E27FC236}">
                  <a16:creationId xmlns:a16="http://schemas.microsoft.com/office/drawing/2014/main" id="{88712966-66AB-4809-9384-E5674E0BBDC7}"/>
                </a:ext>
              </a:extLst>
            </p:cNvPr>
            <p:cNvSpPr>
              <a:spLocks noGrp="1"/>
            </p:cNvSpPr>
            <p:nvPr/>
          </p:nvSpPr>
          <p:spPr>
            <a:xfrm>
              <a:off x="24085848" y="2209800"/>
              <a:ext cx="15522" cy="133350"/>
            </a:xfrm>
            <a:prstGeom prst="rect">
              <a:avLst/>
            </a:prstGeom>
            <a:solidFill>
              <a:srgbClr val="DBE1E3"/>
            </a:solidFill>
            <a:ln w="0">
              <a:noFill/>
              <a:prstDash val="solid"/>
            </a:ln>
          </p:spPr>
        </p:sp>
        <p:sp>
          <p:nvSpPr>
            <p:cNvPr id="3417" name="dense-strip-4-cell-184">
              <a:extLst>
                <a:ext uri="{FF2B5EF4-FFF2-40B4-BE49-F238E27FC236}">
                  <a16:creationId xmlns:a16="http://schemas.microsoft.com/office/drawing/2014/main" id="{5A9E39F1-8F1B-4C5F-9369-BEA07EB0EE65}"/>
                </a:ext>
              </a:extLst>
            </p:cNvPr>
            <p:cNvSpPr>
              <a:spLocks noGrp="1"/>
            </p:cNvSpPr>
            <p:nvPr/>
          </p:nvSpPr>
          <p:spPr>
            <a:xfrm>
              <a:off x="24070469" y="2209800"/>
              <a:ext cx="15522" cy="133350"/>
            </a:xfrm>
            <a:prstGeom prst="rect">
              <a:avLst/>
            </a:prstGeom>
            <a:solidFill>
              <a:srgbClr val="D8CADA"/>
            </a:solidFill>
            <a:ln w="0">
              <a:noFill/>
              <a:prstDash val="solid"/>
            </a:ln>
          </p:spPr>
        </p:sp>
        <p:sp>
          <p:nvSpPr>
            <p:cNvPr id="3418" name="dense-strip-4-cell-183">
              <a:extLst>
                <a:ext uri="{FF2B5EF4-FFF2-40B4-BE49-F238E27FC236}">
                  <a16:creationId xmlns:a16="http://schemas.microsoft.com/office/drawing/2014/main" id="{282D1586-FF47-4A22-985F-32AA2908E7F1}"/>
                </a:ext>
              </a:extLst>
            </p:cNvPr>
            <p:cNvSpPr>
              <a:spLocks noGrp="1"/>
            </p:cNvSpPr>
            <p:nvPr/>
          </p:nvSpPr>
          <p:spPr>
            <a:xfrm>
              <a:off x="24055090" y="2209800"/>
              <a:ext cx="15522" cy="133350"/>
            </a:xfrm>
            <a:prstGeom prst="rect">
              <a:avLst/>
            </a:prstGeom>
            <a:solidFill>
              <a:srgbClr val="D4AEC8"/>
            </a:solidFill>
            <a:ln w="0">
              <a:noFill/>
              <a:prstDash val="solid"/>
            </a:ln>
          </p:spPr>
        </p:sp>
        <p:sp>
          <p:nvSpPr>
            <p:cNvPr id="3419" name="dense-strip-4-cell-182">
              <a:extLst>
                <a:ext uri="{FF2B5EF4-FFF2-40B4-BE49-F238E27FC236}">
                  <a16:creationId xmlns:a16="http://schemas.microsoft.com/office/drawing/2014/main" id="{E7942719-A757-4A1A-9F13-12D156F0B5E8}"/>
                </a:ext>
              </a:extLst>
            </p:cNvPr>
            <p:cNvSpPr>
              <a:spLocks noGrp="1"/>
            </p:cNvSpPr>
            <p:nvPr/>
          </p:nvSpPr>
          <p:spPr>
            <a:xfrm>
              <a:off x="24039711" y="2209800"/>
              <a:ext cx="15522" cy="133350"/>
            </a:xfrm>
            <a:prstGeom prst="rect">
              <a:avLst/>
            </a:prstGeom>
            <a:solidFill>
              <a:srgbClr val="D091B6"/>
            </a:solidFill>
            <a:ln w="0">
              <a:noFill/>
              <a:prstDash val="solid"/>
            </a:ln>
          </p:spPr>
        </p:sp>
        <p:sp>
          <p:nvSpPr>
            <p:cNvPr id="3420" name="dense-strip-4-cell-181">
              <a:extLst>
                <a:ext uri="{FF2B5EF4-FFF2-40B4-BE49-F238E27FC236}">
                  <a16:creationId xmlns:a16="http://schemas.microsoft.com/office/drawing/2014/main" id="{3FB731CE-185E-4836-B5D2-AC209B8C64F7}"/>
                </a:ext>
              </a:extLst>
            </p:cNvPr>
            <p:cNvSpPr>
              <a:spLocks noGrp="1"/>
            </p:cNvSpPr>
            <p:nvPr/>
          </p:nvSpPr>
          <p:spPr>
            <a:xfrm>
              <a:off x="24024332" y="2209800"/>
              <a:ext cx="15522" cy="133350"/>
            </a:xfrm>
            <a:prstGeom prst="rect">
              <a:avLst/>
            </a:prstGeom>
            <a:solidFill>
              <a:srgbClr val="CD7EAA"/>
            </a:solidFill>
            <a:ln w="0">
              <a:noFill/>
              <a:prstDash val="solid"/>
            </a:ln>
          </p:spPr>
        </p:sp>
        <p:sp>
          <p:nvSpPr>
            <p:cNvPr id="3421" name="dense-strip-4-cell-180">
              <a:extLst>
                <a:ext uri="{FF2B5EF4-FFF2-40B4-BE49-F238E27FC236}">
                  <a16:creationId xmlns:a16="http://schemas.microsoft.com/office/drawing/2014/main" id="{2557520A-B63A-4854-8934-788492BF9940}"/>
                </a:ext>
              </a:extLst>
            </p:cNvPr>
            <p:cNvSpPr>
              <a:spLocks noGrp="1"/>
            </p:cNvSpPr>
            <p:nvPr/>
          </p:nvSpPr>
          <p:spPr>
            <a:xfrm>
              <a:off x="24008953" y="2209800"/>
              <a:ext cx="15522" cy="133350"/>
            </a:xfrm>
            <a:prstGeom prst="rect">
              <a:avLst/>
            </a:prstGeom>
            <a:solidFill>
              <a:srgbClr val="CC79A7"/>
            </a:solidFill>
            <a:ln w="0">
              <a:noFill/>
              <a:prstDash val="solid"/>
            </a:ln>
          </p:spPr>
        </p:sp>
        <p:sp>
          <p:nvSpPr>
            <p:cNvPr id="3422" name="dense-strip-4-cell-179">
              <a:extLst>
                <a:ext uri="{FF2B5EF4-FFF2-40B4-BE49-F238E27FC236}">
                  <a16:creationId xmlns:a16="http://schemas.microsoft.com/office/drawing/2014/main" id="{4A2EF16C-CB8B-4335-90EE-9DA2C173D92E}"/>
                </a:ext>
              </a:extLst>
            </p:cNvPr>
            <p:cNvSpPr>
              <a:spLocks noGrp="1"/>
            </p:cNvSpPr>
            <p:nvPr/>
          </p:nvSpPr>
          <p:spPr>
            <a:xfrm>
              <a:off x="23993574" y="2209800"/>
              <a:ext cx="15522" cy="133350"/>
            </a:xfrm>
            <a:prstGeom prst="rect">
              <a:avLst/>
            </a:prstGeom>
            <a:solidFill>
              <a:srgbClr val="CC79A7"/>
            </a:solidFill>
            <a:ln w="0">
              <a:noFill/>
              <a:prstDash val="solid"/>
            </a:ln>
          </p:spPr>
        </p:sp>
        <p:sp>
          <p:nvSpPr>
            <p:cNvPr id="3423" name="dense-strip-4-cell-178">
              <a:extLst>
                <a:ext uri="{FF2B5EF4-FFF2-40B4-BE49-F238E27FC236}">
                  <a16:creationId xmlns:a16="http://schemas.microsoft.com/office/drawing/2014/main" id="{F0A0D6C5-78F7-40F1-84EF-694C9126D062}"/>
                </a:ext>
              </a:extLst>
            </p:cNvPr>
            <p:cNvSpPr>
              <a:spLocks noGrp="1"/>
            </p:cNvSpPr>
            <p:nvPr/>
          </p:nvSpPr>
          <p:spPr>
            <a:xfrm>
              <a:off x="23978195" y="2209800"/>
              <a:ext cx="15522" cy="133350"/>
            </a:xfrm>
            <a:prstGeom prst="rect">
              <a:avLst/>
            </a:prstGeom>
            <a:solidFill>
              <a:srgbClr val="CC79A7"/>
            </a:solidFill>
            <a:ln w="0">
              <a:noFill/>
              <a:prstDash val="solid"/>
            </a:ln>
          </p:spPr>
        </p:sp>
        <p:sp>
          <p:nvSpPr>
            <p:cNvPr id="3424" name="dense-strip-4-cell-177">
              <a:extLst>
                <a:ext uri="{FF2B5EF4-FFF2-40B4-BE49-F238E27FC236}">
                  <a16:creationId xmlns:a16="http://schemas.microsoft.com/office/drawing/2014/main" id="{57746945-FCE5-4967-8364-AB6FEFAC9123}"/>
                </a:ext>
              </a:extLst>
            </p:cNvPr>
            <p:cNvSpPr>
              <a:spLocks noGrp="1"/>
            </p:cNvSpPr>
            <p:nvPr/>
          </p:nvSpPr>
          <p:spPr>
            <a:xfrm>
              <a:off x="23962816" y="2209800"/>
              <a:ext cx="15522" cy="133350"/>
            </a:xfrm>
            <a:prstGeom prst="rect">
              <a:avLst/>
            </a:prstGeom>
            <a:solidFill>
              <a:srgbClr val="CC79A7"/>
            </a:solidFill>
            <a:ln w="0">
              <a:noFill/>
              <a:prstDash val="solid"/>
            </a:ln>
          </p:spPr>
        </p:sp>
        <p:sp>
          <p:nvSpPr>
            <p:cNvPr id="3425" name="dense-strip-4-cell-176">
              <a:extLst>
                <a:ext uri="{FF2B5EF4-FFF2-40B4-BE49-F238E27FC236}">
                  <a16:creationId xmlns:a16="http://schemas.microsoft.com/office/drawing/2014/main" id="{31C29C14-09BE-4632-8960-618EA025AF8D}"/>
                </a:ext>
              </a:extLst>
            </p:cNvPr>
            <p:cNvSpPr>
              <a:spLocks noGrp="1"/>
            </p:cNvSpPr>
            <p:nvPr/>
          </p:nvSpPr>
          <p:spPr>
            <a:xfrm>
              <a:off x="23947438" y="2209800"/>
              <a:ext cx="15522" cy="133350"/>
            </a:xfrm>
            <a:prstGeom prst="rect">
              <a:avLst/>
            </a:prstGeom>
            <a:solidFill>
              <a:srgbClr val="CC79A7"/>
            </a:solidFill>
            <a:ln w="0">
              <a:noFill/>
              <a:prstDash val="solid"/>
            </a:ln>
          </p:spPr>
        </p:sp>
        <p:sp>
          <p:nvSpPr>
            <p:cNvPr id="3426" name="dense-strip-4-cell-175">
              <a:extLst>
                <a:ext uri="{FF2B5EF4-FFF2-40B4-BE49-F238E27FC236}">
                  <a16:creationId xmlns:a16="http://schemas.microsoft.com/office/drawing/2014/main" id="{1DAA5F2D-4143-480C-91A3-5080D20B0DB8}"/>
                </a:ext>
              </a:extLst>
            </p:cNvPr>
            <p:cNvSpPr>
              <a:spLocks noGrp="1"/>
            </p:cNvSpPr>
            <p:nvPr/>
          </p:nvSpPr>
          <p:spPr>
            <a:xfrm>
              <a:off x="23932059" y="2209800"/>
              <a:ext cx="15522" cy="133350"/>
            </a:xfrm>
            <a:prstGeom prst="rect">
              <a:avLst/>
            </a:prstGeom>
            <a:solidFill>
              <a:srgbClr val="CC79A7"/>
            </a:solidFill>
            <a:ln w="0">
              <a:noFill/>
              <a:prstDash val="solid"/>
            </a:ln>
          </p:spPr>
        </p:sp>
        <p:sp>
          <p:nvSpPr>
            <p:cNvPr id="3427" name="dense-strip-4-cell-174">
              <a:extLst>
                <a:ext uri="{FF2B5EF4-FFF2-40B4-BE49-F238E27FC236}">
                  <a16:creationId xmlns:a16="http://schemas.microsoft.com/office/drawing/2014/main" id="{BE32006D-D27F-4AB4-90EC-1176077FD4FB}"/>
                </a:ext>
              </a:extLst>
            </p:cNvPr>
            <p:cNvSpPr>
              <a:spLocks noGrp="1"/>
            </p:cNvSpPr>
            <p:nvPr/>
          </p:nvSpPr>
          <p:spPr>
            <a:xfrm>
              <a:off x="23916680" y="2209800"/>
              <a:ext cx="15522" cy="133350"/>
            </a:xfrm>
            <a:prstGeom prst="rect">
              <a:avLst/>
            </a:prstGeom>
            <a:solidFill>
              <a:srgbClr val="CC79A7"/>
            </a:solidFill>
            <a:ln w="0">
              <a:noFill/>
              <a:prstDash val="solid"/>
            </a:ln>
          </p:spPr>
        </p:sp>
        <p:sp>
          <p:nvSpPr>
            <p:cNvPr id="3428" name="dense-strip-4-cell-173">
              <a:extLst>
                <a:ext uri="{FF2B5EF4-FFF2-40B4-BE49-F238E27FC236}">
                  <a16:creationId xmlns:a16="http://schemas.microsoft.com/office/drawing/2014/main" id="{1EC9B014-500E-4BF4-85B5-AFA704214019}"/>
                </a:ext>
              </a:extLst>
            </p:cNvPr>
            <p:cNvSpPr>
              <a:spLocks noGrp="1"/>
            </p:cNvSpPr>
            <p:nvPr/>
          </p:nvSpPr>
          <p:spPr>
            <a:xfrm>
              <a:off x="23901301" y="2209800"/>
              <a:ext cx="15522" cy="133350"/>
            </a:xfrm>
            <a:prstGeom prst="rect">
              <a:avLst/>
            </a:prstGeom>
            <a:solidFill>
              <a:srgbClr val="CC79A7"/>
            </a:solidFill>
            <a:ln w="0">
              <a:noFill/>
              <a:prstDash val="solid"/>
            </a:ln>
          </p:spPr>
        </p:sp>
        <p:sp>
          <p:nvSpPr>
            <p:cNvPr id="3429" name="dense-strip-4-cell-172">
              <a:extLst>
                <a:ext uri="{FF2B5EF4-FFF2-40B4-BE49-F238E27FC236}">
                  <a16:creationId xmlns:a16="http://schemas.microsoft.com/office/drawing/2014/main" id="{E6AF4B48-A1F6-4F52-9549-E3D1AC46D31F}"/>
                </a:ext>
              </a:extLst>
            </p:cNvPr>
            <p:cNvSpPr>
              <a:spLocks noGrp="1"/>
            </p:cNvSpPr>
            <p:nvPr/>
          </p:nvSpPr>
          <p:spPr>
            <a:xfrm>
              <a:off x="23885922" y="2209800"/>
              <a:ext cx="15522" cy="133350"/>
            </a:xfrm>
            <a:prstGeom prst="rect">
              <a:avLst/>
            </a:prstGeom>
            <a:solidFill>
              <a:srgbClr val="CC7AA8"/>
            </a:solidFill>
            <a:ln w="0">
              <a:noFill/>
              <a:prstDash val="solid"/>
            </a:ln>
          </p:spPr>
        </p:sp>
        <p:sp>
          <p:nvSpPr>
            <p:cNvPr id="3430" name="dense-strip-4-cell-171">
              <a:extLst>
                <a:ext uri="{FF2B5EF4-FFF2-40B4-BE49-F238E27FC236}">
                  <a16:creationId xmlns:a16="http://schemas.microsoft.com/office/drawing/2014/main" id="{206FD492-5AB4-4EB1-8217-F868F127B4F6}"/>
                </a:ext>
              </a:extLst>
            </p:cNvPr>
            <p:cNvSpPr>
              <a:spLocks noGrp="1"/>
            </p:cNvSpPr>
            <p:nvPr/>
          </p:nvSpPr>
          <p:spPr>
            <a:xfrm>
              <a:off x="23870543" y="2209800"/>
              <a:ext cx="15522" cy="133350"/>
            </a:xfrm>
            <a:prstGeom prst="rect">
              <a:avLst/>
            </a:prstGeom>
            <a:solidFill>
              <a:srgbClr val="CE85AE"/>
            </a:solidFill>
            <a:ln w="0">
              <a:noFill/>
              <a:prstDash val="solid"/>
            </a:ln>
          </p:spPr>
        </p:sp>
        <p:sp>
          <p:nvSpPr>
            <p:cNvPr id="3431" name="dense-strip-4-cell-170">
              <a:extLst>
                <a:ext uri="{FF2B5EF4-FFF2-40B4-BE49-F238E27FC236}">
                  <a16:creationId xmlns:a16="http://schemas.microsoft.com/office/drawing/2014/main" id="{85D8C564-05F3-4376-B514-A86032F8900F}"/>
                </a:ext>
              </a:extLst>
            </p:cNvPr>
            <p:cNvSpPr>
              <a:spLocks noGrp="1"/>
            </p:cNvSpPr>
            <p:nvPr/>
          </p:nvSpPr>
          <p:spPr>
            <a:xfrm>
              <a:off x="23855164" y="2209800"/>
              <a:ext cx="15522" cy="133350"/>
            </a:xfrm>
            <a:prstGeom prst="rect">
              <a:avLst/>
            </a:prstGeom>
            <a:solidFill>
              <a:srgbClr val="D095B9"/>
            </a:solidFill>
            <a:ln w="0">
              <a:noFill/>
              <a:prstDash val="solid"/>
            </a:ln>
          </p:spPr>
        </p:sp>
        <p:sp>
          <p:nvSpPr>
            <p:cNvPr id="3432" name="dense-strip-4-cell-169">
              <a:extLst>
                <a:ext uri="{FF2B5EF4-FFF2-40B4-BE49-F238E27FC236}">
                  <a16:creationId xmlns:a16="http://schemas.microsoft.com/office/drawing/2014/main" id="{1B4C33EC-11A6-4259-862F-B738C614A638}"/>
                </a:ext>
              </a:extLst>
            </p:cNvPr>
            <p:cNvSpPr>
              <a:spLocks noGrp="1"/>
            </p:cNvSpPr>
            <p:nvPr/>
          </p:nvSpPr>
          <p:spPr>
            <a:xfrm>
              <a:off x="23839785" y="2209800"/>
              <a:ext cx="15522" cy="133350"/>
            </a:xfrm>
            <a:prstGeom prst="rect">
              <a:avLst/>
            </a:prstGeom>
            <a:solidFill>
              <a:srgbClr val="D3AAC6"/>
            </a:solidFill>
            <a:ln w="0">
              <a:noFill/>
              <a:prstDash val="solid"/>
            </a:ln>
          </p:spPr>
        </p:sp>
        <p:sp>
          <p:nvSpPr>
            <p:cNvPr id="3433" name="dense-strip-4-cell-168">
              <a:extLst>
                <a:ext uri="{FF2B5EF4-FFF2-40B4-BE49-F238E27FC236}">
                  <a16:creationId xmlns:a16="http://schemas.microsoft.com/office/drawing/2014/main" id="{282DBF86-5A36-41E0-91A0-208B507F77B1}"/>
                </a:ext>
              </a:extLst>
            </p:cNvPr>
            <p:cNvSpPr>
              <a:spLocks noGrp="1"/>
            </p:cNvSpPr>
            <p:nvPr/>
          </p:nvSpPr>
          <p:spPr>
            <a:xfrm>
              <a:off x="23824406" y="2209800"/>
              <a:ext cx="15522" cy="133350"/>
            </a:xfrm>
            <a:prstGeom prst="rect">
              <a:avLst/>
            </a:prstGeom>
            <a:solidFill>
              <a:srgbClr val="D6C0D4"/>
            </a:solidFill>
            <a:ln w="0">
              <a:noFill/>
              <a:prstDash val="solid"/>
            </a:ln>
          </p:spPr>
        </p:sp>
        <p:sp>
          <p:nvSpPr>
            <p:cNvPr id="3434" name="dense-strip-4-cell-167">
              <a:extLst>
                <a:ext uri="{FF2B5EF4-FFF2-40B4-BE49-F238E27FC236}">
                  <a16:creationId xmlns:a16="http://schemas.microsoft.com/office/drawing/2014/main" id="{E7F76E87-115B-4D95-B404-E1950C011AE4}"/>
                </a:ext>
              </a:extLst>
            </p:cNvPr>
            <p:cNvSpPr>
              <a:spLocks noGrp="1"/>
            </p:cNvSpPr>
            <p:nvPr/>
          </p:nvSpPr>
          <p:spPr>
            <a:xfrm>
              <a:off x="23809027" y="2209800"/>
              <a:ext cx="15522" cy="133350"/>
            </a:xfrm>
            <a:prstGeom prst="rect">
              <a:avLst/>
            </a:prstGeom>
            <a:solidFill>
              <a:srgbClr val="D9D3E0"/>
            </a:solidFill>
            <a:ln w="0">
              <a:noFill/>
              <a:prstDash val="solid"/>
            </a:ln>
          </p:spPr>
        </p:sp>
        <p:sp>
          <p:nvSpPr>
            <p:cNvPr id="3435" name="dense-strip-4-cell-166">
              <a:extLst>
                <a:ext uri="{FF2B5EF4-FFF2-40B4-BE49-F238E27FC236}">
                  <a16:creationId xmlns:a16="http://schemas.microsoft.com/office/drawing/2014/main" id="{78EC1008-B365-42A6-89D8-39A7A21AFD05}"/>
                </a:ext>
              </a:extLst>
            </p:cNvPr>
            <p:cNvSpPr>
              <a:spLocks noGrp="1"/>
            </p:cNvSpPr>
            <p:nvPr/>
          </p:nvSpPr>
          <p:spPr>
            <a:xfrm>
              <a:off x="23793648" y="2209800"/>
              <a:ext cx="15522" cy="133350"/>
            </a:xfrm>
            <a:prstGeom prst="rect">
              <a:avLst/>
            </a:prstGeom>
            <a:solidFill>
              <a:srgbClr val="DBE2E5"/>
            </a:solidFill>
            <a:ln w="0">
              <a:noFill/>
              <a:prstDash val="solid"/>
            </a:ln>
          </p:spPr>
        </p:sp>
        <p:sp>
          <p:nvSpPr>
            <p:cNvPr id="3436" name="dense-strip-4-cell-165">
              <a:extLst>
                <a:ext uri="{FF2B5EF4-FFF2-40B4-BE49-F238E27FC236}">
                  <a16:creationId xmlns:a16="http://schemas.microsoft.com/office/drawing/2014/main" id="{11EEE16C-817F-465D-844C-6F410F8614AF}"/>
                </a:ext>
              </a:extLst>
            </p:cNvPr>
            <p:cNvSpPr>
              <a:spLocks noGrp="1"/>
            </p:cNvSpPr>
            <p:nvPr/>
          </p:nvSpPr>
          <p:spPr>
            <a:xfrm>
              <a:off x="23778270" y="2209800"/>
              <a:ext cx="15522" cy="133350"/>
            </a:xfrm>
            <a:prstGeom prst="rect">
              <a:avLst/>
            </a:prstGeom>
            <a:solidFill>
              <a:srgbClr val="DCE8ED"/>
            </a:solidFill>
            <a:ln w="0">
              <a:noFill/>
              <a:prstDash val="solid"/>
            </a:ln>
          </p:spPr>
        </p:sp>
        <p:sp>
          <p:nvSpPr>
            <p:cNvPr id="3437" name="dense-strip-4-cell-164">
              <a:extLst>
                <a:ext uri="{FF2B5EF4-FFF2-40B4-BE49-F238E27FC236}">
                  <a16:creationId xmlns:a16="http://schemas.microsoft.com/office/drawing/2014/main" id="{4B69FEA2-0963-402F-BB69-2B83BC2E38FF}"/>
                </a:ext>
              </a:extLst>
            </p:cNvPr>
            <p:cNvSpPr>
              <a:spLocks noGrp="1"/>
            </p:cNvSpPr>
            <p:nvPr/>
          </p:nvSpPr>
          <p:spPr>
            <a:xfrm>
              <a:off x="23762891" y="2209800"/>
              <a:ext cx="15522" cy="133350"/>
            </a:xfrm>
            <a:prstGeom prst="rect">
              <a:avLst/>
            </a:prstGeom>
            <a:solidFill>
              <a:srgbClr val="DCE8ED"/>
            </a:solidFill>
            <a:ln w="0">
              <a:noFill/>
              <a:prstDash val="solid"/>
            </a:ln>
          </p:spPr>
        </p:sp>
        <p:sp>
          <p:nvSpPr>
            <p:cNvPr id="3438" name="dense-strip-4-cell-163">
              <a:extLst>
                <a:ext uri="{FF2B5EF4-FFF2-40B4-BE49-F238E27FC236}">
                  <a16:creationId xmlns:a16="http://schemas.microsoft.com/office/drawing/2014/main" id="{26870863-8025-4145-819C-750DCFDFE374}"/>
                </a:ext>
              </a:extLst>
            </p:cNvPr>
            <p:cNvSpPr>
              <a:spLocks noGrp="1"/>
            </p:cNvSpPr>
            <p:nvPr/>
          </p:nvSpPr>
          <p:spPr>
            <a:xfrm>
              <a:off x="23747512" y="2209800"/>
              <a:ext cx="15522" cy="133350"/>
            </a:xfrm>
            <a:prstGeom prst="rect">
              <a:avLst/>
            </a:prstGeom>
            <a:solidFill>
              <a:srgbClr val="DCE8ED"/>
            </a:solidFill>
            <a:ln w="0">
              <a:noFill/>
              <a:prstDash val="solid"/>
            </a:ln>
          </p:spPr>
        </p:sp>
        <p:sp>
          <p:nvSpPr>
            <p:cNvPr id="3439" name="dense-strip-4-cell-162">
              <a:extLst>
                <a:ext uri="{FF2B5EF4-FFF2-40B4-BE49-F238E27FC236}">
                  <a16:creationId xmlns:a16="http://schemas.microsoft.com/office/drawing/2014/main" id="{21DF4C7D-4A36-4630-9A08-5EBA5C068743}"/>
                </a:ext>
              </a:extLst>
            </p:cNvPr>
            <p:cNvSpPr>
              <a:spLocks noGrp="1"/>
            </p:cNvSpPr>
            <p:nvPr/>
          </p:nvSpPr>
          <p:spPr>
            <a:xfrm>
              <a:off x="23732133" y="2209800"/>
              <a:ext cx="15522" cy="133350"/>
            </a:xfrm>
            <a:prstGeom prst="rect">
              <a:avLst/>
            </a:prstGeom>
            <a:solidFill>
              <a:srgbClr val="DCE8ED"/>
            </a:solidFill>
            <a:ln w="0">
              <a:noFill/>
              <a:prstDash val="solid"/>
            </a:ln>
          </p:spPr>
        </p:sp>
        <p:sp>
          <p:nvSpPr>
            <p:cNvPr id="3440" name="dense-strip-4-cell-161">
              <a:extLst>
                <a:ext uri="{FF2B5EF4-FFF2-40B4-BE49-F238E27FC236}">
                  <a16:creationId xmlns:a16="http://schemas.microsoft.com/office/drawing/2014/main" id="{F371A731-53C0-4B99-AEAB-24F5F6E96A32}"/>
                </a:ext>
              </a:extLst>
            </p:cNvPr>
            <p:cNvSpPr>
              <a:spLocks noGrp="1"/>
            </p:cNvSpPr>
            <p:nvPr/>
          </p:nvSpPr>
          <p:spPr>
            <a:xfrm>
              <a:off x="23716754" y="2209800"/>
              <a:ext cx="15522" cy="133350"/>
            </a:xfrm>
            <a:prstGeom prst="rect">
              <a:avLst/>
            </a:prstGeom>
            <a:solidFill>
              <a:srgbClr val="DCE8ED"/>
            </a:solidFill>
            <a:ln w="0">
              <a:noFill/>
              <a:prstDash val="solid"/>
            </a:ln>
          </p:spPr>
        </p:sp>
        <p:sp>
          <p:nvSpPr>
            <p:cNvPr id="3441" name="dense-strip-4-cell-160">
              <a:extLst>
                <a:ext uri="{FF2B5EF4-FFF2-40B4-BE49-F238E27FC236}">
                  <a16:creationId xmlns:a16="http://schemas.microsoft.com/office/drawing/2014/main" id="{52B2C4D0-0AB6-4739-9595-E2E31A446B75}"/>
                </a:ext>
              </a:extLst>
            </p:cNvPr>
            <p:cNvSpPr>
              <a:spLocks noGrp="1"/>
            </p:cNvSpPr>
            <p:nvPr/>
          </p:nvSpPr>
          <p:spPr>
            <a:xfrm>
              <a:off x="23701375" y="2209800"/>
              <a:ext cx="15522" cy="133350"/>
            </a:xfrm>
            <a:prstGeom prst="rect">
              <a:avLst/>
            </a:prstGeom>
            <a:solidFill>
              <a:srgbClr val="DCE8ED"/>
            </a:solidFill>
            <a:ln w="0">
              <a:noFill/>
              <a:prstDash val="solid"/>
            </a:ln>
          </p:spPr>
        </p:sp>
        <p:sp>
          <p:nvSpPr>
            <p:cNvPr id="3442" name="dense-strip-4-cell-159">
              <a:extLst>
                <a:ext uri="{FF2B5EF4-FFF2-40B4-BE49-F238E27FC236}">
                  <a16:creationId xmlns:a16="http://schemas.microsoft.com/office/drawing/2014/main" id="{68E6950E-4A44-4716-9948-BFE88D1DA222}"/>
                </a:ext>
              </a:extLst>
            </p:cNvPr>
            <p:cNvSpPr>
              <a:spLocks noGrp="1"/>
            </p:cNvSpPr>
            <p:nvPr/>
          </p:nvSpPr>
          <p:spPr>
            <a:xfrm>
              <a:off x="23685996" y="2209800"/>
              <a:ext cx="15522" cy="133350"/>
            </a:xfrm>
            <a:prstGeom prst="rect">
              <a:avLst/>
            </a:prstGeom>
            <a:solidFill>
              <a:srgbClr val="DCE8ED"/>
            </a:solidFill>
            <a:ln w="0">
              <a:noFill/>
              <a:prstDash val="solid"/>
            </a:ln>
          </p:spPr>
        </p:sp>
        <p:sp>
          <p:nvSpPr>
            <p:cNvPr id="3443" name="dense-strip-4-cell-158">
              <a:extLst>
                <a:ext uri="{FF2B5EF4-FFF2-40B4-BE49-F238E27FC236}">
                  <a16:creationId xmlns:a16="http://schemas.microsoft.com/office/drawing/2014/main" id="{AF269A1B-2645-4162-98BD-F16F34E1D5C6}"/>
                </a:ext>
              </a:extLst>
            </p:cNvPr>
            <p:cNvSpPr>
              <a:spLocks noGrp="1"/>
            </p:cNvSpPr>
            <p:nvPr/>
          </p:nvSpPr>
          <p:spPr>
            <a:xfrm>
              <a:off x="23670617" y="2209800"/>
              <a:ext cx="15522" cy="133350"/>
            </a:xfrm>
            <a:prstGeom prst="rect">
              <a:avLst/>
            </a:prstGeom>
            <a:solidFill>
              <a:srgbClr val="DCE8ED"/>
            </a:solidFill>
            <a:ln w="0">
              <a:noFill/>
              <a:prstDash val="solid"/>
            </a:ln>
          </p:spPr>
        </p:sp>
        <p:sp>
          <p:nvSpPr>
            <p:cNvPr id="3444" name="dense-strip-4-cell-157">
              <a:extLst>
                <a:ext uri="{FF2B5EF4-FFF2-40B4-BE49-F238E27FC236}">
                  <a16:creationId xmlns:a16="http://schemas.microsoft.com/office/drawing/2014/main" id="{B228C6ED-BBE2-403C-A553-797B94BBB535}"/>
                </a:ext>
              </a:extLst>
            </p:cNvPr>
            <p:cNvSpPr>
              <a:spLocks noGrp="1"/>
            </p:cNvSpPr>
            <p:nvPr/>
          </p:nvSpPr>
          <p:spPr>
            <a:xfrm>
              <a:off x="23655238" y="2209800"/>
              <a:ext cx="15522" cy="133350"/>
            </a:xfrm>
            <a:prstGeom prst="rect">
              <a:avLst/>
            </a:prstGeom>
            <a:solidFill>
              <a:srgbClr val="DCE8ED"/>
            </a:solidFill>
            <a:ln w="0">
              <a:noFill/>
              <a:prstDash val="solid"/>
            </a:ln>
          </p:spPr>
        </p:sp>
        <p:sp>
          <p:nvSpPr>
            <p:cNvPr id="3445" name="dense-strip-4-cell-156">
              <a:extLst>
                <a:ext uri="{FF2B5EF4-FFF2-40B4-BE49-F238E27FC236}">
                  <a16:creationId xmlns:a16="http://schemas.microsoft.com/office/drawing/2014/main" id="{3981B855-54FA-4DC5-B123-AB787A577A35}"/>
                </a:ext>
              </a:extLst>
            </p:cNvPr>
            <p:cNvSpPr>
              <a:spLocks noGrp="1"/>
            </p:cNvSpPr>
            <p:nvPr/>
          </p:nvSpPr>
          <p:spPr>
            <a:xfrm>
              <a:off x="23639859" y="2209800"/>
              <a:ext cx="15522" cy="133350"/>
            </a:xfrm>
            <a:prstGeom prst="rect">
              <a:avLst/>
            </a:prstGeom>
            <a:solidFill>
              <a:srgbClr val="DCE8ED"/>
            </a:solidFill>
            <a:ln w="0">
              <a:noFill/>
              <a:prstDash val="solid"/>
            </a:ln>
          </p:spPr>
        </p:sp>
        <p:sp>
          <p:nvSpPr>
            <p:cNvPr id="3446" name="dense-strip-4-cell-155">
              <a:extLst>
                <a:ext uri="{FF2B5EF4-FFF2-40B4-BE49-F238E27FC236}">
                  <a16:creationId xmlns:a16="http://schemas.microsoft.com/office/drawing/2014/main" id="{D7D53273-8E2E-4C2F-AE4D-903FA30F092C}"/>
                </a:ext>
              </a:extLst>
            </p:cNvPr>
            <p:cNvSpPr>
              <a:spLocks noGrp="1"/>
            </p:cNvSpPr>
            <p:nvPr/>
          </p:nvSpPr>
          <p:spPr>
            <a:xfrm>
              <a:off x="23624480" y="2209800"/>
              <a:ext cx="15522" cy="133350"/>
            </a:xfrm>
            <a:prstGeom prst="rect">
              <a:avLst/>
            </a:prstGeom>
            <a:solidFill>
              <a:srgbClr val="DCE8ED"/>
            </a:solidFill>
            <a:ln w="0">
              <a:noFill/>
              <a:prstDash val="solid"/>
            </a:ln>
          </p:spPr>
        </p:sp>
        <p:sp>
          <p:nvSpPr>
            <p:cNvPr id="3447" name="dense-strip-4-cell-154">
              <a:extLst>
                <a:ext uri="{FF2B5EF4-FFF2-40B4-BE49-F238E27FC236}">
                  <a16:creationId xmlns:a16="http://schemas.microsoft.com/office/drawing/2014/main" id="{D763E82F-6E00-4C11-861C-114F08B4122F}"/>
                </a:ext>
              </a:extLst>
            </p:cNvPr>
            <p:cNvSpPr>
              <a:spLocks noGrp="1"/>
            </p:cNvSpPr>
            <p:nvPr/>
          </p:nvSpPr>
          <p:spPr>
            <a:xfrm>
              <a:off x="23609102" y="2209800"/>
              <a:ext cx="15522" cy="133350"/>
            </a:xfrm>
            <a:prstGeom prst="rect">
              <a:avLst/>
            </a:prstGeom>
            <a:solidFill>
              <a:srgbClr val="DCE8ED"/>
            </a:solidFill>
            <a:ln w="0">
              <a:noFill/>
              <a:prstDash val="solid"/>
            </a:ln>
          </p:spPr>
        </p:sp>
        <p:sp>
          <p:nvSpPr>
            <p:cNvPr id="3448" name="dense-strip-4-cell-153">
              <a:extLst>
                <a:ext uri="{FF2B5EF4-FFF2-40B4-BE49-F238E27FC236}">
                  <a16:creationId xmlns:a16="http://schemas.microsoft.com/office/drawing/2014/main" id="{C8A54809-7292-430D-AEFB-1B9D38621CD6}"/>
                </a:ext>
              </a:extLst>
            </p:cNvPr>
            <p:cNvSpPr>
              <a:spLocks noGrp="1"/>
            </p:cNvSpPr>
            <p:nvPr/>
          </p:nvSpPr>
          <p:spPr>
            <a:xfrm>
              <a:off x="23593723" y="2209800"/>
              <a:ext cx="15522" cy="133350"/>
            </a:xfrm>
            <a:prstGeom prst="rect">
              <a:avLst/>
            </a:prstGeom>
            <a:solidFill>
              <a:srgbClr val="DCE8ED"/>
            </a:solidFill>
            <a:ln w="0">
              <a:noFill/>
              <a:prstDash val="solid"/>
            </a:ln>
          </p:spPr>
        </p:sp>
        <p:sp>
          <p:nvSpPr>
            <p:cNvPr id="3449" name="dense-strip-4-cell-152">
              <a:extLst>
                <a:ext uri="{FF2B5EF4-FFF2-40B4-BE49-F238E27FC236}">
                  <a16:creationId xmlns:a16="http://schemas.microsoft.com/office/drawing/2014/main" id="{556D4C8F-1EEF-404B-AFE6-3795D77A9EAF}"/>
                </a:ext>
              </a:extLst>
            </p:cNvPr>
            <p:cNvSpPr>
              <a:spLocks noGrp="1"/>
            </p:cNvSpPr>
            <p:nvPr/>
          </p:nvSpPr>
          <p:spPr>
            <a:xfrm>
              <a:off x="23578344" y="2209800"/>
              <a:ext cx="15522" cy="133350"/>
            </a:xfrm>
            <a:prstGeom prst="rect">
              <a:avLst/>
            </a:prstGeom>
            <a:solidFill>
              <a:srgbClr val="DCE8ED"/>
            </a:solidFill>
            <a:ln w="0">
              <a:noFill/>
              <a:prstDash val="solid"/>
            </a:ln>
          </p:spPr>
        </p:sp>
        <p:sp>
          <p:nvSpPr>
            <p:cNvPr id="3450" name="dense-strip-4-cell-151">
              <a:extLst>
                <a:ext uri="{FF2B5EF4-FFF2-40B4-BE49-F238E27FC236}">
                  <a16:creationId xmlns:a16="http://schemas.microsoft.com/office/drawing/2014/main" id="{1931989A-B6F0-4D73-97D5-07B731A1BB82}"/>
                </a:ext>
              </a:extLst>
            </p:cNvPr>
            <p:cNvSpPr>
              <a:spLocks noGrp="1"/>
            </p:cNvSpPr>
            <p:nvPr/>
          </p:nvSpPr>
          <p:spPr>
            <a:xfrm>
              <a:off x="23562965" y="2209800"/>
              <a:ext cx="15522" cy="133350"/>
            </a:xfrm>
            <a:prstGeom prst="rect">
              <a:avLst/>
            </a:prstGeom>
            <a:solidFill>
              <a:srgbClr val="DCE8ED"/>
            </a:solidFill>
            <a:ln w="0">
              <a:noFill/>
              <a:prstDash val="solid"/>
            </a:ln>
          </p:spPr>
        </p:sp>
        <p:sp>
          <p:nvSpPr>
            <p:cNvPr id="3451" name="dense-strip-4-cell-150">
              <a:extLst>
                <a:ext uri="{FF2B5EF4-FFF2-40B4-BE49-F238E27FC236}">
                  <a16:creationId xmlns:a16="http://schemas.microsoft.com/office/drawing/2014/main" id="{94AFF63A-6457-4F5A-9E81-06582D973FD0}"/>
                </a:ext>
              </a:extLst>
            </p:cNvPr>
            <p:cNvSpPr>
              <a:spLocks noGrp="1"/>
            </p:cNvSpPr>
            <p:nvPr/>
          </p:nvSpPr>
          <p:spPr>
            <a:xfrm>
              <a:off x="23547586" y="2209800"/>
              <a:ext cx="15522" cy="133350"/>
            </a:xfrm>
            <a:prstGeom prst="rect">
              <a:avLst/>
            </a:prstGeom>
            <a:solidFill>
              <a:srgbClr val="DCE8ED"/>
            </a:solidFill>
            <a:ln w="0">
              <a:noFill/>
              <a:prstDash val="solid"/>
            </a:ln>
          </p:spPr>
        </p:sp>
        <p:sp>
          <p:nvSpPr>
            <p:cNvPr id="3452" name="dense-strip-4-cell-149">
              <a:extLst>
                <a:ext uri="{FF2B5EF4-FFF2-40B4-BE49-F238E27FC236}">
                  <a16:creationId xmlns:a16="http://schemas.microsoft.com/office/drawing/2014/main" id="{8C909DA7-5ECD-47C3-BBFB-08BA94FCC5C6}"/>
                </a:ext>
              </a:extLst>
            </p:cNvPr>
            <p:cNvSpPr>
              <a:spLocks noGrp="1"/>
            </p:cNvSpPr>
            <p:nvPr/>
          </p:nvSpPr>
          <p:spPr>
            <a:xfrm>
              <a:off x="23532207" y="2209800"/>
              <a:ext cx="15522" cy="133350"/>
            </a:xfrm>
            <a:prstGeom prst="rect">
              <a:avLst/>
            </a:prstGeom>
            <a:solidFill>
              <a:srgbClr val="DCE8ED"/>
            </a:solidFill>
            <a:ln w="0">
              <a:noFill/>
              <a:prstDash val="solid"/>
            </a:ln>
          </p:spPr>
        </p:sp>
        <p:sp>
          <p:nvSpPr>
            <p:cNvPr id="3453" name="dense-strip-4-cell-148">
              <a:extLst>
                <a:ext uri="{FF2B5EF4-FFF2-40B4-BE49-F238E27FC236}">
                  <a16:creationId xmlns:a16="http://schemas.microsoft.com/office/drawing/2014/main" id="{5CF930D9-DFB0-4CE0-9A9F-6ACEB1E60EF7}"/>
                </a:ext>
              </a:extLst>
            </p:cNvPr>
            <p:cNvSpPr>
              <a:spLocks noGrp="1"/>
            </p:cNvSpPr>
            <p:nvPr/>
          </p:nvSpPr>
          <p:spPr>
            <a:xfrm>
              <a:off x="23516828" y="2209800"/>
              <a:ext cx="15522" cy="133350"/>
            </a:xfrm>
            <a:prstGeom prst="rect">
              <a:avLst/>
            </a:prstGeom>
            <a:solidFill>
              <a:srgbClr val="DCE8ED"/>
            </a:solidFill>
            <a:ln w="0">
              <a:noFill/>
              <a:prstDash val="solid"/>
            </a:ln>
          </p:spPr>
        </p:sp>
        <p:sp>
          <p:nvSpPr>
            <p:cNvPr id="3454" name="dense-strip-4-cell-147">
              <a:extLst>
                <a:ext uri="{FF2B5EF4-FFF2-40B4-BE49-F238E27FC236}">
                  <a16:creationId xmlns:a16="http://schemas.microsoft.com/office/drawing/2014/main" id="{1DEAE88C-4CB9-40E3-9C59-E1F8C7B28E23}"/>
                </a:ext>
              </a:extLst>
            </p:cNvPr>
            <p:cNvSpPr>
              <a:spLocks noGrp="1"/>
            </p:cNvSpPr>
            <p:nvPr/>
          </p:nvSpPr>
          <p:spPr>
            <a:xfrm>
              <a:off x="23501449" y="2209800"/>
              <a:ext cx="15522" cy="133350"/>
            </a:xfrm>
            <a:prstGeom prst="rect">
              <a:avLst/>
            </a:prstGeom>
            <a:solidFill>
              <a:srgbClr val="DCE8ED"/>
            </a:solidFill>
            <a:ln w="0">
              <a:noFill/>
              <a:prstDash val="solid"/>
            </a:ln>
          </p:spPr>
        </p:sp>
        <p:sp>
          <p:nvSpPr>
            <p:cNvPr id="3455" name="dense-strip-4-cell-146">
              <a:extLst>
                <a:ext uri="{FF2B5EF4-FFF2-40B4-BE49-F238E27FC236}">
                  <a16:creationId xmlns:a16="http://schemas.microsoft.com/office/drawing/2014/main" id="{9D88B067-91A1-4E80-B984-B730BD66EADA}"/>
                </a:ext>
              </a:extLst>
            </p:cNvPr>
            <p:cNvSpPr>
              <a:spLocks noGrp="1"/>
            </p:cNvSpPr>
            <p:nvPr/>
          </p:nvSpPr>
          <p:spPr>
            <a:xfrm>
              <a:off x="23486070" y="2209800"/>
              <a:ext cx="15522" cy="133350"/>
            </a:xfrm>
            <a:prstGeom prst="rect">
              <a:avLst/>
            </a:prstGeom>
            <a:solidFill>
              <a:srgbClr val="DCE8ED"/>
            </a:solidFill>
            <a:ln w="0">
              <a:noFill/>
              <a:prstDash val="solid"/>
            </a:ln>
          </p:spPr>
        </p:sp>
        <p:sp>
          <p:nvSpPr>
            <p:cNvPr id="3456" name="dense-strip-4-cell-145">
              <a:extLst>
                <a:ext uri="{FF2B5EF4-FFF2-40B4-BE49-F238E27FC236}">
                  <a16:creationId xmlns:a16="http://schemas.microsoft.com/office/drawing/2014/main" id="{49045A83-0DA0-4E58-91FC-454B9D77DD6D}"/>
                </a:ext>
              </a:extLst>
            </p:cNvPr>
            <p:cNvSpPr>
              <a:spLocks noGrp="1"/>
            </p:cNvSpPr>
            <p:nvPr/>
          </p:nvSpPr>
          <p:spPr>
            <a:xfrm>
              <a:off x="23470691" y="2209800"/>
              <a:ext cx="15522" cy="133350"/>
            </a:xfrm>
            <a:prstGeom prst="rect">
              <a:avLst/>
            </a:prstGeom>
            <a:solidFill>
              <a:srgbClr val="DCE8ED"/>
            </a:solidFill>
            <a:ln w="0">
              <a:noFill/>
              <a:prstDash val="solid"/>
            </a:ln>
          </p:spPr>
        </p:sp>
        <p:sp>
          <p:nvSpPr>
            <p:cNvPr id="3457" name="dense-strip-4-cell-144">
              <a:extLst>
                <a:ext uri="{FF2B5EF4-FFF2-40B4-BE49-F238E27FC236}">
                  <a16:creationId xmlns:a16="http://schemas.microsoft.com/office/drawing/2014/main" id="{149AC952-6A15-4470-BE65-60279C0D802A}"/>
                </a:ext>
              </a:extLst>
            </p:cNvPr>
            <p:cNvSpPr>
              <a:spLocks noGrp="1"/>
            </p:cNvSpPr>
            <p:nvPr/>
          </p:nvSpPr>
          <p:spPr>
            <a:xfrm>
              <a:off x="23455313" y="2209800"/>
              <a:ext cx="15522" cy="133350"/>
            </a:xfrm>
            <a:prstGeom prst="rect">
              <a:avLst/>
            </a:prstGeom>
            <a:solidFill>
              <a:srgbClr val="DCE8ED"/>
            </a:solidFill>
            <a:ln w="0">
              <a:noFill/>
              <a:prstDash val="solid"/>
            </a:ln>
          </p:spPr>
        </p:sp>
        <p:sp>
          <p:nvSpPr>
            <p:cNvPr id="3458" name="dense-strip-4-cell-143">
              <a:extLst>
                <a:ext uri="{FF2B5EF4-FFF2-40B4-BE49-F238E27FC236}">
                  <a16:creationId xmlns:a16="http://schemas.microsoft.com/office/drawing/2014/main" id="{C8E629F3-1EDA-4AAD-B612-A1BE4107796B}"/>
                </a:ext>
              </a:extLst>
            </p:cNvPr>
            <p:cNvSpPr>
              <a:spLocks noGrp="1"/>
            </p:cNvSpPr>
            <p:nvPr/>
          </p:nvSpPr>
          <p:spPr>
            <a:xfrm>
              <a:off x="23439934" y="2209800"/>
              <a:ext cx="15522" cy="133350"/>
            </a:xfrm>
            <a:prstGeom prst="rect">
              <a:avLst/>
            </a:prstGeom>
            <a:solidFill>
              <a:srgbClr val="DCE8ED"/>
            </a:solidFill>
            <a:ln w="0">
              <a:noFill/>
              <a:prstDash val="solid"/>
            </a:ln>
          </p:spPr>
        </p:sp>
        <p:sp>
          <p:nvSpPr>
            <p:cNvPr id="3459" name="dense-strip-4-cell-142">
              <a:extLst>
                <a:ext uri="{FF2B5EF4-FFF2-40B4-BE49-F238E27FC236}">
                  <a16:creationId xmlns:a16="http://schemas.microsoft.com/office/drawing/2014/main" id="{9F64A731-1F24-49C5-BBE5-6F1424346BBE}"/>
                </a:ext>
              </a:extLst>
            </p:cNvPr>
            <p:cNvSpPr>
              <a:spLocks noGrp="1"/>
            </p:cNvSpPr>
            <p:nvPr/>
          </p:nvSpPr>
          <p:spPr>
            <a:xfrm>
              <a:off x="23424555" y="2209800"/>
              <a:ext cx="15522" cy="133350"/>
            </a:xfrm>
            <a:prstGeom prst="rect">
              <a:avLst/>
            </a:prstGeom>
            <a:solidFill>
              <a:srgbClr val="DCE8ED"/>
            </a:solidFill>
            <a:ln w="0">
              <a:noFill/>
              <a:prstDash val="solid"/>
            </a:ln>
          </p:spPr>
        </p:sp>
        <p:sp>
          <p:nvSpPr>
            <p:cNvPr id="3460" name="dense-strip-4-cell-141">
              <a:extLst>
                <a:ext uri="{FF2B5EF4-FFF2-40B4-BE49-F238E27FC236}">
                  <a16:creationId xmlns:a16="http://schemas.microsoft.com/office/drawing/2014/main" id="{6C9F9EFB-AF25-4CDC-BA04-C1FE239F2D31}"/>
                </a:ext>
              </a:extLst>
            </p:cNvPr>
            <p:cNvSpPr>
              <a:spLocks noGrp="1"/>
            </p:cNvSpPr>
            <p:nvPr/>
          </p:nvSpPr>
          <p:spPr>
            <a:xfrm>
              <a:off x="23409176" y="2209800"/>
              <a:ext cx="15522" cy="133350"/>
            </a:xfrm>
            <a:prstGeom prst="rect">
              <a:avLst/>
            </a:prstGeom>
            <a:solidFill>
              <a:srgbClr val="DCE8ED"/>
            </a:solidFill>
            <a:ln w="0">
              <a:noFill/>
              <a:prstDash val="solid"/>
            </a:ln>
          </p:spPr>
        </p:sp>
        <p:sp>
          <p:nvSpPr>
            <p:cNvPr id="3461" name="dense-strip-4-cell-140">
              <a:extLst>
                <a:ext uri="{FF2B5EF4-FFF2-40B4-BE49-F238E27FC236}">
                  <a16:creationId xmlns:a16="http://schemas.microsoft.com/office/drawing/2014/main" id="{7B165C15-D27B-4964-873C-60AE56D67141}"/>
                </a:ext>
              </a:extLst>
            </p:cNvPr>
            <p:cNvSpPr>
              <a:spLocks noGrp="1"/>
            </p:cNvSpPr>
            <p:nvPr/>
          </p:nvSpPr>
          <p:spPr>
            <a:xfrm>
              <a:off x="23393797" y="2209800"/>
              <a:ext cx="15522" cy="133350"/>
            </a:xfrm>
            <a:prstGeom prst="rect">
              <a:avLst/>
            </a:prstGeom>
            <a:solidFill>
              <a:srgbClr val="DCE8ED"/>
            </a:solidFill>
            <a:ln w="0">
              <a:noFill/>
              <a:prstDash val="solid"/>
            </a:ln>
          </p:spPr>
        </p:sp>
        <p:sp>
          <p:nvSpPr>
            <p:cNvPr id="3462" name="dense-strip-4-cell-139">
              <a:extLst>
                <a:ext uri="{FF2B5EF4-FFF2-40B4-BE49-F238E27FC236}">
                  <a16:creationId xmlns:a16="http://schemas.microsoft.com/office/drawing/2014/main" id="{61B757DD-66F2-4E49-B707-8167F72BCD86}"/>
                </a:ext>
              </a:extLst>
            </p:cNvPr>
            <p:cNvSpPr>
              <a:spLocks noGrp="1"/>
            </p:cNvSpPr>
            <p:nvPr/>
          </p:nvSpPr>
          <p:spPr>
            <a:xfrm>
              <a:off x="23378418" y="2209800"/>
              <a:ext cx="15522" cy="133350"/>
            </a:xfrm>
            <a:prstGeom prst="rect">
              <a:avLst/>
            </a:prstGeom>
            <a:solidFill>
              <a:srgbClr val="DCE8ED"/>
            </a:solidFill>
            <a:ln w="0">
              <a:noFill/>
              <a:prstDash val="solid"/>
            </a:ln>
          </p:spPr>
        </p:sp>
        <p:sp>
          <p:nvSpPr>
            <p:cNvPr id="3463" name="dense-strip-4-cell-138">
              <a:extLst>
                <a:ext uri="{FF2B5EF4-FFF2-40B4-BE49-F238E27FC236}">
                  <a16:creationId xmlns:a16="http://schemas.microsoft.com/office/drawing/2014/main" id="{EE86A59F-7197-4B47-B274-39938BFE249E}"/>
                </a:ext>
              </a:extLst>
            </p:cNvPr>
            <p:cNvSpPr>
              <a:spLocks noGrp="1"/>
            </p:cNvSpPr>
            <p:nvPr/>
          </p:nvSpPr>
          <p:spPr>
            <a:xfrm>
              <a:off x="23363039" y="2209800"/>
              <a:ext cx="15522" cy="133350"/>
            </a:xfrm>
            <a:prstGeom prst="rect">
              <a:avLst/>
            </a:prstGeom>
            <a:solidFill>
              <a:srgbClr val="D9E4EB"/>
            </a:solidFill>
            <a:ln w="0">
              <a:noFill/>
              <a:prstDash val="solid"/>
            </a:ln>
          </p:spPr>
        </p:sp>
        <p:sp>
          <p:nvSpPr>
            <p:cNvPr id="3464" name="dense-strip-4-cell-137">
              <a:extLst>
                <a:ext uri="{FF2B5EF4-FFF2-40B4-BE49-F238E27FC236}">
                  <a16:creationId xmlns:a16="http://schemas.microsoft.com/office/drawing/2014/main" id="{5B1FA88A-8DD6-416D-89BE-9E953333EF5E}"/>
                </a:ext>
              </a:extLst>
            </p:cNvPr>
            <p:cNvSpPr>
              <a:spLocks noGrp="1"/>
            </p:cNvSpPr>
            <p:nvPr/>
          </p:nvSpPr>
          <p:spPr>
            <a:xfrm>
              <a:off x="23347660" y="2209800"/>
              <a:ext cx="15522" cy="133350"/>
            </a:xfrm>
            <a:prstGeom prst="rect">
              <a:avLst/>
            </a:prstGeom>
            <a:solidFill>
              <a:srgbClr val="B8DCD9"/>
            </a:solidFill>
            <a:ln w="0">
              <a:noFill/>
              <a:prstDash val="solid"/>
            </a:ln>
          </p:spPr>
        </p:sp>
        <p:sp>
          <p:nvSpPr>
            <p:cNvPr id="3465" name="dense-strip-4-cell-136">
              <a:extLst>
                <a:ext uri="{FF2B5EF4-FFF2-40B4-BE49-F238E27FC236}">
                  <a16:creationId xmlns:a16="http://schemas.microsoft.com/office/drawing/2014/main" id="{F50DDDD7-8E70-4632-8359-2DE652BBA7CD}"/>
                </a:ext>
              </a:extLst>
            </p:cNvPr>
            <p:cNvSpPr>
              <a:spLocks noGrp="1"/>
            </p:cNvSpPr>
            <p:nvPr/>
          </p:nvSpPr>
          <p:spPr>
            <a:xfrm>
              <a:off x="23332281" y="2209800"/>
              <a:ext cx="15522" cy="133350"/>
            </a:xfrm>
            <a:prstGeom prst="rect">
              <a:avLst/>
            </a:prstGeom>
            <a:solidFill>
              <a:srgbClr val="93D0C5"/>
            </a:solidFill>
            <a:ln w="0">
              <a:noFill/>
              <a:prstDash val="solid"/>
            </a:ln>
          </p:spPr>
        </p:sp>
        <p:sp>
          <p:nvSpPr>
            <p:cNvPr id="3466" name="dense-strip-4-cell-135">
              <a:extLst>
                <a:ext uri="{FF2B5EF4-FFF2-40B4-BE49-F238E27FC236}">
                  <a16:creationId xmlns:a16="http://schemas.microsoft.com/office/drawing/2014/main" id="{F0BEF57A-0415-47EA-8041-175FB598385C}"/>
                </a:ext>
              </a:extLst>
            </p:cNvPr>
            <p:cNvSpPr>
              <a:spLocks noGrp="1"/>
            </p:cNvSpPr>
            <p:nvPr/>
          </p:nvSpPr>
          <p:spPr>
            <a:xfrm>
              <a:off x="23316902" y="2209800"/>
              <a:ext cx="15522" cy="133350"/>
            </a:xfrm>
            <a:prstGeom prst="rect">
              <a:avLst/>
            </a:prstGeom>
            <a:solidFill>
              <a:srgbClr val="6AC2AE"/>
            </a:solidFill>
            <a:ln w="0">
              <a:noFill/>
              <a:prstDash val="solid"/>
            </a:ln>
          </p:spPr>
        </p:sp>
        <p:sp>
          <p:nvSpPr>
            <p:cNvPr id="3467" name="dense-strip-4-cell-134">
              <a:extLst>
                <a:ext uri="{FF2B5EF4-FFF2-40B4-BE49-F238E27FC236}">
                  <a16:creationId xmlns:a16="http://schemas.microsoft.com/office/drawing/2014/main" id="{CD8C69F5-E9B2-44ED-9402-CBC98657D7AF}"/>
                </a:ext>
              </a:extLst>
            </p:cNvPr>
            <p:cNvSpPr>
              <a:spLocks noGrp="1"/>
            </p:cNvSpPr>
            <p:nvPr/>
          </p:nvSpPr>
          <p:spPr>
            <a:xfrm>
              <a:off x="23301523" y="2209800"/>
              <a:ext cx="15522" cy="133350"/>
            </a:xfrm>
            <a:prstGeom prst="rect">
              <a:avLst/>
            </a:prstGeom>
            <a:solidFill>
              <a:srgbClr val="40B396"/>
            </a:solidFill>
            <a:ln w="0">
              <a:noFill/>
              <a:prstDash val="solid"/>
            </a:ln>
          </p:spPr>
        </p:sp>
        <p:sp>
          <p:nvSpPr>
            <p:cNvPr id="3468" name="dense-strip-4-cell-133">
              <a:extLst>
                <a:ext uri="{FF2B5EF4-FFF2-40B4-BE49-F238E27FC236}">
                  <a16:creationId xmlns:a16="http://schemas.microsoft.com/office/drawing/2014/main" id="{57ECC49A-C76E-4110-9FB6-1DA0C56BE7EA}"/>
                </a:ext>
              </a:extLst>
            </p:cNvPr>
            <p:cNvSpPr>
              <a:spLocks noGrp="1"/>
            </p:cNvSpPr>
            <p:nvPr/>
          </p:nvSpPr>
          <p:spPr>
            <a:xfrm>
              <a:off x="23286145" y="2209800"/>
              <a:ext cx="15522" cy="133350"/>
            </a:xfrm>
            <a:prstGeom prst="rect">
              <a:avLst/>
            </a:prstGeom>
            <a:solidFill>
              <a:srgbClr val="1DA883"/>
            </a:solidFill>
            <a:ln w="0">
              <a:noFill/>
              <a:prstDash val="solid"/>
            </a:ln>
          </p:spPr>
        </p:sp>
        <p:sp>
          <p:nvSpPr>
            <p:cNvPr id="3469" name="dense-strip-4-cell-132">
              <a:extLst>
                <a:ext uri="{FF2B5EF4-FFF2-40B4-BE49-F238E27FC236}">
                  <a16:creationId xmlns:a16="http://schemas.microsoft.com/office/drawing/2014/main" id="{73030BD4-2D9B-4F57-96DA-1A45D2296470}"/>
                </a:ext>
              </a:extLst>
            </p:cNvPr>
            <p:cNvSpPr>
              <a:spLocks noGrp="1"/>
            </p:cNvSpPr>
            <p:nvPr/>
          </p:nvSpPr>
          <p:spPr>
            <a:xfrm>
              <a:off x="23270766" y="2209800"/>
              <a:ext cx="15522" cy="133350"/>
            </a:xfrm>
            <a:prstGeom prst="rect">
              <a:avLst/>
            </a:prstGeom>
            <a:solidFill>
              <a:srgbClr val="06A076"/>
            </a:solidFill>
            <a:ln w="0">
              <a:noFill/>
              <a:prstDash val="solid"/>
            </a:ln>
          </p:spPr>
        </p:sp>
        <p:sp>
          <p:nvSpPr>
            <p:cNvPr id="3470" name="dense-strip-4-cell-131">
              <a:extLst>
                <a:ext uri="{FF2B5EF4-FFF2-40B4-BE49-F238E27FC236}">
                  <a16:creationId xmlns:a16="http://schemas.microsoft.com/office/drawing/2014/main" id="{6F477065-69EB-4086-87ED-4BD920AA324E}"/>
                </a:ext>
              </a:extLst>
            </p:cNvPr>
            <p:cNvSpPr>
              <a:spLocks noGrp="1"/>
            </p:cNvSpPr>
            <p:nvPr/>
          </p:nvSpPr>
          <p:spPr>
            <a:xfrm>
              <a:off x="23255387" y="2209800"/>
              <a:ext cx="15522" cy="133350"/>
            </a:xfrm>
            <a:prstGeom prst="rect">
              <a:avLst/>
            </a:prstGeom>
            <a:solidFill>
              <a:srgbClr val="009E73"/>
            </a:solidFill>
            <a:ln w="0">
              <a:noFill/>
              <a:prstDash val="solid"/>
            </a:ln>
          </p:spPr>
        </p:sp>
        <p:sp>
          <p:nvSpPr>
            <p:cNvPr id="3471" name="dense-strip-4-cell-130">
              <a:extLst>
                <a:ext uri="{FF2B5EF4-FFF2-40B4-BE49-F238E27FC236}">
                  <a16:creationId xmlns:a16="http://schemas.microsoft.com/office/drawing/2014/main" id="{09198FB5-7357-4D86-8071-4812FF8F956D}"/>
                </a:ext>
              </a:extLst>
            </p:cNvPr>
            <p:cNvSpPr>
              <a:spLocks noGrp="1"/>
            </p:cNvSpPr>
            <p:nvPr/>
          </p:nvSpPr>
          <p:spPr>
            <a:xfrm>
              <a:off x="23240008" y="2209800"/>
              <a:ext cx="15522" cy="133350"/>
            </a:xfrm>
            <a:prstGeom prst="rect">
              <a:avLst/>
            </a:prstGeom>
            <a:solidFill>
              <a:srgbClr val="009E73"/>
            </a:solidFill>
            <a:ln w="0">
              <a:noFill/>
              <a:prstDash val="solid"/>
            </a:ln>
          </p:spPr>
        </p:sp>
        <p:sp>
          <p:nvSpPr>
            <p:cNvPr id="3472" name="dense-strip-4-cell-129">
              <a:extLst>
                <a:ext uri="{FF2B5EF4-FFF2-40B4-BE49-F238E27FC236}">
                  <a16:creationId xmlns:a16="http://schemas.microsoft.com/office/drawing/2014/main" id="{BE493803-6F86-4963-B8F1-45DAFDE7B66D}"/>
                </a:ext>
              </a:extLst>
            </p:cNvPr>
            <p:cNvSpPr>
              <a:spLocks noGrp="1"/>
            </p:cNvSpPr>
            <p:nvPr/>
          </p:nvSpPr>
          <p:spPr>
            <a:xfrm>
              <a:off x="23224629" y="2209800"/>
              <a:ext cx="15522" cy="133350"/>
            </a:xfrm>
            <a:prstGeom prst="rect">
              <a:avLst/>
            </a:prstGeom>
            <a:solidFill>
              <a:srgbClr val="009E73"/>
            </a:solidFill>
            <a:ln w="0">
              <a:noFill/>
              <a:prstDash val="solid"/>
            </a:ln>
          </p:spPr>
        </p:sp>
        <p:sp>
          <p:nvSpPr>
            <p:cNvPr id="3473" name="dense-strip-4-cell-128">
              <a:extLst>
                <a:ext uri="{FF2B5EF4-FFF2-40B4-BE49-F238E27FC236}">
                  <a16:creationId xmlns:a16="http://schemas.microsoft.com/office/drawing/2014/main" id="{A8957DF7-1AC6-4754-91C3-1F50AE227892}"/>
                </a:ext>
              </a:extLst>
            </p:cNvPr>
            <p:cNvSpPr>
              <a:spLocks noGrp="1"/>
            </p:cNvSpPr>
            <p:nvPr/>
          </p:nvSpPr>
          <p:spPr>
            <a:xfrm>
              <a:off x="23209250" y="2209800"/>
              <a:ext cx="15522" cy="133350"/>
            </a:xfrm>
            <a:prstGeom prst="rect">
              <a:avLst/>
            </a:prstGeom>
            <a:solidFill>
              <a:srgbClr val="009E73"/>
            </a:solidFill>
            <a:ln w="0">
              <a:noFill/>
              <a:prstDash val="solid"/>
            </a:ln>
          </p:spPr>
        </p:sp>
        <p:sp>
          <p:nvSpPr>
            <p:cNvPr id="3474" name="dense-strip-4-cell-127">
              <a:extLst>
                <a:ext uri="{FF2B5EF4-FFF2-40B4-BE49-F238E27FC236}">
                  <a16:creationId xmlns:a16="http://schemas.microsoft.com/office/drawing/2014/main" id="{7B0C825C-44F4-419C-B8A5-B0747F27BF3D}"/>
                </a:ext>
              </a:extLst>
            </p:cNvPr>
            <p:cNvSpPr>
              <a:spLocks noGrp="1"/>
            </p:cNvSpPr>
            <p:nvPr/>
          </p:nvSpPr>
          <p:spPr>
            <a:xfrm>
              <a:off x="23193871" y="2209800"/>
              <a:ext cx="15522" cy="133350"/>
            </a:xfrm>
            <a:prstGeom prst="rect">
              <a:avLst/>
            </a:prstGeom>
            <a:solidFill>
              <a:srgbClr val="009E73"/>
            </a:solidFill>
            <a:ln w="0">
              <a:noFill/>
              <a:prstDash val="solid"/>
            </a:ln>
          </p:spPr>
        </p:sp>
        <p:sp>
          <p:nvSpPr>
            <p:cNvPr id="3475" name="dense-strip-4-cell-126">
              <a:extLst>
                <a:ext uri="{FF2B5EF4-FFF2-40B4-BE49-F238E27FC236}">
                  <a16:creationId xmlns:a16="http://schemas.microsoft.com/office/drawing/2014/main" id="{D9997C43-D85D-48CD-92A0-4587D90698BD}"/>
                </a:ext>
              </a:extLst>
            </p:cNvPr>
            <p:cNvSpPr>
              <a:spLocks noGrp="1"/>
            </p:cNvSpPr>
            <p:nvPr/>
          </p:nvSpPr>
          <p:spPr>
            <a:xfrm>
              <a:off x="23178492" y="2209800"/>
              <a:ext cx="15522" cy="133350"/>
            </a:xfrm>
            <a:prstGeom prst="rect">
              <a:avLst/>
            </a:prstGeom>
            <a:solidFill>
              <a:srgbClr val="009E73"/>
            </a:solidFill>
            <a:ln w="0">
              <a:noFill/>
              <a:prstDash val="solid"/>
            </a:ln>
          </p:spPr>
        </p:sp>
        <p:sp>
          <p:nvSpPr>
            <p:cNvPr id="3476" name="dense-strip-4-cell-125">
              <a:extLst>
                <a:ext uri="{FF2B5EF4-FFF2-40B4-BE49-F238E27FC236}">
                  <a16:creationId xmlns:a16="http://schemas.microsoft.com/office/drawing/2014/main" id="{18CBCB36-1FA4-4A5D-AE7E-8D5F442B749F}"/>
                </a:ext>
              </a:extLst>
            </p:cNvPr>
            <p:cNvSpPr>
              <a:spLocks noGrp="1"/>
            </p:cNvSpPr>
            <p:nvPr/>
          </p:nvSpPr>
          <p:spPr>
            <a:xfrm>
              <a:off x="23163113" y="2209800"/>
              <a:ext cx="15522" cy="133350"/>
            </a:xfrm>
            <a:prstGeom prst="rect">
              <a:avLst/>
            </a:prstGeom>
            <a:solidFill>
              <a:srgbClr val="009E73"/>
            </a:solidFill>
            <a:ln w="0">
              <a:noFill/>
              <a:prstDash val="solid"/>
            </a:ln>
          </p:spPr>
        </p:sp>
        <p:sp>
          <p:nvSpPr>
            <p:cNvPr id="3477" name="dense-strip-4-cell-124">
              <a:extLst>
                <a:ext uri="{FF2B5EF4-FFF2-40B4-BE49-F238E27FC236}">
                  <a16:creationId xmlns:a16="http://schemas.microsoft.com/office/drawing/2014/main" id="{F56B44EF-409D-4BF1-87F7-F4A9AC667E75}"/>
                </a:ext>
              </a:extLst>
            </p:cNvPr>
            <p:cNvSpPr>
              <a:spLocks noGrp="1"/>
            </p:cNvSpPr>
            <p:nvPr/>
          </p:nvSpPr>
          <p:spPr>
            <a:xfrm>
              <a:off x="23147734" y="2209800"/>
              <a:ext cx="15522" cy="133350"/>
            </a:xfrm>
            <a:prstGeom prst="rect">
              <a:avLst/>
            </a:prstGeom>
            <a:solidFill>
              <a:srgbClr val="009E73"/>
            </a:solidFill>
            <a:ln w="0">
              <a:noFill/>
              <a:prstDash val="solid"/>
            </a:ln>
          </p:spPr>
        </p:sp>
        <p:sp>
          <p:nvSpPr>
            <p:cNvPr id="3478" name="dense-strip-4-cell-123">
              <a:extLst>
                <a:ext uri="{FF2B5EF4-FFF2-40B4-BE49-F238E27FC236}">
                  <a16:creationId xmlns:a16="http://schemas.microsoft.com/office/drawing/2014/main" id="{CA9A1F7F-B60F-4A84-B8ED-531168C295C2}"/>
                </a:ext>
              </a:extLst>
            </p:cNvPr>
            <p:cNvSpPr>
              <a:spLocks noGrp="1"/>
            </p:cNvSpPr>
            <p:nvPr/>
          </p:nvSpPr>
          <p:spPr>
            <a:xfrm>
              <a:off x="23132355" y="2209800"/>
              <a:ext cx="15522" cy="133350"/>
            </a:xfrm>
            <a:prstGeom prst="rect">
              <a:avLst/>
            </a:prstGeom>
            <a:solidFill>
              <a:srgbClr val="009E73"/>
            </a:solidFill>
            <a:ln w="0">
              <a:noFill/>
              <a:prstDash val="solid"/>
            </a:ln>
          </p:spPr>
        </p:sp>
        <p:sp>
          <p:nvSpPr>
            <p:cNvPr id="3479" name="dense-strip-4-cell-122">
              <a:extLst>
                <a:ext uri="{FF2B5EF4-FFF2-40B4-BE49-F238E27FC236}">
                  <a16:creationId xmlns:a16="http://schemas.microsoft.com/office/drawing/2014/main" id="{5F955AB3-642F-48A7-BC7D-2B1C7F2F5F87}"/>
                </a:ext>
              </a:extLst>
            </p:cNvPr>
            <p:cNvSpPr>
              <a:spLocks noGrp="1"/>
            </p:cNvSpPr>
            <p:nvPr/>
          </p:nvSpPr>
          <p:spPr>
            <a:xfrm>
              <a:off x="23116977" y="2209800"/>
              <a:ext cx="15522" cy="133350"/>
            </a:xfrm>
            <a:prstGeom prst="rect">
              <a:avLst/>
            </a:prstGeom>
            <a:solidFill>
              <a:srgbClr val="009E73"/>
            </a:solidFill>
            <a:ln w="0">
              <a:noFill/>
              <a:prstDash val="solid"/>
            </a:ln>
          </p:spPr>
        </p:sp>
        <p:sp>
          <p:nvSpPr>
            <p:cNvPr id="3480" name="dense-strip-4-cell-121">
              <a:extLst>
                <a:ext uri="{FF2B5EF4-FFF2-40B4-BE49-F238E27FC236}">
                  <a16:creationId xmlns:a16="http://schemas.microsoft.com/office/drawing/2014/main" id="{35FC3BC4-A4CF-4469-B902-669E1B1EA510}"/>
                </a:ext>
              </a:extLst>
            </p:cNvPr>
            <p:cNvSpPr>
              <a:spLocks noGrp="1"/>
            </p:cNvSpPr>
            <p:nvPr/>
          </p:nvSpPr>
          <p:spPr>
            <a:xfrm>
              <a:off x="23101598" y="2209800"/>
              <a:ext cx="15522" cy="133350"/>
            </a:xfrm>
            <a:prstGeom prst="rect">
              <a:avLst/>
            </a:prstGeom>
            <a:solidFill>
              <a:srgbClr val="07A177"/>
            </a:solidFill>
            <a:ln w="0">
              <a:noFill/>
              <a:prstDash val="solid"/>
            </a:ln>
          </p:spPr>
        </p:sp>
        <p:sp>
          <p:nvSpPr>
            <p:cNvPr id="3481" name="dense-strip-4-cell-120">
              <a:extLst>
                <a:ext uri="{FF2B5EF4-FFF2-40B4-BE49-F238E27FC236}">
                  <a16:creationId xmlns:a16="http://schemas.microsoft.com/office/drawing/2014/main" id="{79407E80-04FF-4984-9A02-18D152596E3A}"/>
                </a:ext>
              </a:extLst>
            </p:cNvPr>
            <p:cNvSpPr>
              <a:spLocks noGrp="1"/>
            </p:cNvSpPr>
            <p:nvPr/>
          </p:nvSpPr>
          <p:spPr>
            <a:xfrm>
              <a:off x="23086219" y="2209800"/>
              <a:ext cx="15522" cy="133350"/>
            </a:xfrm>
            <a:prstGeom prst="rect">
              <a:avLst/>
            </a:prstGeom>
            <a:solidFill>
              <a:srgbClr val="1AA781"/>
            </a:solidFill>
            <a:ln w="0">
              <a:noFill/>
              <a:prstDash val="solid"/>
            </a:ln>
          </p:spPr>
        </p:sp>
        <p:sp>
          <p:nvSpPr>
            <p:cNvPr id="3482" name="dense-strip-4-cell-119">
              <a:extLst>
                <a:ext uri="{FF2B5EF4-FFF2-40B4-BE49-F238E27FC236}">
                  <a16:creationId xmlns:a16="http://schemas.microsoft.com/office/drawing/2014/main" id="{0C1B9BF3-93B1-4291-B5D2-63905B10FF46}"/>
                </a:ext>
              </a:extLst>
            </p:cNvPr>
            <p:cNvSpPr>
              <a:spLocks noGrp="1"/>
            </p:cNvSpPr>
            <p:nvPr/>
          </p:nvSpPr>
          <p:spPr>
            <a:xfrm>
              <a:off x="23070840" y="2209800"/>
              <a:ext cx="15522" cy="133350"/>
            </a:xfrm>
            <a:prstGeom prst="rect">
              <a:avLst/>
            </a:prstGeom>
            <a:solidFill>
              <a:srgbClr val="2EAE8D"/>
            </a:solidFill>
            <a:ln w="0">
              <a:noFill/>
              <a:prstDash val="solid"/>
            </a:ln>
          </p:spPr>
        </p:sp>
        <p:sp>
          <p:nvSpPr>
            <p:cNvPr id="3483" name="dense-strip-4-cell-118">
              <a:extLst>
                <a:ext uri="{FF2B5EF4-FFF2-40B4-BE49-F238E27FC236}">
                  <a16:creationId xmlns:a16="http://schemas.microsoft.com/office/drawing/2014/main" id="{73B342F3-3C9B-49D1-A5FC-80A1FA59368D}"/>
                </a:ext>
              </a:extLst>
            </p:cNvPr>
            <p:cNvSpPr>
              <a:spLocks noGrp="1"/>
            </p:cNvSpPr>
            <p:nvPr/>
          </p:nvSpPr>
          <p:spPr>
            <a:xfrm>
              <a:off x="23055461" y="2209800"/>
              <a:ext cx="15522" cy="133350"/>
            </a:xfrm>
            <a:prstGeom prst="rect">
              <a:avLst/>
            </a:prstGeom>
            <a:solidFill>
              <a:srgbClr val="48B69B"/>
            </a:solidFill>
            <a:ln w="0">
              <a:noFill/>
              <a:prstDash val="solid"/>
            </a:ln>
          </p:spPr>
        </p:sp>
        <p:sp>
          <p:nvSpPr>
            <p:cNvPr id="3484" name="dense-strip-4-cell-117">
              <a:extLst>
                <a:ext uri="{FF2B5EF4-FFF2-40B4-BE49-F238E27FC236}">
                  <a16:creationId xmlns:a16="http://schemas.microsoft.com/office/drawing/2014/main" id="{7E4E3394-A11A-45E9-A983-751F1637BA3B}"/>
                </a:ext>
              </a:extLst>
            </p:cNvPr>
            <p:cNvSpPr>
              <a:spLocks noGrp="1"/>
            </p:cNvSpPr>
            <p:nvPr/>
          </p:nvSpPr>
          <p:spPr>
            <a:xfrm>
              <a:off x="23040082" y="2209800"/>
              <a:ext cx="15522" cy="133350"/>
            </a:xfrm>
            <a:prstGeom prst="rect">
              <a:avLst/>
            </a:prstGeom>
            <a:solidFill>
              <a:srgbClr val="60BEA8"/>
            </a:solidFill>
            <a:ln w="0">
              <a:noFill/>
              <a:prstDash val="solid"/>
            </a:ln>
          </p:spPr>
        </p:sp>
        <p:sp>
          <p:nvSpPr>
            <p:cNvPr id="3485" name="dense-strip-4-cell-116">
              <a:extLst>
                <a:ext uri="{FF2B5EF4-FFF2-40B4-BE49-F238E27FC236}">
                  <a16:creationId xmlns:a16="http://schemas.microsoft.com/office/drawing/2014/main" id="{E5B10783-C2F6-4E28-95A4-D37077F12111}"/>
                </a:ext>
              </a:extLst>
            </p:cNvPr>
            <p:cNvSpPr>
              <a:spLocks noGrp="1"/>
            </p:cNvSpPr>
            <p:nvPr/>
          </p:nvSpPr>
          <p:spPr>
            <a:xfrm>
              <a:off x="23024703" y="2209800"/>
              <a:ext cx="15522" cy="133350"/>
            </a:xfrm>
            <a:prstGeom prst="rect">
              <a:avLst/>
            </a:prstGeom>
            <a:solidFill>
              <a:srgbClr val="73C5B3"/>
            </a:solidFill>
            <a:ln w="0">
              <a:noFill/>
              <a:prstDash val="solid"/>
            </a:ln>
          </p:spPr>
        </p:sp>
        <p:sp>
          <p:nvSpPr>
            <p:cNvPr id="3486" name="dense-strip-4-cell-115">
              <a:extLst>
                <a:ext uri="{FF2B5EF4-FFF2-40B4-BE49-F238E27FC236}">
                  <a16:creationId xmlns:a16="http://schemas.microsoft.com/office/drawing/2014/main" id="{F475A423-CE3C-4AF5-8141-04D2C03570F3}"/>
                </a:ext>
              </a:extLst>
            </p:cNvPr>
            <p:cNvSpPr>
              <a:spLocks noGrp="1"/>
            </p:cNvSpPr>
            <p:nvPr/>
          </p:nvSpPr>
          <p:spPr>
            <a:xfrm>
              <a:off x="23009324" y="2209800"/>
              <a:ext cx="15522" cy="133350"/>
            </a:xfrm>
            <a:prstGeom prst="rect">
              <a:avLst/>
            </a:prstGeom>
            <a:solidFill>
              <a:srgbClr val="7FC9B9"/>
            </a:solidFill>
            <a:ln w="0">
              <a:noFill/>
              <a:prstDash val="solid"/>
            </a:ln>
          </p:spPr>
        </p:sp>
        <p:sp>
          <p:nvSpPr>
            <p:cNvPr id="3487" name="dense-strip-4-cell-114">
              <a:extLst>
                <a:ext uri="{FF2B5EF4-FFF2-40B4-BE49-F238E27FC236}">
                  <a16:creationId xmlns:a16="http://schemas.microsoft.com/office/drawing/2014/main" id="{10419266-635D-4220-B2AB-296D8FFCF466}"/>
                </a:ext>
              </a:extLst>
            </p:cNvPr>
            <p:cNvSpPr>
              <a:spLocks noGrp="1"/>
            </p:cNvSpPr>
            <p:nvPr/>
          </p:nvSpPr>
          <p:spPr>
            <a:xfrm>
              <a:off x="22993945" y="2209800"/>
              <a:ext cx="15522" cy="133350"/>
            </a:xfrm>
            <a:prstGeom prst="rect">
              <a:avLst/>
            </a:prstGeom>
            <a:solidFill>
              <a:srgbClr val="81C9BA"/>
            </a:solidFill>
            <a:ln w="0">
              <a:noFill/>
              <a:prstDash val="solid"/>
            </a:ln>
          </p:spPr>
        </p:sp>
        <p:sp>
          <p:nvSpPr>
            <p:cNvPr id="3488" name="dense-strip-4-cell-113">
              <a:extLst>
                <a:ext uri="{FF2B5EF4-FFF2-40B4-BE49-F238E27FC236}">
                  <a16:creationId xmlns:a16="http://schemas.microsoft.com/office/drawing/2014/main" id="{4ADF55F6-4598-4A70-AD91-368B1B412349}"/>
                </a:ext>
              </a:extLst>
            </p:cNvPr>
            <p:cNvSpPr>
              <a:spLocks noGrp="1"/>
            </p:cNvSpPr>
            <p:nvPr/>
          </p:nvSpPr>
          <p:spPr>
            <a:xfrm>
              <a:off x="22978566" y="2209800"/>
              <a:ext cx="15522" cy="133350"/>
            </a:xfrm>
            <a:prstGeom prst="rect">
              <a:avLst/>
            </a:prstGeom>
            <a:solidFill>
              <a:srgbClr val="81C9BA"/>
            </a:solidFill>
            <a:ln w="0">
              <a:noFill/>
              <a:prstDash val="solid"/>
            </a:ln>
          </p:spPr>
        </p:sp>
        <p:sp>
          <p:nvSpPr>
            <p:cNvPr id="3489" name="dense-strip-4-cell-112">
              <a:extLst>
                <a:ext uri="{FF2B5EF4-FFF2-40B4-BE49-F238E27FC236}">
                  <a16:creationId xmlns:a16="http://schemas.microsoft.com/office/drawing/2014/main" id="{6C983AD3-708D-464E-A29D-93BA80F1E95B}"/>
                </a:ext>
              </a:extLst>
            </p:cNvPr>
            <p:cNvSpPr>
              <a:spLocks noGrp="1"/>
            </p:cNvSpPr>
            <p:nvPr/>
          </p:nvSpPr>
          <p:spPr>
            <a:xfrm>
              <a:off x="22963188" y="2209800"/>
              <a:ext cx="15522" cy="133350"/>
            </a:xfrm>
            <a:prstGeom prst="rect">
              <a:avLst/>
            </a:prstGeom>
            <a:solidFill>
              <a:srgbClr val="81C9BA"/>
            </a:solidFill>
            <a:ln w="0">
              <a:noFill/>
              <a:prstDash val="solid"/>
            </a:ln>
          </p:spPr>
        </p:sp>
        <p:sp>
          <p:nvSpPr>
            <p:cNvPr id="3490" name="dense-strip-4-cell-111">
              <a:extLst>
                <a:ext uri="{FF2B5EF4-FFF2-40B4-BE49-F238E27FC236}">
                  <a16:creationId xmlns:a16="http://schemas.microsoft.com/office/drawing/2014/main" id="{D66E616E-816B-43FC-AE99-6A6D88FCD628}"/>
                </a:ext>
              </a:extLst>
            </p:cNvPr>
            <p:cNvSpPr>
              <a:spLocks noGrp="1"/>
            </p:cNvSpPr>
            <p:nvPr/>
          </p:nvSpPr>
          <p:spPr>
            <a:xfrm>
              <a:off x="22947809" y="2209800"/>
              <a:ext cx="15522" cy="133350"/>
            </a:xfrm>
            <a:prstGeom prst="rect">
              <a:avLst/>
            </a:prstGeom>
            <a:solidFill>
              <a:srgbClr val="81C9BA"/>
            </a:solidFill>
            <a:ln w="0">
              <a:noFill/>
              <a:prstDash val="solid"/>
            </a:ln>
          </p:spPr>
        </p:sp>
        <p:sp>
          <p:nvSpPr>
            <p:cNvPr id="3491" name="dense-strip-4-cell-110">
              <a:extLst>
                <a:ext uri="{FF2B5EF4-FFF2-40B4-BE49-F238E27FC236}">
                  <a16:creationId xmlns:a16="http://schemas.microsoft.com/office/drawing/2014/main" id="{E00C397D-BA57-4AD7-9407-5FD43A935CA3}"/>
                </a:ext>
              </a:extLst>
            </p:cNvPr>
            <p:cNvSpPr>
              <a:spLocks noGrp="1"/>
            </p:cNvSpPr>
            <p:nvPr/>
          </p:nvSpPr>
          <p:spPr>
            <a:xfrm>
              <a:off x="22932430" y="2209800"/>
              <a:ext cx="15522" cy="133350"/>
            </a:xfrm>
            <a:prstGeom prst="rect">
              <a:avLst/>
            </a:prstGeom>
            <a:solidFill>
              <a:srgbClr val="81C9BA"/>
            </a:solidFill>
            <a:ln w="0">
              <a:noFill/>
              <a:prstDash val="solid"/>
            </a:ln>
          </p:spPr>
        </p:sp>
        <p:sp>
          <p:nvSpPr>
            <p:cNvPr id="3492" name="dense-strip-4-cell-109">
              <a:extLst>
                <a:ext uri="{FF2B5EF4-FFF2-40B4-BE49-F238E27FC236}">
                  <a16:creationId xmlns:a16="http://schemas.microsoft.com/office/drawing/2014/main" id="{0F051A85-6E91-416D-97EE-0F7DB0FCA35F}"/>
                </a:ext>
              </a:extLst>
            </p:cNvPr>
            <p:cNvSpPr>
              <a:spLocks noGrp="1"/>
            </p:cNvSpPr>
            <p:nvPr/>
          </p:nvSpPr>
          <p:spPr>
            <a:xfrm>
              <a:off x="22917051" y="2209800"/>
              <a:ext cx="15522" cy="133350"/>
            </a:xfrm>
            <a:prstGeom prst="rect">
              <a:avLst/>
            </a:prstGeom>
            <a:solidFill>
              <a:srgbClr val="81C9BA"/>
            </a:solidFill>
            <a:ln w="0">
              <a:noFill/>
              <a:prstDash val="solid"/>
            </a:ln>
          </p:spPr>
        </p:sp>
        <p:sp>
          <p:nvSpPr>
            <p:cNvPr id="3493" name="dense-strip-4-cell-108">
              <a:extLst>
                <a:ext uri="{FF2B5EF4-FFF2-40B4-BE49-F238E27FC236}">
                  <a16:creationId xmlns:a16="http://schemas.microsoft.com/office/drawing/2014/main" id="{EE5418F3-F414-4EE1-8A42-5B921EDF127E}"/>
                </a:ext>
              </a:extLst>
            </p:cNvPr>
            <p:cNvSpPr>
              <a:spLocks noGrp="1"/>
            </p:cNvSpPr>
            <p:nvPr/>
          </p:nvSpPr>
          <p:spPr>
            <a:xfrm>
              <a:off x="22901672" y="2209800"/>
              <a:ext cx="15522" cy="133350"/>
            </a:xfrm>
            <a:prstGeom prst="rect">
              <a:avLst/>
            </a:prstGeom>
            <a:solidFill>
              <a:srgbClr val="81C9BA"/>
            </a:solidFill>
            <a:ln w="0">
              <a:noFill/>
              <a:prstDash val="solid"/>
            </a:ln>
          </p:spPr>
        </p:sp>
        <p:sp>
          <p:nvSpPr>
            <p:cNvPr id="3494" name="dense-strip-4-cell-107">
              <a:extLst>
                <a:ext uri="{FF2B5EF4-FFF2-40B4-BE49-F238E27FC236}">
                  <a16:creationId xmlns:a16="http://schemas.microsoft.com/office/drawing/2014/main" id="{7D4F3F54-ABBC-4419-BD96-E645BB7B5B98}"/>
                </a:ext>
              </a:extLst>
            </p:cNvPr>
            <p:cNvSpPr>
              <a:spLocks noGrp="1"/>
            </p:cNvSpPr>
            <p:nvPr/>
          </p:nvSpPr>
          <p:spPr>
            <a:xfrm>
              <a:off x="22886293" y="2209800"/>
              <a:ext cx="15522" cy="133350"/>
            </a:xfrm>
            <a:prstGeom prst="rect">
              <a:avLst/>
            </a:prstGeom>
            <a:solidFill>
              <a:srgbClr val="81C9BA"/>
            </a:solidFill>
            <a:ln w="0">
              <a:noFill/>
              <a:prstDash val="solid"/>
            </a:ln>
          </p:spPr>
        </p:sp>
        <p:sp>
          <p:nvSpPr>
            <p:cNvPr id="3495" name="dense-strip-4-cell-106">
              <a:extLst>
                <a:ext uri="{FF2B5EF4-FFF2-40B4-BE49-F238E27FC236}">
                  <a16:creationId xmlns:a16="http://schemas.microsoft.com/office/drawing/2014/main" id="{D33889E3-7651-4A1F-8EF9-7761252A06D5}"/>
                </a:ext>
              </a:extLst>
            </p:cNvPr>
            <p:cNvSpPr>
              <a:spLocks noGrp="1"/>
            </p:cNvSpPr>
            <p:nvPr/>
          </p:nvSpPr>
          <p:spPr>
            <a:xfrm>
              <a:off x="22870914" y="2209800"/>
              <a:ext cx="15522" cy="133350"/>
            </a:xfrm>
            <a:prstGeom prst="rect">
              <a:avLst/>
            </a:prstGeom>
            <a:solidFill>
              <a:srgbClr val="81C9BA"/>
            </a:solidFill>
            <a:ln w="0">
              <a:noFill/>
              <a:prstDash val="solid"/>
            </a:ln>
          </p:spPr>
        </p:sp>
        <p:sp>
          <p:nvSpPr>
            <p:cNvPr id="3496" name="dense-strip-4-cell-105">
              <a:extLst>
                <a:ext uri="{FF2B5EF4-FFF2-40B4-BE49-F238E27FC236}">
                  <a16:creationId xmlns:a16="http://schemas.microsoft.com/office/drawing/2014/main" id="{4DBF6049-B168-47A3-9D40-5D10CB0CACA7}"/>
                </a:ext>
              </a:extLst>
            </p:cNvPr>
            <p:cNvSpPr>
              <a:spLocks noGrp="1"/>
            </p:cNvSpPr>
            <p:nvPr/>
          </p:nvSpPr>
          <p:spPr>
            <a:xfrm>
              <a:off x="22855535" y="2209800"/>
              <a:ext cx="15522" cy="133350"/>
            </a:xfrm>
            <a:prstGeom prst="rect">
              <a:avLst/>
            </a:prstGeom>
            <a:solidFill>
              <a:srgbClr val="81C9BA"/>
            </a:solidFill>
            <a:ln w="0">
              <a:noFill/>
              <a:prstDash val="solid"/>
            </a:ln>
          </p:spPr>
        </p:sp>
        <p:sp>
          <p:nvSpPr>
            <p:cNvPr id="3497" name="dense-strip-4-cell-104">
              <a:extLst>
                <a:ext uri="{FF2B5EF4-FFF2-40B4-BE49-F238E27FC236}">
                  <a16:creationId xmlns:a16="http://schemas.microsoft.com/office/drawing/2014/main" id="{716B3B1A-F2F0-42AD-9EAA-3CD55765C709}"/>
                </a:ext>
              </a:extLst>
            </p:cNvPr>
            <p:cNvSpPr>
              <a:spLocks noGrp="1"/>
            </p:cNvSpPr>
            <p:nvPr/>
          </p:nvSpPr>
          <p:spPr>
            <a:xfrm>
              <a:off x="22840156" y="2209800"/>
              <a:ext cx="15522" cy="133350"/>
            </a:xfrm>
            <a:prstGeom prst="rect">
              <a:avLst/>
            </a:prstGeom>
            <a:solidFill>
              <a:srgbClr val="81C9BA"/>
            </a:solidFill>
            <a:ln w="0">
              <a:noFill/>
              <a:prstDash val="solid"/>
            </a:ln>
          </p:spPr>
        </p:sp>
        <p:sp>
          <p:nvSpPr>
            <p:cNvPr id="3498" name="dense-strip-4-cell-103">
              <a:extLst>
                <a:ext uri="{FF2B5EF4-FFF2-40B4-BE49-F238E27FC236}">
                  <a16:creationId xmlns:a16="http://schemas.microsoft.com/office/drawing/2014/main" id="{3EF0B74E-B6E4-476C-8379-52EBD5714168}"/>
                </a:ext>
              </a:extLst>
            </p:cNvPr>
            <p:cNvSpPr>
              <a:spLocks noGrp="1"/>
            </p:cNvSpPr>
            <p:nvPr/>
          </p:nvSpPr>
          <p:spPr>
            <a:xfrm>
              <a:off x="22824777" y="2209800"/>
              <a:ext cx="15522" cy="133350"/>
            </a:xfrm>
            <a:prstGeom prst="rect">
              <a:avLst/>
            </a:prstGeom>
            <a:solidFill>
              <a:srgbClr val="81C9BA"/>
            </a:solidFill>
            <a:ln w="0">
              <a:noFill/>
              <a:prstDash val="solid"/>
            </a:ln>
          </p:spPr>
        </p:sp>
        <p:sp>
          <p:nvSpPr>
            <p:cNvPr id="3499" name="dense-strip-4-cell-102">
              <a:extLst>
                <a:ext uri="{FF2B5EF4-FFF2-40B4-BE49-F238E27FC236}">
                  <a16:creationId xmlns:a16="http://schemas.microsoft.com/office/drawing/2014/main" id="{46F7780A-38FA-4D04-8754-CE9B362AC282}"/>
                </a:ext>
              </a:extLst>
            </p:cNvPr>
            <p:cNvSpPr>
              <a:spLocks noGrp="1"/>
            </p:cNvSpPr>
            <p:nvPr/>
          </p:nvSpPr>
          <p:spPr>
            <a:xfrm>
              <a:off x="22809398" y="2209800"/>
              <a:ext cx="15522" cy="133350"/>
            </a:xfrm>
            <a:prstGeom prst="rect">
              <a:avLst/>
            </a:prstGeom>
            <a:solidFill>
              <a:srgbClr val="81C9BA"/>
            </a:solidFill>
            <a:ln w="0">
              <a:noFill/>
              <a:prstDash val="solid"/>
            </a:ln>
          </p:spPr>
        </p:sp>
        <p:sp>
          <p:nvSpPr>
            <p:cNvPr id="3500" name="dense-strip-4-cell-101">
              <a:extLst>
                <a:ext uri="{FF2B5EF4-FFF2-40B4-BE49-F238E27FC236}">
                  <a16:creationId xmlns:a16="http://schemas.microsoft.com/office/drawing/2014/main" id="{B71F2461-91CF-4D5D-8E6F-84B0455882E5}"/>
                </a:ext>
              </a:extLst>
            </p:cNvPr>
            <p:cNvSpPr>
              <a:spLocks noGrp="1"/>
            </p:cNvSpPr>
            <p:nvPr/>
          </p:nvSpPr>
          <p:spPr>
            <a:xfrm>
              <a:off x="22794020" y="2209800"/>
              <a:ext cx="15522" cy="133350"/>
            </a:xfrm>
            <a:prstGeom prst="rect">
              <a:avLst/>
            </a:prstGeom>
            <a:solidFill>
              <a:srgbClr val="81C9BA"/>
            </a:solidFill>
            <a:ln w="0">
              <a:noFill/>
              <a:prstDash val="solid"/>
            </a:ln>
          </p:spPr>
        </p:sp>
        <p:sp>
          <p:nvSpPr>
            <p:cNvPr id="3501" name="dense-strip-4-cell-100">
              <a:extLst>
                <a:ext uri="{FF2B5EF4-FFF2-40B4-BE49-F238E27FC236}">
                  <a16:creationId xmlns:a16="http://schemas.microsoft.com/office/drawing/2014/main" id="{9A12A494-5F5E-4BF6-998E-C8A3C0ADD2D5}"/>
                </a:ext>
              </a:extLst>
            </p:cNvPr>
            <p:cNvSpPr>
              <a:spLocks noGrp="1"/>
            </p:cNvSpPr>
            <p:nvPr/>
          </p:nvSpPr>
          <p:spPr>
            <a:xfrm>
              <a:off x="22778641" y="2209800"/>
              <a:ext cx="15522" cy="133350"/>
            </a:xfrm>
            <a:prstGeom prst="rect">
              <a:avLst/>
            </a:prstGeom>
            <a:solidFill>
              <a:srgbClr val="81C9BA"/>
            </a:solidFill>
            <a:ln w="0">
              <a:noFill/>
              <a:prstDash val="solid"/>
            </a:ln>
          </p:spPr>
        </p:sp>
        <p:sp>
          <p:nvSpPr>
            <p:cNvPr id="3502" name="dense-strip-4-cell-99">
              <a:extLst>
                <a:ext uri="{FF2B5EF4-FFF2-40B4-BE49-F238E27FC236}">
                  <a16:creationId xmlns:a16="http://schemas.microsoft.com/office/drawing/2014/main" id="{F3714984-8F99-4482-B9EF-DBF6DE0E5C17}"/>
                </a:ext>
              </a:extLst>
            </p:cNvPr>
            <p:cNvSpPr>
              <a:spLocks noGrp="1"/>
            </p:cNvSpPr>
            <p:nvPr/>
          </p:nvSpPr>
          <p:spPr>
            <a:xfrm>
              <a:off x="22763262" y="2209800"/>
              <a:ext cx="15522" cy="133350"/>
            </a:xfrm>
            <a:prstGeom prst="rect">
              <a:avLst/>
            </a:prstGeom>
            <a:solidFill>
              <a:srgbClr val="81C9BA"/>
            </a:solidFill>
            <a:ln w="0">
              <a:noFill/>
              <a:prstDash val="solid"/>
            </a:ln>
          </p:spPr>
        </p:sp>
        <p:sp>
          <p:nvSpPr>
            <p:cNvPr id="3503" name="dense-strip-4-cell-98">
              <a:extLst>
                <a:ext uri="{FF2B5EF4-FFF2-40B4-BE49-F238E27FC236}">
                  <a16:creationId xmlns:a16="http://schemas.microsoft.com/office/drawing/2014/main" id="{5AB0AA94-CB9A-494E-A5AB-932261018C6D}"/>
                </a:ext>
              </a:extLst>
            </p:cNvPr>
            <p:cNvSpPr>
              <a:spLocks noGrp="1"/>
            </p:cNvSpPr>
            <p:nvPr/>
          </p:nvSpPr>
          <p:spPr>
            <a:xfrm>
              <a:off x="22747883" y="2209800"/>
              <a:ext cx="15522" cy="133350"/>
            </a:xfrm>
            <a:prstGeom prst="rect">
              <a:avLst/>
            </a:prstGeom>
            <a:solidFill>
              <a:srgbClr val="81C9BA"/>
            </a:solidFill>
            <a:ln w="0">
              <a:noFill/>
              <a:prstDash val="solid"/>
            </a:ln>
          </p:spPr>
        </p:sp>
        <p:sp>
          <p:nvSpPr>
            <p:cNvPr id="3504" name="dense-strip-4-cell-97">
              <a:extLst>
                <a:ext uri="{FF2B5EF4-FFF2-40B4-BE49-F238E27FC236}">
                  <a16:creationId xmlns:a16="http://schemas.microsoft.com/office/drawing/2014/main" id="{B8E2253F-ACFC-4B15-8D2A-0ADE8F522613}"/>
                </a:ext>
              </a:extLst>
            </p:cNvPr>
            <p:cNvSpPr>
              <a:spLocks noGrp="1"/>
            </p:cNvSpPr>
            <p:nvPr/>
          </p:nvSpPr>
          <p:spPr>
            <a:xfrm>
              <a:off x="22732504" y="2209800"/>
              <a:ext cx="15522" cy="133350"/>
            </a:xfrm>
            <a:prstGeom prst="rect">
              <a:avLst/>
            </a:prstGeom>
            <a:solidFill>
              <a:srgbClr val="81C9BA"/>
            </a:solidFill>
            <a:ln w="0">
              <a:noFill/>
              <a:prstDash val="solid"/>
            </a:ln>
          </p:spPr>
        </p:sp>
        <p:sp>
          <p:nvSpPr>
            <p:cNvPr id="3505" name="dense-strip-4-cell-96">
              <a:extLst>
                <a:ext uri="{FF2B5EF4-FFF2-40B4-BE49-F238E27FC236}">
                  <a16:creationId xmlns:a16="http://schemas.microsoft.com/office/drawing/2014/main" id="{6DA33E2E-8A95-4370-B578-CE36AD894553}"/>
                </a:ext>
              </a:extLst>
            </p:cNvPr>
            <p:cNvSpPr>
              <a:spLocks noGrp="1"/>
            </p:cNvSpPr>
            <p:nvPr/>
          </p:nvSpPr>
          <p:spPr>
            <a:xfrm>
              <a:off x="22717125" y="2209800"/>
              <a:ext cx="15522" cy="133350"/>
            </a:xfrm>
            <a:prstGeom prst="rect">
              <a:avLst/>
            </a:prstGeom>
            <a:solidFill>
              <a:srgbClr val="81C9BA"/>
            </a:solidFill>
            <a:ln w="0">
              <a:noFill/>
              <a:prstDash val="solid"/>
            </a:ln>
          </p:spPr>
        </p:sp>
        <p:sp>
          <p:nvSpPr>
            <p:cNvPr id="3506" name="dense-strip-4-cell-95">
              <a:extLst>
                <a:ext uri="{FF2B5EF4-FFF2-40B4-BE49-F238E27FC236}">
                  <a16:creationId xmlns:a16="http://schemas.microsoft.com/office/drawing/2014/main" id="{BC9BE53B-8532-470D-AB54-D2263B4CE224}"/>
                </a:ext>
              </a:extLst>
            </p:cNvPr>
            <p:cNvSpPr>
              <a:spLocks noGrp="1"/>
            </p:cNvSpPr>
            <p:nvPr/>
          </p:nvSpPr>
          <p:spPr>
            <a:xfrm>
              <a:off x="22701746" y="2209800"/>
              <a:ext cx="15522" cy="133350"/>
            </a:xfrm>
            <a:prstGeom prst="rect">
              <a:avLst/>
            </a:prstGeom>
            <a:solidFill>
              <a:srgbClr val="81C9BA"/>
            </a:solidFill>
            <a:ln w="0">
              <a:noFill/>
              <a:prstDash val="solid"/>
            </a:ln>
          </p:spPr>
        </p:sp>
        <p:sp>
          <p:nvSpPr>
            <p:cNvPr id="3507" name="dense-strip-4-cell-94">
              <a:extLst>
                <a:ext uri="{FF2B5EF4-FFF2-40B4-BE49-F238E27FC236}">
                  <a16:creationId xmlns:a16="http://schemas.microsoft.com/office/drawing/2014/main" id="{3AE55DF9-BC16-4E81-B7B6-53FD5E444BC5}"/>
                </a:ext>
              </a:extLst>
            </p:cNvPr>
            <p:cNvSpPr>
              <a:spLocks noGrp="1"/>
            </p:cNvSpPr>
            <p:nvPr/>
          </p:nvSpPr>
          <p:spPr>
            <a:xfrm>
              <a:off x="22686367" y="2209800"/>
              <a:ext cx="15522" cy="133350"/>
            </a:xfrm>
            <a:prstGeom prst="rect">
              <a:avLst/>
            </a:prstGeom>
            <a:solidFill>
              <a:srgbClr val="81C9BA"/>
            </a:solidFill>
            <a:ln w="0">
              <a:noFill/>
              <a:prstDash val="solid"/>
            </a:ln>
          </p:spPr>
        </p:sp>
        <p:sp>
          <p:nvSpPr>
            <p:cNvPr id="3508" name="dense-strip-4-cell-93">
              <a:extLst>
                <a:ext uri="{FF2B5EF4-FFF2-40B4-BE49-F238E27FC236}">
                  <a16:creationId xmlns:a16="http://schemas.microsoft.com/office/drawing/2014/main" id="{67116EF5-39AC-482E-9297-04F7A32613FF}"/>
                </a:ext>
              </a:extLst>
            </p:cNvPr>
            <p:cNvSpPr>
              <a:spLocks noGrp="1"/>
            </p:cNvSpPr>
            <p:nvPr/>
          </p:nvSpPr>
          <p:spPr>
            <a:xfrm>
              <a:off x="22670988" y="2209800"/>
              <a:ext cx="15522" cy="133350"/>
            </a:xfrm>
            <a:prstGeom prst="rect">
              <a:avLst/>
            </a:prstGeom>
            <a:solidFill>
              <a:srgbClr val="81C9BA"/>
            </a:solidFill>
            <a:ln w="0">
              <a:noFill/>
              <a:prstDash val="solid"/>
            </a:ln>
          </p:spPr>
        </p:sp>
        <p:sp>
          <p:nvSpPr>
            <p:cNvPr id="3509" name="dense-strip-4-cell-92">
              <a:extLst>
                <a:ext uri="{FF2B5EF4-FFF2-40B4-BE49-F238E27FC236}">
                  <a16:creationId xmlns:a16="http://schemas.microsoft.com/office/drawing/2014/main" id="{72C5A6A3-4CA6-45E4-BC20-F9163024C341}"/>
                </a:ext>
              </a:extLst>
            </p:cNvPr>
            <p:cNvSpPr>
              <a:spLocks noGrp="1"/>
            </p:cNvSpPr>
            <p:nvPr/>
          </p:nvSpPr>
          <p:spPr>
            <a:xfrm>
              <a:off x="22655609" y="2209800"/>
              <a:ext cx="15522" cy="133350"/>
            </a:xfrm>
            <a:prstGeom prst="rect">
              <a:avLst/>
            </a:prstGeom>
            <a:solidFill>
              <a:srgbClr val="81C9BA"/>
            </a:solidFill>
            <a:ln w="0">
              <a:noFill/>
              <a:prstDash val="solid"/>
            </a:ln>
          </p:spPr>
        </p:sp>
        <p:sp>
          <p:nvSpPr>
            <p:cNvPr id="3510" name="dense-strip-4-cell-91">
              <a:extLst>
                <a:ext uri="{FF2B5EF4-FFF2-40B4-BE49-F238E27FC236}">
                  <a16:creationId xmlns:a16="http://schemas.microsoft.com/office/drawing/2014/main" id="{3040D442-D268-4A2F-838C-44E414EBFA65}"/>
                </a:ext>
              </a:extLst>
            </p:cNvPr>
            <p:cNvSpPr>
              <a:spLocks noGrp="1"/>
            </p:cNvSpPr>
            <p:nvPr/>
          </p:nvSpPr>
          <p:spPr>
            <a:xfrm>
              <a:off x="22640230" y="2209800"/>
              <a:ext cx="15522" cy="133350"/>
            </a:xfrm>
            <a:prstGeom prst="rect">
              <a:avLst/>
            </a:prstGeom>
            <a:solidFill>
              <a:srgbClr val="81C9BA"/>
            </a:solidFill>
            <a:ln w="0">
              <a:noFill/>
              <a:prstDash val="solid"/>
            </a:ln>
          </p:spPr>
        </p:sp>
        <p:sp>
          <p:nvSpPr>
            <p:cNvPr id="3511" name="dense-strip-4-cell-90">
              <a:extLst>
                <a:ext uri="{FF2B5EF4-FFF2-40B4-BE49-F238E27FC236}">
                  <a16:creationId xmlns:a16="http://schemas.microsoft.com/office/drawing/2014/main" id="{C5C04C78-E1A9-4431-B550-4A098574FD85}"/>
                </a:ext>
              </a:extLst>
            </p:cNvPr>
            <p:cNvSpPr>
              <a:spLocks noGrp="1"/>
            </p:cNvSpPr>
            <p:nvPr/>
          </p:nvSpPr>
          <p:spPr>
            <a:xfrm>
              <a:off x="22624852" y="2209800"/>
              <a:ext cx="15522" cy="133350"/>
            </a:xfrm>
            <a:prstGeom prst="rect">
              <a:avLst/>
            </a:prstGeom>
            <a:solidFill>
              <a:srgbClr val="81C9BA"/>
            </a:solidFill>
            <a:ln w="0">
              <a:noFill/>
              <a:prstDash val="solid"/>
            </a:ln>
          </p:spPr>
        </p:sp>
        <p:sp>
          <p:nvSpPr>
            <p:cNvPr id="3512" name="dense-strip-4-cell-89">
              <a:extLst>
                <a:ext uri="{FF2B5EF4-FFF2-40B4-BE49-F238E27FC236}">
                  <a16:creationId xmlns:a16="http://schemas.microsoft.com/office/drawing/2014/main" id="{E066FCE6-3E7E-438B-86D0-F6943EA4EA65}"/>
                </a:ext>
              </a:extLst>
            </p:cNvPr>
            <p:cNvSpPr>
              <a:spLocks noGrp="1"/>
            </p:cNvSpPr>
            <p:nvPr/>
          </p:nvSpPr>
          <p:spPr>
            <a:xfrm>
              <a:off x="22609473" y="2209800"/>
              <a:ext cx="15522" cy="133350"/>
            </a:xfrm>
            <a:prstGeom prst="rect">
              <a:avLst/>
            </a:prstGeom>
            <a:solidFill>
              <a:srgbClr val="81C9BA"/>
            </a:solidFill>
            <a:ln w="0">
              <a:noFill/>
              <a:prstDash val="solid"/>
            </a:ln>
          </p:spPr>
        </p:sp>
        <p:sp>
          <p:nvSpPr>
            <p:cNvPr id="3513" name="dense-strip-4-cell-88">
              <a:extLst>
                <a:ext uri="{FF2B5EF4-FFF2-40B4-BE49-F238E27FC236}">
                  <a16:creationId xmlns:a16="http://schemas.microsoft.com/office/drawing/2014/main" id="{3F523709-C5F2-48EF-AF45-9C2D0674FCEE}"/>
                </a:ext>
              </a:extLst>
            </p:cNvPr>
            <p:cNvSpPr>
              <a:spLocks noGrp="1"/>
            </p:cNvSpPr>
            <p:nvPr/>
          </p:nvSpPr>
          <p:spPr>
            <a:xfrm>
              <a:off x="22594094" y="2209800"/>
              <a:ext cx="15522" cy="133350"/>
            </a:xfrm>
            <a:prstGeom prst="rect">
              <a:avLst/>
            </a:prstGeom>
            <a:solidFill>
              <a:srgbClr val="81C9BA"/>
            </a:solidFill>
            <a:ln w="0">
              <a:noFill/>
              <a:prstDash val="solid"/>
            </a:ln>
          </p:spPr>
        </p:sp>
        <p:sp>
          <p:nvSpPr>
            <p:cNvPr id="3514" name="dense-strip-4-cell-87">
              <a:extLst>
                <a:ext uri="{FF2B5EF4-FFF2-40B4-BE49-F238E27FC236}">
                  <a16:creationId xmlns:a16="http://schemas.microsoft.com/office/drawing/2014/main" id="{1230BD61-A2C5-40C1-88A9-D9CCC1E6AC94}"/>
                </a:ext>
              </a:extLst>
            </p:cNvPr>
            <p:cNvSpPr>
              <a:spLocks noGrp="1"/>
            </p:cNvSpPr>
            <p:nvPr/>
          </p:nvSpPr>
          <p:spPr>
            <a:xfrm>
              <a:off x="22578715" y="2209800"/>
              <a:ext cx="15522" cy="133350"/>
            </a:xfrm>
            <a:prstGeom prst="rect">
              <a:avLst/>
            </a:prstGeom>
            <a:solidFill>
              <a:srgbClr val="81C9BA"/>
            </a:solidFill>
            <a:ln w="0">
              <a:noFill/>
              <a:prstDash val="solid"/>
            </a:ln>
          </p:spPr>
        </p:sp>
        <p:sp>
          <p:nvSpPr>
            <p:cNvPr id="3515" name="dense-strip-4-cell-86">
              <a:extLst>
                <a:ext uri="{FF2B5EF4-FFF2-40B4-BE49-F238E27FC236}">
                  <a16:creationId xmlns:a16="http://schemas.microsoft.com/office/drawing/2014/main" id="{E9823C84-ED9E-4231-98B0-1E66335DCAD7}"/>
                </a:ext>
              </a:extLst>
            </p:cNvPr>
            <p:cNvSpPr>
              <a:spLocks noGrp="1"/>
            </p:cNvSpPr>
            <p:nvPr/>
          </p:nvSpPr>
          <p:spPr>
            <a:xfrm>
              <a:off x="22563336" y="2209800"/>
              <a:ext cx="15522" cy="133350"/>
            </a:xfrm>
            <a:prstGeom prst="rect">
              <a:avLst/>
            </a:prstGeom>
            <a:solidFill>
              <a:srgbClr val="81C9BA"/>
            </a:solidFill>
            <a:ln w="0">
              <a:noFill/>
              <a:prstDash val="solid"/>
            </a:ln>
          </p:spPr>
        </p:sp>
        <p:sp>
          <p:nvSpPr>
            <p:cNvPr id="3516" name="dense-strip-4-cell-85">
              <a:extLst>
                <a:ext uri="{FF2B5EF4-FFF2-40B4-BE49-F238E27FC236}">
                  <a16:creationId xmlns:a16="http://schemas.microsoft.com/office/drawing/2014/main" id="{1AE89417-1BD9-4DBD-BB1C-25D0B7358734}"/>
                </a:ext>
              </a:extLst>
            </p:cNvPr>
            <p:cNvSpPr>
              <a:spLocks noGrp="1"/>
            </p:cNvSpPr>
            <p:nvPr/>
          </p:nvSpPr>
          <p:spPr>
            <a:xfrm>
              <a:off x="22547957" y="2209800"/>
              <a:ext cx="15522" cy="133350"/>
            </a:xfrm>
            <a:prstGeom prst="rect">
              <a:avLst/>
            </a:prstGeom>
            <a:solidFill>
              <a:srgbClr val="78C6B6"/>
            </a:solidFill>
            <a:ln w="0">
              <a:noFill/>
              <a:prstDash val="solid"/>
            </a:ln>
          </p:spPr>
        </p:sp>
        <p:sp>
          <p:nvSpPr>
            <p:cNvPr id="3517" name="dense-strip-4-cell-84">
              <a:extLst>
                <a:ext uri="{FF2B5EF4-FFF2-40B4-BE49-F238E27FC236}">
                  <a16:creationId xmlns:a16="http://schemas.microsoft.com/office/drawing/2014/main" id="{37D6B2A2-2A0D-48F9-8841-4449B669C41E}"/>
                </a:ext>
              </a:extLst>
            </p:cNvPr>
            <p:cNvSpPr>
              <a:spLocks noGrp="1"/>
            </p:cNvSpPr>
            <p:nvPr/>
          </p:nvSpPr>
          <p:spPr>
            <a:xfrm>
              <a:off x="22532578" y="2209800"/>
              <a:ext cx="15522" cy="133350"/>
            </a:xfrm>
            <a:prstGeom prst="rect">
              <a:avLst/>
            </a:prstGeom>
            <a:solidFill>
              <a:srgbClr val="65C0AB"/>
            </a:solidFill>
            <a:ln w="0">
              <a:noFill/>
              <a:prstDash val="solid"/>
            </a:ln>
          </p:spPr>
        </p:sp>
        <p:sp>
          <p:nvSpPr>
            <p:cNvPr id="3518" name="dense-strip-4-cell-83">
              <a:extLst>
                <a:ext uri="{FF2B5EF4-FFF2-40B4-BE49-F238E27FC236}">
                  <a16:creationId xmlns:a16="http://schemas.microsoft.com/office/drawing/2014/main" id="{B0A249AD-AAD4-4D37-B37B-EEE8243E0ED6}"/>
                </a:ext>
              </a:extLst>
            </p:cNvPr>
            <p:cNvSpPr>
              <a:spLocks noGrp="1"/>
            </p:cNvSpPr>
            <p:nvPr/>
          </p:nvSpPr>
          <p:spPr>
            <a:xfrm>
              <a:off x="22517199" y="2209800"/>
              <a:ext cx="15522" cy="133350"/>
            </a:xfrm>
            <a:prstGeom prst="rect">
              <a:avLst/>
            </a:prstGeom>
            <a:solidFill>
              <a:srgbClr val="A8B1BB"/>
            </a:solidFill>
            <a:ln w="0">
              <a:noFill/>
              <a:prstDash val="solid"/>
            </a:ln>
          </p:spPr>
        </p:sp>
        <p:sp>
          <p:nvSpPr>
            <p:cNvPr id="3519" name="dense-strip-4-cell-82">
              <a:extLst>
                <a:ext uri="{FF2B5EF4-FFF2-40B4-BE49-F238E27FC236}">
                  <a16:creationId xmlns:a16="http://schemas.microsoft.com/office/drawing/2014/main" id="{2AF2010E-CD0E-4A7F-90E3-244627D93906}"/>
                </a:ext>
              </a:extLst>
            </p:cNvPr>
            <p:cNvSpPr>
              <a:spLocks noGrp="1"/>
            </p:cNvSpPr>
            <p:nvPr/>
          </p:nvSpPr>
          <p:spPr>
            <a:xfrm>
              <a:off x="22501820" y="2209800"/>
              <a:ext cx="15522" cy="133350"/>
            </a:xfrm>
            <a:prstGeom prst="rect">
              <a:avLst/>
            </a:prstGeom>
            <a:solidFill>
              <a:srgbClr val="98ADAC"/>
            </a:solidFill>
            <a:ln w="0">
              <a:noFill/>
              <a:prstDash val="solid"/>
            </a:ln>
          </p:spPr>
        </p:sp>
        <p:sp>
          <p:nvSpPr>
            <p:cNvPr id="3520" name="dense-strip-4-cell-81">
              <a:extLst>
                <a:ext uri="{FF2B5EF4-FFF2-40B4-BE49-F238E27FC236}">
                  <a16:creationId xmlns:a16="http://schemas.microsoft.com/office/drawing/2014/main" id="{9808834A-F870-45F8-BD8D-B2D09520867C}"/>
                </a:ext>
              </a:extLst>
            </p:cNvPr>
            <p:cNvSpPr>
              <a:spLocks noGrp="1"/>
            </p:cNvSpPr>
            <p:nvPr/>
          </p:nvSpPr>
          <p:spPr>
            <a:xfrm>
              <a:off x="22486441" y="2209800"/>
              <a:ext cx="15522" cy="133350"/>
            </a:xfrm>
            <a:prstGeom prst="rect">
              <a:avLst/>
            </a:prstGeom>
            <a:solidFill>
              <a:srgbClr val="D6772B"/>
            </a:solidFill>
            <a:ln w="0">
              <a:noFill/>
              <a:prstDash val="solid"/>
            </a:ln>
          </p:spPr>
        </p:sp>
        <p:sp>
          <p:nvSpPr>
            <p:cNvPr id="3521" name="dense-strip-4-cell-80">
              <a:extLst>
                <a:ext uri="{FF2B5EF4-FFF2-40B4-BE49-F238E27FC236}">
                  <a16:creationId xmlns:a16="http://schemas.microsoft.com/office/drawing/2014/main" id="{C4EEB86A-BCFB-432B-B015-E049CFC523A3}"/>
                </a:ext>
              </a:extLst>
            </p:cNvPr>
            <p:cNvSpPr>
              <a:spLocks noGrp="1"/>
            </p:cNvSpPr>
            <p:nvPr/>
          </p:nvSpPr>
          <p:spPr>
            <a:xfrm>
              <a:off x="22471063" y="2209800"/>
              <a:ext cx="15522" cy="133350"/>
            </a:xfrm>
            <a:prstGeom prst="rect">
              <a:avLst/>
            </a:prstGeom>
            <a:solidFill>
              <a:srgbClr val="D66811"/>
            </a:solidFill>
            <a:ln w="0">
              <a:noFill/>
              <a:prstDash val="solid"/>
            </a:ln>
          </p:spPr>
        </p:sp>
        <p:sp>
          <p:nvSpPr>
            <p:cNvPr id="3522" name="dense-strip-4-cell-79">
              <a:extLst>
                <a:ext uri="{FF2B5EF4-FFF2-40B4-BE49-F238E27FC236}">
                  <a16:creationId xmlns:a16="http://schemas.microsoft.com/office/drawing/2014/main" id="{6F92DE29-5D4F-448E-AC45-473015AC3CD8}"/>
                </a:ext>
              </a:extLst>
            </p:cNvPr>
            <p:cNvSpPr>
              <a:spLocks noGrp="1"/>
            </p:cNvSpPr>
            <p:nvPr/>
          </p:nvSpPr>
          <p:spPr>
            <a:xfrm>
              <a:off x="22455684" y="2209800"/>
              <a:ext cx="15522" cy="133350"/>
            </a:xfrm>
            <a:prstGeom prst="rect">
              <a:avLst/>
            </a:prstGeom>
            <a:solidFill>
              <a:srgbClr val="D55F02"/>
            </a:solidFill>
            <a:ln w="0">
              <a:noFill/>
              <a:prstDash val="solid"/>
            </a:ln>
          </p:spPr>
        </p:sp>
        <p:sp>
          <p:nvSpPr>
            <p:cNvPr id="3523" name="dense-strip-4-cell-78">
              <a:extLst>
                <a:ext uri="{FF2B5EF4-FFF2-40B4-BE49-F238E27FC236}">
                  <a16:creationId xmlns:a16="http://schemas.microsoft.com/office/drawing/2014/main" id="{6032963B-FEA9-4D2D-AF87-E80F48BFBFDB}"/>
                </a:ext>
              </a:extLst>
            </p:cNvPr>
            <p:cNvSpPr>
              <a:spLocks noGrp="1"/>
            </p:cNvSpPr>
            <p:nvPr/>
          </p:nvSpPr>
          <p:spPr>
            <a:xfrm>
              <a:off x="22440305" y="2209800"/>
              <a:ext cx="15522" cy="133350"/>
            </a:xfrm>
            <a:prstGeom prst="rect">
              <a:avLst/>
            </a:prstGeom>
            <a:solidFill>
              <a:srgbClr val="D55E00"/>
            </a:solidFill>
            <a:ln w="0">
              <a:noFill/>
              <a:prstDash val="solid"/>
            </a:ln>
          </p:spPr>
        </p:sp>
        <p:sp>
          <p:nvSpPr>
            <p:cNvPr id="3524" name="dense-strip-4-cell-77">
              <a:extLst>
                <a:ext uri="{FF2B5EF4-FFF2-40B4-BE49-F238E27FC236}">
                  <a16:creationId xmlns:a16="http://schemas.microsoft.com/office/drawing/2014/main" id="{F0AFB1E1-BCAB-4ECC-A1C7-270B2C9E3B23}"/>
                </a:ext>
              </a:extLst>
            </p:cNvPr>
            <p:cNvSpPr>
              <a:spLocks noGrp="1"/>
            </p:cNvSpPr>
            <p:nvPr/>
          </p:nvSpPr>
          <p:spPr>
            <a:xfrm>
              <a:off x="22424926" y="2209800"/>
              <a:ext cx="15522" cy="133350"/>
            </a:xfrm>
            <a:prstGeom prst="rect">
              <a:avLst/>
            </a:prstGeom>
            <a:solidFill>
              <a:srgbClr val="D55E00"/>
            </a:solidFill>
            <a:ln w="0">
              <a:noFill/>
              <a:prstDash val="solid"/>
            </a:ln>
          </p:spPr>
        </p:sp>
        <p:sp>
          <p:nvSpPr>
            <p:cNvPr id="3525" name="dense-strip-4-cell-76">
              <a:extLst>
                <a:ext uri="{FF2B5EF4-FFF2-40B4-BE49-F238E27FC236}">
                  <a16:creationId xmlns:a16="http://schemas.microsoft.com/office/drawing/2014/main" id="{AA451012-C3C3-4276-B6CB-EBD863629497}"/>
                </a:ext>
              </a:extLst>
            </p:cNvPr>
            <p:cNvSpPr>
              <a:spLocks noGrp="1"/>
            </p:cNvSpPr>
            <p:nvPr/>
          </p:nvSpPr>
          <p:spPr>
            <a:xfrm>
              <a:off x="22409547" y="2209800"/>
              <a:ext cx="15522" cy="133350"/>
            </a:xfrm>
            <a:prstGeom prst="rect">
              <a:avLst/>
            </a:prstGeom>
            <a:solidFill>
              <a:srgbClr val="D55E00"/>
            </a:solidFill>
            <a:ln w="0">
              <a:noFill/>
              <a:prstDash val="solid"/>
            </a:ln>
          </p:spPr>
        </p:sp>
        <p:sp>
          <p:nvSpPr>
            <p:cNvPr id="3526" name="dense-strip-4-cell-75">
              <a:extLst>
                <a:ext uri="{FF2B5EF4-FFF2-40B4-BE49-F238E27FC236}">
                  <a16:creationId xmlns:a16="http://schemas.microsoft.com/office/drawing/2014/main" id="{B6FC37AC-74F5-4F9D-A3C8-4AB09ADCA1E5}"/>
                </a:ext>
              </a:extLst>
            </p:cNvPr>
            <p:cNvSpPr>
              <a:spLocks noGrp="1"/>
            </p:cNvSpPr>
            <p:nvPr/>
          </p:nvSpPr>
          <p:spPr>
            <a:xfrm>
              <a:off x="22394168" y="2209800"/>
              <a:ext cx="15522" cy="133350"/>
            </a:xfrm>
            <a:prstGeom prst="rect">
              <a:avLst/>
            </a:prstGeom>
            <a:solidFill>
              <a:srgbClr val="D55E00"/>
            </a:solidFill>
            <a:ln w="0">
              <a:noFill/>
              <a:prstDash val="solid"/>
            </a:ln>
          </p:spPr>
        </p:sp>
        <p:sp>
          <p:nvSpPr>
            <p:cNvPr id="3527" name="dense-strip-4-cell-74">
              <a:extLst>
                <a:ext uri="{FF2B5EF4-FFF2-40B4-BE49-F238E27FC236}">
                  <a16:creationId xmlns:a16="http://schemas.microsoft.com/office/drawing/2014/main" id="{F9745FFC-8BD3-45DB-B1B6-2CA15A0329F0}"/>
                </a:ext>
              </a:extLst>
            </p:cNvPr>
            <p:cNvSpPr>
              <a:spLocks noGrp="1"/>
            </p:cNvSpPr>
            <p:nvPr/>
          </p:nvSpPr>
          <p:spPr>
            <a:xfrm>
              <a:off x="22378789" y="2209800"/>
              <a:ext cx="15522" cy="133350"/>
            </a:xfrm>
            <a:prstGeom prst="rect">
              <a:avLst/>
            </a:prstGeom>
            <a:solidFill>
              <a:srgbClr val="D55E00"/>
            </a:solidFill>
            <a:ln w="0">
              <a:noFill/>
              <a:prstDash val="solid"/>
            </a:ln>
          </p:spPr>
        </p:sp>
        <p:sp>
          <p:nvSpPr>
            <p:cNvPr id="3528" name="dense-strip-4-cell-73">
              <a:extLst>
                <a:ext uri="{FF2B5EF4-FFF2-40B4-BE49-F238E27FC236}">
                  <a16:creationId xmlns:a16="http://schemas.microsoft.com/office/drawing/2014/main" id="{85DDD1F9-BCEE-458C-9CAD-C30A8E70B8E1}"/>
                </a:ext>
              </a:extLst>
            </p:cNvPr>
            <p:cNvSpPr>
              <a:spLocks noGrp="1"/>
            </p:cNvSpPr>
            <p:nvPr/>
          </p:nvSpPr>
          <p:spPr>
            <a:xfrm>
              <a:off x="22363410" y="2209800"/>
              <a:ext cx="15522" cy="133350"/>
            </a:xfrm>
            <a:prstGeom prst="rect">
              <a:avLst/>
            </a:prstGeom>
            <a:solidFill>
              <a:srgbClr val="D55E00"/>
            </a:solidFill>
            <a:ln w="0">
              <a:noFill/>
              <a:prstDash val="solid"/>
            </a:ln>
          </p:spPr>
        </p:sp>
        <p:sp>
          <p:nvSpPr>
            <p:cNvPr id="3529" name="dense-strip-4-cell-72">
              <a:extLst>
                <a:ext uri="{FF2B5EF4-FFF2-40B4-BE49-F238E27FC236}">
                  <a16:creationId xmlns:a16="http://schemas.microsoft.com/office/drawing/2014/main" id="{A1A63FD3-3238-43DC-BF41-36EC75160599}"/>
                </a:ext>
              </a:extLst>
            </p:cNvPr>
            <p:cNvSpPr>
              <a:spLocks noGrp="1"/>
            </p:cNvSpPr>
            <p:nvPr/>
          </p:nvSpPr>
          <p:spPr>
            <a:xfrm>
              <a:off x="22348031" y="2209800"/>
              <a:ext cx="15522" cy="133350"/>
            </a:xfrm>
            <a:prstGeom prst="rect">
              <a:avLst/>
            </a:prstGeom>
            <a:solidFill>
              <a:srgbClr val="D55E00"/>
            </a:solidFill>
            <a:ln w="0">
              <a:noFill/>
              <a:prstDash val="solid"/>
            </a:ln>
          </p:spPr>
        </p:sp>
        <p:sp>
          <p:nvSpPr>
            <p:cNvPr id="3530" name="dense-strip-4-cell-71">
              <a:extLst>
                <a:ext uri="{FF2B5EF4-FFF2-40B4-BE49-F238E27FC236}">
                  <a16:creationId xmlns:a16="http://schemas.microsoft.com/office/drawing/2014/main" id="{48BFFBFA-348C-4F4B-B390-225293AB8BA7}"/>
                </a:ext>
              </a:extLst>
            </p:cNvPr>
            <p:cNvSpPr>
              <a:spLocks noGrp="1"/>
            </p:cNvSpPr>
            <p:nvPr/>
          </p:nvSpPr>
          <p:spPr>
            <a:xfrm>
              <a:off x="22332652" y="2209800"/>
              <a:ext cx="15522" cy="133350"/>
            </a:xfrm>
            <a:prstGeom prst="rect">
              <a:avLst/>
            </a:prstGeom>
            <a:solidFill>
              <a:srgbClr val="D55E00"/>
            </a:solidFill>
            <a:ln w="0">
              <a:noFill/>
              <a:prstDash val="solid"/>
            </a:ln>
          </p:spPr>
        </p:sp>
        <p:sp>
          <p:nvSpPr>
            <p:cNvPr id="3531" name="dense-strip-4-cell-70">
              <a:extLst>
                <a:ext uri="{FF2B5EF4-FFF2-40B4-BE49-F238E27FC236}">
                  <a16:creationId xmlns:a16="http://schemas.microsoft.com/office/drawing/2014/main" id="{2BCC5215-BEB3-4118-AC7E-40BAF8B96FD5}"/>
                </a:ext>
              </a:extLst>
            </p:cNvPr>
            <p:cNvSpPr>
              <a:spLocks noGrp="1"/>
            </p:cNvSpPr>
            <p:nvPr/>
          </p:nvSpPr>
          <p:spPr>
            <a:xfrm>
              <a:off x="22317273" y="2209800"/>
              <a:ext cx="15522" cy="133350"/>
            </a:xfrm>
            <a:prstGeom prst="rect">
              <a:avLst/>
            </a:prstGeom>
            <a:solidFill>
              <a:srgbClr val="D55E00"/>
            </a:solidFill>
            <a:ln w="0">
              <a:noFill/>
              <a:prstDash val="solid"/>
            </a:ln>
          </p:spPr>
        </p:sp>
        <p:sp>
          <p:nvSpPr>
            <p:cNvPr id="3532" name="dense-strip-4-cell-69">
              <a:extLst>
                <a:ext uri="{FF2B5EF4-FFF2-40B4-BE49-F238E27FC236}">
                  <a16:creationId xmlns:a16="http://schemas.microsoft.com/office/drawing/2014/main" id="{D324FF28-8765-40E9-A37C-7B4ECB27C610}"/>
                </a:ext>
              </a:extLst>
            </p:cNvPr>
            <p:cNvSpPr>
              <a:spLocks noGrp="1"/>
            </p:cNvSpPr>
            <p:nvPr/>
          </p:nvSpPr>
          <p:spPr>
            <a:xfrm>
              <a:off x="22301895" y="2209800"/>
              <a:ext cx="15522" cy="133350"/>
            </a:xfrm>
            <a:prstGeom prst="rect">
              <a:avLst/>
            </a:prstGeom>
            <a:solidFill>
              <a:srgbClr val="D55E00"/>
            </a:solidFill>
            <a:ln w="0">
              <a:noFill/>
              <a:prstDash val="solid"/>
            </a:ln>
          </p:spPr>
        </p:sp>
        <p:sp>
          <p:nvSpPr>
            <p:cNvPr id="3533" name="dense-strip-4-cell-68">
              <a:extLst>
                <a:ext uri="{FF2B5EF4-FFF2-40B4-BE49-F238E27FC236}">
                  <a16:creationId xmlns:a16="http://schemas.microsoft.com/office/drawing/2014/main" id="{81CDCBC9-5871-4A23-BC0B-4AD6FEE133D9}"/>
                </a:ext>
              </a:extLst>
            </p:cNvPr>
            <p:cNvSpPr>
              <a:spLocks noGrp="1"/>
            </p:cNvSpPr>
            <p:nvPr/>
          </p:nvSpPr>
          <p:spPr>
            <a:xfrm>
              <a:off x="22286516" y="2209800"/>
              <a:ext cx="15522" cy="133350"/>
            </a:xfrm>
            <a:prstGeom prst="rect">
              <a:avLst/>
            </a:prstGeom>
            <a:solidFill>
              <a:srgbClr val="D55E00"/>
            </a:solidFill>
            <a:ln w="0">
              <a:noFill/>
              <a:prstDash val="solid"/>
            </a:ln>
          </p:spPr>
        </p:sp>
        <p:sp>
          <p:nvSpPr>
            <p:cNvPr id="3534" name="dense-strip-4-cell-67">
              <a:extLst>
                <a:ext uri="{FF2B5EF4-FFF2-40B4-BE49-F238E27FC236}">
                  <a16:creationId xmlns:a16="http://schemas.microsoft.com/office/drawing/2014/main" id="{BE7435A7-F3AD-47DD-97EA-FB225AC3A508}"/>
                </a:ext>
              </a:extLst>
            </p:cNvPr>
            <p:cNvSpPr>
              <a:spLocks noGrp="1"/>
            </p:cNvSpPr>
            <p:nvPr/>
          </p:nvSpPr>
          <p:spPr>
            <a:xfrm>
              <a:off x="22271137" y="2209800"/>
              <a:ext cx="15522" cy="133350"/>
            </a:xfrm>
            <a:prstGeom prst="rect">
              <a:avLst/>
            </a:prstGeom>
            <a:solidFill>
              <a:srgbClr val="D55E00"/>
            </a:solidFill>
            <a:ln w="0">
              <a:noFill/>
              <a:prstDash val="solid"/>
            </a:ln>
          </p:spPr>
        </p:sp>
        <p:sp>
          <p:nvSpPr>
            <p:cNvPr id="3535" name="dense-strip-4-cell-66">
              <a:extLst>
                <a:ext uri="{FF2B5EF4-FFF2-40B4-BE49-F238E27FC236}">
                  <a16:creationId xmlns:a16="http://schemas.microsoft.com/office/drawing/2014/main" id="{5734DAD7-0BDE-499A-8701-A4BD8DE99B9E}"/>
                </a:ext>
              </a:extLst>
            </p:cNvPr>
            <p:cNvSpPr>
              <a:spLocks noGrp="1"/>
            </p:cNvSpPr>
            <p:nvPr/>
          </p:nvSpPr>
          <p:spPr>
            <a:xfrm>
              <a:off x="22255758" y="2209800"/>
              <a:ext cx="15522" cy="133350"/>
            </a:xfrm>
            <a:prstGeom prst="rect">
              <a:avLst/>
            </a:prstGeom>
            <a:solidFill>
              <a:srgbClr val="D55E00"/>
            </a:solidFill>
            <a:ln w="0">
              <a:noFill/>
              <a:prstDash val="solid"/>
            </a:ln>
          </p:spPr>
        </p:sp>
        <p:sp>
          <p:nvSpPr>
            <p:cNvPr id="3536" name="dense-strip-4-cell-65">
              <a:extLst>
                <a:ext uri="{FF2B5EF4-FFF2-40B4-BE49-F238E27FC236}">
                  <a16:creationId xmlns:a16="http://schemas.microsoft.com/office/drawing/2014/main" id="{406CA9D1-B5CA-4E7F-A802-B3333FAC5E5D}"/>
                </a:ext>
              </a:extLst>
            </p:cNvPr>
            <p:cNvSpPr>
              <a:spLocks noGrp="1"/>
            </p:cNvSpPr>
            <p:nvPr/>
          </p:nvSpPr>
          <p:spPr>
            <a:xfrm>
              <a:off x="22240379" y="2209800"/>
              <a:ext cx="15522" cy="133350"/>
            </a:xfrm>
            <a:prstGeom prst="rect">
              <a:avLst/>
            </a:prstGeom>
            <a:solidFill>
              <a:srgbClr val="D55E00"/>
            </a:solidFill>
            <a:ln w="0">
              <a:noFill/>
              <a:prstDash val="solid"/>
            </a:ln>
          </p:spPr>
        </p:sp>
        <p:sp>
          <p:nvSpPr>
            <p:cNvPr id="3537" name="dense-strip-4-cell-64">
              <a:extLst>
                <a:ext uri="{FF2B5EF4-FFF2-40B4-BE49-F238E27FC236}">
                  <a16:creationId xmlns:a16="http://schemas.microsoft.com/office/drawing/2014/main" id="{5AA5F772-39E9-4216-852C-8357D50F7DF2}"/>
                </a:ext>
              </a:extLst>
            </p:cNvPr>
            <p:cNvSpPr>
              <a:spLocks noGrp="1"/>
            </p:cNvSpPr>
            <p:nvPr/>
          </p:nvSpPr>
          <p:spPr>
            <a:xfrm>
              <a:off x="22225000" y="2209800"/>
              <a:ext cx="15522" cy="133350"/>
            </a:xfrm>
            <a:prstGeom prst="rect">
              <a:avLst/>
            </a:prstGeom>
            <a:solidFill>
              <a:srgbClr val="D55F03"/>
            </a:solidFill>
            <a:ln w="0">
              <a:noFill/>
              <a:prstDash val="solid"/>
            </a:ln>
          </p:spPr>
        </p:sp>
        <p:sp>
          <p:nvSpPr>
            <p:cNvPr id="3538" name="dense-strip-4-cell-63">
              <a:extLst>
                <a:ext uri="{FF2B5EF4-FFF2-40B4-BE49-F238E27FC236}">
                  <a16:creationId xmlns:a16="http://schemas.microsoft.com/office/drawing/2014/main" id="{2C039E47-AE02-432B-8343-125916D8F99B}"/>
                </a:ext>
              </a:extLst>
            </p:cNvPr>
            <p:cNvSpPr>
              <a:spLocks noGrp="1"/>
            </p:cNvSpPr>
            <p:nvPr/>
          </p:nvSpPr>
          <p:spPr>
            <a:xfrm>
              <a:off x="22209621" y="2209800"/>
              <a:ext cx="15522" cy="133350"/>
            </a:xfrm>
            <a:prstGeom prst="rect">
              <a:avLst/>
            </a:prstGeom>
            <a:solidFill>
              <a:srgbClr val="D66C18"/>
            </a:solidFill>
            <a:ln w="0">
              <a:noFill/>
              <a:prstDash val="solid"/>
            </a:ln>
          </p:spPr>
        </p:sp>
        <p:sp>
          <p:nvSpPr>
            <p:cNvPr id="3539" name="dense-strip-4-cell-62">
              <a:extLst>
                <a:ext uri="{FF2B5EF4-FFF2-40B4-BE49-F238E27FC236}">
                  <a16:creationId xmlns:a16="http://schemas.microsoft.com/office/drawing/2014/main" id="{A9698DAE-E318-4917-BA50-503A87DE9792}"/>
                </a:ext>
              </a:extLst>
            </p:cNvPr>
            <p:cNvSpPr>
              <a:spLocks noGrp="1"/>
            </p:cNvSpPr>
            <p:nvPr/>
          </p:nvSpPr>
          <p:spPr>
            <a:xfrm>
              <a:off x="22194242" y="2209800"/>
              <a:ext cx="15522" cy="133350"/>
            </a:xfrm>
            <a:prstGeom prst="rect">
              <a:avLst/>
            </a:prstGeom>
            <a:solidFill>
              <a:srgbClr val="D7813C"/>
            </a:solidFill>
            <a:ln w="0">
              <a:noFill/>
              <a:prstDash val="solid"/>
            </a:ln>
          </p:spPr>
        </p:sp>
        <p:sp>
          <p:nvSpPr>
            <p:cNvPr id="3540" name="dense-strip-4-cell-61">
              <a:extLst>
                <a:ext uri="{FF2B5EF4-FFF2-40B4-BE49-F238E27FC236}">
                  <a16:creationId xmlns:a16="http://schemas.microsoft.com/office/drawing/2014/main" id="{7650AEF5-464A-43E8-A01A-1315A6F644C3}"/>
                </a:ext>
              </a:extLst>
            </p:cNvPr>
            <p:cNvSpPr>
              <a:spLocks noGrp="1"/>
            </p:cNvSpPr>
            <p:nvPr/>
          </p:nvSpPr>
          <p:spPr>
            <a:xfrm>
              <a:off x="22178863" y="2209800"/>
              <a:ext cx="15522" cy="133350"/>
            </a:xfrm>
            <a:prstGeom prst="rect">
              <a:avLst/>
            </a:prstGeom>
            <a:solidFill>
              <a:srgbClr val="D89B69"/>
            </a:solidFill>
            <a:ln w="0">
              <a:noFill/>
              <a:prstDash val="solid"/>
            </a:ln>
          </p:spPr>
        </p:sp>
        <p:sp>
          <p:nvSpPr>
            <p:cNvPr id="3541" name="dense-strip-4-cell-60">
              <a:extLst>
                <a:ext uri="{FF2B5EF4-FFF2-40B4-BE49-F238E27FC236}">
                  <a16:creationId xmlns:a16="http://schemas.microsoft.com/office/drawing/2014/main" id="{78FBED35-F19F-4366-8EE0-B9205DA972E2}"/>
                </a:ext>
              </a:extLst>
            </p:cNvPr>
            <p:cNvSpPr>
              <a:spLocks noGrp="1"/>
            </p:cNvSpPr>
            <p:nvPr/>
          </p:nvSpPr>
          <p:spPr>
            <a:xfrm>
              <a:off x="22163484" y="2209800"/>
              <a:ext cx="15522" cy="133350"/>
            </a:xfrm>
            <a:prstGeom prst="rect">
              <a:avLst/>
            </a:prstGeom>
            <a:solidFill>
              <a:srgbClr val="D9B697"/>
            </a:solidFill>
            <a:ln w="0">
              <a:noFill/>
              <a:prstDash val="solid"/>
            </a:ln>
          </p:spPr>
        </p:sp>
        <p:sp>
          <p:nvSpPr>
            <p:cNvPr id="3542" name="dense-strip-4-cell-59">
              <a:extLst>
                <a:ext uri="{FF2B5EF4-FFF2-40B4-BE49-F238E27FC236}">
                  <a16:creationId xmlns:a16="http://schemas.microsoft.com/office/drawing/2014/main" id="{A4BC9138-DE1E-4DE7-9D07-FFD253D6A192}"/>
                </a:ext>
              </a:extLst>
            </p:cNvPr>
            <p:cNvSpPr>
              <a:spLocks noGrp="1"/>
            </p:cNvSpPr>
            <p:nvPr/>
          </p:nvSpPr>
          <p:spPr>
            <a:xfrm>
              <a:off x="22148105" y="2209800"/>
              <a:ext cx="15522" cy="133350"/>
            </a:xfrm>
            <a:prstGeom prst="rect">
              <a:avLst/>
            </a:prstGeom>
            <a:solidFill>
              <a:srgbClr val="DBCEC0"/>
            </a:solidFill>
            <a:ln w="0">
              <a:noFill/>
              <a:prstDash val="solid"/>
            </a:ln>
          </p:spPr>
        </p:sp>
        <p:sp>
          <p:nvSpPr>
            <p:cNvPr id="3543" name="dense-strip-4-cell-58">
              <a:extLst>
                <a:ext uri="{FF2B5EF4-FFF2-40B4-BE49-F238E27FC236}">
                  <a16:creationId xmlns:a16="http://schemas.microsoft.com/office/drawing/2014/main" id="{BCC3E154-3409-4124-B35E-966CE272B800}"/>
                </a:ext>
              </a:extLst>
            </p:cNvPr>
            <p:cNvSpPr>
              <a:spLocks noGrp="1"/>
            </p:cNvSpPr>
            <p:nvPr/>
          </p:nvSpPr>
          <p:spPr>
            <a:xfrm>
              <a:off x="22132727" y="2209800"/>
              <a:ext cx="15522" cy="133350"/>
            </a:xfrm>
            <a:prstGeom prst="rect">
              <a:avLst/>
            </a:prstGeom>
            <a:solidFill>
              <a:srgbClr val="D6E4E7"/>
            </a:solidFill>
            <a:ln w="0">
              <a:noFill/>
              <a:prstDash val="solid"/>
            </a:ln>
          </p:spPr>
        </p:sp>
        <p:sp>
          <p:nvSpPr>
            <p:cNvPr id="3544" name="dense-strip-4-cell-57">
              <a:extLst>
                <a:ext uri="{FF2B5EF4-FFF2-40B4-BE49-F238E27FC236}">
                  <a16:creationId xmlns:a16="http://schemas.microsoft.com/office/drawing/2014/main" id="{E018FCDC-68BD-4FBF-AA46-95ED0EEDFD8D}"/>
                </a:ext>
              </a:extLst>
            </p:cNvPr>
            <p:cNvSpPr>
              <a:spLocks noGrp="1"/>
            </p:cNvSpPr>
            <p:nvPr/>
          </p:nvSpPr>
          <p:spPr>
            <a:xfrm>
              <a:off x="22117348" y="2209800"/>
              <a:ext cx="15522" cy="133350"/>
            </a:xfrm>
            <a:prstGeom prst="rect">
              <a:avLst/>
            </a:prstGeom>
            <a:solidFill>
              <a:srgbClr val="DCE8ED"/>
            </a:solidFill>
            <a:ln w="0">
              <a:noFill/>
              <a:prstDash val="solid"/>
            </a:ln>
          </p:spPr>
        </p:sp>
        <p:sp>
          <p:nvSpPr>
            <p:cNvPr id="3545" name="dense-strip-4-cell-56">
              <a:extLst>
                <a:ext uri="{FF2B5EF4-FFF2-40B4-BE49-F238E27FC236}">
                  <a16:creationId xmlns:a16="http://schemas.microsoft.com/office/drawing/2014/main" id="{B813FAFF-180B-4A31-A618-9A6EF47CF38C}"/>
                </a:ext>
              </a:extLst>
            </p:cNvPr>
            <p:cNvSpPr>
              <a:spLocks noGrp="1"/>
            </p:cNvSpPr>
            <p:nvPr/>
          </p:nvSpPr>
          <p:spPr>
            <a:xfrm>
              <a:off x="22101969" y="2209800"/>
              <a:ext cx="15522" cy="133350"/>
            </a:xfrm>
            <a:prstGeom prst="rect">
              <a:avLst/>
            </a:prstGeom>
            <a:solidFill>
              <a:srgbClr val="DCE8ED"/>
            </a:solidFill>
            <a:ln w="0">
              <a:noFill/>
              <a:prstDash val="solid"/>
            </a:ln>
          </p:spPr>
        </p:sp>
        <p:sp>
          <p:nvSpPr>
            <p:cNvPr id="3546" name="dense-strip-4-cell-55">
              <a:extLst>
                <a:ext uri="{FF2B5EF4-FFF2-40B4-BE49-F238E27FC236}">
                  <a16:creationId xmlns:a16="http://schemas.microsoft.com/office/drawing/2014/main" id="{BD6910E3-B40E-4C5B-9A9C-938D8424F7DD}"/>
                </a:ext>
              </a:extLst>
            </p:cNvPr>
            <p:cNvSpPr>
              <a:spLocks noGrp="1"/>
            </p:cNvSpPr>
            <p:nvPr/>
          </p:nvSpPr>
          <p:spPr>
            <a:xfrm>
              <a:off x="22086590" y="2209800"/>
              <a:ext cx="15522" cy="133350"/>
            </a:xfrm>
            <a:prstGeom prst="rect">
              <a:avLst/>
            </a:prstGeom>
            <a:solidFill>
              <a:srgbClr val="DCE8ED"/>
            </a:solidFill>
            <a:ln w="0">
              <a:noFill/>
              <a:prstDash val="solid"/>
            </a:ln>
          </p:spPr>
        </p:sp>
        <p:sp>
          <p:nvSpPr>
            <p:cNvPr id="3547" name="dense-strip-4-cell-54">
              <a:extLst>
                <a:ext uri="{FF2B5EF4-FFF2-40B4-BE49-F238E27FC236}">
                  <a16:creationId xmlns:a16="http://schemas.microsoft.com/office/drawing/2014/main" id="{AE344971-6EEF-4489-959D-B3A8376CEA42}"/>
                </a:ext>
              </a:extLst>
            </p:cNvPr>
            <p:cNvSpPr>
              <a:spLocks noGrp="1"/>
            </p:cNvSpPr>
            <p:nvPr/>
          </p:nvSpPr>
          <p:spPr>
            <a:xfrm>
              <a:off x="22071211" y="2209800"/>
              <a:ext cx="15522" cy="133350"/>
            </a:xfrm>
            <a:prstGeom prst="rect">
              <a:avLst/>
            </a:prstGeom>
            <a:solidFill>
              <a:srgbClr val="DCE8ED"/>
            </a:solidFill>
            <a:ln w="0">
              <a:noFill/>
              <a:prstDash val="solid"/>
            </a:ln>
          </p:spPr>
        </p:sp>
        <p:sp>
          <p:nvSpPr>
            <p:cNvPr id="3548" name="dense-strip-4-cell-53">
              <a:extLst>
                <a:ext uri="{FF2B5EF4-FFF2-40B4-BE49-F238E27FC236}">
                  <a16:creationId xmlns:a16="http://schemas.microsoft.com/office/drawing/2014/main" id="{0E14CBE1-3DED-4BEA-A787-11189956074C}"/>
                </a:ext>
              </a:extLst>
            </p:cNvPr>
            <p:cNvSpPr>
              <a:spLocks noGrp="1"/>
            </p:cNvSpPr>
            <p:nvPr/>
          </p:nvSpPr>
          <p:spPr>
            <a:xfrm>
              <a:off x="22055832" y="2209800"/>
              <a:ext cx="15522" cy="133350"/>
            </a:xfrm>
            <a:prstGeom prst="rect">
              <a:avLst/>
            </a:prstGeom>
            <a:solidFill>
              <a:srgbClr val="DCE8ED"/>
            </a:solidFill>
            <a:ln w="0">
              <a:noFill/>
              <a:prstDash val="solid"/>
            </a:ln>
          </p:spPr>
        </p:sp>
        <p:sp>
          <p:nvSpPr>
            <p:cNvPr id="3549" name="dense-strip-4-cell-52">
              <a:extLst>
                <a:ext uri="{FF2B5EF4-FFF2-40B4-BE49-F238E27FC236}">
                  <a16:creationId xmlns:a16="http://schemas.microsoft.com/office/drawing/2014/main" id="{744F4E67-8A9A-4856-B829-653F52DA39AA}"/>
                </a:ext>
              </a:extLst>
            </p:cNvPr>
            <p:cNvSpPr>
              <a:spLocks noGrp="1"/>
            </p:cNvSpPr>
            <p:nvPr/>
          </p:nvSpPr>
          <p:spPr>
            <a:xfrm>
              <a:off x="22040453" y="2209800"/>
              <a:ext cx="15522" cy="133350"/>
            </a:xfrm>
            <a:prstGeom prst="rect">
              <a:avLst/>
            </a:prstGeom>
            <a:solidFill>
              <a:srgbClr val="DCE8ED"/>
            </a:solidFill>
            <a:ln w="0">
              <a:noFill/>
              <a:prstDash val="solid"/>
            </a:ln>
          </p:spPr>
        </p:sp>
        <p:sp>
          <p:nvSpPr>
            <p:cNvPr id="3550" name="dense-strip-4-cell-51">
              <a:extLst>
                <a:ext uri="{FF2B5EF4-FFF2-40B4-BE49-F238E27FC236}">
                  <a16:creationId xmlns:a16="http://schemas.microsoft.com/office/drawing/2014/main" id="{AD1F109B-2082-4934-913C-147C42807B26}"/>
                </a:ext>
              </a:extLst>
            </p:cNvPr>
            <p:cNvSpPr>
              <a:spLocks noGrp="1"/>
            </p:cNvSpPr>
            <p:nvPr/>
          </p:nvSpPr>
          <p:spPr>
            <a:xfrm>
              <a:off x="22025074" y="2209800"/>
              <a:ext cx="15522" cy="133350"/>
            </a:xfrm>
            <a:prstGeom prst="rect">
              <a:avLst/>
            </a:prstGeom>
            <a:solidFill>
              <a:srgbClr val="DCE8ED"/>
            </a:solidFill>
            <a:ln w="0">
              <a:noFill/>
              <a:prstDash val="solid"/>
            </a:ln>
          </p:spPr>
        </p:sp>
        <p:sp>
          <p:nvSpPr>
            <p:cNvPr id="3551" name="dense-strip-4-cell-50">
              <a:extLst>
                <a:ext uri="{FF2B5EF4-FFF2-40B4-BE49-F238E27FC236}">
                  <a16:creationId xmlns:a16="http://schemas.microsoft.com/office/drawing/2014/main" id="{121F5971-CE76-4355-8E31-A7822C48BA32}"/>
                </a:ext>
              </a:extLst>
            </p:cNvPr>
            <p:cNvSpPr>
              <a:spLocks noGrp="1"/>
            </p:cNvSpPr>
            <p:nvPr/>
          </p:nvSpPr>
          <p:spPr>
            <a:xfrm>
              <a:off x="22009695" y="2209800"/>
              <a:ext cx="15522" cy="133350"/>
            </a:xfrm>
            <a:prstGeom prst="rect">
              <a:avLst/>
            </a:prstGeom>
            <a:solidFill>
              <a:srgbClr val="DCE8ED"/>
            </a:solidFill>
            <a:ln w="0">
              <a:noFill/>
              <a:prstDash val="solid"/>
            </a:ln>
          </p:spPr>
        </p:sp>
        <p:sp>
          <p:nvSpPr>
            <p:cNvPr id="3552" name="dense-strip-4-cell-49">
              <a:extLst>
                <a:ext uri="{FF2B5EF4-FFF2-40B4-BE49-F238E27FC236}">
                  <a16:creationId xmlns:a16="http://schemas.microsoft.com/office/drawing/2014/main" id="{81B406A0-8CBF-4172-B4C9-0268DC494FAD}"/>
                </a:ext>
              </a:extLst>
            </p:cNvPr>
            <p:cNvSpPr>
              <a:spLocks noGrp="1"/>
            </p:cNvSpPr>
            <p:nvPr/>
          </p:nvSpPr>
          <p:spPr>
            <a:xfrm>
              <a:off x="21994316" y="2209800"/>
              <a:ext cx="15522" cy="133350"/>
            </a:xfrm>
            <a:prstGeom prst="rect">
              <a:avLst/>
            </a:prstGeom>
            <a:solidFill>
              <a:srgbClr val="DCE8ED"/>
            </a:solidFill>
            <a:ln w="0">
              <a:noFill/>
              <a:prstDash val="solid"/>
            </a:ln>
          </p:spPr>
        </p:sp>
        <p:sp>
          <p:nvSpPr>
            <p:cNvPr id="3553" name="dense-strip-4-cell-48">
              <a:extLst>
                <a:ext uri="{FF2B5EF4-FFF2-40B4-BE49-F238E27FC236}">
                  <a16:creationId xmlns:a16="http://schemas.microsoft.com/office/drawing/2014/main" id="{24F65745-8EA4-426F-A116-8A060775F8CF}"/>
                </a:ext>
              </a:extLst>
            </p:cNvPr>
            <p:cNvSpPr>
              <a:spLocks noGrp="1"/>
            </p:cNvSpPr>
            <p:nvPr/>
          </p:nvSpPr>
          <p:spPr>
            <a:xfrm>
              <a:off x="21978938" y="2209800"/>
              <a:ext cx="15522" cy="133350"/>
            </a:xfrm>
            <a:prstGeom prst="rect">
              <a:avLst/>
            </a:prstGeom>
            <a:solidFill>
              <a:srgbClr val="DCE8ED"/>
            </a:solidFill>
            <a:ln w="0">
              <a:noFill/>
              <a:prstDash val="solid"/>
            </a:ln>
          </p:spPr>
        </p:sp>
        <p:sp>
          <p:nvSpPr>
            <p:cNvPr id="3554" name="dense-strip-4-cell-47">
              <a:extLst>
                <a:ext uri="{FF2B5EF4-FFF2-40B4-BE49-F238E27FC236}">
                  <a16:creationId xmlns:a16="http://schemas.microsoft.com/office/drawing/2014/main" id="{15B216CC-5DA8-4320-9973-9AB88CC52420}"/>
                </a:ext>
              </a:extLst>
            </p:cNvPr>
            <p:cNvSpPr>
              <a:spLocks noGrp="1"/>
            </p:cNvSpPr>
            <p:nvPr/>
          </p:nvSpPr>
          <p:spPr>
            <a:xfrm>
              <a:off x="21963559" y="2209800"/>
              <a:ext cx="15522" cy="133350"/>
            </a:xfrm>
            <a:prstGeom prst="rect">
              <a:avLst/>
            </a:prstGeom>
            <a:solidFill>
              <a:srgbClr val="DCE8ED"/>
            </a:solidFill>
            <a:ln w="0">
              <a:noFill/>
              <a:prstDash val="solid"/>
            </a:ln>
          </p:spPr>
        </p:sp>
        <p:sp>
          <p:nvSpPr>
            <p:cNvPr id="3555" name="dense-strip-4-cell-46">
              <a:extLst>
                <a:ext uri="{FF2B5EF4-FFF2-40B4-BE49-F238E27FC236}">
                  <a16:creationId xmlns:a16="http://schemas.microsoft.com/office/drawing/2014/main" id="{C7D2A8DF-1166-4510-9A57-8B635AD306C7}"/>
                </a:ext>
              </a:extLst>
            </p:cNvPr>
            <p:cNvSpPr>
              <a:spLocks noGrp="1"/>
            </p:cNvSpPr>
            <p:nvPr/>
          </p:nvSpPr>
          <p:spPr>
            <a:xfrm>
              <a:off x="21948180" y="2209800"/>
              <a:ext cx="15522" cy="133350"/>
            </a:xfrm>
            <a:prstGeom prst="rect">
              <a:avLst/>
            </a:prstGeom>
            <a:solidFill>
              <a:srgbClr val="DCE8ED"/>
            </a:solidFill>
            <a:ln w="0">
              <a:noFill/>
              <a:prstDash val="solid"/>
            </a:ln>
          </p:spPr>
        </p:sp>
        <p:sp>
          <p:nvSpPr>
            <p:cNvPr id="3556" name="dense-strip-4-cell-45">
              <a:extLst>
                <a:ext uri="{FF2B5EF4-FFF2-40B4-BE49-F238E27FC236}">
                  <a16:creationId xmlns:a16="http://schemas.microsoft.com/office/drawing/2014/main" id="{B29FDAA4-1AFF-4020-8DA0-03F92925A320}"/>
                </a:ext>
              </a:extLst>
            </p:cNvPr>
            <p:cNvSpPr>
              <a:spLocks noGrp="1"/>
            </p:cNvSpPr>
            <p:nvPr/>
          </p:nvSpPr>
          <p:spPr>
            <a:xfrm>
              <a:off x="21932801" y="2209800"/>
              <a:ext cx="15522" cy="133350"/>
            </a:xfrm>
            <a:prstGeom prst="rect">
              <a:avLst/>
            </a:prstGeom>
            <a:solidFill>
              <a:srgbClr val="DCE8ED"/>
            </a:solidFill>
            <a:ln w="0">
              <a:noFill/>
              <a:prstDash val="solid"/>
            </a:ln>
          </p:spPr>
        </p:sp>
        <p:sp>
          <p:nvSpPr>
            <p:cNvPr id="3557" name="dense-strip-4-cell-44">
              <a:extLst>
                <a:ext uri="{FF2B5EF4-FFF2-40B4-BE49-F238E27FC236}">
                  <a16:creationId xmlns:a16="http://schemas.microsoft.com/office/drawing/2014/main" id="{637E7DD6-313F-43AE-9881-B5589E2AABFA}"/>
                </a:ext>
              </a:extLst>
            </p:cNvPr>
            <p:cNvSpPr>
              <a:spLocks noGrp="1"/>
            </p:cNvSpPr>
            <p:nvPr/>
          </p:nvSpPr>
          <p:spPr>
            <a:xfrm>
              <a:off x="21917422" y="2209800"/>
              <a:ext cx="15522" cy="133350"/>
            </a:xfrm>
            <a:prstGeom prst="rect">
              <a:avLst/>
            </a:prstGeom>
            <a:solidFill>
              <a:srgbClr val="DCE8ED"/>
            </a:solidFill>
            <a:ln w="0">
              <a:noFill/>
              <a:prstDash val="solid"/>
            </a:ln>
          </p:spPr>
        </p:sp>
        <p:sp>
          <p:nvSpPr>
            <p:cNvPr id="3558" name="dense-strip-4-cell-43">
              <a:extLst>
                <a:ext uri="{FF2B5EF4-FFF2-40B4-BE49-F238E27FC236}">
                  <a16:creationId xmlns:a16="http://schemas.microsoft.com/office/drawing/2014/main" id="{3E3FBB31-E4EC-4E05-B561-1B8D981769B1}"/>
                </a:ext>
              </a:extLst>
            </p:cNvPr>
            <p:cNvSpPr>
              <a:spLocks noGrp="1"/>
            </p:cNvSpPr>
            <p:nvPr/>
          </p:nvSpPr>
          <p:spPr>
            <a:xfrm>
              <a:off x="21902043" y="2209800"/>
              <a:ext cx="15522" cy="133350"/>
            </a:xfrm>
            <a:prstGeom prst="rect">
              <a:avLst/>
            </a:prstGeom>
            <a:solidFill>
              <a:srgbClr val="DCE8ED"/>
            </a:solidFill>
            <a:ln w="0">
              <a:noFill/>
              <a:prstDash val="solid"/>
            </a:ln>
          </p:spPr>
        </p:sp>
        <p:sp>
          <p:nvSpPr>
            <p:cNvPr id="3559" name="dense-strip-4-cell-42">
              <a:extLst>
                <a:ext uri="{FF2B5EF4-FFF2-40B4-BE49-F238E27FC236}">
                  <a16:creationId xmlns:a16="http://schemas.microsoft.com/office/drawing/2014/main" id="{5AB9EFA1-764A-402D-8F45-7CC439D7960C}"/>
                </a:ext>
              </a:extLst>
            </p:cNvPr>
            <p:cNvSpPr>
              <a:spLocks noGrp="1"/>
            </p:cNvSpPr>
            <p:nvPr/>
          </p:nvSpPr>
          <p:spPr>
            <a:xfrm>
              <a:off x="21886664" y="2209800"/>
              <a:ext cx="15522" cy="133350"/>
            </a:xfrm>
            <a:prstGeom prst="rect">
              <a:avLst/>
            </a:prstGeom>
            <a:solidFill>
              <a:srgbClr val="DCE8ED"/>
            </a:solidFill>
            <a:ln w="0">
              <a:noFill/>
              <a:prstDash val="solid"/>
            </a:ln>
          </p:spPr>
        </p:sp>
        <p:sp>
          <p:nvSpPr>
            <p:cNvPr id="3560" name="dense-strip-4-cell-41">
              <a:extLst>
                <a:ext uri="{FF2B5EF4-FFF2-40B4-BE49-F238E27FC236}">
                  <a16:creationId xmlns:a16="http://schemas.microsoft.com/office/drawing/2014/main" id="{F42198E4-4ABF-4F7C-9456-D38DC688903D}"/>
                </a:ext>
              </a:extLst>
            </p:cNvPr>
            <p:cNvSpPr>
              <a:spLocks noGrp="1"/>
            </p:cNvSpPr>
            <p:nvPr/>
          </p:nvSpPr>
          <p:spPr>
            <a:xfrm>
              <a:off x="21871285" y="2209800"/>
              <a:ext cx="15522" cy="133350"/>
            </a:xfrm>
            <a:prstGeom prst="rect">
              <a:avLst/>
            </a:prstGeom>
            <a:solidFill>
              <a:srgbClr val="DCE8ED"/>
            </a:solidFill>
            <a:ln w="0">
              <a:noFill/>
              <a:prstDash val="solid"/>
            </a:ln>
          </p:spPr>
        </p:sp>
        <p:sp>
          <p:nvSpPr>
            <p:cNvPr id="3561" name="dense-strip-4-cell-40">
              <a:extLst>
                <a:ext uri="{FF2B5EF4-FFF2-40B4-BE49-F238E27FC236}">
                  <a16:creationId xmlns:a16="http://schemas.microsoft.com/office/drawing/2014/main" id="{AB4C7959-55E7-473E-B65D-E3C13BBF468A}"/>
                </a:ext>
              </a:extLst>
            </p:cNvPr>
            <p:cNvSpPr>
              <a:spLocks noGrp="1"/>
            </p:cNvSpPr>
            <p:nvPr/>
          </p:nvSpPr>
          <p:spPr>
            <a:xfrm>
              <a:off x="21855906" y="2209800"/>
              <a:ext cx="15522" cy="133350"/>
            </a:xfrm>
            <a:prstGeom prst="rect">
              <a:avLst/>
            </a:prstGeom>
            <a:solidFill>
              <a:srgbClr val="DCE8ED"/>
            </a:solidFill>
            <a:ln w="0">
              <a:noFill/>
              <a:prstDash val="solid"/>
            </a:ln>
          </p:spPr>
        </p:sp>
        <p:sp>
          <p:nvSpPr>
            <p:cNvPr id="3562" name="dense-strip-4-cell-39">
              <a:extLst>
                <a:ext uri="{FF2B5EF4-FFF2-40B4-BE49-F238E27FC236}">
                  <a16:creationId xmlns:a16="http://schemas.microsoft.com/office/drawing/2014/main" id="{6C4DA976-ECD9-4FA1-961C-616F78A1981E}"/>
                </a:ext>
              </a:extLst>
            </p:cNvPr>
            <p:cNvSpPr>
              <a:spLocks noGrp="1"/>
            </p:cNvSpPr>
            <p:nvPr/>
          </p:nvSpPr>
          <p:spPr>
            <a:xfrm>
              <a:off x="21840527" y="2209800"/>
              <a:ext cx="15522" cy="133350"/>
            </a:xfrm>
            <a:prstGeom prst="rect">
              <a:avLst/>
            </a:prstGeom>
            <a:solidFill>
              <a:srgbClr val="DCE8ED"/>
            </a:solidFill>
            <a:ln w="0">
              <a:noFill/>
              <a:prstDash val="solid"/>
            </a:ln>
          </p:spPr>
        </p:sp>
        <p:sp>
          <p:nvSpPr>
            <p:cNvPr id="3563" name="dense-strip-4-cell-38">
              <a:extLst>
                <a:ext uri="{FF2B5EF4-FFF2-40B4-BE49-F238E27FC236}">
                  <a16:creationId xmlns:a16="http://schemas.microsoft.com/office/drawing/2014/main" id="{8BB55B8C-A5D8-4E2E-A8F2-B18A3B986C13}"/>
                </a:ext>
              </a:extLst>
            </p:cNvPr>
            <p:cNvSpPr>
              <a:spLocks noGrp="1"/>
            </p:cNvSpPr>
            <p:nvPr/>
          </p:nvSpPr>
          <p:spPr>
            <a:xfrm>
              <a:off x="21825148" y="2209800"/>
              <a:ext cx="15522" cy="133350"/>
            </a:xfrm>
            <a:prstGeom prst="rect">
              <a:avLst/>
            </a:prstGeom>
            <a:solidFill>
              <a:srgbClr val="DCE8ED"/>
            </a:solidFill>
            <a:ln w="0">
              <a:noFill/>
              <a:prstDash val="solid"/>
            </a:ln>
          </p:spPr>
        </p:sp>
        <p:sp>
          <p:nvSpPr>
            <p:cNvPr id="3564" name="dense-strip-4-cell-37">
              <a:extLst>
                <a:ext uri="{FF2B5EF4-FFF2-40B4-BE49-F238E27FC236}">
                  <a16:creationId xmlns:a16="http://schemas.microsoft.com/office/drawing/2014/main" id="{A088693A-DDEE-494D-8228-7F48B11D739B}"/>
                </a:ext>
              </a:extLst>
            </p:cNvPr>
            <p:cNvSpPr>
              <a:spLocks noGrp="1"/>
            </p:cNvSpPr>
            <p:nvPr/>
          </p:nvSpPr>
          <p:spPr>
            <a:xfrm>
              <a:off x="21809770" y="2209800"/>
              <a:ext cx="15522" cy="133350"/>
            </a:xfrm>
            <a:prstGeom prst="rect">
              <a:avLst/>
            </a:prstGeom>
            <a:solidFill>
              <a:srgbClr val="DCE8ED"/>
            </a:solidFill>
            <a:ln w="0">
              <a:noFill/>
              <a:prstDash val="solid"/>
            </a:ln>
          </p:spPr>
        </p:sp>
        <p:sp>
          <p:nvSpPr>
            <p:cNvPr id="3565" name="dense-strip-4-cell-36">
              <a:extLst>
                <a:ext uri="{FF2B5EF4-FFF2-40B4-BE49-F238E27FC236}">
                  <a16:creationId xmlns:a16="http://schemas.microsoft.com/office/drawing/2014/main" id="{449E6EA3-6C63-43C7-9BF0-6308810675C8}"/>
                </a:ext>
              </a:extLst>
            </p:cNvPr>
            <p:cNvSpPr>
              <a:spLocks noGrp="1"/>
            </p:cNvSpPr>
            <p:nvPr/>
          </p:nvSpPr>
          <p:spPr>
            <a:xfrm>
              <a:off x="21794391" y="2209800"/>
              <a:ext cx="15522" cy="133350"/>
            </a:xfrm>
            <a:prstGeom prst="rect">
              <a:avLst/>
            </a:prstGeom>
            <a:solidFill>
              <a:srgbClr val="DCE8ED"/>
            </a:solidFill>
            <a:ln w="0">
              <a:noFill/>
              <a:prstDash val="solid"/>
            </a:ln>
          </p:spPr>
        </p:sp>
        <p:sp>
          <p:nvSpPr>
            <p:cNvPr id="3566" name="dense-strip-4-cell-35">
              <a:extLst>
                <a:ext uri="{FF2B5EF4-FFF2-40B4-BE49-F238E27FC236}">
                  <a16:creationId xmlns:a16="http://schemas.microsoft.com/office/drawing/2014/main" id="{74A80800-1393-4997-9E05-5F45119FCCF4}"/>
                </a:ext>
              </a:extLst>
            </p:cNvPr>
            <p:cNvSpPr>
              <a:spLocks noGrp="1"/>
            </p:cNvSpPr>
            <p:nvPr/>
          </p:nvSpPr>
          <p:spPr>
            <a:xfrm>
              <a:off x="21779012" y="2209800"/>
              <a:ext cx="15522" cy="133350"/>
            </a:xfrm>
            <a:prstGeom prst="rect">
              <a:avLst/>
            </a:prstGeom>
            <a:solidFill>
              <a:srgbClr val="DCE8ED"/>
            </a:solidFill>
            <a:ln w="0">
              <a:noFill/>
              <a:prstDash val="solid"/>
            </a:ln>
          </p:spPr>
        </p:sp>
        <p:sp>
          <p:nvSpPr>
            <p:cNvPr id="3567" name="dense-strip-4-cell-34">
              <a:extLst>
                <a:ext uri="{FF2B5EF4-FFF2-40B4-BE49-F238E27FC236}">
                  <a16:creationId xmlns:a16="http://schemas.microsoft.com/office/drawing/2014/main" id="{99F76735-EA0B-4B5F-BF36-54DC135179D6}"/>
                </a:ext>
              </a:extLst>
            </p:cNvPr>
            <p:cNvSpPr>
              <a:spLocks noGrp="1"/>
            </p:cNvSpPr>
            <p:nvPr/>
          </p:nvSpPr>
          <p:spPr>
            <a:xfrm>
              <a:off x="21763633" y="2209800"/>
              <a:ext cx="15522" cy="133350"/>
            </a:xfrm>
            <a:prstGeom prst="rect">
              <a:avLst/>
            </a:prstGeom>
            <a:solidFill>
              <a:srgbClr val="DCE8ED"/>
            </a:solidFill>
            <a:ln w="0">
              <a:noFill/>
              <a:prstDash val="solid"/>
            </a:ln>
          </p:spPr>
        </p:sp>
        <p:sp>
          <p:nvSpPr>
            <p:cNvPr id="3568" name="dense-strip-4-cell-33">
              <a:extLst>
                <a:ext uri="{FF2B5EF4-FFF2-40B4-BE49-F238E27FC236}">
                  <a16:creationId xmlns:a16="http://schemas.microsoft.com/office/drawing/2014/main" id="{79CFC2A7-941F-4370-AFCC-B6307E6E1380}"/>
                </a:ext>
              </a:extLst>
            </p:cNvPr>
            <p:cNvSpPr>
              <a:spLocks noGrp="1"/>
            </p:cNvSpPr>
            <p:nvPr/>
          </p:nvSpPr>
          <p:spPr>
            <a:xfrm>
              <a:off x="21748254" y="2209800"/>
              <a:ext cx="15522" cy="133350"/>
            </a:xfrm>
            <a:prstGeom prst="rect">
              <a:avLst/>
            </a:prstGeom>
            <a:solidFill>
              <a:srgbClr val="DCE8ED"/>
            </a:solidFill>
            <a:ln w="0">
              <a:noFill/>
              <a:prstDash val="solid"/>
            </a:ln>
          </p:spPr>
        </p:sp>
        <p:sp>
          <p:nvSpPr>
            <p:cNvPr id="3569" name="dense-strip-4-cell-32">
              <a:extLst>
                <a:ext uri="{FF2B5EF4-FFF2-40B4-BE49-F238E27FC236}">
                  <a16:creationId xmlns:a16="http://schemas.microsoft.com/office/drawing/2014/main" id="{6058E27A-EA82-4DE0-96D4-55490FFE1130}"/>
                </a:ext>
              </a:extLst>
            </p:cNvPr>
            <p:cNvSpPr>
              <a:spLocks noGrp="1"/>
            </p:cNvSpPr>
            <p:nvPr/>
          </p:nvSpPr>
          <p:spPr>
            <a:xfrm>
              <a:off x="21732875" y="2209800"/>
              <a:ext cx="15522" cy="133350"/>
            </a:xfrm>
            <a:prstGeom prst="rect">
              <a:avLst/>
            </a:prstGeom>
            <a:solidFill>
              <a:srgbClr val="DCE8ED"/>
            </a:solidFill>
            <a:ln w="0">
              <a:noFill/>
              <a:prstDash val="solid"/>
            </a:ln>
          </p:spPr>
        </p:sp>
        <p:sp>
          <p:nvSpPr>
            <p:cNvPr id="3570" name="dense-strip-4-cell-31">
              <a:extLst>
                <a:ext uri="{FF2B5EF4-FFF2-40B4-BE49-F238E27FC236}">
                  <a16:creationId xmlns:a16="http://schemas.microsoft.com/office/drawing/2014/main" id="{7B7AA95B-956F-4115-AD54-596566009303}"/>
                </a:ext>
              </a:extLst>
            </p:cNvPr>
            <p:cNvSpPr>
              <a:spLocks noGrp="1"/>
            </p:cNvSpPr>
            <p:nvPr/>
          </p:nvSpPr>
          <p:spPr>
            <a:xfrm>
              <a:off x="21717496" y="2209800"/>
              <a:ext cx="15522" cy="133350"/>
            </a:xfrm>
            <a:prstGeom prst="rect">
              <a:avLst/>
            </a:prstGeom>
            <a:solidFill>
              <a:srgbClr val="DCE8ED"/>
            </a:solidFill>
            <a:ln w="0">
              <a:noFill/>
              <a:prstDash val="solid"/>
            </a:ln>
          </p:spPr>
        </p:sp>
        <p:sp>
          <p:nvSpPr>
            <p:cNvPr id="3571" name="dense-strip-4-cell-30">
              <a:extLst>
                <a:ext uri="{FF2B5EF4-FFF2-40B4-BE49-F238E27FC236}">
                  <a16:creationId xmlns:a16="http://schemas.microsoft.com/office/drawing/2014/main" id="{F25F912F-1152-4334-9DD7-03B38EC65078}"/>
                </a:ext>
              </a:extLst>
            </p:cNvPr>
            <p:cNvSpPr>
              <a:spLocks noGrp="1"/>
            </p:cNvSpPr>
            <p:nvPr/>
          </p:nvSpPr>
          <p:spPr>
            <a:xfrm>
              <a:off x="21702117" y="2209800"/>
              <a:ext cx="15522" cy="133350"/>
            </a:xfrm>
            <a:prstGeom prst="rect">
              <a:avLst/>
            </a:prstGeom>
            <a:solidFill>
              <a:srgbClr val="DCE8ED"/>
            </a:solidFill>
            <a:ln w="0">
              <a:noFill/>
              <a:prstDash val="solid"/>
            </a:ln>
          </p:spPr>
        </p:sp>
        <p:sp>
          <p:nvSpPr>
            <p:cNvPr id="3572" name="dense-strip-4-cell-29">
              <a:extLst>
                <a:ext uri="{FF2B5EF4-FFF2-40B4-BE49-F238E27FC236}">
                  <a16:creationId xmlns:a16="http://schemas.microsoft.com/office/drawing/2014/main" id="{A9E51FA9-219F-4C05-9927-E2C0577796B0}"/>
                </a:ext>
              </a:extLst>
            </p:cNvPr>
            <p:cNvSpPr>
              <a:spLocks noGrp="1"/>
            </p:cNvSpPr>
            <p:nvPr/>
          </p:nvSpPr>
          <p:spPr>
            <a:xfrm>
              <a:off x="21686738" y="2209800"/>
              <a:ext cx="15522" cy="133350"/>
            </a:xfrm>
            <a:prstGeom prst="rect">
              <a:avLst/>
            </a:prstGeom>
            <a:solidFill>
              <a:srgbClr val="D8E5EB"/>
            </a:solidFill>
            <a:ln w="0">
              <a:noFill/>
              <a:prstDash val="solid"/>
            </a:ln>
          </p:spPr>
        </p:sp>
        <p:sp>
          <p:nvSpPr>
            <p:cNvPr id="3573" name="dense-strip-4-cell-28">
              <a:extLst>
                <a:ext uri="{FF2B5EF4-FFF2-40B4-BE49-F238E27FC236}">
                  <a16:creationId xmlns:a16="http://schemas.microsoft.com/office/drawing/2014/main" id="{134BB0F7-C2F5-4342-BE1E-62D81A060C89}"/>
                </a:ext>
              </a:extLst>
            </p:cNvPr>
            <p:cNvSpPr>
              <a:spLocks noGrp="1"/>
            </p:cNvSpPr>
            <p:nvPr/>
          </p:nvSpPr>
          <p:spPr>
            <a:xfrm>
              <a:off x="21671359" y="2209800"/>
              <a:ext cx="15522" cy="133350"/>
            </a:xfrm>
            <a:prstGeom prst="rect">
              <a:avLst/>
            </a:prstGeom>
            <a:solidFill>
              <a:srgbClr val="C9DBE4"/>
            </a:solidFill>
            <a:ln w="0">
              <a:noFill/>
              <a:prstDash val="solid"/>
            </a:ln>
          </p:spPr>
        </p:sp>
        <p:sp>
          <p:nvSpPr>
            <p:cNvPr id="3574" name="dense-strip-4-cell-27">
              <a:extLst>
                <a:ext uri="{FF2B5EF4-FFF2-40B4-BE49-F238E27FC236}">
                  <a16:creationId xmlns:a16="http://schemas.microsoft.com/office/drawing/2014/main" id="{947ADA3D-4F51-4092-87B5-BACA3F169513}"/>
                </a:ext>
              </a:extLst>
            </p:cNvPr>
            <p:cNvSpPr>
              <a:spLocks noGrp="1"/>
            </p:cNvSpPr>
            <p:nvPr/>
          </p:nvSpPr>
          <p:spPr>
            <a:xfrm>
              <a:off x="21655980" y="2209800"/>
              <a:ext cx="15522" cy="133350"/>
            </a:xfrm>
            <a:prstGeom prst="rect">
              <a:avLst/>
            </a:prstGeom>
            <a:solidFill>
              <a:srgbClr val="9CC5DC"/>
            </a:solidFill>
            <a:ln w="0">
              <a:noFill/>
              <a:prstDash val="solid"/>
            </a:ln>
          </p:spPr>
        </p:sp>
        <p:sp>
          <p:nvSpPr>
            <p:cNvPr id="3575" name="dense-strip-4-cell-26">
              <a:extLst>
                <a:ext uri="{FF2B5EF4-FFF2-40B4-BE49-F238E27FC236}">
                  <a16:creationId xmlns:a16="http://schemas.microsoft.com/office/drawing/2014/main" id="{5FC342B8-9B52-441D-801A-896EFAC47721}"/>
                </a:ext>
              </a:extLst>
            </p:cNvPr>
            <p:cNvSpPr>
              <a:spLocks noGrp="1"/>
            </p:cNvSpPr>
            <p:nvPr/>
          </p:nvSpPr>
          <p:spPr>
            <a:xfrm>
              <a:off x="21640602" y="2209800"/>
              <a:ext cx="15522" cy="133350"/>
            </a:xfrm>
            <a:prstGeom prst="rect">
              <a:avLst/>
            </a:prstGeom>
            <a:solidFill>
              <a:srgbClr val="72AFD1"/>
            </a:solidFill>
            <a:ln w="0">
              <a:noFill/>
              <a:prstDash val="solid"/>
            </a:ln>
          </p:spPr>
        </p:sp>
        <p:sp>
          <p:nvSpPr>
            <p:cNvPr id="3576" name="dense-strip-4-cell-25">
              <a:extLst>
                <a:ext uri="{FF2B5EF4-FFF2-40B4-BE49-F238E27FC236}">
                  <a16:creationId xmlns:a16="http://schemas.microsoft.com/office/drawing/2014/main" id="{DD0689AD-5B64-4AC1-A7F2-6CA57BE14B67}"/>
                </a:ext>
              </a:extLst>
            </p:cNvPr>
            <p:cNvSpPr>
              <a:spLocks noGrp="1"/>
            </p:cNvSpPr>
            <p:nvPr/>
          </p:nvSpPr>
          <p:spPr>
            <a:xfrm>
              <a:off x="21625223" y="2209800"/>
              <a:ext cx="15522" cy="133350"/>
            </a:xfrm>
            <a:prstGeom prst="rect">
              <a:avLst/>
            </a:prstGeom>
            <a:solidFill>
              <a:srgbClr val="4899C5"/>
            </a:solidFill>
            <a:ln w="0">
              <a:noFill/>
              <a:prstDash val="solid"/>
            </a:ln>
          </p:spPr>
        </p:sp>
        <p:sp>
          <p:nvSpPr>
            <p:cNvPr id="3577" name="dense-strip-4-cell-24">
              <a:extLst>
                <a:ext uri="{FF2B5EF4-FFF2-40B4-BE49-F238E27FC236}">
                  <a16:creationId xmlns:a16="http://schemas.microsoft.com/office/drawing/2014/main" id="{9CD6E316-23D0-4990-8431-136C8FB18D42}"/>
                </a:ext>
              </a:extLst>
            </p:cNvPr>
            <p:cNvSpPr>
              <a:spLocks noGrp="1"/>
            </p:cNvSpPr>
            <p:nvPr/>
          </p:nvSpPr>
          <p:spPr>
            <a:xfrm>
              <a:off x="21609844" y="2209800"/>
              <a:ext cx="15522" cy="133350"/>
            </a:xfrm>
            <a:prstGeom prst="rect">
              <a:avLst/>
            </a:prstGeom>
            <a:solidFill>
              <a:srgbClr val="2385BB"/>
            </a:solidFill>
            <a:ln w="0">
              <a:noFill/>
              <a:prstDash val="solid"/>
            </a:ln>
          </p:spPr>
        </p:sp>
        <p:sp>
          <p:nvSpPr>
            <p:cNvPr id="3578" name="dense-strip-4-cell-23">
              <a:extLst>
                <a:ext uri="{FF2B5EF4-FFF2-40B4-BE49-F238E27FC236}">
                  <a16:creationId xmlns:a16="http://schemas.microsoft.com/office/drawing/2014/main" id="{62B12BDD-A564-4B78-963A-6859E039AB63}"/>
                </a:ext>
              </a:extLst>
            </p:cNvPr>
            <p:cNvSpPr>
              <a:spLocks noGrp="1"/>
            </p:cNvSpPr>
            <p:nvPr/>
          </p:nvSpPr>
          <p:spPr>
            <a:xfrm>
              <a:off x="21594465" y="2209800"/>
              <a:ext cx="15522" cy="133350"/>
            </a:xfrm>
            <a:prstGeom prst="rect">
              <a:avLst/>
            </a:prstGeom>
            <a:solidFill>
              <a:srgbClr val="0977B4"/>
            </a:solidFill>
            <a:ln w="0">
              <a:noFill/>
              <a:prstDash val="solid"/>
            </a:ln>
          </p:spPr>
        </p:sp>
        <p:sp>
          <p:nvSpPr>
            <p:cNvPr id="3579" name="dense-strip-4-cell-22">
              <a:extLst>
                <a:ext uri="{FF2B5EF4-FFF2-40B4-BE49-F238E27FC236}">
                  <a16:creationId xmlns:a16="http://schemas.microsoft.com/office/drawing/2014/main" id="{4D27BDDE-39DC-46A9-9054-87A70C1D4A00}"/>
                </a:ext>
              </a:extLst>
            </p:cNvPr>
            <p:cNvSpPr>
              <a:spLocks noGrp="1"/>
            </p:cNvSpPr>
            <p:nvPr/>
          </p:nvSpPr>
          <p:spPr>
            <a:xfrm>
              <a:off x="21579086" y="2209800"/>
              <a:ext cx="15522" cy="133350"/>
            </a:xfrm>
            <a:prstGeom prst="rect">
              <a:avLst/>
            </a:prstGeom>
            <a:solidFill>
              <a:srgbClr val="0072B2"/>
            </a:solidFill>
            <a:ln w="0">
              <a:noFill/>
              <a:prstDash val="solid"/>
            </a:ln>
          </p:spPr>
        </p:sp>
        <p:sp>
          <p:nvSpPr>
            <p:cNvPr id="3580" name="dense-strip-4-cell-21">
              <a:extLst>
                <a:ext uri="{FF2B5EF4-FFF2-40B4-BE49-F238E27FC236}">
                  <a16:creationId xmlns:a16="http://schemas.microsoft.com/office/drawing/2014/main" id="{05B898BE-E9C1-4E0F-B0DA-A08C246A65AB}"/>
                </a:ext>
              </a:extLst>
            </p:cNvPr>
            <p:cNvSpPr>
              <a:spLocks noGrp="1"/>
            </p:cNvSpPr>
            <p:nvPr/>
          </p:nvSpPr>
          <p:spPr>
            <a:xfrm>
              <a:off x="21563707" y="2209800"/>
              <a:ext cx="15522" cy="133350"/>
            </a:xfrm>
            <a:prstGeom prst="rect">
              <a:avLst/>
            </a:prstGeom>
            <a:solidFill>
              <a:srgbClr val="0072B2"/>
            </a:solidFill>
            <a:ln w="0">
              <a:noFill/>
              <a:prstDash val="solid"/>
            </a:ln>
          </p:spPr>
        </p:sp>
        <p:sp>
          <p:nvSpPr>
            <p:cNvPr id="3581" name="dense-strip-4-cell-20">
              <a:extLst>
                <a:ext uri="{FF2B5EF4-FFF2-40B4-BE49-F238E27FC236}">
                  <a16:creationId xmlns:a16="http://schemas.microsoft.com/office/drawing/2014/main" id="{A445A675-A831-47E6-965C-C509FCA4882B}"/>
                </a:ext>
              </a:extLst>
            </p:cNvPr>
            <p:cNvSpPr>
              <a:spLocks noGrp="1"/>
            </p:cNvSpPr>
            <p:nvPr/>
          </p:nvSpPr>
          <p:spPr>
            <a:xfrm>
              <a:off x="21548328" y="2209800"/>
              <a:ext cx="15522" cy="133350"/>
            </a:xfrm>
            <a:prstGeom prst="rect">
              <a:avLst/>
            </a:prstGeom>
            <a:solidFill>
              <a:srgbClr val="0072B2"/>
            </a:solidFill>
            <a:ln w="0">
              <a:noFill/>
              <a:prstDash val="solid"/>
            </a:ln>
          </p:spPr>
        </p:sp>
        <p:sp>
          <p:nvSpPr>
            <p:cNvPr id="3582" name="dense-strip-4-cell-19">
              <a:extLst>
                <a:ext uri="{FF2B5EF4-FFF2-40B4-BE49-F238E27FC236}">
                  <a16:creationId xmlns:a16="http://schemas.microsoft.com/office/drawing/2014/main" id="{61CE712A-976B-48A5-A867-02AB68EAA3E7}"/>
                </a:ext>
              </a:extLst>
            </p:cNvPr>
            <p:cNvSpPr>
              <a:spLocks noGrp="1"/>
            </p:cNvSpPr>
            <p:nvPr/>
          </p:nvSpPr>
          <p:spPr>
            <a:xfrm>
              <a:off x="21532949" y="2209800"/>
              <a:ext cx="15522" cy="133350"/>
            </a:xfrm>
            <a:prstGeom prst="rect">
              <a:avLst/>
            </a:prstGeom>
            <a:solidFill>
              <a:srgbClr val="0072B2"/>
            </a:solidFill>
            <a:ln w="0">
              <a:noFill/>
              <a:prstDash val="solid"/>
            </a:ln>
          </p:spPr>
        </p:sp>
        <p:sp>
          <p:nvSpPr>
            <p:cNvPr id="3583" name="dense-strip-4-cell-18">
              <a:extLst>
                <a:ext uri="{FF2B5EF4-FFF2-40B4-BE49-F238E27FC236}">
                  <a16:creationId xmlns:a16="http://schemas.microsoft.com/office/drawing/2014/main" id="{FD2A7F52-D5E2-4C54-9B98-1EDAB8029A3C}"/>
                </a:ext>
              </a:extLst>
            </p:cNvPr>
            <p:cNvSpPr>
              <a:spLocks noGrp="1"/>
            </p:cNvSpPr>
            <p:nvPr/>
          </p:nvSpPr>
          <p:spPr>
            <a:xfrm>
              <a:off x="21517570" y="2209800"/>
              <a:ext cx="15522" cy="133350"/>
            </a:xfrm>
            <a:prstGeom prst="rect">
              <a:avLst/>
            </a:prstGeom>
            <a:solidFill>
              <a:srgbClr val="0072B2"/>
            </a:solidFill>
            <a:ln w="0">
              <a:noFill/>
              <a:prstDash val="solid"/>
            </a:ln>
          </p:spPr>
        </p:sp>
        <p:sp>
          <p:nvSpPr>
            <p:cNvPr id="3584" name="dense-strip-4-cell-17">
              <a:extLst>
                <a:ext uri="{FF2B5EF4-FFF2-40B4-BE49-F238E27FC236}">
                  <a16:creationId xmlns:a16="http://schemas.microsoft.com/office/drawing/2014/main" id="{CE2F616F-4BAE-454A-858F-6ADAA0000896}"/>
                </a:ext>
              </a:extLst>
            </p:cNvPr>
            <p:cNvSpPr>
              <a:spLocks noGrp="1"/>
            </p:cNvSpPr>
            <p:nvPr/>
          </p:nvSpPr>
          <p:spPr>
            <a:xfrm>
              <a:off x="21502191" y="2209800"/>
              <a:ext cx="15522" cy="133350"/>
            </a:xfrm>
            <a:prstGeom prst="rect">
              <a:avLst/>
            </a:prstGeom>
            <a:solidFill>
              <a:srgbClr val="0072B2"/>
            </a:solidFill>
            <a:ln w="0">
              <a:noFill/>
              <a:prstDash val="solid"/>
            </a:ln>
          </p:spPr>
        </p:sp>
        <p:sp>
          <p:nvSpPr>
            <p:cNvPr id="3585" name="dense-strip-4-cell-16">
              <a:extLst>
                <a:ext uri="{FF2B5EF4-FFF2-40B4-BE49-F238E27FC236}">
                  <a16:creationId xmlns:a16="http://schemas.microsoft.com/office/drawing/2014/main" id="{9780776E-8DC5-4910-9C12-FFBCE8E2C37E}"/>
                </a:ext>
              </a:extLst>
            </p:cNvPr>
            <p:cNvSpPr>
              <a:spLocks noGrp="1"/>
            </p:cNvSpPr>
            <p:nvPr/>
          </p:nvSpPr>
          <p:spPr>
            <a:xfrm>
              <a:off x="21486813" y="2209800"/>
              <a:ext cx="15522" cy="133350"/>
            </a:xfrm>
            <a:prstGeom prst="rect">
              <a:avLst/>
            </a:prstGeom>
            <a:solidFill>
              <a:srgbClr val="0072B2"/>
            </a:solidFill>
            <a:ln w="0">
              <a:noFill/>
              <a:prstDash val="solid"/>
            </a:ln>
          </p:spPr>
        </p:sp>
        <p:sp>
          <p:nvSpPr>
            <p:cNvPr id="3586" name="dense-strip-4-cell-15">
              <a:extLst>
                <a:ext uri="{FF2B5EF4-FFF2-40B4-BE49-F238E27FC236}">
                  <a16:creationId xmlns:a16="http://schemas.microsoft.com/office/drawing/2014/main" id="{3AACDBE9-A5D6-4B5F-9661-724E0AB9B6AC}"/>
                </a:ext>
              </a:extLst>
            </p:cNvPr>
            <p:cNvSpPr>
              <a:spLocks noGrp="1"/>
            </p:cNvSpPr>
            <p:nvPr/>
          </p:nvSpPr>
          <p:spPr>
            <a:xfrm>
              <a:off x="21471434" y="2209800"/>
              <a:ext cx="15522" cy="133350"/>
            </a:xfrm>
            <a:prstGeom prst="rect">
              <a:avLst/>
            </a:prstGeom>
            <a:solidFill>
              <a:srgbClr val="0072B2"/>
            </a:solidFill>
            <a:ln w="0">
              <a:noFill/>
              <a:prstDash val="solid"/>
            </a:ln>
          </p:spPr>
        </p:sp>
        <p:sp>
          <p:nvSpPr>
            <p:cNvPr id="3587" name="dense-strip-4-cell-14">
              <a:extLst>
                <a:ext uri="{FF2B5EF4-FFF2-40B4-BE49-F238E27FC236}">
                  <a16:creationId xmlns:a16="http://schemas.microsoft.com/office/drawing/2014/main" id="{3BBC48D5-B44D-4449-B5C9-7D79389EA69F}"/>
                </a:ext>
              </a:extLst>
            </p:cNvPr>
            <p:cNvSpPr>
              <a:spLocks noGrp="1"/>
            </p:cNvSpPr>
            <p:nvPr/>
          </p:nvSpPr>
          <p:spPr>
            <a:xfrm>
              <a:off x="21456055" y="2209800"/>
              <a:ext cx="15522" cy="133350"/>
            </a:xfrm>
            <a:prstGeom prst="rect">
              <a:avLst/>
            </a:prstGeom>
            <a:solidFill>
              <a:srgbClr val="0072B2"/>
            </a:solidFill>
            <a:ln w="0">
              <a:noFill/>
              <a:prstDash val="solid"/>
            </a:ln>
          </p:spPr>
        </p:sp>
        <p:sp>
          <p:nvSpPr>
            <p:cNvPr id="3588" name="dense-strip-4-cell-13">
              <a:extLst>
                <a:ext uri="{FF2B5EF4-FFF2-40B4-BE49-F238E27FC236}">
                  <a16:creationId xmlns:a16="http://schemas.microsoft.com/office/drawing/2014/main" id="{DDF732C2-CC41-48FD-805D-653F1AC68B38}"/>
                </a:ext>
              </a:extLst>
            </p:cNvPr>
            <p:cNvSpPr>
              <a:spLocks noGrp="1"/>
            </p:cNvSpPr>
            <p:nvPr/>
          </p:nvSpPr>
          <p:spPr>
            <a:xfrm>
              <a:off x="21440676" y="2209800"/>
              <a:ext cx="15522" cy="133350"/>
            </a:xfrm>
            <a:prstGeom prst="rect">
              <a:avLst/>
            </a:prstGeom>
            <a:solidFill>
              <a:srgbClr val="0072B2"/>
            </a:solidFill>
            <a:ln w="0">
              <a:noFill/>
              <a:prstDash val="solid"/>
            </a:ln>
          </p:spPr>
        </p:sp>
        <p:sp>
          <p:nvSpPr>
            <p:cNvPr id="3589" name="dense-strip-4-cell-12">
              <a:extLst>
                <a:ext uri="{FF2B5EF4-FFF2-40B4-BE49-F238E27FC236}">
                  <a16:creationId xmlns:a16="http://schemas.microsoft.com/office/drawing/2014/main" id="{4F08D869-0402-4061-9096-BFD9423E6F2C}"/>
                </a:ext>
              </a:extLst>
            </p:cNvPr>
            <p:cNvSpPr>
              <a:spLocks noGrp="1"/>
            </p:cNvSpPr>
            <p:nvPr/>
          </p:nvSpPr>
          <p:spPr>
            <a:xfrm>
              <a:off x="21425297" y="2209800"/>
              <a:ext cx="15522" cy="133350"/>
            </a:xfrm>
            <a:prstGeom prst="rect">
              <a:avLst/>
            </a:prstGeom>
            <a:solidFill>
              <a:srgbClr val="0072B2"/>
            </a:solidFill>
            <a:ln w="0">
              <a:noFill/>
              <a:prstDash val="solid"/>
            </a:ln>
          </p:spPr>
        </p:sp>
        <p:sp>
          <p:nvSpPr>
            <p:cNvPr id="3590" name="dense-strip-4-cell-11">
              <a:extLst>
                <a:ext uri="{FF2B5EF4-FFF2-40B4-BE49-F238E27FC236}">
                  <a16:creationId xmlns:a16="http://schemas.microsoft.com/office/drawing/2014/main" id="{F7600789-0B8F-41B3-BD86-38A2C4976EA8}"/>
                </a:ext>
              </a:extLst>
            </p:cNvPr>
            <p:cNvSpPr>
              <a:spLocks noGrp="1"/>
            </p:cNvSpPr>
            <p:nvPr/>
          </p:nvSpPr>
          <p:spPr>
            <a:xfrm>
              <a:off x="21409918" y="2209800"/>
              <a:ext cx="15522" cy="133350"/>
            </a:xfrm>
            <a:prstGeom prst="rect">
              <a:avLst/>
            </a:prstGeom>
            <a:solidFill>
              <a:srgbClr val="0072B2"/>
            </a:solidFill>
            <a:ln w="0">
              <a:noFill/>
              <a:prstDash val="solid"/>
            </a:ln>
          </p:spPr>
        </p:sp>
        <p:sp>
          <p:nvSpPr>
            <p:cNvPr id="3591" name="dense-strip-4-cell-10">
              <a:extLst>
                <a:ext uri="{FF2B5EF4-FFF2-40B4-BE49-F238E27FC236}">
                  <a16:creationId xmlns:a16="http://schemas.microsoft.com/office/drawing/2014/main" id="{CC774D8D-42D9-4F39-BF74-63F79026A5E1}"/>
                </a:ext>
              </a:extLst>
            </p:cNvPr>
            <p:cNvSpPr>
              <a:spLocks noGrp="1"/>
            </p:cNvSpPr>
            <p:nvPr/>
          </p:nvSpPr>
          <p:spPr>
            <a:xfrm>
              <a:off x="21394539" y="2209800"/>
              <a:ext cx="15522" cy="133350"/>
            </a:xfrm>
            <a:prstGeom prst="rect">
              <a:avLst/>
            </a:prstGeom>
            <a:solidFill>
              <a:srgbClr val="0072B2"/>
            </a:solidFill>
            <a:ln w="0">
              <a:noFill/>
              <a:prstDash val="solid"/>
            </a:ln>
          </p:spPr>
        </p:sp>
        <p:sp>
          <p:nvSpPr>
            <p:cNvPr id="3592" name="dense-strip-4-cell-9">
              <a:extLst>
                <a:ext uri="{FF2B5EF4-FFF2-40B4-BE49-F238E27FC236}">
                  <a16:creationId xmlns:a16="http://schemas.microsoft.com/office/drawing/2014/main" id="{7318D198-89F2-45AF-9011-4AA1636177F2}"/>
                </a:ext>
              </a:extLst>
            </p:cNvPr>
            <p:cNvSpPr>
              <a:spLocks noGrp="1"/>
            </p:cNvSpPr>
            <p:nvPr/>
          </p:nvSpPr>
          <p:spPr>
            <a:xfrm>
              <a:off x="21379160" y="2209800"/>
              <a:ext cx="15522" cy="133350"/>
            </a:xfrm>
            <a:prstGeom prst="rect">
              <a:avLst/>
            </a:prstGeom>
            <a:solidFill>
              <a:srgbClr val="0072B2"/>
            </a:solidFill>
            <a:ln w="0">
              <a:noFill/>
              <a:prstDash val="solid"/>
            </a:ln>
          </p:spPr>
        </p:sp>
        <p:sp>
          <p:nvSpPr>
            <p:cNvPr id="3593" name="dense-strip-4-cell-8">
              <a:extLst>
                <a:ext uri="{FF2B5EF4-FFF2-40B4-BE49-F238E27FC236}">
                  <a16:creationId xmlns:a16="http://schemas.microsoft.com/office/drawing/2014/main" id="{CC701BF9-105D-4671-A1DB-9AA10D32308C}"/>
                </a:ext>
              </a:extLst>
            </p:cNvPr>
            <p:cNvSpPr>
              <a:spLocks noGrp="1"/>
            </p:cNvSpPr>
            <p:nvPr/>
          </p:nvSpPr>
          <p:spPr>
            <a:xfrm>
              <a:off x="21363781" y="2209800"/>
              <a:ext cx="15522" cy="133350"/>
            </a:xfrm>
            <a:prstGeom prst="rect">
              <a:avLst/>
            </a:prstGeom>
            <a:solidFill>
              <a:srgbClr val="0072B2"/>
            </a:solidFill>
            <a:ln w="0">
              <a:noFill/>
              <a:prstDash val="solid"/>
            </a:ln>
          </p:spPr>
        </p:sp>
        <p:sp>
          <p:nvSpPr>
            <p:cNvPr id="3594" name="dense-strip-4-cell-7">
              <a:extLst>
                <a:ext uri="{FF2B5EF4-FFF2-40B4-BE49-F238E27FC236}">
                  <a16:creationId xmlns:a16="http://schemas.microsoft.com/office/drawing/2014/main" id="{CA8DAE48-8224-43AB-BECB-BDF2CC3E71F7}"/>
                </a:ext>
              </a:extLst>
            </p:cNvPr>
            <p:cNvSpPr>
              <a:spLocks noGrp="1"/>
            </p:cNvSpPr>
            <p:nvPr/>
          </p:nvSpPr>
          <p:spPr>
            <a:xfrm>
              <a:off x="21348402" y="2209800"/>
              <a:ext cx="15522" cy="133350"/>
            </a:xfrm>
            <a:prstGeom prst="rect">
              <a:avLst/>
            </a:prstGeom>
            <a:solidFill>
              <a:srgbClr val="0072B2"/>
            </a:solidFill>
            <a:ln w="0">
              <a:noFill/>
              <a:prstDash val="solid"/>
            </a:ln>
          </p:spPr>
        </p:sp>
        <p:sp>
          <p:nvSpPr>
            <p:cNvPr id="3595" name="dense-strip-4-cell-6">
              <a:extLst>
                <a:ext uri="{FF2B5EF4-FFF2-40B4-BE49-F238E27FC236}">
                  <a16:creationId xmlns:a16="http://schemas.microsoft.com/office/drawing/2014/main" id="{9341BDF8-C64E-462F-98DE-C80041B324CC}"/>
                </a:ext>
              </a:extLst>
            </p:cNvPr>
            <p:cNvSpPr>
              <a:spLocks noGrp="1"/>
            </p:cNvSpPr>
            <p:nvPr/>
          </p:nvSpPr>
          <p:spPr>
            <a:xfrm>
              <a:off x="21333023" y="2209800"/>
              <a:ext cx="15522" cy="133350"/>
            </a:xfrm>
            <a:prstGeom prst="rect">
              <a:avLst/>
            </a:prstGeom>
            <a:solidFill>
              <a:srgbClr val="0072B2"/>
            </a:solidFill>
            <a:ln w="0">
              <a:noFill/>
              <a:prstDash val="solid"/>
            </a:ln>
          </p:spPr>
        </p:sp>
        <p:sp>
          <p:nvSpPr>
            <p:cNvPr id="3596" name="dense-strip-4-cell-5">
              <a:extLst>
                <a:ext uri="{FF2B5EF4-FFF2-40B4-BE49-F238E27FC236}">
                  <a16:creationId xmlns:a16="http://schemas.microsoft.com/office/drawing/2014/main" id="{2BB9B828-F731-45AD-AE06-3DF18C20FA29}"/>
                </a:ext>
              </a:extLst>
            </p:cNvPr>
            <p:cNvSpPr>
              <a:spLocks noGrp="1"/>
            </p:cNvSpPr>
            <p:nvPr/>
          </p:nvSpPr>
          <p:spPr>
            <a:xfrm>
              <a:off x="21317645" y="2209800"/>
              <a:ext cx="15522" cy="133350"/>
            </a:xfrm>
            <a:prstGeom prst="rect">
              <a:avLst/>
            </a:prstGeom>
            <a:solidFill>
              <a:srgbClr val="0072B2"/>
            </a:solidFill>
            <a:ln w="0">
              <a:noFill/>
              <a:prstDash val="solid"/>
            </a:ln>
          </p:spPr>
        </p:sp>
        <p:sp>
          <p:nvSpPr>
            <p:cNvPr id="3597" name="dense-strip-4-cell-4">
              <a:extLst>
                <a:ext uri="{FF2B5EF4-FFF2-40B4-BE49-F238E27FC236}">
                  <a16:creationId xmlns:a16="http://schemas.microsoft.com/office/drawing/2014/main" id="{8FACD883-2CF4-4581-9D3A-81DBB6961846}"/>
                </a:ext>
              </a:extLst>
            </p:cNvPr>
            <p:cNvSpPr>
              <a:spLocks noGrp="1"/>
            </p:cNvSpPr>
            <p:nvPr/>
          </p:nvSpPr>
          <p:spPr>
            <a:xfrm>
              <a:off x="21302266" y="2209800"/>
              <a:ext cx="15522" cy="133350"/>
            </a:xfrm>
            <a:prstGeom prst="rect">
              <a:avLst/>
            </a:prstGeom>
            <a:solidFill>
              <a:srgbClr val="0072B2"/>
            </a:solidFill>
            <a:ln w="0">
              <a:noFill/>
              <a:prstDash val="solid"/>
            </a:ln>
          </p:spPr>
        </p:sp>
        <p:sp>
          <p:nvSpPr>
            <p:cNvPr id="3598" name="dense-strip-4-cell-3">
              <a:extLst>
                <a:ext uri="{FF2B5EF4-FFF2-40B4-BE49-F238E27FC236}">
                  <a16:creationId xmlns:a16="http://schemas.microsoft.com/office/drawing/2014/main" id="{E5AE8343-CB56-4A4D-8A32-63D7A85D9FF2}"/>
                </a:ext>
              </a:extLst>
            </p:cNvPr>
            <p:cNvSpPr>
              <a:spLocks noGrp="1"/>
            </p:cNvSpPr>
            <p:nvPr/>
          </p:nvSpPr>
          <p:spPr>
            <a:xfrm>
              <a:off x="21286887" y="2209800"/>
              <a:ext cx="15522" cy="133350"/>
            </a:xfrm>
            <a:prstGeom prst="rect">
              <a:avLst/>
            </a:prstGeom>
            <a:solidFill>
              <a:srgbClr val="0072B2"/>
            </a:solidFill>
            <a:ln w="0">
              <a:noFill/>
              <a:prstDash val="solid"/>
            </a:ln>
          </p:spPr>
        </p:sp>
        <p:sp>
          <p:nvSpPr>
            <p:cNvPr id="3599" name="dense-strip-4-cell-2">
              <a:extLst>
                <a:ext uri="{FF2B5EF4-FFF2-40B4-BE49-F238E27FC236}">
                  <a16:creationId xmlns:a16="http://schemas.microsoft.com/office/drawing/2014/main" id="{10159C7C-9F9C-4086-93D7-D7D8EEF8F2F8}"/>
                </a:ext>
              </a:extLst>
            </p:cNvPr>
            <p:cNvSpPr>
              <a:spLocks noGrp="1"/>
            </p:cNvSpPr>
            <p:nvPr/>
          </p:nvSpPr>
          <p:spPr>
            <a:xfrm>
              <a:off x="21271508" y="2209800"/>
              <a:ext cx="15522" cy="133350"/>
            </a:xfrm>
            <a:prstGeom prst="rect">
              <a:avLst/>
            </a:prstGeom>
            <a:solidFill>
              <a:srgbClr val="5AA2CA"/>
            </a:solidFill>
            <a:ln w="0">
              <a:noFill/>
              <a:prstDash val="solid"/>
            </a:ln>
          </p:spPr>
        </p:sp>
        <p:sp>
          <p:nvSpPr>
            <p:cNvPr id="3600" name="dense-strip-4-cell-1">
              <a:extLst>
                <a:ext uri="{FF2B5EF4-FFF2-40B4-BE49-F238E27FC236}">
                  <a16:creationId xmlns:a16="http://schemas.microsoft.com/office/drawing/2014/main" id="{AE71BED8-9E47-4327-986C-1489AFFB091B}"/>
                </a:ext>
              </a:extLst>
            </p:cNvPr>
            <p:cNvSpPr>
              <a:spLocks noGrp="1"/>
            </p:cNvSpPr>
            <p:nvPr/>
          </p:nvSpPr>
          <p:spPr>
            <a:xfrm>
              <a:off x="21256129" y="2209800"/>
              <a:ext cx="15522" cy="133350"/>
            </a:xfrm>
            <a:prstGeom prst="rect">
              <a:avLst/>
            </a:prstGeom>
            <a:solidFill>
              <a:srgbClr val="DCE8ED"/>
            </a:solidFill>
            <a:ln w="0">
              <a:noFill/>
              <a:prstDash val="solid"/>
            </a:ln>
          </p:spPr>
        </p:sp>
        <p:sp>
          <p:nvSpPr>
            <p:cNvPr id="3601" name="dense-strip-4-cell-0">
              <a:extLst>
                <a:ext uri="{FF2B5EF4-FFF2-40B4-BE49-F238E27FC236}">
                  <a16:creationId xmlns:a16="http://schemas.microsoft.com/office/drawing/2014/main" id="{5706EC66-D788-4A85-AEE3-A72DBA20E6BB}"/>
                </a:ext>
              </a:extLst>
            </p:cNvPr>
            <p:cNvSpPr>
              <a:spLocks noGrp="1"/>
            </p:cNvSpPr>
            <p:nvPr/>
          </p:nvSpPr>
          <p:spPr>
            <a:xfrm>
              <a:off x="21240750" y="2209800"/>
              <a:ext cx="15522" cy="133350"/>
            </a:xfrm>
            <a:prstGeom prst="rect">
              <a:avLst/>
            </a:prstGeom>
            <a:solidFill>
              <a:srgbClr val="DCE8ED"/>
            </a:solidFill>
            <a:ln w="0">
              <a:noFill/>
              <a:prstDash val="solid"/>
            </a:ln>
          </p:spPr>
        </p:sp>
        <p:sp>
          <p:nvSpPr>
            <p:cNvPr id="3602" name="dense-strip-3-border">
              <a:extLst>
                <a:ext uri="{FF2B5EF4-FFF2-40B4-BE49-F238E27FC236}">
                  <a16:creationId xmlns:a16="http://schemas.microsoft.com/office/drawing/2014/main" id="{E11D1CE5-E7CC-4D2D-AC8D-5EE208B29820}"/>
                </a:ext>
              </a:extLst>
            </p:cNvPr>
            <p:cNvSpPr>
              <a:spLocks noGrp="1"/>
            </p:cNvSpPr>
            <p:nvPr/>
          </p:nvSpPr>
          <p:spPr>
            <a:xfrm>
              <a:off x="21240750" y="2000250"/>
              <a:ext cx="2952750" cy="133350"/>
            </a:xfrm>
            <a:prstGeom prst="rect">
              <a:avLst/>
            </a:prstGeom>
            <a:noFill/>
            <a:ln w="6191">
              <a:solidFill>
                <a:srgbClr val="6B7D89"/>
              </a:solidFill>
              <a:prstDash val="solid"/>
            </a:ln>
          </p:spPr>
        </p:sp>
        <p:sp>
          <p:nvSpPr>
            <p:cNvPr id="3603" name="dense-strip-3-cell-191">
              <a:extLst>
                <a:ext uri="{FF2B5EF4-FFF2-40B4-BE49-F238E27FC236}">
                  <a16:creationId xmlns:a16="http://schemas.microsoft.com/office/drawing/2014/main" id="{7DCF328F-FDAB-4DE7-B09B-4B8FB2FF2F52}"/>
                </a:ext>
              </a:extLst>
            </p:cNvPr>
            <p:cNvSpPr>
              <a:spLocks noGrp="1"/>
            </p:cNvSpPr>
            <p:nvPr/>
          </p:nvSpPr>
          <p:spPr>
            <a:xfrm>
              <a:off x="24178121" y="2000250"/>
              <a:ext cx="15522" cy="133350"/>
            </a:xfrm>
            <a:prstGeom prst="rect">
              <a:avLst/>
            </a:prstGeom>
            <a:solidFill>
              <a:srgbClr val="DCE8ED"/>
            </a:solidFill>
            <a:ln w="0">
              <a:noFill/>
              <a:prstDash val="solid"/>
            </a:ln>
          </p:spPr>
        </p:sp>
        <p:sp>
          <p:nvSpPr>
            <p:cNvPr id="3604" name="dense-strip-3-cell-190">
              <a:extLst>
                <a:ext uri="{FF2B5EF4-FFF2-40B4-BE49-F238E27FC236}">
                  <a16:creationId xmlns:a16="http://schemas.microsoft.com/office/drawing/2014/main" id="{AFEDBFD0-147A-4205-80E5-50D944B95841}"/>
                </a:ext>
              </a:extLst>
            </p:cNvPr>
            <p:cNvSpPr>
              <a:spLocks noGrp="1"/>
            </p:cNvSpPr>
            <p:nvPr/>
          </p:nvSpPr>
          <p:spPr>
            <a:xfrm>
              <a:off x="24162742" y="2000250"/>
              <a:ext cx="15522" cy="133350"/>
            </a:xfrm>
            <a:prstGeom prst="rect">
              <a:avLst/>
            </a:prstGeom>
            <a:solidFill>
              <a:srgbClr val="DCE8ED"/>
            </a:solidFill>
            <a:ln w="0">
              <a:noFill/>
              <a:prstDash val="solid"/>
            </a:ln>
          </p:spPr>
        </p:sp>
        <p:sp>
          <p:nvSpPr>
            <p:cNvPr id="3605" name="dense-strip-3-cell-189">
              <a:extLst>
                <a:ext uri="{FF2B5EF4-FFF2-40B4-BE49-F238E27FC236}">
                  <a16:creationId xmlns:a16="http://schemas.microsoft.com/office/drawing/2014/main" id="{BAA14EAC-4794-4083-B14E-5AD2C6A256E6}"/>
                </a:ext>
              </a:extLst>
            </p:cNvPr>
            <p:cNvSpPr>
              <a:spLocks noGrp="1"/>
            </p:cNvSpPr>
            <p:nvPr/>
          </p:nvSpPr>
          <p:spPr>
            <a:xfrm>
              <a:off x="24147363" y="2000250"/>
              <a:ext cx="15522" cy="133350"/>
            </a:xfrm>
            <a:prstGeom prst="rect">
              <a:avLst/>
            </a:prstGeom>
            <a:solidFill>
              <a:srgbClr val="DCE8ED"/>
            </a:solidFill>
            <a:ln w="0">
              <a:noFill/>
              <a:prstDash val="solid"/>
            </a:ln>
          </p:spPr>
        </p:sp>
        <p:sp>
          <p:nvSpPr>
            <p:cNvPr id="3606" name="dense-strip-3-cell-188">
              <a:extLst>
                <a:ext uri="{FF2B5EF4-FFF2-40B4-BE49-F238E27FC236}">
                  <a16:creationId xmlns:a16="http://schemas.microsoft.com/office/drawing/2014/main" id="{806A75B3-0145-4A8D-87B2-35E9D349C89C}"/>
                </a:ext>
              </a:extLst>
            </p:cNvPr>
            <p:cNvSpPr>
              <a:spLocks noGrp="1"/>
            </p:cNvSpPr>
            <p:nvPr/>
          </p:nvSpPr>
          <p:spPr>
            <a:xfrm>
              <a:off x="24131984" y="2000250"/>
              <a:ext cx="15522" cy="133350"/>
            </a:xfrm>
            <a:prstGeom prst="rect">
              <a:avLst/>
            </a:prstGeom>
            <a:solidFill>
              <a:srgbClr val="DCE8EC"/>
            </a:solidFill>
            <a:ln w="0">
              <a:noFill/>
              <a:prstDash val="solid"/>
            </a:ln>
          </p:spPr>
        </p:sp>
        <p:sp>
          <p:nvSpPr>
            <p:cNvPr id="3607" name="dense-strip-3-cell-187">
              <a:extLst>
                <a:ext uri="{FF2B5EF4-FFF2-40B4-BE49-F238E27FC236}">
                  <a16:creationId xmlns:a16="http://schemas.microsoft.com/office/drawing/2014/main" id="{98EF7178-0471-4FCB-87D5-7CF31C8711BF}"/>
                </a:ext>
              </a:extLst>
            </p:cNvPr>
            <p:cNvSpPr>
              <a:spLocks noGrp="1"/>
            </p:cNvSpPr>
            <p:nvPr/>
          </p:nvSpPr>
          <p:spPr>
            <a:xfrm>
              <a:off x="24116605" y="2000250"/>
              <a:ext cx="15522" cy="133350"/>
            </a:xfrm>
            <a:prstGeom prst="rect">
              <a:avLst/>
            </a:prstGeom>
            <a:solidFill>
              <a:srgbClr val="DCE7EB"/>
            </a:solidFill>
            <a:ln w="0">
              <a:noFill/>
              <a:prstDash val="solid"/>
            </a:ln>
          </p:spPr>
        </p:sp>
        <p:sp>
          <p:nvSpPr>
            <p:cNvPr id="3608" name="dense-strip-3-cell-186">
              <a:extLst>
                <a:ext uri="{FF2B5EF4-FFF2-40B4-BE49-F238E27FC236}">
                  <a16:creationId xmlns:a16="http://schemas.microsoft.com/office/drawing/2014/main" id="{B00C8BAD-9876-4D2E-B3A9-95ECD50B7BF7}"/>
                </a:ext>
              </a:extLst>
            </p:cNvPr>
            <p:cNvSpPr>
              <a:spLocks noGrp="1"/>
            </p:cNvSpPr>
            <p:nvPr/>
          </p:nvSpPr>
          <p:spPr>
            <a:xfrm>
              <a:off x="24101227" y="2000250"/>
              <a:ext cx="15522" cy="133350"/>
            </a:xfrm>
            <a:prstGeom prst="rect">
              <a:avLst/>
            </a:prstGeom>
            <a:solidFill>
              <a:srgbClr val="DBDFE7"/>
            </a:solidFill>
            <a:ln w="0">
              <a:noFill/>
              <a:prstDash val="solid"/>
            </a:ln>
          </p:spPr>
        </p:sp>
        <p:sp>
          <p:nvSpPr>
            <p:cNvPr id="3609" name="dense-strip-3-cell-185">
              <a:extLst>
                <a:ext uri="{FF2B5EF4-FFF2-40B4-BE49-F238E27FC236}">
                  <a16:creationId xmlns:a16="http://schemas.microsoft.com/office/drawing/2014/main" id="{71178905-FC9E-4DE9-8042-828D64EC7EF5}"/>
                </a:ext>
              </a:extLst>
            </p:cNvPr>
            <p:cNvSpPr>
              <a:spLocks noGrp="1"/>
            </p:cNvSpPr>
            <p:nvPr/>
          </p:nvSpPr>
          <p:spPr>
            <a:xfrm>
              <a:off x="24085848" y="2000250"/>
              <a:ext cx="15522" cy="133350"/>
            </a:xfrm>
            <a:prstGeom prst="rect">
              <a:avLst/>
            </a:prstGeom>
            <a:solidFill>
              <a:srgbClr val="D9D2DE"/>
            </a:solidFill>
            <a:ln w="0">
              <a:noFill/>
              <a:prstDash val="solid"/>
            </a:ln>
          </p:spPr>
        </p:sp>
        <p:sp>
          <p:nvSpPr>
            <p:cNvPr id="3610" name="dense-strip-3-cell-184">
              <a:extLst>
                <a:ext uri="{FF2B5EF4-FFF2-40B4-BE49-F238E27FC236}">
                  <a16:creationId xmlns:a16="http://schemas.microsoft.com/office/drawing/2014/main" id="{F689ECC0-2F4C-4DD3-81A3-733531827AD9}"/>
                </a:ext>
              </a:extLst>
            </p:cNvPr>
            <p:cNvSpPr>
              <a:spLocks noGrp="1"/>
            </p:cNvSpPr>
            <p:nvPr/>
          </p:nvSpPr>
          <p:spPr>
            <a:xfrm>
              <a:off x="24070469" y="2000250"/>
              <a:ext cx="15522" cy="133350"/>
            </a:xfrm>
            <a:prstGeom prst="rect">
              <a:avLst/>
            </a:prstGeom>
            <a:solidFill>
              <a:srgbClr val="D6BCD0"/>
            </a:solidFill>
            <a:ln w="0">
              <a:noFill/>
              <a:prstDash val="solid"/>
            </a:ln>
          </p:spPr>
        </p:sp>
        <p:sp>
          <p:nvSpPr>
            <p:cNvPr id="3611" name="dense-strip-3-cell-183">
              <a:extLst>
                <a:ext uri="{FF2B5EF4-FFF2-40B4-BE49-F238E27FC236}">
                  <a16:creationId xmlns:a16="http://schemas.microsoft.com/office/drawing/2014/main" id="{B6132A1F-6D7B-40D5-8E61-422B715C6E80}"/>
                </a:ext>
              </a:extLst>
            </p:cNvPr>
            <p:cNvSpPr>
              <a:spLocks noGrp="1"/>
            </p:cNvSpPr>
            <p:nvPr/>
          </p:nvSpPr>
          <p:spPr>
            <a:xfrm>
              <a:off x="24055090" y="2000250"/>
              <a:ext cx="15522" cy="133350"/>
            </a:xfrm>
            <a:prstGeom prst="rect">
              <a:avLst/>
            </a:prstGeom>
            <a:solidFill>
              <a:srgbClr val="D2A5C3"/>
            </a:solidFill>
            <a:ln w="0">
              <a:noFill/>
              <a:prstDash val="solid"/>
            </a:ln>
          </p:spPr>
        </p:sp>
        <p:sp>
          <p:nvSpPr>
            <p:cNvPr id="3612" name="dense-strip-3-cell-182">
              <a:extLst>
                <a:ext uri="{FF2B5EF4-FFF2-40B4-BE49-F238E27FC236}">
                  <a16:creationId xmlns:a16="http://schemas.microsoft.com/office/drawing/2014/main" id="{FFC0C11E-8EF0-4494-93E3-4695922C24B2}"/>
                </a:ext>
              </a:extLst>
            </p:cNvPr>
            <p:cNvSpPr>
              <a:spLocks noGrp="1"/>
            </p:cNvSpPr>
            <p:nvPr/>
          </p:nvSpPr>
          <p:spPr>
            <a:xfrm>
              <a:off x="24039711" y="2000250"/>
              <a:ext cx="15522" cy="133350"/>
            </a:xfrm>
            <a:prstGeom prst="rect">
              <a:avLst/>
            </a:prstGeom>
            <a:solidFill>
              <a:srgbClr val="D091B6"/>
            </a:solidFill>
            <a:ln w="0">
              <a:noFill/>
              <a:prstDash val="solid"/>
            </a:ln>
          </p:spPr>
        </p:sp>
        <p:sp>
          <p:nvSpPr>
            <p:cNvPr id="3613" name="dense-strip-3-cell-181">
              <a:extLst>
                <a:ext uri="{FF2B5EF4-FFF2-40B4-BE49-F238E27FC236}">
                  <a16:creationId xmlns:a16="http://schemas.microsoft.com/office/drawing/2014/main" id="{C5AFAC81-AA69-4C93-AF63-0773BF9A9F65}"/>
                </a:ext>
              </a:extLst>
            </p:cNvPr>
            <p:cNvSpPr>
              <a:spLocks noGrp="1"/>
            </p:cNvSpPr>
            <p:nvPr/>
          </p:nvSpPr>
          <p:spPr>
            <a:xfrm>
              <a:off x="24024332" y="2000250"/>
              <a:ext cx="15522" cy="133350"/>
            </a:xfrm>
            <a:prstGeom prst="rect">
              <a:avLst/>
            </a:prstGeom>
            <a:solidFill>
              <a:srgbClr val="CD82AD"/>
            </a:solidFill>
            <a:ln w="0">
              <a:noFill/>
              <a:prstDash val="solid"/>
            </a:ln>
          </p:spPr>
        </p:sp>
        <p:sp>
          <p:nvSpPr>
            <p:cNvPr id="3614" name="dense-strip-3-cell-180">
              <a:extLst>
                <a:ext uri="{FF2B5EF4-FFF2-40B4-BE49-F238E27FC236}">
                  <a16:creationId xmlns:a16="http://schemas.microsoft.com/office/drawing/2014/main" id="{C5CC2EEB-58F3-4AAE-8775-AFB0A205CB21}"/>
                </a:ext>
              </a:extLst>
            </p:cNvPr>
            <p:cNvSpPr>
              <a:spLocks noGrp="1"/>
            </p:cNvSpPr>
            <p:nvPr/>
          </p:nvSpPr>
          <p:spPr>
            <a:xfrm>
              <a:off x="24008953" y="2000250"/>
              <a:ext cx="15522" cy="133350"/>
            </a:xfrm>
            <a:prstGeom prst="rect">
              <a:avLst/>
            </a:prstGeom>
            <a:solidFill>
              <a:srgbClr val="CC7AA8"/>
            </a:solidFill>
            <a:ln w="0">
              <a:noFill/>
              <a:prstDash val="solid"/>
            </a:ln>
          </p:spPr>
        </p:sp>
        <p:sp>
          <p:nvSpPr>
            <p:cNvPr id="3615" name="dense-strip-3-cell-179">
              <a:extLst>
                <a:ext uri="{FF2B5EF4-FFF2-40B4-BE49-F238E27FC236}">
                  <a16:creationId xmlns:a16="http://schemas.microsoft.com/office/drawing/2014/main" id="{4674ABA6-F694-4770-8529-CB7F5A3F8CAD}"/>
                </a:ext>
              </a:extLst>
            </p:cNvPr>
            <p:cNvSpPr>
              <a:spLocks noGrp="1"/>
            </p:cNvSpPr>
            <p:nvPr/>
          </p:nvSpPr>
          <p:spPr>
            <a:xfrm>
              <a:off x="23993574" y="2000250"/>
              <a:ext cx="15522" cy="133350"/>
            </a:xfrm>
            <a:prstGeom prst="rect">
              <a:avLst/>
            </a:prstGeom>
            <a:solidFill>
              <a:srgbClr val="CC79A7"/>
            </a:solidFill>
            <a:ln w="0">
              <a:noFill/>
              <a:prstDash val="solid"/>
            </a:ln>
          </p:spPr>
        </p:sp>
        <p:sp>
          <p:nvSpPr>
            <p:cNvPr id="3616" name="dense-strip-3-cell-178">
              <a:extLst>
                <a:ext uri="{FF2B5EF4-FFF2-40B4-BE49-F238E27FC236}">
                  <a16:creationId xmlns:a16="http://schemas.microsoft.com/office/drawing/2014/main" id="{8E73BBF2-2493-49FE-BB99-8855F48B6E79}"/>
                </a:ext>
              </a:extLst>
            </p:cNvPr>
            <p:cNvSpPr>
              <a:spLocks noGrp="1"/>
            </p:cNvSpPr>
            <p:nvPr/>
          </p:nvSpPr>
          <p:spPr>
            <a:xfrm>
              <a:off x="23978195" y="2000250"/>
              <a:ext cx="15522" cy="133350"/>
            </a:xfrm>
            <a:prstGeom prst="rect">
              <a:avLst/>
            </a:prstGeom>
            <a:solidFill>
              <a:srgbClr val="CC79A7"/>
            </a:solidFill>
            <a:ln w="0">
              <a:noFill/>
              <a:prstDash val="solid"/>
            </a:ln>
          </p:spPr>
        </p:sp>
        <p:sp>
          <p:nvSpPr>
            <p:cNvPr id="3617" name="dense-strip-3-cell-177">
              <a:extLst>
                <a:ext uri="{FF2B5EF4-FFF2-40B4-BE49-F238E27FC236}">
                  <a16:creationId xmlns:a16="http://schemas.microsoft.com/office/drawing/2014/main" id="{56AF0C5B-CC23-433D-B830-2BD960D95556}"/>
                </a:ext>
              </a:extLst>
            </p:cNvPr>
            <p:cNvSpPr>
              <a:spLocks noGrp="1"/>
            </p:cNvSpPr>
            <p:nvPr/>
          </p:nvSpPr>
          <p:spPr>
            <a:xfrm>
              <a:off x="23962816" y="2000250"/>
              <a:ext cx="15522" cy="133350"/>
            </a:xfrm>
            <a:prstGeom prst="rect">
              <a:avLst/>
            </a:prstGeom>
            <a:solidFill>
              <a:srgbClr val="CC79A7"/>
            </a:solidFill>
            <a:ln w="0">
              <a:noFill/>
              <a:prstDash val="solid"/>
            </a:ln>
          </p:spPr>
        </p:sp>
        <p:sp>
          <p:nvSpPr>
            <p:cNvPr id="3618" name="dense-strip-3-cell-176">
              <a:extLst>
                <a:ext uri="{FF2B5EF4-FFF2-40B4-BE49-F238E27FC236}">
                  <a16:creationId xmlns:a16="http://schemas.microsoft.com/office/drawing/2014/main" id="{A3BF01B6-5751-4E71-ABBA-7118C7D97A8E}"/>
                </a:ext>
              </a:extLst>
            </p:cNvPr>
            <p:cNvSpPr>
              <a:spLocks noGrp="1"/>
            </p:cNvSpPr>
            <p:nvPr/>
          </p:nvSpPr>
          <p:spPr>
            <a:xfrm>
              <a:off x="23947438" y="2000250"/>
              <a:ext cx="15522" cy="133350"/>
            </a:xfrm>
            <a:prstGeom prst="rect">
              <a:avLst/>
            </a:prstGeom>
            <a:solidFill>
              <a:srgbClr val="CC79A7"/>
            </a:solidFill>
            <a:ln w="0">
              <a:noFill/>
              <a:prstDash val="solid"/>
            </a:ln>
          </p:spPr>
        </p:sp>
        <p:sp>
          <p:nvSpPr>
            <p:cNvPr id="3619" name="dense-strip-3-cell-175">
              <a:extLst>
                <a:ext uri="{FF2B5EF4-FFF2-40B4-BE49-F238E27FC236}">
                  <a16:creationId xmlns:a16="http://schemas.microsoft.com/office/drawing/2014/main" id="{66AD68B2-BE0C-45A3-B306-65271F91EC5A}"/>
                </a:ext>
              </a:extLst>
            </p:cNvPr>
            <p:cNvSpPr>
              <a:spLocks noGrp="1"/>
            </p:cNvSpPr>
            <p:nvPr/>
          </p:nvSpPr>
          <p:spPr>
            <a:xfrm>
              <a:off x="23932059" y="2000250"/>
              <a:ext cx="15522" cy="133350"/>
            </a:xfrm>
            <a:prstGeom prst="rect">
              <a:avLst/>
            </a:prstGeom>
            <a:solidFill>
              <a:srgbClr val="CC79A7"/>
            </a:solidFill>
            <a:ln w="0">
              <a:noFill/>
              <a:prstDash val="solid"/>
            </a:ln>
          </p:spPr>
        </p:sp>
        <p:sp>
          <p:nvSpPr>
            <p:cNvPr id="3620" name="dense-strip-3-cell-174">
              <a:extLst>
                <a:ext uri="{FF2B5EF4-FFF2-40B4-BE49-F238E27FC236}">
                  <a16:creationId xmlns:a16="http://schemas.microsoft.com/office/drawing/2014/main" id="{A802F6CA-79C0-42B5-A4D1-F00A4C9CA2B6}"/>
                </a:ext>
              </a:extLst>
            </p:cNvPr>
            <p:cNvSpPr>
              <a:spLocks noGrp="1"/>
            </p:cNvSpPr>
            <p:nvPr/>
          </p:nvSpPr>
          <p:spPr>
            <a:xfrm>
              <a:off x="23916680" y="2000250"/>
              <a:ext cx="15522" cy="133350"/>
            </a:xfrm>
            <a:prstGeom prst="rect">
              <a:avLst/>
            </a:prstGeom>
            <a:solidFill>
              <a:srgbClr val="CC79A7"/>
            </a:solidFill>
            <a:ln w="0">
              <a:noFill/>
              <a:prstDash val="solid"/>
            </a:ln>
          </p:spPr>
        </p:sp>
        <p:sp>
          <p:nvSpPr>
            <p:cNvPr id="3621" name="dense-strip-3-cell-173">
              <a:extLst>
                <a:ext uri="{FF2B5EF4-FFF2-40B4-BE49-F238E27FC236}">
                  <a16:creationId xmlns:a16="http://schemas.microsoft.com/office/drawing/2014/main" id="{49AF88FE-4611-4FDE-93CD-FEA31EF2CB4F}"/>
                </a:ext>
              </a:extLst>
            </p:cNvPr>
            <p:cNvSpPr>
              <a:spLocks noGrp="1"/>
            </p:cNvSpPr>
            <p:nvPr/>
          </p:nvSpPr>
          <p:spPr>
            <a:xfrm>
              <a:off x="23901301" y="2000250"/>
              <a:ext cx="15522" cy="133350"/>
            </a:xfrm>
            <a:prstGeom prst="rect">
              <a:avLst/>
            </a:prstGeom>
            <a:solidFill>
              <a:srgbClr val="CC79A7"/>
            </a:solidFill>
            <a:ln w="0">
              <a:noFill/>
              <a:prstDash val="solid"/>
            </a:ln>
          </p:spPr>
        </p:sp>
        <p:sp>
          <p:nvSpPr>
            <p:cNvPr id="3622" name="dense-strip-3-cell-172">
              <a:extLst>
                <a:ext uri="{FF2B5EF4-FFF2-40B4-BE49-F238E27FC236}">
                  <a16:creationId xmlns:a16="http://schemas.microsoft.com/office/drawing/2014/main" id="{B5DB60D2-D9A1-4848-B65F-F0302669A5FB}"/>
                </a:ext>
              </a:extLst>
            </p:cNvPr>
            <p:cNvSpPr>
              <a:spLocks noGrp="1"/>
            </p:cNvSpPr>
            <p:nvPr/>
          </p:nvSpPr>
          <p:spPr>
            <a:xfrm>
              <a:off x="23885922" y="2000250"/>
              <a:ext cx="15522" cy="133350"/>
            </a:xfrm>
            <a:prstGeom prst="rect">
              <a:avLst/>
            </a:prstGeom>
            <a:solidFill>
              <a:srgbClr val="CC79A7"/>
            </a:solidFill>
            <a:ln w="0">
              <a:noFill/>
              <a:prstDash val="solid"/>
            </a:ln>
          </p:spPr>
        </p:sp>
        <p:sp>
          <p:nvSpPr>
            <p:cNvPr id="3623" name="dense-strip-3-cell-171">
              <a:extLst>
                <a:ext uri="{FF2B5EF4-FFF2-40B4-BE49-F238E27FC236}">
                  <a16:creationId xmlns:a16="http://schemas.microsoft.com/office/drawing/2014/main" id="{E1AA9405-0305-444C-9D99-CBAC35E86200}"/>
                </a:ext>
              </a:extLst>
            </p:cNvPr>
            <p:cNvSpPr>
              <a:spLocks noGrp="1"/>
            </p:cNvSpPr>
            <p:nvPr/>
          </p:nvSpPr>
          <p:spPr>
            <a:xfrm>
              <a:off x="23870543" y="2000250"/>
              <a:ext cx="15522" cy="133350"/>
            </a:xfrm>
            <a:prstGeom prst="rect">
              <a:avLst/>
            </a:prstGeom>
            <a:solidFill>
              <a:srgbClr val="CD7EAA"/>
            </a:solidFill>
            <a:ln w="0">
              <a:noFill/>
              <a:prstDash val="solid"/>
            </a:ln>
          </p:spPr>
        </p:sp>
        <p:sp>
          <p:nvSpPr>
            <p:cNvPr id="3624" name="dense-strip-3-cell-170">
              <a:extLst>
                <a:ext uri="{FF2B5EF4-FFF2-40B4-BE49-F238E27FC236}">
                  <a16:creationId xmlns:a16="http://schemas.microsoft.com/office/drawing/2014/main" id="{480CD92C-47C3-487D-A59A-72BEAC1842F7}"/>
                </a:ext>
              </a:extLst>
            </p:cNvPr>
            <p:cNvSpPr>
              <a:spLocks noGrp="1"/>
            </p:cNvSpPr>
            <p:nvPr/>
          </p:nvSpPr>
          <p:spPr>
            <a:xfrm>
              <a:off x="23855164" y="2000250"/>
              <a:ext cx="15522" cy="133350"/>
            </a:xfrm>
            <a:prstGeom prst="rect">
              <a:avLst/>
            </a:prstGeom>
            <a:solidFill>
              <a:srgbClr val="CE87B0"/>
            </a:solidFill>
            <a:ln w="0">
              <a:noFill/>
              <a:prstDash val="solid"/>
            </a:ln>
          </p:spPr>
        </p:sp>
        <p:sp>
          <p:nvSpPr>
            <p:cNvPr id="3625" name="dense-strip-3-cell-169">
              <a:extLst>
                <a:ext uri="{FF2B5EF4-FFF2-40B4-BE49-F238E27FC236}">
                  <a16:creationId xmlns:a16="http://schemas.microsoft.com/office/drawing/2014/main" id="{A5C541E1-BBC7-4101-ADDE-DA0282A594BF}"/>
                </a:ext>
              </a:extLst>
            </p:cNvPr>
            <p:cNvSpPr>
              <a:spLocks noGrp="1"/>
            </p:cNvSpPr>
            <p:nvPr/>
          </p:nvSpPr>
          <p:spPr>
            <a:xfrm>
              <a:off x="23839785" y="2000250"/>
              <a:ext cx="15522" cy="133350"/>
            </a:xfrm>
            <a:prstGeom prst="rect">
              <a:avLst/>
            </a:prstGeom>
            <a:solidFill>
              <a:srgbClr val="D095B9"/>
            </a:solidFill>
            <a:ln w="0">
              <a:noFill/>
              <a:prstDash val="solid"/>
            </a:ln>
          </p:spPr>
        </p:sp>
        <p:sp>
          <p:nvSpPr>
            <p:cNvPr id="3626" name="dense-strip-3-cell-168">
              <a:extLst>
                <a:ext uri="{FF2B5EF4-FFF2-40B4-BE49-F238E27FC236}">
                  <a16:creationId xmlns:a16="http://schemas.microsoft.com/office/drawing/2014/main" id="{D515F9FD-8947-490A-AB3B-F875F0A9D29F}"/>
                </a:ext>
              </a:extLst>
            </p:cNvPr>
            <p:cNvSpPr>
              <a:spLocks noGrp="1"/>
            </p:cNvSpPr>
            <p:nvPr/>
          </p:nvSpPr>
          <p:spPr>
            <a:xfrm>
              <a:off x="23824406" y="2000250"/>
              <a:ext cx="15522" cy="133350"/>
            </a:xfrm>
            <a:prstGeom prst="rect">
              <a:avLst/>
            </a:prstGeom>
            <a:solidFill>
              <a:srgbClr val="D3A7C4"/>
            </a:solidFill>
            <a:ln w="0">
              <a:noFill/>
              <a:prstDash val="solid"/>
            </a:ln>
          </p:spPr>
        </p:sp>
        <p:sp>
          <p:nvSpPr>
            <p:cNvPr id="3627" name="dense-strip-3-cell-167">
              <a:extLst>
                <a:ext uri="{FF2B5EF4-FFF2-40B4-BE49-F238E27FC236}">
                  <a16:creationId xmlns:a16="http://schemas.microsoft.com/office/drawing/2014/main" id="{FE203FFA-2CEF-4141-960C-208B55DCDAE9}"/>
                </a:ext>
              </a:extLst>
            </p:cNvPr>
            <p:cNvSpPr>
              <a:spLocks noGrp="1"/>
            </p:cNvSpPr>
            <p:nvPr/>
          </p:nvSpPr>
          <p:spPr>
            <a:xfrm>
              <a:off x="23809027" y="2000250"/>
              <a:ext cx="15522" cy="133350"/>
            </a:xfrm>
            <a:prstGeom prst="rect">
              <a:avLst/>
            </a:prstGeom>
            <a:solidFill>
              <a:srgbClr val="D5BBD0"/>
            </a:solidFill>
            <a:ln w="0">
              <a:noFill/>
              <a:prstDash val="solid"/>
            </a:ln>
          </p:spPr>
        </p:sp>
        <p:sp>
          <p:nvSpPr>
            <p:cNvPr id="3628" name="dense-strip-3-cell-166">
              <a:extLst>
                <a:ext uri="{FF2B5EF4-FFF2-40B4-BE49-F238E27FC236}">
                  <a16:creationId xmlns:a16="http://schemas.microsoft.com/office/drawing/2014/main" id="{7DE1F843-3A32-422C-AA38-BA12E9228F47}"/>
                </a:ext>
              </a:extLst>
            </p:cNvPr>
            <p:cNvSpPr>
              <a:spLocks noGrp="1"/>
            </p:cNvSpPr>
            <p:nvPr/>
          </p:nvSpPr>
          <p:spPr>
            <a:xfrm>
              <a:off x="23793648" y="2000250"/>
              <a:ext cx="15522" cy="133350"/>
            </a:xfrm>
            <a:prstGeom prst="rect">
              <a:avLst/>
            </a:prstGeom>
            <a:solidFill>
              <a:srgbClr val="D8CEDC"/>
            </a:solidFill>
            <a:ln w="0">
              <a:noFill/>
              <a:prstDash val="solid"/>
            </a:ln>
          </p:spPr>
        </p:sp>
        <p:sp>
          <p:nvSpPr>
            <p:cNvPr id="3629" name="dense-strip-3-cell-165">
              <a:extLst>
                <a:ext uri="{FF2B5EF4-FFF2-40B4-BE49-F238E27FC236}">
                  <a16:creationId xmlns:a16="http://schemas.microsoft.com/office/drawing/2014/main" id="{66884956-4CA6-4FDD-8C12-E52AAD3E1B6C}"/>
                </a:ext>
              </a:extLst>
            </p:cNvPr>
            <p:cNvSpPr>
              <a:spLocks noGrp="1"/>
            </p:cNvSpPr>
            <p:nvPr/>
          </p:nvSpPr>
          <p:spPr>
            <a:xfrm>
              <a:off x="23778270" y="2000250"/>
              <a:ext cx="15522" cy="133350"/>
            </a:xfrm>
            <a:prstGeom prst="rect">
              <a:avLst/>
            </a:prstGeom>
            <a:solidFill>
              <a:srgbClr val="DADAE1"/>
            </a:solidFill>
            <a:ln w="0">
              <a:noFill/>
              <a:prstDash val="solid"/>
            </a:ln>
          </p:spPr>
        </p:sp>
        <p:sp>
          <p:nvSpPr>
            <p:cNvPr id="3630" name="dense-strip-3-cell-164">
              <a:extLst>
                <a:ext uri="{FF2B5EF4-FFF2-40B4-BE49-F238E27FC236}">
                  <a16:creationId xmlns:a16="http://schemas.microsoft.com/office/drawing/2014/main" id="{ED75D112-F327-4821-8965-521695E9ACAB}"/>
                </a:ext>
              </a:extLst>
            </p:cNvPr>
            <p:cNvSpPr>
              <a:spLocks noGrp="1"/>
            </p:cNvSpPr>
            <p:nvPr/>
          </p:nvSpPr>
          <p:spPr>
            <a:xfrm>
              <a:off x="23762891" y="2000250"/>
              <a:ext cx="15522" cy="133350"/>
            </a:xfrm>
            <a:prstGeom prst="rect">
              <a:avLst/>
            </a:prstGeom>
            <a:solidFill>
              <a:srgbClr val="DCE4E7"/>
            </a:solidFill>
            <a:ln w="0">
              <a:noFill/>
              <a:prstDash val="solid"/>
            </a:ln>
          </p:spPr>
        </p:sp>
        <p:sp>
          <p:nvSpPr>
            <p:cNvPr id="3631" name="dense-strip-3-cell-163">
              <a:extLst>
                <a:ext uri="{FF2B5EF4-FFF2-40B4-BE49-F238E27FC236}">
                  <a16:creationId xmlns:a16="http://schemas.microsoft.com/office/drawing/2014/main" id="{2E8E539B-587B-4F6D-8AA5-A384B7BE2B58}"/>
                </a:ext>
              </a:extLst>
            </p:cNvPr>
            <p:cNvSpPr>
              <a:spLocks noGrp="1"/>
            </p:cNvSpPr>
            <p:nvPr/>
          </p:nvSpPr>
          <p:spPr>
            <a:xfrm>
              <a:off x="23747512" y="2000250"/>
              <a:ext cx="15522" cy="133350"/>
            </a:xfrm>
            <a:prstGeom prst="rect">
              <a:avLst/>
            </a:prstGeom>
            <a:solidFill>
              <a:srgbClr val="DCE7EC"/>
            </a:solidFill>
            <a:ln w="0">
              <a:noFill/>
              <a:prstDash val="solid"/>
            </a:ln>
          </p:spPr>
        </p:sp>
        <p:sp>
          <p:nvSpPr>
            <p:cNvPr id="3632" name="dense-strip-3-cell-162">
              <a:extLst>
                <a:ext uri="{FF2B5EF4-FFF2-40B4-BE49-F238E27FC236}">
                  <a16:creationId xmlns:a16="http://schemas.microsoft.com/office/drawing/2014/main" id="{942D49DC-7939-4D64-A788-71A46F9A20E9}"/>
                </a:ext>
              </a:extLst>
            </p:cNvPr>
            <p:cNvSpPr>
              <a:spLocks noGrp="1"/>
            </p:cNvSpPr>
            <p:nvPr/>
          </p:nvSpPr>
          <p:spPr>
            <a:xfrm>
              <a:off x="23732133" y="2000250"/>
              <a:ext cx="15522" cy="133350"/>
            </a:xfrm>
            <a:prstGeom prst="rect">
              <a:avLst/>
            </a:prstGeom>
            <a:solidFill>
              <a:srgbClr val="DCE8ED"/>
            </a:solidFill>
            <a:ln w="0">
              <a:noFill/>
              <a:prstDash val="solid"/>
            </a:ln>
          </p:spPr>
        </p:sp>
        <p:sp>
          <p:nvSpPr>
            <p:cNvPr id="3633" name="dense-strip-3-cell-161">
              <a:extLst>
                <a:ext uri="{FF2B5EF4-FFF2-40B4-BE49-F238E27FC236}">
                  <a16:creationId xmlns:a16="http://schemas.microsoft.com/office/drawing/2014/main" id="{49A89D4F-EE95-48B6-8D20-F9761BD91FB5}"/>
                </a:ext>
              </a:extLst>
            </p:cNvPr>
            <p:cNvSpPr>
              <a:spLocks noGrp="1"/>
            </p:cNvSpPr>
            <p:nvPr/>
          </p:nvSpPr>
          <p:spPr>
            <a:xfrm>
              <a:off x="23716754" y="2000250"/>
              <a:ext cx="15522" cy="133350"/>
            </a:xfrm>
            <a:prstGeom prst="rect">
              <a:avLst/>
            </a:prstGeom>
            <a:solidFill>
              <a:srgbClr val="DCE8ED"/>
            </a:solidFill>
            <a:ln w="0">
              <a:noFill/>
              <a:prstDash val="solid"/>
            </a:ln>
          </p:spPr>
        </p:sp>
        <p:sp>
          <p:nvSpPr>
            <p:cNvPr id="3634" name="dense-strip-3-cell-160">
              <a:extLst>
                <a:ext uri="{FF2B5EF4-FFF2-40B4-BE49-F238E27FC236}">
                  <a16:creationId xmlns:a16="http://schemas.microsoft.com/office/drawing/2014/main" id="{59E8D2E9-3CE3-4D56-8404-C6D5A30FF4FB}"/>
                </a:ext>
              </a:extLst>
            </p:cNvPr>
            <p:cNvSpPr>
              <a:spLocks noGrp="1"/>
            </p:cNvSpPr>
            <p:nvPr/>
          </p:nvSpPr>
          <p:spPr>
            <a:xfrm>
              <a:off x="23701375" y="2000250"/>
              <a:ext cx="15522" cy="133350"/>
            </a:xfrm>
            <a:prstGeom prst="rect">
              <a:avLst/>
            </a:prstGeom>
            <a:solidFill>
              <a:srgbClr val="DCE8ED"/>
            </a:solidFill>
            <a:ln w="0">
              <a:noFill/>
              <a:prstDash val="solid"/>
            </a:ln>
          </p:spPr>
        </p:sp>
        <p:sp>
          <p:nvSpPr>
            <p:cNvPr id="3635" name="dense-strip-3-cell-159">
              <a:extLst>
                <a:ext uri="{FF2B5EF4-FFF2-40B4-BE49-F238E27FC236}">
                  <a16:creationId xmlns:a16="http://schemas.microsoft.com/office/drawing/2014/main" id="{4A088FEA-76AE-4656-9492-CC0780FA10A0}"/>
                </a:ext>
              </a:extLst>
            </p:cNvPr>
            <p:cNvSpPr>
              <a:spLocks noGrp="1"/>
            </p:cNvSpPr>
            <p:nvPr/>
          </p:nvSpPr>
          <p:spPr>
            <a:xfrm>
              <a:off x="23685996" y="2000250"/>
              <a:ext cx="15522" cy="133350"/>
            </a:xfrm>
            <a:prstGeom prst="rect">
              <a:avLst/>
            </a:prstGeom>
            <a:solidFill>
              <a:srgbClr val="DCE8ED"/>
            </a:solidFill>
            <a:ln w="0">
              <a:noFill/>
              <a:prstDash val="solid"/>
            </a:ln>
          </p:spPr>
        </p:sp>
        <p:sp>
          <p:nvSpPr>
            <p:cNvPr id="3636" name="dense-strip-3-cell-158">
              <a:extLst>
                <a:ext uri="{FF2B5EF4-FFF2-40B4-BE49-F238E27FC236}">
                  <a16:creationId xmlns:a16="http://schemas.microsoft.com/office/drawing/2014/main" id="{4C44EE81-9AAC-46CB-A6BD-4EA383436A97}"/>
                </a:ext>
              </a:extLst>
            </p:cNvPr>
            <p:cNvSpPr>
              <a:spLocks noGrp="1"/>
            </p:cNvSpPr>
            <p:nvPr/>
          </p:nvSpPr>
          <p:spPr>
            <a:xfrm>
              <a:off x="23670617" y="2000250"/>
              <a:ext cx="15522" cy="133350"/>
            </a:xfrm>
            <a:prstGeom prst="rect">
              <a:avLst/>
            </a:prstGeom>
            <a:solidFill>
              <a:srgbClr val="DCE8ED"/>
            </a:solidFill>
            <a:ln w="0">
              <a:noFill/>
              <a:prstDash val="solid"/>
            </a:ln>
          </p:spPr>
        </p:sp>
        <p:sp>
          <p:nvSpPr>
            <p:cNvPr id="3637" name="dense-strip-3-cell-157">
              <a:extLst>
                <a:ext uri="{FF2B5EF4-FFF2-40B4-BE49-F238E27FC236}">
                  <a16:creationId xmlns:a16="http://schemas.microsoft.com/office/drawing/2014/main" id="{1EE84F87-99BF-4221-B9F0-6C4265D6E841}"/>
                </a:ext>
              </a:extLst>
            </p:cNvPr>
            <p:cNvSpPr>
              <a:spLocks noGrp="1"/>
            </p:cNvSpPr>
            <p:nvPr/>
          </p:nvSpPr>
          <p:spPr>
            <a:xfrm>
              <a:off x="23655238" y="2000250"/>
              <a:ext cx="15522" cy="133350"/>
            </a:xfrm>
            <a:prstGeom prst="rect">
              <a:avLst/>
            </a:prstGeom>
            <a:solidFill>
              <a:srgbClr val="DCE8ED"/>
            </a:solidFill>
            <a:ln w="0">
              <a:noFill/>
              <a:prstDash val="solid"/>
            </a:ln>
          </p:spPr>
        </p:sp>
        <p:sp>
          <p:nvSpPr>
            <p:cNvPr id="3638" name="dense-strip-3-cell-156">
              <a:extLst>
                <a:ext uri="{FF2B5EF4-FFF2-40B4-BE49-F238E27FC236}">
                  <a16:creationId xmlns:a16="http://schemas.microsoft.com/office/drawing/2014/main" id="{8D402870-6807-4471-ADFA-BF95F7B11A01}"/>
                </a:ext>
              </a:extLst>
            </p:cNvPr>
            <p:cNvSpPr>
              <a:spLocks noGrp="1"/>
            </p:cNvSpPr>
            <p:nvPr/>
          </p:nvSpPr>
          <p:spPr>
            <a:xfrm>
              <a:off x="23639859" y="2000250"/>
              <a:ext cx="15522" cy="133350"/>
            </a:xfrm>
            <a:prstGeom prst="rect">
              <a:avLst/>
            </a:prstGeom>
            <a:solidFill>
              <a:srgbClr val="DCE8ED"/>
            </a:solidFill>
            <a:ln w="0">
              <a:noFill/>
              <a:prstDash val="solid"/>
            </a:ln>
          </p:spPr>
        </p:sp>
        <p:sp>
          <p:nvSpPr>
            <p:cNvPr id="3639" name="dense-strip-3-cell-155">
              <a:extLst>
                <a:ext uri="{FF2B5EF4-FFF2-40B4-BE49-F238E27FC236}">
                  <a16:creationId xmlns:a16="http://schemas.microsoft.com/office/drawing/2014/main" id="{0DF7949F-F142-423E-ABC3-BA9BD146FFFC}"/>
                </a:ext>
              </a:extLst>
            </p:cNvPr>
            <p:cNvSpPr>
              <a:spLocks noGrp="1"/>
            </p:cNvSpPr>
            <p:nvPr/>
          </p:nvSpPr>
          <p:spPr>
            <a:xfrm>
              <a:off x="23624480" y="2000250"/>
              <a:ext cx="15522" cy="133350"/>
            </a:xfrm>
            <a:prstGeom prst="rect">
              <a:avLst/>
            </a:prstGeom>
            <a:solidFill>
              <a:srgbClr val="DCE8ED"/>
            </a:solidFill>
            <a:ln w="0">
              <a:noFill/>
              <a:prstDash val="solid"/>
            </a:ln>
          </p:spPr>
        </p:sp>
        <p:sp>
          <p:nvSpPr>
            <p:cNvPr id="3640" name="dense-strip-3-cell-154">
              <a:extLst>
                <a:ext uri="{FF2B5EF4-FFF2-40B4-BE49-F238E27FC236}">
                  <a16:creationId xmlns:a16="http://schemas.microsoft.com/office/drawing/2014/main" id="{3FC07B2D-3B32-4548-B89D-1327ADCB4B5D}"/>
                </a:ext>
              </a:extLst>
            </p:cNvPr>
            <p:cNvSpPr>
              <a:spLocks noGrp="1"/>
            </p:cNvSpPr>
            <p:nvPr/>
          </p:nvSpPr>
          <p:spPr>
            <a:xfrm>
              <a:off x="23609102" y="2000250"/>
              <a:ext cx="15522" cy="133350"/>
            </a:xfrm>
            <a:prstGeom prst="rect">
              <a:avLst/>
            </a:prstGeom>
            <a:solidFill>
              <a:srgbClr val="DCE8ED"/>
            </a:solidFill>
            <a:ln w="0">
              <a:noFill/>
              <a:prstDash val="solid"/>
            </a:ln>
          </p:spPr>
        </p:sp>
        <p:sp>
          <p:nvSpPr>
            <p:cNvPr id="3641" name="dense-strip-3-cell-153">
              <a:extLst>
                <a:ext uri="{FF2B5EF4-FFF2-40B4-BE49-F238E27FC236}">
                  <a16:creationId xmlns:a16="http://schemas.microsoft.com/office/drawing/2014/main" id="{93F716A8-07E7-4944-A3CC-C27CE9B6AC59}"/>
                </a:ext>
              </a:extLst>
            </p:cNvPr>
            <p:cNvSpPr>
              <a:spLocks noGrp="1"/>
            </p:cNvSpPr>
            <p:nvPr/>
          </p:nvSpPr>
          <p:spPr>
            <a:xfrm>
              <a:off x="23593723" y="2000250"/>
              <a:ext cx="15522" cy="133350"/>
            </a:xfrm>
            <a:prstGeom prst="rect">
              <a:avLst/>
            </a:prstGeom>
            <a:solidFill>
              <a:srgbClr val="DCE8ED"/>
            </a:solidFill>
            <a:ln w="0">
              <a:noFill/>
              <a:prstDash val="solid"/>
            </a:ln>
          </p:spPr>
        </p:sp>
        <p:sp>
          <p:nvSpPr>
            <p:cNvPr id="3642" name="dense-strip-3-cell-152">
              <a:extLst>
                <a:ext uri="{FF2B5EF4-FFF2-40B4-BE49-F238E27FC236}">
                  <a16:creationId xmlns:a16="http://schemas.microsoft.com/office/drawing/2014/main" id="{7F1537FA-2791-45F5-B6CB-106DCFCCA684}"/>
                </a:ext>
              </a:extLst>
            </p:cNvPr>
            <p:cNvSpPr>
              <a:spLocks noGrp="1"/>
            </p:cNvSpPr>
            <p:nvPr/>
          </p:nvSpPr>
          <p:spPr>
            <a:xfrm>
              <a:off x="23578344" y="2000250"/>
              <a:ext cx="15522" cy="133350"/>
            </a:xfrm>
            <a:prstGeom prst="rect">
              <a:avLst/>
            </a:prstGeom>
            <a:solidFill>
              <a:srgbClr val="DCE8ED"/>
            </a:solidFill>
            <a:ln w="0">
              <a:noFill/>
              <a:prstDash val="solid"/>
            </a:ln>
          </p:spPr>
        </p:sp>
        <p:sp>
          <p:nvSpPr>
            <p:cNvPr id="3643" name="dense-strip-3-cell-151">
              <a:extLst>
                <a:ext uri="{FF2B5EF4-FFF2-40B4-BE49-F238E27FC236}">
                  <a16:creationId xmlns:a16="http://schemas.microsoft.com/office/drawing/2014/main" id="{0B0933E2-BA57-4761-A432-0656E997B22C}"/>
                </a:ext>
              </a:extLst>
            </p:cNvPr>
            <p:cNvSpPr>
              <a:spLocks noGrp="1"/>
            </p:cNvSpPr>
            <p:nvPr/>
          </p:nvSpPr>
          <p:spPr>
            <a:xfrm>
              <a:off x="23562965" y="2000250"/>
              <a:ext cx="15522" cy="133350"/>
            </a:xfrm>
            <a:prstGeom prst="rect">
              <a:avLst/>
            </a:prstGeom>
            <a:solidFill>
              <a:srgbClr val="DCE8ED"/>
            </a:solidFill>
            <a:ln w="0">
              <a:noFill/>
              <a:prstDash val="solid"/>
            </a:ln>
          </p:spPr>
        </p:sp>
        <p:sp>
          <p:nvSpPr>
            <p:cNvPr id="3644" name="dense-strip-3-cell-150">
              <a:extLst>
                <a:ext uri="{FF2B5EF4-FFF2-40B4-BE49-F238E27FC236}">
                  <a16:creationId xmlns:a16="http://schemas.microsoft.com/office/drawing/2014/main" id="{4B872275-33DD-4C01-828C-423FEB3B9354}"/>
                </a:ext>
              </a:extLst>
            </p:cNvPr>
            <p:cNvSpPr>
              <a:spLocks noGrp="1"/>
            </p:cNvSpPr>
            <p:nvPr/>
          </p:nvSpPr>
          <p:spPr>
            <a:xfrm>
              <a:off x="23547586" y="2000250"/>
              <a:ext cx="15522" cy="133350"/>
            </a:xfrm>
            <a:prstGeom prst="rect">
              <a:avLst/>
            </a:prstGeom>
            <a:solidFill>
              <a:srgbClr val="DCE8ED"/>
            </a:solidFill>
            <a:ln w="0">
              <a:noFill/>
              <a:prstDash val="solid"/>
            </a:ln>
          </p:spPr>
        </p:sp>
        <p:sp>
          <p:nvSpPr>
            <p:cNvPr id="3645" name="dense-strip-3-cell-149">
              <a:extLst>
                <a:ext uri="{FF2B5EF4-FFF2-40B4-BE49-F238E27FC236}">
                  <a16:creationId xmlns:a16="http://schemas.microsoft.com/office/drawing/2014/main" id="{9CFD117C-BBA1-4452-A018-4AEB59C76EE1}"/>
                </a:ext>
              </a:extLst>
            </p:cNvPr>
            <p:cNvSpPr>
              <a:spLocks noGrp="1"/>
            </p:cNvSpPr>
            <p:nvPr/>
          </p:nvSpPr>
          <p:spPr>
            <a:xfrm>
              <a:off x="23532207" y="2000250"/>
              <a:ext cx="15522" cy="133350"/>
            </a:xfrm>
            <a:prstGeom prst="rect">
              <a:avLst/>
            </a:prstGeom>
            <a:solidFill>
              <a:srgbClr val="DCE8ED"/>
            </a:solidFill>
            <a:ln w="0">
              <a:noFill/>
              <a:prstDash val="solid"/>
            </a:ln>
          </p:spPr>
        </p:sp>
        <p:sp>
          <p:nvSpPr>
            <p:cNvPr id="3646" name="dense-strip-3-cell-148">
              <a:extLst>
                <a:ext uri="{FF2B5EF4-FFF2-40B4-BE49-F238E27FC236}">
                  <a16:creationId xmlns:a16="http://schemas.microsoft.com/office/drawing/2014/main" id="{62FA1EEB-6DE4-428C-B843-9A0F3D5BF5AD}"/>
                </a:ext>
              </a:extLst>
            </p:cNvPr>
            <p:cNvSpPr>
              <a:spLocks noGrp="1"/>
            </p:cNvSpPr>
            <p:nvPr/>
          </p:nvSpPr>
          <p:spPr>
            <a:xfrm>
              <a:off x="23516828" y="2000250"/>
              <a:ext cx="15522" cy="133350"/>
            </a:xfrm>
            <a:prstGeom prst="rect">
              <a:avLst/>
            </a:prstGeom>
            <a:solidFill>
              <a:srgbClr val="DCE8ED"/>
            </a:solidFill>
            <a:ln w="0">
              <a:noFill/>
              <a:prstDash val="solid"/>
            </a:ln>
          </p:spPr>
        </p:sp>
        <p:sp>
          <p:nvSpPr>
            <p:cNvPr id="3647" name="dense-strip-3-cell-147">
              <a:extLst>
                <a:ext uri="{FF2B5EF4-FFF2-40B4-BE49-F238E27FC236}">
                  <a16:creationId xmlns:a16="http://schemas.microsoft.com/office/drawing/2014/main" id="{4EA46021-E31D-4E71-B9C6-0DC35C456049}"/>
                </a:ext>
              </a:extLst>
            </p:cNvPr>
            <p:cNvSpPr>
              <a:spLocks noGrp="1"/>
            </p:cNvSpPr>
            <p:nvPr/>
          </p:nvSpPr>
          <p:spPr>
            <a:xfrm>
              <a:off x="23501449" y="2000250"/>
              <a:ext cx="15522" cy="133350"/>
            </a:xfrm>
            <a:prstGeom prst="rect">
              <a:avLst/>
            </a:prstGeom>
            <a:solidFill>
              <a:srgbClr val="DCE8ED"/>
            </a:solidFill>
            <a:ln w="0">
              <a:noFill/>
              <a:prstDash val="solid"/>
            </a:ln>
          </p:spPr>
        </p:sp>
        <p:sp>
          <p:nvSpPr>
            <p:cNvPr id="3648" name="dense-strip-3-cell-146">
              <a:extLst>
                <a:ext uri="{FF2B5EF4-FFF2-40B4-BE49-F238E27FC236}">
                  <a16:creationId xmlns:a16="http://schemas.microsoft.com/office/drawing/2014/main" id="{12CB2DE4-B8E9-4EA9-8E96-C507BA1D913F}"/>
                </a:ext>
              </a:extLst>
            </p:cNvPr>
            <p:cNvSpPr>
              <a:spLocks noGrp="1"/>
            </p:cNvSpPr>
            <p:nvPr/>
          </p:nvSpPr>
          <p:spPr>
            <a:xfrm>
              <a:off x="23486070" y="2000250"/>
              <a:ext cx="15522" cy="133350"/>
            </a:xfrm>
            <a:prstGeom prst="rect">
              <a:avLst/>
            </a:prstGeom>
            <a:solidFill>
              <a:srgbClr val="DCE8ED"/>
            </a:solidFill>
            <a:ln w="0">
              <a:noFill/>
              <a:prstDash val="solid"/>
            </a:ln>
          </p:spPr>
        </p:sp>
        <p:sp>
          <p:nvSpPr>
            <p:cNvPr id="3649" name="dense-strip-3-cell-145">
              <a:extLst>
                <a:ext uri="{FF2B5EF4-FFF2-40B4-BE49-F238E27FC236}">
                  <a16:creationId xmlns:a16="http://schemas.microsoft.com/office/drawing/2014/main" id="{8F4FC0B3-FF39-4D34-A436-BF1F3296ADFE}"/>
                </a:ext>
              </a:extLst>
            </p:cNvPr>
            <p:cNvSpPr>
              <a:spLocks noGrp="1"/>
            </p:cNvSpPr>
            <p:nvPr/>
          </p:nvSpPr>
          <p:spPr>
            <a:xfrm>
              <a:off x="23470691" y="2000250"/>
              <a:ext cx="15522" cy="133350"/>
            </a:xfrm>
            <a:prstGeom prst="rect">
              <a:avLst/>
            </a:prstGeom>
            <a:solidFill>
              <a:srgbClr val="DCE8ED"/>
            </a:solidFill>
            <a:ln w="0">
              <a:noFill/>
              <a:prstDash val="solid"/>
            </a:ln>
          </p:spPr>
        </p:sp>
        <p:sp>
          <p:nvSpPr>
            <p:cNvPr id="3650" name="dense-strip-3-cell-144">
              <a:extLst>
                <a:ext uri="{FF2B5EF4-FFF2-40B4-BE49-F238E27FC236}">
                  <a16:creationId xmlns:a16="http://schemas.microsoft.com/office/drawing/2014/main" id="{6A5D0114-1FFD-453C-BC4C-4B5E19A9D8BE}"/>
                </a:ext>
              </a:extLst>
            </p:cNvPr>
            <p:cNvSpPr>
              <a:spLocks noGrp="1"/>
            </p:cNvSpPr>
            <p:nvPr/>
          </p:nvSpPr>
          <p:spPr>
            <a:xfrm>
              <a:off x="23455313" y="2000250"/>
              <a:ext cx="15522" cy="133350"/>
            </a:xfrm>
            <a:prstGeom prst="rect">
              <a:avLst/>
            </a:prstGeom>
            <a:solidFill>
              <a:srgbClr val="DCE8ED"/>
            </a:solidFill>
            <a:ln w="0">
              <a:noFill/>
              <a:prstDash val="solid"/>
            </a:ln>
          </p:spPr>
        </p:sp>
        <p:sp>
          <p:nvSpPr>
            <p:cNvPr id="3651" name="dense-strip-3-cell-143">
              <a:extLst>
                <a:ext uri="{FF2B5EF4-FFF2-40B4-BE49-F238E27FC236}">
                  <a16:creationId xmlns:a16="http://schemas.microsoft.com/office/drawing/2014/main" id="{B987C4B2-093C-43C9-A68E-60DBE9272DA3}"/>
                </a:ext>
              </a:extLst>
            </p:cNvPr>
            <p:cNvSpPr>
              <a:spLocks noGrp="1"/>
            </p:cNvSpPr>
            <p:nvPr/>
          </p:nvSpPr>
          <p:spPr>
            <a:xfrm>
              <a:off x="23439934" y="2000250"/>
              <a:ext cx="15522" cy="133350"/>
            </a:xfrm>
            <a:prstGeom prst="rect">
              <a:avLst/>
            </a:prstGeom>
            <a:solidFill>
              <a:srgbClr val="DCE8ED"/>
            </a:solidFill>
            <a:ln w="0">
              <a:noFill/>
              <a:prstDash val="solid"/>
            </a:ln>
          </p:spPr>
        </p:sp>
        <p:sp>
          <p:nvSpPr>
            <p:cNvPr id="3652" name="dense-strip-3-cell-142">
              <a:extLst>
                <a:ext uri="{FF2B5EF4-FFF2-40B4-BE49-F238E27FC236}">
                  <a16:creationId xmlns:a16="http://schemas.microsoft.com/office/drawing/2014/main" id="{87AC9552-D414-4C53-876A-27A9C3D0D722}"/>
                </a:ext>
              </a:extLst>
            </p:cNvPr>
            <p:cNvSpPr>
              <a:spLocks noGrp="1"/>
            </p:cNvSpPr>
            <p:nvPr/>
          </p:nvSpPr>
          <p:spPr>
            <a:xfrm>
              <a:off x="23424555" y="2000250"/>
              <a:ext cx="15522" cy="133350"/>
            </a:xfrm>
            <a:prstGeom prst="rect">
              <a:avLst/>
            </a:prstGeom>
            <a:solidFill>
              <a:srgbClr val="DCE8ED"/>
            </a:solidFill>
            <a:ln w="0">
              <a:noFill/>
              <a:prstDash val="solid"/>
            </a:ln>
          </p:spPr>
        </p:sp>
        <p:sp>
          <p:nvSpPr>
            <p:cNvPr id="3653" name="dense-strip-3-cell-141">
              <a:extLst>
                <a:ext uri="{FF2B5EF4-FFF2-40B4-BE49-F238E27FC236}">
                  <a16:creationId xmlns:a16="http://schemas.microsoft.com/office/drawing/2014/main" id="{3F6660AC-BC9D-4B44-AD51-F880E54925E8}"/>
                </a:ext>
              </a:extLst>
            </p:cNvPr>
            <p:cNvSpPr>
              <a:spLocks noGrp="1"/>
            </p:cNvSpPr>
            <p:nvPr/>
          </p:nvSpPr>
          <p:spPr>
            <a:xfrm>
              <a:off x="23409176" y="2000250"/>
              <a:ext cx="15522" cy="133350"/>
            </a:xfrm>
            <a:prstGeom prst="rect">
              <a:avLst/>
            </a:prstGeom>
            <a:solidFill>
              <a:srgbClr val="DCE8ED"/>
            </a:solidFill>
            <a:ln w="0">
              <a:noFill/>
              <a:prstDash val="solid"/>
            </a:ln>
          </p:spPr>
        </p:sp>
        <p:sp>
          <p:nvSpPr>
            <p:cNvPr id="3654" name="dense-strip-3-cell-140">
              <a:extLst>
                <a:ext uri="{FF2B5EF4-FFF2-40B4-BE49-F238E27FC236}">
                  <a16:creationId xmlns:a16="http://schemas.microsoft.com/office/drawing/2014/main" id="{849C706A-F60D-4973-A520-27D07B081197}"/>
                </a:ext>
              </a:extLst>
            </p:cNvPr>
            <p:cNvSpPr>
              <a:spLocks noGrp="1"/>
            </p:cNvSpPr>
            <p:nvPr/>
          </p:nvSpPr>
          <p:spPr>
            <a:xfrm>
              <a:off x="23393797" y="2000250"/>
              <a:ext cx="15522" cy="133350"/>
            </a:xfrm>
            <a:prstGeom prst="rect">
              <a:avLst/>
            </a:prstGeom>
            <a:solidFill>
              <a:srgbClr val="DCE8ED"/>
            </a:solidFill>
            <a:ln w="0">
              <a:noFill/>
              <a:prstDash val="solid"/>
            </a:ln>
          </p:spPr>
        </p:sp>
        <p:sp>
          <p:nvSpPr>
            <p:cNvPr id="3655" name="dense-strip-3-cell-139">
              <a:extLst>
                <a:ext uri="{FF2B5EF4-FFF2-40B4-BE49-F238E27FC236}">
                  <a16:creationId xmlns:a16="http://schemas.microsoft.com/office/drawing/2014/main" id="{11AB6E14-8396-41C7-AE5F-D590EF600811}"/>
                </a:ext>
              </a:extLst>
            </p:cNvPr>
            <p:cNvSpPr>
              <a:spLocks noGrp="1"/>
            </p:cNvSpPr>
            <p:nvPr/>
          </p:nvSpPr>
          <p:spPr>
            <a:xfrm>
              <a:off x="23378418" y="2000250"/>
              <a:ext cx="15522" cy="133350"/>
            </a:xfrm>
            <a:prstGeom prst="rect">
              <a:avLst/>
            </a:prstGeom>
            <a:solidFill>
              <a:srgbClr val="DAE7EC"/>
            </a:solidFill>
            <a:ln w="0">
              <a:noFill/>
              <a:prstDash val="solid"/>
            </a:ln>
          </p:spPr>
        </p:sp>
        <p:sp>
          <p:nvSpPr>
            <p:cNvPr id="3656" name="dense-strip-3-cell-138">
              <a:extLst>
                <a:ext uri="{FF2B5EF4-FFF2-40B4-BE49-F238E27FC236}">
                  <a16:creationId xmlns:a16="http://schemas.microsoft.com/office/drawing/2014/main" id="{5F42F508-0C82-4E4D-9C88-85B9C3EC26F6}"/>
                </a:ext>
              </a:extLst>
            </p:cNvPr>
            <p:cNvSpPr>
              <a:spLocks noGrp="1"/>
            </p:cNvSpPr>
            <p:nvPr/>
          </p:nvSpPr>
          <p:spPr>
            <a:xfrm>
              <a:off x="23363039" y="2000250"/>
              <a:ext cx="15522" cy="133350"/>
            </a:xfrm>
            <a:prstGeom prst="rect">
              <a:avLst/>
            </a:prstGeom>
            <a:solidFill>
              <a:srgbClr val="DBE8ED"/>
            </a:solidFill>
            <a:ln w="0">
              <a:noFill/>
              <a:prstDash val="solid"/>
            </a:ln>
          </p:spPr>
        </p:sp>
        <p:sp>
          <p:nvSpPr>
            <p:cNvPr id="3657" name="dense-strip-3-cell-137">
              <a:extLst>
                <a:ext uri="{FF2B5EF4-FFF2-40B4-BE49-F238E27FC236}">
                  <a16:creationId xmlns:a16="http://schemas.microsoft.com/office/drawing/2014/main" id="{02540B8F-606F-43D3-B416-9971F96ACACB}"/>
                </a:ext>
              </a:extLst>
            </p:cNvPr>
            <p:cNvSpPr>
              <a:spLocks noGrp="1"/>
            </p:cNvSpPr>
            <p:nvPr/>
          </p:nvSpPr>
          <p:spPr>
            <a:xfrm>
              <a:off x="23347660" y="2000250"/>
              <a:ext cx="15522" cy="133350"/>
            </a:xfrm>
            <a:prstGeom prst="rect">
              <a:avLst/>
            </a:prstGeom>
            <a:solidFill>
              <a:srgbClr val="DCE8ED"/>
            </a:solidFill>
            <a:ln w="0">
              <a:noFill/>
              <a:prstDash val="solid"/>
            </a:ln>
          </p:spPr>
        </p:sp>
        <p:sp>
          <p:nvSpPr>
            <p:cNvPr id="3658" name="dense-strip-3-cell-136">
              <a:extLst>
                <a:ext uri="{FF2B5EF4-FFF2-40B4-BE49-F238E27FC236}">
                  <a16:creationId xmlns:a16="http://schemas.microsoft.com/office/drawing/2014/main" id="{88369F0E-0570-436E-A611-31A49C8DC72F}"/>
                </a:ext>
              </a:extLst>
            </p:cNvPr>
            <p:cNvSpPr>
              <a:spLocks noGrp="1"/>
            </p:cNvSpPr>
            <p:nvPr/>
          </p:nvSpPr>
          <p:spPr>
            <a:xfrm>
              <a:off x="23332281" y="2000250"/>
              <a:ext cx="15522" cy="133350"/>
            </a:xfrm>
            <a:prstGeom prst="rect">
              <a:avLst/>
            </a:prstGeom>
            <a:solidFill>
              <a:srgbClr val="C3DFDF"/>
            </a:solidFill>
            <a:ln w="0">
              <a:noFill/>
              <a:prstDash val="solid"/>
            </a:ln>
          </p:spPr>
        </p:sp>
        <p:sp>
          <p:nvSpPr>
            <p:cNvPr id="3659" name="dense-strip-3-cell-135">
              <a:extLst>
                <a:ext uri="{FF2B5EF4-FFF2-40B4-BE49-F238E27FC236}">
                  <a16:creationId xmlns:a16="http://schemas.microsoft.com/office/drawing/2014/main" id="{4ED3FC00-65A9-4498-83E5-5C3BF663E756}"/>
                </a:ext>
              </a:extLst>
            </p:cNvPr>
            <p:cNvSpPr>
              <a:spLocks noGrp="1"/>
            </p:cNvSpPr>
            <p:nvPr/>
          </p:nvSpPr>
          <p:spPr>
            <a:xfrm>
              <a:off x="23316902" y="2000250"/>
              <a:ext cx="15522" cy="133350"/>
            </a:xfrm>
            <a:prstGeom prst="rect">
              <a:avLst/>
            </a:prstGeom>
            <a:solidFill>
              <a:srgbClr val="9CD0C8"/>
            </a:solidFill>
            <a:ln w="0">
              <a:noFill/>
              <a:prstDash val="solid"/>
            </a:ln>
          </p:spPr>
        </p:sp>
        <p:sp>
          <p:nvSpPr>
            <p:cNvPr id="3660" name="dense-strip-3-cell-134">
              <a:extLst>
                <a:ext uri="{FF2B5EF4-FFF2-40B4-BE49-F238E27FC236}">
                  <a16:creationId xmlns:a16="http://schemas.microsoft.com/office/drawing/2014/main" id="{B4BF6BDB-493A-4381-AB96-40A5151B24F2}"/>
                </a:ext>
              </a:extLst>
            </p:cNvPr>
            <p:cNvSpPr>
              <a:spLocks noGrp="1"/>
            </p:cNvSpPr>
            <p:nvPr/>
          </p:nvSpPr>
          <p:spPr>
            <a:xfrm>
              <a:off x="23301523" y="2000250"/>
              <a:ext cx="15522" cy="133350"/>
            </a:xfrm>
            <a:prstGeom prst="rect">
              <a:avLst/>
            </a:prstGeom>
            <a:solidFill>
              <a:srgbClr val="73C4B2"/>
            </a:solidFill>
            <a:ln w="0">
              <a:noFill/>
              <a:prstDash val="solid"/>
            </a:ln>
          </p:spPr>
        </p:sp>
        <p:sp>
          <p:nvSpPr>
            <p:cNvPr id="3661" name="dense-strip-3-cell-133">
              <a:extLst>
                <a:ext uri="{FF2B5EF4-FFF2-40B4-BE49-F238E27FC236}">
                  <a16:creationId xmlns:a16="http://schemas.microsoft.com/office/drawing/2014/main" id="{65FB8EA8-E940-4AD6-BA04-ECBBBD3A6856}"/>
                </a:ext>
              </a:extLst>
            </p:cNvPr>
            <p:cNvSpPr>
              <a:spLocks noGrp="1"/>
            </p:cNvSpPr>
            <p:nvPr/>
          </p:nvSpPr>
          <p:spPr>
            <a:xfrm>
              <a:off x="23286145" y="2000250"/>
              <a:ext cx="15522" cy="133350"/>
            </a:xfrm>
            <a:prstGeom prst="rect">
              <a:avLst/>
            </a:prstGeom>
            <a:solidFill>
              <a:srgbClr val="48B69B"/>
            </a:solidFill>
            <a:ln w="0">
              <a:noFill/>
              <a:prstDash val="solid"/>
            </a:ln>
          </p:spPr>
        </p:sp>
        <p:sp>
          <p:nvSpPr>
            <p:cNvPr id="3662" name="dense-strip-3-cell-132">
              <a:extLst>
                <a:ext uri="{FF2B5EF4-FFF2-40B4-BE49-F238E27FC236}">
                  <a16:creationId xmlns:a16="http://schemas.microsoft.com/office/drawing/2014/main" id="{3B573E6F-9A72-48B4-9E77-B1818A676AE0}"/>
                </a:ext>
              </a:extLst>
            </p:cNvPr>
            <p:cNvSpPr>
              <a:spLocks noGrp="1"/>
            </p:cNvSpPr>
            <p:nvPr/>
          </p:nvSpPr>
          <p:spPr>
            <a:xfrm>
              <a:off x="23270766" y="2000250"/>
              <a:ext cx="15522" cy="133350"/>
            </a:xfrm>
            <a:prstGeom prst="rect">
              <a:avLst/>
            </a:prstGeom>
            <a:solidFill>
              <a:srgbClr val="24AA87"/>
            </a:solidFill>
            <a:ln w="0">
              <a:noFill/>
              <a:prstDash val="solid"/>
            </a:ln>
          </p:spPr>
        </p:sp>
        <p:sp>
          <p:nvSpPr>
            <p:cNvPr id="3663" name="dense-strip-3-cell-131">
              <a:extLst>
                <a:ext uri="{FF2B5EF4-FFF2-40B4-BE49-F238E27FC236}">
                  <a16:creationId xmlns:a16="http://schemas.microsoft.com/office/drawing/2014/main" id="{F2607CD7-CC69-40EB-ADD3-950EBD01ACF7}"/>
                </a:ext>
              </a:extLst>
            </p:cNvPr>
            <p:cNvSpPr>
              <a:spLocks noGrp="1"/>
            </p:cNvSpPr>
            <p:nvPr/>
          </p:nvSpPr>
          <p:spPr>
            <a:xfrm>
              <a:off x="23255387" y="2000250"/>
              <a:ext cx="15522" cy="133350"/>
            </a:xfrm>
            <a:prstGeom prst="rect">
              <a:avLst/>
            </a:prstGeom>
            <a:solidFill>
              <a:srgbClr val="0AA179"/>
            </a:solidFill>
            <a:ln w="0">
              <a:noFill/>
              <a:prstDash val="solid"/>
            </a:ln>
          </p:spPr>
        </p:sp>
        <p:sp>
          <p:nvSpPr>
            <p:cNvPr id="3664" name="dense-strip-3-cell-130">
              <a:extLst>
                <a:ext uri="{FF2B5EF4-FFF2-40B4-BE49-F238E27FC236}">
                  <a16:creationId xmlns:a16="http://schemas.microsoft.com/office/drawing/2014/main" id="{3C993F08-5DF7-4BBA-8F1E-2F98B1404113}"/>
                </a:ext>
              </a:extLst>
            </p:cNvPr>
            <p:cNvSpPr>
              <a:spLocks noGrp="1"/>
            </p:cNvSpPr>
            <p:nvPr/>
          </p:nvSpPr>
          <p:spPr>
            <a:xfrm>
              <a:off x="23240008" y="2000250"/>
              <a:ext cx="15522" cy="133350"/>
            </a:xfrm>
            <a:prstGeom prst="rect">
              <a:avLst/>
            </a:prstGeom>
            <a:solidFill>
              <a:srgbClr val="019E73"/>
            </a:solidFill>
            <a:ln w="0">
              <a:noFill/>
              <a:prstDash val="solid"/>
            </a:ln>
          </p:spPr>
        </p:sp>
        <p:sp>
          <p:nvSpPr>
            <p:cNvPr id="3665" name="dense-strip-3-cell-129">
              <a:extLst>
                <a:ext uri="{FF2B5EF4-FFF2-40B4-BE49-F238E27FC236}">
                  <a16:creationId xmlns:a16="http://schemas.microsoft.com/office/drawing/2014/main" id="{DCB3EBBF-7175-485B-92AF-43281A418E5F}"/>
                </a:ext>
              </a:extLst>
            </p:cNvPr>
            <p:cNvSpPr>
              <a:spLocks noGrp="1"/>
            </p:cNvSpPr>
            <p:nvPr/>
          </p:nvSpPr>
          <p:spPr>
            <a:xfrm>
              <a:off x="23224629" y="2000250"/>
              <a:ext cx="15522" cy="133350"/>
            </a:xfrm>
            <a:prstGeom prst="rect">
              <a:avLst/>
            </a:prstGeom>
            <a:solidFill>
              <a:srgbClr val="009E73"/>
            </a:solidFill>
            <a:ln w="0">
              <a:noFill/>
              <a:prstDash val="solid"/>
            </a:ln>
          </p:spPr>
        </p:sp>
        <p:sp>
          <p:nvSpPr>
            <p:cNvPr id="3666" name="dense-strip-3-cell-128">
              <a:extLst>
                <a:ext uri="{FF2B5EF4-FFF2-40B4-BE49-F238E27FC236}">
                  <a16:creationId xmlns:a16="http://schemas.microsoft.com/office/drawing/2014/main" id="{5EC6BE9F-D34E-4F45-AB8C-002D43B8416F}"/>
                </a:ext>
              </a:extLst>
            </p:cNvPr>
            <p:cNvSpPr>
              <a:spLocks noGrp="1"/>
            </p:cNvSpPr>
            <p:nvPr/>
          </p:nvSpPr>
          <p:spPr>
            <a:xfrm>
              <a:off x="23209250" y="2000250"/>
              <a:ext cx="15522" cy="133350"/>
            </a:xfrm>
            <a:prstGeom prst="rect">
              <a:avLst/>
            </a:prstGeom>
            <a:solidFill>
              <a:srgbClr val="009E73"/>
            </a:solidFill>
            <a:ln w="0">
              <a:noFill/>
              <a:prstDash val="solid"/>
            </a:ln>
          </p:spPr>
        </p:sp>
        <p:sp>
          <p:nvSpPr>
            <p:cNvPr id="3667" name="dense-strip-3-cell-127">
              <a:extLst>
                <a:ext uri="{FF2B5EF4-FFF2-40B4-BE49-F238E27FC236}">
                  <a16:creationId xmlns:a16="http://schemas.microsoft.com/office/drawing/2014/main" id="{232D48C0-E2FE-4779-A33D-136578542877}"/>
                </a:ext>
              </a:extLst>
            </p:cNvPr>
            <p:cNvSpPr>
              <a:spLocks noGrp="1"/>
            </p:cNvSpPr>
            <p:nvPr/>
          </p:nvSpPr>
          <p:spPr>
            <a:xfrm>
              <a:off x="23193871" y="2000250"/>
              <a:ext cx="15522" cy="133350"/>
            </a:xfrm>
            <a:prstGeom prst="rect">
              <a:avLst/>
            </a:prstGeom>
            <a:solidFill>
              <a:srgbClr val="009E73"/>
            </a:solidFill>
            <a:ln w="0">
              <a:noFill/>
              <a:prstDash val="solid"/>
            </a:ln>
          </p:spPr>
        </p:sp>
        <p:sp>
          <p:nvSpPr>
            <p:cNvPr id="3668" name="dense-strip-3-cell-126">
              <a:extLst>
                <a:ext uri="{FF2B5EF4-FFF2-40B4-BE49-F238E27FC236}">
                  <a16:creationId xmlns:a16="http://schemas.microsoft.com/office/drawing/2014/main" id="{08F468AD-75B8-417E-95F7-2073D0E09D74}"/>
                </a:ext>
              </a:extLst>
            </p:cNvPr>
            <p:cNvSpPr>
              <a:spLocks noGrp="1"/>
            </p:cNvSpPr>
            <p:nvPr/>
          </p:nvSpPr>
          <p:spPr>
            <a:xfrm>
              <a:off x="23178492" y="2000250"/>
              <a:ext cx="15522" cy="133350"/>
            </a:xfrm>
            <a:prstGeom prst="rect">
              <a:avLst/>
            </a:prstGeom>
            <a:solidFill>
              <a:srgbClr val="009E73"/>
            </a:solidFill>
            <a:ln w="0">
              <a:noFill/>
              <a:prstDash val="solid"/>
            </a:ln>
          </p:spPr>
        </p:sp>
        <p:sp>
          <p:nvSpPr>
            <p:cNvPr id="3669" name="dense-strip-3-cell-125">
              <a:extLst>
                <a:ext uri="{FF2B5EF4-FFF2-40B4-BE49-F238E27FC236}">
                  <a16:creationId xmlns:a16="http://schemas.microsoft.com/office/drawing/2014/main" id="{5DC5C06A-2D20-4395-A00C-968C5DA0847B}"/>
                </a:ext>
              </a:extLst>
            </p:cNvPr>
            <p:cNvSpPr>
              <a:spLocks noGrp="1"/>
            </p:cNvSpPr>
            <p:nvPr/>
          </p:nvSpPr>
          <p:spPr>
            <a:xfrm>
              <a:off x="23163113" y="2000250"/>
              <a:ext cx="15522" cy="133350"/>
            </a:xfrm>
            <a:prstGeom prst="rect">
              <a:avLst/>
            </a:prstGeom>
            <a:solidFill>
              <a:srgbClr val="009E73"/>
            </a:solidFill>
            <a:ln w="0">
              <a:noFill/>
              <a:prstDash val="solid"/>
            </a:ln>
          </p:spPr>
        </p:sp>
        <p:sp>
          <p:nvSpPr>
            <p:cNvPr id="3670" name="dense-strip-3-cell-124">
              <a:extLst>
                <a:ext uri="{FF2B5EF4-FFF2-40B4-BE49-F238E27FC236}">
                  <a16:creationId xmlns:a16="http://schemas.microsoft.com/office/drawing/2014/main" id="{9A429E09-F994-4A6B-A781-D0F298301A57}"/>
                </a:ext>
              </a:extLst>
            </p:cNvPr>
            <p:cNvSpPr>
              <a:spLocks noGrp="1"/>
            </p:cNvSpPr>
            <p:nvPr/>
          </p:nvSpPr>
          <p:spPr>
            <a:xfrm>
              <a:off x="23147734" y="2000250"/>
              <a:ext cx="15522" cy="133350"/>
            </a:xfrm>
            <a:prstGeom prst="rect">
              <a:avLst/>
            </a:prstGeom>
            <a:solidFill>
              <a:srgbClr val="009E73"/>
            </a:solidFill>
            <a:ln w="0">
              <a:noFill/>
              <a:prstDash val="solid"/>
            </a:ln>
          </p:spPr>
        </p:sp>
        <p:sp>
          <p:nvSpPr>
            <p:cNvPr id="3671" name="dense-strip-3-cell-123">
              <a:extLst>
                <a:ext uri="{FF2B5EF4-FFF2-40B4-BE49-F238E27FC236}">
                  <a16:creationId xmlns:a16="http://schemas.microsoft.com/office/drawing/2014/main" id="{D09C7680-1460-4AE5-B804-EC31C6C08132}"/>
                </a:ext>
              </a:extLst>
            </p:cNvPr>
            <p:cNvSpPr>
              <a:spLocks noGrp="1"/>
            </p:cNvSpPr>
            <p:nvPr/>
          </p:nvSpPr>
          <p:spPr>
            <a:xfrm>
              <a:off x="23132355" y="2000250"/>
              <a:ext cx="15522" cy="133350"/>
            </a:xfrm>
            <a:prstGeom prst="rect">
              <a:avLst/>
            </a:prstGeom>
            <a:solidFill>
              <a:srgbClr val="009E73"/>
            </a:solidFill>
            <a:ln w="0">
              <a:noFill/>
              <a:prstDash val="solid"/>
            </a:ln>
          </p:spPr>
        </p:sp>
        <p:sp>
          <p:nvSpPr>
            <p:cNvPr id="3672" name="dense-strip-3-cell-122">
              <a:extLst>
                <a:ext uri="{FF2B5EF4-FFF2-40B4-BE49-F238E27FC236}">
                  <a16:creationId xmlns:a16="http://schemas.microsoft.com/office/drawing/2014/main" id="{EDB9AC8C-A255-4613-A4F1-298904D38F74}"/>
                </a:ext>
              </a:extLst>
            </p:cNvPr>
            <p:cNvSpPr>
              <a:spLocks noGrp="1"/>
            </p:cNvSpPr>
            <p:nvPr/>
          </p:nvSpPr>
          <p:spPr>
            <a:xfrm>
              <a:off x="23116977" y="2000250"/>
              <a:ext cx="15522" cy="133350"/>
            </a:xfrm>
            <a:prstGeom prst="rect">
              <a:avLst/>
            </a:prstGeom>
            <a:solidFill>
              <a:srgbClr val="009E73"/>
            </a:solidFill>
            <a:ln w="0">
              <a:noFill/>
              <a:prstDash val="solid"/>
            </a:ln>
          </p:spPr>
        </p:sp>
        <p:sp>
          <p:nvSpPr>
            <p:cNvPr id="3673" name="dense-strip-3-cell-121">
              <a:extLst>
                <a:ext uri="{FF2B5EF4-FFF2-40B4-BE49-F238E27FC236}">
                  <a16:creationId xmlns:a16="http://schemas.microsoft.com/office/drawing/2014/main" id="{5D0C5B97-36BF-455E-8D96-F5FD76C4B42E}"/>
                </a:ext>
              </a:extLst>
            </p:cNvPr>
            <p:cNvSpPr>
              <a:spLocks noGrp="1"/>
            </p:cNvSpPr>
            <p:nvPr/>
          </p:nvSpPr>
          <p:spPr>
            <a:xfrm>
              <a:off x="23101598" y="2000250"/>
              <a:ext cx="15522" cy="133350"/>
            </a:xfrm>
            <a:prstGeom prst="rect">
              <a:avLst/>
            </a:prstGeom>
            <a:solidFill>
              <a:srgbClr val="009E73"/>
            </a:solidFill>
            <a:ln w="0">
              <a:noFill/>
              <a:prstDash val="solid"/>
            </a:ln>
          </p:spPr>
        </p:sp>
        <p:sp>
          <p:nvSpPr>
            <p:cNvPr id="3674" name="dense-strip-3-cell-120">
              <a:extLst>
                <a:ext uri="{FF2B5EF4-FFF2-40B4-BE49-F238E27FC236}">
                  <a16:creationId xmlns:a16="http://schemas.microsoft.com/office/drawing/2014/main" id="{D4BC5576-218B-4813-B74D-AACDE0021D8C}"/>
                </a:ext>
              </a:extLst>
            </p:cNvPr>
            <p:cNvSpPr>
              <a:spLocks noGrp="1"/>
            </p:cNvSpPr>
            <p:nvPr/>
          </p:nvSpPr>
          <p:spPr>
            <a:xfrm>
              <a:off x="23086219" y="2000250"/>
              <a:ext cx="15522" cy="133350"/>
            </a:xfrm>
            <a:prstGeom prst="rect">
              <a:avLst/>
            </a:prstGeom>
            <a:solidFill>
              <a:srgbClr val="049F75"/>
            </a:solidFill>
            <a:ln w="0">
              <a:noFill/>
              <a:prstDash val="solid"/>
            </a:ln>
          </p:spPr>
        </p:sp>
        <p:sp>
          <p:nvSpPr>
            <p:cNvPr id="3675" name="dense-strip-3-cell-119">
              <a:extLst>
                <a:ext uri="{FF2B5EF4-FFF2-40B4-BE49-F238E27FC236}">
                  <a16:creationId xmlns:a16="http://schemas.microsoft.com/office/drawing/2014/main" id="{0F05811D-6F0C-40D6-B2B3-476A0AE79AE9}"/>
                </a:ext>
              </a:extLst>
            </p:cNvPr>
            <p:cNvSpPr>
              <a:spLocks noGrp="1"/>
            </p:cNvSpPr>
            <p:nvPr/>
          </p:nvSpPr>
          <p:spPr>
            <a:xfrm>
              <a:off x="23070840" y="2000250"/>
              <a:ext cx="15522" cy="133350"/>
            </a:xfrm>
            <a:prstGeom prst="rect">
              <a:avLst/>
            </a:prstGeom>
            <a:solidFill>
              <a:srgbClr val="10A37C"/>
            </a:solidFill>
            <a:ln w="0">
              <a:noFill/>
              <a:prstDash val="solid"/>
            </a:ln>
          </p:spPr>
        </p:sp>
        <p:sp>
          <p:nvSpPr>
            <p:cNvPr id="3676" name="dense-strip-3-cell-118">
              <a:extLst>
                <a:ext uri="{FF2B5EF4-FFF2-40B4-BE49-F238E27FC236}">
                  <a16:creationId xmlns:a16="http://schemas.microsoft.com/office/drawing/2014/main" id="{388B6CDE-2A1B-4543-BAAC-06145E32A02A}"/>
                </a:ext>
              </a:extLst>
            </p:cNvPr>
            <p:cNvSpPr>
              <a:spLocks noGrp="1"/>
            </p:cNvSpPr>
            <p:nvPr/>
          </p:nvSpPr>
          <p:spPr>
            <a:xfrm>
              <a:off x="23055461" y="2000250"/>
              <a:ext cx="15522" cy="133350"/>
            </a:xfrm>
            <a:prstGeom prst="rect">
              <a:avLst/>
            </a:prstGeom>
            <a:solidFill>
              <a:srgbClr val="1EA883"/>
            </a:solidFill>
            <a:ln w="0">
              <a:noFill/>
              <a:prstDash val="solid"/>
            </a:ln>
          </p:spPr>
        </p:sp>
        <p:sp>
          <p:nvSpPr>
            <p:cNvPr id="3677" name="dense-strip-3-cell-117">
              <a:extLst>
                <a:ext uri="{FF2B5EF4-FFF2-40B4-BE49-F238E27FC236}">
                  <a16:creationId xmlns:a16="http://schemas.microsoft.com/office/drawing/2014/main" id="{5899C4D5-0681-4910-95CA-5EFDE44E33FD}"/>
                </a:ext>
              </a:extLst>
            </p:cNvPr>
            <p:cNvSpPr>
              <a:spLocks noGrp="1"/>
            </p:cNvSpPr>
            <p:nvPr/>
          </p:nvSpPr>
          <p:spPr>
            <a:xfrm>
              <a:off x="23040082" y="2000250"/>
              <a:ext cx="15522" cy="133350"/>
            </a:xfrm>
            <a:prstGeom prst="rect">
              <a:avLst/>
            </a:prstGeom>
            <a:solidFill>
              <a:srgbClr val="32AF8F"/>
            </a:solidFill>
            <a:ln w="0">
              <a:noFill/>
              <a:prstDash val="solid"/>
            </a:ln>
          </p:spPr>
        </p:sp>
        <p:sp>
          <p:nvSpPr>
            <p:cNvPr id="3678" name="dense-strip-3-cell-116">
              <a:extLst>
                <a:ext uri="{FF2B5EF4-FFF2-40B4-BE49-F238E27FC236}">
                  <a16:creationId xmlns:a16="http://schemas.microsoft.com/office/drawing/2014/main" id="{7971F906-2326-4151-B50F-EE52F225AD89}"/>
                </a:ext>
              </a:extLst>
            </p:cNvPr>
            <p:cNvSpPr>
              <a:spLocks noGrp="1"/>
            </p:cNvSpPr>
            <p:nvPr/>
          </p:nvSpPr>
          <p:spPr>
            <a:xfrm>
              <a:off x="23024703" y="2000250"/>
              <a:ext cx="15522" cy="133350"/>
            </a:xfrm>
            <a:prstGeom prst="rect">
              <a:avLst/>
            </a:prstGeom>
            <a:solidFill>
              <a:srgbClr val="48B69B"/>
            </a:solidFill>
            <a:ln w="0">
              <a:noFill/>
              <a:prstDash val="solid"/>
            </a:ln>
          </p:spPr>
        </p:sp>
        <p:sp>
          <p:nvSpPr>
            <p:cNvPr id="3679" name="dense-strip-3-cell-115">
              <a:extLst>
                <a:ext uri="{FF2B5EF4-FFF2-40B4-BE49-F238E27FC236}">
                  <a16:creationId xmlns:a16="http://schemas.microsoft.com/office/drawing/2014/main" id="{E8BA653A-15E8-45D3-8488-B0BDB73B6253}"/>
                </a:ext>
              </a:extLst>
            </p:cNvPr>
            <p:cNvSpPr>
              <a:spLocks noGrp="1"/>
            </p:cNvSpPr>
            <p:nvPr/>
          </p:nvSpPr>
          <p:spPr>
            <a:xfrm>
              <a:off x="23009324" y="2000250"/>
              <a:ext cx="15522" cy="133350"/>
            </a:xfrm>
            <a:prstGeom prst="rect">
              <a:avLst/>
            </a:prstGeom>
            <a:solidFill>
              <a:srgbClr val="5DBDA6"/>
            </a:solidFill>
            <a:ln w="0">
              <a:noFill/>
              <a:prstDash val="solid"/>
            </a:ln>
          </p:spPr>
        </p:sp>
        <p:sp>
          <p:nvSpPr>
            <p:cNvPr id="3680" name="dense-strip-3-cell-114">
              <a:extLst>
                <a:ext uri="{FF2B5EF4-FFF2-40B4-BE49-F238E27FC236}">
                  <a16:creationId xmlns:a16="http://schemas.microsoft.com/office/drawing/2014/main" id="{5C170B89-6E10-4D09-94E9-2AF1342300EE}"/>
                </a:ext>
              </a:extLst>
            </p:cNvPr>
            <p:cNvSpPr>
              <a:spLocks noGrp="1"/>
            </p:cNvSpPr>
            <p:nvPr/>
          </p:nvSpPr>
          <p:spPr>
            <a:xfrm>
              <a:off x="22993945" y="2000250"/>
              <a:ext cx="15522" cy="133350"/>
            </a:xfrm>
            <a:prstGeom prst="rect">
              <a:avLst/>
            </a:prstGeom>
            <a:solidFill>
              <a:srgbClr val="6EC3B0"/>
            </a:solidFill>
            <a:ln w="0">
              <a:noFill/>
              <a:prstDash val="solid"/>
            </a:ln>
          </p:spPr>
        </p:sp>
        <p:sp>
          <p:nvSpPr>
            <p:cNvPr id="3681" name="dense-strip-3-cell-113">
              <a:extLst>
                <a:ext uri="{FF2B5EF4-FFF2-40B4-BE49-F238E27FC236}">
                  <a16:creationId xmlns:a16="http://schemas.microsoft.com/office/drawing/2014/main" id="{0D9208AC-EDB1-4410-B6C8-4AAEA76C1D6D}"/>
                </a:ext>
              </a:extLst>
            </p:cNvPr>
            <p:cNvSpPr>
              <a:spLocks noGrp="1"/>
            </p:cNvSpPr>
            <p:nvPr/>
          </p:nvSpPr>
          <p:spPr>
            <a:xfrm>
              <a:off x="22978566" y="2000250"/>
              <a:ext cx="15522" cy="133350"/>
            </a:xfrm>
            <a:prstGeom prst="rect">
              <a:avLst/>
            </a:prstGeom>
            <a:solidFill>
              <a:srgbClr val="77C6B5"/>
            </a:solidFill>
            <a:ln w="0">
              <a:noFill/>
              <a:prstDash val="solid"/>
            </a:ln>
          </p:spPr>
        </p:sp>
        <p:sp>
          <p:nvSpPr>
            <p:cNvPr id="3682" name="dense-strip-3-cell-112">
              <a:extLst>
                <a:ext uri="{FF2B5EF4-FFF2-40B4-BE49-F238E27FC236}">
                  <a16:creationId xmlns:a16="http://schemas.microsoft.com/office/drawing/2014/main" id="{D0799188-4D8D-4DD1-8BE8-CC5FFC0FC440}"/>
                </a:ext>
              </a:extLst>
            </p:cNvPr>
            <p:cNvSpPr>
              <a:spLocks noGrp="1"/>
            </p:cNvSpPr>
            <p:nvPr/>
          </p:nvSpPr>
          <p:spPr>
            <a:xfrm>
              <a:off x="22963188" y="2000250"/>
              <a:ext cx="15522" cy="133350"/>
            </a:xfrm>
            <a:prstGeom prst="rect">
              <a:avLst/>
            </a:prstGeom>
            <a:solidFill>
              <a:srgbClr val="7DC8B8"/>
            </a:solidFill>
            <a:ln w="0">
              <a:noFill/>
              <a:prstDash val="solid"/>
            </a:ln>
          </p:spPr>
        </p:sp>
        <p:sp>
          <p:nvSpPr>
            <p:cNvPr id="3683" name="dense-strip-3-cell-111">
              <a:extLst>
                <a:ext uri="{FF2B5EF4-FFF2-40B4-BE49-F238E27FC236}">
                  <a16:creationId xmlns:a16="http://schemas.microsoft.com/office/drawing/2014/main" id="{57991FA9-2C13-4AF0-88F1-F46DEA9B5491}"/>
                </a:ext>
              </a:extLst>
            </p:cNvPr>
            <p:cNvSpPr>
              <a:spLocks noGrp="1"/>
            </p:cNvSpPr>
            <p:nvPr/>
          </p:nvSpPr>
          <p:spPr>
            <a:xfrm>
              <a:off x="22947809" y="2000250"/>
              <a:ext cx="15522" cy="133350"/>
            </a:xfrm>
            <a:prstGeom prst="rect">
              <a:avLst/>
            </a:prstGeom>
            <a:solidFill>
              <a:srgbClr val="80C9BA"/>
            </a:solidFill>
            <a:ln w="0">
              <a:noFill/>
              <a:prstDash val="solid"/>
            </a:ln>
          </p:spPr>
        </p:sp>
        <p:sp>
          <p:nvSpPr>
            <p:cNvPr id="3684" name="dense-strip-3-cell-110">
              <a:extLst>
                <a:ext uri="{FF2B5EF4-FFF2-40B4-BE49-F238E27FC236}">
                  <a16:creationId xmlns:a16="http://schemas.microsoft.com/office/drawing/2014/main" id="{6666DDAD-C983-47D2-AABE-40170D804100}"/>
                </a:ext>
              </a:extLst>
            </p:cNvPr>
            <p:cNvSpPr>
              <a:spLocks noGrp="1"/>
            </p:cNvSpPr>
            <p:nvPr/>
          </p:nvSpPr>
          <p:spPr>
            <a:xfrm>
              <a:off x="22932430" y="2000250"/>
              <a:ext cx="15522" cy="133350"/>
            </a:xfrm>
            <a:prstGeom prst="rect">
              <a:avLst/>
            </a:prstGeom>
            <a:solidFill>
              <a:srgbClr val="81C9BA"/>
            </a:solidFill>
            <a:ln w="0">
              <a:noFill/>
              <a:prstDash val="solid"/>
            </a:ln>
          </p:spPr>
        </p:sp>
        <p:sp>
          <p:nvSpPr>
            <p:cNvPr id="3685" name="dense-strip-3-cell-109">
              <a:extLst>
                <a:ext uri="{FF2B5EF4-FFF2-40B4-BE49-F238E27FC236}">
                  <a16:creationId xmlns:a16="http://schemas.microsoft.com/office/drawing/2014/main" id="{4DFEAD23-A0B3-4992-80AE-DC0AD2F26DCC}"/>
                </a:ext>
              </a:extLst>
            </p:cNvPr>
            <p:cNvSpPr>
              <a:spLocks noGrp="1"/>
            </p:cNvSpPr>
            <p:nvPr/>
          </p:nvSpPr>
          <p:spPr>
            <a:xfrm>
              <a:off x="22917051" y="2000250"/>
              <a:ext cx="15522" cy="133350"/>
            </a:xfrm>
            <a:prstGeom prst="rect">
              <a:avLst/>
            </a:prstGeom>
            <a:solidFill>
              <a:srgbClr val="81C9BA"/>
            </a:solidFill>
            <a:ln w="0">
              <a:noFill/>
              <a:prstDash val="solid"/>
            </a:ln>
          </p:spPr>
        </p:sp>
        <p:sp>
          <p:nvSpPr>
            <p:cNvPr id="3686" name="dense-strip-3-cell-108">
              <a:extLst>
                <a:ext uri="{FF2B5EF4-FFF2-40B4-BE49-F238E27FC236}">
                  <a16:creationId xmlns:a16="http://schemas.microsoft.com/office/drawing/2014/main" id="{B4CCD497-AE58-4994-8465-7CD626332209}"/>
                </a:ext>
              </a:extLst>
            </p:cNvPr>
            <p:cNvSpPr>
              <a:spLocks noGrp="1"/>
            </p:cNvSpPr>
            <p:nvPr/>
          </p:nvSpPr>
          <p:spPr>
            <a:xfrm>
              <a:off x="22901672" y="2000250"/>
              <a:ext cx="15522" cy="133350"/>
            </a:xfrm>
            <a:prstGeom prst="rect">
              <a:avLst/>
            </a:prstGeom>
            <a:solidFill>
              <a:srgbClr val="81C9BA"/>
            </a:solidFill>
            <a:ln w="0">
              <a:noFill/>
              <a:prstDash val="solid"/>
            </a:ln>
          </p:spPr>
        </p:sp>
        <p:sp>
          <p:nvSpPr>
            <p:cNvPr id="3687" name="dense-strip-3-cell-107">
              <a:extLst>
                <a:ext uri="{FF2B5EF4-FFF2-40B4-BE49-F238E27FC236}">
                  <a16:creationId xmlns:a16="http://schemas.microsoft.com/office/drawing/2014/main" id="{87623F6F-772D-4894-AA46-DC3BA4589339}"/>
                </a:ext>
              </a:extLst>
            </p:cNvPr>
            <p:cNvSpPr>
              <a:spLocks noGrp="1"/>
            </p:cNvSpPr>
            <p:nvPr/>
          </p:nvSpPr>
          <p:spPr>
            <a:xfrm>
              <a:off x="22886293" y="2000250"/>
              <a:ext cx="15522" cy="133350"/>
            </a:xfrm>
            <a:prstGeom prst="rect">
              <a:avLst/>
            </a:prstGeom>
            <a:solidFill>
              <a:srgbClr val="81C9BA"/>
            </a:solidFill>
            <a:ln w="0">
              <a:noFill/>
              <a:prstDash val="solid"/>
            </a:ln>
          </p:spPr>
        </p:sp>
        <p:sp>
          <p:nvSpPr>
            <p:cNvPr id="3688" name="dense-strip-3-cell-106">
              <a:extLst>
                <a:ext uri="{FF2B5EF4-FFF2-40B4-BE49-F238E27FC236}">
                  <a16:creationId xmlns:a16="http://schemas.microsoft.com/office/drawing/2014/main" id="{FDB86F46-546B-4992-A4CF-60FEC4EBAB5D}"/>
                </a:ext>
              </a:extLst>
            </p:cNvPr>
            <p:cNvSpPr>
              <a:spLocks noGrp="1"/>
            </p:cNvSpPr>
            <p:nvPr/>
          </p:nvSpPr>
          <p:spPr>
            <a:xfrm>
              <a:off x="22870914" y="2000250"/>
              <a:ext cx="15522" cy="133350"/>
            </a:xfrm>
            <a:prstGeom prst="rect">
              <a:avLst/>
            </a:prstGeom>
            <a:solidFill>
              <a:srgbClr val="81C9BA"/>
            </a:solidFill>
            <a:ln w="0">
              <a:noFill/>
              <a:prstDash val="solid"/>
            </a:ln>
          </p:spPr>
        </p:sp>
        <p:sp>
          <p:nvSpPr>
            <p:cNvPr id="3689" name="dense-strip-3-cell-105">
              <a:extLst>
                <a:ext uri="{FF2B5EF4-FFF2-40B4-BE49-F238E27FC236}">
                  <a16:creationId xmlns:a16="http://schemas.microsoft.com/office/drawing/2014/main" id="{A050A7ED-ED33-485F-AE47-0AE3E2D3AC28}"/>
                </a:ext>
              </a:extLst>
            </p:cNvPr>
            <p:cNvSpPr>
              <a:spLocks noGrp="1"/>
            </p:cNvSpPr>
            <p:nvPr/>
          </p:nvSpPr>
          <p:spPr>
            <a:xfrm>
              <a:off x="22855535" y="2000250"/>
              <a:ext cx="15522" cy="133350"/>
            </a:xfrm>
            <a:prstGeom prst="rect">
              <a:avLst/>
            </a:prstGeom>
            <a:solidFill>
              <a:srgbClr val="81C9BA"/>
            </a:solidFill>
            <a:ln w="0">
              <a:noFill/>
              <a:prstDash val="solid"/>
            </a:ln>
          </p:spPr>
        </p:sp>
        <p:sp>
          <p:nvSpPr>
            <p:cNvPr id="3690" name="dense-strip-3-cell-104">
              <a:extLst>
                <a:ext uri="{FF2B5EF4-FFF2-40B4-BE49-F238E27FC236}">
                  <a16:creationId xmlns:a16="http://schemas.microsoft.com/office/drawing/2014/main" id="{7BB3D7D7-E0A8-40D8-B554-CE4E85DD848B}"/>
                </a:ext>
              </a:extLst>
            </p:cNvPr>
            <p:cNvSpPr>
              <a:spLocks noGrp="1"/>
            </p:cNvSpPr>
            <p:nvPr/>
          </p:nvSpPr>
          <p:spPr>
            <a:xfrm>
              <a:off x="22840156" y="2000250"/>
              <a:ext cx="15522" cy="133350"/>
            </a:xfrm>
            <a:prstGeom prst="rect">
              <a:avLst/>
            </a:prstGeom>
            <a:solidFill>
              <a:srgbClr val="81C9BA"/>
            </a:solidFill>
            <a:ln w="0">
              <a:noFill/>
              <a:prstDash val="solid"/>
            </a:ln>
          </p:spPr>
        </p:sp>
        <p:sp>
          <p:nvSpPr>
            <p:cNvPr id="3691" name="dense-strip-3-cell-103">
              <a:extLst>
                <a:ext uri="{FF2B5EF4-FFF2-40B4-BE49-F238E27FC236}">
                  <a16:creationId xmlns:a16="http://schemas.microsoft.com/office/drawing/2014/main" id="{5EAB65E7-3D5E-470E-9F9D-CB3F34031C3A}"/>
                </a:ext>
              </a:extLst>
            </p:cNvPr>
            <p:cNvSpPr>
              <a:spLocks noGrp="1"/>
            </p:cNvSpPr>
            <p:nvPr/>
          </p:nvSpPr>
          <p:spPr>
            <a:xfrm>
              <a:off x="22824777" y="2000250"/>
              <a:ext cx="15522" cy="133350"/>
            </a:xfrm>
            <a:prstGeom prst="rect">
              <a:avLst/>
            </a:prstGeom>
            <a:solidFill>
              <a:srgbClr val="81C9BA"/>
            </a:solidFill>
            <a:ln w="0">
              <a:noFill/>
              <a:prstDash val="solid"/>
            </a:ln>
          </p:spPr>
        </p:sp>
        <p:sp>
          <p:nvSpPr>
            <p:cNvPr id="3692" name="dense-strip-3-cell-102">
              <a:extLst>
                <a:ext uri="{FF2B5EF4-FFF2-40B4-BE49-F238E27FC236}">
                  <a16:creationId xmlns:a16="http://schemas.microsoft.com/office/drawing/2014/main" id="{0E456A07-5D50-487F-8A65-50C12626760B}"/>
                </a:ext>
              </a:extLst>
            </p:cNvPr>
            <p:cNvSpPr>
              <a:spLocks noGrp="1"/>
            </p:cNvSpPr>
            <p:nvPr/>
          </p:nvSpPr>
          <p:spPr>
            <a:xfrm>
              <a:off x="22809398" y="2000250"/>
              <a:ext cx="15522" cy="133350"/>
            </a:xfrm>
            <a:prstGeom prst="rect">
              <a:avLst/>
            </a:prstGeom>
            <a:solidFill>
              <a:srgbClr val="81C9BA"/>
            </a:solidFill>
            <a:ln w="0">
              <a:noFill/>
              <a:prstDash val="solid"/>
            </a:ln>
          </p:spPr>
        </p:sp>
        <p:sp>
          <p:nvSpPr>
            <p:cNvPr id="3693" name="dense-strip-3-cell-101">
              <a:extLst>
                <a:ext uri="{FF2B5EF4-FFF2-40B4-BE49-F238E27FC236}">
                  <a16:creationId xmlns:a16="http://schemas.microsoft.com/office/drawing/2014/main" id="{97EFDC02-5222-4519-A544-02352A60AA59}"/>
                </a:ext>
              </a:extLst>
            </p:cNvPr>
            <p:cNvSpPr>
              <a:spLocks noGrp="1"/>
            </p:cNvSpPr>
            <p:nvPr/>
          </p:nvSpPr>
          <p:spPr>
            <a:xfrm>
              <a:off x="22794020" y="2000250"/>
              <a:ext cx="15522" cy="133350"/>
            </a:xfrm>
            <a:prstGeom prst="rect">
              <a:avLst/>
            </a:prstGeom>
            <a:solidFill>
              <a:srgbClr val="81C9BA"/>
            </a:solidFill>
            <a:ln w="0">
              <a:noFill/>
              <a:prstDash val="solid"/>
            </a:ln>
          </p:spPr>
        </p:sp>
        <p:sp>
          <p:nvSpPr>
            <p:cNvPr id="3694" name="dense-strip-3-cell-100">
              <a:extLst>
                <a:ext uri="{FF2B5EF4-FFF2-40B4-BE49-F238E27FC236}">
                  <a16:creationId xmlns:a16="http://schemas.microsoft.com/office/drawing/2014/main" id="{3D9243D1-FA21-4D4D-B4A5-189FED644600}"/>
                </a:ext>
              </a:extLst>
            </p:cNvPr>
            <p:cNvSpPr>
              <a:spLocks noGrp="1"/>
            </p:cNvSpPr>
            <p:nvPr/>
          </p:nvSpPr>
          <p:spPr>
            <a:xfrm>
              <a:off x="22778641" y="2000250"/>
              <a:ext cx="15522" cy="133350"/>
            </a:xfrm>
            <a:prstGeom prst="rect">
              <a:avLst/>
            </a:prstGeom>
            <a:solidFill>
              <a:srgbClr val="81C9BA"/>
            </a:solidFill>
            <a:ln w="0">
              <a:noFill/>
              <a:prstDash val="solid"/>
            </a:ln>
          </p:spPr>
        </p:sp>
        <p:sp>
          <p:nvSpPr>
            <p:cNvPr id="3695" name="dense-strip-3-cell-99">
              <a:extLst>
                <a:ext uri="{FF2B5EF4-FFF2-40B4-BE49-F238E27FC236}">
                  <a16:creationId xmlns:a16="http://schemas.microsoft.com/office/drawing/2014/main" id="{5A3E7DF0-74AC-47BD-BDCD-3BD389408AAE}"/>
                </a:ext>
              </a:extLst>
            </p:cNvPr>
            <p:cNvSpPr>
              <a:spLocks noGrp="1"/>
            </p:cNvSpPr>
            <p:nvPr/>
          </p:nvSpPr>
          <p:spPr>
            <a:xfrm>
              <a:off x="22763262" y="2000250"/>
              <a:ext cx="15522" cy="133350"/>
            </a:xfrm>
            <a:prstGeom prst="rect">
              <a:avLst/>
            </a:prstGeom>
            <a:solidFill>
              <a:srgbClr val="81C9BA"/>
            </a:solidFill>
            <a:ln w="0">
              <a:noFill/>
              <a:prstDash val="solid"/>
            </a:ln>
          </p:spPr>
        </p:sp>
        <p:sp>
          <p:nvSpPr>
            <p:cNvPr id="3696" name="dense-strip-3-cell-98">
              <a:extLst>
                <a:ext uri="{FF2B5EF4-FFF2-40B4-BE49-F238E27FC236}">
                  <a16:creationId xmlns:a16="http://schemas.microsoft.com/office/drawing/2014/main" id="{75684BCD-7CC4-4201-B83D-3EEBCA695AC0}"/>
                </a:ext>
              </a:extLst>
            </p:cNvPr>
            <p:cNvSpPr>
              <a:spLocks noGrp="1"/>
            </p:cNvSpPr>
            <p:nvPr/>
          </p:nvSpPr>
          <p:spPr>
            <a:xfrm>
              <a:off x="22747883" y="2000250"/>
              <a:ext cx="15522" cy="133350"/>
            </a:xfrm>
            <a:prstGeom prst="rect">
              <a:avLst/>
            </a:prstGeom>
            <a:solidFill>
              <a:srgbClr val="81C9BA"/>
            </a:solidFill>
            <a:ln w="0">
              <a:noFill/>
              <a:prstDash val="solid"/>
            </a:ln>
          </p:spPr>
        </p:sp>
        <p:sp>
          <p:nvSpPr>
            <p:cNvPr id="3697" name="dense-strip-3-cell-97">
              <a:extLst>
                <a:ext uri="{FF2B5EF4-FFF2-40B4-BE49-F238E27FC236}">
                  <a16:creationId xmlns:a16="http://schemas.microsoft.com/office/drawing/2014/main" id="{71E3A3A1-5511-4A03-8D55-3E2F4F0B499B}"/>
                </a:ext>
              </a:extLst>
            </p:cNvPr>
            <p:cNvSpPr>
              <a:spLocks noGrp="1"/>
            </p:cNvSpPr>
            <p:nvPr/>
          </p:nvSpPr>
          <p:spPr>
            <a:xfrm>
              <a:off x="22732504" y="2000250"/>
              <a:ext cx="15522" cy="133350"/>
            </a:xfrm>
            <a:prstGeom prst="rect">
              <a:avLst/>
            </a:prstGeom>
            <a:solidFill>
              <a:srgbClr val="81C9BA"/>
            </a:solidFill>
            <a:ln w="0">
              <a:noFill/>
              <a:prstDash val="solid"/>
            </a:ln>
          </p:spPr>
        </p:sp>
        <p:sp>
          <p:nvSpPr>
            <p:cNvPr id="3698" name="dense-strip-3-cell-96">
              <a:extLst>
                <a:ext uri="{FF2B5EF4-FFF2-40B4-BE49-F238E27FC236}">
                  <a16:creationId xmlns:a16="http://schemas.microsoft.com/office/drawing/2014/main" id="{87C9814D-D02D-4618-8072-007119435D5E}"/>
                </a:ext>
              </a:extLst>
            </p:cNvPr>
            <p:cNvSpPr>
              <a:spLocks noGrp="1"/>
            </p:cNvSpPr>
            <p:nvPr/>
          </p:nvSpPr>
          <p:spPr>
            <a:xfrm>
              <a:off x="22717125" y="2000250"/>
              <a:ext cx="15522" cy="133350"/>
            </a:xfrm>
            <a:prstGeom prst="rect">
              <a:avLst/>
            </a:prstGeom>
            <a:solidFill>
              <a:srgbClr val="81C9BA"/>
            </a:solidFill>
            <a:ln w="0">
              <a:noFill/>
              <a:prstDash val="solid"/>
            </a:ln>
          </p:spPr>
        </p:sp>
        <p:sp>
          <p:nvSpPr>
            <p:cNvPr id="3699" name="dense-strip-3-cell-95">
              <a:extLst>
                <a:ext uri="{FF2B5EF4-FFF2-40B4-BE49-F238E27FC236}">
                  <a16:creationId xmlns:a16="http://schemas.microsoft.com/office/drawing/2014/main" id="{E05C2B48-44C5-43AF-9CCD-22FAC9C468C4}"/>
                </a:ext>
              </a:extLst>
            </p:cNvPr>
            <p:cNvSpPr>
              <a:spLocks noGrp="1"/>
            </p:cNvSpPr>
            <p:nvPr/>
          </p:nvSpPr>
          <p:spPr>
            <a:xfrm>
              <a:off x="22701746" y="2000250"/>
              <a:ext cx="15522" cy="133350"/>
            </a:xfrm>
            <a:prstGeom prst="rect">
              <a:avLst/>
            </a:prstGeom>
            <a:solidFill>
              <a:srgbClr val="81C9BA"/>
            </a:solidFill>
            <a:ln w="0">
              <a:noFill/>
              <a:prstDash val="solid"/>
            </a:ln>
          </p:spPr>
        </p:sp>
        <p:sp>
          <p:nvSpPr>
            <p:cNvPr id="3700" name="dense-strip-3-cell-94">
              <a:extLst>
                <a:ext uri="{FF2B5EF4-FFF2-40B4-BE49-F238E27FC236}">
                  <a16:creationId xmlns:a16="http://schemas.microsoft.com/office/drawing/2014/main" id="{988AD4B4-D7CF-4A52-BF64-09F7C7622297}"/>
                </a:ext>
              </a:extLst>
            </p:cNvPr>
            <p:cNvSpPr>
              <a:spLocks noGrp="1"/>
            </p:cNvSpPr>
            <p:nvPr/>
          </p:nvSpPr>
          <p:spPr>
            <a:xfrm>
              <a:off x="22686367" y="2000250"/>
              <a:ext cx="15522" cy="133350"/>
            </a:xfrm>
            <a:prstGeom prst="rect">
              <a:avLst/>
            </a:prstGeom>
            <a:solidFill>
              <a:srgbClr val="81C9BA"/>
            </a:solidFill>
            <a:ln w="0">
              <a:noFill/>
              <a:prstDash val="solid"/>
            </a:ln>
          </p:spPr>
        </p:sp>
        <p:sp>
          <p:nvSpPr>
            <p:cNvPr id="3701" name="dense-strip-3-cell-93">
              <a:extLst>
                <a:ext uri="{FF2B5EF4-FFF2-40B4-BE49-F238E27FC236}">
                  <a16:creationId xmlns:a16="http://schemas.microsoft.com/office/drawing/2014/main" id="{33446699-61B2-4C76-A1AD-3DBC7A463091}"/>
                </a:ext>
              </a:extLst>
            </p:cNvPr>
            <p:cNvSpPr>
              <a:spLocks noGrp="1"/>
            </p:cNvSpPr>
            <p:nvPr/>
          </p:nvSpPr>
          <p:spPr>
            <a:xfrm>
              <a:off x="22670988" y="2000250"/>
              <a:ext cx="15522" cy="133350"/>
            </a:xfrm>
            <a:prstGeom prst="rect">
              <a:avLst/>
            </a:prstGeom>
            <a:solidFill>
              <a:srgbClr val="81C9BA"/>
            </a:solidFill>
            <a:ln w="0">
              <a:noFill/>
              <a:prstDash val="solid"/>
            </a:ln>
          </p:spPr>
        </p:sp>
        <p:sp>
          <p:nvSpPr>
            <p:cNvPr id="3702" name="dense-strip-3-cell-92">
              <a:extLst>
                <a:ext uri="{FF2B5EF4-FFF2-40B4-BE49-F238E27FC236}">
                  <a16:creationId xmlns:a16="http://schemas.microsoft.com/office/drawing/2014/main" id="{732F38EE-F8F8-4461-A1A2-7551A8F4E3DE}"/>
                </a:ext>
              </a:extLst>
            </p:cNvPr>
            <p:cNvSpPr>
              <a:spLocks noGrp="1"/>
            </p:cNvSpPr>
            <p:nvPr/>
          </p:nvSpPr>
          <p:spPr>
            <a:xfrm>
              <a:off x="22655609" y="2000250"/>
              <a:ext cx="15522" cy="133350"/>
            </a:xfrm>
            <a:prstGeom prst="rect">
              <a:avLst/>
            </a:prstGeom>
            <a:solidFill>
              <a:srgbClr val="81C9BA"/>
            </a:solidFill>
            <a:ln w="0">
              <a:noFill/>
              <a:prstDash val="solid"/>
            </a:ln>
          </p:spPr>
        </p:sp>
        <p:sp>
          <p:nvSpPr>
            <p:cNvPr id="3703" name="dense-strip-3-cell-91">
              <a:extLst>
                <a:ext uri="{FF2B5EF4-FFF2-40B4-BE49-F238E27FC236}">
                  <a16:creationId xmlns:a16="http://schemas.microsoft.com/office/drawing/2014/main" id="{6BF56776-C045-4B7B-A4CB-699BAC4B988F}"/>
                </a:ext>
              </a:extLst>
            </p:cNvPr>
            <p:cNvSpPr>
              <a:spLocks noGrp="1"/>
            </p:cNvSpPr>
            <p:nvPr/>
          </p:nvSpPr>
          <p:spPr>
            <a:xfrm>
              <a:off x="22640230" y="2000250"/>
              <a:ext cx="15522" cy="133350"/>
            </a:xfrm>
            <a:prstGeom prst="rect">
              <a:avLst/>
            </a:prstGeom>
            <a:solidFill>
              <a:srgbClr val="81C9BA"/>
            </a:solidFill>
            <a:ln w="0">
              <a:noFill/>
              <a:prstDash val="solid"/>
            </a:ln>
          </p:spPr>
        </p:sp>
        <p:sp>
          <p:nvSpPr>
            <p:cNvPr id="3704" name="dense-strip-3-cell-90">
              <a:extLst>
                <a:ext uri="{FF2B5EF4-FFF2-40B4-BE49-F238E27FC236}">
                  <a16:creationId xmlns:a16="http://schemas.microsoft.com/office/drawing/2014/main" id="{5C4E6ABE-2F95-45A5-9223-113FFB56DFB8}"/>
                </a:ext>
              </a:extLst>
            </p:cNvPr>
            <p:cNvSpPr>
              <a:spLocks noGrp="1"/>
            </p:cNvSpPr>
            <p:nvPr/>
          </p:nvSpPr>
          <p:spPr>
            <a:xfrm>
              <a:off x="22624852" y="2000250"/>
              <a:ext cx="15522" cy="133350"/>
            </a:xfrm>
            <a:prstGeom prst="rect">
              <a:avLst/>
            </a:prstGeom>
            <a:solidFill>
              <a:srgbClr val="81C9BA"/>
            </a:solidFill>
            <a:ln w="0">
              <a:noFill/>
              <a:prstDash val="solid"/>
            </a:ln>
          </p:spPr>
        </p:sp>
        <p:sp>
          <p:nvSpPr>
            <p:cNvPr id="3705" name="dense-strip-3-cell-89">
              <a:extLst>
                <a:ext uri="{FF2B5EF4-FFF2-40B4-BE49-F238E27FC236}">
                  <a16:creationId xmlns:a16="http://schemas.microsoft.com/office/drawing/2014/main" id="{4A6104C4-2977-4799-B88B-EC68A576F7E3}"/>
                </a:ext>
              </a:extLst>
            </p:cNvPr>
            <p:cNvSpPr>
              <a:spLocks noGrp="1"/>
            </p:cNvSpPr>
            <p:nvPr/>
          </p:nvSpPr>
          <p:spPr>
            <a:xfrm>
              <a:off x="22609473" y="2000250"/>
              <a:ext cx="15522" cy="133350"/>
            </a:xfrm>
            <a:prstGeom prst="rect">
              <a:avLst/>
            </a:prstGeom>
            <a:solidFill>
              <a:srgbClr val="81C9BA"/>
            </a:solidFill>
            <a:ln w="0">
              <a:noFill/>
              <a:prstDash val="solid"/>
            </a:ln>
          </p:spPr>
        </p:sp>
        <p:sp>
          <p:nvSpPr>
            <p:cNvPr id="3706" name="dense-strip-3-cell-88">
              <a:extLst>
                <a:ext uri="{FF2B5EF4-FFF2-40B4-BE49-F238E27FC236}">
                  <a16:creationId xmlns:a16="http://schemas.microsoft.com/office/drawing/2014/main" id="{B2C2409D-C52B-4595-B446-39CC472C45D8}"/>
                </a:ext>
              </a:extLst>
            </p:cNvPr>
            <p:cNvSpPr>
              <a:spLocks noGrp="1"/>
            </p:cNvSpPr>
            <p:nvPr/>
          </p:nvSpPr>
          <p:spPr>
            <a:xfrm>
              <a:off x="22594094" y="2000250"/>
              <a:ext cx="15522" cy="133350"/>
            </a:xfrm>
            <a:prstGeom prst="rect">
              <a:avLst/>
            </a:prstGeom>
            <a:solidFill>
              <a:srgbClr val="81C9BA"/>
            </a:solidFill>
            <a:ln w="0">
              <a:noFill/>
              <a:prstDash val="solid"/>
            </a:ln>
          </p:spPr>
        </p:sp>
        <p:sp>
          <p:nvSpPr>
            <p:cNvPr id="3707" name="dense-strip-3-cell-87">
              <a:extLst>
                <a:ext uri="{FF2B5EF4-FFF2-40B4-BE49-F238E27FC236}">
                  <a16:creationId xmlns:a16="http://schemas.microsoft.com/office/drawing/2014/main" id="{2A7DF74D-AAAA-42E5-8390-533FBB0394DE}"/>
                </a:ext>
              </a:extLst>
            </p:cNvPr>
            <p:cNvSpPr>
              <a:spLocks noGrp="1"/>
            </p:cNvSpPr>
            <p:nvPr/>
          </p:nvSpPr>
          <p:spPr>
            <a:xfrm>
              <a:off x="22578715" y="2000250"/>
              <a:ext cx="15522" cy="133350"/>
            </a:xfrm>
            <a:prstGeom prst="rect">
              <a:avLst/>
            </a:prstGeom>
            <a:solidFill>
              <a:srgbClr val="81C9BA"/>
            </a:solidFill>
            <a:ln w="0">
              <a:noFill/>
              <a:prstDash val="solid"/>
            </a:ln>
          </p:spPr>
        </p:sp>
        <p:sp>
          <p:nvSpPr>
            <p:cNvPr id="3708" name="dense-strip-3-cell-86">
              <a:extLst>
                <a:ext uri="{FF2B5EF4-FFF2-40B4-BE49-F238E27FC236}">
                  <a16:creationId xmlns:a16="http://schemas.microsoft.com/office/drawing/2014/main" id="{38C3FAC2-85A7-410C-962D-97A166FB8430}"/>
                </a:ext>
              </a:extLst>
            </p:cNvPr>
            <p:cNvSpPr>
              <a:spLocks noGrp="1"/>
            </p:cNvSpPr>
            <p:nvPr/>
          </p:nvSpPr>
          <p:spPr>
            <a:xfrm>
              <a:off x="22563336" y="2000250"/>
              <a:ext cx="15522" cy="133350"/>
            </a:xfrm>
            <a:prstGeom prst="rect">
              <a:avLst/>
            </a:prstGeom>
            <a:solidFill>
              <a:srgbClr val="81C9BA"/>
            </a:solidFill>
            <a:ln w="0">
              <a:noFill/>
              <a:prstDash val="solid"/>
            </a:ln>
          </p:spPr>
        </p:sp>
        <p:sp>
          <p:nvSpPr>
            <p:cNvPr id="3709" name="dense-strip-3-cell-85">
              <a:extLst>
                <a:ext uri="{FF2B5EF4-FFF2-40B4-BE49-F238E27FC236}">
                  <a16:creationId xmlns:a16="http://schemas.microsoft.com/office/drawing/2014/main" id="{8274B07D-CF7E-4FE9-8B9C-B6D83F12B856}"/>
                </a:ext>
              </a:extLst>
            </p:cNvPr>
            <p:cNvSpPr>
              <a:spLocks noGrp="1"/>
            </p:cNvSpPr>
            <p:nvPr/>
          </p:nvSpPr>
          <p:spPr>
            <a:xfrm>
              <a:off x="22547957" y="2000250"/>
              <a:ext cx="15522" cy="133350"/>
            </a:xfrm>
            <a:prstGeom prst="rect">
              <a:avLst/>
            </a:prstGeom>
            <a:solidFill>
              <a:srgbClr val="81C9BA"/>
            </a:solidFill>
            <a:ln w="0">
              <a:noFill/>
              <a:prstDash val="solid"/>
            </a:ln>
          </p:spPr>
        </p:sp>
        <p:sp>
          <p:nvSpPr>
            <p:cNvPr id="3710" name="dense-strip-3-cell-84">
              <a:extLst>
                <a:ext uri="{FF2B5EF4-FFF2-40B4-BE49-F238E27FC236}">
                  <a16:creationId xmlns:a16="http://schemas.microsoft.com/office/drawing/2014/main" id="{73F75027-D0E4-47CC-8D09-CFF0BE442D4E}"/>
                </a:ext>
              </a:extLst>
            </p:cNvPr>
            <p:cNvSpPr>
              <a:spLocks noGrp="1"/>
            </p:cNvSpPr>
            <p:nvPr/>
          </p:nvSpPr>
          <p:spPr>
            <a:xfrm>
              <a:off x="22532578" y="2000250"/>
              <a:ext cx="15522" cy="133350"/>
            </a:xfrm>
            <a:prstGeom prst="rect">
              <a:avLst/>
            </a:prstGeom>
            <a:solidFill>
              <a:srgbClr val="7AC7B7"/>
            </a:solidFill>
            <a:ln w="0">
              <a:noFill/>
              <a:prstDash val="solid"/>
            </a:ln>
          </p:spPr>
        </p:sp>
        <p:sp>
          <p:nvSpPr>
            <p:cNvPr id="3711" name="dense-strip-3-cell-83">
              <a:extLst>
                <a:ext uri="{FF2B5EF4-FFF2-40B4-BE49-F238E27FC236}">
                  <a16:creationId xmlns:a16="http://schemas.microsoft.com/office/drawing/2014/main" id="{9E9A6EAE-7025-4A75-BCCD-13FB94F20867}"/>
                </a:ext>
              </a:extLst>
            </p:cNvPr>
            <p:cNvSpPr>
              <a:spLocks noGrp="1"/>
            </p:cNvSpPr>
            <p:nvPr/>
          </p:nvSpPr>
          <p:spPr>
            <a:xfrm>
              <a:off x="22517199" y="2000250"/>
              <a:ext cx="15522" cy="133350"/>
            </a:xfrm>
            <a:prstGeom prst="rect">
              <a:avLst/>
            </a:prstGeom>
            <a:solidFill>
              <a:srgbClr val="69C1AD"/>
            </a:solidFill>
            <a:ln w="0">
              <a:noFill/>
              <a:prstDash val="solid"/>
            </a:ln>
          </p:spPr>
        </p:sp>
        <p:sp>
          <p:nvSpPr>
            <p:cNvPr id="3712" name="dense-strip-3-cell-82">
              <a:extLst>
                <a:ext uri="{FF2B5EF4-FFF2-40B4-BE49-F238E27FC236}">
                  <a16:creationId xmlns:a16="http://schemas.microsoft.com/office/drawing/2014/main" id="{F73A2E3E-9B65-4B5E-8A5B-E3F4F75E7CB6}"/>
                </a:ext>
              </a:extLst>
            </p:cNvPr>
            <p:cNvSpPr>
              <a:spLocks noGrp="1"/>
            </p:cNvSpPr>
            <p:nvPr/>
          </p:nvSpPr>
          <p:spPr>
            <a:xfrm>
              <a:off x="22501820" y="2000250"/>
              <a:ext cx="15522" cy="133350"/>
            </a:xfrm>
            <a:prstGeom prst="rect">
              <a:avLst/>
            </a:prstGeom>
            <a:solidFill>
              <a:srgbClr val="83CABC"/>
            </a:solidFill>
            <a:ln w="0">
              <a:noFill/>
              <a:prstDash val="solid"/>
            </a:ln>
          </p:spPr>
        </p:sp>
        <p:sp>
          <p:nvSpPr>
            <p:cNvPr id="3713" name="dense-strip-3-cell-81">
              <a:extLst>
                <a:ext uri="{FF2B5EF4-FFF2-40B4-BE49-F238E27FC236}">
                  <a16:creationId xmlns:a16="http://schemas.microsoft.com/office/drawing/2014/main" id="{409D00A5-B52D-464C-86A5-22763BA0A906}"/>
                </a:ext>
              </a:extLst>
            </p:cNvPr>
            <p:cNvSpPr>
              <a:spLocks noGrp="1"/>
            </p:cNvSpPr>
            <p:nvPr/>
          </p:nvSpPr>
          <p:spPr>
            <a:xfrm>
              <a:off x="22486441" y="2000250"/>
              <a:ext cx="15522" cy="133350"/>
            </a:xfrm>
            <a:prstGeom prst="rect">
              <a:avLst/>
            </a:prstGeom>
            <a:solidFill>
              <a:srgbClr val="90BCA4"/>
            </a:solidFill>
            <a:ln w="0">
              <a:noFill/>
              <a:prstDash val="solid"/>
            </a:ln>
          </p:spPr>
        </p:sp>
        <p:sp>
          <p:nvSpPr>
            <p:cNvPr id="3714" name="dense-strip-3-cell-80">
              <a:extLst>
                <a:ext uri="{FF2B5EF4-FFF2-40B4-BE49-F238E27FC236}">
                  <a16:creationId xmlns:a16="http://schemas.microsoft.com/office/drawing/2014/main" id="{AFED65D1-52BF-4965-B663-E7AC423A5243}"/>
                </a:ext>
              </a:extLst>
            </p:cNvPr>
            <p:cNvSpPr>
              <a:spLocks noGrp="1"/>
            </p:cNvSpPr>
            <p:nvPr/>
          </p:nvSpPr>
          <p:spPr>
            <a:xfrm>
              <a:off x="22471063" y="2000250"/>
              <a:ext cx="15522" cy="133350"/>
            </a:xfrm>
            <a:prstGeom prst="rect">
              <a:avLst/>
            </a:prstGeom>
            <a:solidFill>
              <a:srgbClr val="D09157"/>
            </a:solidFill>
            <a:ln w="0">
              <a:noFill/>
              <a:prstDash val="solid"/>
            </a:ln>
          </p:spPr>
        </p:sp>
        <p:sp>
          <p:nvSpPr>
            <p:cNvPr id="3715" name="dense-strip-3-cell-79">
              <a:extLst>
                <a:ext uri="{FF2B5EF4-FFF2-40B4-BE49-F238E27FC236}">
                  <a16:creationId xmlns:a16="http://schemas.microsoft.com/office/drawing/2014/main" id="{FCD2941E-ED15-4611-91A4-764EEA5A8754}"/>
                </a:ext>
              </a:extLst>
            </p:cNvPr>
            <p:cNvSpPr>
              <a:spLocks noGrp="1"/>
            </p:cNvSpPr>
            <p:nvPr/>
          </p:nvSpPr>
          <p:spPr>
            <a:xfrm>
              <a:off x="22455684" y="2000250"/>
              <a:ext cx="15522" cy="133350"/>
            </a:xfrm>
            <a:prstGeom prst="rect">
              <a:avLst/>
            </a:prstGeom>
            <a:solidFill>
              <a:srgbClr val="D66D19"/>
            </a:solidFill>
            <a:ln w="0">
              <a:noFill/>
              <a:prstDash val="solid"/>
            </a:ln>
          </p:spPr>
        </p:sp>
        <p:sp>
          <p:nvSpPr>
            <p:cNvPr id="3716" name="dense-strip-3-cell-78">
              <a:extLst>
                <a:ext uri="{FF2B5EF4-FFF2-40B4-BE49-F238E27FC236}">
                  <a16:creationId xmlns:a16="http://schemas.microsoft.com/office/drawing/2014/main" id="{7F05310F-E91B-4A6A-B8C1-7D0BA3D41792}"/>
                </a:ext>
              </a:extLst>
            </p:cNvPr>
            <p:cNvSpPr>
              <a:spLocks noGrp="1"/>
            </p:cNvSpPr>
            <p:nvPr/>
          </p:nvSpPr>
          <p:spPr>
            <a:xfrm>
              <a:off x="22440305" y="2000250"/>
              <a:ext cx="15522" cy="133350"/>
            </a:xfrm>
            <a:prstGeom prst="rect">
              <a:avLst/>
            </a:prstGeom>
            <a:solidFill>
              <a:srgbClr val="D5640A"/>
            </a:solidFill>
            <a:ln w="0">
              <a:noFill/>
              <a:prstDash val="solid"/>
            </a:ln>
          </p:spPr>
        </p:sp>
        <p:sp>
          <p:nvSpPr>
            <p:cNvPr id="3717" name="dense-strip-3-cell-77">
              <a:extLst>
                <a:ext uri="{FF2B5EF4-FFF2-40B4-BE49-F238E27FC236}">
                  <a16:creationId xmlns:a16="http://schemas.microsoft.com/office/drawing/2014/main" id="{ABBE7EA9-AE15-4D54-BF32-57D69536DBE2}"/>
                </a:ext>
              </a:extLst>
            </p:cNvPr>
            <p:cNvSpPr>
              <a:spLocks noGrp="1"/>
            </p:cNvSpPr>
            <p:nvPr/>
          </p:nvSpPr>
          <p:spPr>
            <a:xfrm>
              <a:off x="22424926" y="2000250"/>
              <a:ext cx="15522" cy="133350"/>
            </a:xfrm>
            <a:prstGeom prst="rect">
              <a:avLst/>
            </a:prstGeom>
            <a:solidFill>
              <a:srgbClr val="D55F02"/>
            </a:solidFill>
            <a:ln w="0">
              <a:noFill/>
              <a:prstDash val="solid"/>
            </a:ln>
          </p:spPr>
        </p:sp>
        <p:sp>
          <p:nvSpPr>
            <p:cNvPr id="3718" name="dense-strip-3-cell-76">
              <a:extLst>
                <a:ext uri="{FF2B5EF4-FFF2-40B4-BE49-F238E27FC236}">
                  <a16:creationId xmlns:a16="http://schemas.microsoft.com/office/drawing/2014/main" id="{858DBC6F-C2EE-490B-8D15-6DA10EC37C54}"/>
                </a:ext>
              </a:extLst>
            </p:cNvPr>
            <p:cNvSpPr>
              <a:spLocks noGrp="1"/>
            </p:cNvSpPr>
            <p:nvPr/>
          </p:nvSpPr>
          <p:spPr>
            <a:xfrm>
              <a:off x="22409547" y="2000250"/>
              <a:ext cx="15522" cy="133350"/>
            </a:xfrm>
            <a:prstGeom prst="rect">
              <a:avLst/>
            </a:prstGeom>
            <a:solidFill>
              <a:srgbClr val="D55E00"/>
            </a:solidFill>
            <a:ln w="0">
              <a:noFill/>
              <a:prstDash val="solid"/>
            </a:ln>
          </p:spPr>
        </p:sp>
        <p:sp>
          <p:nvSpPr>
            <p:cNvPr id="3719" name="dense-strip-3-cell-75">
              <a:extLst>
                <a:ext uri="{FF2B5EF4-FFF2-40B4-BE49-F238E27FC236}">
                  <a16:creationId xmlns:a16="http://schemas.microsoft.com/office/drawing/2014/main" id="{0B696947-2F9C-4303-95FB-4097693D6424}"/>
                </a:ext>
              </a:extLst>
            </p:cNvPr>
            <p:cNvSpPr>
              <a:spLocks noGrp="1"/>
            </p:cNvSpPr>
            <p:nvPr/>
          </p:nvSpPr>
          <p:spPr>
            <a:xfrm>
              <a:off x="22394168" y="2000250"/>
              <a:ext cx="15522" cy="133350"/>
            </a:xfrm>
            <a:prstGeom prst="rect">
              <a:avLst/>
            </a:prstGeom>
            <a:solidFill>
              <a:srgbClr val="D55E00"/>
            </a:solidFill>
            <a:ln w="0">
              <a:noFill/>
              <a:prstDash val="solid"/>
            </a:ln>
          </p:spPr>
        </p:sp>
        <p:sp>
          <p:nvSpPr>
            <p:cNvPr id="3720" name="dense-strip-3-cell-74">
              <a:extLst>
                <a:ext uri="{FF2B5EF4-FFF2-40B4-BE49-F238E27FC236}">
                  <a16:creationId xmlns:a16="http://schemas.microsoft.com/office/drawing/2014/main" id="{0A3E5929-0849-4EF6-9E4E-81407FA3B42D}"/>
                </a:ext>
              </a:extLst>
            </p:cNvPr>
            <p:cNvSpPr>
              <a:spLocks noGrp="1"/>
            </p:cNvSpPr>
            <p:nvPr/>
          </p:nvSpPr>
          <p:spPr>
            <a:xfrm>
              <a:off x="22378789" y="2000250"/>
              <a:ext cx="15522" cy="133350"/>
            </a:xfrm>
            <a:prstGeom prst="rect">
              <a:avLst/>
            </a:prstGeom>
            <a:solidFill>
              <a:srgbClr val="D55E00"/>
            </a:solidFill>
            <a:ln w="0">
              <a:noFill/>
              <a:prstDash val="solid"/>
            </a:ln>
          </p:spPr>
        </p:sp>
        <p:sp>
          <p:nvSpPr>
            <p:cNvPr id="3721" name="dense-strip-3-cell-73">
              <a:extLst>
                <a:ext uri="{FF2B5EF4-FFF2-40B4-BE49-F238E27FC236}">
                  <a16:creationId xmlns:a16="http://schemas.microsoft.com/office/drawing/2014/main" id="{76ECFADA-4F96-4DD0-B483-2403007F6A68}"/>
                </a:ext>
              </a:extLst>
            </p:cNvPr>
            <p:cNvSpPr>
              <a:spLocks noGrp="1"/>
            </p:cNvSpPr>
            <p:nvPr/>
          </p:nvSpPr>
          <p:spPr>
            <a:xfrm>
              <a:off x="22363410" y="2000250"/>
              <a:ext cx="15522" cy="133350"/>
            </a:xfrm>
            <a:prstGeom prst="rect">
              <a:avLst/>
            </a:prstGeom>
            <a:solidFill>
              <a:srgbClr val="D55E00"/>
            </a:solidFill>
            <a:ln w="0">
              <a:noFill/>
              <a:prstDash val="solid"/>
            </a:ln>
          </p:spPr>
        </p:sp>
        <p:sp>
          <p:nvSpPr>
            <p:cNvPr id="3722" name="dense-strip-3-cell-72">
              <a:extLst>
                <a:ext uri="{FF2B5EF4-FFF2-40B4-BE49-F238E27FC236}">
                  <a16:creationId xmlns:a16="http://schemas.microsoft.com/office/drawing/2014/main" id="{8389EA5E-3761-47E9-BA06-4F009FFA2F7E}"/>
                </a:ext>
              </a:extLst>
            </p:cNvPr>
            <p:cNvSpPr>
              <a:spLocks noGrp="1"/>
            </p:cNvSpPr>
            <p:nvPr/>
          </p:nvSpPr>
          <p:spPr>
            <a:xfrm>
              <a:off x="22348031" y="2000250"/>
              <a:ext cx="15522" cy="133350"/>
            </a:xfrm>
            <a:prstGeom prst="rect">
              <a:avLst/>
            </a:prstGeom>
            <a:solidFill>
              <a:srgbClr val="D55E00"/>
            </a:solidFill>
            <a:ln w="0">
              <a:noFill/>
              <a:prstDash val="solid"/>
            </a:ln>
          </p:spPr>
        </p:sp>
        <p:sp>
          <p:nvSpPr>
            <p:cNvPr id="3723" name="dense-strip-3-cell-71">
              <a:extLst>
                <a:ext uri="{FF2B5EF4-FFF2-40B4-BE49-F238E27FC236}">
                  <a16:creationId xmlns:a16="http://schemas.microsoft.com/office/drawing/2014/main" id="{1AA2D8DD-BE7D-4393-A170-D1545FE9EB28}"/>
                </a:ext>
              </a:extLst>
            </p:cNvPr>
            <p:cNvSpPr>
              <a:spLocks noGrp="1"/>
            </p:cNvSpPr>
            <p:nvPr/>
          </p:nvSpPr>
          <p:spPr>
            <a:xfrm>
              <a:off x="22332652" y="2000250"/>
              <a:ext cx="15522" cy="133350"/>
            </a:xfrm>
            <a:prstGeom prst="rect">
              <a:avLst/>
            </a:prstGeom>
            <a:solidFill>
              <a:srgbClr val="D55E00"/>
            </a:solidFill>
            <a:ln w="0">
              <a:noFill/>
              <a:prstDash val="solid"/>
            </a:ln>
          </p:spPr>
        </p:sp>
        <p:sp>
          <p:nvSpPr>
            <p:cNvPr id="3724" name="dense-strip-3-cell-70">
              <a:extLst>
                <a:ext uri="{FF2B5EF4-FFF2-40B4-BE49-F238E27FC236}">
                  <a16:creationId xmlns:a16="http://schemas.microsoft.com/office/drawing/2014/main" id="{31F6B5DB-A23E-4FB2-863E-35F572189F00}"/>
                </a:ext>
              </a:extLst>
            </p:cNvPr>
            <p:cNvSpPr>
              <a:spLocks noGrp="1"/>
            </p:cNvSpPr>
            <p:nvPr/>
          </p:nvSpPr>
          <p:spPr>
            <a:xfrm>
              <a:off x="22317273" y="2000250"/>
              <a:ext cx="15522" cy="133350"/>
            </a:xfrm>
            <a:prstGeom prst="rect">
              <a:avLst/>
            </a:prstGeom>
            <a:solidFill>
              <a:srgbClr val="D55E00"/>
            </a:solidFill>
            <a:ln w="0">
              <a:noFill/>
              <a:prstDash val="solid"/>
            </a:ln>
          </p:spPr>
        </p:sp>
        <p:sp>
          <p:nvSpPr>
            <p:cNvPr id="3725" name="dense-strip-3-cell-69">
              <a:extLst>
                <a:ext uri="{FF2B5EF4-FFF2-40B4-BE49-F238E27FC236}">
                  <a16:creationId xmlns:a16="http://schemas.microsoft.com/office/drawing/2014/main" id="{B3009F3A-3326-493A-A350-E3F145E4865A}"/>
                </a:ext>
              </a:extLst>
            </p:cNvPr>
            <p:cNvSpPr>
              <a:spLocks noGrp="1"/>
            </p:cNvSpPr>
            <p:nvPr/>
          </p:nvSpPr>
          <p:spPr>
            <a:xfrm>
              <a:off x="22301895" y="2000250"/>
              <a:ext cx="15522" cy="133350"/>
            </a:xfrm>
            <a:prstGeom prst="rect">
              <a:avLst/>
            </a:prstGeom>
            <a:solidFill>
              <a:srgbClr val="D55E00"/>
            </a:solidFill>
            <a:ln w="0">
              <a:noFill/>
              <a:prstDash val="solid"/>
            </a:ln>
          </p:spPr>
        </p:sp>
        <p:sp>
          <p:nvSpPr>
            <p:cNvPr id="3726" name="dense-strip-3-cell-68">
              <a:extLst>
                <a:ext uri="{FF2B5EF4-FFF2-40B4-BE49-F238E27FC236}">
                  <a16:creationId xmlns:a16="http://schemas.microsoft.com/office/drawing/2014/main" id="{EA3507AB-757D-44CB-8221-E6F063B37DEC}"/>
                </a:ext>
              </a:extLst>
            </p:cNvPr>
            <p:cNvSpPr>
              <a:spLocks noGrp="1"/>
            </p:cNvSpPr>
            <p:nvPr/>
          </p:nvSpPr>
          <p:spPr>
            <a:xfrm>
              <a:off x="22286516" y="2000250"/>
              <a:ext cx="15522" cy="133350"/>
            </a:xfrm>
            <a:prstGeom prst="rect">
              <a:avLst/>
            </a:prstGeom>
            <a:solidFill>
              <a:srgbClr val="D55E00"/>
            </a:solidFill>
            <a:ln w="0">
              <a:noFill/>
              <a:prstDash val="solid"/>
            </a:ln>
          </p:spPr>
        </p:sp>
        <p:sp>
          <p:nvSpPr>
            <p:cNvPr id="3727" name="dense-strip-3-cell-67">
              <a:extLst>
                <a:ext uri="{FF2B5EF4-FFF2-40B4-BE49-F238E27FC236}">
                  <a16:creationId xmlns:a16="http://schemas.microsoft.com/office/drawing/2014/main" id="{F2694470-FF35-4A59-8380-B74BE4950F4C}"/>
                </a:ext>
              </a:extLst>
            </p:cNvPr>
            <p:cNvSpPr>
              <a:spLocks noGrp="1"/>
            </p:cNvSpPr>
            <p:nvPr/>
          </p:nvSpPr>
          <p:spPr>
            <a:xfrm>
              <a:off x="22271137" y="2000250"/>
              <a:ext cx="15522" cy="133350"/>
            </a:xfrm>
            <a:prstGeom prst="rect">
              <a:avLst/>
            </a:prstGeom>
            <a:solidFill>
              <a:srgbClr val="D55E00"/>
            </a:solidFill>
            <a:ln w="0">
              <a:noFill/>
              <a:prstDash val="solid"/>
            </a:ln>
          </p:spPr>
        </p:sp>
        <p:sp>
          <p:nvSpPr>
            <p:cNvPr id="3728" name="dense-strip-3-cell-66">
              <a:extLst>
                <a:ext uri="{FF2B5EF4-FFF2-40B4-BE49-F238E27FC236}">
                  <a16:creationId xmlns:a16="http://schemas.microsoft.com/office/drawing/2014/main" id="{2AE8393E-529D-41F1-A10B-62CD5E3DCE8D}"/>
                </a:ext>
              </a:extLst>
            </p:cNvPr>
            <p:cNvSpPr>
              <a:spLocks noGrp="1"/>
            </p:cNvSpPr>
            <p:nvPr/>
          </p:nvSpPr>
          <p:spPr>
            <a:xfrm>
              <a:off x="22255758" y="2000250"/>
              <a:ext cx="15522" cy="133350"/>
            </a:xfrm>
            <a:prstGeom prst="rect">
              <a:avLst/>
            </a:prstGeom>
            <a:solidFill>
              <a:srgbClr val="D55E00"/>
            </a:solidFill>
            <a:ln w="0">
              <a:noFill/>
              <a:prstDash val="solid"/>
            </a:ln>
          </p:spPr>
        </p:sp>
        <p:sp>
          <p:nvSpPr>
            <p:cNvPr id="3729" name="dense-strip-3-cell-65">
              <a:extLst>
                <a:ext uri="{FF2B5EF4-FFF2-40B4-BE49-F238E27FC236}">
                  <a16:creationId xmlns:a16="http://schemas.microsoft.com/office/drawing/2014/main" id="{ACCACC24-6B25-40A7-8511-48ED8B3DD970}"/>
                </a:ext>
              </a:extLst>
            </p:cNvPr>
            <p:cNvSpPr>
              <a:spLocks noGrp="1"/>
            </p:cNvSpPr>
            <p:nvPr/>
          </p:nvSpPr>
          <p:spPr>
            <a:xfrm>
              <a:off x="22240379" y="2000250"/>
              <a:ext cx="15522" cy="133350"/>
            </a:xfrm>
            <a:prstGeom prst="rect">
              <a:avLst/>
            </a:prstGeom>
            <a:solidFill>
              <a:srgbClr val="D55E00"/>
            </a:solidFill>
            <a:ln w="0">
              <a:noFill/>
              <a:prstDash val="solid"/>
            </a:ln>
          </p:spPr>
        </p:sp>
        <p:sp>
          <p:nvSpPr>
            <p:cNvPr id="3730" name="dense-strip-3-cell-64">
              <a:extLst>
                <a:ext uri="{FF2B5EF4-FFF2-40B4-BE49-F238E27FC236}">
                  <a16:creationId xmlns:a16="http://schemas.microsoft.com/office/drawing/2014/main" id="{E4CED924-2FFC-4B0D-B3EC-21870552F26D}"/>
                </a:ext>
              </a:extLst>
            </p:cNvPr>
            <p:cNvSpPr>
              <a:spLocks noGrp="1"/>
            </p:cNvSpPr>
            <p:nvPr/>
          </p:nvSpPr>
          <p:spPr>
            <a:xfrm>
              <a:off x="22225000" y="2000250"/>
              <a:ext cx="15522" cy="133350"/>
            </a:xfrm>
            <a:prstGeom prst="rect">
              <a:avLst/>
            </a:prstGeom>
            <a:solidFill>
              <a:srgbClr val="D56003"/>
            </a:solidFill>
            <a:ln w="0">
              <a:noFill/>
              <a:prstDash val="solid"/>
            </a:ln>
          </p:spPr>
        </p:sp>
        <p:sp>
          <p:nvSpPr>
            <p:cNvPr id="3731" name="dense-strip-3-cell-63">
              <a:extLst>
                <a:ext uri="{FF2B5EF4-FFF2-40B4-BE49-F238E27FC236}">
                  <a16:creationId xmlns:a16="http://schemas.microsoft.com/office/drawing/2014/main" id="{E057EAA8-4E0C-464E-BD2A-820DE221C3D5}"/>
                </a:ext>
              </a:extLst>
            </p:cNvPr>
            <p:cNvSpPr>
              <a:spLocks noGrp="1"/>
            </p:cNvSpPr>
            <p:nvPr/>
          </p:nvSpPr>
          <p:spPr>
            <a:xfrm>
              <a:off x="22209621" y="2000250"/>
              <a:ext cx="15522" cy="133350"/>
            </a:xfrm>
            <a:prstGeom prst="rect">
              <a:avLst/>
            </a:prstGeom>
            <a:solidFill>
              <a:srgbClr val="D56710"/>
            </a:solidFill>
            <a:ln w="0">
              <a:noFill/>
              <a:prstDash val="solid"/>
            </a:ln>
          </p:spPr>
        </p:sp>
        <p:sp>
          <p:nvSpPr>
            <p:cNvPr id="3732" name="dense-strip-3-cell-62">
              <a:extLst>
                <a:ext uri="{FF2B5EF4-FFF2-40B4-BE49-F238E27FC236}">
                  <a16:creationId xmlns:a16="http://schemas.microsoft.com/office/drawing/2014/main" id="{CDB5F6B2-8578-4CB7-8114-7AAB8A41A2E0}"/>
                </a:ext>
              </a:extLst>
            </p:cNvPr>
            <p:cNvSpPr>
              <a:spLocks noGrp="1"/>
            </p:cNvSpPr>
            <p:nvPr/>
          </p:nvSpPr>
          <p:spPr>
            <a:xfrm>
              <a:off x="22194242" y="2000250"/>
              <a:ext cx="15522" cy="133350"/>
            </a:xfrm>
            <a:prstGeom prst="rect">
              <a:avLst/>
            </a:prstGeom>
            <a:solidFill>
              <a:srgbClr val="D6792E"/>
            </a:solidFill>
            <a:ln w="0">
              <a:noFill/>
              <a:prstDash val="solid"/>
            </a:ln>
          </p:spPr>
        </p:sp>
        <p:sp>
          <p:nvSpPr>
            <p:cNvPr id="3733" name="dense-strip-3-cell-61">
              <a:extLst>
                <a:ext uri="{FF2B5EF4-FFF2-40B4-BE49-F238E27FC236}">
                  <a16:creationId xmlns:a16="http://schemas.microsoft.com/office/drawing/2014/main" id="{8DA1189E-410E-4E02-A967-FE6846A47F3B}"/>
                </a:ext>
              </a:extLst>
            </p:cNvPr>
            <p:cNvSpPr>
              <a:spLocks noGrp="1"/>
            </p:cNvSpPr>
            <p:nvPr/>
          </p:nvSpPr>
          <p:spPr>
            <a:xfrm>
              <a:off x="22178863" y="2000250"/>
              <a:ext cx="15522" cy="133350"/>
            </a:xfrm>
            <a:prstGeom prst="rect">
              <a:avLst/>
            </a:prstGeom>
            <a:solidFill>
              <a:srgbClr val="D89157"/>
            </a:solidFill>
            <a:ln w="0">
              <a:noFill/>
              <a:prstDash val="solid"/>
            </a:ln>
          </p:spPr>
        </p:sp>
        <p:sp>
          <p:nvSpPr>
            <p:cNvPr id="3734" name="dense-strip-3-cell-60">
              <a:extLst>
                <a:ext uri="{FF2B5EF4-FFF2-40B4-BE49-F238E27FC236}">
                  <a16:creationId xmlns:a16="http://schemas.microsoft.com/office/drawing/2014/main" id="{F8EAC176-8368-42AC-A8AF-FC2593DB1716}"/>
                </a:ext>
              </a:extLst>
            </p:cNvPr>
            <p:cNvSpPr>
              <a:spLocks noGrp="1"/>
            </p:cNvSpPr>
            <p:nvPr/>
          </p:nvSpPr>
          <p:spPr>
            <a:xfrm>
              <a:off x="22163484" y="2000250"/>
              <a:ext cx="15522" cy="133350"/>
            </a:xfrm>
            <a:prstGeom prst="rect">
              <a:avLst/>
            </a:prstGeom>
            <a:solidFill>
              <a:srgbClr val="D8AB84"/>
            </a:solidFill>
            <a:ln w="0">
              <a:noFill/>
              <a:prstDash val="solid"/>
            </a:ln>
          </p:spPr>
        </p:sp>
        <p:sp>
          <p:nvSpPr>
            <p:cNvPr id="3735" name="dense-strip-3-cell-59">
              <a:extLst>
                <a:ext uri="{FF2B5EF4-FFF2-40B4-BE49-F238E27FC236}">
                  <a16:creationId xmlns:a16="http://schemas.microsoft.com/office/drawing/2014/main" id="{ACA9DD98-6371-417E-A7FA-9CE8D2217CBB}"/>
                </a:ext>
              </a:extLst>
            </p:cNvPr>
            <p:cNvSpPr>
              <a:spLocks noGrp="1"/>
            </p:cNvSpPr>
            <p:nvPr/>
          </p:nvSpPr>
          <p:spPr>
            <a:xfrm>
              <a:off x="22148105" y="2000250"/>
              <a:ext cx="15522" cy="133350"/>
            </a:xfrm>
            <a:prstGeom prst="rect">
              <a:avLst/>
            </a:prstGeom>
            <a:solidFill>
              <a:srgbClr val="D8C4B0"/>
            </a:solidFill>
            <a:ln w="0">
              <a:noFill/>
              <a:prstDash val="solid"/>
            </a:ln>
          </p:spPr>
        </p:sp>
        <p:sp>
          <p:nvSpPr>
            <p:cNvPr id="3736" name="dense-strip-3-cell-58">
              <a:extLst>
                <a:ext uri="{FF2B5EF4-FFF2-40B4-BE49-F238E27FC236}">
                  <a16:creationId xmlns:a16="http://schemas.microsoft.com/office/drawing/2014/main" id="{178CA38B-D6B1-4E6A-81B9-C5AF26EE52A9}"/>
                </a:ext>
              </a:extLst>
            </p:cNvPr>
            <p:cNvSpPr>
              <a:spLocks noGrp="1"/>
            </p:cNvSpPr>
            <p:nvPr/>
          </p:nvSpPr>
          <p:spPr>
            <a:xfrm>
              <a:off x="22132727" y="2000250"/>
              <a:ext cx="15522" cy="133350"/>
            </a:xfrm>
            <a:prstGeom prst="rect">
              <a:avLst/>
            </a:prstGeom>
            <a:solidFill>
              <a:srgbClr val="DBDDDA"/>
            </a:solidFill>
            <a:ln w="0">
              <a:noFill/>
              <a:prstDash val="solid"/>
            </a:ln>
          </p:spPr>
        </p:sp>
        <p:sp>
          <p:nvSpPr>
            <p:cNvPr id="3737" name="dense-strip-3-cell-57">
              <a:extLst>
                <a:ext uri="{FF2B5EF4-FFF2-40B4-BE49-F238E27FC236}">
                  <a16:creationId xmlns:a16="http://schemas.microsoft.com/office/drawing/2014/main" id="{DBBF2EE5-A0CF-4256-96C8-FF644D7BBC4B}"/>
                </a:ext>
              </a:extLst>
            </p:cNvPr>
            <p:cNvSpPr>
              <a:spLocks noGrp="1"/>
            </p:cNvSpPr>
            <p:nvPr/>
          </p:nvSpPr>
          <p:spPr>
            <a:xfrm>
              <a:off x="22117348" y="2000250"/>
              <a:ext cx="15522" cy="133350"/>
            </a:xfrm>
            <a:prstGeom prst="rect">
              <a:avLst/>
            </a:prstGeom>
            <a:solidFill>
              <a:srgbClr val="D8E7EB"/>
            </a:solidFill>
            <a:ln w="0">
              <a:noFill/>
              <a:prstDash val="solid"/>
            </a:ln>
          </p:spPr>
        </p:sp>
        <p:sp>
          <p:nvSpPr>
            <p:cNvPr id="3738" name="dense-strip-3-cell-56">
              <a:extLst>
                <a:ext uri="{FF2B5EF4-FFF2-40B4-BE49-F238E27FC236}">
                  <a16:creationId xmlns:a16="http://schemas.microsoft.com/office/drawing/2014/main" id="{E14B0340-CC26-433C-8426-2424A0FB8179}"/>
                </a:ext>
              </a:extLst>
            </p:cNvPr>
            <p:cNvSpPr>
              <a:spLocks noGrp="1"/>
            </p:cNvSpPr>
            <p:nvPr/>
          </p:nvSpPr>
          <p:spPr>
            <a:xfrm>
              <a:off x="22101969" y="2000250"/>
              <a:ext cx="15522" cy="133350"/>
            </a:xfrm>
            <a:prstGeom prst="rect">
              <a:avLst/>
            </a:prstGeom>
            <a:solidFill>
              <a:srgbClr val="DBE8ED"/>
            </a:solidFill>
            <a:ln w="0">
              <a:noFill/>
              <a:prstDash val="solid"/>
            </a:ln>
          </p:spPr>
        </p:sp>
        <p:sp>
          <p:nvSpPr>
            <p:cNvPr id="3739" name="dense-strip-3-cell-55">
              <a:extLst>
                <a:ext uri="{FF2B5EF4-FFF2-40B4-BE49-F238E27FC236}">
                  <a16:creationId xmlns:a16="http://schemas.microsoft.com/office/drawing/2014/main" id="{D6B7B858-2102-49B2-BC3D-EB8832BAEB02}"/>
                </a:ext>
              </a:extLst>
            </p:cNvPr>
            <p:cNvSpPr>
              <a:spLocks noGrp="1"/>
            </p:cNvSpPr>
            <p:nvPr/>
          </p:nvSpPr>
          <p:spPr>
            <a:xfrm>
              <a:off x="22086590" y="2000250"/>
              <a:ext cx="15522" cy="133350"/>
            </a:xfrm>
            <a:prstGeom prst="rect">
              <a:avLst/>
            </a:prstGeom>
            <a:solidFill>
              <a:srgbClr val="DCE8ED"/>
            </a:solidFill>
            <a:ln w="0">
              <a:noFill/>
              <a:prstDash val="solid"/>
            </a:ln>
          </p:spPr>
        </p:sp>
        <p:sp>
          <p:nvSpPr>
            <p:cNvPr id="3740" name="dense-strip-3-cell-54">
              <a:extLst>
                <a:ext uri="{FF2B5EF4-FFF2-40B4-BE49-F238E27FC236}">
                  <a16:creationId xmlns:a16="http://schemas.microsoft.com/office/drawing/2014/main" id="{B63A624E-57A2-4130-9820-A1F21D89ED95}"/>
                </a:ext>
              </a:extLst>
            </p:cNvPr>
            <p:cNvSpPr>
              <a:spLocks noGrp="1"/>
            </p:cNvSpPr>
            <p:nvPr/>
          </p:nvSpPr>
          <p:spPr>
            <a:xfrm>
              <a:off x="22071211" y="2000250"/>
              <a:ext cx="15522" cy="133350"/>
            </a:xfrm>
            <a:prstGeom prst="rect">
              <a:avLst/>
            </a:prstGeom>
            <a:solidFill>
              <a:srgbClr val="DCE8ED"/>
            </a:solidFill>
            <a:ln w="0">
              <a:noFill/>
              <a:prstDash val="solid"/>
            </a:ln>
          </p:spPr>
        </p:sp>
        <p:sp>
          <p:nvSpPr>
            <p:cNvPr id="3741" name="dense-strip-3-cell-53">
              <a:extLst>
                <a:ext uri="{FF2B5EF4-FFF2-40B4-BE49-F238E27FC236}">
                  <a16:creationId xmlns:a16="http://schemas.microsoft.com/office/drawing/2014/main" id="{476BC98D-EB23-4B1C-9136-83C148780D0A}"/>
                </a:ext>
              </a:extLst>
            </p:cNvPr>
            <p:cNvSpPr>
              <a:spLocks noGrp="1"/>
            </p:cNvSpPr>
            <p:nvPr/>
          </p:nvSpPr>
          <p:spPr>
            <a:xfrm>
              <a:off x="22055832" y="2000250"/>
              <a:ext cx="15522" cy="133350"/>
            </a:xfrm>
            <a:prstGeom prst="rect">
              <a:avLst/>
            </a:prstGeom>
            <a:solidFill>
              <a:srgbClr val="DCE8ED"/>
            </a:solidFill>
            <a:ln w="0">
              <a:noFill/>
              <a:prstDash val="solid"/>
            </a:ln>
          </p:spPr>
        </p:sp>
        <p:sp>
          <p:nvSpPr>
            <p:cNvPr id="3742" name="dense-strip-3-cell-52">
              <a:extLst>
                <a:ext uri="{FF2B5EF4-FFF2-40B4-BE49-F238E27FC236}">
                  <a16:creationId xmlns:a16="http://schemas.microsoft.com/office/drawing/2014/main" id="{97817BA6-D618-4729-B2B1-106E78A7328A}"/>
                </a:ext>
              </a:extLst>
            </p:cNvPr>
            <p:cNvSpPr>
              <a:spLocks noGrp="1"/>
            </p:cNvSpPr>
            <p:nvPr/>
          </p:nvSpPr>
          <p:spPr>
            <a:xfrm>
              <a:off x="22040453" y="2000250"/>
              <a:ext cx="15522" cy="133350"/>
            </a:xfrm>
            <a:prstGeom prst="rect">
              <a:avLst/>
            </a:prstGeom>
            <a:solidFill>
              <a:srgbClr val="DCE8ED"/>
            </a:solidFill>
            <a:ln w="0">
              <a:noFill/>
              <a:prstDash val="solid"/>
            </a:ln>
          </p:spPr>
        </p:sp>
        <p:sp>
          <p:nvSpPr>
            <p:cNvPr id="3743" name="dense-strip-3-cell-51">
              <a:extLst>
                <a:ext uri="{FF2B5EF4-FFF2-40B4-BE49-F238E27FC236}">
                  <a16:creationId xmlns:a16="http://schemas.microsoft.com/office/drawing/2014/main" id="{BE69314B-198B-4D21-806C-17E82FB2DD31}"/>
                </a:ext>
              </a:extLst>
            </p:cNvPr>
            <p:cNvSpPr>
              <a:spLocks noGrp="1"/>
            </p:cNvSpPr>
            <p:nvPr/>
          </p:nvSpPr>
          <p:spPr>
            <a:xfrm>
              <a:off x="22025074" y="2000250"/>
              <a:ext cx="15522" cy="133350"/>
            </a:xfrm>
            <a:prstGeom prst="rect">
              <a:avLst/>
            </a:prstGeom>
            <a:solidFill>
              <a:srgbClr val="DCE8ED"/>
            </a:solidFill>
            <a:ln w="0">
              <a:noFill/>
              <a:prstDash val="solid"/>
            </a:ln>
          </p:spPr>
        </p:sp>
        <p:sp>
          <p:nvSpPr>
            <p:cNvPr id="3744" name="dense-strip-3-cell-50">
              <a:extLst>
                <a:ext uri="{FF2B5EF4-FFF2-40B4-BE49-F238E27FC236}">
                  <a16:creationId xmlns:a16="http://schemas.microsoft.com/office/drawing/2014/main" id="{592031B4-C2B7-44AB-AC67-6C873F06CC22}"/>
                </a:ext>
              </a:extLst>
            </p:cNvPr>
            <p:cNvSpPr>
              <a:spLocks noGrp="1"/>
            </p:cNvSpPr>
            <p:nvPr/>
          </p:nvSpPr>
          <p:spPr>
            <a:xfrm>
              <a:off x="22009695" y="2000250"/>
              <a:ext cx="15522" cy="133350"/>
            </a:xfrm>
            <a:prstGeom prst="rect">
              <a:avLst/>
            </a:prstGeom>
            <a:solidFill>
              <a:srgbClr val="DCE8ED"/>
            </a:solidFill>
            <a:ln w="0">
              <a:noFill/>
              <a:prstDash val="solid"/>
            </a:ln>
          </p:spPr>
        </p:sp>
        <p:sp>
          <p:nvSpPr>
            <p:cNvPr id="3745" name="dense-strip-3-cell-49">
              <a:extLst>
                <a:ext uri="{FF2B5EF4-FFF2-40B4-BE49-F238E27FC236}">
                  <a16:creationId xmlns:a16="http://schemas.microsoft.com/office/drawing/2014/main" id="{1BBC1942-97E1-4A73-A958-2024126E2C73}"/>
                </a:ext>
              </a:extLst>
            </p:cNvPr>
            <p:cNvSpPr>
              <a:spLocks noGrp="1"/>
            </p:cNvSpPr>
            <p:nvPr/>
          </p:nvSpPr>
          <p:spPr>
            <a:xfrm>
              <a:off x="21994316" y="2000250"/>
              <a:ext cx="15522" cy="133350"/>
            </a:xfrm>
            <a:prstGeom prst="rect">
              <a:avLst/>
            </a:prstGeom>
            <a:solidFill>
              <a:srgbClr val="DCE8ED"/>
            </a:solidFill>
            <a:ln w="0">
              <a:noFill/>
              <a:prstDash val="solid"/>
            </a:ln>
          </p:spPr>
        </p:sp>
        <p:sp>
          <p:nvSpPr>
            <p:cNvPr id="3746" name="dense-strip-3-cell-48">
              <a:extLst>
                <a:ext uri="{FF2B5EF4-FFF2-40B4-BE49-F238E27FC236}">
                  <a16:creationId xmlns:a16="http://schemas.microsoft.com/office/drawing/2014/main" id="{BBF63A13-3251-4136-AB5E-5895E9CA55E9}"/>
                </a:ext>
              </a:extLst>
            </p:cNvPr>
            <p:cNvSpPr>
              <a:spLocks noGrp="1"/>
            </p:cNvSpPr>
            <p:nvPr/>
          </p:nvSpPr>
          <p:spPr>
            <a:xfrm>
              <a:off x="21978938" y="2000250"/>
              <a:ext cx="15522" cy="133350"/>
            </a:xfrm>
            <a:prstGeom prst="rect">
              <a:avLst/>
            </a:prstGeom>
            <a:solidFill>
              <a:srgbClr val="DCE8ED"/>
            </a:solidFill>
            <a:ln w="0">
              <a:noFill/>
              <a:prstDash val="solid"/>
            </a:ln>
          </p:spPr>
        </p:sp>
        <p:sp>
          <p:nvSpPr>
            <p:cNvPr id="3747" name="dense-strip-3-cell-47">
              <a:extLst>
                <a:ext uri="{FF2B5EF4-FFF2-40B4-BE49-F238E27FC236}">
                  <a16:creationId xmlns:a16="http://schemas.microsoft.com/office/drawing/2014/main" id="{0E15518E-4A70-4ABF-BE4D-EC8A4EBD4832}"/>
                </a:ext>
              </a:extLst>
            </p:cNvPr>
            <p:cNvSpPr>
              <a:spLocks noGrp="1"/>
            </p:cNvSpPr>
            <p:nvPr/>
          </p:nvSpPr>
          <p:spPr>
            <a:xfrm>
              <a:off x="21963559" y="2000250"/>
              <a:ext cx="15522" cy="133350"/>
            </a:xfrm>
            <a:prstGeom prst="rect">
              <a:avLst/>
            </a:prstGeom>
            <a:solidFill>
              <a:srgbClr val="DCE8ED"/>
            </a:solidFill>
            <a:ln w="0">
              <a:noFill/>
              <a:prstDash val="solid"/>
            </a:ln>
          </p:spPr>
        </p:sp>
        <p:sp>
          <p:nvSpPr>
            <p:cNvPr id="3748" name="dense-strip-3-cell-46">
              <a:extLst>
                <a:ext uri="{FF2B5EF4-FFF2-40B4-BE49-F238E27FC236}">
                  <a16:creationId xmlns:a16="http://schemas.microsoft.com/office/drawing/2014/main" id="{81151BEA-E636-4634-9E0A-FDD4DF0E8C06}"/>
                </a:ext>
              </a:extLst>
            </p:cNvPr>
            <p:cNvSpPr>
              <a:spLocks noGrp="1"/>
            </p:cNvSpPr>
            <p:nvPr/>
          </p:nvSpPr>
          <p:spPr>
            <a:xfrm>
              <a:off x="21948180" y="2000250"/>
              <a:ext cx="15522" cy="133350"/>
            </a:xfrm>
            <a:prstGeom prst="rect">
              <a:avLst/>
            </a:prstGeom>
            <a:solidFill>
              <a:srgbClr val="DCE8ED"/>
            </a:solidFill>
            <a:ln w="0">
              <a:noFill/>
              <a:prstDash val="solid"/>
            </a:ln>
          </p:spPr>
        </p:sp>
        <p:sp>
          <p:nvSpPr>
            <p:cNvPr id="3749" name="dense-strip-3-cell-45">
              <a:extLst>
                <a:ext uri="{FF2B5EF4-FFF2-40B4-BE49-F238E27FC236}">
                  <a16:creationId xmlns:a16="http://schemas.microsoft.com/office/drawing/2014/main" id="{898FC5D3-936A-432C-9BB2-B3CCB16B1A3B}"/>
                </a:ext>
              </a:extLst>
            </p:cNvPr>
            <p:cNvSpPr>
              <a:spLocks noGrp="1"/>
            </p:cNvSpPr>
            <p:nvPr/>
          </p:nvSpPr>
          <p:spPr>
            <a:xfrm>
              <a:off x="21932801" y="2000250"/>
              <a:ext cx="15522" cy="133350"/>
            </a:xfrm>
            <a:prstGeom prst="rect">
              <a:avLst/>
            </a:prstGeom>
            <a:solidFill>
              <a:srgbClr val="DCE8ED"/>
            </a:solidFill>
            <a:ln w="0">
              <a:noFill/>
              <a:prstDash val="solid"/>
            </a:ln>
          </p:spPr>
        </p:sp>
        <p:sp>
          <p:nvSpPr>
            <p:cNvPr id="3750" name="dense-strip-3-cell-44">
              <a:extLst>
                <a:ext uri="{FF2B5EF4-FFF2-40B4-BE49-F238E27FC236}">
                  <a16:creationId xmlns:a16="http://schemas.microsoft.com/office/drawing/2014/main" id="{64B15BA9-12BD-48EA-8E62-80111ECAD1E8}"/>
                </a:ext>
              </a:extLst>
            </p:cNvPr>
            <p:cNvSpPr>
              <a:spLocks noGrp="1"/>
            </p:cNvSpPr>
            <p:nvPr/>
          </p:nvSpPr>
          <p:spPr>
            <a:xfrm>
              <a:off x="21917422" y="2000250"/>
              <a:ext cx="15522" cy="133350"/>
            </a:xfrm>
            <a:prstGeom prst="rect">
              <a:avLst/>
            </a:prstGeom>
            <a:solidFill>
              <a:srgbClr val="DCE8ED"/>
            </a:solidFill>
            <a:ln w="0">
              <a:noFill/>
              <a:prstDash val="solid"/>
            </a:ln>
          </p:spPr>
        </p:sp>
        <p:sp>
          <p:nvSpPr>
            <p:cNvPr id="3751" name="dense-strip-3-cell-43">
              <a:extLst>
                <a:ext uri="{FF2B5EF4-FFF2-40B4-BE49-F238E27FC236}">
                  <a16:creationId xmlns:a16="http://schemas.microsoft.com/office/drawing/2014/main" id="{0C93F6CF-FFA5-4944-A6D5-3763213C9FF7}"/>
                </a:ext>
              </a:extLst>
            </p:cNvPr>
            <p:cNvSpPr>
              <a:spLocks noGrp="1"/>
            </p:cNvSpPr>
            <p:nvPr/>
          </p:nvSpPr>
          <p:spPr>
            <a:xfrm>
              <a:off x="21902043" y="2000250"/>
              <a:ext cx="15522" cy="133350"/>
            </a:xfrm>
            <a:prstGeom prst="rect">
              <a:avLst/>
            </a:prstGeom>
            <a:solidFill>
              <a:srgbClr val="DCE8ED"/>
            </a:solidFill>
            <a:ln w="0">
              <a:noFill/>
              <a:prstDash val="solid"/>
            </a:ln>
          </p:spPr>
        </p:sp>
        <p:sp>
          <p:nvSpPr>
            <p:cNvPr id="3752" name="dense-strip-3-cell-42">
              <a:extLst>
                <a:ext uri="{FF2B5EF4-FFF2-40B4-BE49-F238E27FC236}">
                  <a16:creationId xmlns:a16="http://schemas.microsoft.com/office/drawing/2014/main" id="{F4819C52-4B52-47DF-B4FB-6FD1DDCFF432}"/>
                </a:ext>
              </a:extLst>
            </p:cNvPr>
            <p:cNvSpPr>
              <a:spLocks noGrp="1"/>
            </p:cNvSpPr>
            <p:nvPr/>
          </p:nvSpPr>
          <p:spPr>
            <a:xfrm>
              <a:off x="21886664" y="2000250"/>
              <a:ext cx="15522" cy="133350"/>
            </a:xfrm>
            <a:prstGeom prst="rect">
              <a:avLst/>
            </a:prstGeom>
            <a:solidFill>
              <a:srgbClr val="DCE8ED"/>
            </a:solidFill>
            <a:ln w="0">
              <a:noFill/>
              <a:prstDash val="solid"/>
            </a:ln>
          </p:spPr>
        </p:sp>
        <p:sp>
          <p:nvSpPr>
            <p:cNvPr id="3753" name="dense-strip-3-cell-41">
              <a:extLst>
                <a:ext uri="{FF2B5EF4-FFF2-40B4-BE49-F238E27FC236}">
                  <a16:creationId xmlns:a16="http://schemas.microsoft.com/office/drawing/2014/main" id="{ED6DF1D8-5C59-4E86-A0FC-D0D9B57CE23D}"/>
                </a:ext>
              </a:extLst>
            </p:cNvPr>
            <p:cNvSpPr>
              <a:spLocks noGrp="1"/>
            </p:cNvSpPr>
            <p:nvPr/>
          </p:nvSpPr>
          <p:spPr>
            <a:xfrm>
              <a:off x="21871285" y="2000250"/>
              <a:ext cx="15522" cy="133350"/>
            </a:xfrm>
            <a:prstGeom prst="rect">
              <a:avLst/>
            </a:prstGeom>
            <a:solidFill>
              <a:srgbClr val="DCE8ED"/>
            </a:solidFill>
            <a:ln w="0">
              <a:noFill/>
              <a:prstDash val="solid"/>
            </a:ln>
          </p:spPr>
        </p:sp>
        <p:sp>
          <p:nvSpPr>
            <p:cNvPr id="3754" name="dense-strip-3-cell-40">
              <a:extLst>
                <a:ext uri="{FF2B5EF4-FFF2-40B4-BE49-F238E27FC236}">
                  <a16:creationId xmlns:a16="http://schemas.microsoft.com/office/drawing/2014/main" id="{8EA35AD1-5D3A-48BF-9746-FA70769737CD}"/>
                </a:ext>
              </a:extLst>
            </p:cNvPr>
            <p:cNvSpPr>
              <a:spLocks noGrp="1"/>
            </p:cNvSpPr>
            <p:nvPr/>
          </p:nvSpPr>
          <p:spPr>
            <a:xfrm>
              <a:off x="21855906" y="2000250"/>
              <a:ext cx="15522" cy="133350"/>
            </a:xfrm>
            <a:prstGeom prst="rect">
              <a:avLst/>
            </a:prstGeom>
            <a:solidFill>
              <a:srgbClr val="DCE8ED"/>
            </a:solidFill>
            <a:ln w="0">
              <a:noFill/>
              <a:prstDash val="solid"/>
            </a:ln>
          </p:spPr>
        </p:sp>
        <p:sp>
          <p:nvSpPr>
            <p:cNvPr id="3755" name="dense-strip-3-cell-39">
              <a:extLst>
                <a:ext uri="{FF2B5EF4-FFF2-40B4-BE49-F238E27FC236}">
                  <a16:creationId xmlns:a16="http://schemas.microsoft.com/office/drawing/2014/main" id="{63FF375D-C9B0-4394-AF96-0FBCDCA92BA0}"/>
                </a:ext>
              </a:extLst>
            </p:cNvPr>
            <p:cNvSpPr>
              <a:spLocks noGrp="1"/>
            </p:cNvSpPr>
            <p:nvPr/>
          </p:nvSpPr>
          <p:spPr>
            <a:xfrm>
              <a:off x="21840527" y="2000250"/>
              <a:ext cx="15522" cy="133350"/>
            </a:xfrm>
            <a:prstGeom prst="rect">
              <a:avLst/>
            </a:prstGeom>
            <a:solidFill>
              <a:srgbClr val="DCE8ED"/>
            </a:solidFill>
            <a:ln w="0">
              <a:noFill/>
              <a:prstDash val="solid"/>
            </a:ln>
          </p:spPr>
        </p:sp>
        <p:sp>
          <p:nvSpPr>
            <p:cNvPr id="3756" name="dense-strip-3-cell-38">
              <a:extLst>
                <a:ext uri="{FF2B5EF4-FFF2-40B4-BE49-F238E27FC236}">
                  <a16:creationId xmlns:a16="http://schemas.microsoft.com/office/drawing/2014/main" id="{E5725DF9-D114-4F8B-805A-8E656DE37EE9}"/>
                </a:ext>
              </a:extLst>
            </p:cNvPr>
            <p:cNvSpPr>
              <a:spLocks noGrp="1"/>
            </p:cNvSpPr>
            <p:nvPr/>
          </p:nvSpPr>
          <p:spPr>
            <a:xfrm>
              <a:off x="21825148" y="2000250"/>
              <a:ext cx="15522" cy="133350"/>
            </a:xfrm>
            <a:prstGeom prst="rect">
              <a:avLst/>
            </a:prstGeom>
            <a:solidFill>
              <a:srgbClr val="DCE8ED"/>
            </a:solidFill>
            <a:ln w="0">
              <a:noFill/>
              <a:prstDash val="solid"/>
            </a:ln>
          </p:spPr>
        </p:sp>
        <p:sp>
          <p:nvSpPr>
            <p:cNvPr id="3757" name="dense-strip-3-cell-37">
              <a:extLst>
                <a:ext uri="{FF2B5EF4-FFF2-40B4-BE49-F238E27FC236}">
                  <a16:creationId xmlns:a16="http://schemas.microsoft.com/office/drawing/2014/main" id="{B538A7E9-7A50-4471-9F00-FA6D41034876}"/>
                </a:ext>
              </a:extLst>
            </p:cNvPr>
            <p:cNvSpPr>
              <a:spLocks noGrp="1"/>
            </p:cNvSpPr>
            <p:nvPr/>
          </p:nvSpPr>
          <p:spPr>
            <a:xfrm>
              <a:off x="21809770" y="2000250"/>
              <a:ext cx="15522" cy="133350"/>
            </a:xfrm>
            <a:prstGeom prst="rect">
              <a:avLst/>
            </a:prstGeom>
            <a:solidFill>
              <a:srgbClr val="DCE8ED"/>
            </a:solidFill>
            <a:ln w="0">
              <a:noFill/>
              <a:prstDash val="solid"/>
            </a:ln>
          </p:spPr>
        </p:sp>
        <p:sp>
          <p:nvSpPr>
            <p:cNvPr id="3758" name="dense-strip-3-cell-36">
              <a:extLst>
                <a:ext uri="{FF2B5EF4-FFF2-40B4-BE49-F238E27FC236}">
                  <a16:creationId xmlns:a16="http://schemas.microsoft.com/office/drawing/2014/main" id="{2BCF2A72-7FDB-409D-A682-29361AF8D165}"/>
                </a:ext>
              </a:extLst>
            </p:cNvPr>
            <p:cNvSpPr>
              <a:spLocks noGrp="1"/>
            </p:cNvSpPr>
            <p:nvPr/>
          </p:nvSpPr>
          <p:spPr>
            <a:xfrm>
              <a:off x="21794391" y="2000250"/>
              <a:ext cx="15522" cy="133350"/>
            </a:xfrm>
            <a:prstGeom prst="rect">
              <a:avLst/>
            </a:prstGeom>
            <a:solidFill>
              <a:srgbClr val="DCE8ED"/>
            </a:solidFill>
            <a:ln w="0">
              <a:noFill/>
              <a:prstDash val="solid"/>
            </a:ln>
          </p:spPr>
        </p:sp>
        <p:sp>
          <p:nvSpPr>
            <p:cNvPr id="3759" name="dense-strip-3-cell-35">
              <a:extLst>
                <a:ext uri="{FF2B5EF4-FFF2-40B4-BE49-F238E27FC236}">
                  <a16:creationId xmlns:a16="http://schemas.microsoft.com/office/drawing/2014/main" id="{8FB0AD39-2019-4209-8668-1EA2FA20E26D}"/>
                </a:ext>
              </a:extLst>
            </p:cNvPr>
            <p:cNvSpPr>
              <a:spLocks noGrp="1"/>
            </p:cNvSpPr>
            <p:nvPr/>
          </p:nvSpPr>
          <p:spPr>
            <a:xfrm>
              <a:off x="21779012" y="2000250"/>
              <a:ext cx="15522" cy="133350"/>
            </a:xfrm>
            <a:prstGeom prst="rect">
              <a:avLst/>
            </a:prstGeom>
            <a:solidFill>
              <a:srgbClr val="DCE8ED"/>
            </a:solidFill>
            <a:ln w="0">
              <a:noFill/>
              <a:prstDash val="solid"/>
            </a:ln>
          </p:spPr>
        </p:sp>
        <p:sp>
          <p:nvSpPr>
            <p:cNvPr id="3760" name="dense-strip-3-cell-34">
              <a:extLst>
                <a:ext uri="{FF2B5EF4-FFF2-40B4-BE49-F238E27FC236}">
                  <a16:creationId xmlns:a16="http://schemas.microsoft.com/office/drawing/2014/main" id="{E040D94C-DD52-4CF4-890F-7096C9BDBA00}"/>
                </a:ext>
              </a:extLst>
            </p:cNvPr>
            <p:cNvSpPr>
              <a:spLocks noGrp="1"/>
            </p:cNvSpPr>
            <p:nvPr/>
          </p:nvSpPr>
          <p:spPr>
            <a:xfrm>
              <a:off x="21763633" y="2000250"/>
              <a:ext cx="15522" cy="133350"/>
            </a:xfrm>
            <a:prstGeom prst="rect">
              <a:avLst/>
            </a:prstGeom>
            <a:solidFill>
              <a:srgbClr val="DCE8ED"/>
            </a:solidFill>
            <a:ln w="0">
              <a:noFill/>
              <a:prstDash val="solid"/>
            </a:ln>
          </p:spPr>
        </p:sp>
        <p:sp>
          <p:nvSpPr>
            <p:cNvPr id="3761" name="dense-strip-3-cell-33">
              <a:extLst>
                <a:ext uri="{FF2B5EF4-FFF2-40B4-BE49-F238E27FC236}">
                  <a16:creationId xmlns:a16="http://schemas.microsoft.com/office/drawing/2014/main" id="{A4095D07-6A26-4FED-8048-74AA0161583F}"/>
                </a:ext>
              </a:extLst>
            </p:cNvPr>
            <p:cNvSpPr>
              <a:spLocks noGrp="1"/>
            </p:cNvSpPr>
            <p:nvPr/>
          </p:nvSpPr>
          <p:spPr>
            <a:xfrm>
              <a:off x="21748254" y="2000250"/>
              <a:ext cx="15522" cy="133350"/>
            </a:xfrm>
            <a:prstGeom prst="rect">
              <a:avLst/>
            </a:prstGeom>
            <a:solidFill>
              <a:srgbClr val="DCE8ED"/>
            </a:solidFill>
            <a:ln w="0">
              <a:noFill/>
              <a:prstDash val="solid"/>
            </a:ln>
          </p:spPr>
        </p:sp>
        <p:sp>
          <p:nvSpPr>
            <p:cNvPr id="3762" name="dense-strip-3-cell-32">
              <a:extLst>
                <a:ext uri="{FF2B5EF4-FFF2-40B4-BE49-F238E27FC236}">
                  <a16:creationId xmlns:a16="http://schemas.microsoft.com/office/drawing/2014/main" id="{405CD174-8244-42BB-8154-D4FE8653C618}"/>
                </a:ext>
              </a:extLst>
            </p:cNvPr>
            <p:cNvSpPr>
              <a:spLocks noGrp="1"/>
            </p:cNvSpPr>
            <p:nvPr/>
          </p:nvSpPr>
          <p:spPr>
            <a:xfrm>
              <a:off x="21732875" y="2000250"/>
              <a:ext cx="15522" cy="133350"/>
            </a:xfrm>
            <a:prstGeom prst="rect">
              <a:avLst/>
            </a:prstGeom>
            <a:solidFill>
              <a:srgbClr val="DCE8ED"/>
            </a:solidFill>
            <a:ln w="0">
              <a:noFill/>
              <a:prstDash val="solid"/>
            </a:ln>
          </p:spPr>
        </p:sp>
        <p:sp>
          <p:nvSpPr>
            <p:cNvPr id="3763" name="dense-strip-3-cell-31">
              <a:extLst>
                <a:ext uri="{FF2B5EF4-FFF2-40B4-BE49-F238E27FC236}">
                  <a16:creationId xmlns:a16="http://schemas.microsoft.com/office/drawing/2014/main" id="{8AE79731-9833-448D-9F1B-43B5EEF5A22D}"/>
                </a:ext>
              </a:extLst>
            </p:cNvPr>
            <p:cNvSpPr>
              <a:spLocks noGrp="1"/>
            </p:cNvSpPr>
            <p:nvPr/>
          </p:nvSpPr>
          <p:spPr>
            <a:xfrm>
              <a:off x="21717496" y="2000250"/>
              <a:ext cx="15522" cy="133350"/>
            </a:xfrm>
            <a:prstGeom prst="rect">
              <a:avLst/>
            </a:prstGeom>
            <a:solidFill>
              <a:srgbClr val="DCE8ED"/>
            </a:solidFill>
            <a:ln w="0">
              <a:noFill/>
              <a:prstDash val="solid"/>
            </a:ln>
          </p:spPr>
        </p:sp>
        <p:sp>
          <p:nvSpPr>
            <p:cNvPr id="3764" name="dense-strip-3-cell-30">
              <a:extLst>
                <a:ext uri="{FF2B5EF4-FFF2-40B4-BE49-F238E27FC236}">
                  <a16:creationId xmlns:a16="http://schemas.microsoft.com/office/drawing/2014/main" id="{41152910-BB4A-4110-808B-21AE40FEF8EA}"/>
                </a:ext>
              </a:extLst>
            </p:cNvPr>
            <p:cNvSpPr>
              <a:spLocks noGrp="1"/>
            </p:cNvSpPr>
            <p:nvPr/>
          </p:nvSpPr>
          <p:spPr>
            <a:xfrm>
              <a:off x="21702117" y="2000250"/>
              <a:ext cx="15522" cy="133350"/>
            </a:xfrm>
            <a:prstGeom prst="rect">
              <a:avLst/>
            </a:prstGeom>
            <a:solidFill>
              <a:srgbClr val="DAE7EC"/>
            </a:solidFill>
            <a:ln w="0">
              <a:noFill/>
              <a:prstDash val="solid"/>
            </a:ln>
          </p:spPr>
        </p:sp>
        <p:sp>
          <p:nvSpPr>
            <p:cNvPr id="3765" name="dense-strip-3-cell-29">
              <a:extLst>
                <a:ext uri="{FF2B5EF4-FFF2-40B4-BE49-F238E27FC236}">
                  <a16:creationId xmlns:a16="http://schemas.microsoft.com/office/drawing/2014/main" id="{75E9F311-CDC1-4F9B-A9B7-AB7F6DF3C202}"/>
                </a:ext>
              </a:extLst>
            </p:cNvPr>
            <p:cNvSpPr>
              <a:spLocks noGrp="1"/>
            </p:cNvSpPr>
            <p:nvPr/>
          </p:nvSpPr>
          <p:spPr>
            <a:xfrm>
              <a:off x="21686738" y="2000250"/>
              <a:ext cx="15522" cy="133350"/>
            </a:xfrm>
            <a:prstGeom prst="rect">
              <a:avLst/>
            </a:prstGeom>
            <a:solidFill>
              <a:srgbClr val="D1E2EA"/>
            </a:solidFill>
            <a:ln w="0">
              <a:noFill/>
              <a:prstDash val="solid"/>
            </a:ln>
          </p:spPr>
        </p:sp>
        <p:sp>
          <p:nvSpPr>
            <p:cNvPr id="3766" name="dense-strip-3-cell-28">
              <a:extLst>
                <a:ext uri="{FF2B5EF4-FFF2-40B4-BE49-F238E27FC236}">
                  <a16:creationId xmlns:a16="http://schemas.microsoft.com/office/drawing/2014/main" id="{582F31E8-AA3B-427A-A05A-20631E97A240}"/>
                </a:ext>
              </a:extLst>
            </p:cNvPr>
            <p:cNvSpPr>
              <a:spLocks noGrp="1"/>
            </p:cNvSpPr>
            <p:nvPr/>
          </p:nvSpPr>
          <p:spPr>
            <a:xfrm>
              <a:off x="21671359" y="2000250"/>
              <a:ext cx="15522" cy="133350"/>
            </a:xfrm>
            <a:prstGeom prst="rect">
              <a:avLst/>
            </a:prstGeom>
            <a:solidFill>
              <a:srgbClr val="B7D4E3"/>
            </a:solidFill>
            <a:ln w="0">
              <a:noFill/>
              <a:prstDash val="solid"/>
            </a:ln>
          </p:spPr>
        </p:sp>
        <p:sp>
          <p:nvSpPr>
            <p:cNvPr id="3767" name="dense-strip-3-cell-27">
              <a:extLst>
                <a:ext uri="{FF2B5EF4-FFF2-40B4-BE49-F238E27FC236}">
                  <a16:creationId xmlns:a16="http://schemas.microsoft.com/office/drawing/2014/main" id="{A2820C44-7151-46CB-B9EC-F8263DBAAE20}"/>
                </a:ext>
              </a:extLst>
            </p:cNvPr>
            <p:cNvSpPr>
              <a:spLocks noGrp="1"/>
            </p:cNvSpPr>
            <p:nvPr/>
          </p:nvSpPr>
          <p:spPr>
            <a:xfrm>
              <a:off x="21655980" y="2000250"/>
              <a:ext cx="15522" cy="133350"/>
            </a:xfrm>
            <a:prstGeom prst="rect">
              <a:avLst/>
            </a:prstGeom>
            <a:solidFill>
              <a:srgbClr val="98C3DB"/>
            </a:solidFill>
            <a:ln w="0">
              <a:noFill/>
              <a:prstDash val="solid"/>
            </a:ln>
          </p:spPr>
        </p:sp>
        <p:sp>
          <p:nvSpPr>
            <p:cNvPr id="3768" name="dense-strip-3-cell-26">
              <a:extLst>
                <a:ext uri="{FF2B5EF4-FFF2-40B4-BE49-F238E27FC236}">
                  <a16:creationId xmlns:a16="http://schemas.microsoft.com/office/drawing/2014/main" id="{5FECE69D-FEC4-4877-9E1C-0E7FADD04ED7}"/>
                </a:ext>
              </a:extLst>
            </p:cNvPr>
            <p:cNvSpPr>
              <a:spLocks noGrp="1"/>
            </p:cNvSpPr>
            <p:nvPr/>
          </p:nvSpPr>
          <p:spPr>
            <a:xfrm>
              <a:off x="21640602" y="2000250"/>
              <a:ext cx="15522" cy="133350"/>
            </a:xfrm>
            <a:prstGeom prst="rect">
              <a:avLst/>
            </a:prstGeom>
            <a:solidFill>
              <a:srgbClr val="72AFD1"/>
            </a:solidFill>
            <a:ln w="0">
              <a:noFill/>
              <a:prstDash val="solid"/>
            </a:ln>
          </p:spPr>
        </p:sp>
        <p:sp>
          <p:nvSpPr>
            <p:cNvPr id="3769" name="dense-strip-3-cell-25">
              <a:extLst>
                <a:ext uri="{FF2B5EF4-FFF2-40B4-BE49-F238E27FC236}">
                  <a16:creationId xmlns:a16="http://schemas.microsoft.com/office/drawing/2014/main" id="{57B971D8-0527-432A-91BD-054CCC87AAC8}"/>
                </a:ext>
              </a:extLst>
            </p:cNvPr>
            <p:cNvSpPr>
              <a:spLocks noGrp="1"/>
            </p:cNvSpPr>
            <p:nvPr/>
          </p:nvSpPr>
          <p:spPr>
            <a:xfrm>
              <a:off x="21625223" y="2000250"/>
              <a:ext cx="15522" cy="133350"/>
            </a:xfrm>
            <a:prstGeom prst="rect">
              <a:avLst/>
            </a:prstGeom>
            <a:solidFill>
              <a:srgbClr val="4B9AC6"/>
            </a:solidFill>
            <a:ln w="0">
              <a:noFill/>
              <a:prstDash val="solid"/>
            </a:ln>
          </p:spPr>
        </p:sp>
        <p:sp>
          <p:nvSpPr>
            <p:cNvPr id="3770" name="dense-strip-3-cell-24">
              <a:extLst>
                <a:ext uri="{FF2B5EF4-FFF2-40B4-BE49-F238E27FC236}">
                  <a16:creationId xmlns:a16="http://schemas.microsoft.com/office/drawing/2014/main" id="{D908E37F-A627-4602-82F9-F58B465B8329}"/>
                </a:ext>
              </a:extLst>
            </p:cNvPr>
            <p:cNvSpPr>
              <a:spLocks noGrp="1"/>
            </p:cNvSpPr>
            <p:nvPr/>
          </p:nvSpPr>
          <p:spPr>
            <a:xfrm>
              <a:off x="21609844" y="2000250"/>
              <a:ext cx="15522" cy="133350"/>
            </a:xfrm>
            <a:prstGeom prst="rect">
              <a:avLst/>
            </a:prstGeom>
            <a:solidFill>
              <a:srgbClr val="2A88BD"/>
            </a:solidFill>
            <a:ln w="0">
              <a:noFill/>
              <a:prstDash val="solid"/>
            </a:ln>
          </p:spPr>
        </p:sp>
        <p:sp>
          <p:nvSpPr>
            <p:cNvPr id="3771" name="dense-strip-3-cell-23">
              <a:extLst>
                <a:ext uri="{FF2B5EF4-FFF2-40B4-BE49-F238E27FC236}">
                  <a16:creationId xmlns:a16="http://schemas.microsoft.com/office/drawing/2014/main" id="{ADF62B95-7339-4024-9B84-1991B8B21B64}"/>
                </a:ext>
              </a:extLst>
            </p:cNvPr>
            <p:cNvSpPr>
              <a:spLocks noGrp="1"/>
            </p:cNvSpPr>
            <p:nvPr/>
          </p:nvSpPr>
          <p:spPr>
            <a:xfrm>
              <a:off x="21594465" y="2000250"/>
              <a:ext cx="15522" cy="133350"/>
            </a:xfrm>
            <a:prstGeom prst="rect">
              <a:avLst/>
            </a:prstGeom>
            <a:solidFill>
              <a:srgbClr val="147DB7"/>
            </a:solidFill>
            <a:ln w="0">
              <a:noFill/>
              <a:prstDash val="solid"/>
            </a:ln>
          </p:spPr>
        </p:sp>
        <p:sp>
          <p:nvSpPr>
            <p:cNvPr id="3772" name="dense-strip-3-cell-22">
              <a:extLst>
                <a:ext uri="{FF2B5EF4-FFF2-40B4-BE49-F238E27FC236}">
                  <a16:creationId xmlns:a16="http://schemas.microsoft.com/office/drawing/2014/main" id="{0C64C4F8-E751-4A44-949E-F00D98636E14}"/>
                </a:ext>
              </a:extLst>
            </p:cNvPr>
            <p:cNvSpPr>
              <a:spLocks noGrp="1"/>
            </p:cNvSpPr>
            <p:nvPr/>
          </p:nvSpPr>
          <p:spPr>
            <a:xfrm>
              <a:off x="21579086" y="2000250"/>
              <a:ext cx="15522" cy="133350"/>
            </a:xfrm>
            <a:prstGeom prst="rect">
              <a:avLst/>
            </a:prstGeom>
            <a:solidFill>
              <a:srgbClr val="0876B4"/>
            </a:solidFill>
            <a:ln w="0">
              <a:noFill/>
              <a:prstDash val="solid"/>
            </a:ln>
          </p:spPr>
        </p:sp>
        <p:sp>
          <p:nvSpPr>
            <p:cNvPr id="3773" name="dense-strip-3-cell-21">
              <a:extLst>
                <a:ext uri="{FF2B5EF4-FFF2-40B4-BE49-F238E27FC236}">
                  <a16:creationId xmlns:a16="http://schemas.microsoft.com/office/drawing/2014/main" id="{CA16E609-53AE-4BA9-AF45-9287A2A315FC}"/>
                </a:ext>
              </a:extLst>
            </p:cNvPr>
            <p:cNvSpPr>
              <a:spLocks noGrp="1"/>
            </p:cNvSpPr>
            <p:nvPr/>
          </p:nvSpPr>
          <p:spPr>
            <a:xfrm>
              <a:off x="21563707" y="2000250"/>
              <a:ext cx="15522" cy="133350"/>
            </a:xfrm>
            <a:prstGeom prst="rect">
              <a:avLst/>
            </a:prstGeom>
            <a:solidFill>
              <a:srgbClr val="0273B2"/>
            </a:solidFill>
            <a:ln w="0">
              <a:noFill/>
              <a:prstDash val="solid"/>
            </a:ln>
          </p:spPr>
        </p:sp>
        <p:sp>
          <p:nvSpPr>
            <p:cNvPr id="3774" name="dense-strip-3-cell-20">
              <a:extLst>
                <a:ext uri="{FF2B5EF4-FFF2-40B4-BE49-F238E27FC236}">
                  <a16:creationId xmlns:a16="http://schemas.microsoft.com/office/drawing/2014/main" id="{14A652C8-8294-44C4-B74B-F65A71BB9118}"/>
                </a:ext>
              </a:extLst>
            </p:cNvPr>
            <p:cNvSpPr>
              <a:spLocks noGrp="1"/>
            </p:cNvSpPr>
            <p:nvPr/>
          </p:nvSpPr>
          <p:spPr>
            <a:xfrm>
              <a:off x="21548328" y="2000250"/>
              <a:ext cx="15522" cy="133350"/>
            </a:xfrm>
            <a:prstGeom prst="rect">
              <a:avLst/>
            </a:prstGeom>
            <a:solidFill>
              <a:srgbClr val="0072B2"/>
            </a:solidFill>
            <a:ln w="0">
              <a:noFill/>
              <a:prstDash val="solid"/>
            </a:ln>
          </p:spPr>
        </p:sp>
        <p:sp>
          <p:nvSpPr>
            <p:cNvPr id="3775" name="dense-strip-3-cell-19">
              <a:extLst>
                <a:ext uri="{FF2B5EF4-FFF2-40B4-BE49-F238E27FC236}">
                  <a16:creationId xmlns:a16="http://schemas.microsoft.com/office/drawing/2014/main" id="{490646EE-4A0E-4F78-A25C-566A3C231CD0}"/>
                </a:ext>
              </a:extLst>
            </p:cNvPr>
            <p:cNvSpPr>
              <a:spLocks noGrp="1"/>
            </p:cNvSpPr>
            <p:nvPr/>
          </p:nvSpPr>
          <p:spPr>
            <a:xfrm>
              <a:off x="21532949" y="2000250"/>
              <a:ext cx="15522" cy="133350"/>
            </a:xfrm>
            <a:prstGeom prst="rect">
              <a:avLst/>
            </a:prstGeom>
            <a:solidFill>
              <a:srgbClr val="0072B2"/>
            </a:solidFill>
            <a:ln w="0">
              <a:noFill/>
              <a:prstDash val="solid"/>
            </a:ln>
          </p:spPr>
        </p:sp>
        <p:sp>
          <p:nvSpPr>
            <p:cNvPr id="3776" name="dense-strip-3-cell-18">
              <a:extLst>
                <a:ext uri="{FF2B5EF4-FFF2-40B4-BE49-F238E27FC236}">
                  <a16:creationId xmlns:a16="http://schemas.microsoft.com/office/drawing/2014/main" id="{A10E96AE-FA2E-4584-8F5C-8E88D581CA99}"/>
                </a:ext>
              </a:extLst>
            </p:cNvPr>
            <p:cNvSpPr>
              <a:spLocks noGrp="1"/>
            </p:cNvSpPr>
            <p:nvPr/>
          </p:nvSpPr>
          <p:spPr>
            <a:xfrm>
              <a:off x="21517570" y="2000250"/>
              <a:ext cx="15522" cy="133350"/>
            </a:xfrm>
            <a:prstGeom prst="rect">
              <a:avLst/>
            </a:prstGeom>
            <a:solidFill>
              <a:srgbClr val="0072B2"/>
            </a:solidFill>
            <a:ln w="0">
              <a:noFill/>
              <a:prstDash val="solid"/>
            </a:ln>
          </p:spPr>
        </p:sp>
        <p:sp>
          <p:nvSpPr>
            <p:cNvPr id="3777" name="dense-strip-3-cell-17">
              <a:extLst>
                <a:ext uri="{FF2B5EF4-FFF2-40B4-BE49-F238E27FC236}">
                  <a16:creationId xmlns:a16="http://schemas.microsoft.com/office/drawing/2014/main" id="{574EEFD4-80C2-44CC-A173-81FC5B8FB0AB}"/>
                </a:ext>
              </a:extLst>
            </p:cNvPr>
            <p:cNvSpPr>
              <a:spLocks noGrp="1"/>
            </p:cNvSpPr>
            <p:nvPr/>
          </p:nvSpPr>
          <p:spPr>
            <a:xfrm>
              <a:off x="21502191" y="2000250"/>
              <a:ext cx="15522" cy="133350"/>
            </a:xfrm>
            <a:prstGeom prst="rect">
              <a:avLst/>
            </a:prstGeom>
            <a:solidFill>
              <a:srgbClr val="0072B2"/>
            </a:solidFill>
            <a:ln w="0">
              <a:noFill/>
              <a:prstDash val="solid"/>
            </a:ln>
          </p:spPr>
        </p:sp>
        <p:sp>
          <p:nvSpPr>
            <p:cNvPr id="3778" name="dense-strip-3-cell-16">
              <a:extLst>
                <a:ext uri="{FF2B5EF4-FFF2-40B4-BE49-F238E27FC236}">
                  <a16:creationId xmlns:a16="http://schemas.microsoft.com/office/drawing/2014/main" id="{4D3AA554-4FC5-466A-A57A-0BCCE85C36AE}"/>
                </a:ext>
              </a:extLst>
            </p:cNvPr>
            <p:cNvSpPr>
              <a:spLocks noGrp="1"/>
            </p:cNvSpPr>
            <p:nvPr/>
          </p:nvSpPr>
          <p:spPr>
            <a:xfrm>
              <a:off x="21486813" y="2000250"/>
              <a:ext cx="15522" cy="133350"/>
            </a:xfrm>
            <a:prstGeom prst="rect">
              <a:avLst/>
            </a:prstGeom>
            <a:solidFill>
              <a:srgbClr val="0072B2"/>
            </a:solidFill>
            <a:ln w="0">
              <a:noFill/>
              <a:prstDash val="solid"/>
            </a:ln>
          </p:spPr>
        </p:sp>
        <p:sp>
          <p:nvSpPr>
            <p:cNvPr id="3779" name="dense-strip-3-cell-15">
              <a:extLst>
                <a:ext uri="{FF2B5EF4-FFF2-40B4-BE49-F238E27FC236}">
                  <a16:creationId xmlns:a16="http://schemas.microsoft.com/office/drawing/2014/main" id="{EEAB3956-4FFE-4B23-8A34-313934AF55B2}"/>
                </a:ext>
              </a:extLst>
            </p:cNvPr>
            <p:cNvSpPr>
              <a:spLocks noGrp="1"/>
            </p:cNvSpPr>
            <p:nvPr/>
          </p:nvSpPr>
          <p:spPr>
            <a:xfrm>
              <a:off x="21471434" y="2000250"/>
              <a:ext cx="15522" cy="133350"/>
            </a:xfrm>
            <a:prstGeom prst="rect">
              <a:avLst/>
            </a:prstGeom>
            <a:solidFill>
              <a:srgbClr val="0072B2"/>
            </a:solidFill>
            <a:ln w="0">
              <a:noFill/>
              <a:prstDash val="solid"/>
            </a:ln>
          </p:spPr>
        </p:sp>
        <p:sp>
          <p:nvSpPr>
            <p:cNvPr id="3780" name="dense-strip-3-cell-14">
              <a:extLst>
                <a:ext uri="{FF2B5EF4-FFF2-40B4-BE49-F238E27FC236}">
                  <a16:creationId xmlns:a16="http://schemas.microsoft.com/office/drawing/2014/main" id="{5F64B57F-F786-4CEB-AA55-F91E6007F483}"/>
                </a:ext>
              </a:extLst>
            </p:cNvPr>
            <p:cNvSpPr>
              <a:spLocks noGrp="1"/>
            </p:cNvSpPr>
            <p:nvPr/>
          </p:nvSpPr>
          <p:spPr>
            <a:xfrm>
              <a:off x="21456055" y="2000250"/>
              <a:ext cx="15522" cy="133350"/>
            </a:xfrm>
            <a:prstGeom prst="rect">
              <a:avLst/>
            </a:prstGeom>
            <a:solidFill>
              <a:srgbClr val="0072B2"/>
            </a:solidFill>
            <a:ln w="0">
              <a:noFill/>
              <a:prstDash val="solid"/>
            </a:ln>
          </p:spPr>
        </p:sp>
        <p:sp>
          <p:nvSpPr>
            <p:cNvPr id="3781" name="dense-strip-3-cell-13">
              <a:extLst>
                <a:ext uri="{FF2B5EF4-FFF2-40B4-BE49-F238E27FC236}">
                  <a16:creationId xmlns:a16="http://schemas.microsoft.com/office/drawing/2014/main" id="{A7C5F8C2-EC67-4E02-824E-AB91A5B7DA36}"/>
                </a:ext>
              </a:extLst>
            </p:cNvPr>
            <p:cNvSpPr>
              <a:spLocks noGrp="1"/>
            </p:cNvSpPr>
            <p:nvPr/>
          </p:nvSpPr>
          <p:spPr>
            <a:xfrm>
              <a:off x="21440676" y="2000250"/>
              <a:ext cx="15522" cy="133350"/>
            </a:xfrm>
            <a:prstGeom prst="rect">
              <a:avLst/>
            </a:prstGeom>
            <a:solidFill>
              <a:srgbClr val="0072B2"/>
            </a:solidFill>
            <a:ln w="0">
              <a:noFill/>
              <a:prstDash val="solid"/>
            </a:ln>
          </p:spPr>
        </p:sp>
        <p:sp>
          <p:nvSpPr>
            <p:cNvPr id="3782" name="dense-strip-3-cell-12">
              <a:extLst>
                <a:ext uri="{FF2B5EF4-FFF2-40B4-BE49-F238E27FC236}">
                  <a16:creationId xmlns:a16="http://schemas.microsoft.com/office/drawing/2014/main" id="{7E39572C-485B-4D0B-A6FD-51738A14D099}"/>
                </a:ext>
              </a:extLst>
            </p:cNvPr>
            <p:cNvSpPr>
              <a:spLocks noGrp="1"/>
            </p:cNvSpPr>
            <p:nvPr/>
          </p:nvSpPr>
          <p:spPr>
            <a:xfrm>
              <a:off x="21425297" y="2000250"/>
              <a:ext cx="15522" cy="133350"/>
            </a:xfrm>
            <a:prstGeom prst="rect">
              <a:avLst/>
            </a:prstGeom>
            <a:solidFill>
              <a:srgbClr val="0072B2"/>
            </a:solidFill>
            <a:ln w="0">
              <a:noFill/>
              <a:prstDash val="solid"/>
            </a:ln>
          </p:spPr>
        </p:sp>
        <p:sp>
          <p:nvSpPr>
            <p:cNvPr id="3783" name="dense-strip-3-cell-11">
              <a:extLst>
                <a:ext uri="{FF2B5EF4-FFF2-40B4-BE49-F238E27FC236}">
                  <a16:creationId xmlns:a16="http://schemas.microsoft.com/office/drawing/2014/main" id="{9BB333C8-C66D-4F55-ADCB-D2531B1E7A65}"/>
                </a:ext>
              </a:extLst>
            </p:cNvPr>
            <p:cNvSpPr>
              <a:spLocks noGrp="1"/>
            </p:cNvSpPr>
            <p:nvPr/>
          </p:nvSpPr>
          <p:spPr>
            <a:xfrm>
              <a:off x="21409918" y="2000250"/>
              <a:ext cx="15522" cy="133350"/>
            </a:xfrm>
            <a:prstGeom prst="rect">
              <a:avLst/>
            </a:prstGeom>
            <a:solidFill>
              <a:srgbClr val="0072B2"/>
            </a:solidFill>
            <a:ln w="0">
              <a:noFill/>
              <a:prstDash val="solid"/>
            </a:ln>
          </p:spPr>
        </p:sp>
        <p:sp>
          <p:nvSpPr>
            <p:cNvPr id="3784" name="dense-strip-3-cell-10">
              <a:extLst>
                <a:ext uri="{FF2B5EF4-FFF2-40B4-BE49-F238E27FC236}">
                  <a16:creationId xmlns:a16="http://schemas.microsoft.com/office/drawing/2014/main" id="{FAC2DF38-FD2F-417B-9965-049176B76BE5}"/>
                </a:ext>
              </a:extLst>
            </p:cNvPr>
            <p:cNvSpPr>
              <a:spLocks noGrp="1"/>
            </p:cNvSpPr>
            <p:nvPr/>
          </p:nvSpPr>
          <p:spPr>
            <a:xfrm>
              <a:off x="21394539" y="2000250"/>
              <a:ext cx="15522" cy="133350"/>
            </a:xfrm>
            <a:prstGeom prst="rect">
              <a:avLst/>
            </a:prstGeom>
            <a:solidFill>
              <a:srgbClr val="0072B2"/>
            </a:solidFill>
            <a:ln w="0">
              <a:noFill/>
              <a:prstDash val="solid"/>
            </a:ln>
          </p:spPr>
        </p:sp>
        <p:sp>
          <p:nvSpPr>
            <p:cNvPr id="3785" name="dense-strip-3-cell-9">
              <a:extLst>
                <a:ext uri="{FF2B5EF4-FFF2-40B4-BE49-F238E27FC236}">
                  <a16:creationId xmlns:a16="http://schemas.microsoft.com/office/drawing/2014/main" id="{47622DA3-0F77-4CD3-A6C3-208A34D99066}"/>
                </a:ext>
              </a:extLst>
            </p:cNvPr>
            <p:cNvSpPr>
              <a:spLocks noGrp="1"/>
            </p:cNvSpPr>
            <p:nvPr/>
          </p:nvSpPr>
          <p:spPr>
            <a:xfrm>
              <a:off x="21379160" y="2000250"/>
              <a:ext cx="15522" cy="133350"/>
            </a:xfrm>
            <a:prstGeom prst="rect">
              <a:avLst/>
            </a:prstGeom>
            <a:solidFill>
              <a:srgbClr val="0072B2"/>
            </a:solidFill>
            <a:ln w="0">
              <a:noFill/>
              <a:prstDash val="solid"/>
            </a:ln>
          </p:spPr>
        </p:sp>
        <p:sp>
          <p:nvSpPr>
            <p:cNvPr id="3786" name="dense-strip-3-cell-8">
              <a:extLst>
                <a:ext uri="{FF2B5EF4-FFF2-40B4-BE49-F238E27FC236}">
                  <a16:creationId xmlns:a16="http://schemas.microsoft.com/office/drawing/2014/main" id="{0C4899F2-8E22-4E30-BC84-0F67B371F0C8}"/>
                </a:ext>
              </a:extLst>
            </p:cNvPr>
            <p:cNvSpPr>
              <a:spLocks noGrp="1"/>
            </p:cNvSpPr>
            <p:nvPr/>
          </p:nvSpPr>
          <p:spPr>
            <a:xfrm>
              <a:off x="21363781" y="2000250"/>
              <a:ext cx="15522" cy="133350"/>
            </a:xfrm>
            <a:prstGeom prst="rect">
              <a:avLst/>
            </a:prstGeom>
            <a:solidFill>
              <a:srgbClr val="0072B2"/>
            </a:solidFill>
            <a:ln w="0">
              <a:noFill/>
              <a:prstDash val="solid"/>
            </a:ln>
          </p:spPr>
        </p:sp>
        <p:sp>
          <p:nvSpPr>
            <p:cNvPr id="3787" name="dense-strip-3-cell-7">
              <a:extLst>
                <a:ext uri="{FF2B5EF4-FFF2-40B4-BE49-F238E27FC236}">
                  <a16:creationId xmlns:a16="http://schemas.microsoft.com/office/drawing/2014/main" id="{AE2258E0-7494-4817-AE95-EF1AA4EC4D40}"/>
                </a:ext>
              </a:extLst>
            </p:cNvPr>
            <p:cNvSpPr>
              <a:spLocks noGrp="1"/>
            </p:cNvSpPr>
            <p:nvPr/>
          </p:nvSpPr>
          <p:spPr>
            <a:xfrm>
              <a:off x="21348402" y="2000250"/>
              <a:ext cx="15522" cy="133350"/>
            </a:xfrm>
            <a:prstGeom prst="rect">
              <a:avLst/>
            </a:prstGeom>
            <a:solidFill>
              <a:srgbClr val="0574B3"/>
            </a:solidFill>
            <a:ln w="0">
              <a:noFill/>
              <a:prstDash val="solid"/>
            </a:ln>
          </p:spPr>
        </p:sp>
        <p:sp>
          <p:nvSpPr>
            <p:cNvPr id="3788" name="dense-strip-3-cell-6">
              <a:extLst>
                <a:ext uri="{FF2B5EF4-FFF2-40B4-BE49-F238E27FC236}">
                  <a16:creationId xmlns:a16="http://schemas.microsoft.com/office/drawing/2014/main" id="{A6FB20EA-9AED-43E4-8861-CF3DF18EFD1B}"/>
                </a:ext>
              </a:extLst>
            </p:cNvPr>
            <p:cNvSpPr>
              <a:spLocks noGrp="1"/>
            </p:cNvSpPr>
            <p:nvPr/>
          </p:nvSpPr>
          <p:spPr>
            <a:xfrm>
              <a:off x="21333023" y="2000250"/>
              <a:ext cx="15522" cy="133350"/>
            </a:xfrm>
            <a:prstGeom prst="rect">
              <a:avLst/>
            </a:prstGeom>
            <a:solidFill>
              <a:srgbClr val="137CB7"/>
            </a:solidFill>
            <a:ln w="0">
              <a:noFill/>
              <a:prstDash val="solid"/>
            </a:ln>
          </p:spPr>
        </p:sp>
        <p:sp>
          <p:nvSpPr>
            <p:cNvPr id="3789" name="dense-strip-3-cell-5">
              <a:extLst>
                <a:ext uri="{FF2B5EF4-FFF2-40B4-BE49-F238E27FC236}">
                  <a16:creationId xmlns:a16="http://schemas.microsoft.com/office/drawing/2014/main" id="{A49F7BED-E1C4-41DC-A6F0-C90AE1EE2E71}"/>
                </a:ext>
              </a:extLst>
            </p:cNvPr>
            <p:cNvSpPr>
              <a:spLocks noGrp="1"/>
            </p:cNvSpPr>
            <p:nvPr/>
          </p:nvSpPr>
          <p:spPr>
            <a:xfrm>
              <a:off x="21317645" y="2000250"/>
              <a:ext cx="15522" cy="133350"/>
            </a:xfrm>
            <a:prstGeom prst="rect">
              <a:avLst/>
            </a:prstGeom>
            <a:solidFill>
              <a:srgbClr val="2888BD"/>
            </a:solidFill>
            <a:ln w="0">
              <a:noFill/>
              <a:prstDash val="solid"/>
            </a:ln>
          </p:spPr>
        </p:sp>
        <p:sp>
          <p:nvSpPr>
            <p:cNvPr id="3790" name="dense-strip-3-cell-4">
              <a:extLst>
                <a:ext uri="{FF2B5EF4-FFF2-40B4-BE49-F238E27FC236}">
                  <a16:creationId xmlns:a16="http://schemas.microsoft.com/office/drawing/2014/main" id="{BCAB8E3A-41B0-4CE9-9BA5-C7D7BE0137F4}"/>
                </a:ext>
              </a:extLst>
            </p:cNvPr>
            <p:cNvSpPr>
              <a:spLocks noGrp="1"/>
            </p:cNvSpPr>
            <p:nvPr/>
          </p:nvSpPr>
          <p:spPr>
            <a:xfrm>
              <a:off x="21302266" y="2000250"/>
              <a:ext cx="15522" cy="133350"/>
            </a:xfrm>
            <a:prstGeom prst="rect">
              <a:avLst/>
            </a:prstGeom>
            <a:solidFill>
              <a:srgbClr val="3D93C2"/>
            </a:solidFill>
            <a:ln w="0">
              <a:noFill/>
              <a:prstDash val="solid"/>
            </a:ln>
          </p:spPr>
        </p:sp>
        <p:sp>
          <p:nvSpPr>
            <p:cNvPr id="3791" name="dense-strip-3-cell-3">
              <a:extLst>
                <a:ext uri="{FF2B5EF4-FFF2-40B4-BE49-F238E27FC236}">
                  <a16:creationId xmlns:a16="http://schemas.microsoft.com/office/drawing/2014/main" id="{81916114-EC1B-4E0B-91C5-50CCF5C49E96}"/>
                </a:ext>
              </a:extLst>
            </p:cNvPr>
            <p:cNvSpPr>
              <a:spLocks noGrp="1"/>
            </p:cNvSpPr>
            <p:nvPr/>
          </p:nvSpPr>
          <p:spPr>
            <a:xfrm>
              <a:off x="21286887" y="2000250"/>
              <a:ext cx="15522" cy="133350"/>
            </a:xfrm>
            <a:prstGeom prst="rect">
              <a:avLst/>
            </a:prstGeom>
            <a:solidFill>
              <a:srgbClr val="76B1D2"/>
            </a:solidFill>
            <a:ln w="0">
              <a:noFill/>
              <a:prstDash val="solid"/>
            </a:ln>
          </p:spPr>
        </p:sp>
        <p:sp>
          <p:nvSpPr>
            <p:cNvPr id="3792" name="dense-strip-3-cell-2">
              <a:extLst>
                <a:ext uri="{FF2B5EF4-FFF2-40B4-BE49-F238E27FC236}">
                  <a16:creationId xmlns:a16="http://schemas.microsoft.com/office/drawing/2014/main" id="{C2EACDA0-39E7-4254-B2A5-2413FB549FB4}"/>
                </a:ext>
              </a:extLst>
            </p:cNvPr>
            <p:cNvSpPr>
              <a:spLocks noGrp="1"/>
            </p:cNvSpPr>
            <p:nvPr/>
          </p:nvSpPr>
          <p:spPr>
            <a:xfrm>
              <a:off x="21271508" y="2000250"/>
              <a:ext cx="15522" cy="133350"/>
            </a:xfrm>
            <a:prstGeom prst="rect">
              <a:avLst/>
            </a:prstGeom>
            <a:solidFill>
              <a:srgbClr val="C8DDE8"/>
            </a:solidFill>
            <a:ln w="0">
              <a:noFill/>
              <a:prstDash val="solid"/>
            </a:ln>
          </p:spPr>
        </p:sp>
        <p:sp>
          <p:nvSpPr>
            <p:cNvPr id="3793" name="dense-strip-3-cell-1">
              <a:extLst>
                <a:ext uri="{FF2B5EF4-FFF2-40B4-BE49-F238E27FC236}">
                  <a16:creationId xmlns:a16="http://schemas.microsoft.com/office/drawing/2014/main" id="{21584A74-F6CD-4A24-A5AE-07D7B7D9BB92}"/>
                </a:ext>
              </a:extLst>
            </p:cNvPr>
            <p:cNvSpPr>
              <a:spLocks noGrp="1"/>
            </p:cNvSpPr>
            <p:nvPr/>
          </p:nvSpPr>
          <p:spPr>
            <a:xfrm>
              <a:off x="21256129" y="2000250"/>
              <a:ext cx="15522" cy="133350"/>
            </a:xfrm>
            <a:prstGeom prst="rect">
              <a:avLst/>
            </a:prstGeom>
            <a:solidFill>
              <a:srgbClr val="DCE8ED"/>
            </a:solidFill>
            <a:ln w="0">
              <a:noFill/>
              <a:prstDash val="solid"/>
            </a:ln>
          </p:spPr>
        </p:sp>
        <p:sp>
          <p:nvSpPr>
            <p:cNvPr id="3794" name="dense-strip-3-cell-0">
              <a:extLst>
                <a:ext uri="{FF2B5EF4-FFF2-40B4-BE49-F238E27FC236}">
                  <a16:creationId xmlns:a16="http://schemas.microsoft.com/office/drawing/2014/main" id="{16830E1D-9298-4FAE-B550-FD3633274222}"/>
                </a:ext>
              </a:extLst>
            </p:cNvPr>
            <p:cNvSpPr>
              <a:spLocks noGrp="1"/>
            </p:cNvSpPr>
            <p:nvPr/>
          </p:nvSpPr>
          <p:spPr>
            <a:xfrm>
              <a:off x="21240750" y="2000250"/>
              <a:ext cx="15522" cy="133350"/>
            </a:xfrm>
            <a:prstGeom prst="rect">
              <a:avLst/>
            </a:prstGeom>
            <a:solidFill>
              <a:srgbClr val="DCE8ED"/>
            </a:solidFill>
            <a:ln w="0">
              <a:noFill/>
              <a:prstDash val="solid"/>
            </a:ln>
          </p:spPr>
        </p:sp>
        <p:sp>
          <p:nvSpPr>
            <p:cNvPr id="3795" name="dense-strip-2-border">
              <a:extLst>
                <a:ext uri="{FF2B5EF4-FFF2-40B4-BE49-F238E27FC236}">
                  <a16:creationId xmlns:a16="http://schemas.microsoft.com/office/drawing/2014/main" id="{9C1A9D4A-B3BF-4646-83F3-ACF4F2C7C16E}"/>
                </a:ext>
              </a:extLst>
            </p:cNvPr>
            <p:cNvSpPr>
              <a:spLocks noGrp="1"/>
            </p:cNvSpPr>
            <p:nvPr/>
          </p:nvSpPr>
          <p:spPr>
            <a:xfrm>
              <a:off x="21240750" y="1790700"/>
              <a:ext cx="2952750" cy="133350"/>
            </a:xfrm>
            <a:prstGeom prst="rect">
              <a:avLst/>
            </a:prstGeom>
            <a:noFill/>
            <a:ln w="6191">
              <a:solidFill>
                <a:srgbClr val="6B7D89"/>
              </a:solidFill>
              <a:prstDash val="solid"/>
            </a:ln>
          </p:spPr>
        </p:sp>
        <p:sp>
          <p:nvSpPr>
            <p:cNvPr id="3796" name="dense-strip-2-cell-191">
              <a:extLst>
                <a:ext uri="{FF2B5EF4-FFF2-40B4-BE49-F238E27FC236}">
                  <a16:creationId xmlns:a16="http://schemas.microsoft.com/office/drawing/2014/main" id="{316DECA1-2ED4-4A98-93B8-D2D431905BCF}"/>
                </a:ext>
              </a:extLst>
            </p:cNvPr>
            <p:cNvSpPr>
              <a:spLocks noGrp="1"/>
            </p:cNvSpPr>
            <p:nvPr/>
          </p:nvSpPr>
          <p:spPr>
            <a:xfrm>
              <a:off x="24178121" y="1790700"/>
              <a:ext cx="15522" cy="133350"/>
            </a:xfrm>
            <a:prstGeom prst="rect">
              <a:avLst/>
            </a:prstGeom>
            <a:solidFill>
              <a:srgbClr val="DCE8ED"/>
            </a:solidFill>
            <a:ln w="0">
              <a:noFill/>
              <a:prstDash val="solid"/>
            </a:ln>
          </p:spPr>
        </p:sp>
        <p:sp>
          <p:nvSpPr>
            <p:cNvPr id="3797" name="dense-strip-2-cell-190">
              <a:extLst>
                <a:ext uri="{FF2B5EF4-FFF2-40B4-BE49-F238E27FC236}">
                  <a16:creationId xmlns:a16="http://schemas.microsoft.com/office/drawing/2014/main" id="{E75EB7EC-1586-4485-9A44-11271625B7A1}"/>
                </a:ext>
              </a:extLst>
            </p:cNvPr>
            <p:cNvSpPr>
              <a:spLocks noGrp="1"/>
            </p:cNvSpPr>
            <p:nvPr/>
          </p:nvSpPr>
          <p:spPr>
            <a:xfrm>
              <a:off x="24162742" y="1790700"/>
              <a:ext cx="15522" cy="133350"/>
            </a:xfrm>
            <a:prstGeom prst="rect">
              <a:avLst/>
            </a:prstGeom>
            <a:solidFill>
              <a:srgbClr val="DCE8ED"/>
            </a:solidFill>
            <a:ln w="0">
              <a:noFill/>
              <a:prstDash val="solid"/>
            </a:ln>
          </p:spPr>
        </p:sp>
        <p:sp>
          <p:nvSpPr>
            <p:cNvPr id="3798" name="dense-strip-2-cell-189">
              <a:extLst>
                <a:ext uri="{FF2B5EF4-FFF2-40B4-BE49-F238E27FC236}">
                  <a16:creationId xmlns:a16="http://schemas.microsoft.com/office/drawing/2014/main" id="{88B5358E-1270-43A6-B090-954321B8A77C}"/>
                </a:ext>
              </a:extLst>
            </p:cNvPr>
            <p:cNvSpPr>
              <a:spLocks noGrp="1"/>
            </p:cNvSpPr>
            <p:nvPr/>
          </p:nvSpPr>
          <p:spPr>
            <a:xfrm>
              <a:off x="24147363" y="1790700"/>
              <a:ext cx="15522" cy="133350"/>
            </a:xfrm>
            <a:prstGeom prst="rect">
              <a:avLst/>
            </a:prstGeom>
            <a:solidFill>
              <a:srgbClr val="DCE8ED"/>
            </a:solidFill>
            <a:ln w="0">
              <a:noFill/>
              <a:prstDash val="solid"/>
            </a:ln>
          </p:spPr>
        </p:sp>
        <p:sp>
          <p:nvSpPr>
            <p:cNvPr id="3799" name="dense-strip-2-cell-188">
              <a:extLst>
                <a:ext uri="{FF2B5EF4-FFF2-40B4-BE49-F238E27FC236}">
                  <a16:creationId xmlns:a16="http://schemas.microsoft.com/office/drawing/2014/main" id="{E7758DEA-0AD7-4D09-91C5-B01C1ABDFE78}"/>
                </a:ext>
              </a:extLst>
            </p:cNvPr>
            <p:cNvSpPr>
              <a:spLocks noGrp="1"/>
            </p:cNvSpPr>
            <p:nvPr/>
          </p:nvSpPr>
          <p:spPr>
            <a:xfrm>
              <a:off x="24131984" y="1790700"/>
              <a:ext cx="15522" cy="133350"/>
            </a:xfrm>
            <a:prstGeom prst="rect">
              <a:avLst/>
            </a:prstGeom>
            <a:solidFill>
              <a:srgbClr val="DCE8ED"/>
            </a:solidFill>
            <a:ln w="0">
              <a:noFill/>
              <a:prstDash val="solid"/>
            </a:ln>
          </p:spPr>
        </p:sp>
        <p:sp>
          <p:nvSpPr>
            <p:cNvPr id="3800" name="dense-strip-2-cell-187">
              <a:extLst>
                <a:ext uri="{FF2B5EF4-FFF2-40B4-BE49-F238E27FC236}">
                  <a16:creationId xmlns:a16="http://schemas.microsoft.com/office/drawing/2014/main" id="{2150B558-0D85-4189-999E-6BE4750D14BF}"/>
                </a:ext>
              </a:extLst>
            </p:cNvPr>
            <p:cNvSpPr>
              <a:spLocks noGrp="1"/>
            </p:cNvSpPr>
            <p:nvPr/>
          </p:nvSpPr>
          <p:spPr>
            <a:xfrm>
              <a:off x="24116605" y="1790700"/>
              <a:ext cx="15522" cy="133350"/>
            </a:xfrm>
            <a:prstGeom prst="rect">
              <a:avLst/>
            </a:prstGeom>
            <a:solidFill>
              <a:srgbClr val="DCE6EA"/>
            </a:solidFill>
            <a:ln w="0">
              <a:noFill/>
              <a:prstDash val="solid"/>
            </a:ln>
          </p:spPr>
        </p:sp>
        <p:sp>
          <p:nvSpPr>
            <p:cNvPr id="3801" name="dense-strip-2-cell-186">
              <a:extLst>
                <a:ext uri="{FF2B5EF4-FFF2-40B4-BE49-F238E27FC236}">
                  <a16:creationId xmlns:a16="http://schemas.microsoft.com/office/drawing/2014/main" id="{A6CCAD37-B45E-4DC1-B668-17E6ACF32125}"/>
                </a:ext>
              </a:extLst>
            </p:cNvPr>
            <p:cNvSpPr>
              <a:spLocks noGrp="1"/>
            </p:cNvSpPr>
            <p:nvPr/>
          </p:nvSpPr>
          <p:spPr>
            <a:xfrm>
              <a:off x="24101227" y="1790700"/>
              <a:ext cx="15522" cy="133350"/>
            </a:xfrm>
            <a:prstGeom prst="rect">
              <a:avLst/>
            </a:prstGeom>
            <a:solidFill>
              <a:srgbClr val="DBDEE5"/>
            </a:solidFill>
            <a:ln w="0">
              <a:noFill/>
              <a:prstDash val="solid"/>
            </a:ln>
          </p:spPr>
        </p:sp>
        <p:sp>
          <p:nvSpPr>
            <p:cNvPr id="3802" name="dense-strip-2-cell-185">
              <a:extLst>
                <a:ext uri="{FF2B5EF4-FFF2-40B4-BE49-F238E27FC236}">
                  <a16:creationId xmlns:a16="http://schemas.microsoft.com/office/drawing/2014/main" id="{4F095BF8-FEA5-4688-A2F5-EA3CDC8CAEC8}"/>
                </a:ext>
              </a:extLst>
            </p:cNvPr>
            <p:cNvSpPr>
              <a:spLocks noGrp="1"/>
            </p:cNvSpPr>
            <p:nvPr/>
          </p:nvSpPr>
          <p:spPr>
            <a:xfrm>
              <a:off x="24085848" y="1790700"/>
              <a:ext cx="15522" cy="133350"/>
            </a:xfrm>
            <a:prstGeom prst="rect">
              <a:avLst/>
            </a:prstGeom>
            <a:solidFill>
              <a:srgbClr val="D7C9D9"/>
            </a:solidFill>
            <a:ln w="0">
              <a:noFill/>
              <a:prstDash val="solid"/>
            </a:ln>
          </p:spPr>
        </p:sp>
        <p:sp>
          <p:nvSpPr>
            <p:cNvPr id="3803" name="dense-strip-2-cell-184">
              <a:extLst>
                <a:ext uri="{FF2B5EF4-FFF2-40B4-BE49-F238E27FC236}">
                  <a16:creationId xmlns:a16="http://schemas.microsoft.com/office/drawing/2014/main" id="{915FF36E-9313-4A9C-B222-4550BA64E79B}"/>
                </a:ext>
              </a:extLst>
            </p:cNvPr>
            <p:cNvSpPr>
              <a:spLocks noGrp="1"/>
            </p:cNvSpPr>
            <p:nvPr/>
          </p:nvSpPr>
          <p:spPr>
            <a:xfrm>
              <a:off x="24070469" y="1790700"/>
              <a:ext cx="15522" cy="133350"/>
            </a:xfrm>
            <a:prstGeom prst="rect">
              <a:avLst/>
            </a:prstGeom>
            <a:solidFill>
              <a:srgbClr val="D4B1CA"/>
            </a:solidFill>
            <a:ln w="0">
              <a:noFill/>
              <a:prstDash val="solid"/>
            </a:ln>
          </p:spPr>
        </p:sp>
        <p:sp>
          <p:nvSpPr>
            <p:cNvPr id="3804" name="dense-strip-2-cell-183">
              <a:extLst>
                <a:ext uri="{FF2B5EF4-FFF2-40B4-BE49-F238E27FC236}">
                  <a16:creationId xmlns:a16="http://schemas.microsoft.com/office/drawing/2014/main" id="{83BD03FF-5A1B-4CA7-9962-BEAD859B863A}"/>
                </a:ext>
              </a:extLst>
            </p:cNvPr>
            <p:cNvSpPr>
              <a:spLocks noGrp="1"/>
            </p:cNvSpPr>
            <p:nvPr/>
          </p:nvSpPr>
          <p:spPr>
            <a:xfrm>
              <a:off x="24055090" y="1790700"/>
              <a:ext cx="15522" cy="133350"/>
            </a:xfrm>
            <a:prstGeom prst="rect">
              <a:avLst/>
            </a:prstGeom>
            <a:solidFill>
              <a:srgbClr val="D198BB"/>
            </a:solidFill>
            <a:ln w="0">
              <a:noFill/>
              <a:prstDash val="solid"/>
            </a:ln>
          </p:spPr>
        </p:sp>
        <p:sp>
          <p:nvSpPr>
            <p:cNvPr id="3805" name="dense-strip-2-cell-182">
              <a:extLst>
                <a:ext uri="{FF2B5EF4-FFF2-40B4-BE49-F238E27FC236}">
                  <a16:creationId xmlns:a16="http://schemas.microsoft.com/office/drawing/2014/main" id="{0C5B3391-2085-4B12-9875-ED0D69B0E82A}"/>
                </a:ext>
              </a:extLst>
            </p:cNvPr>
            <p:cNvSpPr>
              <a:spLocks noGrp="1"/>
            </p:cNvSpPr>
            <p:nvPr/>
          </p:nvSpPr>
          <p:spPr>
            <a:xfrm>
              <a:off x="24039711" y="1790700"/>
              <a:ext cx="15522" cy="133350"/>
            </a:xfrm>
            <a:prstGeom prst="rect">
              <a:avLst/>
            </a:prstGeom>
            <a:solidFill>
              <a:srgbClr val="CE89B1"/>
            </a:solidFill>
            <a:ln w="0">
              <a:noFill/>
              <a:prstDash val="solid"/>
            </a:ln>
          </p:spPr>
        </p:sp>
        <p:sp>
          <p:nvSpPr>
            <p:cNvPr id="3806" name="dense-strip-2-cell-181">
              <a:extLst>
                <a:ext uri="{FF2B5EF4-FFF2-40B4-BE49-F238E27FC236}">
                  <a16:creationId xmlns:a16="http://schemas.microsoft.com/office/drawing/2014/main" id="{BDBA1A3C-2296-401D-9C0E-18215E12571D}"/>
                </a:ext>
              </a:extLst>
            </p:cNvPr>
            <p:cNvSpPr>
              <a:spLocks noGrp="1"/>
            </p:cNvSpPr>
            <p:nvPr/>
          </p:nvSpPr>
          <p:spPr>
            <a:xfrm>
              <a:off x="24024332" y="1790700"/>
              <a:ext cx="15522" cy="133350"/>
            </a:xfrm>
            <a:prstGeom prst="rect">
              <a:avLst/>
            </a:prstGeom>
            <a:solidFill>
              <a:srgbClr val="CD80AC"/>
            </a:solidFill>
            <a:ln w="0">
              <a:noFill/>
              <a:prstDash val="solid"/>
            </a:ln>
          </p:spPr>
        </p:sp>
        <p:sp>
          <p:nvSpPr>
            <p:cNvPr id="3807" name="dense-strip-2-cell-180">
              <a:extLst>
                <a:ext uri="{FF2B5EF4-FFF2-40B4-BE49-F238E27FC236}">
                  <a16:creationId xmlns:a16="http://schemas.microsoft.com/office/drawing/2014/main" id="{1400DC0C-5F56-4FEE-909B-B56EE66922A8}"/>
                </a:ext>
              </a:extLst>
            </p:cNvPr>
            <p:cNvSpPr>
              <a:spLocks noGrp="1"/>
            </p:cNvSpPr>
            <p:nvPr/>
          </p:nvSpPr>
          <p:spPr>
            <a:xfrm>
              <a:off x="24008953" y="1790700"/>
              <a:ext cx="15522" cy="133350"/>
            </a:xfrm>
            <a:prstGeom prst="rect">
              <a:avLst/>
            </a:prstGeom>
            <a:solidFill>
              <a:srgbClr val="CC7AA8"/>
            </a:solidFill>
            <a:ln w="0">
              <a:noFill/>
              <a:prstDash val="solid"/>
            </a:ln>
          </p:spPr>
        </p:sp>
        <p:sp>
          <p:nvSpPr>
            <p:cNvPr id="3808" name="dense-strip-2-cell-179">
              <a:extLst>
                <a:ext uri="{FF2B5EF4-FFF2-40B4-BE49-F238E27FC236}">
                  <a16:creationId xmlns:a16="http://schemas.microsoft.com/office/drawing/2014/main" id="{07113DD4-46AA-4D80-833A-8C807FE735A4}"/>
                </a:ext>
              </a:extLst>
            </p:cNvPr>
            <p:cNvSpPr>
              <a:spLocks noGrp="1"/>
            </p:cNvSpPr>
            <p:nvPr/>
          </p:nvSpPr>
          <p:spPr>
            <a:xfrm>
              <a:off x="23993574" y="1790700"/>
              <a:ext cx="15522" cy="133350"/>
            </a:xfrm>
            <a:prstGeom prst="rect">
              <a:avLst/>
            </a:prstGeom>
            <a:solidFill>
              <a:srgbClr val="CC79A7"/>
            </a:solidFill>
            <a:ln w="0">
              <a:noFill/>
              <a:prstDash val="solid"/>
            </a:ln>
          </p:spPr>
        </p:sp>
        <p:sp>
          <p:nvSpPr>
            <p:cNvPr id="3809" name="dense-strip-2-cell-178">
              <a:extLst>
                <a:ext uri="{FF2B5EF4-FFF2-40B4-BE49-F238E27FC236}">
                  <a16:creationId xmlns:a16="http://schemas.microsoft.com/office/drawing/2014/main" id="{615D6145-144F-4E9D-8EC1-207E90AD94D0}"/>
                </a:ext>
              </a:extLst>
            </p:cNvPr>
            <p:cNvSpPr>
              <a:spLocks noGrp="1"/>
            </p:cNvSpPr>
            <p:nvPr/>
          </p:nvSpPr>
          <p:spPr>
            <a:xfrm>
              <a:off x="23978195" y="1790700"/>
              <a:ext cx="15522" cy="133350"/>
            </a:xfrm>
            <a:prstGeom prst="rect">
              <a:avLst/>
            </a:prstGeom>
            <a:solidFill>
              <a:srgbClr val="CC79A7"/>
            </a:solidFill>
            <a:ln w="0">
              <a:noFill/>
              <a:prstDash val="solid"/>
            </a:ln>
          </p:spPr>
        </p:sp>
        <p:sp>
          <p:nvSpPr>
            <p:cNvPr id="3810" name="dense-strip-2-cell-177">
              <a:extLst>
                <a:ext uri="{FF2B5EF4-FFF2-40B4-BE49-F238E27FC236}">
                  <a16:creationId xmlns:a16="http://schemas.microsoft.com/office/drawing/2014/main" id="{771191BB-9E23-4CCD-8D4F-E901D9463444}"/>
                </a:ext>
              </a:extLst>
            </p:cNvPr>
            <p:cNvSpPr>
              <a:spLocks noGrp="1"/>
            </p:cNvSpPr>
            <p:nvPr/>
          </p:nvSpPr>
          <p:spPr>
            <a:xfrm>
              <a:off x="23962816" y="1790700"/>
              <a:ext cx="15522" cy="133350"/>
            </a:xfrm>
            <a:prstGeom prst="rect">
              <a:avLst/>
            </a:prstGeom>
            <a:solidFill>
              <a:srgbClr val="CC79A7"/>
            </a:solidFill>
            <a:ln w="0">
              <a:noFill/>
              <a:prstDash val="solid"/>
            </a:ln>
          </p:spPr>
        </p:sp>
        <p:sp>
          <p:nvSpPr>
            <p:cNvPr id="3811" name="dense-strip-2-cell-176">
              <a:extLst>
                <a:ext uri="{FF2B5EF4-FFF2-40B4-BE49-F238E27FC236}">
                  <a16:creationId xmlns:a16="http://schemas.microsoft.com/office/drawing/2014/main" id="{90E8968E-4C76-40FE-B00C-F738FF0CA46E}"/>
                </a:ext>
              </a:extLst>
            </p:cNvPr>
            <p:cNvSpPr>
              <a:spLocks noGrp="1"/>
            </p:cNvSpPr>
            <p:nvPr/>
          </p:nvSpPr>
          <p:spPr>
            <a:xfrm>
              <a:off x="23947438" y="1790700"/>
              <a:ext cx="15522" cy="133350"/>
            </a:xfrm>
            <a:prstGeom prst="rect">
              <a:avLst/>
            </a:prstGeom>
            <a:solidFill>
              <a:srgbClr val="CC79A7"/>
            </a:solidFill>
            <a:ln w="0">
              <a:noFill/>
              <a:prstDash val="solid"/>
            </a:ln>
          </p:spPr>
        </p:sp>
        <p:sp>
          <p:nvSpPr>
            <p:cNvPr id="3812" name="dense-strip-2-cell-175">
              <a:extLst>
                <a:ext uri="{FF2B5EF4-FFF2-40B4-BE49-F238E27FC236}">
                  <a16:creationId xmlns:a16="http://schemas.microsoft.com/office/drawing/2014/main" id="{1823D563-3DA1-4B55-B1E4-9998BB68E293}"/>
                </a:ext>
              </a:extLst>
            </p:cNvPr>
            <p:cNvSpPr>
              <a:spLocks noGrp="1"/>
            </p:cNvSpPr>
            <p:nvPr/>
          </p:nvSpPr>
          <p:spPr>
            <a:xfrm>
              <a:off x="23932059" y="1790700"/>
              <a:ext cx="15522" cy="133350"/>
            </a:xfrm>
            <a:prstGeom prst="rect">
              <a:avLst/>
            </a:prstGeom>
            <a:solidFill>
              <a:srgbClr val="CC79A7"/>
            </a:solidFill>
            <a:ln w="0">
              <a:noFill/>
              <a:prstDash val="solid"/>
            </a:ln>
          </p:spPr>
        </p:sp>
        <p:sp>
          <p:nvSpPr>
            <p:cNvPr id="3813" name="dense-strip-2-cell-174">
              <a:extLst>
                <a:ext uri="{FF2B5EF4-FFF2-40B4-BE49-F238E27FC236}">
                  <a16:creationId xmlns:a16="http://schemas.microsoft.com/office/drawing/2014/main" id="{828CF0E0-B54D-41F6-B929-36EEAA410A24}"/>
                </a:ext>
              </a:extLst>
            </p:cNvPr>
            <p:cNvSpPr>
              <a:spLocks noGrp="1"/>
            </p:cNvSpPr>
            <p:nvPr/>
          </p:nvSpPr>
          <p:spPr>
            <a:xfrm>
              <a:off x="23916680" y="1790700"/>
              <a:ext cx="15522" cy="133350"/>
            </a:xfrm>
            <a:prstGeom prst="rect">
              <a:avLst/>
            </a:prstGeom>
            <a:solidFill>
              <a:srgbClr val="CC79A7"/>
            </a:solidFill>
            <a:ln w="0">
              <a:noFill/>
              <a:prstDash val="solid"/>
            </a:ln>
          </p:spPr>
        </p:sp>
        <p:sp>
          <p:nvSpPr>
            <p:cNvPr id="3814" name="dense-strip-2-cell-173">
              <a:extLst>
                <a:ext uri="{FF2B5EF4-FFF2-40B4-BE49-F238E27FC236}">
                  <a16:creationId xmlns:a16="http://schemas.microsoft.com/office/drawing/2014/main" id="{545DD39C-5BC8-4A06-90AA-F8F231B547BA}"/>
                </a:ext>
              </a:extLst>
            </p:cNvPr>
            <p:cNvSpPr>
              <a:spLocks noGrp="1"/>
            </p:cNvSpPr>
            <p:nvPr/>
          </p:nvSpPr>
          <p:spPr>
            <a:xfrm>
              <a:off x="23901301" y="1790700"/>
              <a:ext cx="15522" cy="133350"/>
            </a:xfrm>
            <a:prstGeom prst="rect">
              <a:avLst/>
            </a:prstGeom>
            <a:solidFill>
              <a:srgbClr val="CC79A7"/>
            </a:solidFill>
            <a:ln w="0">
              <a:noFill/>
              <a:prstDash val="solid"/>
            </a:ln>
          </p:spPr>
        </p:sp>
        <p:sp>
          <p:nvSpPr>
            <p:cNvPr id="3815" name="dense-strip-2-cell-172">
              <a:extLst>
                <a:ext uri="{FF2B5EF4-FFF2-40B4-BE49-F238E27FC236}">
                  <a16:creationId xmlns:a16="http://schemas.microsoft.com/office/drawing/2014/main" id="{C0CD2811-4ED6-45D1-BF07-E62429D005B5}"/>
                </a:ext>
              </a:extLst>
            </p:cNvPr>
            <p:cNvSpPr>
              <a:spLocks noGrp="1"/>
            </p:cNvSpPr>
            <p:nvPr/>
          </p:nvSpPr>
          <p:spPr>
            <a:xfrm>
              <a:off x="23885922" y="1790700"/>
              <a:ext cx="15522" cy="133350"/>
            </a:xfrm>
            <a:prstGeom prst="rect">
              <a:avLst/>
            </a:prstGeom>
            <a:solidFill>
              <a:srgbClr val="CC79A7"/>
            </a:solidFill>
            <a:ln w="0">
              <a:noFill/>
              <a:prstDash val="solid"/>
            </a:ln>
          </p:spPr>
        </p:sp>
        <p:sp>
          <p:nvSpPr>
            <p:cNvPr id="3816" name="dense-strip-2-cell-171">
              <a:extLst>
                <a:ext uri="{FF2B5EF4-FFF2-40B4-BE49-F238E27FC236}">
                  <a16:creationId xmlns:a16="http://schemas.microsoft.com/office/drawing/2014/main" id="{2DF8E335-D4CA-480B-B8E7-047FC270A5F8}"/>
                </a:ext>
              </a:extLst>
            </p:cNvPr>
            <p:cNvSpPr>
              <a:spLocks noGrp="1"/>
            </p:cNvSpPr>
            <p:nvPr/>
          </p:nvSpPr>
          <p:spPr>
            <a:xfrm>
              <a:off x="23870543" y="1790700"/>
              <a:ext cx="15522" cy="133350"/>
            </a:xfrm>
            <a:prstGeom prst="rect">
              <a:avLst/>
            </a:prstGeom>
            <a:solidFill>
              <a:srgbClr val="CC7AA8"/>
            </a:solidFill>
            <a:ln w="0">
              <a:noFill/>
              <a:prstDash val="solid"/>
            </a:ln>
          </p:spPr>
        </p:sp>
        <p:sp>
          <p:nvSpPr>
            <p:cNvPr id="3817" name="dense-strip-2-cell-170">
              <a:extLst>
                <a:ext uri="{FF2B5EF4-FFF2-40B4-BE49-F238E27FC236}">
                  <a16:creationId xmlns:a16="http://schemas.microsoft.com/office/drawing/2014/main" id="{08BE3795-05D5-462E-A530-3469056ADE8D}"/>
                </a:ext>
              </a:extLst>
            </p:cNvPr>
            <p:cNvSpPr>
              <a:spLocks noGrp="1"/>
            </p:cNvSpPr>
            <p:nvPr/>
          </p:nvSpPr>
          <p:spPr>
            <a:xfrm>
              <a:off x="23855164" y="1790700"/>
              <a:ext cx="15522" cy="133350"/>
            </a:xfrm>
            <a:prstGeom prst="rect">
              <a:avLst/>
            </a:prstGeom>
            <a:solidFill>
              <a:srgbClr val="CD7EAA"/>
            </a:solidFill>
            <a:ln w="0">
              <a:noFill/>
              <a:prstDash val="solid"/>
            </a:ln>
          </p:spPr>
        </p:sp>
        <p:sp>
          <p:nvSpPr>
            <p:cNvPr id="3818" name="dense-strip-2-cell-169">
              <a:extLst>
                <a:ext uri="{FF2B5EF4-FFF2-40B4-BE49-F238E27FC236}">
                  <a16:creationId xmlns:a16="http://schemas.microsoft.com/office/drawing/2014/main" id="{EE93D5A7-EC7B-464E-9D83-592CAC7B9F03}"/>
                </a:ext>
              </a:extLst>
            </p:cNvPr>
            <p:cNvSpPr>
              <a:spLocks noGrp="1"/>
            </p:cNvSpPr>
            <p:nvPr/>
          </p:nvSpPr>
          <p:spPr>
            <a:xfrm>
              <a:off x="23839785" y="1790700"/>
              <a:ext cx="15522" cy="133350"/>
            </a:xfrm>
            <a:prstGeom prst="rect">
              <a:avLst/>
            </a:prstGeom>
            <a:solidFill>
              <a:srgbClr val="CE85AE"/>
            </a:solidFill>
            <a:ln w="0">
              <a:noFill/>
              <a:prstDash val="solid"/>
            </a:ln>
          </p:spPr>
        </p:sp>
        <p:sp>
          <p:nvSpPr>
            <p:cNvPr id="3819" name="dense-strip-2-cell-168">
              <a:extLst>
                <a:ext uri="{FF2B5EF4-FFF2-40B4-BE49-F238E27FC236}">
                  <a16:creationId xmlns:a16="http://schemas.microsoft.com/office/drawing/2014/main" id="{F89B55E4-4853-46A5-AD50-BE157F528238}"/>
                </a:ext>
              </a:extLst>
            </p:cNvPr>
            <p:cNvSpPr>
              <a:spLocks noGrp="1"/>
            </p:cNvSpPr>
            <p:nvPr/>
          </p:nvSpPr>
          <p:spPr>
            <a:xfrm>
              <a:off x="23824406" y="1790700"/>
              <a:ext cx="15522" cy="133350"/>
            </a:xfrm>
            <a:prstGeom prst="rect">
              <a:avLst/>
            </a:prstGeom>
            <a:solidFill>
              <a:srgbClr val="CF91B6"/>
            </a:solidFill>
            <a:ln w="0">
              <a:noFill/>
              <a:prstDash val="solid"/>
            </a:ln>
          </p:spPr>
        </p:sp>
        <p:sp>
          <p:nvSpPr>
            <p:cNvPr id="3820" name="dense-strip-2-cell-167">
              <a:extLst>
                <a:ext uri="{FF2B5EF4-FFF2-40B4-BE49-F238E27FC236}">
                  <a16:creationId xmlns:a16="http://schemas.microsoft.com/office/drawing/2014/main" id="{63730811-7744-4328-B17E-9B19AE090114}"/>
                </a:ext>
              </a:extLst>
            </p:cNvPr>
            <p:cNvSpPr>
              <a:spLocks noGrp="1"/>
            </p:cNvSpPr>
            <p:nvPr/>
          </p:nvSpPr>
          <p:spPr>
            <a:xfrm>
              <a:off x="23809027" y="1790700"/>
              <a:ext cx="15522" cy="133350"/>
            </a:xfrm>
            <a:prstGeom prst="rect">
              <a:avLst/>
            </a:prstGeom>
            <a:solidFill>
              <a:srgbClr val="D2A2C1"/>
            </a:solidFill>
            <a:ln w="0">
              <a:noFill/>
              <a:prstDash val="solid"/>
            </a:ln>
          </p:spPr>
        </p:sp>
        <p:sp>
          <p:nvSpPr>
            <p:cNvPr id="3821" name="dense-strip-2-cell-166">
              <a:extLst>
                <a:ext uri="{FF2B5EF4-FFF2-40B4-BE49-F238E27FC236}">
                  <a16:creationId xmlns:a16="http://schemas.microsoft.com/office/drawing/2014/main" id="{4057393A-4C3A-49F1-AD15-F251DEC4CE37}"/>
                </a:ext>
              </a:extLst>
            </p:cNvPr>
            <p:cNvSpPr>
              <a:spLocks noGrp="1"/>
            </p:cNvSpPr>
            <p:nvPr/>
          </p:nvSpPr>
          <p:spPr>
            <a:xfrm>
              <a:off x="23793648" y="1790700"/>
              <a:ext cx="15522" cy="133350"/>
            </a:xfrm>
            <a:prstGeom prst="rect">
              <a:avLst/>
            </a:prstGeom>
            <a:solidFill>
              <a:srgbClr val="D5B6CE"/>
            </a:solidFill>
            <a:ln w="0">
              <a:noFill/>
              <a:prstDash val="solid"/>
            </a:ln>
          </p:spPr>
        </p:sp>
        <p:sp>
          <p:nvSpPr>
            <p:cNvPr id="3822" name="dense-strip-2-cell-165">
              <a:extLst>
                <a:ext uri="{FF2B5EF4-FFF2-40B4-BE49-F238E27FC236}">
                  <a16:creationId xmlns:a16="http://schemas.microsoft.com/office/drawing/2014/main" id="{9E379CA9-A17C-46A8-AC3A-3D786070132B}"/>
                </a:ext>
              </a:extLst>
            </p:cNvPr>
            <p:cNvSpPr>
              <a:spLocks noGrp="1"/>
            </p:cNvSpPr>
            <p:nvPr/>
          </p:nvSpPr>
          <p:spPr>
            <a:xfrm>
              <a:off x="23778270" y="1790700"/>
              <a:ext cx="15522" cy="133350"/>
            </a:xfrm>
            <a:prstGeom prst="rect">
              <a:avLst/>
            </a:prstGeom>
            <a:solidFill>
              <a:srgbClr val="D8CAD9"/>
            </a:solidFill>
            <a:ln w="0">
              <a:noFill/>
              <a:prstDash val="solid"/>
            </a:ln>
          </p:spPr>
        </p:sp>
        <p:sp>
          <p:nvSpPr>
            <p:cNvPr id="3823" name="dense-strip-2-cell-164">
              <a:extLst>
                <a:ext uri="{FF2B5EF4-FFF2-40B4-BE49-F238E27FC236}">
                  <a16:creationId xmlns:a16="http://schemas.microsoft.com/office/drawing/2014/main" id="{C2297C2D-4E41-430F-91DA-BFCDADFCE495}"/>
                </a:ext>
              </a:extLst>
            </p:cNvPr>
            <p:cNvSpPr>
              <a:spLocks noGrp="1"/>
            </p:cNvSpPr>
            <p:nvPr/>
          </p:nvSpPr>
          <p:spPr>
            <a:xfrm>
              <a:off x="23762891" y="1790700"/>
              <a:ext cx="15522" cy="133350"/>
            </a:xfrm>
            <a:prstGeom prst="rect">
              <a:avLst/>
            </a:prstGeom>
            <a:solidFill>
              <a:srgbClr val="DAD8DE"/>
            </a:solidFill>
            <a:ln w="0">
              <a:noFill/>
              <a:prstDash val="solid"/>
            </a:ln>
          </p:spPr>
        </p:sp>
        <p:sp>
          <p:nvSpPr>
            <p:cNvPr id="3824" name="dense-strip-2-cell-163">
              <a:extLst>
                <a:ext uri="{FF2B5EF4-FFF2-40B4-BE49-F238E27FC236}">
                  <a16:creationId xmlns:a16="http://schemas.microsoft.com/office/drawing/2014/main" id="{E3CF32B9-65D5-4F90-8E47-BBEE9D7882B7}"/>
                </a:ext>
              </a:extLst>
            </p:cNvPr>
            <p:cNvSpPr>
              <a:spLocks noGrp="1"/>
            </p:cNvSpPr>
            <p:nvPr/>
          </p:nvSpPr>
          <p:spPr>
            <a:xfrm>
              <a:off x="23747512" y="1790700"/>
              <a:ext cx="15522" cy="133350"/>
            </a:xfrm>
            <a:prstGeom prst="rect">
              <a:avLst/>
            </a:prstGeom>
            <a:solidFill>
              <a:srgbClr val="DCE4E7"/>
            </a:solidFill>
            <a:ln w="0">
              <a:noFill/>
              <a:prstDash val="solid"/>
            </a:ln>
          </p:spPr>
        </p:sp>
        <p:sp>
          <p:nvSpPr>
            <p:cNvPr id="3825" name="dense-strip-2-cell-162">
              <a:extLst>
                <a:ext uri="{FF2B5EF4-FFF2-40B4-BE49-F238E27FC236}">
                  <a16:creationId xmlns:a16="http://schemas.microsoft.com/office/drawing/2014/main" id="{72A9D89D-C767-4257-8FFF-0E6E16FA93EF}"/>
                </a:ext>
              </a:extLst>
            </p:cNvPr>
            <p:cNvSpPr>
              <a:spLocks noGrp="1"/>
            </p:cNvSpPr>
            <p:nvPr/>
          </p:nvSpPr>
          <p:spPr>
            <a:xfrm>
              <a:off x="23732133" y="1790700"/>
              <a:ext cx="15522" cy="133350"/>
            </a:xfrm>
            <a:prstGeom prst="rect">
              <a:avLst/>
            </a:prstGeom>
            <a:solidFill>
              <a:srgbClr val="DCE7EC"/>
            </a:solidFill>
            <a:ln w="0">
              <a:noFill/>
              <a:prstDash val="solid"/>
            </a:ln>
          </p:spPr>
        </p:sp>
        <p:sp>
          <p:nvSpPr>
            <p:cNvPr id="3826" name="dense-strip-2-cell-161">
              <a:extLst>
                <a:ext uri="{FF2B5EF4-FFF2-40B4-BE49-F238E27FC236}">
                  <a16:creationId xmlns:a16="http://schemas.microsoft.com/office/drawing/2014/main" id="{36B943BA-39DD-418B-B7A9-06C127BF82AB}"/>
                </a:ext>
              </a:extLst>
            </p:cNvPr>
            <p:cNvSpPr>
              <a:spLocks noGrp="1"/>
            </p:cNvSpPr>
            <p:nvPr/>
          </p:nvSpPr>
          <p:spPr>
            <a:xfrm>
              <a:off x="23716754" y="1790700"/>
              <a:ext cx="15522" cy="133350"/>
            </a:xfrm>
            <a:prstGeom prst="rect">
              <a:avLst/>
            </a:prstGeom>
            <a:solidFill>
              <a:srgbClr val="DCE8ED"/>
            </a:solidFill>
            <a:ln w="0">
              <a:noFill/>
              <a:prstDash val="solid"/>
            </a:ln>
          </p:spPr>
        </p:sp>
        <p:sp>
          <p:nvSpPr>
            <p:cNvPr id="3827" name="dense-strip-2-cell-160">
              <a:extLst>
                <a:ext uri="{FF2B5EF4-FFF2-40B4-BE49-F238E27FC236}">
                  <a16:creationId xmlns:a16="http://schemas.microsoft.com/office/drawing/2014/main" id="{8B2AF630-1E3F-43A4-87A7-1B00FED9573D}"/>
                </a:ext>
              </a:extLst>
            </p:cNvPr>
            <p:cNvSpPr>
              <a:spLocks noGrp="1"/>
            </p:cNvSpPr>
            <p:nvPr/>
          </p:nvSpPr>
          <p:spPr>
            <a:xfrm>
              <a:off x="23701375" y="1790700"/>
              <a:ext cx="15522" cy="133350"/>
            </a:xfrm>
            <a:prstGeom prst="rect">
              <a:avLst/>
            </a:prstGeom>
            <a:solidFill>
              <a:srgbClr val="DCE8ED"/>
            </a:solidFill>
            <a:ln w="0">
              <a:noFill/>
              <a:prstDash val="solid"/>
            </a:ln>
          </p:spPr>
        </p:sp>
        <p:sp>
          <p:nvSpPr>
            <p:cNvPr id="3828" name="dense-strip-2-cell-159">
              <a:extLst>
                <a:ext uri="{FF2B5EF4-FFF2-40B4-BE49-F238E27FC236}">
                  <a16:creationId xmlns:a16="http://schemas.microsoft.com/office/drawing/2014/main" id="{8F9FF878-2204-405E-8036-9891B14E7D72}"/>
                </a:ext>
              </a:extLst>
            </p:cNvPr>
            <p:cNvSpPr>
              <a:spLocks noGrp="1"/>
            </p:cNvSpPr>
            <p:nvPr/>
          </p:nvSpPr>
          <p:spPr>
            <a:xfrm>
              <a:off x="23685996" y="1790700"/>
              <a:ext cx="15522" cy="133350"/>
            </a:xfrm>
            <a:prstGeom prst="rect">
              <a:avLst/>
            </a:prstGeom>
            <a:solidFill>
              <a:srgbClr val="DCE8ED"/>
            </a:solidFill>
            <a:ln w="0">
              <a:noFill/>
              <a:prstDash val="solid"/>
            </a:ln>
          </p:spPr>
        </p:sp>
        <p:sp>
          <p:nvSpPr>
            <p:cNvPr id="3829" name="dense-strip-2-cell-158">
              <a:extLst>
                <a:ext uri="{FF2B5EF4-FFF2-40B4-BE49-F238E27FC236}">
                  <a16:creationId xmlns:a16="http://schemas.microsoft.com/office/drawing/2014/main" id="{FF38D442-161D-46C2-B8D9-8DDB19FDCBFC}"/>
                </a:ext>
              </a:extLst>
            </p:cNvPr>
            <p:cNvSpPr>
              <a:spLocks noGrp="1"/>
            </p:cNvSpPr>
            <p:nvPr/>
          </p:nvSpPr>
          <p:spPr>
            <a:xfrm>
              <a:off x="23670617" y="1790700"/>
              <a:ext cx="15522" cy="133350"/>
            </a:xfrm>
            <a:prstGeom prst="rect">
              <a:avLst/>
            </a:prstGeom>
            <a:solidFill>
              <a:srgbClr val="DCE8ED"/>
            </a:solidFill>
            <a:ln w="0">
              <a:noFill/>
              <a:prstDash val="solid"/>
            </a:ln>
          </p:spPr>
        </p:sp>
        <p:sp>
          <p:nvSpPr>
            <p:cNvPr id="3830" name="dense-strip-2-cell-157">
              <a:extLst>
                <a:ext uri="{FF2B5EF4-FFF2-40B4-BE49-F238E27FC236}">
                  <a16:creationId xmlns:a16="http://schemas.microsoft.com/office/drawing/2014/main" id="{1F7D84DA-90F7-4E4B-A3FA-161F63602095}"/>
                </a:ext>
              </a:extLst>
            </p:cNvPr>
            <p:cNvSpPr>
              <a:spLocks noGrp="1"/>
            </p:cNvSpPr>
            <p:nvPr/>
          </p:nvSpPr>
          <p:spPr>
            <a:xfrm>
              <a:off x="23655238" y="1790700"/>
              <a:ext cx="15522" cy="133350"/>
            </a:xfrm>
            <a:prstGeom prst="rect">
              <a:avLst/>
            </a:prstGeom>
            <a:solidFill>
              <a:srgbClr val="DCE8ED"/>
            </a:solidFill>
            <a:ln w="0">
              <a:noFill/>
              <a:prstDash val="solid"/>
            </a:ln>
          </p:spPr>
        </p:sp>
        <p:sp>
          <p:nvSpPr>
            <p:cNvPr id="3831" name="dense-strip-2-cell-156">
              <a:extLst>
                <a:ext uri="{FF2B5EF4-FFF2-40B4-BE49-F238E27FC236}">
                  <a16:creationId xmlns:a16="http://schemas.microsoft.com/office/drawing/2014/main" id="{C570A23D-3740-4066-80D7-7CB2D0CEA911}"/>
                </a:ext>
              </a:extLst>
            </p:cNvPr>
            <p:cNvSpPr>
              <a:spLocks noGrp="1"/>
            </p:cNvSpPr>
            <p:nvPr/>
          </p:nvSpPr>
          <p:spPr>
            <a:xfrm>
              <a:off x="23639859" y="1790700"/>
              <a:ext cx="15522" cy="133350"/>
            </a:xfrm>
            <a:prstGeom prst="rect">
              <a:avLst/>
            </a:prstGeom>
            <a:solidFill>
              <a:srgbClr val="DCE8ED"/>
            </a:solidFill>
            <a:ln w="0">
              <a:noFill/>
              <a:prstDash val="solid"/>
            </a:ln>
          </p:spPr>
        </p:sp>
        <p:sp>
          <p:nvSpPr>
            <p:cNvPr id="3832" name="dense-strip-2-cell-155">
              <a:extLst>
                <a:ext uri="{FF2B5EF4-FFF2-40B4-BE49-F238E27FC236}">
                  <a16:creationId xmlns:a16="http://schemas.microsoft.com/office/drawing/2014/main" id="{6917CAE0-4F7B-403D-9E3C-06E946DE4B6B}"/>
                </a:ext>
              </a:extLst>
            </p:cNvPr>
            <p:cNvSpPr>
              <a:spLocks noGrp="1"/>
            </p:cNvSpPr>
            <p:nvPr/>
          </p:nvSpPr>
          <p:spPr>
            <a:xfrm>
              <a:off x="23624480" y="1790700"/>
              <a:ext cx="15522" cy="133350"/>
            </a:xfrm>
            <a:prstGeom prst="rect">
              <a:avLst/>
            </a:prstGeom>
            <a:solidFill>
              <a:srgbClr val="DCE8ED"/>
            </a:solidFill>
            <a:ln w="0">
              <a:noFill/>
              <a:prstDash val="solid"/>
            </a:ln>
          </p:spPr>
        </p:sp>
        <p:sp>
          <p:nvSpPr>
            <p:cNvPr id="3833" name="dense-strip-2-cell-154">
              <a:extLst>
                <a:ext uri="{FF2B5EF4-FFF2-40B4-BE49-F238E27FC236}">
                  <a16:creationId xmlns:a16="http://schemas.microsoft.com/office/drawing/2014/main" id="{A31CB4DB-7008-467B-AC08-F57E3199E71C}"/>
                </a:ext>
              </a:extLst>
            </p:cNvPr>
            <p:cNvSpPr>
              <a:spLocks noGrp="1"/>
            </p:cNvSpPr>
            <p:nvPr/>
          </p:nvSpPr>
          <p:spPr>
            <a:xfrm>
              <a:off x="23609102" y="1790700"/>
              <a:ext cx="15522" cy="133350"/>
            </a:xfrm>
            <a:prstGeom prst="rect">
              <a:avLst/>
            </a:prstGeom>
            <a:solidFill>
              <a:srgbClr val="DCE8ED"/>
            </a:solidFill>
            <a:ln w="0">
              <a:noFill/>
              <a:prstDash val="solid"/>
            </a:ln>
          </p:spPr>
        </p:sp>
        <p:sp>
          <p:nvSpPr>
            <p:cNvPr id="3834" name="dense-strip-2-cell-153">
              <a:extLst>
                <a:ext uri="{FF2B5EF4-FFF2-40B4-BE49-F238E27FC236}">
                  <a16:creationId xmlns:a16="http://schemas.microsoft.com/office/drawing/2014/main" id="{CEE6CE3A-7BA2-43BD-AEA6-ED62620F7960}"/>
                </a:ext>
              </a:extLst>
            </p:cNvPr>
            <p:cNvSpPr>
              <a:spLocks noGrp="1"/>
            </p:cNvSpPr>
            <p:nvPr/>
          </p:nvSpPr>
          <p:spPr>
            <a:xfrm>
              <a:off x="23593723" y="1790700"/>
              <a:ext cx="15522" cy="133350"/>
            </a:xfrm>
            <a:prstGeom prst="rect">
              <a:avLst/>
            </a:prstGeom>
            <a:solidFill>
              <a:srgbClr val="DCE8ED"/>
            </a:solidFill>
            <a:ln w="0">
              <a:noFill/>
              <a:prstDash val="solid"/>
            </a:ln>
          </p:spPr>
        </p:sp>
        <p:sp>
          <p:nvSpPr>
            <p:cNvPr id="3835" name="dense-strip-2-cell-152">
              <a:extLst>
                <a:ext uri="{FF2B5EF4-FFF2-40B4-BE49-F238E27FC236}">
                  <a16:creationId xmlns:a16="http://schemas.microsoft.com/office/drawing/2014/main" id="{E043D813-BFFE-45F3-9D71-1B9B7262B718}"/>
                </a:ext>
              </a:extLst>
            </p:cNvPr>
            <p:cNvSpPr>
              <a:spLocks noGrp="1"/>
            </p:cNvSpPr>
            <p:nvPr/>
          </p:nvSpPr>
          <p:spPr>
            <a:xfrm>
              <a:off x="23578344" y="1790700"/>
              <a:ext cx="15522" cy="133350"/>
            </a:xfrm>
            <a:prstGeom prst="rect">
              <a:avLst/>
            </a:prstGeom>
            <a:solidFill>
              <a:srgbClr val="DCE8ED"/>
            </a:solidFill>
            <a:ln w="0">
              <a:noFill/>
              <a:prstDash val="solid"/>
            </a:ln>
          </p:spPr>
        </p:sp>
        <p:sp>
          <p:nvSpPr>
            <p:cNvPr id="3836" name="dense-strip-2-cell-151">
              <a:extLst>
                <a:ext uri="{FF2B5EF4-FFF2-40B4-BE49-F238E27FC236}">
                  <a16:creationId xmlns:a16="http://schemas.microsoft.com/office/drawing/2014/main" id="{E2413B02-92D0-44A5-A636-3757DD4CEE94}"/>
                </a:ext>
              </a:extLst>
            </p:cNvPr>
            <p:cNvSpPr>
              <a:spLocks noGrp="1"/>
            </p:cNvSpPr>
            <p:nvPr/>
          </p:nvSpPr>
          <p:spPr>
            <a:xfrm>
              <a:off x="23562965" y="1790700"/>
              <a:ext cx="15522" cy="133350"/>
            </a:xfrm>
            <a:prstGeom prst="rect">
              <a:avLst/>
            </a:prstGeom>
            <a:solidFill>
              <a:srgbClr val="DCE8ED"/>
            </a:solidFill>
            <a:ln w="0">
              <a:noFill/>
              <a:prstDash val="solid"/>
            </a:ln>
          </p:spPr>
        </p:sp>
        <p:sp>
          <p:nvSpPr>
            <p:cNvPr id="3837" name="dense-strip-2-cell-150">
              <a:extLst>
                <a:ext uri="{FF2B5EF4-FFF2-40B4-BE49-F238E27FC236}">
                  <a16:creationId xmlns:a16="http://schemas.microsoft.com/office/drawing/2014/main" id="{B69331CA-36CA-41C0-8643-8A123038E624}"/>
                </a:ext>
              </a:extLst>
            </p:cNvPr>
            <p:cNvSpPr>
              <a:spLocks noGrp="1"/>
            </p:cNvSpPr>
            <p:nvPr/>
          </p:nvSpPr>
          <p:spPr>
            <a:xfrm>
              <a:off x="23547586" y="1790700"/>
              <a:ext cx="15522" cy="133350"/>
            </a:xfrm>
            <a:prstGeom prst="rect">
              <a:avLst/>
            </a:prstGeom>
            <a:solidFill>
              <a:srgbClr val="DCE8ED"/>
            </a:solidFill>
            <a:ln w="0">
              <a:noFill/>
              <a:prstDash val="solid"/>
            </a:ln>
          </p:spPr>
        </p:sp>
        <p:sp>
          <p:nvSpPr>
            <p:cNvPr id="3838" name="dense-strip-2-cell-149">
              <a:extLst>
                <a:ext uri="{FF2B5EF4-FFF2-40B4-BE49-F238E27FC236}">
                  <a16:creationId xmlns:a16="http://schemas.microsoft.com/office/drawing/2014/main" id="{1E0AE456-29D5-45B4-A871-77E7DFF051A1}"/>
                </a:ext>
              </a:extLst>
            </p:cNvPr>
            <p:cNvSpPr>
              <a:spLocks noGrp="1"/>
            </p:cNvSpPr>
            <p:nvPr/>
          </p:nvSpPr>
          <p:spPr>
            <a:xfrm>
              <a:off x="23532207" y="1790700"/>
              <a:ext cx="15522" cy="133350"/>
            </a:xfrm>
            <a:prstGeom prst="rect">
              <a:avLst/>
            </a:prstGeom>
            <a:solidFill>
              <a:srgbClr val="DCE8ED"/>
            </a:solidFill>
            <a:ln w="0">
              <a:noFill/>
              <a:prstDash val="solid"/>
            </a:ln>
          </p:spPr>
        </p:sp>
        <p:sp>
          <p:nvSpPr>
            <p:cNvPr id="3839" name="dense-strip-2-cell-148">
              <a:extLst>
                <a:ext uri="{FF2B5EF4-FFF2-40B4-BE49-F238E27FC236}">
                  <a16:creationId xmlns:a16="http://schemas.microsoft.com/office/drawing/2014/main" id="{CBE07CC6-72BF-4DDB-A487-361E214B0821}"/>
                </a:ext>
              </a:extLst>
            </p:cNvPr>
            <p:cNvSpPr>
              <a:spLocks noGrp="1"/>
            </p:cNvSpPr>
            <p:nvPr/>
          </p:nvSpPr>
          <p:spPr>
            <a:xfrm>
              <a:off x="23516828" y="1790700"/>
              <a:ext cx="15522" cy="133350"/>
            </a:xfrm>
            <a:prstGeom prst="rect">
              <a:avLst/>
            </a:prstGeom>
            <a:solidFill>
              <a:srgbClr val="DCE8ED"/>
            </a:solidFill>
            <a:ln w="0">
              <a:noFill/>
              <a:prstDash val="solid"/>
            </a:ln>
          </p:spPr>
        </p:sp>
        <p:sp>
          <p:nvSpPr>
            <p:cNvPr id="3840" name="dense-strip-2-cell-147">
              <a:extLst>
                <a:ext uri="{FF2B5EF4-FFF2-40B4-BE49-F238E27FC236}">
                  <a16:creationId xmlns:a16="http://schemas.microsoft.com/office/drawing/2014/main" id="{01CD7201-FCF7-49FA-A75B-D306BC069087}"/>
                </a:ext>
              </a:extLst>
            </p:cNvPr>
            <p:cNvSpPr>
              <a:spLocks noGrp="1"/>
            </p:cNvSpPr>
            <p:nvPr/>
          </p:nvSpPr>
          <p:spPr>
            <a:xfrm>
              <a:off x="23501449" y="1790700"/>
              <a:ext cx="15522" cy="133350"/>
            </a:xfrm>
            <a:prstGeom prst="rect">
              <a:avLst/>
            </a:prstGeom>
            <a:solidFill>
              <a:srgbClr val="DCE8ED"/>
            </a:solidFill>
            <a:ln w="0">
              <a:noFill/>
              <a:prstDash val="solid"/>
            </a:ln>
          </p:spPr>
        </p:sp>
        <p:sp>
          <p:nvSpPr>
            <p:cNvPr id="3841" name="dense-strip-2-cell-146">
              <a:extLst>
                <a:ext uri="{FF2B5EF4-FFF2-40B4-BE49-F238E27FC236}">
                  <a16:creationId xmlns:a16="http://schemas.microsoft.com/office/drawing/2014/main" id="{A6D20640-CF3A-4370-9437-DFE46FD05DA6}"/>
                </a:ext>
              </a:extLst>
            </p:cNvPr>
            <p:cNvSpPr>
              <a:spLocks noGrp="1"/>
            </p:cNvSpPr>
            <p:nvPr/>
          </p:nvSpPr>
          <p:spPr>
            <a:xfrm>
              <a:off x="23486070" y="1790700"/>
              <a:ext cx="15522" cy="133350"/>
            </a:xfrm>
            <a:prstGeom prst="rect">
              <a:avLst/>
            </a:prstGeom>
            <a:solidFill>
              <a:srgbClr val="DCE8ED"/>
            </a:solidFill>
            <a:ln w="0">
              <a:noFill/>
              <a:prstDash val="solid"/>
            </a:ln>
          </p:spPr>
        </p:sp>
        <p:sp>
          <p:nvSpPr>
            <p:cNvPr id="3842" name="dense-strip-2-cell-145">
              <a:extLst>
                <a:ext uri="{FF2B5EF4-FFF2-40B4-BE49-F238E27FC236}">
                  <a16:creationId xmlns:a16="http://schemas.microsoft.com/office/drawing/2014/main" id="{7B533013-BE58-4779-B0CC-DFA2FE8F33C0}"/>
                </a:ext>
              </a:extLst>
            </p:cNvPr>
            <p:cNvSpPr>
              <a:spLocks noGrp="1"/>
            </p:cNvSpPr>
            <p:nvPr/>
          </p:nvSpPr>
          <p:spPr>
            <a:xfrm>
              <a:off x="23470691" y="1790700"/>
              <a:ext cx="15522" cy="133350"/>
            </a:xfrm>
            <a:prstGeom prst="rect">
              <a:avLst/>
            </a:prstGeom>
            <a:solidFill>
              <a:srgbClr val="DCE8ED"/>
            </a:solidFill>
            <a:ln w="0">
              <a:noFill/>
              <a:prstDash val="solid"/>
            </a:ln>
          </p:spPr>
        </p:sp>
        <p:sp>
          <p:nvSpPr>
            <p:cNvPr id="3843" name="dense-strip-2-cell-144">
              <a:extLst>
                <a:ext uri="{FF2B5EF4-FFF2-40B4-BE49-F238E27FC236}">
                  <a16:creationId xmlns:a16="http://schemas.microsoft.com/office/drawing/2014/main" id="{072B84AA-C58D-4357-ABAE-9125907853C9}"/>
                </a:ext>
              </a:extLst>
            </p:cNvPr>
            <p:cNvSpPr>
              <a:spLocks noGrp="1"/>
            </p:cNvSpPr>
            <p:nvPr/>
          </p:nvSpPr>
          <p:spPr>
            <a:xfrm>
              <a:off x="23455313" y="1790700"/>
              <a:ext cx="15522" cy="133350"/>
            </a:xfrm>
            <a:prstGeom prst="rect">
              <a:avLst/>
            </a:prstGeom>
            <a:solidFill>
              <a:srgbClr val="DCE8ED"/>
            </a:solidFill>
            <a:ln w="0">
              <a:noFill/>
              <a:prstDash val="solid"/>
            </a:ln>
          </p:spPr>
        </p:sp>
        <p:sp>
          <p:nvSpPr>
            <p:cNvPr id="3844" name="dense-strip-2-cell-143">
              <a:extLst>
                <a:ext uri="{FF2B5EF4-FFF2-40B4-BE49-F238E27FC236}">
                  <a16:creationId xmlns:a16="http://schemas.microsoft.com/office/drawing/2014/main" id="{92106ABD-BECF-4BD8-AE0A-C42916414544}"/>
                </a:ext>
              </a:extLst>
            </p:cNvPr>
            <p:cNvSpPr>
              <a:spLocks noGrp="1"/>
            </p:cNvSpPr>
            <p:nvPr/>
          </p:nvSpPr>
          <p:spPr>
            <a:xfrm>
              <a:off x="23439934" y="1790700"/>
              <a:ext cx="15522" cy="133350"/>
            </a:xfrm>
            <a:prstGeom prst="rect">
              <a:avLst/>
            </a:prstGeom>
            <a:solidFill>
              <a:srgbClr val="DCE8ED"/>
            </a:solidFill>
            <a:ln w="0">
              <a:noFill/>
              <a:prstDash val="solid"/>
            </a:ln>
          </p:spPr>
        </p:sp>
        <p:sp>
          <p:nvSpPr>
            <p:cNvPr id="3845" name="dense-strip-2-cell-142">
              <a:extLst>
                <a:ext uri="{FF2B5EF4-FFF2-40B4-BE49-F238E27FC236}">
                  <a16:creationId xmlns:a16="http://schemas.microsoft.com/office/drawing/2014/main" id="{569EC31F-B011-43F6-8706-36D387F81409}"/>
                </a:ext>
              </a:extLst>
            </p:cNvPr>
            <p:cNvSpPr>
              <a:spLocks noGrp="1"/>
            </p:cNvSpPr>
            <p:nvPr/>
          </p:nvSpPr>
          <p:spPr>
            <a:xfrm>
              <a:off x="23424555" y="1790700"/>
              <a:ext cx="15522" cy="133350"/>
            </a:xfrm>
            <a:prstGeom prst="rect">
              <a:avLst/>
            </a:prstGeom>
            <a:solidFill>
              <a:srgbClr val="DCE8ED"/>
            </a:solidFill>
            <a:ln w="0">
              <a:noFill/>
              <a:prstDash val="solid"/>
            </a:ln>
          </p:spPr>
        </p:sp>
        <p:sp>
          <p:nvSpPr>
            <p:cNvPr id="3846" name="dense-strip-2-cell-141">
              <a:extLst>
                <a:ext uri="{FF2B5EF4-FFF2-40B4-BE49-F238E27FC236}">
                  <a16:creationId xmlns:a16="http://schemas.microsoft.com/office/drawing/2014/main" id="{4A8DB60E-1B62-4AC9-BE17-703E6535A642}"/>
                </a:ext>
              </a:extLst>
            </p:cNvPr>
            <p:cNvSpPr>
              <a:spLocks noGrp="1"/>
            </p:cNvSpPr>
            <p:nvPr/>
          </p:nvSpPr>
          <p:spPr>
            <a:xfrm>
              <a:off x="23409176" y="1790700"/>
              <a:ext cx="15522" cy="133350"/>
            </a:xfrm>
            <a:prstGeom prst="rect">
              <a:avLst/>
            </a:prstGeom>
            <a:solidFill>
              <a:srgbClr val="DCE8ED"/>
            </a:solidFill>
            <a:ln w="0">
              <a:noFill/>
              <a:prstDash val="solid"/>
            </a:ln>
          </p:spPr>
        </p:sp>
        <p:sp>
          <p:nvSpPr>
            <p:cNvPr id="3847" name="dense-strip-2-cell-140">
              <a:extLst>
                <a:ext uri="{FF2B5EF4-FFF2-40B4-BE49-F238E27FC236}">
                  <a16:creationId xmlns:a16="http://schemas.microsoft.com/office/drawing/2014/main" id="{69409ABD-2E19-4D8D-ADCA-40347F0BAB73}"/>
                </a:ext>
              </a:extLst>
            </p:cNvPr>
            <p:cNvSpPr>
              <a:spLocks noGrp="1"/>
            </p:cNvSpPr>
            <p:nvPr/>
          </p:nvSpPr>
          <p:spPr>
            <a:xfrm>
              <a:off x="23393797" y="1790700"/>
              <a:ext cx="15522" cy="133350"/>
            </a:xfrm>
            <a:prstGeom prst="rect">
              <a:avLst/>
            </a:prstGeom>
            <a:solidFill>
              <a:srgbClr val="DBE8ED"/>
            </a:solidFill>
            <a:ln w="0">
              <a:noFill/>
              <a:prstDash val="solid"/>
            </a:ln>
          </p:spPr>
        </p:sp>
        <p:sp>
          <p:nvSpPr>
            <p:cNvPr id="3848" name="dense-strip-2-cell-139">
              <a:extLst>
                <a:ext uri="{FF2B5EF4-FFF2-40B4-BE49-F238E27FC236}">
                  <a16:creationId xmlns:a16="http://schemas.microsoft.com/office/drawing/2014/main" id="{6740F18B-6A76-4758-BCE5-7F5AC81FE0EB}"/>
                </a:ext>
              </a:extLst>
            </p:cNvPr>
            <p:cNvSpPr>
              <a:spLocks noGrp="1"/>
            </p:cNvSpPr>
            <p:nvPr/>
          </p:nvSpPr>
          <p:spPr>
            <a:xfrm>
              <a:off x="23378418" y="1790700"/>
              <a:ext cx="15522" cy="133350"/>
            </a:xfrm>
            <a:prstGeom prst="rect">
              <a:avLst/>
            </a:prstGeom>
            <a:solidFill>
              <a:srgbClr val="DBE8ED"/>
            </a:solidFill>
            <a:ln w="0">
              <a:noFill/>
              <a:prstDash val="solid"/>
            </a:ln>
          </p:spPr>
        </p:sp>
        <p:sp>
          <p:nvSpPr>
            <p:cNvPr id="3849" name="dense-strip-2-cell-138">
              <a:extLst>
                <a:ext uri="{FF2B5EF4-FFF2-40B4-BE49-F238E27FC236}">
                  <a16:creationId xmlns:a16="http://schemas.microsoft.com/office/drawing/2014/main" id="{A4C0F30D-B1A0-42AD-9931-A0DC1D58E15A}"/>
                </a:ext>
              </a:extLst>
            </p:cNvPr>
            <p:cNvSpPr>
              <a:spLocks noGrp="1"/>
            </p:cNvSpPr>
            <p:nvPr/>
          </p:nvSpPr>
          <p:spPr>
            <a:xfrm>
              <a:off x="23363039" y="1790700"/>
              <a:ext cx="15522" cy="133350"/>
            </a:xfrm>
            <a:prstGeom prst="rect">
              <a:avLst/>
            </a:prstGeom>
            <a:solidFill>
              <a:srgbClr val="DCE8ED"/>
            </a:solidFill>
            <a:ln w="0">
              <a:noFill/>
              <a:prstDash val="solid"/>
            </a:ln>
          </p:spPr>
        </p:sp>
        <p:sp>
          <p:nvSpPr>
            <p:cNvPr id="3850" name="dense-strip-2-cell-137">
              <a:extLst>
                <a:ext uri="{FF2B5EF4-FFF2-40B4-BE49-F238E27FC236}">
                  <a16:creationId xmlns:a16="http://schemas.microsoft.com/office/drawing/2014/main" id="{86A969CC-CAEA-4C9E-85BD-D24F79F2E50D}"/>
                </a:ext>
              </a:extLst>
            </p:cNvPr>
            <p:cNvSpPr>
              <a:spLocks noGrp="1"/>
            </p:cNvSpPr>
            <p:nvPr/>
          </p:nvSpPr>
          <p:spPr>
            <a:xfrm>
              <a:off x="23347660" y="1790700"/>
              <a:ext cx="15522" cy="133350"/>
            </a:xfrm>
            <a:prstGeom prst="rect">
              <a:avLst/>
            </a:prstGeom>
            <a:solidFill>
              <a:srgbClr val="DCE8ED"/>
            </a:solidFill>
            <a:ln w="0">
              <a:noFill/>
              <a:prstDash val="solid"/>
            </a:ln>
          </p:spPr>
        </p:sp>
        <p:sp>
          <p:nvSpPr>
            <p:cNvPr id="3851" name="dense-strip-2-cell-136">
              <a:extLst>
                <a:ext uri="{FF2B5EF4-FFF2-40B4-BE49-F238E27FC236}">
                  <a16:creationId xmlns:a16="http://schemas.microsoft.com/office/drawing/2014/main" id="{399FDD8D-1D95-4C28-87E8-79A875FA88C6}"/>
                </a:ext>
              </a:extLst>
            </p:cNvPr>
            <p:cNvSpPr>
              <a:spLocks noGrp="1"/>
            </p:cNvSpPr>
            <p:nvPr/>
          </p:nvSpPr>
          <p:spPr>
            <a:xfrm>
              <a:off x="23332281" y="1790700"/>
              <a:ext cx="15522" cy="133350"/>
            </a:xfrm>
            <a:prstGeom prst="rect">
              <a:avLst/>
            </a:prstGeom>
            <a:solidFill>
              <a:srgbClr val="DCE8ED"/>
            </a:solidFill>
            <a:ln w="0">
              <a:noFill/>
              <a:prstDash val="solid"/>
            </a:ln>
          </p:spPr>
        </p:sp>
        <p:sp>
          <p:nvSpPr>
            <p:cNvPr id="3852" name="dense-strip-2-cell-135">
              <a:extLst>
                <a:ext uri="{FF2B5EF4-FFF2-40B4-BE49-F238E27FC236}">
                  <a16:creationId xmlns:a16="http://schemas.microsoft.com/office/drawing/2014/main" id="{304688F0-F9BB-489A-8BA9-7A1035974B70}"/>
                </a:ext>
              </a:extLst>
            </p:cNvPr>
            <p:cNvSpPr>
              <a:spLocks noGrp="1"/>
            </p:cNvSpPr>
            <p:nvPr/>
          </p:nvSpPr>
          <p:spPr>
            <a:xfrm>
              <a:off x="23316902" y="1790700"/>
              <a:ext cx="15522" cy="133350"/>
            </a:xfrm>
            <a:prstGeom prst="rect">
              <a:avLst/>
            </a:prstGeom>
            <a:solidFill>
              <a:srgbClr val="CFE1E4"/>
            </a:solidFill>
            <a:ln w="0">
              <a:noFill/>
              <a:prstDash val="solid"/>
            </a:ln>
          </p:spPr>
        </p:sp>
        <p:sp>
          <p:nvSpPr>
            <p:cNvPr id="3853" name="dense-strip-2-cell-134">
              <a:extLst>
                <a:ext uri="{FF2B5EF4-FFF2-40B4-BE49-F238E27FC236}">
                  <a16:creationId xmlns:a16="http://schemas.microsoft.com/office/drawing/2014/main" id="{DD1DE143-8191-4FB7-B675-5FDBEE8D11FF}"/>
                </a:ext>
              </a:extLst>
            </p:cNvPr>
            <p:cNvSpPr>
              <a:spLocks noGrp="1"/>
            </p:cNvSpPr>
            <p:nvPr/>
          </p:nvSpPr>
          <p:spPr>
            <a:xfrm>
              <a:off x="23301523" y="1790700"/>
              <a:ext cx="15522" cy="133350"/>
            </a:xfrm>
            <a:prstGeom prst="rect">
              <a:avLst/>
            </a:prstGeom>
            <a:solidFill>
              <a:srgbClr val="A4D2CC"/>
            </a:solidFill>
            <a:ln w="0">
              <a:noFill/>
              <a:prstDash val="solid"/>
            </a:ln>
          </p:spPr>
        </p:sp>
        <p:sp>
          <p:nvSpPr>
            <p:cNvPr id="3854" name="dense-strip-2-cell-133">
              <a:extLst>
                <a:ext uri="{FF2B5EF4-FFF2-40B4-BE49-F238E27FC236}">
                  <a16:creationId xmlns:a16="http://schemas.microsoft.com/office/drawing/2014/main" id="{2B2B56EC-D14D-40ED-99B1-7114D453CA33}"/>
                </a:ext>
              </a:extLst>
            </p:cNvPr>
            <p:cNvSpPr>
              <a:spLocks noGrp="1"/>
            </p:cNvSpPr>
            <p:nvPr/>
          </p:nvSpPr>
          <p:spPr>
            <a:xfrm>
              <a:off x="23286145" y="1790700"/>
              <a:ext cx="15522" cy="133350"/>
            </a:xfrm>
            <a:prstGeom prst="rect">
              <a:avLst/>
            </a:prstGeom>
            <a:solidFill>
              <a:srgbClr val="7BC7B7"/>
            </a:solidFill>
            <a:ln w="0">
              <a:noFill/>
              <a:prstDash val="solid"/>
            </a:ln>
          </p:spPr>
        </p:sp>
        <p:sp>
          <p:nvSpPr>
            <p:cNvPr id="3855" name="dense-strip-2-cell-132">
              <a:extLst>
                <a:ext uri="{FF2B5EF4-FFF2-40B4-BE49-F238E27FC236}">
                  <a16:creationId xmlns:a16="http://schemas.microsoft.com/office/drawing/2014/main" id="{3E9BCB32-FFBC-4629-A04B-D28832830C50}"/>
                </a:ext>
              </a:extLst>
            </p:cNvPr>
            <p:cNvSpPr>
              <a:spLocks noGrp="1"/>
            </p:cNvSpPr>
            <p:nvPr/>
          </p:nvSpPr>
          <p:spPr>
            <a:xfrm>
              <a:off x="23270766" y="1790700"/>
              <a:ext cx="15522" cy="133350"/>
            </a:xfrm>
            <a:prstGeom prst="rect">
              <a:avLst/>
            </a:prstGeom>
            <a:solidFill>
              <a:srgbClr val="51B9A0"/>
            </a:solidFill>
            <a:ln w="0">
              <a:noFill/>
              <a:prstDash val="solid"/>
            </a:ln>
          </p:spPr>
        </p:sp>
        <p:sp>
          <p:nvSpPr>
            <p:cNvPr id="3856" name="dense-strip-2-cell-131">
              <a:extLst>
                <a:ext uri="{FF2B5EF4-FFF2-40B4-BE49-F238E27FC236}">
                  <a16:creationId xmlns:a16="http://schemas.microsoft.com/office/drawing/2014/main" id="{B53CE405-6DF4-4CCC-9C55-B29C31BD5168}"/>
                </a:ext>
              </a:extLst>
            </p:cNvPr>
            <p:cNvSpPr>
              <a:spLocks noGrp="1"/>
            </p:cNvSpPr>
            <p:nvPr/>
          </p:nvSpPr>
          <p:spPr>
            <a:xfrm>
              <a:off x="23255387" y="1790700"/>
              <a:ext cx="15522" cy="133350"/>
            </a:xfrm>
            <a:prstGeom prst="rect">
              <a:avLst/>
            </a:prstGeom>
            <a:solidFill>
              <a:srgbClr val="2BAC8B"/>
            </a:solidFill>
            <a:ln w="0">
              <a:noFill/>
              <a:prstDash val="solid"/>
            </a:ln>
          </p:spPr>
        </p:sp>
        <p:sp>
          <p:nvSpPr>
            <p:cNvPr id="3857" name="dense-strip-2-cell-130">
              <a:extLst>
                <a:ext uri="{FF2B5EF4-FFF2-40B4-BE49-F238E27FC236}">
                  <a16:creationId xmlns:a16="http://schemas.microsoft.com/office/drawing/2014/main" id="{EFA89586-0494-4455-91B6-907BB528D00E}"/>
                </a:ext>
              </a:extLst>
            </p:cNvPr>
            <p:cNvSpPr>
              <a:spLocks noGrp="1"/>
            </p:cNvSpPr>
            <p:nvPr/>
          </p:nvSpPr>
          <p:spPr>
            <a:xfrm>
              <a:off x="23240008" y="1790700"/>
              <a:ext cx="15522" cy="133350"/>
            </a:xfrm>
            <a:prstGeom prst="rect">
              <a:avLst/>
            </a:prstGeom>
            <a:solidFill>
              <a:srgbClr val="0EA37B"/>
            </a:solidFill>
            <a:ln w="0">
              <a:noFill/>
              <a:prstDash val="solid"/>
            </a:ln>
          </p:spPr>
        </p:sp>
        <p:sp>
          <p:nvSpPr>
            <p:cNvPr id="3858" name="dense-strip-2-cell-129">
              <a:extLst>
                <a:ext uri="{FF2B5EF4-FFF2-40B4-BE49-F238E27FC236}">
                  <a16:creationId xmlns:a16="http://schemas.microsoft.com/office/drawing/2014/main" id="{6CAEE019-846A-496B-AAD4-1549D8E4DA04}"/>
                </a:ext>
              </a:extLst>
            </p:cNvPr>
            <p:cNvSpPr>
              <a:spLocks noGrp="1"/>
            </p:cNvSpPr>
            <p:nvPr/>
          </p:nvSpPr>
          <p:spPr>
            <a:xfrm>
              <a:off x="23224629" y="1790700"/>
              <a:ext cx="15522" cy="133350"/>
            </a:xfrm>
            <a:prstGeom prst="rect">
              <a:avLst/>
            </a:prstGeom>
            <a:solidFill>
              <a:srgbClr val="019E74"/>
            </a:solidFill>
            <a:ln w="0">
              <a:noFill/>
              <a:prstDash val="solid"/>
            </a:ln>
          </p:spPr>
        </p:sp>
        <p:sp>
          <p:nvSpPr>
            <p:cNvPr id="3859" name="dense-strip-2-cell-128">
              <a:extLst>
                <a:ext uri="{FF2B5EF4-FFF2-40B4-BE49-F238E27FC236}">
                  <a16:creationId xmlns:a16="http://schemas.microsoft.com/office/drawing/2014/main" id="{9931DEC4-C531-448D-AD81-BF8F9F13FBB8}"/>
                </a:ext>
              </a:extLst>
            </p:cNvPr>
            <p:cNvSpPr>
              <a:spLocks noGrp="1"/>
            </p:cNvSpPr>
            <p:nvPr/>
          </p:nvSpPr>
          <p:spPr>
            <a:xfrm>
              <a:off x="23209250" y="1790700"/>
              <a:ext cx="15522" cy="133350"/>
            </a:xfrm>
            <a:prstGeom prst="rect">
              <a:avLst/>
            </a:prstGeom>
            <a:solidFill>
              <a:srgbClr val="009E73"/>
            </a:solidFill>
            <a:ln w="0">
              <a:noFill/>
              <a:prstDash val="solid"/>
            </a:ln>
          </p:spPr>
        </p:sp>
        <p:sp>
          <p:nvSpPr>
            <p:cNvPr id="3860" name="dense-strip-2-cell-127">
              <a:extLst>
                <a:ext uri="{FF2B5EF4-FFF2-40B4-BE49-F238E27FC236}">
                  <a16:creationId xmlns:a16="http://schemas.microsoft.com/office/drawing/2014/main" id="{04F70B25-4F4F-44C8-A4D4-268E452FC67F}"/>
                </a:ext>
              </a:extLst>
            </p:cNvPr>
            <p:cNvSpPr>
              <a:spLocks noGrp="1"/>
            </p:cNvSpPr>
            <p:nvPr/>
          </p:nvSpPr>
          <p:spPr>
            <a:xfrm>
              <a:off x="23193871" y="1790700"/>
              <a:ext cx="15522" cy="133350"/>
            </a:xfrm>
            <a:prstGeom prst="rect">
              <a:avLst/>
            </a:prstGeom>
            <a:solidFill>
              <a:srgbClr val="009E73"/>
            </a:solidFill>
            <a:ln w="0">
              <a:noFill/>
              <a:prstDash val="solid"/>
            </a:ln>
          </p:spPr>
        </p:sp>
        <p:sp>
          <p:nvSpPr>
            <p:cNvPr id="3861" name="dense-strip-2-cell-126">
              <a:extLst>
                <a:ext uri="{FF2B5EF4-FFF2-40B4-BE49-F238E27FC236}">
                  <a16:creationId xmlns:a16="http://schemas.microsoft.com/office/drawing/2014/main" id="{CF6B4888-FB37-43BD-8453-78909CE77635}"/>
                </a:ext>
              </a:extLst>
            </p:cNvPr>
            <p:cNvSpPr>
              <a:spLocks noGrp="1"/>
            </p:cNvSpPr>
            <p:nvPr/>
          </p:nvSpPr>
          <p:spPr>
            <a:xfrm>
              <a:off x="23178492" y="1790700"/>
              <a:ext cx="15522" cy="133350"/>
            </a:xfrm>
            <a:prstGeom prst="rect">
              <a:avLst/>
            </a:prstGeom>
            <a:solidFill>
              <a:srgbClr val="009E73"/>
            </a:solidFill>
            <a:ln w="0">
              <a:noFill/>
              <a:prstDash val="solid"/>
            </a:ln>
          </p:spPr>
        </p:sp>
        <p:sp>
          <p:nvSpPr>
            <p:cNvPr id="3862" name="dense-strip-2-cell-125">
              <a:extLst>
                <a:ext uri="{FF2B5EF4-FFF2-40B4-BE49-F238E27FC236}">
                  <a16:creationId xmlns:a16="http://schemas.microsoft.com/office/drawing/2014/main" id="{E421001D-EBA5-400D-8692-30082A13A66F}"/>
                </a:ext>
              </a:extLst>
            </p:cNvPr>
            <p:cNvSpPr>
              <a:spLocks noGrp="1"/>
            </p:cNvSpPr>
            <p:nvPr/>
          </p:nvSpPr>
          <p:spPr>
            <a:xfrm>
              <a:off x="23163113" y="1790700"/>
              <a:ext cx="15522" cy="133350"/>
            </a:xfrm>
            <a:prstGeom prst="rect">
              <a:avLst/>
            </a:prstGeom>
            <a:solidFill>
              <a:srgbClr val="009E73"/>
            </a:solidFill>
            <a:ln w="0">
              <a:noFill/>
              <a:prstDash val="solid"/>
            </a:ln>
          </p:spPr>
        </p:sp>
        <p:sp>
          <p:nvSpPr>
            <p:cNvPr id="3863" name="dense-strip-2-cell-124">
              <a:extLst>
                <a:ext uri="{FF2B5EF4-FFF2-40B4-BE49-F238E27FC236}">
                  <a16:creationId xmlns:a16="http://schemas.microsoft.com/office/drawing/2014/main" id="{0AB59466-FAC2-4C99-B52C-A4B2039945CF}"/>
                </a:ext>
              </a:extLst>
            </p:cNvPr>
            <p:cNvSpPr>
              <a:spLocks noGrp="1"/>
            </p:cNvSpPr>
            <p:nvPr/>
          </p:nvSpPr>
          <p:spPr>
            <a:xfrm>
              <a:off x="23147734" y="1790700"/>
              <a:ext cx="15522" cy="133350"/>
            </a:xfrm>
            <a:prstGeom prst="rect">
              <a:avLst/>
            </a:prstGeom>
            <a:solidFill>
              <a:srgbClr val="009E73"/>
            </a:solidFill>
            <a:ln w="0">
              <a:noFill/>
              <a:prstDash val="solid"/>
            </a:ln>
          </p:spPr>
        </p:sp>
        <p:sp>
          <p:nvSpPr>
            <p:cNvPr id="3864" name="dense-strip-2-cell-123">
              <a:extLst>
                <a:ext uri="{FF2B5EF4-FFF2-40B4-BE49-F238E27FC236}">
                  <a16:creationId xmlns:a16="http://schemas.microsoft.com/office/drawing/2014/main" id="{B77A4340-807A-4502-9090-1F4288EB0CB5}"/>
                </a:ext>
              </a:extLst>
            </p:cNvPr>
            <p:cNvSpPr>
              <a:spLocks noGrp="1"/>
            </p:cNvSpPr>
            <p:nvPr/>
          </p:nvSpPr>
          <p:spPr>
            <a:xfrm>
              <a:off x="23132355" y="1790700"/>
              <a:ext cx="15522" cy="133350"/>
            </a:xfrm>
            <a:prstGeom prst="rect">
              <a:avLst/>
            </a:prstGeom>
            <a:solidFill>
              <a:srgbClr val="009E73"/>
            </a:solidFill>
            <a:ln w="0">
              <a:noFill/>
              <a:prstDash val="solid"/>
            </a:ln>
          </p:spPr>
        </p:sp>
        <p:sp>
          <p:nvSpPr>
            <p:cNvPr id="3865" name="dense-strip-2-cell-122">
              <a:extLst>
                <a:ext uri="{FF2B5EF4-FFF2-40B4-BE49-F238E27FC236}">
                  <a16:creationId xmlns:a16="http://schemas.microsoft.com/office/drawing/2014/main" id="{5EAD6145-D29D-470A-9CC9-70C51037E921}"/>
                </a:ext>
              </a:extLst>
            </p:cNvPr>
            <p:cNvSpPr>
              <a:spLocks noGrp="1"/>
            </p:cNvSpPr>
            <p:nvPr/>
          </p:nvSpPr>
          <p:spPr>
            <a:xfrm>
              <a:off x="23116977" y="1790700"/>
              <a:ext cx="15522" cy="133350"/>
            </a:xfrm>
            <a:prstGeom prst="rect">
              <a:avLst/>
            </a:prstGeom>
            <a:solidFill>
              <a:srgbClr val="009E73"/>
            </a:solidFill>
            <a:ln w="0">
              <a:noFill/>
              <a:prstDash val="solid"/>
            </a:ln>
          </p:spPr>
        </p:sp>
        <p:sp>
          <p:nvSpPr>
            <p:cNvPr id="3866" name="dense-strip-2-cell-121">
              <a:extLst>
                <a:ext uri="{FF2B5EF4-FFF2-40B4-BE49-F238E27FC236}">
                  <a16:creationId xmlns:a16="http://schemas.microsoft.com/office/drawing/2014/main" id="{3FE6F8D8-315D-4D69-9622-57B7C6D821B7}"/>
                </a:ext>
              </a:extLst>
            </p:cNvPr>
            <p:cNvSpPr>
              <a:spLocks noGrp="1"/>
            </p:cNvSpPr>
            <p:nvPr/>
          </p:nvSpPr>
          <p:spPr>
            <a:xfrm>
              <a:off x="23101598" y="1790700"/>
              <a:ext cx="15522" cy="133350"/>
            </a:xfrm>
            <a:prstGeom prst="rect">
              <a:avLst/>
            </a:prstGeom>
            <a:solidFill>
              <a:srgbClr val="009E73"/>
            </a:solidFill>
            <a:ln w="0">
              <a:noFill/>
              <a:prstDash val="solid"/>
            </a:ln>
          </p:spPr>
        </p:sp>
        <p:sp>
          <p:nvSpPr>
            <p:cNvPr id="3867" name="dense-strip-2-cell-120">
              <a:extLst>
                <a:ext uri="{FF2B5EF4-FFF2-40B4-BE49-F238E27FC236}">
                  <a16:creationId xmlns:a16="http://schemas.microsoft.com/office/drawing/2014/main" id="{6B5B8715-291E-4A2A-A400-FF5B6618EED5}"/>
                </a:ext>
              </a:extLst>
            </p:cNvPr>
            <p:cNvSpPr>
              <a:spLocks noGrp="1"/>
            </p:cNvSpPr>
            <p:nvPr/>
          </p:nvSpPr>
          <p:spPr>
            <a:xfrm>
              <a:off x="23086219" y="1790700"/>
              <a:ext cx="15522" cy="133350"/>
            </a:xfrm>
            <a:prstGeom prst="rect">
              <a:avLst/>
            </a:prstGeom>
            <a:solidFill>
              <a:srgbClr val="009E73"/>
            </a:solidFill>
            <a:ln w="0">
              <a:noFill/>
              <a:prstDash val="solid"/>
            </a:ln>
          </p:spPr>
        </p:sp>
        <p:sp>
          <p:nvSpPr>
            <p:cNvPr id="3868" name="dense-strip-2-cell-119">
              <a:extLst>
                <a:ext uri="{FF2B5EF4-FFF2-40B4-BE49-F238E27FC236}">
                  <a16:creationId xmlns:a16="http://schemas.microsoft.com/office/drawing/2014/main" id="{F9C7B11E-C498-4C31-B871-E4342747343D}"/>
                </a:ext>
              </a:extLst>
            </p:cNvPr>
            <p:cNvSpPr>
              <a:spLocks noGrp="1"/>
            </p:cNvSpPr>
            <p:nvPr/>
          </p:nvSpPr>
          <p:spPr>
            <a:xfrm>
              <a:off x="23070840" y="1790700"/>
              <a:ext cx="15522" cy="133350"/>
            </a:xfrm>
            <a:prstGeom prst="rect">
              <a:avLst/>
            </a:prstGeom>
            <a:solidFill>
              <a:srgbClr val="029F74"/>
            </a:solidFill>
            <a:ln w="0">
              <a:noFill/>
              <a:prstDash val="solid"/>
            </a:ln>
          </p:spPr>
        </p:sp>
        <p:sp>
          <p:nvSpPr>
            <p:cNvPr id="3869" name="dense-strip-2-cell-118">
              <a:extLst>
                <a:ext uri="{FF2B5EF4-FFF2-40B4-BE49-F238E27FC236}">
                  <a16:creationId xmlns:a16="http://schemas.microsoft.com/office/drawing/2014/main" id="{50A1BB20-DA78-443F-A8F6-AEB6B07157D0}"/>
                </a:ext>
              </a:extLst>
            </p:cNvPr>
            <p:cNvSpPr>
              <a:spLocks noGrp="1"/>
            </p:cNvSpPr>
            <p:nvPr/>
          </p:nvSpPr>
          <p:spPr>
            <a:xfrm>
              <a:off x="23055461" y="1790700"/>
              <a:ext cx="15522" cy="133350"/>
            </a:xfrm>
            <a:prstGeom prst="rect">
              <a:avLst/>
            </a:prstGeom>
            <a:solidFill>
              <a:srgbClr val="07A077"/>
            </a:solidFill>
            <a:ln w="0">
              <a:noFill/>
              <a:prstDash val="solid"/>
            </a:ln>
          </p:spPr>
        </p:sp>
        <p:sp>
          <p:nvSpPr>
            <p:cNvPr id="3870" name="dense-strip-2-cell-117">
              <a:extLst>
                <a:ext uri="{FF2B5EF4-FFF2-40B4-BE49-F238E27FC236}">
                  <a16:creationId xmlns:a16="http://schemas.microsoft.com/office/drawing/2014/main" id="{5823D0BD-C93C-48D4-9B2B-9C0F9062118B}"/>
                </a:ext>
              </a:extLst>
            </p:cNvPr>
            <p:cNvSpPr>
              <a:spLocks noGrp="1"/>
            </p:cNvSpPr>
            <p:nvPr/>
          </p:nvSpPr>
          <p:spPr>
            <a:xfrm>
              <a:off x="23040082" y="1790700"/>
              <a:ext cx="15522" cy="133350"/>
            </a:xfrm>
            <a:prstGeom prst="rect">
              <a:avLst/>
            </a:prstGeom>
            <a:solidFill>
              <a:srgbClr val="0EA37B"/>
            </a:solidFill>
            <a:ln w="0">
              <a:noFill/>
              <a:prstDash val="solid"/>
            </a:ln>
          </p:spPr>
        </p:sp>
        <p:sp>
          <p:nvSpPr>
            <p:cNvPr id="3871" name="dense-strip-2-cell-116">
              <a:extLst>
                <a:ext uri="{FF2B5EF4-FFF2-40B4-BE49-F238E27FC236}">
                  <a16:creationId xmlns:a16="http://schemas.microsoft.com/office/drawing/2014/main" id="{498D342D-3DE6-416D-8C10-5A52E4F9C546}"/>
                </a:ext>
              </a:extLst>
            </p:cNvPr>
            <p:cNvSpPr>
              <a:spLocks noGrp="1"/>
            </p:cNvSpPr>
            <p:nvPr/>
          </p:nvSpPr>
          <p:spPr>
            <a:xfrm>
              <a:off x="23024703" y="1790700"/>
              <a:ext cx="15522" cy="133350"/>
            </a:xfrm>
            <a:prstGeom prst="rect">
              <a:avLst/>
            </a:prstGeom>
            <a:solidFill>
              <a:srgbClr val="1CA783"/>
            </a:solidFill>
            <a:ln w="0">
              <a:noFill/>
              <a:prstDash val="solid"/>
            </a:ln>
          </p:spPr>
        </p:sp>
        <p:sp>
          <p:nvSpPr>
            <p:cNvPr id="3872" name="dense-strip-2-cell-115">
              <a:extLst>
                <a:ext uri="{FF2B5EF4-FFF2-40B4-BE49-F238E27FC236}">
                  <a16:creationId xmlns:a16="http://schemas.microsoft.com/office/drawing/2014/main" id="{0CF2193F-28E5-4905-90E2-6D294D2EFB7F}"/>
                </a:ext>
              </a:extLst>
            </p:cNvPr>
            <p:cNvSpPr>
              <a:spLocks noGrp="1"/>
            </p:cNvSpPr>
            <p:nvPr/>
          </p:nvSpPr>
          <p:spPr>
            <a:xfrm>
              <a:off x="23009324" y="1790700"/>
              <a:ext cx="15522" cy="133350"/>
            </a:xfrm>
            <a:prstGeom prst="rect">
              <a:avLst/>
            </a:prstGeom>
            <a:solidFill>
              <a:srgbClr val="31AE8E"/>
            </a:solidFill>
            <a:ln w="0">
              <a:noFill/>
              <a:prstDash val="solid"/>
            </a:ln>
          </p:spPr>
        </p:sp>
        <p:sp>
          <p:nvSpPr>
            <p:cNvPr id="3873" name="dense-strip-2-cell-114">
              <a:extLst>
                <a:ext uri="{FF2B5EF4-FFF2-40B4-BE49-F238E27FC236}">
                  <a16:creationId xmlns:a16="http://schemas.microsoft.com/office/drawing/2014/main" id="{C20B3B84-9020-4414-B893-13FA7DAEE89C}"/>
                </a:ext>
              </a:extLst>
            </p:cNvPr>
            <p:cNvSpPr>
              <a:spLocks noGrp="1"/>
            </p:cNvSpPr>
            <p:nvPr/>
          </p:nvSpPr>
          <p:spPr>
            <a:xfrm>
              <a:off x="22993945" y="1790700"/>
              <a:ext cx="15522" cy="133350"/>
            </a:xfrm>
            <a:prstGeom prst="rect">
              <a:avLst/>
            </a:prstGeom>
            <a:solidFill>
              <a:srgbClr val="46B59A"/>
            </a:solidFill>
            <a:ln w="0">
              <a:noFill/>
              <a:prstDash val="solid"/>
            </a:ln>
          </p:spPr>
        </p:sp>
        <p:sp>
          <p:nvSpPr>
            <p:cNvPr id="3874" name="dense-strip-2-cell-113">
              <a:extLst>
                <a:ext uri="{FF2B5EF4-FFF2-40B4-BE49-F238E27FC236}">
                  <a16:creationId xmlns:a16="http://schemas.microsoft.com/office/drawing/2014/main" id="{06661559-DB7A-460E-B414-BC0E8C6C9A9F}"/>
                </a:ext>
              </a:extLst>
            </p:cNvPr>
            <p:cNvSpPr>
              <a:spLocks noGrp="1"/>
            </p:cNvSpPr>
            <p:nvPr/>
          </p:nvSpPr>
          <p:spPr>
            <a:xfrm>
              <a:off x="22978566" y="1790700"/>
              <a:ext cx="15522" cy="133350"/>
            </a:xfrm>
            <a:prstGeom prst="rect">
              <a:avLst/>
            </a:prstGeom>
            <a:solidFill>
              <a:srgbClr val="5BBDA6"/>
            </a:solidFill>
            <a:ln w="0">
              <a:noFill/>
              <a:prstDash val="solid"/>
            </a:ln>
          </p:spPr>
        </p:sp>
        <p:sp>
          <p:nvSpPr>
            <p:cNvPr id="3875" name="dense-strip-2-cell-112">
              <a:extLst>
                <a:ext uri="{FF2B5EF4-FFF2-40B4-BE49-F238E27FC236}">
                  <a16:creationId xmlns:a16="http://schemas.microsoft.com/office/drawing/2014/main" id="{834DA281-0E55-45F9-BBAF-B738B589D858}"/>
                </a:ext>
              </a:extLst>
            </p:cNvPr>
            <p:cNvSpPr>
              <a:spLocks noGrp="1"/>
            </p:cNvSpPr>
            <p:nvPr/>
          </p:nvSpPr>
          <p:spPr>
            <a:xfrm>
              <a:off x="22963188" y="1790700"/>
              <a:ext cx="15522" cy="133350"/>
            </a:xfrm>
            <a:prstGeom prst="rect">
              <a:avLst/>
            </a:prstGeom>
            <a:solidFill>
              <a:srgbClr val="6CC2AF"/>
            </a:solidFill>
            <a:ln w="0">
              <a:noFill/>
              <a:prstDash val="solid"/>
            </a:ln>
          </p:spPr>
        </p:sp>
        <p:sp>
          <p:nvSpPr>
            <p:cNvPr id="3876" name="dense-strip-2-cell-111">
              <a:extLst>
                <a:ext uri="{FF2B5EF4-FFF2-40B4-BE49-F238E27FC236}">
                  <a16:creationId xmlns:a16="http://schemas.microsoft.com/office/drawing/2014/main" id="{FC532F5C-CB02-403D-BA80-D49FB35A415E}"/>
                </a:ext>
              </a:extLst>
            </p:cNvPr>
            <p:cNvSpPr>
              <a:spLocks noGrp="1"/>
            </p:cNvSpPr>
            <p:nvPr/>
          </p:nvSpPr>
          <p:spPr>
            <a:xfrm>
              <a:off x="22947809" y="1790700"/>
              <a:ext cx="15522" cy="133350"/>
            </a:xfrm>
            <a:prstGeom prst="rect">
              <a:avLst/>
            </a:prstGeom>
            <a:solidFill>
              <a:srgbClr val="79C7B6"/>
            </a:solidFill>
            <a:ln w="0">
              <a:noFill/>
              <a:prstDash val="solid"/>
            </a:ln>
          </p:spPr>
        </p:sp>
        <p:sp>
          <p:nvSpPr>
            <p:cNvPr id="3877" name="dense-strip-2-cell-110">
              <a:extLst>
                <a:ext uri="{FF2B5EF4-FFF2-40B4-BE49-F238E27FC236}">
                  <a16:creationId xmlns:a16="http://schemas.microsoft.com/office/drawing/2014/main" id="{3A30B0B0-076E-4962-A33D-C2FC6A55A324}"/>
                </a:ext>
              </a:extLst>
            </p:cNvPr>
            <p:cNvSpPr>
              <a:spLocks noGrp="1"/>
            </p:cNvSpPr>
            <p:nvPr/>
          </p:nvSpPr>
          <p:spPr>
            <a:xfrm>
              <a:off x="22932430" y="1790700"/>
              <a:ext cx="15522" cy="133350"/>
            </a:xfrm>
            <a:prstGeom prst="rect">
              <a:avLst/>
            </a:prstGeom>
            <a:solidFill>
              <a:srgbClr val="80C9BA"/>
            </a:solidFill>
            <a:ln w="0">
              <a:noFill/>
              <a:prstDash val="solid"/>
            </a:ln>
          </p:spPr>
        </p:sp>
        <p:sp>
          <p:nvSpPr>
            <p:cNvPr id="3878" name="dense-strip-2-cell-109">
              <a:extLst>
                <a:ext uri="{FF2B5EF4-FFF2-40B4-BE49-F238E27FC236}">
                  <a16:creationId xmlns:a16="http://schemas.microsoft.com/office/drawing/2014/main" id="{0782E39B-C155-4B25-82CA-ABF908B64B41}"/>
                </a:ext>
              </a:extLst>
            </p:cNvPr>
            <p:cNvSpPr>
              <a:spLocks noGrp="1"/>
            </p:cNvSpPr>
            <p:nvPr/>
          </p:nvSpPr>
          <p:spPr>
            <a:xfrm>
              <a:off x="22917051" y="1790700"/>
              <a:ext cx="15522" cy="133350"/>
            </a:xfrm>
            <a:prstGeom prst="rect">
              <a:avLst/>
            </a:prstGeom>
            <a:solidFill>
              <a:srgbClr val="81C9BA"/>
            </a:solidFill>
            <a:ln w="0">
              <a:noFill/>
              <a:prstDash val="solid"/>
            </a:ln>
          </p:spPr>
        </p:sp>
        <p:sp>
          <p:nvSpPr>
            <p:cNvPr id="3879" name="dense-strip-2-cell-108">
              <a:extLst>
                <a:ext uri="{FF2B5EF4-FFF2-40B4-BE49-F238E27FC236}">
                  <a16:creationId xmlns:a16="http://schemas.microsoft.com/office/drawing/2014/main" id="{AEB17252-4DAA-4A41-B121-D879BCE042C7}"/>
                </a:ext>
              </a:extLst>
            </p:cNvPr>
            <p:cNvSpPr>
              <a:spLocks noGrp="1"/>
            </p:cNvSpPr>
            <p:nvPr/>
          </p:nvSpPr>
          <p:spPr>
            <a:xfrm>
              <a:off x="22901672" y="1790700"/>
              <a:ext cx="15522" cy="133350"/>
            </a:xfrm>
            <a:prstGeom prst="rect">
              <a:avLst/>
            </a:prstGeom>
            <a:solidFill>
              <a:srgbClr val="81C9BA"/>
            </a:solidFill>
            <a:ln w="0">
              <a:noFill/>
              <a:prstDash val="solid"/>
            </a:ln>
          </p:spPr>
        </p:sp>
        <p:sp>
          <p:nvSpPr>
            <p:cNvPr id="3880" name="dense-strip-2-cell-107">
              <a:extLst>
                <a:ext uri="{FF2B5EF4-FFF2-40B4-BE49-F238E27FC236}">
                  <a16:creationId xmlns:a16="http://schemas.microsoft.com/office/drawing/2014/main" id="{EF314452-FEFC-45C3-932D-F6B185C02B66}"/>
                </a:ext>
              </a:extLst>
            </p:cNvPr>
            <p:cNvSpPr>
              <a:spLocks noGrp="1"/>
            </p:cNvSpPr>
            <p:nvPr/>
          </p:nvSpPr>
          <p:spPr>
            <a:xfrm>
              <a:off x="22886293" y="1790700"/>
              <a:ext cx="15522" cy="133350"/>
            </a:xfrm>
            <a:prstGeom prst="rect">
              <a:avLst/>
            </a:prstGeom>
            <a:solidFill>
              <a:srgbClr val="81C9BA"/>
            </a:solidFill>
            <a:ln w="0">
              <a:noFill/>
              <a:prstDash val="solid"/>
            </a:ln>
          </p:spPr>
        </p:sp>
        <p:sp>
          <p:nvSpPr>
            <p:cNvPr id="3881" name="dense-strip-2-cell-106">
              <a:extLst>
                <a:ext uri="{FF2B5EF4-FFF2-40B4-BE49-F238E27FC236}">
                  <a16:creationId xmlns:a16="http://schemas.microsoft.com/office/drawing/2014/main" id="{B3F8FF4E-0ED2-45B0-B181-009873F83B4A}"/>
                </a:ext>
              </a:extLst>
            </p:cNvPr>
            <p:cNvSpPr>
              <a:spLocks noGrp="1"/>
            </p:cNvSpPr>
            <p:nvPr/>
          </p:nvSpPr>
          <p:spPr>
            <a:xfrm>
              <a:off x="22870914" y="1790700"/>
              <a:ext cx="15522" cy="133350"/>
            </a:xfrm>
            <a:prstGeom prst="rect">
              <a:avLst/>
            </a:prstGeom>
            <a:solidFill>
              <a:srgbClr val="81C9BA"/>
            </a:solidFill>
            <a:ln w="0">
              <a:noFill/>
              <a:prstDash val="solid"/>
            </a:ln>
          </p:spPr>
        </p:sp>
        <p:sp>
          <p:nvSpPr>
            <p:cNvPr id="3882" name="dense-strip-2-cell-105">
              <a:extLst>
                <a:ext uri="{FF2B5EF4-FFF2-40B4-BE49-F238E27FC236}">
                  <a16:creationId xmlns:a16="http://schemas.microsoft.com/office/drawing/2014/main" id="{FC9C7A0A-7A04-4156-81C7-9D385D850AF8}"/>
                </a:ext>
              </a:extLst>
            </p:cNvPr>
            <p:cNvSpPr>
              <a:spLocks noGrp="1"/>
            </p:cNvSpPr>
            <p:nvPr/>
          </p:nvSpPr>
          <p:spPr>
            <a:xfrm>
              <a:off x="22855535" y="1790700"/>
              <a:ext cx="15522" cy="133350"/>
            </a:xfrm>
            <a:prstGeom prst="rect">
              <a:avLst/>
            </a:prstGeom>
            <a:solidFill>
              <a:srgbClr val="81C9BA"/>
            </a:solidFill>
            <a:ln w="0">
              <a:noFill/>
              <a:prstDash val="solid"/>
            </a:ln>
          </p:spPr>
        </p:sp>
        <p:sp>
          <p:nvSpPr>
            <p:cNvPr id="3883" name="dense-strip-2-cell-104">
              <a:extLst>
                <a:ext uri="{FF2B5EF4-FFF2-40B4-BE49-F238E27FC236}">
                  <a16:creationId xmlns:a16="http://schemas.microsoft.com/office/drawing/2014/main" id="{F0DB0556-AD54-4551-A0B3-AA1B9826E398}"/>
                </a:ext>
              </a:extLst>
            </p:cNvPr>
            <p:cNvSpPr>
              <a:spLocks noGrp="1"/>
            </p:cNvSpPr>
            <p:nvPr/>
          </p:nvSpPr>
          <p:spPr>
            <a:xfrm>
              <a:off x="22840156" y="1790700"/>
              <a:ext cx="15522" cy="133350"/>
            </a:xfrm>
            <a:prstGeom prst="rect">
              <a:avLst/>
            </a:prstGeom>
            <a:solidFill>
              <a:srgbClr val="81C9BA"/>
            </a:solidFill>
            <a:ln w="0">
              <a:noFill/>
              <a:prstDash val="solid"/>
            </a:ln>
          </p:spPr>
        </p:sp>
        <p:sp>
          <p:nvSpPr>
            <p:cNvPr id="3884" name="dense-strip-2-cell-103">
              <a:extLst>
                <a:ext uri="{FF2B5EF4-FFF2-40B4-BE49-F238E27FC236}">
                  <a16:creationId xmlns:a16="http://schemas.microsoft.com/office/drawing/2014/main" id="{BCCC23BA-8F1E-44E2-9B8D-DB554CCD5069}"/>
                </a:ext>
              </a:extLst>
            </p:cNvPr>
            <p:cNvSpPr>
              <a:spLocks noGrp="1"/>
            </p:cNvSpPr>
            <p:nvPr/>
          </p:nvSpPr>
          <p:spPr>
            <a:xfrm>
              <a:off x="22824777" y="1790700"/>
              <a:ext cx="15522" cy="133350"/>
            </a:xfrm>
            <a:prstGeom prst="rect">
              <a:avLst/>
            </a:prstGeom>
            <a:solidFill>
              <a:srgbClr val="81C9BA"/>
            </a:solidFill>
            <a:ln w="0">
              <a:noFill/>
              <a:prstDash val="solid"/>
            </a:ln>
          </p:spPr>
        </p:sp>
        <p:sp>
          <p:nvSpPr>
            <p:cNvPr id="3885" name="dense-strip-2-cell-102">
              <a:extLst>
                <a:ext uri="{FF2B5EF4-FFF2-40B4-BE49-F238E27FC236}">
                  <a16:creationId xmlns:a16="http://schemas.microsoft.com/office/drawing/2014/main" id="{773AAD6E-7E3F-4C54-9D15-37CDD02768D8}"/>
                </a:ext>
              </a:extLst>
            </p:cNvPr>
            <p:cNvSpPr>
              <a:spLocks noGrp="1"/>
            </p:cNvSpPr>
            <p:nvPr/>
          </p:nvSpPr>
          <p:spPr>
            <a:xfrm>
              <a:off x="22809398" y="1790700"/>
              <a:ext cx="15522" cy="133350"/>
            </a:xfrm>
            <a:prstGeom prst="rect">
              <a:avLst/>
            </a:prstGeom>
            <a:solidFill>
              <a:srgbClr val="81C9BA"/>
            </a:solidFill>
            <a:ln w="0">
              <a:noFill/>
              <a:prstDash val="solid"/>
            </a:ln>
          </p:spPr>
        </p:sp>
        <p:sp>
          <p:nvSpPr>
            <p:cNvPr id="3886" name="dense-strip-2-cell-101">
              <a:extLst>
                <a:ext uri="{FF2B5EF4-FFF2-40B4-BE49-F238E27FC236}">
                  <a16:creationId xmlns:a16="http://schemas.microsoft.com/office/drawing/2014/main" id="{BEA7351E-EE43-4808-8DA5-9AE50E9D5E5D}"/>
                </a:ext>
              </a:extLst>
            </p:cNvPr>
            <p:cNvSpPr>
              <a:spLocks noGrp="1"/>
            </p:cNvSpPr>
            <p:nvPr/>
          </p:nvSpPr>
          <p:spPr>
            <a:xfrm>
              <a:off x="22794020" y="1790700"/>
              <a:ext cx="15522" cy="133350"/>
            </a:xfrm>
            <a:prstGeom prst="rect">
              <a:avLst/>
            </a:prstGeom>
            <a:solidFill>
              <a:srgbClr val="81C9BA"/>
            </a:solidFill>
            <a:ln w="0">
              <a:noFill/>
              <a:prstDash val="solid"/>
            </a:ln>
          </p:spPr>
        </p:sp>
        <p:sp>
          <p:nvSpPr>
            <p:cNvPr id="3887" name="dense-strip-2-cell-100">
              <a:extLst>
                <a:ext uri="{FF2B5EF4-FFF2-40B4-BE49-F238E27FC236}">
                  <a16:creationId xmlns:a16="http://schemas.microsoft.com/office/drawing/2014/main" id="{AC0A4BD9-A210-463C-AB0A-A47D46629282}"/>
                </a:ext>
              </a:extLst>
            </p:cNvPr>
            <p:cNvSpPr>
              <a:spLocks noGrp="1"/>
            </p:cNvSpPr>
            <p:nvPr/>
          </p:nvSpPr>
          <p:spPr>
            <a:xfrm>
              <a:off x="22778641" y="1790700"/>
              <a:ext cx="15522" cy="133350"/>
            </a:xfrm>
            <a:prstGeom prst="rect">
              <a:avLst/>
            </a:prstGeom>
            <a:solidFill>
              <a:srgbClr val="81C9BA"/>
            </a:solidFill>
            <a:ln w="0">
              <a:noFill/>
              <a:prstDash val="solid"/>
            </a:ln>
          </p:spPr>
        </p:sp>
        <p:sp>
          <p:nvSpPr>
            <p:cNvPr id="3888" name="dense-strip-2-cell-99">
              <a:extLst>
                <a:ext uri="{FF2B5EF4-FFF2-40B4-BE49-F238E27FC236}">
                  <a16:creationId xmlns:a16="http://schemas.microsoft.com/office/drawing/2014/main" id="{50F97A36-7BB5-4F23-80FC-9352EFFE0CC6}"/>
                </a:ext>
              </a:extLst>
            </p:cNvPr>
            <p:cNvSpPr>
              <a:spLocks noGrp="1"/>
            </p:cNvSpPr>
            <p:nvPr/>
          </p:nvSpPr>
          <p:spPr>
            <a:xfrm>
              <a:off x="22763262" y="1790700"/>
              <a:ext cx="15522" cy="133350"/>
            </a:xfrm>
            <a:prstGeom prst="rect">
              <a:avLst/>
            </a:prstGeom>
            <a:solidFill>
              <a:srgbClr val="81C9BA"/>
            </a:solidFill>
            <a:ln w="0">
              <a:noFill/>
              <a:prstDash val="solid"/>
            </a:ln>
          </p:spPr>
        </p:sp>
        <p:sp>
          <p:nvSpPr>
            <p:cNvPr id="3889" name="dense-strip-2-cell-98">
              <a:extLst>
                <a:ext uri="{FF2B5EF4-FFF2-40B4-BE49-F238E27FC236}">
                  <a16:creationId xmlns:a16="http://schemas.microsoft.com/office/drawing/2014/main" id="{6C797311-3A31-4E72-B5AA-B5CFDFE49E7F}"/>
                </a:ext>
              </a:extLst>
            </p:cNvPr>
            <p:cNvSpPr>
              <a:spLocks noGrp="1"/>
            </p:cNvSpPr>
            <p:nvPr/>
          </p:nvSpPr>
          <p:spPr>
            <a:xfrm>
              <a:off x="22747883" y="1790700"/>
              <a:ext cx="15522" cy="133350"/>
            </a:xfrm>
            <a:prstGeom prst="rect">
              <a:avLst/>
            </a:prstGeom>
            <a:solidFill>
              <a:srgbClr val="81C9BA"/>
            </a:solidFill>
            <a:ln w="0">
              <a:noFill/>
              <a:prstDash val="solid"/>
            </a:ln>
          </p:spPr>
        </p:sp>
        <p:sp>
          <p:nvSpPr>
            <p:cNvPr id="3890" name="dense-strip-2-cell-97">
              <a:extLst>
                <a:ext uri="{FF2B5EF4-FFF2-40B4-BE49-F238E27FC236}">
                  <a16:creationId xmlns:a16="http://schemas.microsoft.com/office/drawing/2014/main" id="{D266F36A-4D12-4B7A-B2E7-E1EC2B011B42}"/>
                </a:ext>
              </a:extLst>
            </p:cNvPr>
            <p:cNvSpPr>
              <a:spLocks noGrp="1"/>
            </p:cNvSpPr>
            <p:nvPr/>
          </p:nvSpPr>
          <p:spPr>
            <a:xfrm>
              <a:off x="22732504" y="1790700"/>
              <a:ext cx="15522" cy="133350"/>
            </a:xfrm>
            <a:prstGeom prst="rect">
              <a:avLst/>
            </a:prstGeom>
            <a:solidFill>
              <a:srgbClr val="81C9BA"/>
            </a:solidFill>
            <a:ln w="0">
              <a:noFill/>
              <a:prstDash val="solid"/>
            </a:ln>
          </p:spPr>
        </p:sp>
        <p:sp>
          <p:nvSpPr>
            <p:cNvPr id="3891" name="dense-strip-2-cell-96">
              <a:extLst>
                <a:ext uri="{FF2B5EF4-FFF2-40B4-BE49-F238E27FC236}">
                  <a16:creationId xmlns:a16="http://schemas.microsoft.com/office/drawing/2014/main" id="{215904F6-B0C9-4B88-A593-DBF5201F4F45}"/>
                </a:ext>
              </a:extLst>
            </p:cNvPr>
            <p:cNvSpPr>
              <a:spLocks noGrp="1"/>
            </p:cNvSpPr>
            <p:nvPr/>
          </p:nvSpPr>
          <p:spPr>
            <a:xfrm>
              <a:off x="22717125" y="1790700"/>
              <a:ext cx="15522" cy="133350"/>
            </a:xfrm>
            <a:prstGeom prst="rect">
              <a:avLst/>
            </a:prstGeom>
            <a:solidFill>
              <a:srgbClr val="81C9BA"/>
            </a:solidFill>
            <a:ln w="0">
              <a:noFill/>
              <a:prstDash val="solid"/>
            </a:ln>
          </p:spPr>
        </p:sp>
        <p:sp>
          <p:nvSpPr>
            <p:cNvPr id="3892" name="dense-strip-2-cell-95">
              <a:extLst>
                <a:ext uri="{FF2B5EF4-FFF2-40B4-BE49-F238E27FC236}">
                  <a16:creationId xmlns:a16="http://schemas.microsoft.com/office/drawing/2014/main" id="{2D4B5A07-EF20-4219-8380-DBB140F9DE73}"/>
                </a:ext>
              </a:extLst>
            </p:cNvPr>
            <p:cNvSpPr>
              <a:spLocks noGrp="1"/>
            </p:cNvSpPr>
            <p:nvPr/>
          </p:nvSpPr>
          <p:spPr>
            <a:xfrm>
              <a:off x="22701746" y="1790700"/>
              <a:ext cx="15522" cy="133350"/>
            </a:xfrm>
            <a:prstGeom prst="rect">
              <a:avLst/>
            </a:prstGeom>
            <a:solidFill>
              <a:srgbClr val="81C9BA"/>
            </a:solidFill>
            <a:ln w="0">
              <a:noFill/>
              <a:prstDash val="solid"/>
            </a:ln>
          </p:spPr>
        </p:sp>
        <p:sp>
          <p:nvSpPr>
            <p:cNvPr id="3893" name="dense-strip-2-cell-94">
              <a:extLst>
                <a:ext uri="{FF2B5EF4-FFF2-40B4-BE49-F238E27FC236}">
                  <a16:creationId xmlns:a16="http://schemas.microsoft.com/office/drawing/2014/main" id="{EB8C8221-5B79-4C4D-925C-04323BE96A28}"/>
                </a:ext>
              </a:extLst>
            </p:cNvPr>
            <p:cNvSpPr>
              <a:spLocks noGrp="1"/>
            </p:cNvSpPr>
            <p:nvPr/>
          </p:nvSpPr>
          <p:spPr>
            <a:xfrm>
              <a:off x="22686367" y="1790700"/>
              <a:ext cx="15522" cy="133350"/>
            </a:xfrm>
            <a:prstGeom prst="rect">
              <a:avLst/>
            </a:prstGeom>
            <a:solidFill>
              <a:srgbClr val="81C9BA"/>
            </a:solidFill>
            <a:ln w="0">
              <a:noFill/>
              <a:prstDash val="solid"/>
            </a:ln>
          </p:spPr>
        </p:sp>
        <p:sp>
          <p:nvSpPr>
            <p:cNvPr id="3894" name="dense-strip-2-cell-93">
              <a:extLst>
                <a:ext uri="{FF2B5EF4-FFF2-40B4-BE49-F238E27FC236}">
                  <a16:creationId xmlns:a16="http://schemas.microsoft.com/office/drawing/2014/main" id="{65A09DAC-9DF1-4559-A17A-CBA560292019}"/>
                </a:ext>
              </a:extLst>
            </p:cNvPr>
            <p:cNvSpPr>
              <a:spLocks noGrp="1"/>
            </p:cNvSpPr>
            <p:nvPr/>
          </p:nvSpPr>
          <p:spPr>
            <a:xfrm>
              <a:off x="22670988" y="1790700"/>
              <a:ext cx="15522" cy="133350"/>
            </a:xfrm>
            <a:prstGeom prst="rect">
              <a:avLst/>
            </a:prstGeom>
            <a:solidFill>
              <a:srgbClr val="81C9BA"/>
            </a:solidFill>
            <a:ln w="0">
              <a:noFill/>
              <a:prstDash val="solid"/>
            </a:ln>
          </p:spPr>
        </p:sp>
        <p:sp>
          <p:nvSpPr>
            <p:cNvPr id="3895" name="dense-strip-2-cell-92">
              <a:extLst>
                <a:ext uri="{FF2B5EF4-FFF2-40B4-BE49-F238E27FC236}">
                  <a16:creationId xmlns:a16="http://schemas.microsoft.com/office/drawing/2014/main" id="{705D4EAF-9AC2-4FDE-8A58-FCD6AEF6398D}"/>
                </a:ext>
              </a:extLst>
            </p:cNvPr>
            <p:cNvSpPr>
              <a:spLocks noGrp="1"/>
            </p:cNvSpPr>
            <p:nvPr/>
          </p:nvSpPr>
          <p:spPr>
            <a:xfrm>
              <a:off x="22655609" y="1790700"/>
              <a:ext cx="15522" cy="133350"/>
            </a:xfrm>
            <a:prstGeom prst="rect">
              <a:avLst/>
            </a:prstGeom>
            <a:solidFill>
              <a:srgbClr val="81C9BA"/>
            </a:solidFill>
            <a:ln w="0">
              <a:noFill/>
              <a:prstDash val="solid"/>
            </a:ln>
          </p:spPr>
        </p:sp>
        <p:sp>
          <p:nvSpPr>
            <p:cNvPr id="3896" name="dense-strip-2-cell-91">
              <a:extLst>
                <a:ext uri="{FF2B5EF4-FFF2-40B4-BE49-F238E27FC236}">
                  <a16:creationId xmlns:a16="http://schemas.microsoft.com/office/drawing/2014/main" id="{E956D9D8-6ADA-4939-8BC1-BD513A2A53B7}"/>
                </a:ext>
              </a:extLst>
            </p:cNvPr>
            <p:cNvSpPr>
              <a:spLocks noGrp="1"/>
            </p:cNvSpPr>
            <p:nvPr/>
          </p:nvSpPr>
          <p:spPr>
            <a:xfrm>
              <a:off x="22640230" y="1790700"/>
              <a:ext cx="15522" cy="133350"/>
            </a:xfrm>
            <a:prstGeom prst="rect">
              <a:avLst/>
            </a:prstGeom>
            <a:solidFill>
              <a:srgbClr val="81C9BA"/>
            </a:solidFill>
            <a:ln w="0">
              <a:noFill/>
              <a:prstDash val="solid"/>
            </a:ln>
          </p:spPr>
        </p:sp>
        <p:sp>
          <p:nvSpPr>
            <p:cNvPr id="3897" name="dense-strip-2-cell-90">
              <a:extLst>
                <a:ext uri="{FF2B5EF4-FFF2-40B4-BE49-F238E27FC236}">
                  <a16:creationId xmlns:a16="http://schemas.microsoft.com/office/drawing/2014/main" id="{C7941F3F-1FDD-4232-9A4B-472836074F5C}"/>
                </a:ext>
              </a:extLst>
            </p:cNvPr>
            <p:cNvSpPr>
              <a:spLocks noGrp="1"/>
            </p:cNvSpPr>
            <p:nvPr/>
          </p:nvSpPr>
          <p:spPr>
            <a:xfrm>
              <a:off x="22624852" y="1790700"/>
              <a:ext cx="15522" cy="133350"/>
            </a:xfrm>
            <a:prstGeom prst="rect">
              <a:avLst/>
            </a:prstGeom>
            <a:solidFill>
              <a:srgbClr val="81C9BA"/>
            </a:solidFill>
            <a:ln w="0">
              <a:noFill/>
              <a:prstDash val="solid"/>
            </a:ln>
          </p:spPr>
        </p:sp>
        <p:sp>
          <p:nvSpPr>
            <p:cNvPr id="3898" name="dense-strip-2-cell-89">
              <a:extLst>
                <a:ext uri="{FF2B5EF4-FFF2-40B4-BE49-F238E27FC236}">
                  <a16:creationId xmlns:a16="http://schemas.microsoft.com/office/drawing/2014/main" id="{187E8AE9-D7CC-43F0-B5C2-C10EEAE31428}"/>
                </a:ext>
              </a:extLst>
            </p:cNvPr>
            <p:cNvSpPr>
              <a:spLocks noGrp="1"/>
            </p:cNvSpPr>
            <p:nvPr/>
          </p:nvSpPr>
          <p:spPr>
            <a:xfrm>
              <a:off x="22609473" y="1790700"/>
              <a:ext cx="15522" cy="133350"/>
            </a:xfrm>
            <a:prstGeom prst="rect">
              <a:avLst/>
            </a:prstGeom>
            <a:solidFill>
              <a:srgbClr val="81C9BA"/>
            </a:solidFill>
            <a:ln w="0">
              <a:noFill/>
              <a:prstDash val="solid"/>
            </a:ln>
          </p:spPr>
        </p:sp>
        <p:sp>
          <p:nvSpPr>
            <p:cNvPr id="3899" name="dense-strip-2-cell-88">
              <a:extLst>
                <a:ext uri="{FF2B5EF4-FFF2-40B4-BE49-F238E27FC236}">
                  <a16:creationId xmlns:a16="http://schemas.microsoft.com/office/drawing/2014/main" id="{0A0C5FB9-03B0-47B8-B381-173B90666341}"/>
                </a:ext>
              </a:extLst>
            </p:cNvPr>
            <p:cNvSpPr>
              <a:spLocks noGrp="1"/>
            </p:cNvSpPr>
            <p:nvPr/>
          </p:nvSpPr>
          <p:spPr>
            <a:xfrm>
              <a:off x="22594094" y="1790700"/>
              <a:ext cx="15522" cy="133350"/>
            </a:xfrm>
            <a:prstGeom prst="rect">
              <a:avLst/>
            </a:prstGeom>
            <a:solidFill>
              <a:srgbClr val="81C9BA"/>
            </a:solidFill>
            <a:ln w="0">
              <a:noFill/>
              <a:prstDash val="solid"/>
            </a:ln>
          </p:spPr>
        </p:sp>
        <p:sp>
          <p:nvSpPr>
            <p:cNvPr id="3900" name="dense-strip-2-cell-87">
              <a:extLst>
                <a:ext uri="{FF2B5EF4-FFF2-40B4-BE49-F238E27FC236}">
                  <a16:creationId xmlns:a16="http://schemas.microsoft.com/office/drawing/2014/main" id="{E7C9674C-1DED-407E-9982-B549CF12E81B}"/>
                </a:ext>
              </a:extLst>
            </p:cNvPr>
            <p:cNvSpPr>
              <a:spLocks noGrp="1"/>
            </p:cNvSpPr>
            <p:nvPr/>
          </p:nvSpPr>
          <p:spPr>
            <a:xfrm>
              <a:off x="22578715" y="1790700"/>
              <a:ext cx="15522" cy="133350"/>
            </a:xfrm>
            <a:prstGeom prst="rect">
              <a:avLst/>
            </a:prstGeom>
            <a:solidFill>
              <a:srgbClr val="81C9BA"/>
            </a:solidFill>
            <a:ln w="0">
              <a:noFill/>
              <a:prstDash val="solid"/>
            </a:ln>
          </p:spPr>
        </p:sp>
        <p:sp>
          <p:nvSpPr>
            <p:cNvPr id="3901" name="dense-strip-2-cell-86">
              <a:extLst>
                <a:ext uri="{FF2B5EF4-FFF2-40B4-BE49-F238E27FC236}">
                  <a16:creationId xmlns:a16="http://schemas.microsoft.com/office/drawing/2014/main" id="{EFCD2F41-29AC-4654-BE1D-C4E906DFA7AE}"/>
                </a:ext>
              </a:extLst>
            </p:cNvPr>
            <p:cNvSpPr>
              <a:spLocks noGrp="1"/>
            </p:cNvSpPr>
            <p:nvPr/>
          </p:nvSpPr>
          <p:spPr>
            <a:xfrm>
              <a:off x="22563336" y="1790700"/>
              <a:ext cx="15522" cy="133350"/>
            </a:xfrm>
            <a:prstGeom prst="rect">
              <a:avLst/>
            </a:prstGeom>
            <a:solidFill>
              <a:srgbClr val="81C9BA"/>
            </a:solidFill>
            <a:ln w="0">
              <a:noFill/>
              <a:prstDash val="solid"/>
            </a:ln>
          </p:spPr>
        </p:sp>
        <p:sp>
          <p:nvSpPr>
            <p:cNvPr id="3902" name="dense-strip-2-cell-85">
              <a:extLst>
                <a:ext uri="{FF2B5EF4-FFF2-40B4-BE49-F238E27FC236}">
                  <a16:creationId xmlns:a16="http://schemas.microsoft.com/office/drawing/2014/main" id="{6C42DB2E-A9FD-44CC-A248-343A7454CE11}"/>
                </a:ext>
              </a:extLst>
            </p:cNvPr>
            <p:cNvSpPr>
              <a:spLocks noGrp="1"/>
            </p:cNvSpPr>
            <p:nvPr/>
          </p:nvSpPr>
          <p:spPr>
            <a:xfrm>
              <a:off x="22547957" y="1790700"/>
              <a:ext cx="15522" cy="133350"/>
            </a:xfrm>
            <a:prstGeom prst="rect">
              <a:avLst/>
            </a:prstGeom>
            <a:solidFill>
              <a:srgbClr val="81C9BA"/>
            </a:solidFill>
            <a:ln w="0">
              <a:noFill/>
              <a:prstDash val="solid"/>
            </a:ln>
          </p:spPr>
        </p:sp>
        <p:sp>
          <p:nvSpPr>
            <p:cNvPr id="3903" name="dense-strip-2-cell-84">
              <a:extLst>
                <a:ext uri="{FF2B5EF4-FFF2-40B4-BE49-F238E27FC236}">
                  <a16:creationId xmlns:a16="http://schemas.microsoft.com/office/drawing/2014/main" id="{D4BCE5A4-E172-4D42-AED8-140D03CBA2A3}"/>
                </a:ext>
              </a:extLst>
            </p:cNvPr>
            <p:cNvSpPr>
              <a:spLocks noGrp="1"/>
            </p:cNvSpPr>
            <p:nvPr/>
          </p:nvSpPr>
          <p:spPr>
            <a:xfrm>
              <a:off x="22532578" y="1790700"/>
              <a:ext cx="15522" cy="133350"/>
            </a:xfrm>
            <a:prstGeom prst="rect">
              <a:avLst/>
            </a:prstGeom>
            <a:solidFill>
              <a:srgbClr val="81C9BA"/>
            </a:solidFill>
            <a:ln w="0">
              <a:noFill/>
              <a:prstDash val="solid"/>
            </a:ln>
          </p:spPr>
        </p:sp>
        <p:sp>
          <p:nvSpPr>
            <p:cNvPr id="3904" name="dense-strip-2-cell-83">
              <a:extLst>
                <a:ext uri="{FF2B5EF4-FFF2-40B4-BE49-F238E27FC236}">
                  <a16:creationId xmlns:a16="http://schemas.microsoft.com/office/drawing/2014/main" id="{1532F6FC-6718-4A5B-86A3-64DA5FA59F2D}"/>
                </a:ext>
              </a:extLst>
            </p:cNvPr>
            <p:cNvSpPr>
              <a:spLocks noGrp="1"/>
            </p:cNvSpPr>
            <p:nvPr/>
          </p:nvSpPr>
          <p:spPr>
            <a:xfrm>
              <a:off x="22517199" y="1790700"/>
              <a:ext cx="15522" cy="133350"/>
            </a:xfrm>
            <a:prstGeom prst="rect">
              <a:avLst/>
            </a:prstGeom>
            <a:solidFill>
              <a:srgbClr val="7CC8B8"/>
            </a:solidFill>
            <a:ln w="0">
              <a:noFill/>
              <a:prstDash val="solid"/>
            </a:ln>
          </p:spPr>
        </p:sp>
        <p:sp>
          <p:nvSpPr>
            <p:cNvPr id="3905" name="dense-strip-2-cell-82">
              <a:extLst>
                <a:ext uri="{FF2B5EF4-FFF2-40B4-BE49-F238E27FC236}">
                  <a16:creationId xmlns:a16="http://schemas.microsoft.com/office/drawing/2014/main" id="{28B7AAF7-CC99-468F-91FD-3E0A30C3DB09}"/>
                </a:ext>
              </a:extLst>
            </p:cNvPr>
            <p:cNvSpPr>
              <a:spLocks noGrp="1"/>
            </p:cNvSpPr>
            <p:nvPr/>
          </p:nvSpPr>
          <p:spPr>
            <a:xfrm>
              <a:off x="22501820" y="1790700"/>
              <a:ext cx="15522" cy="133350"/>
            </a:xfrm>
            <a:prstGeom prst="rect">
              <a:avLst/>
            </a:prstGeom>
            <a:solidFill>
              <a:srgbClr val="6DC3B0"/>
            </a:solidFill>
            <a:ln w="0">
              <a:noFill/>
              <a:prstDash val="solid"/>
            </a:ln>
          </p:spPr>
        </p:sp>
        <p:sp>
          <p:nvSpPr>
            <p:cNvPr id="3906" name="dense-strip-2-cell-81">
              <a:extLst>
                <a:ext uri="{FF2B5EF4-FFF2-40B4-BE49-F238E27FC236}">
                  <a16:creationId xmlns:a16="http://schemas.microsoft.com/office/drawing/2014/main" id="{62D114E9-5459-4E09-8141-30212DA03002}"/>
                </a:ext>
              </a:extLst>
            </p:cNvPr>
            <p:cNvSpPr>
              <a:spLocks noGrp="1"/>
            </p:cNvSpPr>
            <p:nvPr/>
          </p:nvSpPr>
          <p:spPr>
            <a:xfrm>
              <a:off x="22486441" y="1790700"/>
              <a:ext cx="15522" cy="133350"/>
            </a:xfrm>
            <a:prstGeom prst="rect">
              <a:avLst/>
            </a:prstGeom>
            <a:solidFill>
              <a:srgbClr val="70C4B1"/>
            </a:solidFill>
            <a:ln w="0">
              <a:noFill/>
              <a:prstDash val="solid"/>
            </a:ln>
          </p:spPr>
        </p:sp>
        <p:sp>
          <p:nvSpPr>
            <p:cNvPr id="3907" name="dense-strip-2-cell-80">
              <a:extLst>
                <a:ext uri="{FF2B5EF4-FFF2-40B4-BE49-F238E27FC236}">
                  <a16:creationId xmlns:a16="http://schemas.microsoft.com/office/drawing/2014/main" id="{BFB29234-D86D-4314-A9FE-25EC2659F655}"/>
                </a:ext>
              </a:extLst>
            </p:cNvPr>
            <p:cNvSpPr>
              <a:spLocks noGrp="1"/>
            </p:cNvSpPr>
            <p:nvPr/>
          </p:nvSpPr>
          <p:spPr>
            <a:xfrm>
              <a:off x="22471063" y="1790700"/>
              <a:ext cx="15522" cy="133350"/>
            </a:xfrm>
            <a:prstGeom prst="rect">
              <a:avLst/>
            </a:prstGeom>
            <a:solidFill>
              <a:srgbClr val="93BDA5"/>
            </a:solidFill>
            <a:ln w="0">
              <a:noFill/>
              <a:prstDash val="solid"/>
            </a:ln>
          </p:spPr>
        </p:sp>
        <p:sp>
          <p:nvSpPr>
            <p:cNvPr id="3908" name="dense-strip-2-cell-79">
              <a:extLst>
                <a:ext uri="{FF2B5EF4-FFF2-40B4-BE49-F238E27FC236}">
                  <a16:creationId xmlns:a16="http://schemas.microsoft.com/office/drawing/2014/main" id="{0E9CB847-0D43-49B2-B0DC-AF59F9EAD23F}"/>
                </a:ext>
              </a:extLst>
            </p:cNvPr>
            <p:cNvSpPr>
              <a:spLocks noGrp="1"/>
            </p:cNvSpPr>
            <p:nvPr/>
          </p:nvSpPr>
          <p:spPr>
            <a:xfrm>
              <a:off x="22455684" y="1790700"/>
              <a:ext cx="15522" cy="133350"/>
            </a:xfrm>
            <a:prstGeom prst="rect">
              <a:avLst/>
            </a:prstGeom>
            <a:solidFill>
              <a:srgbClr val="D0945D"/>
            </a:solidFill>
            <a:ln w="0">
              <a:noFill/>
              <a:prstDash val="solid"/>
            </a:ln>
          </p:spPr>
        </p:sp>
        <p:sp>
          <p:nvSpPr>
            <p:cNvPr id="3909" name="dense-strip-2-cell-78">
              <a:extLst>
                <a:ext uri="{FF2B5EF4-FFF2-40B4-BE49-F238E27FC236}">
                  <a16:creationId xmlns:a16="http://schemas.microsoft.com/office/drawing/2014/main" id="{CF573525-4885-4891-AB53-E0E662F99646}"/>
                </a:ext>
              </a:extLst>
            </p:cNvPr>
            <p:cNvSpPr>
              <a:spLocks noGrp="1"/>
            </p:cNvSpPr>
            <p:nvPr/>
          </p:nvSpPr>
          <p:spPr>
            <a:xfrm>
              <a:off x="22440305" y="1790700"/>
              <a:ext cx="15522" cy="133350"/>
            </a:xfrm>
            <a:prstGeom prst="rect">
              <a:avLst/>
            </a:prstGeom>
            <a:solidFill>
              <a:srgbClr val="D6701E"/>
            </a:solidFill>
            <a:ln w="0">
              <a:noFill/>
              <a:prstDash val="solid"/>
            </a:ln>
          </p:spPr>
        </p:sp>
        <p:sp>
          <p:nvSpPr>
            <p:cNvPr id="3910" name="dense-strip-2-cell-77">
              <a:extLst>
                <a:ext uri="{FF2B5EF4-FFF2-40B4-BE49-F238E27FC236}">
                  <a16:creationId xmlns:a16="http://schemas.microsoft.com/office/drawing/2014/main" id="{07210465-A7CA-4FAE-89E1-6131A5FEEDA4}"/>
                </a:ext>
              </a:extLst>
            </p:cNvPr>
            <p:cNvSpPr>
              <a:spLocks noGrp="1"/>
            </p:cNvSpPr>
            <p:nvPr/>
          </p:nvSpPr>
          <p:spPr>
            <a:xfrm>
              <a:off x="22424926" y="1790700"/>
              <a:ext cx="15522" cy="133350"/>
            </a:xfrm>
            <a:prstGeom prst="rect">
              <a:avLst/>
            </a:prstGeom>
            <a:solidFill>
              <a:srgbClr val="D5650C"/>
            </a:solidFill>
            <a:ln w="0">
              <a:noFill/>
              <a:prstDash val="solid"/>
            </a:ln>
          </p:spPr>
        </p:sp>
        <p:sp>
          <p:nvSpPr>
            <p:cNvPr id="3911" name="dense-strip-2-cell-76">
              <a:extLst>
                <a:ext uri="{FF2B5EF4-FFF2-40B4-BE49-F238E27FC236}">
                  <a16:creationId xmlns:a16="http://schemas.microsoft.com/office/drawing/2014/main" id="{9573BB78-A59B-4D3D-8902-13E203EA8686}"/>
                </a:ext>
              </a:extLst>
            </p:cNvPr>
            <p:cNvSpPr>
              <a:spLocks noGrp="1"/>
            </p:cNvSpPr>
            <p:nvPr/>
          </p:nvSpPr>
          <p:spPr>
            <a:xfrm>
              <a:off x="22409547" y="1790700"/>
              <a:ext cx="15522" cy="133350"/>
            </a:xfrm>
            <a:prstGeom prst="rect">
              <a:avLst/>
            </a:prstGeom>
            <a:solidFill>
              <a:srgbClr val="D55F02"/>
            </a:solidFill>
            <a:ln w="0">
              <a:noFill/>
              <a:prstDash val="solid"/>
            </a:ln>
          </p:spPr>
        </p:sp>
        <p:sp>
          <p:nvSpPr>
            <p:cNvPr id="3912" name="dense-strip-2-cell-75">
              <a:extLst>
                <a:ext uri="{FF2B5EF4-FFF2-40B4-BE49-F238E27FC236}">
                  <a16:creationId xmlns:a16="http://schemas.microsoft.com/office/drawing/2014/main" id="{7B42C025-BE1A-4643-98F9-6B2FCEE114AF}"/>
                </a:ext>
              </a:extLst>
            </p:cNvPr>
            <p:cNvSpPr>
              <a:spLocks noGrp="1"/>
            </p:cNvSpPr>
            <p:nvPr/>
          </p:nvSpPr>
          <p:spPr>
            <a:xfrm>
              <a:off x="22394168" y="1790700"/>
              <a:ext cx="15522" cy="133350"/>
            </a:xfrm>
            <a:prstGeom prst="rect">
              <a:avLst/>
            </a:prstGeom>
            <a:solidFill>
              <a:srgbClr val="D55E00"/>
            </a:solidFill>
            <a:ln w="0">
              <a:noFill/>
              <a:prstDash val="solid"/>
            </a:ln>
          </p:spPr>
        </p:sp>
        <p:sp>
          <p:nvSpPr>
            <p:cNvPr id="3913" name="dense-strip-2-cell-74">
              <a:extLst>
                <a:ext uri="{FF2B5EF4-FFF2-40B4-BE49-F238E27FC236}">
                  <a16:creationId xmlns:a16="http://schemas.microsoft.com/office/drawing/2014/main" id="{6988E369-460E-4F9D-B306-068328D73535}"/>
                </a:ext>
              </a:extLst>
            </p:cNvPr>
            <p:cNvSpPr>
              <a:spLocks noGrp="1"/>
            </p:cNvSpPr>
            <p:nvPr/>
          </p:nvSpPr>
          <p:spPr>
            <a:xfrm>
              <a:off x="22378789" y="1790700"/>
              <a:ext cx="15522" cy="133350"/>
            </a:xfrm>
            <a:prstGeom prst="rect">
              <a:avLst/>
            </a:prstGeom>
            <a:solidFill>
              <a:srgbClr val="D55E00"/>
            </a:solidFill>
            <a:ln w="0">
              <a:noFill/>
              <a:prstDash val="solid"/>
            </a:ln>
          </p:spPr>
        </p:sp>
        <p:sp>
          <p:nvSpPr>
            <p:cNvPr id="3914" name="dense-strip-2-cell-73">
              <a:extLst>
                <a:ext uri="{FF2B5EF4-FFF2-40B4-BE49-F238E27FC236}">
                  <a16:creationId xmlns:a16="http://schemas.microsoft.com/office/drawing/2014/main" id="{35B13AEB-974E-4907-AC68-86B6DBD67DAE}"/>
                </a:ext>
              </a:extLst>
            </p:cNvPr>
            <p:cNvSpPr>
              <a:spLocks noGrp="1"/>
            </p:cNvSpPr>
            <p:nvPr/>
          </p:nvSpPr>
          <p:spPr>
            <a:xfrm>
              <a:off x="22363410" y="1790700"/>
              <a:ext cx="15522" cy="133350"/>
            </a:xfrm>
            <a:prstGeom prst="rect">
              <a:avLst/>
            </a:prstGeom>
            <a:solidFill>
              <a:srgbClr val="D55E00"/>
            </a:solidFill>
            <a:ln w="0">
              <a:noFill/>
              <a:prstDash val="solid"/>
            </a:ln>
          </p:spPr>
        </p:sp>
        <p:sp>
          <p:nvSpPr>
            <p:cNvPr id="3915" name="dense-strip-2-cell-72">
              <a:extLst>
                <a:ext uri="{FF2B5EF4-FFF2-40B4-BE49-F238E27FC236}">
                  <a16:creationId xmlns:a16="http://schemas.microsoft.com/office/drawing/2014/main" id="{733DAD95-041D-4B2C-BB1F-446284F4A65C}"/>
                </a:ext>
              </a:extLst>
            </p:cNvPr>
            <p:cNvSpPr>
              <a:spLocks noGrp="1"/>
            </p:cNvSpPr>
            <p:nvPr/>
          </p:nvSpPr>
          <p:spPr>
            <a:xfrm>
              <a:off x="22348031" y="1790700"/>
              <a:ext cx="15522" cy="133350"/>
            </a:xfrm>
            <a:prstGeom prst="rect">
              <a:avLst/>
            </a:prstGeom>
            <a:solidFill>
              <a:srgbClr val="D55E00"/>
            </a:solidFill>
            <a:ln w="0">
              <a:noFill/>
              <a:prstDash val="solid"/>
            </a:ln>
          </p:spPr>
        </p:sp>
        <p:sp>
          <p:nvSpPr>
            <p:cNvPr id="3916" name="dense-strip-2-cell-71">
              <a:extLst>
                <a:ext uri="{FF2B5EF4-FFF2-40B4-BE49-F238E27FC236}">
                  <a16:creationId xmlns:a16="http://schemas.microsoft.com/office/drawing/2014/main" id="{FACC3264-DDA2-4FE2-A5FC-EC33B8BA7563}"/>
                </a:ext>
              </a:extLst>
            </p:cNvPr>
            <p:cNvSpPr>
              <a:spLocks noGrp="1"/>
            </p:cNvSpPr>
            <p:nvPr/>
          </p:nvSpPr>
          <p:spPr>
            <a:xfrm>
              <a:off x="22332652" y="1790700"/>
              <a:ext cx="15522" cy="133350"/>
            </a:xfrm>
            <a:prstGeom prst="rect">
              <a:avLst/>
            </a:prstGeom>
            <a:solidFill>
              <a:srgbClr val="D55E00"/>
            </a:solidFill>
            <a:ln w="0">
              <a:noFill/>
              <a:prstDash val="solid"/>
            </a:ln>
          </p:spPr>
        </p:sp>
        <p:sp>
          <p:nvSpPr>
            <p:cNvPr id="3917" name="dense-strip-2-cell-70">
              <a:extLst>
                <a:ext uri="{FF2B5EF4-FFF2-40B4-BE49-F238E27FC236}">
                  <a16:creationId xmlns:a16="http://schemas.microsoft.com/office/drawing/2014/main" id="{47AB1DA7-FA3D-4145-ABF6-EB76CD764F40}"/>
                </a:ext>
              </a:extLst>
            </p:cNvPr>
            <p:cNvSpPr>
              <a:spLocks noGrp="1"/>
            </p:cNvSpPr>
            <p:nvPr/>
          </p:nvSpPr>
          <p:spPr>
            <a:xfrm>
              <a:off x="22317273" y="1790700"/>
              <a:ext cx="15522" cy="133350"/>
            </a:xfrm>
            <a:prstGeom prst="rect">
              <a:avLst/>
            </a:prstGeom>
            <a:solidFill>
              <a:srgbClr val="D55E00"/>
            </a:solidFill>
            <a:ln w="0">
              <a:noFill/>
              <a:prstDash val="solid"/>
            </a:ln>
          </p:spPr>
        </p:sp>
        <p:sp>
          <p:nvSpPr>
            <p:cNvPr id="3918" name="dense-strip-2-cell-69">
              <a:extLst>
                <a:ext uri="{FF2B5EF4-FFF2-40B4-BE49-F238E27FC236}">
                  <a16:creationId xmlns:a16="http://schemas.microsoft.com/office/drawing/2014/main" id="{C38C158A-FA36-48B8-ADF1-053048D594FF}"/>
                </a:ext>
              </a:extLst>
            </p:cNvPr>
            <p:cNvSpPr>
              <a:spLocks noGrp="1"/>
            </p:cNvSpPr>
            <p:nvPr/>
          </p:nvSpPr>
          <p:spPr>
            <a:xfrm>
              <a:off x="22301895" y="1790700"/>
              <a:ext cx="15522" cy="133350"/>
            </a:xfrm>
            <a:prstGeom prst="rect">
              <a:avLst/>
            </a:prstGeom>
            <a:solidFill>
              <a:srgbClr val="D55E00"/>
            </a:solidFill>
            <a:ln w="0">
              <a:noFill/>
              <a:prstDash val="solid"/>
            </a:ln>
          </p:spPr>
        </p:sp>
        <p:sp>
          <p:nvSpPr>
            <p:cNvPr id="3919" name="dense-strip-2-cell-68">
              <a:extLst>
                <a:ext uri="{FF2B5EF4-FFF2-40B4-BE49-F238E27FC236}">
                  <a16:creationId xmlns:a16="http://schemas.microsoft.com/office/drawing/2014/main" id="{742957A2-69A5-49AB-9116-1E4962ED7858}"/>
                </a:ext>
              </a:extLst>
            </p:cNvPr>
            <p:cNvSpPr>
              <a:spLocks noGrp="1"/>
            </p:cNvSpPr>
            <p:nvPr/>
          </p:nvSpPr>
          <p:spPr>
            <a:xfrm>
              <a:off x="22286516" y="1790700"/>
              <a:ext cx="15522" cy="133350"/>
            </a:xfrm>
            <a:prstGeom prst="rect">
              <a:avLst/>
            </a:prstGeom>
            <a:solidFill>
              <a:srgbClr val="D55E00"/>
            </a:solidFill>
            <a:ln w="0">
              <a:noFill/>
              <a:prstDash val="solid"/>
            </a:ln>
          </p:spPr>
        </p:sp>
        <p:sp>
          <p:nvSpPr>
            <p:cNvPr id="3920" name="dense-strip-2-cell-67">
              <a:extLst>
                <a:ext uri="{FF2B5EF4-FFF2-40B4-BE49-F238E27FC236}">
                  <a16:creationId xmlns:a16="http://schemas.microsoft.com/office/drawing/2014/main" id="{C887059D-710B-47B5-BFD5-E0AC5BF6D581}"/>
                </a:ext>
              </a:extLst>
            </p:cNvPr>
            <p:cNvSpPr>
              <a:spLocks noGrp="1"/>
            </p:cNvSpPr>
            <p:nvPr/>
          </p:nvSpPr>
          <p:spPr>
            <a:xfrm>
              <a:off x="22271137" y="1790700"/>
              <a:ext cx="15522" cy="133350"/>
            </a:xfrm>
            <a:prstGeom prst="rect">
              <a:avLst/>
            </a:prstGeom>
            <a:solidFill>
              <a:srgbClr val="D55E00"/>
            </a:solidFill>
            <a:ln w="0">
              <a:noFill/>
              <a:prstDash val="solid"/>
            </a:ln>
          </p:spPr>
        </p:sp>
        <p:sp>
          <p:nvSpPr>
            <p:cNvPr id="3921" name="dense-strip-2-cell-66">
              <a:extLst>
                <a:ext uri="{FF2B5EF4-FFF2-40B4-BE49-F238E27FC236}">
                  <a16:creationId xmlns:a16="http://schemas.microsoft.com/office/drawing/2014/main" id="{97867312-9523-43D3-8C9C-4E7272F73FC5}"/>
                </a:ext>
              </a:extLst>
            </p:cNvPr>
            <p:cNvSpPr>
              <a:spLocks noGrp="1"/>
            </p:cNvSpPr>
            <p:nvPr/>
          </p:nvSpPr>
          <p:spPr>
            <a:xfrm>
              <a:off x="22255758" y="1790700"/>
              <a:ext cx="15522" cy="133350"/>
            </a:xfrm>
            <a:prstGeom prst="rect">
              <a:avLst/>
            </a:prstGeom>
            <a:solidFill>
              <a:srgbClr val="D55E00"/>
            </a:solidFill>
            <a:ln w="0">
              <a:noFill/>
              <a:prstDash val="solid"/>
            </a:ln>
          </p:spPr>
        </p:sp>
        <p:sp>
          <p:nvSpPr>
            <p:cNvPr id="3922" name="dense-strip-2-cell-65">
              <a:extLst>
                <a:ext uri="{FF2B5EF4-FFF2-40B4-BE49-F238E27FC236}">
                  <a16:creationId xmlns:a16="http://schemas.microsoft.com/office/drawing/2014/main" id="{67E04E7E-6A26-4E39-A73B-7795774D89DF}"/>
                </a:ext>
              </a:extLst>
            </p:cNvPr>
            <p:cNvSpPr>
              <a:spLocks noGrp="1"/>
            </p:cNvSpPr>
            <p:nvPr/>
          </p:nvSpPr>
          <p:spPr>
            <a:xfrm>
              <a:off x="22240379" y="1790700"/>
              <a:ext cx="15522" cy="133350"/>
            </a:xfrm>
            <a:prstGeom prst="rect">
              <a:avLst/>
            </a:prstGeom>
            <a:solidFill>
              <a:srgbClr val="D55E00"/>
            </a:solidFill>
            <a:ln w="0">
              <a:noFill/>
              <a:prstDash val="solid"/>
            </a:ln>
          </p:spPr>
        </p:sp>
        <p:sp>
          <p:nvSpPr>
            <p:cNvPr id="3923" name="dense-strip-2-cell-64">
              <a:extLst>
                <a:ext uri="{FF2B5EF4-FFF2-40B4-BE49-F238E27FC236}">
                  <a16:creationId xmlns:a16="http://schemas.microsoft.com/office/drawing/2014/main" id="{C0D693EB-6B20-495F-BBC9-DD6871DD7A0B}"/>
                </a:ext>
              </a:extLst>
            </p:cNvPr>
            <p:cNvSpPr>
              <a:spLocks noGrp="1"/>
            </p:cNvSpPr>
            <p:nvPr/>
          </p:nvSpPr>
          <p:spPr>
            <a:xfrm>
              <a:off x="22225000" y="1790700"/>
              <a:ext cx="15522" cy="133350"/>
            </a:xfrm>
            <a:prstGeom prst="rect">
              <a:avLst/>
            </a:prstGeom>
            <a:solidFill>
              <a:srgbClr val="D55E01"/>
            </a:solidFill>
            <a:ln w="0">
              <a:noFill/>
              <a:prstDash val="solid"/>
            </a:ln>
          </p:spPr>
        </p:sp>
        <p:sp>
          <p:nvSpPr>
            <p:cNvPr id="3924" name="dense-strip-2-cell-63">
              <a:extLst>
                <a:ext uri="{FF2B5EF4-FFF2-40B4-BE49-F238E27FC236}">
                  <a16:creationId xmlns:a16="http://schemas.microsoft.com/office/drawing/2014/main" id="{0D3E98E2-0462-428F-B1AD-2CA58D360206}"/>
                </a:ext>
              </a:extLst>
            </p:cNvPr>
            <p:cNvSpPr>
              <a:spLocks noGrp="1"/>
            </p:cNvSpPr>
            <p:nvPr/>
          </p:nvSpPr>
          <p:spPr>
            <a:xfrm>
              <a:off x="22209621" y="1790700"/>
              <a:ext cx="15522" cy="133350"/>
            </a:xfrm>
            <a:prstGeom prst="rect">
              <a:avLst/>
            </a:prstGeom>
            <a:solidFill>
              <a:srgbClr val="D56309"/>
            </a:solidFill>
            <a:ln w="0">
              <a:noFill/>
              <a:prstDash val="solid"/>
            </a:ln>
          </p:spPr>
        </p:sp>
        <p:sp>
          <p:nvSpPr>
            <p:cNvPr id="3925" name="dense-strip-2-cell-62">
              <a:extLst>
                <a:ext uri="{FF2B5EF4-FFF2-40B4-BE49-F238E27FC236}">
                  <a16:creationId xmlns:a16="http://schemas.microsoft.com/office/drawing/2014/main" id="{BAE235CC-0AA2-42FD-AF20-517FA49D9157}"/>
                </a:ext>
              </a:extLst>
            </p:cNvPr>
            <p:cNvSpPr>
              <a:spLocks noGrp="1"/>
            </p:cNvSpPr>
            <p:nvPr/>
          </p:nvSpPr>
          <p:spPr>
            <a:xfrm>
              <a:off x="22194242" y="1790700"/>
              <a:ext cx="15522" cy="133350"/>
            </a:xfrm>
            <a:prstGeom prst="rect">
              <a:avLst/>
            </a:prstGeom>
            <a:solidFill>
              <a:srgbClr val="D67121"/>
            </a:solidFill>
            <a:ln w="0">
              <a:noFill/>
              <a:prstDash val="solid"/>
            </a:ln>
          </p:spPr>
        </p:sp>
        <p:sp>
          <p:nvSpPr>
            <p:cNvPr id="3926" name="dense-strip-2-cell-61">
              <a:extLst>
                <a:ext uri="{FF2B5EF4-FFF2-40B4-BE49-F238E27FC236}">
                  <a16:creationId xmlns:a16="http://schemas.microsoft.com/office/drawing/2014/main" id="{B1426A23-11AC-4015-8ED3-0A6DC5E813F3}"/>
                </a:ext>
              </a:extLst>
            </p:cNvPr>
            <p:cNvSpPr>
              <a:spLocks noGrp="1"/>
            </p:cNvSpPr>
            <p:nvPr/>
          </p:nvSpPr>
          <p:spPr>
            <a:xfrm>
              <a:off x="22178863" y="1790700"/>
              <a:ext cx="15522" cy="133350"/>
            </a:xfrm>
            <a:prstGeom prst="rect">
              <a:avLst/>
            </a:prstGeom>
            <a:solidFill>
              <a:srgbClr val="D78746"/>
            </a:solidFill>
            <a:ln w="0">
              <a:noFill/>
              <a:prstDash val="solid"/>
            </a:ln>
          </p:spPr>
        </p:sp>
        <p:sp>
          <p:nvSpPr>
            <p:cNvPr id="3927" name="dense-strip-2-cell-60">
              <a:extLst>
                <a:ext uri="{FF2B5EF4-FFF2-40B4-BE49-F238E27FC236}">
                  <a16:creationId xmlns:a16="http://schemas.microsoft.com/office/drawing/2014/main" id="{47755D0B-0D79-4889-8AA6-47B0871D3A73}"/>
                </a:ext>
              </a:extLst>
            </p:cNvPr>
            <p:cNvSpPr>
              <a:spLocks noGrp="1"/>
            </p:cNvSpPr>
            <p:nvPr/>
          </p:nvSpPr>
          <p:spPr>
            <a:xfrm>
              <a:off x="22163484" y="1790700"/>
              <a:ext cx="15522" cy="133350"/>
            </a:xfrm>
            <a:prstGeom prst="rect">
              <a:avLst/>
            </a:prstGeom>
            <a:solidFill>
              <a:srgbClr val="D8A072"/>
            </a:solidFill>
            <a:ln w="0">
              <a:noFill/>
              <a:prstDash val="solid"/>
            </a:ln>
          </p:spPr>
        </p:sp>
        <p:sp>
          <p:nvSpPr>
            <p:cNvPr id="3928" name="dense-strip-2-cell-59">
              <a:extLst>
                <a:ext uri="{FF2B5EF4-FFF2-40B4-BE49-F238E27FC236}">
                  <a16:creationId xmlns:a16="http://schemas.microsoft.com/office/drawing/2014/main" id="{E59F467D-5B60-40D6-AA6B-F744EA52A6AA}"/>
                </a:ext>
              </a:extLst>
            </p:cNvPr>
            <p:cNvSpPr>
              <a:spLocks noGrp="1"/>
            </p:cNvSpPr>
            <p:nvPr/>
          </p:nvSpPr>
          <p:spPr>
            <a:xfrm>
              <a:off x="22148105" y="1790700"/>
              <a:ext cx="15522" cy="133350"/>
            </a:xfrm>
            <a:prstGeom prst="rect">
              <a:avLst/>
            </a:prstGeom>
            <a:solidFill>
              <a:srgbClr val="D9BA9E"/>
            </a:solidFill>
            <a:ln w="0">
              <a:noFill/>
              <a:prstDash val="solid"/>
            </a:ln>
          </p:spPr>
        </p:sp>
        <p:sp>
          <p:nvSpPr>
            <p:cNvPr id="3929" name="dense-strip-2-cell-58">
              <a:extLst>
                <a:ext uri="{FF2B5EF4-FFF2-40B4-BE49-F238E27FC236}">
                  <a16:creationId xmlns:a16="http://schemas.microsoft.com/office/drawing/2014/main" id="{64B73A3B-BC22-4D66-AA3A-F2192B459B7E}"/>
                </a:ext>
              </a:extLst>
            </p:cNvPr>
            <p:cNvSpPr>
              <a:spLocks noGrp="1"/>
            </p:cNvSpPr>
            <p:nvPr/>
          </p:nvSpPr>
          <p:spPr>
            <a:xfrm>
              <a:off x="22132727" y="1790700"/>
              <a:ext cx="15522" cy="133350"/>
            </a:xfrm>
            <a:prstGeom prst="rect">
              <a:avLst/>
            </a:prstGeom>
            <a:solidFill>
              <a:srgbClr val="D5D4CB"/>
            </a:solidFill>
            <a:ln w="0">
              <a:noFill/>
              <a:prstDash val="solid"/>
            </a:ln>
          </p:spPr>
        </p:sp>
        <p:sp>
          <p:nvSpPr>
            <p:cNvPr id="3930" name="dense-strip-2-cell-57">
              <a:extLst>
                <a:ext uri="{FF2B5EF4-FFF2-40B4-BE49-F238E27FC236}">
                  <a16:creationId xmlns:a16="http://schemas.microsoft.com/office/drawing/2014/main" id="{E20C4438-7E17-4AAC-A76B-D5589F735B88}"/>
                </a:ext>
              </a:extLst>
            </p:cNvPr>
            <p:cNvSpPr>
              <a:spLocks noGrp="1"/>
            </p:cNvSpPr>
            <p:nvPr/>
          </p:nvSpPr>
          <p:spPr>
            <a:xfrm>
              <a:off x="22117348" y="1790700"/>
              <a:ext cx="15522" cy="133350"/>
            </a:xfrm>
            <a:prstGeom prst="rect">
              <a:avLst/>
            </a:prstGeom>
            <a:solidFill>
              <a:srgbClr val="DBE6E9"/>
            </a:solidFill>
            <a:ln w="0">
              <a:noFill/>
              <a:prstDash val="solid"/>
            </a:ln>
          </p:spPr>
        </p:sp>
        <p:sp>
          <p:nvSpPr>
            <p:cNvPr id="3931" name="dense-strip-2-cell-56">
              <a:extLst>
                <a:ext uri="{FF2B5EF4-FFF2-40B4-BE49-F238E27FC236}">
                  <a16:creationId xmlns:a16="http://schemas.microsoft.com/office/drawing/2014/main" id="{519B1BE7-E812-415E-B615-0AEBC4D54A57}"/>
                </a:ext>
              </a:extLst>
            </p:cNvPr>
            <p:cNvSpPr>
              <a:spLocks noGrp="1"/>
            </p:cNvSpPr>
            <p:nvPr/>
          </p:nvSpPr>
          <p:spPr>
            <a:xfrm>
              <a:off x="22101969" y="1790700"/>
              <a:ext cx="15522" cy="133350"/>
            </a:xfrm>
            <a:prstGeom prst="rect">
              <a:avLst/>
            </a:prstGeom>
            <a:solidFill>
              <a:srgbClr val="DAE7EC"/>
            </a:solidFill>
            <a:ln w="0">
              <a:noFill/>
              <a:prstDash val="solid"/>
            </a:ln>
          </p:spPr>
        </p:sp>
        <p:sp>
          <p:nvSpPr>
            <p:cNvPr id="3932" name="dense-strip-2-cell-55">
              <a:extLst>
                <a:ext uri="{FF2B5EF4-FFF2-40B4-BE49-F238E27FC236}">
                  <a16:creationId xmlns:a16="http://schemas.microsoft.com/office/drawing/2014/main" id="{8838BF68-9FD5-453D-9474-FE6FCFC02EB3}"/>
                </a:ext>
              </a:extLst>
            </p:cNvPr>
            <p:cNvSpPr>
              <a:spLocks noGrp="1"/>
            </p:cNvSpPr>
            <p:nvPr/>
          </p:nvSpPr>
          <p:spPr>
            <a:xfrm>
              <a:off x="22086590" y="1790700"/>
              <a:ext cx="15522" cy="133350"/>
            </a:xfrm>
            <a:prstGeom prst="rect">
              <a:avLst/>
            </a:prstGeom>
            <a:solidFill>
              <a:srgbClr val="DBE8ED"/>
            </a:solidFill>
            <a:ln w="0">
              <a:noFill/>
              <a:prstDash val="solid"/>
            </a:ln>
          </p:spPr>
        </p:sp>
        <p:sp>
          <p:nvSpPr>
            <p:cNvPr id="3933" name="dense-strip-2-cell-54">
              <a:extLst>
                <a:ext uri="{FF2B5EF4-FFF2-40B4-BE49-F238E27FC236}">
                  <a16:creationId xmlns:a16="http://schemas.microsoft.com/office/drawing/2014/main" id="{E8A62158-AF46-4484-8EB6-13D74F31968F}"/>
                </a:ext>
              </a:extLst>
            </p:cNvPr>
            <p:cNvSpPr>
              <a:spLocks noGrp="1"/>
            </p:cNvSpPr>
            <p:nvPr/>
          </p:nvSpPr>
          <p:spPr>
            <a:xfrm>
              <a:off x="22071211" y="1790700"/>
              <a:ext cx="15522" cy="133350"/>
            </a:xfrm>
            <a:prstGeom prst="rect">
              <a:avLst/>
            </a:prstGeom>
            <a:solidFill>
              <a:srgbClr val="DCE8ED"/>
            </a:solidFill>
            <a:ln w="0">
              <a:noFill/>
              <a:prstDash val="solid"/>
            </a:ln>
          </p:spPr>
        </p:sp>
        <p:sp>
          <p:nvSpPr>
            <p:cNvPr id="3934" name="dense-strip-2-cell-53">
              <a:extLst>
                <a:ext uri="{FF2B5EF4-FFF2-40B4-BE49-F238E27FC236}">
                  <a16:creationId xmlns:a16="http://schemas.microsoft.com/office/drawing/2014/main" id="{A874446F-E7CC-4FD5-B53C-56A74F94339B}"/>
                </a:ext>
              </a:extLst>
            </p:cNvPr>
            <p:cNvSpPr>
              <a:spLocks noGrp="1"/>
            </p:cNvSpPr>
            <p:nvPr/>
          </p:nvSpPr>
          <p:spPr>
            <a:xfrm>
              <a:off x="22055832" y="1790700"/>
              <a:ext cx="15522" cy="133350"/>
            </a:xfrm>
            <a:prstGeom prst="rect">
              <a:avLst/>
            </a:prstGeom>
            <a:solidFill>
              <a:srgbClr val="DCE8ED"/>
            </a:solidFill>
            <a:ln w="0">
              <a:noFill/>
              <a:prstDash val="solid"/>
            </a:ln>
          </p:spPr>
        </p:sp>
        <p:sp>
          <p:nvSpPr>
            <p:cNvPr id="3935" name="dense-strip-2-cell-52">
              <a:extLst>
                <a:ext uri="{FF2B5EF4-FFF2-40B4-BE49-F238E27FC236}">
                  <a16:creationId xmlns:a16="http://schemas.microsoft.com/office/drawing/2014/main" id="{2B630931-DFBD-4B88-94DA-3193A6EEEA22}"/>
                </a:ext>
              </a:extLst>
            </p:cNvPr>
            <p:cNvSpPr>
              <a:spLocks noGrp="1"/>
            </p:cNvSpPr>
            <p:nvPr/>
          </p:nvSpPr>
          <p:spPr>
            <a:xfrm>
              <a:off x="22040453" y="1790700"/>
              <a:ext cx="15522" cy="133350"/>
            </a:xfrm>
            <a:prstGeom prst="rect">
              <a:avLst/>
            </a:prstGeom>
            <a:solidFill>
              <a:srgbClr val="DCE8ED"/>
            </a:solidFill>
            <a:ln w="0">
              <a:noFill/>
              <a:prstDash val="solid"/>
            </a:ln>
          </p:spPr>
        </p:sp>
        <p:sp>
          <p:nvSpPr>
            <p:cNvPr id="3936" name="dense-strip-2-cell-51">
              <a:extLst>
                <a:ext uri="{FF2B5EF4-FFF2-40B4-BE49-F238E27FC236}">
                  <a16:creationId xmlns:a16="http://schemas.microsoft.com/office/drawing/2014/main" id="{D0E41FA0-593F-4FC6-81D2-BE1318D6BC0A}"/>
                </a:ext>
              </a:extLst>
            </p:cNvPr>
            <p:cNvSpPr>
              <a:spLocks noGrp="1"/>
            </p:cNvSpPr>
            <p:nvPr/>
          </p:nvSpPr>
          <p:spPr>
            <a:xfrm>
              <a:off x="22025074" y="1790700"/>
              <a:ext cx="15522" cy="133350"/>
            </a:xfrm>
            <a:prstGeom prst="rect">
              <a:avLst/>
            </a:prstGeom>
            <a:solidFill>
              <a:srgbClr val="DCE8ED"/>
            </a:solidFill>
            <a:ln w="0">
              <a:noFill/>
              <a:prstDash val="solid"/>
            </a:ln>
          </p:spPr>
        </p:sp>
        <p:sp>
          <p:nvSpPr>
            <p:cNvPr id="3937" name="dense-strip-2-cell-50">
              <a:extLst>
                <a:ext uri="{FF2B5EF4-FFF2-40B4-BE49-F238E27FC236}">
                  <a16:creationId xmlns:a16="http://schemas.microsoft.com/office/drawing/2014/main" id="{8B5B2F5E-D508-4A15-95B6-9AF78CB6743E}"/>
                </a:ext>
              </a:extLst>
            </p:cNvPr>
            <p:cNvSpPr>
              <a:spLocks noGrp="1"/>
            </p:cNvSpPr>
            <p:nvPr/>
          </p:nvSpPr>
          <p:spPr>
            <a:xfrm>
              <a:off x="22009695" y="1790700"/>
              <a:ext cx="15522" cy="133350"/>
            </a:xfrm>
            <a:prstGeom prst="rect">
              <a:avLst/>
            </a:prstGeom>
            <a:solidFill>
              <a:srgbClr val="DCE8ED"/>
            </a:solidFill>
            <a:ln w="0">
              <a:noFill/>
              <a:prstDash val="solid"/>
            </a:ln>
          </p:spPr>
        </p:sp>
        <p:sp>
          <p:nvSpPr>
            <p:cNvPr id="3938" name="dense-strip-2-cell-49">
              <a:extLst>
                <a:ext uri="{FF2B5EF4-FFF2-40B4-BE49-F238E27FC236}">
                  <a16:creationId xmlns:a16="http://schemas.microsoft.com/office/drawing/2014/main" id="{5B8BE491-BC20-42C7-9BD4-46D2A53D9050}"/>
                </a:ext>
              </a:extLst>
            </p:cNvPr>
            <p:cNvSpPr>
              <a:spLocks noGrp="1"/>
            </p:cNvSpPr>
            <p:nvPr/>
          </p:nvSpPr>
          <p:spPr>
            <a:xfrm>
              <a:off x="21994316" y="1790700"/>
              <a:ext cx="15522" cy="133350"/>
            </a:xfrm>
            <a:prstGeom prst="rect">
              <a:avLst/>
            </a:prstGeom>
            <a:solidFill>
              <a:srgbClr val="DCE8ED"/>
            </a:solidFill>
            <a:ln w="0">
              <a:noFill/>
              <a:prstDash val="solid"/>
            </a:ln>
          </p:spPr>
        </p:sp>
        <p:sp>
          <p:nvSpPr>
            <p:cNvPr id="3939" name="dense-strip-2-cell-48">
              <a:extLst>
                <a:ext uri="{FF2B5EF4-FFF2-40B4-BE49-F238E27FC236}">
                  <a16:creationId xmlns:a16="http://schemas.microsoft.com/office/drawing/2014/main" id="{D2EAB970-629F-40DC-81D4-28943BA63F8D}"/>
                </a:ext>
              </a:extLst>
            </p:cNvPr>
            <p:cNvSpPr>
              <a:spLocks noGrp="1"/>
            </p:cNvSpPr>
            <p:nvPr/>
          </p:nvSpPr>
          <p:spPr>
            <a:xfrm>
              <a:off x="21978938" y="1790700"/>
              <a:ext cx="15522" cy="133350"/>
            </a:xfrm>
            <a:prstGeom prst="rect">
              <a:avLst/>
            </a:prstGeom>
            <a:solidFill>
              <a:srgbClr val="DCE8ED"/>
            </a:solidFill>
            <a:ln w="0">
              <a:noFill/>
              <a:prstDash val="solid"/>
            </a:ln>
          </p:spPr>
        </p:sp>
        <p:sp>
          <p:nvSpPr>
            <p:cNvPr id="3940" name="dense-strip-2-cell-47">
              <a:extLst>
                <a:ext uri="{FF2B5EF4-FFF2-40B4-BE49-F238E27FC236}">
                  <a16:creationId xmlns:a16="http://schemas.microsoft.com/office/drawing/2014/main" id="{EA70237A-330D-4D4C-8DAC-828C08CAF0F1}"/>
                </a:ext>
              </a:extLst>
            </p:cNvPr>
            <p:cNvSpPr>
              <a:spLocks noGrp="1"/>
            </p:cNvSpPr>
            <p:nvPr/>
          </p:nvSpPr>
          <p:spPr>
            <a:xfrm>
              <a:off x="21963559" y="1790700"/>
              <a:ext cx="15522" cy="133350"/>
            </a:xfrm>
            <a:prstGeom prst="rect">
              <a:avLst/>
            </a:prstGeom>
            <a:solidFill>
              <a:srgbClr val="DCE8ED"/>
            </a:solidFill>
            <a:ln w="0">
              <a:noFill/>
              <a:prstDash val="solid"/>
            </a:ln>
          </p:spPr>
        </p:sp>
        <p:sp>
          <p:nvSpPr>
            <p:cNvPr id="3941" name="dense-strip-2-cell-46">
              <a:extLst>
                <a:ext uri="{FF2B5EF4-FFF2-40B4-BE49-F238E27FC236}">
                  <a16:creationId xmlns:a16="http://schemas.microsoft.com/office/drawing/2014/main" id="{0E840239-05AC-4EF9-8D05-3B33A5DC02E8}"/>
                </a:ext>
              </a:extLst>
            </p:cNvPr>
            <p:cNvSpPr>
              <a:spLocks noGrp="1"/>
            </p:cNvSpPr>
            <p:nvPr/>
          </p:nvSpPr>
          <p:spPr>
            <a:xfrm>
              <a:off x="21948180" y="1790700"/>
              <a:ext cx="15522" cy="133350"/>
            </a:xfrm>
            <a:prstGeom prst="rect">
              <a:avLst/>
            </a:prstGeom>
            <a:solidFill>
              <a:srgbClr val="DCE8ED"/>
            </a:solidFill>
            <a:ln w="0">
              <a:noFill/>
              <a:prstDash val="solid"/>
            </a:ln>
          </p:spPr>
        </p:sp>
        <p:sp>
          <p:nvSpPr>
            <p:cNvPr id="3942" name="dense-strip-2-cell-45">
              <a:extLst>
                <a:ext uri="{FF2B5EF4-FFF2-40B4-BE49-F238E27FC236}">
                  <a16:creationId xmlns:a16="http://schemas.microsoft.com/office/drawing/2014/main" id="{8C881F41-B232-4C77-9B17-DD524608BCCD}"/>
                </a:ext>
              </a:extLst>
            </p:cNvPr>
            <p:cNvSpPr>
              <a:spLocks noGrp="1"/>
            </p:cNvSpPr>
            <p:nvPr/>
          </p:nvSpPr>
          <p:spPr>
            <a:xfrm>
              <a:off x="21932801" y="1790700"/>
              <a:ext cx="15522" cy="133350"/>
            </a:xfrm>
            <a:prstGeom prst="rect">
              <a:avLst/>
            </a:prstGeom>
            <a:solidFill>
              <a:srgbClr val="DCE8ED"/>
            </a:solidFill>
            <a:ln w="0">
              <a:noFill/>
              <a:prstDash val="solid"/>
            </a:ln>
          </p:spPr>
        </p:sp>
        <p:sp>
          <p:nvSpPr>
            <p:cNvPr id="3943" name="dense-strip-2-cell-44">
              <a:extLst>
                <a:ext uri="{FF2B5EF4-FFF2-40B4-BE49-F238E27FC236}">
                  <a16:creationId xmlns:a16="http://schemas.microsoft.com/office/drawing/2014/main" id="{30AD5CD3-EAD9-42A6-AB19-C4DF879C3A36}"/>
                </a:ext>
              </a:extLst>
            </p:cNvPr>
            <p:cNvSpPr>
              <a:spLocks noGrp="1"/>
            </p:cNvSpPr>
            <p:nvPr/>
          </p:nvSpPr>
          <p:spPr>
            <a:xfrm>
              <a:off x="21917422" y="1790700"/>
              <a:ext cx="15522" cy="133350"/>
            </a:xfrm>
            <a:prstGeom prst="rect">
              <a:avLst/>
            </a:prstGeom>
            <a:solidFill>
              <a:srgbClr val="DCE8ED"/>
            </a:solidFill>
            <a:ln w="0">
              <a:noFill/>
              <a:prstDash val="solid"/>
            </a:ln>
          </p:spPr>
        </p:sp>
        <p:sp>
          <p:nvSpPr>
            <p:cNvPr id="3944" name="dense-strip-2-cell-43">
              <a:extLst>
                <a:ext uri="{FF2B5EF4-FFF2-40B4-BE49-F238E27FC236}">
                  <a16:creationId xmlns:a16="http://schemas.microsoft.com/office/drawing/2014/main" id="{355A42F4-2E6B-4700-8662-241BD2A088BA}"/>
                </a:ext>
              </a:extLst>
            </p:cNvPr>
            <p:cNvSpPr>
              <a:spLocks noGrp="1"/>
            </p:cNvSpPr>
            <p:nvPr/>
          </p:nvSpPr>
          <p:spPr>
            <a:xfrm>
              <a:off x="21902043" y="1790700"/>
              <a:ext cx="15522" cy="133350"/>
            </a:xfrm>
            <a:prstGeom prst="rect">
              <a:avLst/>
            </a:prstGeom>
            <a:solidFill>
              <a:srgbClr val="DCE8ED"/>
            </a:solidFill>
            <a:ln w="0">
              <a:noFill/>
              <a:prstDash val="solid"/>
            </a:ln>
          </p:spPr>
        </p:sp>
        <p:sp>
          <p:nvSpPr>
            <p:cNvPr id="3945" name="dense-strip-2-cell-42">
              <a:extLst>
                <a:ext uri="{FF2B5EF4-FFF2-40B4-BE49-F238E27FC236}">
                  <a16:creationId xmlns:a16="http://schemas.microsoft.com/office/drawing/2014/main" id="{210CF576-7391-4D3A-B75F-6E088E69BA4F}"/>
                </a:ext>
              </a:extLst>
            </p:cNvPr>
            <p:cNvSpPr>
              <a:spLocks noGrp="1"/>
            </p:cNvSpPr>
            <p:nvPr/>
          </p:nvSpPr>
          <p:spPr>
            <a:xfrm>
              <a:off x="21886664" y="1790700"/>
              <a:ext cx="15522" cy="133350"/>
            </a:xfrm>
            <a:prstGeom prst="rect">
              <a:avLst/>
            </a:prstGeom>
            <a:solidFill>
              <a:srgbClr val="DCE8ED"/>
            </a:solidFill>
            <a:ln w="0">
              <a:noFill/>
              <a:prstDash val="solid"/>
            </a:ln>
          </p:spPr>
        </p:sp>
        <p:sp>
          <p:nvSpPr>
            <p:cNvPr id="3946" name="dense-strip-2-cell-41">
              <a:extLst>
                <a:ext uri="{FF2B5EF4-FFF2-40B4-BE49-F238E27FC236}">
                  <a16:creationId xmlns:a16="http://schemas.microsoft.com/office/drawing/2014/main" id="{ACC9FED3-8700-4DC8-A68E-F9700DCE357A}"/>
                </a:ext>
              </a:extLst>
            </p:cNvPr>
            <p:cNvSpPr>
              <a:spLocks noGrp="1"/>
            </p:cNvSpPr>
            <p:nvPr/>
          </p:nvSpPr>
          <p:spPr>
            <a:xfrm>
              <a:off x="21871285" y="1790700"/>
              <a:ext cx="15522" cy="133350"/>
            </a:xfrm>
            <a:prstGeom prst="rect">
              <a:avLst/>
            </a:prstGeom>
            <a:solidFill>
              <a:srgbClr val="DCE8ED"/>
            </a:solidFill>
            <a:ln w="0">
              <a:noFill/>
              <a:prstDash val="solid"/>
            </a:ln>
          </p:spPr>
        </p:sp>
        <p:sp>
          <p:nvSpPr>
            <p:cNvPr id="3947" name="dense-strip-2-cell-40">
              <a:extLst>
                <a:ext uri="{FF2B5EF4-FFF2-40B4-BE49-F238E27FC236}">
                  <a16:creationId xmlns:a16="http://schemas.microsoft.com/office/drawing/2014/main" id="{1158BC4C-AEC9-402A-A4B1-5E7744E48C78}"/>
                </a:ext>
              </a:extLst>
            </p:cNvPr>
            <p:cNvSpPr>
              <a:spLocks noGrp="1"/>
            </p:cNvSpPr>
            <p:nvPr/>
          </p:nvSpPr>
          <p:spPr>
            <a:xfrm>
              <a:off x="21855906" y="1790700"/>
              <a:ext cx="15522" cy="133350"/>
            </a:xfrm>
            <a:prstGeom prst="rect">
              <a:avLst/>
            </a:prstGeom>
            <a:solidFill>
              <a:srgbClr val="DCE8ED"/>
            </a:solidFill>
            <a:ln w="0">
              <a:noFill/>
              <a:prstDash val="solid"/>
            </a:ln>
          </p:spPr>
        </p:sp>
        <p:sp>
          <p:nvSpPr>
            <p:cNvPr id="3948" name="dense-strip-2-cell-39">
              <a:extLst>
                <a:ext uri="{FF2B5EF4-FFF2-40B4-BE49-F238E27FC236}">
                  <a16:creationId xmlns:a16="http://schemas.microsoft.com/office/drawing/2014/main" id="{7180F0C9-72E7-4CD7-A96F-50588B7A7062}"/>
                </a:ext>
              </a:extLst>
            </p:cNvPr>
            <p:cNvSpPr>
              <a:spLocks noGrp="1"/>
            </p:cNvSpPr>
            <p:nvPr/>
          </p:nvSpPr>
          <p:spPr>
            <a:xfrm>
              <a:off x="21840527" y="1790700"/>
              <a:ext cx="15522" cy="133350"/>
            </a:xfrm>
            <a:prstGeom prst="rect">
              <a:avLst/>
            </a:prstGeom>
            <a:solidFill>
              <a:srgbClr val="DCE8ED"/>
            </a:solidFill>
            <a:ln w="0">
              <a:noFill/>
              <a:prstDash val="solid"/>
            </a:ln>
          </p:spPr>
        </p:sp>
        <p:sp>
          <p:nvSpPr>
            <p:cNvPr id="3949" name="dense-strip-2-cell-38">
              <a:extLst>
                <a:ext uri="{FF2B5EF4-FFF2-40B4-BE49-F238E27FC236}">
                  <a16:creationId xmlns:a16="http://schemas.microsoft.com/office/drawing/2014/main" id="{8A786032-924F-46FE-B85D-3E87EE147906}"/>
                </a:ext>
              </a:extLst>
            </p:cNvPr>
            <p:cNvSpPr>
              <a:spLocks noGrp="1"/>
            </p:cNvSpPr>
            <p:nvPr/>
          </p:nvSpPr>
          <p:spPr>
            <a:xfrm>
              <a:off x="21825148" y="1790700"/>
              <a:ext cx="15522" cy="133350"/>
            </a:xfrm>
            <a:prstGeom prst="rect">
              <a:avLst/>
            </a:prstGeom>
            <a:solidFill>
              <a:srgbClr val="DCE8ED"/>
            </a:solidFill>
            <a:ln w="0">
              <a:noFill/>
              <a:prstDash val="solid"/>
            </a:ln>
          </p:spPr>
        </p:sp>
        <p:sp>
          <p:nvSpPr>
            <p:cNvPr id="3950" name="dense-strip-2-cell-37">
              <a:extLst>
                <a:ext uri="{FF2B5EF4-FFF2-40B4-BE49-F238E27FC236}">
                  <a16:creationId xmlns:a16="http://schemas.microsoft.com/office/drawing/2014/main" id="{2DBB575D-DC8D-4099-AFE5-5BE6B4EDF855}"/>
                </a:ext>
              </a:extLst>
            </p:cNvPr>
            <p:cNvSpPr>
              <a:spLocks noGrp="1"/>
            </p:cNvSpPr>
            <p:nvPr/>
          </p:nvSpPr>
          <p:spPr>
            <a:xfrm>
              <a:off x="21809770" y="1790700"/>
              <a:ext cx="15522" cy="133350"/>
            </a:xfrm>
            <a:prstGeom prst="rect">
              <a:avLst/>
            </a:prstGeom>
            <a:solidFill>
              <a:srgbClr val="DCE8ED"/>
            </a:solidFill>
            <a:ln w="0">
              <a:noFill/>
              <a:prstDash val="solid"/>
            </a:ln>
          </p:spPr>
        </p:sp>
        <p:sp>
          <p:nvSpPr>
            <p:cNvPr id="3951" name="dense-strip-2-cell-36">
              <a:extLst>
                <a:ext uri="{FF2B5EF4-FFF2-40B4-BE49-F238E27FC236}">
                  <a16:creationId xmlns:a16="http://schemas.microsoft.com/office/drawing/2014/main" id="{E9335628-5C9D-4571-A4AA-13F0EB67F723}"/>
                </a:ext>
              </a:extLst>
            </p:cNvPr>
            <p:cNvSpPr>
              <a:spLocks noGrp="1"/>
            </p:cNvSpPr>
            <p:nvPr/>
          </p:nvSpPr>
          <p:spPr>
            <a:xfrm>
              <a:off x="21794391" y="1790700"/>
              <a:ext cx="15522" cy="133350"/>
            </a:xfrm>
            <a:prstGeom prst="rect">
              <a:avLst/>
            </a:prstGeom>
            <a:solidFill>
              <a:srgbClr val="DCE8ED"/>
            </a:solidFill>
            <a:ln w="0">
              <a:noFill/>
              <a:prstDash val="solid"/>
            </a:ln>
          </p:spPr>
        </p:sp>
        <p:sp>
          <p:nvSpPr>
            <p:cNvPr id="3952" name="dense-strip-2-cell-35">
              <a:extLst>
                <a:ext uri="{FF2B5EF4-FFF2-40B4-BE49-F238E27FC236}">
                  <a16:creationId xmlns:a16="http://schemas.microsoft.com/office/drawing/2014/main" id="{9F529F6B-E3E2-4984-A4C2-59E8A6CF6CF1}"/>
                </a:ext>
              </a:extLst>
            </p:cNvPr>
            <p:cNvSpPr>
              <a:spLocks noGrp="1"/>
            </p:cNvSpPr>
            <p:nvPr/>
          </p:nvSpPr>
          <p:spPr>
            <a:xfrm>
              <a:off x="21779012" y="1790700"/>
              <a:ext cx="15522" cy="133350"/>
            </a:xfrm>
            <a:prstGeom prst="rect">
              <a:avLst/>
            </a:prstGeom>
            <a:solidFill>
              <a:srgbClr val="DCE8ED"/>
            </a:solidFill>
            <a:ln w="0">
              <a:noFill/>
              <a:prstDash val="solid"/>
            </a:ln>
          </p:spPr>
        </p:sp>
        <p:sp>
          <p:nvSpPr>
            <p:cNvPr id="3953" name="dense-strip-2-cell-34">
              <a:extLst>
                <a:ext uri="{FF2B5EF4-FFF2-40B4-BE49-F238E27FC236}">
                  <a16:creationId xmlns:a16="http://schemas.microsoft.com/office/drawing/2014/main" id="{A0BFD2B1-1B41-4DEE-B612-85C9BBA79176}"/>
                </a:ext>
              </a:extLst>
            </p:cNvPr>
            <p:cNvSpPr>
              <a:spLocks noGrp="1"/>
            </p:cNvSpPr>
            <p:nvPr/>
          </p:nvSpPr>
          <p:spPr>
            <a:xfrm>
              <a:off x="21763633" y="1790700"/>
              <a:ext cx="15522" cy="133350"/>
            </a:xfrm>
            <a:prstGeom prst="rect">
              <a:avLst/>
            </a:prstGeom>
            <a:solidFill>
              <a:srgbClr val="DCE8ED"/>
            </a:solidFill>
            <a:ln w="0">
              <a:noFill/>
              <a:prstDash val="solid"/>
            </a:ln>
          </p:spPr>
        </p:sp>
        <p:sp>
          <p:nvSpPr>
            <p:cNvPr id="3954" name="dense-strip-2-cell-33">
              <a:extLst>
                <a:ext uri="{FF2B5EF4-FFF2-40B4-BE49-F238E27FC236}">
                  <a16:creationId xmlns:a16="http://schemas.microsoft.com/office/drawing/2014/main" id="{4FB8861F-D1DA-43FB-92D9-0339E308F259}"/>
                </a:ext>
              </a:extLst>
            </p:cNvPr>
            <p:cNvSpPr>
              <a:spLocks noGrp="1"/>
            </p:cNvSpPr>
            <p:nvPr/>
          </p:nvSpPr>
          <p:spPr>
            <a:xfrm>
              <a:off x="21748254" y="1790700"/>
              <a:ext cx="15522" cy="133350"/>
            </a:xfrm>
            <a:prstGeom prst="rect">
              <a:avLst/>
            </a:prstGeom>
            <a:solidFill>
              <a:srgbClr val="DCE8ED"/>
            </a:solidFill>
            <a:ln w="0">
              <a:noFill/>
              <a:prstDash val="solid"/>
            </a:ln>
          </p:spPr>
        </p:sp>
        <p:sp>
          <p:nvSpPr>
            <p:cNvPr id="3955" name="dense-strip-2-cell-32">
              <a:extLst>
                <a:ext uri="{FF2B5EF4-FFF2-40B4-BE49-F238E27FC236}">
                  <a16:creationId xmlns:a16="http://schemas.microsoft.com/office/drawing/2014/main" id="{91181A76-D538-48B6-8A24-CF07DBF7CE0B}"/>
                </a:ext>
              </a:extLst>
            </p:cNvPr>
            <p:cNvSpPr>
              <a:spLocks noGrp="1"/>
            </p:cNvSpPr>
            <p:nvPr/>
          </p:nvSpPr>
          <p:spPr>
            <a:xfrm>
              <a:off x="21732875" y="1790700"/>
              <a:ext cx="15522" cy="133350"/>
            </a:xfrm>
            <a:prstGeom prst="rect">
              <a:avLst/>
            </a:prstGeom>
            <a:solidFill>
              <a:srgbClr val="DCE8ED"/>
            </a:solidFill>
            <a:ln w="0">
              <a:noFill/>
              <a:prstDash val="solid"/>
            </a:ln>
          </p:spPr>
        </p:sp>
        <p:sp>
          <p:nvSpPr>
            <p:cNvPr id="3956" name="dense-strip-2-cell-31">
              <a:extLst>
                <a:ext uri="{FF2B5EF4-FFF2-40B4-BE49-F238E27FC236}">
                  <a16:creationId xmlns:a16="http://schemas.microsoft.com/office/drawing/2014/main" id="{A558810D-E66E-4AC5-9F32-7A2C0A734E35}"/>
                </a:ext>
              </a:extLst>
            </p:cNvPr>
            <p:cNvSpPr>
              <a:spLocks noGrp="1"/>
            </p:cNvSpPr>
            <p:nvPr/>
          </p:nvSpPr>
          <p:spPr>
            <a:xfrm>
              <a:off x="21717496" y="1790700"/>
              <a:ext cx="15522" cy="133350"/>
            </a:xfrm>
            <a:prstGeom prst="rect">
              <a:avLst/>
            </a:prstGeom>
            <a:solidFill>
              <a:srgbClr val="DBE8ED"/>
            </a:solidFill>
            <a:ln w="0">
              <a:noFill/>
              <a:prstDash val="solid"/>
            </a:ln>
          </p:spPr>
        </p:sp>
        <p:sp>
          <p:nvSpPr>
            <p:cNvPr id="3957" name="dense-strip-2-cell-30">
              <a:extLst>
                <a:ext uri="{FF2B5EF4-FFF2-40B4-BE49-F238E27FC236}">
                  <a16:creationId xmlns:a16="http://schemas.microsoft.com/office/drawing/2014/main" id="{72D15922-8644-4C8E-9FBB-FDA5A2AB55F3}"/>
                </a:ext>
              </a:extLst>
            </p:cNvPr>
            <p:cNvSpPr>
              <a:spLocks noGrp="1"/>
            </p:cNvSpPr>
            <p:nvPr/>
          </p:nvSpPr>
          <p:spPr>
            <a:xfrm>
              <a:off x="21702117" y="1790700"/>
              <a:ext cx="15522" cy="133350"/>
            </a:xfrm>
            <a:prstGeom prst="rect">
              <a:avLst/>
            </a:prstGeom>
            <a:solidFill>
              <a:srgbClr val="D8E6EC"/>
            </a:solidFill>
            <a:ln w="0">
              <a:noFill/>
              <a:prstDash val="solid"/>
            </a:ln>
          </p:spPr>
        </p:sp>
        <p:sp>
          <p:nvSpPr>
            <p:cNvPr id="3958" name="dense-strip-2-cell-29">
              <a:extLst>
                <a:ext uri="{FF2B5EF4-FFF2-40B4-BE49-F238E27FC236}">
                  <a16:creationId xmlns:a16="http://schemas.microsoft.com/office/drawing/2014/main" id="{28F4EC49-725D-4FE2-93BD-5A3A58B991A0}"/>
                </a:ext>
              </a:extLst>
            </p:cNvPr>
            <p:cNvSpPr>
              <a:spLocks noGrp="1"/>
            </p:cNvSpPr>
            <p:nvPr/>
          </p:nvSpPr>
          <p:spPr>
            <a:xfrm>
              <a:off x="21686738" y="1790700"/>
              <a:ext cx="15522" cy="133350"/>
            </a:xfrm>
            <a:prstGeom prst="rect">
              <a:avLst/>
            </a:prstGeom>
            <a:solidFill>
              <a:srgbClr val="CDE0E9"/>
            </a:solidFill>
            <a:ln w="0">
              <a:noFill/>
              <a:prstDash val="solid"/>
            </a:ln>
          </p:spPr>
        </p:sp>
        <p:sp>
          <p:nvSpPr>
            <p:cNvPr id="3959" name="dense-strip-2-cell-28">
              <a:extLst>
                <a:ext uri="{FF2B5EF4-FFF2-40B4-BE49-F238E27FC236}">
                  <a16:creationId xmlns:a16="http://schemas.microsoft.com/office/drawing/2014/main" id="{9CC4497F-7642-43C6-B09C-B27DB0B19511}"/>
                </a:ext>
              </a:extLst>
            </p:cNvPr>
            <p:cNvSpPr>
              <a:spLocks noGrp="1"/>
            </p:cNvSpPr>
            <p:nvPr/>
          </p:nvSpPr>
          <p:spPr>
            <a:xfrm>
              <a:off x="21671359" y="1790700"/>
              <a:ext cx="15522" cy="133350"/>
            </a:xfrm>
            <a:prstGeom prst="rect">
              <a:avLst/>
            </a:prstGeom>
            <a:solidFill>
              <a:srgbClr val="BAD6E4"/>
            </a:solidFill>
            <a:ln w="0">
              <a:noFill/>
              <a:prstDash val="solid"/>
            </a:ln>
          </p:spPr>
        </p:sp>
        <p:sp>
          <p:nvSpPr>
            <p:cNvPr id="3960" name="dense-strip-2-cell-27">
              <a:extLst>
                <a:ext uri="{FF2B5EF4-FFF2-40B4-BE49-F238E27FC236}">
                  <a16:creationId xmlns:a16="http://schemas.microsoft.com/office/drawing/2014/main" id="{4CD6655A-BB4C-4309-A4CB-317D7BE3B412}"/>
                </a:ext>
              </a:extLst>
            </p:cNvPr>
            <p:cNvSpPr>
              <a:spLocks noGrp="1"/>
            </p:cNvSpPr>
            <p:nvPr/>
          </p:nvSpPr>
          <p:spPr>
            <a:xfrm>
              <a:off x="21655980" y="1790700"/>
              <a:ext cx="15522" cy="133350"/>
            </a:xfrm>
            <a:prstGeom prst="rect">
              <a:avLst/>
            </a:prstGeom>
            <a:solidFill>
              <a:srgbClr val="9DC6DC"/>
            </a:solidFill>
            <a:ln w="0">
              <a:noFill/>
              <a:prstDash val="solid"/>
            </a:ln>
          </p:spPr>
        </p:sp>
        <p:sp>
          <p:nvSpPr>
            <p:cNvPr id="3961" name="dense-strip-2-cell-26">
              <a:extLst>
                <a:ext uri="{FF2B5EF4-FFF2-40B4-BE49-F238E27FC236}">
                  <a16:creationId xmlns:a16="http://schemas.microsoft.com/office/drawing/2014/main" id="{1EAA133D-BB96-49BB-950D-AA55FAE438EB}"/>
                </a:ext>
              </a:extLst>
            </p:cNvPr>
            <p:cNvSpPr>
              <a:spLocks noGrp="1"/>
            </p:cNvSpPr>
            <p:nvPr/>
          </p:nvSpPr>
          <p:spPr>
            <a:xfrm>
              <a:off x="21640602" y="1790700"/>
              <a:ext cx="15522" cy="133350"/>
            </a:xfrm>
            <a:prstGeom prst="rect">
              <a:avLst/>
            </a:prstGeom>
            <a:solidFill>
              <a:srgbClr val="73B0D1"/>
            </a:solidFill>
            <a:ln w="0">
              <a:noFill/>
              <a:prstDash val="solid"/>
            </a:ln>
          </p:spPr>
        </p:sp>
        <p:sp>
          <p:nvSpPr>
            <p:cNvPr id="3962" name="dense-strip-2-cell-25">
              <a:extLst>
                <a:ext uri="{FF2B5EF4-FFF2-40B4-BE49-F238E27FC236}">
                  <a16:creationId xmlns:a16="http://schemas.microsoft.com/office/drawing/2014/main" id="{6355BDBA-79AC-451E-B98D-C3F5E1F76903}"/>
                </a:ext>
              </a:extLst>
            </p:cNvPr>
            <p:cNvSpPr>
              <a:spLocks noGrp="1"/>
            </p:cNvSpPr>
            <p:nvPr/>
          </p:nvSpPr>
          <p:spPr>
            <a:xfrm>
              <a:off x="21625223" y="1790700"/>
              <a:ext cx="15522" cy="133350"/>
            </a:xfrm>
            <a:prstGeom prst="rect">
              <a:avLst/>
            </a:prstGeom>
            <a:solidFill>
              <a:srgbClr val="4D9BC7"/>
            </a:solidFill>
            <a:ln w="0">
              <a:noFill/>
              <a:prstDash val="solid"/>
            </a:ln>
          </p:spPr>
        </p:sp>
        <p:sp>
          <p:nvSpPr>
            <p:cNvPr id="3963" name="dense-strip-2-cell-24">
              <a:extLst>
                <a:ext uri="{FF2B5EF4-FFF2-40B4-BE49-F238E27FC236}">
                  <a16:creationId xmlns:a16="http://schemas.microsoft.com/office/drawing/2014/main" id="{6F6D37E9-09D1-4A34-80CE-0F3D0EF4364C}"/>
                </a:ext>
              </a:extLst>
            </p:cNvPr>
            <p:cNvSpPr>
              <a:spLocks noGrp="1"/>
            </p:cNvSpPr>
            <p:nvPr/>
          </p:nvSpPr>
          <p:spPr>
            <a:xfrm>
              <a:off x="21609844" y="1790700"/>
              <a:ext cx="15522" cy="133350"/>
            </a:xfrm>
            <a:prstGeom prst="rect">
              <a:avLst/>
            </a:prstGeom>
            <a:solidFill>
              <a:srgbClr val="2C89BE"/>
            </a:solidFill>
            <a:ln w="0">
              <a:noFill/>
              <a:prstDash val="solid"/>
            </a:ln>
          </p:spPr>
        </p:sp>
        <p:sp>
          <p:nvSpPr>
            <p:cNvPr id="3964" name="dense-strip-2-cell-23">
              <a:extLst>
                <a:ext uri="{FF2B5EF4-FFF2-40B4-BE49-F238E27FC236}">
                  <a16:creationId xmlns:a16="http://schemas.microsoft.com/office/drawing/2014/main" id="{26600009-EC43-4D60-A635-BDC160F12FB3}"/>
                </a:ext>
              </a:extLst>
            </p:cNvPr>
            <p:cNvSpPr>
              <a:spLocks noGrp="1"/>
            </p:cNvSpPr>
            <p:nvPr/>
          </p:nvSpPr>
          <p:spPr>
            <a:xfrm>
              <a:off x="21594465" y="1790700"/>
              <a:ext cx="15522" cy="133350"/>
            </a:xfrm>
            <a:prstGeom prst="rect">
              <a:avLst/>
            </a:prstGeom>
            <a:solidFill>
              <a:srgbClr val="137CB7"/>
            </a:solidFill>
            <a:ln w="0">
              <a:noFill/>
              <a:prstDash val="solid"/>
            </a:ln>
          </p:spPr>
        </p:sp>
        <p:sp>
          <p:nvSpPr>
            <p:cNvPr id="3965" name="dense-strip-2-cell-22">
              <a:extLst>
                <a:ext uri="{FF2B5EF4-FFF2-40B4-BE49-F238E27FC236}">
                  <a16:creationId xmlns:a16="http://schemas.microsoft.com/office/drawing/2014/main" id="{DAC87741-1E4B-47C4-B120-92DD9B19C145}"/>
                </a:ext>
              </a:extLst>
            </p:cNvPr>
            <p:cNvSpPr>
              <a:spLocks noGrp="1"/>
            </p:cNvSpPr>
            <p:nvPr/>
          </p:nvSpPr>
          <p:spPr>
            <a:xfrm>
              <a:off x="21579086" y="1790700"/>
              <a:ext cx="15522" cy="133350"/>
            </a:xfrm>
            <a:prstGeom prst="rect">
              <a:avLst/>
            </a:prstGeom>
            <a:solidFill>
              <a:srgbClr val="0574B3"/>
            </a:solidFill>
            <a:ln w="0">
              <a:noFill/>
              <a:prstDash val="solid"/>
            </a:ln>
          </p:spPr>
        </p:sp>
        <p:sp>
          <p:nvSpPr>
            <p:cNvPr id="3966" name="dense-strip-2-cell-21">
              <a:extLst>
                <a:ext uri="{FF2B5EF4-FFF2-40B4-BE49-F238E27FC236}">
                  <a16:creationId xmlns:a16="http://schemas.microsoft.com/office/drawing/2014/main" id="{C3D7849F-2194-4DD9-9AA5-BED96A4FC29A}"/>
                </a:ext>
              </a:extLst>
            </p:cNvPr>
            <p:cNvSpPr>
              <a:spLocks noGrp="1"/>
            </p:cNvSpPr>
            <p:nvPr/>
          </p:nvSpPr>
          <p:spPr>
            <a:xfrm>
              <a:off x="21563707" y="1790700"/>
              <a:ext cx="15522" cy="133350"/>
            </a:xfrm>
            <a:prstGeom prst="rect">
              <a:avLst/>
            </a:prstGeom>
            <a:solidFill>
              <a:srgbClr val="0072B2"/>
            </a:solidFill>
            <a:ln w="0">
              <a:noFill/>
              <a:prstDash val="solid"/>
            </a:ln>
          </p:spPr>
        </p:sp>
        <p:sp>
          <p:nvSpPr>
            <p:cNvPr id="3967" name="dense-strip-2-cell-20">
              <a:extLst>
                <a:ext uri="{FF2B5EF4-FFF2-40B4-BE49-F238E27FC236}">
                  <a16:creationId xmlns:a16="http://schemas.microsoft.com/office/drawing/2014/main" id="{8EE11E94-ECE7-41EC-8853-E43C4148F765}"/>
                </a:ext>
              </a:extLst>
            </p:cNvPr>
            <p:cNvSpPr>
              <a:spLocks noGrp="1"/>
            </p:cNvSpPr>
            <p:nvPr/>
          </p:nvSpPr>
          <p:spPr>
            <a:xfrm>
              <a:off x="21548328" y="1790700"/>
              <a:ext cx="15522" cy="133350"/>
            </a:xfrm>
            <a:prstGeom prst="rect">
              <a:avLst/>
            </a:prstGeom>
            <a:solidFill>
              <a:srgbClr val="0072B2"/>
            </a:solidFill>
            <a:ln w="0">
              <a:noFill/>
              <a:prstDash val="solid"/>
            </a:ln>
          </p:spPr>
        </p:sp>
        <p:sp>
          <p:nvSpPr>
            <p:cNvPr id="3968" name="dense-strip-2-cell-19">
              <a:extLst>
                <a:ext uri="{FF2B5EF4-FFF2-40B4-BE49-F238E27FC236}">
                  <a16:creationId xmlns:a16="http://schemas.microsoft.com/office/drawing/2014/main" id="{2E3CC5B8-2309-49B1-9B32-147F3A3F33D4}"/>
                </a:ext>
              </a:extLst>
            </p:cNvPr>
            <p:cNvSpPr>
              <a:spLocks noGrp="1"/>
            </p:cNvSpPr>
            <p:nvPr/>
          </p:nvSpPr>
          <p:spPr>
            <a:xfrm>
              <a:off x="21532949" y="1790700"/>
              <a:ext cx="15522" cy="133350"/>
            </a:xfrm>
            <a:prstGeom prst="rect">
              <a:avLst/>
            </a:prstGeom>
            <a:solidFill>
              <a:srgbClr val="0072B2"/>
            </a:solidFill>
            <a:ln w="0">
              <a:noFill/>
              <a:prstDash val="solid"/>
            </a:ln>
          </p:spPr>
        </p:sp>
        <p:sp>
          <p:nvSpPr>
            <p:cNvPr id="3969" name="dense-strip-2-cell-18">
              <a:extLst>
                <a:ext uri="{FF2B5EF4-FFF2-40B4-BE49-F238E27FC236}">
                  <a16:creationId xmlns:a16="http://schemas.microsoft.com/office/drawing/2014/main" id="{C941FC12-CC59-42F8-801A-19046FB06A7F}"/>
                </a:ext>
              </a:extLst>
            </p:cNvPr>
            <p:cNvSpPr>
              <a:spLocks noGrp="1"/>
            </p:cNvSpPr>
            <p:nvPr/>
          </p:nvSpPr>
          <p:spPr>
            <a:xfrm>
              <a:off x="21517570" y="1790700"/>
              <a:ext cx="15522" cy="133350"/>
            </a:xfrm>
            <a:prstGeom prst="rect">
              <a:avLst/>
            </a:prstGeom>
            <a:solidFill>
              <a:srgbClr val="0072B2"/>
            </a:solidFill>
            <a:ln w="0">
              <a:noFill/>
              <a:prstDash val="solid"/>
            </a:ln>
          </p:spPr>
        </p:sp>
        <p:sp>
          <p:nvSpPr>
            <p:cNvPr id="3970" name="dense-strip-2-cell-17">
              <a:extLst>
                <a:ext uri="{FF2B5EF4-FFF2-40B4-BE49-F238E27FC236}">
                  <a16:creationId xmlns:a16="http://schemas.microsoft.com/office/drawing/2014/main" id="{55CF01BD-C3CE-4C52-B968-73A0341EF903}"/>
                </a:ext>
              </a:extLst>
            </p:cNvPr>
            <p:cNvSpPr>
              <a:spLocks noGrp="1"/>
            </p:cNvSpPr>
            <p:nvPr/>
          </p:nvSpPr>
          <p:spPr>
            <a:xfrm>
              <a:off x="21502191" y="1790700"/>
              <a:ext cx="15522" cy="133350"/>
            </a:xfrm>
            <a:prstGeom prst="rect">
              <a:avLst/>
            </a:prstGeom>
            <a:solidFill>
              <a:srgbClr val="0072B2"/>
            </a:solidFill>
            <a:ln w="0">
              <a:noFill/>
              <a:prstDash val="solid"/>
            </a:ln>
          </p:spPr>
        </p:sp>
        <p:sp>
          <p:nvSpPr>
            <p:cNvPr id="3971" name="dense-strip-2-cell-16">
              <a:extLst>
                <a:ext uri="{FF2B5EF4-FFF2-40B4-BE49-F238E27FC236}">
                  <a16:creationId xmlns:a16="http://schemas.microsoft.com/office/drawing/2014/main" id="{645822CD-9A37-468E-9CCD-93A5432C2678}"/>
                </a:ext>
              </a:extLst>
            </p:cNvPr>
            <p:cNvSpPr>
              <a:spLocks noGrp="1"/>
            </p:cNvSpPr>
            <p:nvPr/>
          </p:nvSpPr>
          <p:spPr>
            <a:xfrm>
              <a:off x="21486813" y="1790700"/>
              <a:ext cx="15522" cy="133350"/>
            </a:xfrm>
            <a:prstGeom prst="rect">
              <a:avLst/>
            </a:prstGeom>
            <a:solidFill>
              <a:srgbClr val="0072B2"/>
            </a:solidFill>
            <a:ln w="0">
              <a:noFill/>
              <a:prstDash val="solid"/>
            </a:ln>
          </p:spPr>
        </p:sp>
        <p:sp>
          <p:nvSpPr>
            <p:cNvPr id="3972" name="dense-strip-2-cell-15">
              <a:extLst>
                <a:ext uri="{FF2B5EF4-FFF2-40B4-BE49-F238E27FC236}">
                  <a16:creationId xmlns:a16="http://schemas.microsoft.com/office/drawing/2014/main" id="{421D1FE5-D3FD-474A-AF6F-60821A7B0242}"/>
                </a:ext>
              </a:extLst>
            </p:cNvPr>
            <p:cNvSpPr>
              <a:spLocks noGrp="1"/>
            </p:cNvSpPr>
            <p:nvPr/>
          </p:nvSpPr>
          <p:spPr>
            <a:xfrm>
              <a:off x="21471434" y="1790700"/>
              <a:ext cx="15522" cy="133350"/>
            </a:xfrm>
            <a:prstGeom prst="rect">
              <a:avLst/>
            </a:prstGeom>
            <a:solidFill>
              <a:srgbClr val="0072B2"/>
            </a:solidFill>
            <a:ln w="0">
              <a:noFill/>
              <a:prstDash val="solid"/>
            </a:ln>
          </p:spPr>
        </p:sp>
        <p:sp>
          <p:nvSpPr>
            <p:cNvPr id="3973" name="dense-strip-2-cell-14">
              <a:extLst>
                <a:ext uri="{FF2B5EF4-FFF2-40B4-BE49-F238E27FC236}">
                  <a16:creationId xmlns:a16="http://schemas.microsoft.com/office/drawing/2014/main" id="{33E733DB-B0E3-41DB-AB72-A364D90BD7BC}"/>
                </a:ext>
              </a:extLst>
            </p:cNvPr>
            <p:cNvSpPr>
              <a:spLocks noGrp="1"/>
            </p:cNvSpPr>
            <p:nvPr/>
          </p:nvSpPr>
          <p:spPr>
            <a:xfrm>
              <a:off x="21456055" y="1790700"/>
              <a:ext cx="15522" cy="133350"/>
            </a:xfrm>
            <a:prstGeom prst="rect">
              <a:avLst/>
            </a:prstGeom>
            <a:solidFill>
              <a:srgbClr val="0072B2"/>
            </a:solidFill>
            <a:ln w="0">
              <a:noFill/>
              <a:prstDash val="solid"/>
            </a:ln>
          </p:spPr>
        </p:sp>
        <p:sp>
          <p:nvSpPr>
            <p:cNvPr id="3974" name="dense-strip-2-cell-13">
              <a:extLst>
                <a:ext uri="{FF2B5EF4-FFF2-40B4-BE49-F238E27FC236}">
                  <a16:creationId xmlns:a16="http://schemas.microsoft.com/office/drawing/2014/main" id="{8E9EBFBD-78B9-45F0-BF48-CFD4861E8194}"/>
                </a:ext>
              </a:extLst>
            </p:cNvPr>
            <p:cNvSpPr>
              <a:spLocks noGrp="1"/>
            </p:cNvSpPr>
            <p:nvPr/>
          </p:nvSpPr>
          <p:spPr>
            <a:xfrm>
              <a:off x="21440676" y="1790700"/>
              <a:ext cx="15522" cy="133350"/>
            </a:xfrm>
            <a:prstGeom prst="rect">
              <a:avLst/>
            </a:prstGeom>
            <a:solidFill>
              <a:srgbClr val="0072B2"/>
            </a:solidFill>
            <a:ln w="0">
              <a:noFill/>
              <a:prstDash val="solid"/>
            </a:ln>
          </p:spPr>
        </p:sp>
        <p:sp>
          <p:nvSpPr>
            <p:cNvPr id="3975" name="dense-strip-2-cell-12">
              <a:extLst>
                <a:ext uri="{FF2B5EF4-FFF2-40B4-BE49-F238E27FC236}">
                  <a16:creationId xmlns:a16="http://schemas.microsoft.com/office/drawing/2014/main" id="{2E7602FF-36A7-4E98-B496-7315DF92F71F}"/>
                </a:ext>
              </a:extLst>
            </p:cNvPr>
            <p:cNvSpPr>
              <a:spLocks noGrp="1"/>
            </p:cNvSpPr>
            <p:nvPr/>
          </p:nvSpPr>
          <p:spPr>
            <a:xfrm>
              <a:off x="21425297" y="1790700"/>
              <a:ext cx="15522" cy="133350"/>
            </a:xfrm>
            <a:prstGeom prst="rect">
              <a:avLst/>
            </a:prstGeom>
            <a:solidFill>
              <a:srgbClr val="0072B2"/>
            </a:solidFill>
            <a:ln w="0">
              <a:noFill/>
              <a:prstDash val="solid"/>
            </a:ln>
          </p:spPr>
        </p:sp>
        <p:sp>
          <p:nvSpPr>
            <p:cNvPr id="3976" name="dense-strip-2-cell-11">
              <a:extLst>
                <a:ext uri="{FF2B5EF4-FFF2-40B4-BE49-F238E27FC236}">
                  <a16:creationId xmlns:a16="http://schemas.microsoft.com/office/drawing/2014/main" id="{6D5BA77D-0DB1-4D0F-87AE-DD7A288F9892}"/>
                </a:ext>
              </a:extLst>
            </p:cNvPr>
            <p:cNvSpPr>
              <a:spLocks noGrp="1"/>
            </p:cNvSpPr>
            <p:nvPr/>
          </p:nvSpPr>
          <p:spPr>
            <a:xfrm>
              <a:off x="21409918" y="1790700"/>
              <a:ext cx="15522" cy="133350"/>
            </a:xfrm>
            <a:prstGeom prst="rect">
              <a:avLst/>
            </a:prstGeom>
            <a:solidFill>
              <a:srgbClr val="0072B2"/>
            </a:solidFill>
            <a:ln w="0">
              <a:noFill/>
              <a:prstDash val="solid"/>
            </a:ln>
          </p:spPr>
        </p:sp>
        <p:sp>
          <p:nvSpPr>
            <p:cNvPr id="3977" name="dense-strip-2-cell-10">
              <a:extLst>
                <a:ext uri="{FF2B5EF4-FFF2-40B4-BE49-F238E27FC236}">
                  <a16:creationId xmlns:a16="http://schemas.microsoft.com/office/drawing/2014/main" id="{F667BFD2-513C-4ADB-8D36-A685E496E365}"/>
                </a:ext>
              </a:extLst>
            </p:cNvPr>
            <p:cNvSpPr>
              <a:spLocks noGrp="1"/>
            </p:cNvSpPr>
            <p:nvPr/>
          </p:nvSpPr>
          <p:spPr>
            <a:xfrm>
              <a:off x="21394539" y="1790700"/>
              <a:ext cx="15522" cy="133350"/>
            </a:xfrm>
            <a:prstGeom prst="rect">
              <a:avLst/>
            </a:prstGeom>
            <a:solidFill>
              <a:srgbClr val="0072B2"/>
            </a:solidFill>
            <a:ln w="0">
              <a:noFill/>
              <a:prstDash val="solid"/>
            </a:ln>
          </p:spPr>
        </p:sp>
        <p:sp>
          <p:nvSpPr>
            <p:cNvPr id="3978" name="dense-strip-2-cell-9">
              <a:extLst>
                <a:ext uri="{FF2B5EF4-FFF2-40B4-BE49-F238E27FC236}">
                  <a16:creationId xmlns:a16="http://schemas.microsoft.com/office/drawing/2014/main" id="{E6BCFBB9-9797-4E16-BBB9-71A915BBFE5A}"/>
                </a:ext>
              </a:extLst>
            </p:cNvPr>
            <p:cNvSpPr>
              <a:spLocks noGrp="1"/>
            </p:cNvSpPr>
            <p:nvPr/>
          </p:nvSpPr>
          <p:spPr>
            <a:xfrm>
              <a:off x="21379160" y="1790700"/>
              <a:ext cx="15522" cy="133350"/>
            </a:xfrm>
            <a:prstGeom prst="rect">
              <a:avLst/>
            </a:prstGeom>
            <a:solidFill>
              <a:srgbClr val="0072B2"/>
            </a:solidFill>
            <a:ln w="0">
              <a:noFill/>
              <a:prstDash val="solid"/>
            </a:ln>
          </p:spPr>
        </p:sp>
        <p:sp>
          <p:nvSpPr>
            <p:cNvPr id="3979" name="dense-strip-2-cell-8">
              <a:extLst>
                <a:ext uri="{FF2B5EF4-FFF2-40B4-BE49-F238E27FC236}">
                  <a16:creationId xmlns:a16="http://schemas.microsoft.com/office/drawing/2014/main" id="{9CDA034F-9759-4D0D-976F-50047EC3D069}"/>
                </a:ext>
              </a:extLst>
            </p:cNvPr>
            <p:cNvSpPr>
              <a:spLocks noGrp="1"/>
            </p:cNvSpPr>
            <p:nvPr/>
          </p:nvSpPr>
          <p:spPr>
            <a:xfrm>
              <a:off x="21363781" y="1790700"/>
              <a:ext cx="15522" cy="133350"/>
            </a:xfrm>
            <a:prstGeom prst="rect">
              <a:avLst/>
            </a:prstGeom>
            <a:solidFill>
              <a:srgbClr val="0574B3"/>
            </a:solidFill>
            <a:ln w="0">
              <a:noFill/>
              <a:prstDash val="solid"/>
            </a:ln>
          </p:spPr>
        </p:sp>
        <p:sp>
          <p:nvSpPr>
            <p:cNvPr id="3980" name="dense-strip-2-cell-7">
              <a:extLst>
                <a:ext uri="{FF2B5EF4-FFF2-40B4-BE49-F238E27FC236}">
                  <a16:creationId xmlns:a16="http://schemas.microsoft.com/office/drawing/2014/main" id="{6F9E2FE9-64ED-4ABD-925A-BD8D50BE697D}"/>
                </a:ext>
              </a:extLst>
            </p:cNvPr>
            <p:cNvSpPr>
              <a:spLocks noGrp="1"/>
            </p:cNvSpPr>
            <p:nvPr/>
          </p:nvSpPr>
          <p:spPr>
            <a:xfrm>
              <a:off x="21348402" y="1790700"/>
              <a:ext cx="15522" cy="133350"/>
            </a:xfrm>
            <a:prstGeom prst="rect">
              <a:avLst/>
            </a:prstGeom>
            <a:solidFill>
              <a:srgbClr val="1D82BA"/>
            </a:solidFill>
            <a:ln w="0">
              <a:noFill/>
              <a:prstDash val="solid"/>
            </a:ln>
          </p:spPr>
        </p:sp>
        <p:sp>
          <p:nvSpPr>
            <p:cNvPr id="3981" name="dense-strip-2-cell-6">
              <a:extLst>
                <a:ext uri="{FF2B5EF4-FFF2-40B4-BE49-F238E27FC236}">
                  <a16:creationId xmlns:a16="http://schemas.microsoft.com/office/drawing/2014/main" id="{1B8B22CA-9F85-4744-9098-59CB8FDD1013}"/>
                </a:ext>
              </a:extLst>
            </p:cNvPr>
            <p:cNvSpPr>
              <a:spLocks noGrp="1"/>
            </p:cNvSpPr>
            <p:nvPr/>
          </p:nvSpPr>
          <p:spPr>
            <a:xfrm>
              <a:off x="21333023" y="1790700"/>
              <a:ext cx="15522" cy="133350"/>
            </a:xfrm>
            <a:prstGeom prst="rect">
              <a:avLst/>
            </a:prstGeom>
            <a:solidFill>
              <a:srgbClr val="4698C5"/>
            </a:solidFill>
            <a:ln w="0">
              <a:noFill/>
              <a:prstDash val="solid"/>
            </a:ln>
          </p:spPr>
        </p:sp>
        <p:sp>
          <p:nvSpPr>
            <p:cNvPr id="3982" name="dense-strip-2-cell-5">
              <a:extLst>
                <a:ext uri="{FF2B5EF4-FFF2-40B4-BE49-F238E27FC236}">
                  <a16:creationId xmlns:a16="http://schemas.microsoft.com/office/drawing/2014/main" id="{6ADF3CF1-26E2-4C30-836B-2DFA6525974C}"/>
                </a:ext>
              </a:extLst>
            </p:cNvPr>
            <p:cNvSpPr>
              <a:spLocks noGrp="1"/>
            </p:cNvSpPr>
            <p:nvPr/>
          </p:nvSpPr>
          <p:spPr>
            <a:xfrm>
              <a:off x="21317645" y="1790700"/>
              <a:ext cx="15522" cy="133350"/>
            </a:xfrm>
            <a:prstGeom prst="rect">
              <a:avLst/>
            </a:prstGeom>
            <a:solidFill>
              <a:srgbClr val="71AFD0"/>
            </a:solidFill>
            <a:ln w="0">
              <a:noFill/>
              <a:prstDash val="solid"/>
            </a:ln>
          </p:spPr>
        </p:sp>
        <p:sp>
          <p:nvSpPr>
            <p:cNvPr id="3983" name="dense-strip-2-cell-4">
              <a:extLst>
                <a:ext uri="{FF2B5EF4-FFF2-40B4-BE49-F238E27FC236}">
                  <a16:creationId xmlns:a16="http://schemas.microsoft.com/office/drawing/2014/main" id="{A8407AC6-CE0B-472B-BEAD-3E32063B0813}"/>
                </a:ext>
              </a:extLst>
            </p:cNvPr>
            <p:cNvSpPr>
              <a:spLocks noGrp="1"/>
            </p:cNvSpPr>
            <p:nvPr/>
          </p:nvSpPr>
          <p:spPr>
            <a:xfrm>
              <a:off x="21302266" y="1790700"/>
              <a:ext cx="15522" cy="133350"/>
            </a:xfrm>
            <a:prstGeom prst="rect">
              <a:avLst/>
            </a:prstGeom>
            <a:solidFill>
              <a:srgbClr val="9EC7DC"/>
            </a:solidFill>
            <a:ln w="0">
              <a:noFill/>
              <a:prstDash val="solid"/>
            </a:ln>
          </p:spPr>
        </p:sp>
        <p:sp>
          <p:nvSpPr>
            <p:cNvPr id="3984" name="dense-strip-2-cell-3">
              <a:extLst>
                <a:ext uri="{FF2B5EF4-FFF2-40B4-BE49-F238E27FC236}">
                  <a16:creationId xmlns:a16="http://schemas.microsoft.com/office/drawing/2014/main" id="{3A83912E-E7A8-43B9-9817-805340BAAA0C}"/>
                </a:ext>
              </a:extLst>
            </p:cNvPr>
            <p:cNvSpPr>
              <a:spLocks noGrp="1"/>
            </p:cNvSpPr>
            <p:nvPr/>
          </p:nvSpPr>
          <p:spPr>
            <a:xfrm>
              <a:off x="21286887" y="1790700"/>
              <a:ext cx="15522" cy="133350"/>
            </a:xfrm>
            <a:prstGeom prst="rect">
              <a:avLst/>
            </a:prstGeom>
            <a:solidFill>
              <a:srgbClr val="C8DDE8"/>
            </a:solidFill>
            <a:ln w="0">
              <a:noFill/>
              <a:prstDash val="solid"/>
            </a:ln>
          </p:spPr>
        </p:sp>
        <p:sp>
          <p:nvSpPr>
            <p:cNvPr id="3985" name="dense-strip-2-cell-2">
              <a:extLst>
                <a:ext uri="{FF2B5EF4-FFF2-40B4-BE49-F238E27FC236}">
                  <a16:creationId xmlns:a16="http://schemas.microsoft.com/office/drawing/2014/main" id="{81ED1CBA-5E5A-4783-ACB8-5F6B0DDF4593}"/>
                </a:ext>
              </a:extLst>
            </p:cNvPr>
            <p:cNvSpPr>
              <a:spLocks noGrp="1"/>
            </p:cNvSpPr>
            <p:nvPr/>
          </p:nvSpPr>
          <p:spPr>
            <a:xfrm>
              <a:off x="21271508" y="1790700"/>
              <a:ext cx="15522" cy="133350"/>
            </a:xfrm>
            <a:prstGeom prst="rect">
              <a:avLst/>
            </a:prstGeom>
            <a:solidFill>
              <a:srgbClr val="DCE8ED"/>
            </a:solidFill>
            <a:ln w="0">
              <a:noFill/>
              <a:prstDash val="solid"/>
            </a:ln>
          </p:spPr>
        </p:sp>
        <p:sp>
          <p:nvSpPr>
            <p:cNvPr id="3986" name="dense-strip-2-cell-1">
              <a:extLst>
                <a:ext uri="{FF2B5EF4-FFF2-40B4-BE49-F238E27FC236}">
                  <a16:creationId xmlns:a16="http://schemas.microsoft.com/office/drawing/2014/main" id="{503C9073-E235-45C3-8B81-1148721C7998}"/>
                </a:ext>
              </a:extLst>
            </p:cNvPr>
            <p:cNvSpPr>
              <a:spLocks noGrp="1"/>
            </p:cNvSpPr>
            <p:nvPr/>
          </p:nvSpPr>
          <p:spPr>
            <a:xfrm>
              <a:off x="21256129" y="1790700"/>
              <a:ext cx="15522" cy="133350"/>
            </a:xfrm>
            <a:prstGeom prst="rect">
              <a:avLst/>
            </a:prstGeom>
            <a:solidFill>
              <a:srgbClr val="DCE8ED"/>
            </a:solidFill>
            <a:ln w="0">
              <a:noFill/>
              <a:prstDash val="solid"/>
            </a:ln>
          </p:spPr>
        </p:sp>
        <p:sp>
          <p:nvSpPr>
            <p:cNvPr id="3987" name="dense-strip-2-cell-0">
              <a:extLst>
                <a:ext uri="{FF2B5EF4-FFF2-40B4-BE49-F238E27FC236}">
                  <a16:creationId xmlns:a16="http://schemas.microsoft.com/office/drawing/2014/main" id="{8C740E59-B26C-43F5-95A1-A7955191DF66}"/>
                </a:ext>
              </a:extLst>
            </p:cNvPr>
            <p:cNvSpPr>
              <a:spLocks noGrp="1"/>
            </p:cNvSpPr>
            <p:nvPr/>
          </p:nvSpPr>
          <p:spPr>
            <a:xfrm>
              <a:off x="21240750" y="1790700"/>
              <a:ext cx="15522" cy="133350"/>
            </a:xfrm>
            <a:prstGeom prst="rect">
              <a:avLst/>
            </a:prstGeom>
            <a:solidFill>
              <a:srgbClr val="DCE8ED"/>
            </a:solidFill>
            <a:ln w="0">
              <a:noFill/>
              <a:prstDash val="solid"/>
            </a:ln>
          </p:spPr>
        </p:sp>
        <p:sp>
          <p:nvSpPr>
            <p:cNvPr id="3988" name="dense-strip-1-border">
              <a:extLst>
                <a:ext uri="{FF2B5EF4-FFF2-40B4-BE49-F238E27FC236}">
                  <a16:creationId xmlns:a16="http://schemas.microsoft.com/office/drawing/2014/main" id="{18F55C67-DA9B-43F9-A6C0-225903BED2B4}"/>
                </a:ext>
              </a:extLst>
            </p:cNvPr>
            <p:cNvSpPr>
              <a:spLocks noGrp="1"/>
            </p:cNvSpPr>
            <p:nvPr/>
          </p:nvSpPr>
          <p:spPr>
            <a:xfrm>
              <a:off x="21240750" y="1581150"/>
              <a:ext cx="2952750" cy="133350"/>
            </a:xfrm>
            <a:prstGeom prst="rect">
              <a:avLst/>
            </a:prstGeom>
            <a:noFill/>
            <a:ln w="6191">
              <a:solidFill>
                <a:srgbClr val="6B7D89"/>
              </a:solidFill>
              <a:prstDash val="solid"/>
            </a:ln>
          </p:spPr>
        </p:sp>
        <p:sp>
          <p:nvSpPr>
            <p:cNvPr id="3989" name="dense-strip-1-cell-191">
              <a:extLst>
                <a:ext uri="{FF2B5EF4-FFF2-40B4-BE49-F238E27FC236}">
                  <a16:creationId xmlns:a16="http://schemas.microsoft.com/office/drawing/2014/main" id="{BF5FCFBF-39F8-47F6-B75E-57EC9BA22302}"/>
                </a:ext>
              </a:extLst>
            </p:cNvPr>
            <p:cNvSpPr>
              <a:spLocks noGrp="1"/>
            </p:cNvSpPr>
            <p:nvPr/>
          </p:nvSpPr>
          <p:spPr>
            <a:xfrm>
              <a:off x="24178121" y="1581150"/>
              <a:ext cx="15522" cy="133350"/>
            </a:xfrm>
            <a:prstGeom prst="rect">
              <a:avLst/>
            </a:prstGeom>
            <a:solidFill>
              <a:srgbClr val="DCE8ED"/>
            </a:solidFill>
            <a:ln w="0">
              <a:noFill/>
              <a:prstDash val="solid"/>
            </a:ln>
          </p:spPr>
        </p:sp>
        <p:sp>
          <p:nvSpPr>
            <p:cNvPr id="3990" name="dense-strip-1-cell-190">
              <a:extLst>
                <a:ext uri="{FF2B5EF4-FFF2-40B4-BE49-F238E27FC236}">
                  <a16:creationId xmlns:a16="http://schemas.microsoft.com/office/drawing/2014/main" id="{3B356700-5BED-4E9A-B387-194FA165EC1A}"/>
                </a:ext>
              </a:extLst>
            </p:cNvPr>
            <p:cNvSpPr>
              <a:spLocks noGrp="1"/>
            </p:cNvSpPr>
            <p:nvPr/>
          </p:nvSpPr>
          <p:spPr>
            <a:xfrm>
              <a:off x="24162742" y="1581150"/>
              <a:ext cx="15522" cy="133350"/>
            </a:xfrm>
            <a:prstGeom prst="rect">
              <a:avLst/>
            </a:prstGeom>
            <a:solidFill>
              <a:srgbClr val="DCE8ED"/>
            </a:solidFill>
            <a:ln w="0">
              <a:noFill/>
              <a:prstDash val="solid"/>
            </a:ln>
          </p:spPr>
        </p:sp>
        <p:sp>
          <p:nvSpPr>
            <p:cNvPr id="3991" name="dense-strip-1-cell-189">
              <a:extLst>
                <a:ext uri="{FF2B5EF4-FFF2-40B4-BE49-F238E27FC236}">
                  <a16:creationId xmlns:a16="http://schemas.microsoft.com/office/drawing/2014/main" id="{E0101BCF-2FFB-4AEF-AAF8-681789C1BB63}"/>
                </a:ext>
              </a:extLst>
            </p:cNvPr>
            <p:cNvSpPr>
              <a:spLocks noGrp="1"/>
            </p:cNvSpPr>
            <p:nvPr/>
          </p:nvSpPr>
          <p:spPr>
            <a:xfrm>
              <a:off x="24147363" y="1581150"/>
              <a:ext cx="15522" cy="133350"/>
            </a:xfrm>
            <a:prstGeom prst="rect">
              <a:avLst/>
            </a:prstGeom>
            <a:solidFill>
              <a:srgbClr val="DCE8ED"/>
            </a:solidFill>
            <a:ln w="0">
              <a:noFill/>
              <a:prstDash val="solid"/>
            </a:ln>
          </p:spPr>
        </p:sp>
        <p:sp>
          <p:nvSpPr>
            <p:cNvPr id="3992" name="dense-strip-1-cell-188">
              <a:extLst>
                <a:ext uri="{FF2B5EF4-FFF2-40B4-BE49-F238E27FC236}">
                  <a16:creationId xmlns:a16="http://schemas.microsoft.com/office/drawing/2014/main" id="{225DED2D-C398-462E-A9EC-436D3918AB22}"/>
                </a:ext>
              </a:extLst>
            </p:cNvPr>
            <p:cNvSpPr>
              <a:spLocks noGrp="1"/>
            </p:cNvSpPr>
            <p:nvPr/>
          </p:nvSpPr>
          <p:spPr>
            <a:xfrm>
              <a:off x="24131984" y="1581150"/>
              <a:ext cx="15522" cy="133350"/>
            </a:xfrm>
            <a:prstGeom prst="rect">
              <a:avLst/>
            </a:prstGeom>
            <a:solidFill>
              <a:srgbClr val="DCE8ED"/>
            </a:solidFill>
            <a:ln w="0">
              <a:noFill/>
              <a:prstDash val="solid"/>
            </a:ln>
          </p:spPr>
        </p:sp>
        <p:sp>
          <p:nvSpPr>
            <p:cNvPr id="3993" name="dense-strip-1-cell-187">
              <a:extLst>
                <a:ext uri="{FF2B5EF4-FFF2-40B4-BE49-F238E27FC236}">
                  <a16:creationId xmlns:a16="http://schemas.microsoft.com/office/drawing/2014/main" id="{40A4A700-3E41-4041-B166-BAEA254B16F1}"/>
                </a:ext>
              </a:extLst>
            </p:cNvPr>
            <p:cNvSpPr>
              <a:spLocks noGrp="1"/>
            </p:cNvSpPr>
            <p:nvPr/>
          </p:nvSpPr>
          <p:spPr>
            <a:xfrm>
              <a:off x="24116605" y="1581150"/>
              <a:ext cx="15522" cy="133350"/>
            </a:xfrm>
            <a:prstGeom prst="rect">
              <a:avLst/>
            </a:prstGeom>
            <a:solidFill>
              <a:srgbClr val="DCE8ED"/>
            </a:solidFill>
            <a:ln w="0">
              <a:noFill/>
              <a:prstDash val="solid"/>
            </a:ln>
          </p:spPr>
        </p:sp>
        <p:sp>
          <p:nvSpPr>
            <p:cNvPr id="3994" name="dense-strip-1-cell-186">
              <a:extLst>
                <a:ext uri="{FF2B5EF4-FFF2-40B4-BE49-F238E27FC236}">
                  <a16:creationId xmlns:a16="http://schemas.microsoft.com/office/drawing/2014/main" id="{34DAA1FF-9514-4504-9A5B-8162381DAFE7}"/>
                </a:ext>
              </a:extLst>
            </p:cNvPr>
            <p:cNvSpPr>
              <a:spLocks noGrp="1"/>
            </p:cNvSpPr>
            <p:nvPr/>
          </p:nvSpPr>
          <p:spPr>
            <a:xfrm>
              <a:off x="24101227" y="1581150"/>
              <a:ext cx="15522" cy="133350"/>
            </a:xfrm>
            <a:prstGeom prst="rect">
              <a:avLst/>
            </a:prstGeom>
            <a:solidFill>
              <a:srgbClr val="DBE3E5"/>
            </a:solidFill>
            <a:ln w="0">
              <a:noFill/>
              <a:prstDash val="solid"/>
            </a:ln>
          </p:spPr>
        </p:sp>
        <p:sp>
          <p:nvSpPr>
            <p:cNvPr id="3995" name="dense-strip-1-cell-185">
              <a:extLst>
                <a:ext uri="{FF2B5EF4-FFF2-40B4-BE49-F238E27FC236}">
                  <a16:creationId xmlns:a16="http://schemas.microsoft.com/office/drawing/2014/main" id="{52CB8375-3FD5-4996-B3A4-ABFE0A92A853}"/>
                </a:ext>
              </a:extLst>
            </p:cNvPr>
            <p:cNvSpPr>
              <a:spLocks noGrp="1"/>
            </p:cNvSpPr>
            <p:nvPr/>
          </p:nvSpPr>
          <p:spPr>
            <a:xfrm>
              <a:off x="24085848" y="1581150"/>
              <a:ext cx="15522" cy="133350"/>
            </a:xfrm>
            <a:prstGeom prst="rect">
              <a:avLst/>
            </a:prstGeom>
            <a:solidFill>
              <a:srgbClr val="D7C8D9"/>
            </a:solidFill>
            <a:ln w="0">
              <a:noFill/>
              <a:prstDash val="solid"/>
            </a:ln>
          </p:spPr>
        </p:sp>
        <p:sp>
          <p:nvSpPr>
            <p:cNvPr id="3996" name="dense-strip-1-cell-184">
              <a:extLst>
                <a:ext uri="{FF2B5EF4-FFF2-40B4-BE49-F238E27FC236}">
                  <a16:creationId xmlns:a16="http://schemas.microsoft.com/office/drawing/2014/main" id="{61207B4F-10D6-4164-90C4-AFD503BB5A15}"/>
                </a:ext>
              </a:extLst>
            </p:cNvPr>
            <p:cNvSpPr>
              <a:spLocks noGrp="1"/>
            </p:cNvSpPr>
            <p:nvPr/>
          </p:nvSpPr>
          <p:spPr>
            <a:xfrm>
              <a:off x="24070469" y="1581150"/>
              <a:ext cx="15522" cy="133350"/>
            </a:xfrm>
            <a:prstGeom prst="rect">
              <a:avLst/>
            </a:prstGeom>
            <a:solidFill>
              <a:srgbClr val="D2A6C3"/>
            </a:solidFill>
            <a:ln w="0">
              <a:noFill/>
              <a:prstDash val="solid"/>
            </a:ln>
          </p:spPr>
        </p:sp>
        <p:sp>
          <p:nvSpPr>
            <p:cNvPr id="3997" name="dense-strip-1-cell-183">
              <a:extLst>
                <a:ext uri="{FF2B5EF4-FFF2-40B4-BE49-F238E27FC236}">
                  <a16:creationId xmlns:a16="http://schemas.microsoft.com/office/drawing/2014/main" id="{8397648F-DEED-4BAA-8F78-4AEB939EE3CC}"/>
                </a:ext>
              </a:extLst>
            </p:cNvPr>
            <p:cNvSpPr>
              <a:spLocks noGrp="1"/>
            </p:cNvSpPr>
            <p:nvPr/>
          </p:nvSpPr>
          <p:spPr>
            <a:xfrm>
              <a:off x="24055090" y="1581150"/>
              <a:ext cx="15522" cy="133350"/>
            </a:xfrm>
            <a:prstGeom prst="rect">
              <a:avLst/>
            </a:prstGeom>
            <a:solidFill>
              <a:srgbClr val="CE88B0"/>
            </a:solidFill>
            <a:ln w="0">
              <a:noFill/>
              <a:prstDash val="solid"/>
            </a:ln>
          </p:spPr>
        </p:sp>
        <p:sp>
          <p:nvSpPr>
            <p:cNvPr id="3998" name="dense-strip-1-cell-182">
              <a:extLst>
                <a:ext uri="{FF2B5EF4-FFF2-40B4-BE49-F238E27FC236}">
                  <a16:creationId xmlns:a16="http://schemas.microsoft.com/office/drawing/2014/main" id="{C7A63DA0-70FE-4A8E-9B04-383391117361}"/>
                </a:ext>
              </a:extLst>
            </p:cNvPr>
            <p:cNvSpPr>
              <a:spLocks noGrp="1"/>
            </p:cNvSpPr>
            <p:nvPr/>
          </p:nvSpPr>
          <p:spPr>
            <a:xfrm>
              <a:off x="24039711" y="1581150"/>
              <a:ext cx="15522" cy="133350"/>
            </a:xfrm>
            <a:prstGeom prst="rect">
              <a:avLst/>
            </a:prstGeom>
            <a:solidFill>
              <a:srgbClr val="CC79A7"/>
            </a:solidFill>
            <a:ln w="0">
              <a:noFill/>
              <a:prstDash val="solid"/>
            </a:ln>
          </p:spPr>
        </p:sp>
        <p:sp>
          <p:nvSpPr>
            <p:cNvPr id="3999" name="dense-strip-1-cell-181">
              <a:extLst>
                <a:ext uri="{FF2B5EF4-FFF2-40B4-BE49-F238E27FC236}">
                  <a16:creationId xmlns:a16="http://schemas.microsoft.com/office/drawing/2014/main" id="{0200829D-3C96-4496-B37F-D9AE5F7D4334}"/>
                </a:ext>
              </a:extLst>
            </p:cNvPr>
            <p:cNvSpPr>
              <a:spLocks noGrp="1"/>
            </p:cNvSpPr>
            <p:nvPr/>
          </p:nvSpPr>
          <p:spPr>
            <a:xfrm>
              <a:off x="24024332" y="1581150"/>
              <a:ext cx="15522" cy="133350"/>
            </a:xfrm>
            <a:prstGeom prst="rect">
              <a:avLst/>
            </a:prstGeom>
            <a:solidFill>
              <a:srgbClr val="CC79A7"/>
            </a:solidFill>
            <a:ln w="0">
              <a:noFill/>
              <a:prstDash val="solid"/>
            </a:ln>
          </p:spPr>
        </p:sp>
        <p:sp>
          <p:nvSpPr>
            <p:cNvPr id="4000" name="dense-strip-1-cell-180">
              <a:extLst>
                <a:ext uri="{FF2B5EF4-FFF2-40B4-BE49-F238E27FC236}">
                  <a16:creationId xmlns:a16="http://schemas.microsoft.com/office/drawing/2014/main" id="{BB78C98C-C827-4780-9013-8D479B484693}"/>
                </a:ext>
              </a:extLst>
            </p:cNvPr>
            <p:cNvSpPr>
              <a:spLocks noGrp="1"/>
            </p:cNvSpPr>
            <p:nvPr/>
          </p:nvSpPr>
          <p:spPr>
            <a:xfrm>
              <a:off x="24008953" y="1581150"/>
              <a:ext cx="15522" cy="133350"/>
            </a:xfrm>
            <a:prstGeom prst="rect">
              <a:avLst/>
            </a:prstGeom>
            <a:solidFill>
              <a:srgbClr val="CC79A7"/>
            </a:solidFill>
            <a:ln w="0">
              <a:noFill/>
              <a:prstDash val="solid"/>
            </a:ln>
          </p:spPr>
        </p:sp>
        <p:sp>
          <p:nvSpPr>
            <p:cNvPr id="4001" name="dense-strip-1-cell-179">
              <a:extLst>
                <a:ext uri="{FF2B5EF4-FFF2-40B4-BE49-F238E27FC236}">
                  <a16:creationId xmlns:a16="http://schemas.microsoft.com/office/drawing/2014/main" id="{48E91E68-4DF1-4BFB-BA90-CB27E9B75142}"/>
                </a:ext>
              </a:extLst>
            </p:cNvPr>
            <p:cNvSpPr>
              <a:spLocks noGrp="1"/>
            </p:cNvSpPr>
            <p:nvPr/>
          </p:nvSpPr>
          <p:spPr>
            <a:xfrm>
              <a:off x="23993574" y="1581150"/>
              <a:ext cx="15522" cy="133350"/>
            </a:xfrm>
            <a:prstGeom prst="rect">
              <a:avLst/>
            </a:prstGeom>
            <a:solidFill>
              <a:srgbClr val="CC79A7"/>
            </a:solidFill>
            <a:ln w="0">
              <a:noFill/>
              <a:prstDash val="solid"/>
            </a:ln>
          </p:spPr>
        </p:sp>
        <p:sp>
          <p:nvSpPr>
            <p:cNvPr id="4002" name="dense-strip-1-cell-178">
              <a:extLst>
                <a:ext uri="{FF2B5EF4-FFF2-40B4-BE49-F238E27FC236}">
                  <a16:creationId xmlns:a16="http://schemas.microsoft.com/office/drawing/2014/main" id="{3278FA0E-3A36-4806-9139-14FA58E4426C}"/>
                </a:ext>
              </a:extLst>
            </p:cNvPr>
            <p:cNvSpPr>
              <a:spLocks noGrp="1"/>
            </p:cNvSpPr>
            <p:nvPr/>
          </p:nvSpPr>
          <p:spPr>
            <a:xfrm>
              <a:off x="23978195" y="1581150"/>
              <a:ext cx="15522" cy="133350"/>
            </a:xfrm>
            <a:prstGeom prst="rect">
              <a:avLst/>
            </a:prstGeom>
            <a:solidFill>
              <a:srgbClr val="CC79A7"/>
            </a:solidFill>
            <a:ln w="0">
              <a:noFill/>
              <a:prstDash val="solid"/>
            </a:ln>
          </p:spPr>
        </p:sp>
        <p:sp>
          <p:nvSpPr>
            <p:cNvPr id="4003" name="dense-strip-1-cell-177">
              <a:extLst>
                <a:ext uri="{FF2B5EF4-FFF2-40B4-BE49-F238E27FC236}">
                  <a16:creationId xmlns:a16="http://schemas.microsoft.com/office/drawing/2014/main" id="{171DBF94-BC06-45F1-BA7E-20F8C900AC14}"/>
                </a:ext>
              </a:extLst>
            </p:cNvPr>
            <p:cNvSpPr>
              <a:spLocks noGrp="1"/>
            </p:cNvSpPr>
            <p:nvPr/>
          </p:nvSpPr>
          <p:spPr>
            <a:xfrm>
              <a:off x="23962816" y="1581150"/>
              <a:ext cx="15522" cy="133350"/>
            </a:xfrm>
            <a:prstGeom prst="rect">
              <a:avLst/>
            </a:prstGeom>
            <a:solidFill>
              <a:srgbClr val="CC79A7"/>
            </a:solidFill>
            <a:ln w="0">
              <a:noFill/>
              <a:prstDash val="solid"/>
            </a:ln>
          </p:spPr>
        </p:sp>
        <p:sp>
          <p:nvSpPr>
            <p:cNvPr id="4004" name="dense-strip-1-cell-176">
              <a:extLst>
                <a:ext uri="{FF2B5EF4-FFF2-40B4-BE49-F238E27FC236}">
                  <a16:creationId xmlns:a16="http://schemas.microsoft.com/office/drawing/2014/main" id="{32C60663-30E0-4136-9F6F-8F850C129A2C}"/>
                </a:ext>
              </a:extLst>
            </p:cNvPr>
            <p:cNvSpPr>
              <a:spLocks noGrp="1"/>
            </p:cNvSpPr>
            <p:nvPr/>
          </p:nvSpPr>
          <p:spPr>
            <a:xfrm>
              <a:off x="23947438" y="1581150"/>
              <a:ext cx="15522" cy="133350"/>
            </a:xfrm>
            <a:prstGeom prst="rect">
              <a:avLst/>
            </a:prstGeom>
            <a:solidFill>
              <a:srgbClr val="CC79A7"/>
            </a:solidFill>
            <a:ln w="0">
              <a:noFill/>
              <a:prstDash val="solid"/>
            </a:ln>
          </p:spPr>
        </p:sp>
        <p:sp>
          <p:nvSpPr>
            <p:cNvPr id="4005" name="dense-strip-1-cell-175">
              <a:extLst>
                <a:ext uri="{FF2B5EF4-FFF2-40B4-BE49-F238E27FC236}">
                  <a16:creationId xmlns:a16="http://schemas.microsoft.com/office/drawing/2014/main" id="{32DCDBC3-583A-41E9-8683-BA12003944D6}"/>
                </a:ext>
              </a:extLst>
            </p:cNvPr>
            <p:cNvSpPr>
              <a:spLocks noGrp="1"/>
            </p:cNvSpPr>
            <p:nvPr/>
          </p:nvSpPr>
          <p:spPr>
            <a:xfrm>
              <a:off x="23932059" y="1581150"/>
              <a:ext cx="15522" cy="133350"/>
            </a:xfrm>
            <a:prstGeom prst="rect">
              <a:avLst/>
            </a:prstGeom>
            <a:solidFill>
              <a:srgbClr val="CC79A7"/>
            </a:solidFill>
            <a:ln w="0">
              <a:noFill/>
              <a:prstDash val="solid"/>
            </a:ln>
          </p:spPr>
        </p:sp>
        <p:sp>
          <p:nvSpPr>
            <p:cNvPr id="4006" name="dense-strip-1-cell-174">
              <a:extLst>
                <a:ext uri="{FF2B5EF4-FFF2-40B4-BE49-F238E27FC236}">
                  <a16:creationId xmlns:a16="http://schemas.microsoft.com/office/drawing/2014/main" id="{3AC3E024-38DD-4720-A27F-7ECD580417CE}"/>
                </a:ext>
              </a:extLst>
            </p:cNvPr>
            <p:cNvSpPr>
              <a:spLocks noGrp="1"/>
            </p:cNvSpPr>
            <p:nvPr/>
          </p:nvSpPr>
          <p:spPr>
            <a:xfrm>
              <a:off x="23916680" y="1581150"/>
              <a:ext cx="15522" cy="133350"/>
            </a:xfrm>
            <a:prstGeom prst="rect">
              <a:avLst/>
            </a:prstGeom>
            <a:solidFill>
              <a:srgbClr val="CC79A7"/>
            </a:solidFill>
            <a:ln w="0">
              <a:noFill/>
              <a:prstDash val="solid"/>
            </a:ln>
          </p:spPr>
        </p:sp>
        <p:sp>
          <p:nvSpPr>
            <p:cNvPr id="4007" name="dense-strip-1-cell-173">
              <a:extLst>
                <a:ext uri="{FF2B5EF4-FFF2-40B4-BE49-F238E27FC236}">
                  <a16:creationId xmlns:a16="http://schemas.microsoft.com/office/drawing/2014/main" id="{434A325F-A3A4-403E-933E-3F41C92E2916}"/>
                </a:ext>
              </a:extLst>
            </p:cNvPr>
            <p:cNvSpPr>
              <a:spLocks noGrp="1"/>
            </p:cNvSpPr>
            <p:nvPr/>
          </p:nvSpPr>
          <p:spPr>
            <a:xfrm>
              <a:off x="23901301" y="1581150"/>
              <a:ext cx="15522" cy="133350"/>
            </a:xfrm>
            <a:prstGeom prst="rect">
              <a:avLst/>
            </a:prstGeom>
            <a:solidFill>
              <a:srgbClr val="CC79A7"/>
            </a:solidFill>
            <a:ln w="0">
              <a:noFill/>
              <a:prstDash val="solid"/>
            </a:ln>
          </p:spPr>
        </p:sp>
        <p:sp>
          <p:nvSpPr>
            <p:cNvPr id="4008" name="dense-strip-1-cell-172">
              <a:extLst>
                <a:ext uri="{FF2B5EF4-FFF2-40B4-BE49-F238E27FC236}">
                  <a16:creationId xmlns:a16="http://schemas.microsoft.com/office/drawing/2014/main" id="{7597AF5E-37A3-4CD7-8C15-7D955514AC3D}"/>
                </a:ext>
              </a:extLst>
            </p:cNvPr>
            <p:cNvSpPr>
              <a:spLocks noGrp="1"/>
            </p:cNvSpPr>
            <p:nvPr/>
          </p:nvSpPr>
          <p:spPr>
            <a:xfrm>
              <a:off x="23885922" y="1581150"/>
              <a:ext cx="15522" cy="133350"/>
            </a:xfrm>
            <a:prstGeom prst="rect">
              <a:avLst/>
            </a:prstGeom>
            <a:solidFill>
              <a:srgbClr val="CC79A7"/>
            </a:solidFill>
            <a:ln w="0">
              <a:noFill/>
              <a:prstDash val="solid"/>
            </a:ln>
          </p:spPr>
        </p:sp>
        <p:sp>
          <p:nvSpPr>
            <p:cNvPr id="4009" name="dense-strip-1-cell-171">
              <a:extLst>
                <a:ext uri="{FF2B5EF4-FFF2-40B4-BE49-F238E27FC236}">
                  <a16:creationId xmlns:a16="http://schemas.microsoft.com/office/drawing/2014/main" id="{71583CFF-FD8C-497E-82A1-728E140C3C6E}"/>
                </a:ext>
              </a:extLst>
            </p:cNvPr>
            <p:cNvSpPr>
              <a:spLocks noGrp="1"/>
            </p:cNvSpPr>
            <p:nvPr/>
          </p:nvSpPr>
          <p:spPr>
            <a:xfrm>
              <a:off x="23870543" y="1581150"/>
              <a:ext cx="15522" cy="133350"/>
            </a:xfrm>
            <a:prstGeom prst="rect">
              <a:avLst/>
            </a:prstGeom>
            <a:solidFill>
              <a:srgbClr val="CC79A7"/>
            </a:solidFill>
            <a:ln w="0">
              <a:noFill/>
              <a:prstDash val="solid"/>
            </a:ln>
          </p:spPr>
        </p:sp>
        <p:sp>
          <p:nvSpPr>
            <p:cNvPr id="4010" name="dense-strip-1-cell-170">
              <a:extLst>
                <a:ext uri="{FF2B5EF4-FFF2-40B4-BE49-F238E27FC236}">
                  <a16:creationId xmlns:a16="http://schemas.microsoft.com/office/drawing/2014/main" id="{F15D037B-3B7F-44C3-A454-E761DA2B5A05}"/>
                </a:ext>
              </a:extLst>
            </p:cNvPr>
            <p:cNvSpPr>
              <a:spLocks noGrp="1"/>
            </p:cNvSpPr>
            <p:nvPr/>
          </p:nvSpPr>
          <p:spPr>
            <a:xfrm>
              <a:off x="23855164" y="1581150"/>
              <a:ext cx="15522" cy="133350"/>
            </a:xfrm>
            <a:prstGeom prst="rect">
              <a:avLst/>
            </a:prstGeom>
            <a:solidFill>
              <a:srgbClr val="CC79A7"/>
            </a:solidFill>
            <a:ln w="0">
              <a:noFill/>
              <a:prstDash val="solid"/>
            </a:ln>
          </p:spPr>
        </p:sp>
        <p:sp>
          <p:nvSpPr>
            <p:cNvPr id="4011" name="dense-strip-1-cell-169">
              <a:extLst>
                <a:ext uri="{FF2B5EF4-FFF2-40B4-BE49-F238E27FC236}">
                  <a16:creationId xmlns:a16="http://schemas.microsoft.com/office/drawing/2014/main" id="{9F9EE750-FCAA-43F6-B512-0BF3B533B687}"/>
                </a:ext>
              </a:extLst>
            </p:cNvPr>
            <p:cNvSpPr>
              <a:spLocks noGrp="1"/>
            </p:cNvSpPr>
            <p:nvPr/>
          </p:nvSpPr>
          <p:spPr>
            <a:xfrm>
              <a:off x="23839785" y="1581150"/>
              <a:ext cx="15522" cy="133350"/>
            </a:xfrm>
            <a:prstGeom prst="rect">
              <a:avLst/>
            </a:prstGeom>
            <a:solidFill>
              <a:srgbClr val="CC79A7"/>
            </a:solidFill>
            <a:ln w="0">
              <a:noFill/>
              <a:prstDash val="solid"/>
            </a:ln>
          </p:spPr>
        </p:sp>
        <p:sp>
          <p:nvSpPr>
            <p:cNvPr id="4012" name="dense-strip-1-cell-168">
              <a:extLst>
                <a:ext uri="{FF2B5EF4-FFF2-40B4-BE49-F238E27FC236}">
                  <a16:creationId xmlns:a16="http://schemas.microsoft.com/office/drawing/2014/main" id="{6D5B36FF-F9B7-49F7-868F-A72CAD64C152}"/>
                </a:ext>
              </a:extLst>
            </p:cNvPr>
            <p:cNvSpPr>
              <a:spLocks noGrp="1"/>
            </p:cNvSpPr>
            <p:nvPr/>
          </p:nvSpPr>
          <p:spPr>
            <a:xfrm>
              <a:off x="23824406" y="1581150"/>
              <a:ext cx="15522" cy="133350"/>
            </a:xfrm>
            <a:prstGeom prst="rect">
              <a:avLst/>
            </a:prstGeom>
            <a:solidFill>
              <a:srgbClr val="CD7EAA"/>
            </a:solidFill>
            <a:ln w="0">
              <a:noFill/>
              <a:prstDash val="solid"/>
            </a:ln>
          </p:spPr>
        </p:sp>
        <p:sp>
          <p:nvSpPr>
            <p:cNvPr id="4013" name="dense-strip-1-cell-167">
              <a:extLst>
                <a:ext uri="{FF2B5EF4-FFF2-40B4-BE49-F238E27FC236}">
                  <a16:creationId xmlns:a16="http://schemas.microsoft.com/office/drawing/2014/main" id="{D3E38D9E-31B1-4609-A7B5-DD483D612900}"/>
                </a:ext>
              </a:extLst>
            </p:cNvPr>
            <p:cNvSpPr>
              <a:spLocks noGrp="1"/>
            </p:cNvSpPr>
            <p:nvPr/>
          </p:nvSpPr>
          <p:spPr>
            <a:xfrm>
              <a:off x="23809027" y="1581150"/>
              <a:ext cx="15522" cy="133350"/>
            </a:xfrm>
            <a:prstGeom prst="rect">
              <a:avLst/>
            </a:prstGeom>
            <a:solidFill>
              <a:srgbClr val="CF8AB2"/>
            </a:solidFill>
            <a:ln w="0">
              <a:noFill/>
              <a:prstDash val="solid"/>
            </a:ln>
          </p:spPr>
        </p:sp>
        <p:sp>
          <p:nvSpPr>
            <p:cNvPr id="4014" name="dense-strip-1-cell-166">
              <a:extLst>
                <a:ext uri="{FF2B5EF4-FFF2-40B4-BE49-F238E27FC236}">
                  <a16:creationId xmlns:a16="http://schemas.microsoft.com/office/drawing/2014/main" id="{A3B7247B-6906-49B2-AEB0-8A49F8C01991}"/>
                </a:ext>
              </a:extLst>
            </p:cNvPr>
            <p:cNvSpPr>
              <a:spLocks noGrp="1"/>
            </p:cNvSpPr>
            <p:nvPr/>
          </p:nvSpPr>
          <p:spPr>
            <a:xfrm>
              <a:off x="23793648" y="1581150"/>
              <a:ext cx="15522" cy="133350"/>
            </a:xfrm>
            <a:prstGeom prst="rect">
              <a:avLst/>
            </a:prstGeom>
            <a:solidFill>
              <a:srgbClr val="D19DBE"/>
            </a:solidFill>
            <a:ln w="0">
              <a:noFill/>
              <a:prstDash val="solid"/>
            </a:ln>
          </p:spPr>
        </p:sp>
        <p:sp>
          <p:nvSpPr>
            <p:cNvPr id="4015" name="dense-strip-1-cell-165">
              <a:extLst>
                <a:ext uri="{FF2B5EF4-FFF2-40B4-BE49-F238E27FC236}">
                  <a16:creationId xmlns:a16="http://schemas.microsoft.com/office/drawing/2014/main" id="{F6C34AA6-C5C1-4530-B524-B911822F901E}"/>
                </a:ext>
              </a:extLst>
            </p:cNvPr>
            <p:cNvSpPr>
              <a:spLocks noGrp="1"/>
            </p:cNvSpPr>
            <p:nvPr/>
          </p:nvSpPr>
          <p:spPr>
            <a:xfrm>
              <a:off x="23778270" y="1581150"/>
              <a:ext cx="15522" cy="133350"/>
            </a:xfrm>
            <a:prstGeom prst="rect">
              <a:avLst/>
            </a:prstGeom>
            <a:solidFill>
              <a:srgbClr val="D4B2CB"/>
            </a:solidFill>
            <a:ln w="0">
              <a:noFill/>
              <a:prstDash val="solid"/>
            </a:ln>
          </p:spPr>
        </p:sp>
        <p:sp>
          <p:nvSpPr>
            <p:cNvPr id="4016" name="dense-strip-1-cell-164">
              <a:extLst>
                <a:ext uri="{FF2B5EF4-FFF2-40B4-BE49-F238E27FC236}">
                  <a16:creationId xmlns:a16="http://schemas.microsoft.com/office/drawing/2014/main" id="{657D7514-4D03-4AFA-B06F-192D9ED826B4}"/>
                </a:ext>
              </a:extLst>
            </p:cNvPr>
            <p:cNvSpPr>
              <a:spLocks noGrp="1"/>
            </p:cNvSpPr>
            <p:nvPr/>
          </p:nvSpPr>
          <p:spPr>
            <a:xfrm>
              <a:off x="23762891" y="1581150"/>
              <a:ext cx="15522" cy="133350"/>
            </a:xfrm>
            <a:prstGeom prst="rect">
              <a:avLst/>
            </a:prstGeom>
            <a:solidFill>
              <a:srgbClr val="D7C8D9"/>
            </a:solidFill>
            <a:ln w="0">
              <a:noFill/>
              <a:prstDash val="solid"/>
            </a:ln>
          </p:spPr>
        </p:sp>
        <p:sp>
          <p:nvSpPr>
            <p:cNvPr id="4017" name="dense-strip-1-cell-163">
              <a:extLst>
                <a:ext uri="{FF2B5EF4-FFF2-40B4-BE49-F238E27FC236}">
                  <a16:creationId xmlns:a16="http://schemas.microsoft.com/office/drawing/2014/main" id="{4EC03936-CC05-4482-9EA4-3F600395E1D2}"/>
                </a:ext>
              </a:extLst>
            </p:cNvPr>
            <p:cNvSpPr>
              <a:spLocks noGrp="1"/>
            </p:cNvSpPr>
            <p:nvPr/>
          </p:nvSpPr>
          <p:spPr>
            <a:xfrm>
              <a:off x="23747512" y="1581150"/>
              <a:ext cx="15522" cy="133350"/>
            </a:xfrm>
            <a:prstGeom prst="rect">
              <a:avLst/>
            </a:prstGeom>
            <a:solidFill>
              <a:srgbClr val="DADCDB"/>
            </a:solidFill>
            <a:ln w="0">
              <a:noFill/>
              <a:prstDash val="solid"/>
            </a:ln>
          </p:spPr>
        </p:sp>
        <p:sp>
          <p:nvSpPr>
            <p:cNvPr id="4018" name="dense-strip-1-cell-162">
              <a:extLst>
                <a:ext uri="{FF2B5EF4-FFF2-40B4-BE49-F238E27FC236}">
                  <a16:creationId xmlns:a16="http://schemas.microsoft.com/office/drawing/2014/main" id="{2720FB2E-1795-4115-8BED-D8CCC45B8230}"/>
                </a:ext>
              </a:extLst>
            </p:cNvPr>
            <p:cNvSpPr>
              <a:spLocks noGrp="1"/>
            </p:cNvSpPr>
            <p:nvPr/>
          </p:nvSpPr>
          <p:spPr>
            <a:xfrm>
              <a:off x="23732133" y="1581150"/>
              <a:ext cx="15522" cy="133350"/>
            </a:xfrm>
            <a:prstGeom prst="rect">
              <a:avLst/>
            </a:prstGeom>
            <a:solidFill>
              <a:srgbClr val="DCE6E9"/>
            </a:solidFill>
            <a:ln w="0">
              <a:noFill/>
              <a:prstDash val="solid"/>
            </a:ln>
          </p:spPr>
        </p:sp>
        <p:sp>
          <p:nvSpPr>
            <p:cNvPr id="4019" name="dense-strip-1-cell-161">
              <a:extLst>
                <a:ext uri="{FF2B5EF4-FFF2-40B4-BE49-F238E27FC236}">
                  <a16:creationId xmlns:a16="http://schemas.microsoft.com/office/drawing/2014/main" id="{4F194F77-E034-4576-A8F9-3680280B5970}"/>
                </a:ext>
              </a:extLst>
            </p:cNvPr>
            <p:cNvSpPr>
              <a:spLocks noGrp="1"/>
            </p:cNvSpPr>
            <p:nvPr/>
          </p:nvSpPr>
          <p:spPr>
            <a:xfrm>
              <a:off x="23716754" y="1581150"/>
              <a:ext cx="15522" cy="133350"/>
            </a:xfrm>
            <a:prstGeom prst="rect">
              <a:avLst/>
            </a:prstGeom>
            <a:solidFill>
              <a:srgbClr val="DCE8ED"/>
            </a:solidFill>
            <a:ln w="0">
              <a:noFill/>
              <a:prstDash val="solid"/>
            </a:ln>
          </p:spPr>
        </p:sp>
        <p:sp>
          <p:nvSpPr>
            <p:cNvPr id="4020" name="dense-strip-1-cell-160">
              <a:extLst>
                <a:ext uri="{FF2B5EF4-FFF2-40B4-BE49-F238E27FC236}">
                  <a16:creationId xmlns:a16="http://schemas.microsoft.com/office/drawing/2014/main" id="{E9764FE8-F6BD-4CA3-80BC-CC9B120D637F}"/>
                </a:ext>
              </a:extLst>
            </p:cNvPr>
            <p:cNvSpPr>
              <a:spLocks noGrp="1"/>
            </p:cNvSpPr>
            <p:nvPr/>
          </p:nvSpPr>
          <p:spPr>
            <a:xfrm>
              <a:off x="23701375" y="1581150"/>
              <a:ext cx="15522" cy="133350"/>
            </a:xfrm>
            <a:prstGeom prst="rect">
              <a:avLst/>
            </a:prstGeom>
            <a:solidFill>
              <a:srgbClr val="DCE8ED"/>
            </a:solidFill>
            <a:ln w="0">
              <a:noFill/>
              <a:prstDash val="solid"/>
            </a:ln>
          </p:spPr>
        </p:sp>
        <p:sp>
          <p:nvSpPr>
            <p:cNvPr id="4021" name="dense-strip-1-cell-159">
              <a:extLst>
                <a:ext uri="{FF2B5EF4-FFF2-40B4-BE49-F238E27FC236}">
                  <a16:creationId xmlns:a16="http://schemas.microsoft.com/office/drawing/2014/main" id="{E91285CD-3AA0-4E65-8EA5-C8EE13923ABA}"/>
                </a:ext>
              </a:extLst>
            </p:cNvPr>
            <p:cNvSpPr>
              <a:spLocks noGrp="1"/>
            </p:cNvSpPr>
            <p:nvPr/>
          </p:nvSpPr>
          <p:spPr>
            <a:xfrm>
              <a:off x="23685996" y="1581150"/>
              <a:ext cx="15522" cy="133350"/>
            </a:xfrm>
            <a:prstGeom prst="rect">
              <a:avLst/>
            </a:prstGeom>
            <a:solidFill>
              <a:srgbClr val="DCE8ED"/>
            </a:solidFill>
            <a:ln w="0">
              <a:noFill/>
              <a:prstDash val="solid"/>
            </a:ln>
          </p:spPr>
        </p:sp>
        <p:sp>
          <p:nvSpPr>
            <p:cNvPr id="4022" name="dense-strip-1-cell-158">
              <a:extLst>
                <a:ext uri="{FF2B5EF4-FFF2-40B4-BE49-F238E27FC236}">
                  <a16:creationId xmlns:a16="http://schemas.microsoft.com/office/drawing/2014/main" id="{A57DF6A5-56B8-4963-B966-A45A7879A352}"/>
                </a:ext>
              </a:extLst>
            </p:cNvPr>
            <p:cNvSpPr>
              <a:spLocks noGrp="1"/>
            </p:cNvSpPr>
            <p:nvPr/>
          </p:nvSpPr>
          <p:spPr>
            <a:xfrm>
              <a:off x="23670617" y="1581150"/>
              <a:ext cx="15522" cy="133350"/>
            </a:xfrm>
            <a:prstGeom prst="rect">
              <a:avLst/>
            </a:prstGeom>
            <a:solidFill>
              <a:srgbClr val="DCE8ED"/>
            </a:solidFill>
            <a:ln w="0">
              <a:noFill/>
              <a:prstDash val="solid"/>
            </a:ln>
          </p:spPr>
        </p:sp>
        <p:sp>
          <p:nvSpPr>
            <p:cNvPr id="4023" name="dense-strip-1-cell-157">
              <a:extLst>
                <a:ext uri="{FF2B5EF4-FFF2-40B4-BE49-F238E27FC236}">
                  <a16:creationId xmlns:a16="http://schemas.microsoft.com/office/drawing/2014/main" id="{541E7BB6-F3C7-44F0-9A09-8ED04892B2E5}"/>
                </a:ext>
              </a:extLst>
            </p:cNvPr>
            <p:cNvSpPr>
              <a:spLocks noGrp="1"/>
            </p:cNvSpPr>
            <p:nvPr/>
          </p:nvSpPr>
          <p:spPr>
            <a:xfrm>
              <a:off x="23655238" y="1581150"/>
              <a:ext cx="15522" cy="133350"/>
            </a:xfrm>
            <a:prstGeom prst="rect">
              <a:avLst/>
            </a:prstGeom>
            <a:solidFill>
              <a:srgbClr val="DCE8ED"/>
            </a:solidFill>
            <a:ln w="0">
              <a:noFill/>
              <a:prstDash val="solid"/>
            </a:ln>
          </p:spPr>
        </p:sp>
        <p:sp>
          <p:nvSpPr>
            <p:cNvPr id="4024" name="dense-strip-1-cell-156">
              <a:extLst>
                <a:ext uri="{FF2B5EF4-FFF2-40B4-BE49-F238E27FC236}">
                  <a16:creationId xmlns:a16="http://schemas.microsoft.com/office/drawing/2014/main" id="{8039C75E-D5DD-4D09-8E05-B6B77AB64692}"/>
                </a:ext>
              </a:extLst>
            </p:cNvPr>
            <p:cNvSpPr>
              <a:spLocks noGrp="1"/>
            </p:cNvSpPr>
            <p:nvPr/>
          </p:nvSpPr>
          <p:spPr>
            <a:xfrm>
              <a:off x="23639859" y="1581150"/>
              <a:ext cx="15522" cy="133350"/>
            </a:xfrm>
            <a:prstGeom prst="rect">
              <a:avLst/>
            </a:prstGeom>
            <a:solidFill>
              <a:srgbClr val="DCE8ED"/>
            </a:solidFill>
            <a:ln w="0">
              <a:noFill/>
              <a:prstDash val="solid"/>
            </a:ln>
          </p:spPr>
        </p:sp>
        <p:sp>
          <p:nvSpPr>
            <p:cNvPr id="4025" name="dense-strip-1-cell-155">
              <a:extLst>
                <a:ext uri="{FF2B5EF4-FFF2-40B4-BE49-F238E27FC236}">
                  <a16:creationId xmlns:a16="http://schemas.microsoft.com/office/drawing/2014/main" id="{774060DB-7B83-42CC-AB77-6F6E8B46ED00}"/>
                </a:ext>
              </a:extLst>
            </p:cNvPr>
            <p:cNvSpPr>
              <a:spLocks noGrp="1"/>
            </p:cNvSpPr>
            <p:nvPr/>
          </p:nvSpPr>
          <p:spPr>
            <a:xfrm>
              <a:off x="23624480" y="1581150"/>
              <a:ext cx="15522" cy="133350"/>
            </a:xfrm>
            <a:prstGeom prst="rect">
              <a:avLst/>
            </a:prstGeom>
            <a:solidFill>
              <a:srgbClr val="DCE8ED"/>
            </a:solidFill>
            <a:ln w="0">
              <a:noFill/>
              <a:prstDash val="solid"/>
            </a:ln>
          </p:spPr>
        </p:sp>
        <p:sp>
          <p:nvSpPr>
            <p:cNvPr id="4026" name="dense-strip-1-cell-154">
              <a:extLst>
                <a:ext uri="{FF2B5EF4-FFF2-40B4-BE49-F238E27FC236}">
                  <a16:creationId xmlns:a16="http://schemas.microsoft.com/office/drawing/2014/main" id="{15574865-8296-494E-BB4D-B06B406E92DA}"/>
                </a:ext>
              </a:extLst>
            </p:cNvPr>
            <p:cNvSpPr>
              <a:spLocks noGrp="1"/>
            </p:cNvSpPr>
            <p:nvPr/>
          </p:nvSpPr>
          <p:spPr>
            <a:xfrm>
              <a:off x="23609102" y="1581150"/>
              <a:ext cx="15522" cy="133350"/>
            </a:xfrm>
            <a:prstGeom prst="rect">
              <a:avLst/>
            </a:prstGeom>
            <a:solidFill>
              <a:srgbClr val="DCE8ED"/>
            </a:solidFill>
            <a:ln w="0">
              <a:noFill/>
              <a:prstDash val="solid"/>
            </a:ln>
          </p:spPr>
        </p:sp>
        <p:sp>
          <p:nvSpPr>
            <p:cNvPr id="4027" name="dense-strip-1-cell-153">
              <a:extLst>
                <a:ext uri="{FF2B5EF4-FFF2-40B4-BE49-F238E27FC236}">
                  <a16:creationId xmlns:a16="http://schemas.microsoft.com/office/drawing/2014/main" id="{1F753372-985D-4B89-9F87-8FF2D304EFA5}"/>
                </a:ext>
              </a:extLst>
            </p:cNvPr>
            <p:cNvSpPr>
              <a:spLocks noGrp="1"/>
            </p:cNvSpPr>
            <p:nvPr/>
          </p:nvSpPr>
          <p:spPr>
            <a:xfrm>
              <a:off x="23593723" y="1581150"/>
              <a:ext cx="15522" cy="133350"/>
            </a:xfrm>
            <a:prstGeom prst="rect">
              <a:avLst/>
            </a:prstGeom>
            <a:solidFill>
              <a:srgbClr val="DCE8ED"/>
            </a:solidFill>
            <a:ln w="0">
              <a:noFill/>
              <a:prstDash val="solid"/>
            </a:ln>
          </p:spPr>
        </p:sp>
        <p:sp>
          <p:nvSpPr>
            <p:cNvPr id="4028" name="dense-strip-1-cell-152">
              <a:extLst>
                <a:ext uri="{FF2B5EF4-FFF2-40B4-BE49-F238E27FC236}">
                  <a16:creationId xmlns:a16="http://schemas.microsoft.com/office/drawing/2014/main" id="{0420BD77-662E-4709-886B-C5D1A57A67BF}"/>
                </a:ext>
              </a:extLst>
            </p:cNvPr>
            <p:cNvSpPr>
              <a:spLocks noGrp="1"/>
            </p:cNvSpPr>
            <p:nvPr/>
          </p:nvSpPr>
          <p:spPr>
            <a:xfrm>
              <a:off x="23578344" y="1581150"/>
              <a:ext cx="15522" cy="133350"/>
            </a:xfrm>
            <a:prstGeom prst="rect">
              <a:avLst/>
            </a:prstGeom>
            <a:solidFill>
              <a:srgbClr val="DCE8ED"/>
            </a:solidFill>
            <a:ln w="0">
              <a:noFill/>
              <a:prstDash val="solid"/>
            </a:ln>
          </p:spPr>
        </p:sp>
        <p:sp>
          <p:nvSpPr>
            <p:cNvPr id="4029" name="dense-strip-1-cell-151">
              <a:extLst>
                <a:ext uri="{FF2B5EF4-FFF2-40B4-BE49-F238E27FC236}">
                  <a16:creationId xmlns:a16="http://schemas.microsoft.com/office/drawing/2014/main" id="{B295276C-FBA5-4A7B-85BB-95D9CBD3A675}"/>
                </a:ext>
              </a:extLst>
            </p:cNvPr>
            <p:cNvSpPr>
              <a:spLocks noGrp="1"/>
            </p:cNvSpPr>
            <p:nvPr/>
          </p:nvSpPr>
          <p:spPr>
            <a:xfrm>
              <a:off x="23562965" y="1581150"/>
              <a:ext cx="15522" cy="133350"/>
            </a:xfrm>
            <a:prstGeom prst="rect">
              <a:avLst/>
            </a:prstGeom>
            <a:solidFill>
              <a:srgbClr val="DCE8ED"/>
            </a:solidFill>
            <a:ln w="0">
              <a:noFill/>
              <a:prstDash val="solid"/>
            </a:ln>
          </p:spPr>
        </p:sp>
        <p:sp>
          <p:nvSpPr>
            <p:cNvPr id="4030" name="dense-strip-1-cell-150">
              <a:extLst>
                <a:ext uri="{FF2B5EF4-FFF2-40B4-BE49-F238E27FC236}">
                  <a16:creationId xmlns:a16="http://schemas.microsoft.com/office/drawing/2014/main" id="{2E54BA2C-22F7-43FE-8C1A-2ACDFA7A72AA}"/>
                </a:ext>
              </a:extLst>
            </p:cNvPr>
            <p:cNvSpPr>
              <a:spLocks noGrp="1"/>
            </p:cNvSpPr>
            <p:nvPr/>
          </p:nvSpPr>
          <p:spPr>
            <a:xfrm>
              <a:off x="23547586" y="1581150"/>
              <a:ext cx="15522" cy="133350"/>
            </a:xfrm>
            <a:prstGeom prst="rect">
              <a:avLst/>
            </a:prstGeom>
            <a:solidFill>
              <a:srgbClr val="DCE8ED"/>
            </a:solidFill>
            <a:ln w="0">
              <a:noFill/>
              <a:prstDash val="solid"/>
            </a:ln>
          </p:spPr>
        </p:sp>
        <p:sp>
          <p:nvSpPr>
            <p:cNvPr id="4031" name="dense-strip-1-cell-149">
              <a:extLst>
                <a:ext uri="{FF2B5EF4-FFF2-40B4-BE49-F238E27FC236}">
                  <a16:creationId xmlns:a16="http://schemas.microsoft.com/office/drawing/2014/main" id="{60C29612-D77C-4A94-95EB-0B9685232505}"/>
                </a:ext>
              </a:extLst>
            </p:cNvPr>
            <p:cNvSpPr>
              <a:spLocks noGrp="1"/>
            </p:cNvSpPr>
            <p:nvPr/>
          </p:nvSpPr>
          <p:spPr>
            <a:xfrm>
              <a:off x="23532207" y="1581150"/>
              <a:ext cx="15522" cy="133350"/>
            </a:xfrm>
            <a:prstGeom prst="rect">
              <a:avLst/>
            </a:prstGeom>
            <a:solidFill>
              <a:srgbClr val="DCE8ED"/>
            </a:solidFill>
            <a:ln w="0">
              <a:noFill/>
              <a:prstDash val="solid"/>
            </a:ln>
          </p:spPr>
        </p:sp>
        <p:sp>
          <p:nvSpPr>
            <p:cNvPr id="4032" name="dense-strip-1-cell-148">
              <a:extLst>
                <a:ext uri="{FF2B5EF4-FFF2-40B4-BE49-F238E27FC236}">
                  <a16:creationId xmlns:a16="http://schemas.microsoft.com/office/drawing/2014/main" id="{8A209045-3D2F-4102-8B5F-DD0FB839504E}"/>
                </a:ext>
              </a:extLst>
            </p:cNvPr>
            <p:cNvSpPr>
              <a:spLocks noGrp="1"/>
            </p:cNvSpPr>
            <p:nvPr/>
          </p:nvSpPr>
          <p:spPr>
            <a:xfrm>
              <a:off x="23516828" y="1581150"/>
              <a:ext cx="15522" cy="133350"/>
            </a:xfrm>
            <a:prstGeom prst="rect">
              <a:avLst/>
            </a:prstGeom>
            <a:solidFill>
              <a:srgbClr val="DCE8ED"/>
            </a:solidFill>
            <a:ln w="0">
              <a:noFill/>
              <a:prstDash val="solid"/>
            </a:ln>
          </p:spPr>
        </p:sp>
        <p:sp>
          <p:nvSpPr>
            <p:cNvPr id="4033" name="dense-strip-1-cell-147">
              <a:extLst>
                <a:ext uri="{FF2B5EF4-FFF2-40B4-BE49-F238E27FC236}">
                  <a16:creationId xmlns:a16="http://schemas.microsoft.com/office/drawing/2014/main" id="{6A2885E1-E6ED-40CD-957A-6C92C8D3A1C2}"/>
                </a:ext>
              </a:extLst>
            </p:cNvPr>
            <p:cNvSpPr>
              <a:spLocks noGrp="1"/>
            </p:cNvSpPr>
            <p:nvPr/>
          </p:nvSpPr>
          <p:spPr>
            <a:xfrm>
              <a:off x="23501449" y="1581150"/>
              <a:ext cx="15522" cy="133350"/>
            </a:xfrm>
            <a:prstGeom prst="rect">
              <a:avLst/>
            </a:prstGeom>
            <a:solidFill>
              <a:srgbClr val="DCE8ED"/>
            </a:solidFill>
            <a:ln w="0">
              <a:noFill/>
              <a:prstDash val="solid"/>
            </a:ln>
          </p:spPr>
        </p:sp>
        <p:sp>
          <p:nvSpPr>
            <p:cNvPr id="4034" name="dense-strip-1-cell-146">
              <a:extLst>
                <a:ext uri="{FF2B5EF4-FFF2-40B4-BE49-F238E27FC236}">
                  <a16:creationId xmlns:a16="http://schemas.microsoft.com/office/drawing/2014/main" id="{AB003CE1-EF52-4859-BF0F-65A3FAABC8BE}"/>
                </a:ext>
              </a:extLst>
            </p:cNvPr>
            <p:cNvSpPr>
              <a:spLocks noGrp="1"/>
            </p:cNvSpPr>
            <p:nvPr/>
          </p:nvSpPr>
          <p:spPr>
            <a:xfrm>
              <a:off x="23486070" y="1581150"/>
              <a:ext cx="15522" cy="133350"/>
            </a:xfrm>
            <a:prstGeom prst="rect">
              <a:avLst/>
            </a:prstGeom>
            <a:solidFill>
              <a:srgbClr val="DCE8ED"/>
            </a:solidFill>
            <a:ln w="0">
              <a:noFill/>
              <a:prstDash val="solid"/>
            </a:ln>
          </p:spPr>
        </p:sp>
        <p:sp>
          <p:nvSpPr>
            <p:cNvPr id="4035" name="dense-strip-1-cell-145">
              <a:extLst>
                <a:ext uri="{FF2B5EF4-FFF2-40B4-BE49-F238E27FC236}">
                  <a16:creationId xmlns:a16="http://schemas.microsoft.com/office/drawing/2014/main" id="{D2FEA8B3-3379-4616-A824-3E64C9AFA3BF}"/>
                </a:ext>
              </a:extLst>
            </p:cNvPr>
            <p:cNvSpPr>
              <a:spLocks noGrp="1"/>
            </p:cNvSpPr>
            <p:nvPr/>
          </p:nvSpPr>
          <p:spPr>
            <a:xfrm>
              <a:off x="23470691" y="1581150"/>
              <a:ext cx="15522" cy="133350"/>
            </a:xfrm>
            <a:prstGeom prst="rect">
              <a:avLst/>
            </a:prstGeom>
            <a:solidFill>
              <a:srgbClr val="DCE8ED"/>
            </a:solidFill>
            <a:ln w="0">
              <a:noFill/>
              <a:prstDash val="solid"/>
            </a:ln>
          </p:spPr>
        </p:sp>
        <p:sp>
          <p:nvSpPr>
            <p:cNvPr id="4036" name="dense-strip-1-cell-144">
              <a:extLst>
                <a:ext uri="{FF2B5EF4-FFF2-40B4-BE49-F238E27FC236}">
                  <a16:creationId xmlns:a16="http://schemas.microsoft.com/office/drawing/2014/main" id="{19AECD79-075E-45BB-9B43-01C33AC6B0BB}"/>
                </a:ext>
              </a:extLst>
            </p:cNvPr>
            <p:cNvSpPr>
              <a:spLocks noGrp="1"/>
            </p:cNvSpPr>
            <p:nvPr/>
          </p:nvSpPr>
          <p:spPr>
            <a:xfrm>
              <a:off x="23455313" y="1581150"/>
              <a:ext cx="15522" cy="133350"/>
            </a:xfrm>
            <a:prstGeom prst="rect">
              <a:avLst/>
            </a:prstGeom>
            <a:solidFill>
              <a:srgbClr val="DCE8ED"/>
            </a:solidFill>
            <a:ln w="0">
              <a:noFill/>
              <a:prstDash val="solid"/>
            </a:ln>
          </p:spPr>
        </p:sp>
        <p:sp>
          <p:nvSpPr>
            <p:cNvPr id="4037" name="dense-strip-1-cell-143">
              <a:extLst>
                <a:ext uri="{FF2B5EF4-FFF2-40B4-BE49-F238E27FC236}">
                  <a16:creationId xmlns:a16="http://schemas.microsoft.com/office/drawing/2014/main" id="{08300B9F-9155-4A52-8EBD-3D00DDA09488}"/>
                </a:ext>
              </a:extLst>
            </p:cNvPr>
            <p:cNvSpPr>
              <a:spLocks noGrp="1"/>
            </p:cNvSpPr>
            <p:nvPr/>
          </p:nvSpPr>
          <p:spPr>
            <a:xfrm>
              <a:off x="23439934" y="1581150"/>
              <a:ext cx="15522" cy="133350"/>
            </a:xfrm>
            <a:prstGeom prst="rect">
              <a:avLst/>
            </a:prstGeom>
            <a:solidFill>
              <a:srgbClr val="DCE8ED"/>
            </a:solidFill>
            <a:ln w="0">
              <a:noFill/>
              <a:prstDash val="solid"/>
            </a:ln>
          </p:spPr>
        </p:sp>
        <p:sp>
          <p:nvSpPr>
            <p:cNvPr id="4038" name="dense-strip-1-cell-142">
              <a:extLst>
                <a:ext uri="{FF2B5EF4-FFF2-40B4-BE49-F238E27FC236}">
                  <a16:creationId xmlns:a16="http://schemas.microsoft.com/office/drawing/2014/main" id="{8EA80962-39BA-495A-8F53-D698C2B8DA08}"/>
                </a:ext>
              </a:extLst>
            </p:cNvPr>
            <p:cNvSpPr>
              <a:spLocks noGrp="1"/>
            </p:cNvSpPr>
            <p:nvPr/>
          </p:nvSpPr>
          <p:spPr>
            <a:xfrm>
              <a:off x="23424555" y="1581150"/>
              <a:ext cx="15522" cy="133350"/>
            </a:xfrm>
            <a:prstGeom prst="rect">
              <a:avLst/>
            </a:prstGeom>
            <a:solidFill>
              <a:srgbClr val="DCE8ED"/>
            </a:solidFill>
            <a:ln w="0">
              <a:noFill/>
              <a:prstDash val="solid"/>
            </a:ln>
          </p:spPr>
        </p:sp>
        <p:sp>
          <p:nvSpPr>
            <p:cNvPr id="4039" name="dense-strip-1-cell-141">
              <a:extLst>
                <a:ext uri="{FF2B5EF4-FFF2-40B4-BE49-F238E27FC236}">
                  <a16:creationId xmlns:a16="http://schemas.microsoft.com/office/drawing/2014/main" id="{19F241AE-381C-40E4-849F-DCEBC5058579}"/>
                </a:ext>
              </a:extLst>
            </p:cNvPr>
            <p:cNvSpPr>
              <a:spLocks noGrp="1"/>
            </p:cNvSpPr>
            <p:nvPr/>
          </p:nvSpPr>
          <p:spPr>
            <a:xfrm>
              <a:off x="23409176" y="1581150"/>
              <a:ext cx="15522" cy="133350"/>
            </a:xfrm>
            <a:prstGeom prst="rect">
              <a:avLst/>
            </a:prstGeom>
            <a:solidFill>
              <a:srgbClr val="DCE8ED"/>
            </a:solidFill>
            <a:ln w="0">
              <a:noFill/>
              <a:prstDash val="solid"/>
            </a:ln>
          </p:spPr>
        </p:sp>
        <p:sp>
          <p:nvSpPr>
            <p:cNvPr id="4040" name="dense-strip-1-cell-140">
              <a:extLst>
                <a:ext uri="{FF2B5EF4-FFF2-40B4-BE49-F238E27FC236}">
                  <a16:creationId xmlns:a16="http://schemas.microsoft.com/office/drawing/2014/main" id="{3BA36238-9FA3-433D-A479-523BB0723CC6}"/>
                </a:ext>
              </a:extLst>
            </p:cNvPr>
            <p:cNvSpPr>
              <a:spLocks noGrp="1"/>
            </p:cNvSpPr>
            <p:nvPr/>
          </p:nvSpPr>
          <p:spPr>
            <a:xfrm>
              <a:off x="23393797" y="1581150"/>
              <a:ext cx="15522" cy="133350"/>
            </a:xfrm>
            <a:prstGeom prst="rect">
              <a:avLst/>
            </a:prstGeom>
            <a:solidFill>
              <a:srgbClr val="DCE8ED"/>
            </a:solidFill>
            <a:ln w="0">
              <a:noFill/>
              <a:prstDash val="solid"/>
            </a:ln>
          </p:spPr>
        </p:sp>
        <p:sp>
          <p:nvSpPr>
            <p:cNvPr id="4041" name="dense-strip-1-cell-139">
              <a:extLst>
                <a:ext uri="{FF2B5EF4-FFF2-40B4-BE49-F238E27FC236}">
                  <a16:creationId xmlns:a16="http://schemas.microsoft.com/office/drawing/2014/main" id="{7050A65C-1296-4E5D-8EE9-42E15A49BA27}"/>
                </a:ext>
              </a:extLst>
            </p:cNvPr>
            <p:cNvSpPr>
              <a:spLocks noGrp="1"/>
            </p:cNvSpPr>
            <p:nvPr/>
          </p:nvSpPr>
          <p:spPr>
            <a:xfrm>
              <a:off x="23378418" y="1581150"/>
              <a:ext cx="15522" cy="133350"/>
            </a:xfrm>
            <a:prstGeom prst="rect">
              <a:avLst/>
            </a:prstGeom>
            <a:solidFill>
              <a:srgbClr val="DCE8ED"/>
            </a:solidFill>
            <a:ln w="0">
              <a:noFill/>
              <a:prstDash val="solid"/>
            </a:ln>
          </p:spPr>
        </p:sp>
        <p:sp>
          <p:nvSpPr>
            <p:cNvPr id="4042" name="dense-strip-1-cell-138">
              <a:extLst>
                <a:ext uri="{FF2B5EF4-FFF2-40B4-BE49-F238E27FC236}">
                  <a16:creationId xmlns:a16="http://schemas.microsoft.com/office/drawing/2014/main" id="{FCBC04F4-5B5B-4365-99E3-7D2655E27080}"/>
                </a:ext>
              </a:extLst>
            </p:cNvPr>
            <p:cNvSpPr>
              <a:spLocks noGrp="1"/>
            </p:cNvSpPr>
            <p:nvPr/>
          </p:nvSpPr>
          <p:spPr>
            <a:xfrm>
              <a:off x="23363039" y="1581150"/>
              <a:ext cx="15522" cy="133350"/>
            </a:xfrm>
            <a:prstGeom prst="rect">
              <a:avLst/>
            </a:prstGeom>
            <a:solidFill>
              <a:srgbClr val="DCE8ED"/>
            </a:solidFill>
            <a:ln w="0">
              <a:noFill/>
              <a:prstDash val="solid"/>
            </a:ln>
          </p:spPr>
        </p:sp>
        <p:sp>
          <p:nvSpPr>
            <p:cNvPr id="4043" name="dense-strip-1-cell-137">
              <a:extLst>
                <a:ext uri="{FF2B5EF4-FFF2-40B4-BE49-F238E27FC236}">
                  <a16:creationId xmlns:a16="http://schemas.microsoft.com/office/drawing/2014/main" id="{7758ECB3-1835-4AA1-84BC-25B87D5802BE}"/>
                </a:ext>
              </a:extLst>
            </p:cNvPr>
            <p:cNvSpPr>
              <a:spLocks noGrp="1"/>
            </p:cNvSpPr>
            <p:nvPr/>
          </p:nvSpPr>
          <p:spPr>
            <a:xfrm>
              <a:off x="23347660" y="1581150"/>
              <a:ext cx="15522" cy="133350"/>
            </a:xfrm>
            <a:prstGeom prst="rect">
              <a:avLst/>
            </a:prstGeom>
            <a:solidFill>
              <a:srgbClr val="DCE8ED"/>
            </a:solidFill>
            <a:ln w="0">
              <a:noFill/>
              <a:prstDash val="solid"/>
            </a:ln>
          </p:spPr>
        </p:sp>
        <p:sp>
          <p:nvSpPr>
            <p:cNvPr id="4044" name="dense-strip-1-cell-136">
              <a:extLst>
                <a:ext uri="{FF2B5EF4-FFF2-40B4-BE49-F238E27FC236}">
                  <a16:creationId xmlns:a16="http://schemas.microsoft.com/office/drawing/2014/main" id="{901C4E37-AD18-43E4-B4E2-28F99433BCA9}"/>
                </a:ext>
              </a:extLst>
            </p:cNvPr>
            <p:cNvSpPr>
              <a:spLocks noGrp="1"/>
            </p:cNvSpPr>
            <p:nvPr/>
          </p:nvSpPr>
          <p:spPr>
            <a:xfrm>
              <a:off x="23332281" y="1581150"/>
              <a:ext cx="15522" cy="133350"/>
            </a:xfrm>
            <a:prstGeom prst="rect">
              <a:avLst/>
            </a:prstGeom>
            <a:solidFill>
              <a:srgbClr val="DCE8ED"/>
            </a:solidFill>
            <a:ln w="0">
              <a:noFill/>
              <a:prstDash val="solid"/>
            </a:ln>
          </p:spPr>
        </p:sp>
        <p:sp>
          <p:nvSpPr>
            <p:cNvPr id="4045" name="dense-strip-1-cell-135">
              <a:extLst>
                <a:ext uri="{FF2B5EF4-FFF2-40B4-BE49-F238E27FC236}">
                  <a16:creationId xmlns:a16="http://schemas.microsoft.com/office/drawing/2014/main" id="{8EBCACF3-022E-4625-A3DB-3C50FF0C8CE1}"/>
                </a:ext>
              </a:extLst>
            </p:cNvPr>
            <p:cNvSpPr>
              <a:spLocks noGrp="1"/>
            </p:cNvSpPr>
            <p:nvPr/>
          </p:nvSpPr>
          <p:spPr>
            <a:xfrm>
              <a:off x="23316902" y="1581150"/>
              <a:ext cx="15522" cy="133350"/>
            </a:xfrm>
            <a:prstGeom prst="rect">
              <a:avLst/>
            </a:prstGeom>
            <a:solidFill>
              <a:srgbClr val="DCE7ED"/>
            </a:solidFill>
            <a:ln w="0">
              <a:noFill/>
              <a:prstDash val="solid"/>
            </a:ln>
          </p:spPr>
        </p:sp>
        <p:sp>
          <p:nvSpPr>
            <p:cNvPr id="4046" name="dense-strip-1-cell-134">
              <a:extLst>
                <a:ext uri="{FF2B5EF4-FFF2-40B4-BE49-F238E27FC236}">
                  <a16:creationId xmlns:a16="http://schemas.microsoft.com/office/drawing/2014/main" id="{63084B55-54EC-4260-86AE-3D57C3610806}"/>
                </a:ext>
              </a:extLst>
            </p:cNvPr>
            <p:cNvSpPr>
              <a:spLocks noGrp="1"/>
            </p:cNvSpPr>
            <p:nvPr/>
          </p:nvSpPr>
          <p:spPr>
            <a:xfrm>
              <a:off x="23301523" y="1581150"/>
              <a:ext cx="15522" cy="133350"/>
            </a:xfrm>
            <a:prstGeom prst="rect">
              <a:avLst/>
            </a:prstGeom>
            <a:solidFill>
              <a:srgbClr val="D7E0E8"/>
            </a:solidFill>
            <a:ln w="0">
              <a:noFill/>
              <a:prstDash val="solid"/>
            </a:ln>
          </p:spPr>
        </p:sp>
        <p:sp>
          <p:nvSpPr>
            <p:cNvPr id="4047" name="dense-strip-1-cell-133">
              <a:extLst>
                <a:ext uri="{FF2B5EF4-FFF2-40B4-BE49-F238E27FC236}">
                  <a16:creationId xmlns:a16="http://schemas.microsoft.com/office/drawing/2014/main" id="{56FA534A-CE4B-4EE4-8997-4B865BDE6541}"/>
                </a:ext>
              </a:extLst>
            </p:cNvPr>
            <p:cNvSpPr>
              <a:spLocks noGrp="1"/>
            </p:cNvSpPr>
            <p:nvPr/>
          </p:nvSpPr>
          <p:spPr>
            <a:xfrm>
              <a:off x="23286145" y="1581150"/>
              <a:ext cx="15522" cy="133350"/>
            </a:xfrm>
            <a:prstGeom prst="rect">
              <a:avLst/>
            </a:prstGeom>
            <a:solidFill>
              <a:srgbClr val="ABD7D2"/>
            </a:solidFill>
            <a:ln w="0">
              <a:noFill/>
              <a:prstDash val="solid"/>
            </a:ln>
          </p:spPr>
        </p:sp>
        <p:sp>
          <p:nvSpPr>
            <p:cNvPr id="4048" name="dense-strip-1-cell-132">
              <a:extLst>
                <a:ext uri="{FF2B5EF4-FFF2-40B4-BE49-F238E27FC236}">
                  <a16:creationId xmlns:a16="http://schemas.microsoft.com/office/drawing/2014/main" id="{366395B1-439C-42B2-B2DF-F8407D47481E}"/>
                </a:ext>
              </a:extLst>
            </p:cNvPr>
            <p:cNvSpPr>
              <a:spLocks noGrp="1"/>
            </p:cNvSpPr>
            <p:nvPr/>
          </p:nvSpPr>
          <p:spPr>
            <a:xfrm>
              <a:off x="23270766" y="1581150"/>
              <a:ext cx="15522" cy="133350"/>
            </a:xfrm>
            <a:prstGeom prst="rect">
              <a:avLst/>
            </a:prstGeom>
            <a:solidFill>
              <a:srgbClr val="83CABC"/>
            </a:solidFill>
            <a:ln w="0">
              <a:noFill/>
              <a:prstDash val="solid"/>
            </a:ln>
          </p:spPr>
        </p:sp>
        <p:sp>
          <p:nvSpPr>
            <p:cNvPr id="4049" name="dense-strip-1-cell-131">
              <a:extLst>
                <a:ext uri="{FF2B5EF4-FFF2-40B4-BE49-F238E27FC236}">
                  <a16:creationId xmlns:a16="http://schemas.microsoft.com/office/drawing/2014/main" id="{991187EE-BAB5-4F90-8849-CF7B23E6DF5B}"/>
                </a:ext>
              </a:extLst>
            </p:cNvPr>
            <p:cNvSpPr>
              <a:spLocks noGrp="1"/>
            </p:cNvSpPr>
            <p:nvPr/>
          </p:nvSpPr>
          <p:spPr>
            <a:xfrm>
              <a:off x="23255387" y="1581150"/>
              <a:ext cx="15522" cy="133350"/>
            </a:xfrm>
            <a:prstGeom prst="rect">
              <a:avLst/>
            </a:prstGeom>
            <a:solidFill>
              <a:srgbClr val="59BCA4"/>
            </a:solidFill>
            <a:ln w="0">
              <a:noFill/>
              <a:prstDash val="solid"/>
            </a:ln>
          </p:spPr>
        </p:sp>
        <p:sp>
          <p:nvSpPr>
            <p:cNvPr id="4050" name="dense-strip-1-cell-130">
              <a:extLst>
                <a:ext uri="{FF2B5EF4-FFF2-40B4-BE49-F238E27FC236}">
                  <a16:creationId xmlns:a16="http://schemas.microsoft.com/office/drawing/2014/main" id="{AD2287EE-2CB3-4661-9805-7600F60CE19A}"/>
                </a:ext>
              </a:extLst>
            </p:cNvPr>
            <p:cNvSpPr>
              <a:spLocks noGrp="1"/>
            </p:cNvSpPr>
            <p:nvPr/>
          </p:nvSpPr>
          <p:spPr>
            <a:xfrm>
              <a:off x="23240008" y="1581150"/>
              <a:ext cx="15522" cy="133350"/>
            </a:xfrm>
            <a:prstGeom prst="rect">
              <a:avLst/>
            </a:prstGeom>
            <a:solidFill>
              <a:srgbClr val="31AF8E"/>
            </a:solidFill>
            <a:ln w="0">
              <a:noFill/>
              <a:prstDash val="solid"/>
            </a:ln>
          </p:spPr>
        </p:sp>
        <p:sp>
          <p:nvSpPr>
            <p:cNvPr id="4051" name="dense-strip-1-cell-129">
              <a:extLst>
                <a:ext uri="{FF2B5EF4-FFF2-40B4-BE49-F238E27FC236}">
                  <a16:creationId xmlns:a16="http://schemas.microsoft.com/office/drawing/2014/main" id="{93ACB4C7-A1BF-4EDA-AE2C-2840490D7BFB}"/>
                </a:ext>
              </a:extLst>
            </p:cNvPr>
            <p:cNvSpPr>
              <a:spLocks noGrp="1"/>
            </p:cNvSpPr>
            <p:nvPr/>
          </p:nvSpPr>
          <p:spPr>
            <a:xfrm>
              <a:off x="23224629" y="1581150"/>
              <a:ext cx="15522" cy="133350"/>
            </a:xfrm>
            <a:prstGeom prst="rect">
              <a:avLst/>
            </a:prstGeom>
            <a:solidFill>
              <a:srgbClr val="11A47D"/>
            </a:solidFill>
            <a:ln w="0">
              <a:noFill/>
              <a:prstDash val="solid"/>
            </a:ln>
          </p:spPr>
        </p:sp>
        <p:sp>
          <p:nvSpPr>
            <p:cNvPr id="4052" name="dense-strip-1-cell-128">
              <a:extLst>
                <a:ext uri="{FF2B5EF4-FFF2-40B4-BE49-F238E27FC236}">
                  <a16:creationId xmlns:a16="http://schemas.microsoft.com/office/drawing/2014/main" id="{5ABDC50F-60D6-4174-B246-9EBAB8C281BD}"/>
                </a:ext>
              </a:extLst>
            </p:cNvPr>
            <p:cNvSpPr>
              <a:spLocks noGrp="1"/>
            </p:cNvSpPr>
            <p:nvPr/>
          </p:nvSpPr>
          <p:spPr>
            <a:xfrm>
              <a:off x="23209250" y="1581150"/>
              <a:ext cx="15522" cy="133350"/>
            </a:xfrm>
            <a:prstGeom prst="rect">
              <a:avLst/>
            </a:prstGeom>
            <a:solidFill>
              <a:srgbClr val="019E74"/>
            </a:solidFill>
            <a:ln w="0">
              <a:noFill/>
              <a:prstDash val="solid"/>
            </a:ln>
          </p:spPr>
        </p:sp>
        <p:sp>
          <p:nvSpPr>
            <p:cNvPr id="4053" name="dense-strip-1-cell-127">
              <a:extLst>
                <a:ext uri="{FF2B5EF4-FFF2-40B4-BE49-F238E27FC236}">
                  <a16:creationId xmlns:a16="http://schemas.microsoft.com/office/drawing/2014/main" id="{AD7FD8F8-623F-4729-BEBB-A67EE2E8DEAA}"/>
                </a:ext>
              </a:extLst>
            </p:cNvPr>
            <p:cNvSpPr>
              <a:spLocks noGrp="1"/>
            </p:cNvSpPr>
            <p:nvPr/>
          </p:nvSpPr>
          <p:spPr>
            <a:xfrm>
              <a:off x="23193871" y="1581150"/>
              <a:ext cx="15522" cy="133350"/>
            </a:xfrm>
            <a:prstGeom prst="rect">
              <a:avLst/>
            </a:prstGeom>
            <a:solidFill>
              <a:srgbClr val="009E73"/>
            </a:solidFill>
            <a:ln w="0">
              <a:noFill/>
              <a:prstDash val="solid"/>
            </a:ln>
          </p:spPr>
        </p:sp>
        <p:sp>
          <p:nvSpPr>
            <p:cNvPr id="4054" name="dense-strip-1-cell-126">
              <a:extLst>
                <a:ext uri="{FF2B5EF4-FFF2-40B4-BE49-F238E27FC236}">
                  <a16:creationId xmlns:a16="http://schemas.microsoft.com/office/drawing/2014/main" id="{7C0B3131-CFCF-4750-81FC-0EBF31899AEF}"/>
                </a:ext>
              </a:extLst>
            </p:cNvPr>
            <p:cNvSpPr>
              <a:spLocks noGrp="1"/>
            </p:cNvSpPr>
            <p:nvPr/>
          </p:nvSpPr>
          <p:spPr>
            <a:xfrm>
              <a:off x="23178492" y="1581150"/>
              <a:ext cx="15522" cy="133350"/>
            </a:xfrm>
            <a:prstGeom prst="rect">
              <a:avLst/>
            </a:prstGeom>
            <a:solidFill>
              <a:srgbClr val="009E73"/>
            </a:solidFill>
            <a:ln w="0">
              <a:noFill/>
              <a:prstDash val="solid"/>
            </a:ln>
          </p:spPr>
        </p:sp>
        <p:sp>
          <p:nvSpPr>
            <p:cNvPr id="4055" name="dense-strip-1-cell-125">
              <a:extLst>
                <a:ext uri="{FF2B5EF4-FFF2-40B4-BE49-F238E27FC236}">
                  <a16:creationId xmlns:a16="http://schemas.microsoft.com/office/drawing/2014/main" id="{BA3FA948-8B89-46E4-B718-F1DB6CFF6076}"/>
                </a:ext>
              </a:extLst>
            </p:cNvPr>
            <p:cNvSpPr>
              <a:spLocks noGrp="1"/>
            </p:cNvSpPr>
            <p:nvPr/>
          </p:nvSpPr>
          <p:spPr>
            <a:xfrm>
              <a:off x="23163113" y="1581150"/>
              <a:ext cx="15522" cy="133350"/>
            </a:xfrm>
            <a:prstGeom prst="rect">
              <a:avLst/>
            </a:prstGeom>
            <a:solidFill>
              <a:srgbClr val="009E73"/>
            </a:solidFill>
            <a:ln w="0">
              <a:noFill/>
              <a:prstDash val="solid"/>
            </a:ln>
          </p:spPr>
        </p:sp>
        <p:sp>
          <p:nvSpPr>
            <p:cNvPr id="4056" name="dense-strip-1-cell-124">
              <a:extLst>
                <a:ext uri="{FF2B5EF4-FFF2-40B4-BE49-F238E27FC236}">
                  <a16:creationId xmlns:a16="http://schemas.microsoft.com/office/drawing/2014/main" id="{A35FB5B5-843A-4E5D-9455-80B9B3BF11F8}"/>
                </a:ext>
              </a:extLst>
            </p:cNvPr>
            <p:cNvSpPr>
              <a:spLocks noGrp="1"/>
            </p:cNvSpPr>
            <p:nvPr/>
          </p:nvSpPr>
          <p:spPr>
            <a:xfrm>
              <a:off x="23147734" y="1581150"/>
              <a:ext cx="15522" cy="133350"/>
            </a:xfrm>
            <a:prstGeom prst="rect">
              <a:avLst/>
            </a:prstGeom>
            <a:solidFill>
              <a:srgbClr val="009E73"/>
            </a:solidFill>
            <a:ln w="0">
              <a:noFill/>
              <a:prstDash val="solid"/>
            </a:ln>
          </p:spPr>
        </p:sp>
        <p:sp>
          <p:nvSpPr>
            <p:cNvPr id="4057" name="dense-strip-1-cell-123">
              <a:extLst>
                <a:ext uri="{FF2B5EF4-FFF2-40B4-BE49-F238E27FC236}">
                  <a16:creationId xmlns:a16="http://schemas.microsoft.com/office/drawing/2014/main" id="{981284D5-B947-45E6-BA6A-D90B2EA20EEC}"/>
                </a:ext>
              </a:extLst>
            </p:cNvPr>
            <p:cNvSpPr>
              <a:spLocks noGrp="1"/>
            </p:cNvSpPr>
            <p:nvPr/>
          </p:nvSpPr>
          <p:spPr>
            <a:xfrm>
              <a:off x="23132355" y="1581150"/>
              <a:ext cx="15522" cy="133350"/>
            </a:xfrm>
            <a:prstGeom prst="rect">
              <a:avLst/>
            </a:prstGeom>
            <a:solidFill>
              <a:srgbClr val="009E73"/>
            </a:solidFill>
            <a:ln w="0">
              <a:noFill/>
              <a:prstDash val="solid"/>
            </a:ln>
          </p:spPr>
        </p:sp>
        <p:sp>
          <p:nvSpPr>
            <p:cNvPr id="4058" name="dense-strip-1-cell-122">
              <a:extLst>
                <a:ext uri="{FF2B5EF4-FFF2-40B4-BE49-F238E27FC236}">
                  <a16:creationId xmlns:a16="http://schemas.microsoft.com/office/drawing/2014/main" id="{D76783A9-A1C8-44B5-A514-744E94CDFE46}"/>
                </a:ext>
              </a:extLst>
            </p:cNvPr>
            <p:cNvSpPr>
              <a:spLocks noGrp="1"/>
            </p:cNvSpPr>
            <p:nvPr/>
          </p:nvSpPr>
          <p:spPr>
            <a:xfrm>
              <a:off x="23116977" y="1581150"/>
              <a:ext cx="15522" cy="133350"/>
            </a:xfrm>
            <a:prstGeom prst="rect">
              <a:avLst/>
            </a:prstGeom>
            <a:solidFill>
              <a:srgbClr val="009E73"/>
            </a:solidFill>
            <a:ln w="0">
              <a:noFill/>
              <a:prstDash val="solid"/>
            </a:ln>
          </p:spPr>
        </p:sp>
        <p:sp>
          <p:nvSpPr>
            <p:cNvPr id="4059" name="dense-strip-1-cell-121">
              <a:extLst>
                <a:ext uri="{FF2B5EF4-FFF2-40B4-BE49-F238E27FC236}">
                  <a16:creationId xmlns:a16="http://schemas.microsoft.com/office/drawing/2014/main" id="{22E74B11-23FE-4315-B471-ED269450F5CA}"/>
                </a:ext>
              </a:extLst>
            </p:cNvPr>
            <p:cNvSpPr>
              <a:spLocks noGrp="1"/>
            </p:cNvSpPr>
            <p:nvPr/>
          </p:nvSpPr>
          <p:spPr>
            <a:xfrm>
              <a:off x="23101598" y="1581150"/>
              <a:ext cx="15522" cy="133350"/>
            </a:xfrm>
            <a:prstGeom prst="rect">
              <a:avLst/>
            </a:prstGeom>
            <a:solidFill>
              <a:srgbClr val="009E73"/>
            </a:solidFill>
            <a:ln w="0">
              <a:noFill/>
              <a:prstDash val="solid"/>
            </a:ln>
          </p:spPr>
        </p:sp>
        <p:sp>
          <p:nvSpPr>
            <p:cNvPr id="4060" name="dense-strip-1-cell-120">
              <a:extLst>
                <a:ext uri="{FF2B5EF4-FFF2-40B4-BE49-F238E27FC236}">
                  <a16:creationId xmlns:a16="http://schemas.microsoft.com/office/drawing/2014/main" id="{CF7892C8-4FAF-4BF2-87E2-34134A697A65}"/>
                </a:ext>
              </a:extLst>
            </p:cNvPr>
            <p:cNvSpPr>
              <a:spLocks noGrp="1"/>
            </p:cNvSpPr>
            <p:nvPr/>
          </p:nvSpPr>
          <p:spPr>
            <a:xfrm>
              <a:off x="23086219" y="1581150"/>
              <a:ext cx="15522" cy="133350"/>
            </a:xfrm>
            <a:prstGeom prst="rect">
              <a:avLst/>
            </a:prstGeom>
            <a:solidFill>
              <a:srgbClr val="009E73"/>
            </a:solidFill>
            <a:ln w="0">
              <a:noFill/>
              <a:prstDash val="solid"/>
            </a:ln>
          </p:spPr>
        </p:sp>
        <p:sp>
          <p:nvSpPr>
            <p:cNvPr id="4061" name="dense-strip-1-cell-119">
              <a:extLst>
                <a:ext uri="{FF2B5EF4-FFF2-40B4-BE49-F238E27FC236}">
                  <a16:creationId xmlns:a16="http://schemas.microsoft.com/office/drawing/2014/main" id="{93F948E4-CCC5-47EF-A331-D31C315EE821}"/>
                </a:ext>
              </a:extLst>
            </p:cNvPr>
            <p:cNvSpPr>
              <a:spLocks noGrp="1"/>
            </p:cNvSpPr>
            <p:nvPr/>
          </p:nvSpPr>
          <p:spPr>
            <a:xfrm>
              <a:off x="23070840" y="1581150"/>
              <a:ext cx="15522" cy="133350"/>
            </a:xfrm>
            <a:prstGeom prst="rect">
              <a:avLst/>
            </a:prstGeom>
            <a:solidFill>
              <a:srgbClr val="009E73"/>
            </a:solidFill>
            <a:ln w="0">
              <a:noFill/>
              <a:prstDash val="solid"/>
            </a:ln>
          </p:spPr>
        </p:sp>
        <p:sp>
          <p:nvSpPr>
            <p:cNvPr id="4062" name="dense-strip-1-cell-118">
              <a:extLst>
                <a:ext uri="{FF2B5EF4-FFF2-40B4-BE49-F238E27FC236}">
                  <a16:creationId xmlns:a16="http://schemas.microsoft.com/office/drawing/2014/main" id="{26DD048C-BC4B-487F-81E3-E08078812416}"/>
                </a:ext>
              </a:extLst>
            </p:cNvPr>
            <p:cNvSpPr>
              <a:spLocks noGrp="1"/>
            </p:cNvSpPr>
            <p:nvPr/>
          </p:nvSpPr>
          <p:spPr>
            <a:xfrm>
              <a:off x="23055461" y="1581150"/>
              <a:ext cx="15522" cy="133350"/>
            </a:xfrm>
            <a:prstGeom prst="rect">
              <a:avLst/>
            </a:prstGeom>
            <a:solidFill>
              <a:srgbClr val="009E73"/>
            </a:solidFill>
            <a:ln w="0">
              <a:noFill/>
              <a:prstDash val="solid"/>
            </a:ln>
          </p:spPr>
        </p:sp>
        <p:sp>
          <p:nvSpPr>
            <p:cNvPr id="4063" name="dense-strip-1-cell-117">
              <a:extLst>
                <a:ext uri="{FF2B5EF4-FFF2-40B4-BE49-F238E27FC236}">
                  <a16:creationId xmlns:a16="http://schemas.microsoft.com/office/drawing/2014/main" id="{B99E865F-5188-428D-AD24-49EA859CF9C9}"/>
                </a:ext>
              </a:extLst>
            </p:cNvPr>
            <p:cNvSpPr>
              <a:spLocks noGrp="1"/>
            </p:cNvSpPr>
            <p:nvPr/>
          </p:nvSpPr>
          <p:spPr>
            <a:xfrm>
              <a:off x="23040082" y="1581150"/>
              <a:ext cx="15522" cy="133350"/>
            </a:xfrm>
            <a:prstGeom prst="rect">
              <a:avLst/>
            </a:prstGeom>
            <a:solidFill>
              <a:srgbClr val="009E73"/>
            </a:solidFill>
            <a:ln w="0">
              <a:noFill/>
              <a:prstDash val="solid"/>
            </a:ln>
          </p:spPr>
        </p:sp>
        <p:sp>
          <p:nvSpPr>
            <p:cNvPr id="4064" name="dense-strip-1-cell-116">
              <a:extLst>
                <a:ext uri="{FF2B5EF4-FFF2-40B4-BE49-F238E27FC236}">
                  <a16:creationId xmlns:a16="http://schemas.microsoft.com/office/drawing/2014/main" id="{1B0997B1-FD56-48A7-8CA1-2920D3A6BACC}"/>
                </a:ext>
              </a:extLst>
            </p:cNvPr>
            <p:cNvSpPr>
              <a:spLocks noGrp="1"/>
            </p:cNvSpPr>
            <p:nvPr/>
          </p:nvSpPr>
          <p:spPr>
            <a:xfrm>
              <a:off x="23024703" y="1581150"/>
              <a:ext cx="15522" cy="133350"/>
            </a:xfrm>
            <a:prstGeom prst="rect">
              <a:avLst/>
            </a:prstGeom>
            <a:solidFill>
              <a:srgbClr val="009E73"/>
            </a:solidFill>
            <a:ln w="0">
              <a:noFill/>
              <a:prstDash val="solid"/>
            </a:ln>
          </p:spPr>
        </p:sp>
        <p:sp>
          <p:nvSpPr>
            <p:cNvPr id="4065" name="dense-strip-1-cell-115">
              <a:extLst>
                <a:ext uri="{FF2B5EF4-FFF2-40B4-BE49-F238E27FC236}">
                  <a16:creationId xmlns:a16="http://schemas.microsoft.com/office/drawing/2014/main" id="{EA2EB54F-3423-4E90-A565-1AA021695DA5}"/>
                </a:ext>
              </a:extLst>
            </p:cNvPr>
            <p:cNvSpPr>
              <a:spLocks noGrp="1"/>
            </p:cNvSpPr>
            <p:nvPr/>
          </p:nvSpPr>
          <p:spPr>
            <a:xfrm>
              <a:off x="23009324" y="1581150"/>
              <a:ext cx="15522" cy="133350"/>
            </a:xfrm>
            <a:prstGeom prst="rect">
              <a:avLst/>
            </a:prstGeom>
            <a:solidFill>
              <a:srgbClr val="07A177"/>
            </a:solidFill>
            <a:ln w="0">
              <a:noFill/>
              <a:prstDash val="solid"/>
            </a:ln>
          </p:spPr>
        </p:sp>
        <p:sp>
          <p:nvSpPr>
            <p:cNvPr id="4066" name="dense-strip-1-cell-114">
              <a:extLst>
                <a:ext uri="{FF2B5EF4-FFF2-40B4-BE49-F238E27FC236}">
                  <a16:creationId xmlns:a16="http://schemas.microsoft.com/office/drawing/2014/main" id="{59AF3CB1-7F51-43A0-8BBC-28EC952501F2}"/>
                </a:ext>
              </a:extLst>
            </p:cNvPr>
            <p:cNvSpPr>
              <a:spLocks noGrp="1"/>
            </p:cNvSpPr>
            <p:nvPr/>
          </p:nvSpPr>
          <p:spPr>
            <a:xfrm>
              <a:off x="22993945" y="1581150"/>
              <a:ext cx="15522" cy="133350"/>
            </a:xfrm>
            <a:prstGeom prst="rect">
              <a:avLst/>
            </a:prstGeom>
            <a:solidFill>
              <a:srgbClr val="1AA781"/>
            </a:solidFill>
            <a:ln w="0">
              <a:noFill/>
              <a:prstDash val="solid"/>
            </a:ln>
          </p:spPr>
        </p:sp>
        <p:sp>
          <p:nvSpPr>
            <p:cNvPr id="4067" name="dense-strip-1-cell-113">
              <a:extLst>
                <a:ext uri="{FF2B5EF4-FFF2-40B4-BE49-F238E27FC236}">
                  <a16:creationId xmlns:a16="http://schemas.microsoft.com/office/drawing/2014/main" id="{0B08D5EB-879A-4A96-A478-F2A7AB1F540E}"/>
                </a:ext>
              </a:extLst>
            </p:cNvPr>
            <p:cNvSpPr>
              <a:spLocks noGrp="1"/>
            </p:cNvSpPr>
            <p:nvPr/>
          </p:nvSpPr>
          <p:spPr>
            <a:xfrm>
              <a:off x="22978566" y="1581150"/>
              <a:ext cx="15522" cy="133350"/>
            </a:xfrm>
            <a:prstGeom prst="rect">
              <a:avLst/>
            </a:prstGeom>
            <a:solidFill>
              <a:srgbClr val="2EAE8D"/>
            </a:solidFill>
            <a:ln w="0">
              <a:noFill/>
              <a:prstDash val="solid"/>
            </a:ln>
          </p:spPr>
        </p:sp>
        <p:sp>
          <p:nvSpPr>
            <p:cNvPr id="4068" name="dense-strip-1-cell-112">
              <a:extLst>
                <a:ext uri="{FF2B5EF4-FFF2-40B4-BE49-F238E27FC236}">
                  <a16:creationId xmlns:a16="http://schemas.microsoft.com/office/drawing/2014/main" id="{4620A503-A3CC-4C5F-8947-F669AAD75374}"/>
                </a:ext>
              </a:extLst>
            </p:cNvPr>
            <p:cNvSpPr>
              <a:spLocks noGrp="1"/>
            </p:cNvSpPr>
            <p:nvPr/>
          </p:nvSpPr>
          <p:spPr>
            <a:xfrm>
              <a:off x="22963188" y="1581150"/>
              <a:ext cx="15522" cy="133350"/>
            </a:xfrm>
            <a:prstGeom prst="rect">
              <a:avLst/>
            </a:prstGeom>
            <a:solidFill>
              <a:srgbClr val="48B69B"/>
            </a:solidFill>
            <a:ln w="0">
              <a:noFill/>
              <a:prstDash val="solid"/>
            </a:ln>
          </p:spPr>
        </p:sp>
        <p:sp>
          <p:nvSpPr>
            <p:cNvPr id="4069" name="dense-strip-1-cell-111">
              <a:extLst>
                <a:ext uri="{FF2B5EF4-FFF2-40B4-BE49-F238E27FC236}">
                  <a16:creationId xmlns:a16="http://schemas.microsoft.com/office/drawing/2014/main" id="{9F2D8668-A79D-4A5A-A21C-FFCF10C46A3A}"/>
                </a:ext>
              </a:extLst>
            </p:cNvPr>
            <p:cNvSpPr>
              <a:spLocks noGrp="1"/>
            </p:cNvSpPr>
            <p:nvPr/>
          </p:nvSpPr>
          <p:spPr>
            <a:xfrm>
              <a:off x="22947809" y="1581150"/>
              <a:ext cx="15522" cy="133350"/>
            </a:xfrm>
            <a:prstGeom prst="rect">
              <a:avLst/>
            </a:prstGeom>
            <a:solidFill>
              <a:srgbClr val="60BEA8"/>
            </a:solidFill>
            <a:ln w="0">
              <a:noFill/>
              <a:prstDash val="solid"/>
            </a:ln>
          </p:spPr>
        </p:sp>
        <p:sp>
          <p:nvSpPr>
            <p:cNvPr id="4070" name="dense-strip-1-cell-110">
              <a:extLst>
                <a:ext uri="{FF2B5EF4-FFF2-40B4-BE49-F238E27FC236}">
                  <a16:creationId xmlns:a16="http://schemas.microsoft.com/office/drawing/2014/main" id="{F90E8584-EC31-41DE-BC6C-C3DA1F557569}"/>
                </a:ext>
              </a:extLst>
            </p:cNvPr>
            <p:cNvSpPr>
              <a:spLocks noGrp="1"/>
            </p:cNvSpPr>
            <p:nvPr/>
          </p:nvSpPr>
          <p:spPr>
            <a:xfrm>
              <a:off x="22932430" y="1581150"/>
              <a:ext cx="15522" cy="133350"/>
            </a:xfrm>
            <a:prstGeom prst="rect">
              <a:avLst/>
            </a:prstGeom>
            <a:solidFill>
              <a:srgbClr val="73C5B3"/>
            </a:solidFill>
            <a:ln w="0">
              <a:noFill/>
              <a:prstDash val="solid"/>
            </a:ln>
          </p:spPr>
        </p:sp>
        <p:sp>
          <p:nvSpPr>
            <p:cNvPr id="4071" name="dense-strip-1-cell-109">
              <a:extLst>
                <a:ext uri="{FF2B5EF4-FFF2-40B4-BE49-F238E27FC236}">
                  <a16:creationId xmlns:a16="http://schemas.microsoft.com/office/drawing/2014/main" id="{D9AC1CEA-2606-4858-B15A-4A818C2D28EB}"/>
                </a:ext>
              </a:extLst>
            </p:cNvPr>
            <p:cNvSpPr>
              <a:spLocks noGrp="1"/>
            </p:cNvSpPr>
            <p:nvPr/>
          </p:nvSpPr>
          <p:spPr>
            <a:xfrm>
              <a:off x="22917051" y="1581150"/>
              <a:ext cx="15522" cy="133350"/>
            </a:xfrm>
            <a:prstGeom prst="rect">
              <a:avLst/>
            </a:prstGeom>
            <a:solidFill>
              <a:srgbClr val="7FC9B9"/>
            </a:solidFill>
            <a:ln w="0">
              <a:noFill/>
              <a:prstDash val="solid"/>
            </a:ln>
          </p:spPr>
        </p:sp>
        <p:sp>
          <p:nvSpPr>
            <p:cNvPr id="4072" name="dense-strip-1-cell-108">
              <a:extLst>
                <a:ext uri="{FF2B5EF4-FFF2-40B4-BE49-F238E27FC236}">
                  <a16:creationId xmlns:a16="http://schemas.microsoft.com/office/drawing/2014/main" id="{9C167323-611C-41B2-A53C-3E546D1636F3}"/>
                </a:ext>
              </a:extLst>
            </p:cNvPr>
            <p:cNvSpPr>
              <a:spLocks noGrp="1"/>
            </p:cNvSpPr>
            <p:nvPr/>
          </p:nvSpPr>
          <p:spPr>
            <a:xfrm>
              <a:off x="22901672" y="1581150"/>
              <a:ext cx="15522" cy="133350"/>
            </a:xfrm>
            <a:prstGeom prst="rect">
              <a:avLst/>
            </a:prstGeom>
            <a:solidFill>
              <a:srgbClr val="81C9BA"/>
            </a:solidFill>
            <a:ln w="0">
              <a:noFill/>
              <a:prstDash val="solid"/>
            </a:ln>
          </p:spPr>
        </p:sp>
        <p:sp>
          <p:nvSpPr>
            <p:cNvPr id="4073" name="dense-strip-1-cell-107">
              <a:extLst>
                <a:ext uri="{FF2B5EF4-FFF2-40B4-BE49-F238E27FC236}">
                  <a16:creationId xmlns:a16="http://schemas.microsoft.com/office/drawing/2014/main" id="{F3E839C7-C2F8-43D6-A38D-2A24F0F7E329}"/>
                </a:ext>
              </a:extLst>
            </p:cNvPr>
            <p:cNvSpPr>
              <a:spLocks noGrp="1"/>
            </p:cNvSpPr>
            <p:nvPr/>
          </p:nvSpPr>
          <p:spPr>
            <a:xfrm>
              <a:off x="22886293" y="1581150"/>
              <a:ext cx="15522" cy="133350"/>
            </a:xfrm>
            <a:prstGeom prst="rect">
              <a:avLst/>
            </a:prstGeom>
            <a:solidFill>
              <a:srgbClr val="81C9BA"/>
            </a:solidFill>
            <a:ln w="0">
              <a:noFill/>
              <a:prstDash val="solid"/>
            </a:ln>
          </p:spPr>
        </p:sp>
        <p:sp>
          <p:nvSpPr>
            <p:cNvPr id="4074" name="dense-strip-1-cell-106">
              <a:extLst>
                <a:ext uri="{FF2B5EF4-FFF2-40B4-BE49-F238E27FC236}">
                  <a16:creationId xmlns:a16="http://schemas.microsoft.com/office/drawing/2014/main" id="{9DD10EC2-3DD0-43E1-A8BF-1EE3FD213699}"/>
                </a:ext>
              </a:extLst>
            </p:cNvPr>
            <p:cNvSpPr>
              <a:spLocks noGrp="1"/>
            </p:cNvSpPr>
            <p:nvPr/>
          </p:nvSpPr>
          <p:spPr>
            <a:xfrm>
              <a:off x="22870914" y="1581150"/>
              <a:ext cx="15522" cy="133350"/>
            </a:xfrm>
            <a:prstGeom prst="rect">
              <a:avLst/>
            </a:prstGeom>
            <a:solidFill>
              <a:srgbClr val="81C9BA"/>
            </a:solidFill>
            <a:ln w="0">
              <a:noFill/>
              <a:prstDash val="solid"/>
            </a:ln>
          </p:spPr>
        </p:sp>
        <p:sp>
          <p:nvSpPr>
            <p:cNvPr id="4075" name="dense-strip-1-cell-105">
              <a:extLst>
                <a:ext uri="{FF2B5EF4-FFF2-40B4-BE49-F238E27FC236}">
                  <a16:creationId xmlns:a16="http://schemas.microsoft.com/office/drawing/2014/main" id="{C6FD72A7-7F35-4AF7-B796-E0CF98BC8EC2}"/>
                </a:ext>
              </a:extLst>
            </p:cNvPr>
            <p:cNvSpPr>
              <a:spLocks noGrp="1"/>
            </p:cNvSpPr>
            <p:nvPr/>
          </p:nvSpPr>
          <p:spPr>
            <a:xfrm>
              <a:off x="22855535" y="1581150"/>
              <a:ext cx="15522" cy="133350"/>
            </a:xfrm>
            <a:prstGeom prst="rect">
              <a:avLst/>
            </a:prstGeom>
            <a:solidFill>
              <a:srgbClr val="81C9BA"/>
            </a:solidFill>
            <a:ln w="0">
              <a:noFill/>
              <a:prstDash val="solid"/>
            </a:ln>
          </p:spPr>
        </p:sp>
        <p:sp>
          <p:nvSpPr>
            <p:cNvPr id="4076" name="dense-strip-1-cell-104">
              <a:extLst>
                <a:ext uri="{FF2B5EF4-FFF2-40B4-BE49-F238E27FC236}">
                  <a16:creationId xmlns:a16="http://schemas.microsoft.com/office/drawing/2014/main" id="{3452E509-E612-47A6-8A40-2DDFC645A5FB}"/>
                </a:ext>
              </a:extLst>
            </p:cNvPr>
            <p:cNvSpPr>
              <a:spLocks noGrp="1"/>
            </p:cNvSpPr>
            <p:nvPr/>
          </p:nvSpPr>
          <p:spPr>
            <a:xfrm>
              <a:off x="22840156" y="1581150"/>
              <a:ext cx="15522" cy="133350"/>
            </a:xfrm>
            <a:prstGeom prst="rect">
              <a:avLst/>
            </a:prstGeom>
            <a:solidFill>
              <a:srgbClr val="81C9BA"/>
            </a:solidFill>
            <a:ln w="0">
              <a:noFill/>
              <a:prstDash val="solid"/>
            </a:ln>
          </p:spPr>
        </p:sp>
        <p:sp>
          <p:nvSpPr>
            <p:cNvPr id="4077" name="dense-strip-1-cell-103">
              <a:extLst>
                <a:ext uri="{FF2B5EF4-FFF2-40B4-BE49-F238E27FC236}">
                  <a16:creationId xmlns:a16="http://schemas.microsoft.com/office/drawing/2014/main" id="{29EB773F-A0AF-46AB-B8D0-81E4843E36DE}"/>
                </a:ext>
              </a:extLst>
            </p:cNvPr>
            <p:cNvSpPr>
              <a:spLocks noGrp="1"/>
            </p:cNvSpPr>
            <p:nvPr/>
          </p:nvSpPr>
          <p:spPr>
            <a:xfrm>
              <a:off x="22824777" y="1581150"/>
              <a:ext cx="15522" cy="133350"/>
            </a:xfrm>
            <a:prstGeom prst="rect">
              <a:avLst/>
            </a:prstGeom>
            <a:solidFill>
              <a:srgbClr val="81C9BA"/>
            </a:solidFill>
            <a:ln w="0">
              <a:noFill/>
              <a:prstDash val="solid"/>
            </a:ln>
          </p:spPr>
        </p:sp>
        <p:sp>
          <p:nvSpPr>
            <p:cNvPr id="4078" name="dense-strip-1-cell-102">
              <a:extLst>
                <a:ext uri="{FF2B5EF4-FFF2-40B4-BE49-F238E27FC236}">
                  <a16:creationId xmlns:a16="http://schemas.microsoft.com/office/drawing/2014/main" id="{CF2B7D61-DB73-4E02-BEAA-9C5B981017AB}"/>
                </a:ext>
              </a:extLst>
            </p:cNvPr>
            <p:cNvSpPr>
              <a:spLocks noGrp="1"/>
            </p:cNvSpPr>
            <p:nvPr/>
          </p:nvSpPr>
          <p:spPr>
            <a:xfrm>
              <a:off x="22809398" y="1581150"/>
              <a:ext cx="15522" cy="133350"/>
            </a:xfrm>
            <a:prstGeom prst="rect">
              <a:avLst/>
            </a:prstGeom>
            <a:solidFill>
              <a:srgbClr val="81C9BA"/>
            </a:solidFill>
            <a:ln w="0">
              <a:noFill/>
              <a:prstDash val="solid"/>
            </a:ln>
          </p:spPr>
        </p:sp>
        <p:sp>
          <p:nvSpPr>
            <p:cNvPr id="4079" name="dense-strip-1-cell-101">
              <a:extLst>
                <a:ext uri="{FF2B5EF4-FFF2-40B4-BE49-F238E27FC236}">
                  <a16:creationId xmlns:a16="http://schemas.microsoft.com/office/drawing/2014/main" id="{F14CB8DA-5928-44CC-BF18-D6A739540E00}"/>
                </a:ext>
              </a:extLst>
            </p:cNvPr>
            <p:cNvSpPr>
              <a:spLocks noGrp="1"/>
            </p:cNvSpPr>
            <p:nvPr/>
          </p:nvSpPr>
          <p:spPr>
            <a:xfrm>
              <a:off x="22794020" y="1581150"/>
              <a:ext cx="15522" cy="133350"/>
            </a:xfrm>
            <a:prstGeom prst="rect">
              <a:avLst/>
            </a:prstGeom>
            <a:solidFill>
              <a:srgbClr val="81C9BA"/>
            </a:solidFill>
            <a:ln w="0">
              <a:noFill/>
              <a:prstDash val="solid"/>
            </a:ln>
          </p:spPr>
        </p:sp>
        <p:sp>
          <p:nvSpPr>
            <p:cNvPr id="4080" name="dense-strip-1-cell-100">
              <a:extLst>
                <a:ext uri="{FF2B5EF4-FFF2-40B4-BE49-F238E27FC236}">
                  <a16:creationId xmlns:a16="http://schemas.microsoft.com/office/drawing/2014/main" id="{010B74F8-553A-4B82-8C4C-90DB7C3CE9BB}"/>
                </a:ext>
              </a:extLst>
            </p:cNvPr>
            <p:cNvSpPr>
              <a:spLocks noGrp="1"/>
            </p:cNvSpPr>
            <p:nvPr/>
          </p:nvSpPr>
          <p:spPr>
            <a:xfrm>
              <a:off x="22778641" y="1581150"/>
              <a:ext cx="15522" cy="133350"/>
            </a:xfrm>
            <a:prstGeom prst="rect">
              <a:avLst/>
            </a:prstGeom>
            <a:solidFill>
              <a:srgbClr val="81C9BA"/>
            </a:solidFill>
            <a:ln w="0">
              <a:noFill/>
              <a:prstDash val="solid"/>
            </a:ln>
          </p:spPr>
        </p:sp>
        <p:sp>
          <p:nvSpPr>
            <p:cNvPr id="4081" name="dense-strip-1-cell-99">
              <a:extLst>
                <a:ext uri="{FF2B5EF4-FFF2-40B4-BE49-F238E27FC236}">
                  <a16:creationId xmlns:a16="http://schemas.microsoft.com/office/drawing/2014/main" id="{723F76B5-85FE-41B3-9FA2-0AB5FE8B8F8C}"/>
                </a:ext>
              </a:extLst>
            </p:cNvPr>
            <p:cNvSpPr>
              <a:spLocks noGrp="1"/>
            </p:cNvSpPr>
            <p:nvPr/>
          </p:nvSpPr>
          <p:spPr>
            <a:xfrm>
              <a:off x="22763262" y="1581150"/>
              <a:ext cx="15522" cy="133350"/>
            </a:xfrm>
            <a:prstGeom prst="rect">
              <a:avLst/>
            </a:prstGeom>
            <a:solidFill>
              <a:srgbClr val="81C9BA"/>
            </a:solidFill>
            <a:ln w="0">
              <a:noFill/>
              <a:prstDash val="solid"/>
            </a:ln>
          </p:spPr>
        </p:sp>
        <p:sp>
          <p:nvSpPr>
            <p:cNvPr id="4082" name="dense-strip-1-cell-98">
              <a:extLst>
                <a:ext uri="{FF2B5EF4-FFF2-40B4-BE49-F238E27FC236}">
                  <a16:creationId xmlns:a16="http://schemas.microsoft.com/office/drawing/2014/main" id="{5072CE2D-0861-4D7B-94DF-89DF7C53D3A3}"/>
                </a:ext>
              </a:extLst>
            </p:cNvPr>
            <p:cNvSpPr>
              <a:spLocks noGrp="1"/>
            </p:cNvSpPr>
            <p:nvPr/>
          </p:nvSpPr>
          <p:spPr>
            <a:xfrm>
              <a:off x="22747883" y="1581150"/>
              <a:ext cx="15522" cy="133350"/>
            </a:xfrm>
            <a:prstGeom prst="rect">
              <a:avLst/>
            </a:prstGeom>
            <a:solidFill>
              <a:srgbClr val="81C9BA"/>
            </a:solidFill>
            <a:ln w="0">
              <a:noFill/>
              <a:prstDash val="solid"/>
            </a:ln>
          </p:spPr>
        </p:sp>
        <p:sp>
          <p:nvSpPr>
            <p:cNvPr id="4083" name="dense-strip-1-cell-97">
              <a:extLst>
                <a:ext uri="{FF2B5EF4-FFF2-40B4-BE49-F238E27FC236}">
                  <a16:creationId xmlns:a16="http://schemas.microsoft.com/office/drawing/2014/main" id="{F9EBBEBB-1C96-4781-884F-3D3CF7D63115}"/>
                </a:ext>
              </a:extLst>
            </p:cNvPr>
            <p:cNvSpPr>
              <a:spLocks noGrp="1"/>
            </p:cNvSpPr>
            <p:nvPr/>
          </p:nvSpPr>
          <p:spPr>
            <a:xfrm>
              <a:off x="22732504" y="1581150"/>
              <a:ext cx="15522" cy="133350"/>
            </a:xfrm>
            <a:prstGeom prst="rect">
              <a:avLst/>
            </a:prstGeom>
            <a:solidFill>
              <a:srgbClr val="81C9BA"/>
            </a:solidFill>
            <a:ln w="0">
              <a:noFill/>
              <a:prstDash val="solid"/>
            </a:ln>
          </p:spPr>
        </p:sp>
        <p:sp>
          <p:nvSpPr>
            <p:cNvPr id="4084" name="dense-strip-1-cell-96">
              <a:extLst>
                <a:ext uri="{FF2B5EF4-FFF2-40B4-BE49-F238E27FC236}">
                  <a16:creationId xmlns:a16="http://schemas.microsoft.com/office/drawing/2014/main" id="{0FA76C00-B1EB-4725-9DA4-AA48F3CD5274}"/>
                </a:ext>
              </a:extLst>
            </p:cNvPr>
            <p:cNvSpPr>
              <a:spLocks noGrp="1"/>
            </p:cNvSpPr>
            <p:nvPr/>
          </p:nvSpPr>
          <p:spPr>
            <a:xfrm>
              <a:off x="22717125" y="1581150"/>
              <a:ext cx="15522" cy="133350"/>
            </a:xfrm>
            <a:prstGeom prst="rect">
              <a:avLst/>
            </a:prstGeom>
            <a:solidFill>
              <a:srgbClr val="81C9BA"/>
            </a:solidFill>
            <a:ln w="0">
              <a:noFill/>
              <a:prstDash val="solid"/>
            </a:ln>
          </p:spPr>
        </p:sp>
        <p:sp>
          <p:nvSpPr>
            <p:cNvPr id="4085" name="dense-strip-1-cell-95">
              <a:extLst>
                <a:ext uri="{FF2B5EF4-FFF2-40B4-BE49-F238E27FC236}">
                  <a16:creationId xmlns:a16="http://schemas.microsoft.com/office/drawing/2014/main" id="{C1CCDFE5-F29D-437A-9443-E2C4B5A3C15A}"/>
                </a:ext>
              </a:extLst>
            </p:cNvPr>
            <p:cNvSpPr>
              <a:spLocks noGrp="1"/>
            </p:cNvSpPr>
            <p:nvPr/>
          </p:nvSpPr>
          <p:spPr>
            <a:xfrm>
              <a:off x="22701746" y="1581150"/>
              <a:ext cx="15522" cy="133350"/>
            </a:xfrm>
            <a:prstGeom prst="rect">
              <a:avLst/>
            </a:prstGeom>
            <a:solidFill>
              <a:srgbClr val="81C9BA"/>
            </a:solidFill>
            <a:ln w="0">
              <a:noFill/>
              <a:prstDash val="solid"/>
            </a:ln>
          </p:spPr>
        </p:sp>
        <p:sp>
          <p:nvSpPr>
            <p:cNvPr id="4086" name="dense-strip-1-cell-94">
              <a:extLst>
                <a:ext uri="{FF2B5EF4-FFF2-40B4-BE49-F238E27FC236}">
                  <a16:creationId xmlns:a16="http://schemas.microsoft.com/office/drawing/2014/main" id="{68CC96C6-5A30-47B6-9587-9811B35CFF24}"/>
                </a:ext>
              </a:extLst>
            </p:cNvPr>
            <p:cNvSpPr>
              <a:spLocks noGrp="1"/>
            </p:cNvSpPr>
            <p:nvPr/>
          </p:nvSpPr>
          <p:spPr>
            <a:xfrm>
              <a:off x="22686367" y="1581150"/>
              <a:ext cx="15522" cy="133350"/>
            </a:xfrm>
            <a:prstGeom prst="rect">
              <a:avLst/>
            </a:prstGeom>
            <a:solidFill>
              <a:srgbClr val="81C9BA"/>
            </a:solidFill>
            <a:ln w="0">
              <a:noFill/>
              <a:prstDash val="solid"/>
            </a:ln>
          </p:spPr>
        </p:sp>
        <p:sp>
          <p:nvSpPr>
            <p:cNvPr id="4087" name="dense-strip-1-cell-93">
              <a:extLst>
                <a:ext uri="{FF2B5EF4-FFF2-40B4-BE49-F238E27FC236}">
                  <a16:creationId xmlns:a16="http://schemas.microsoft.com/office/drawing/2014/main" id="{F7AE69E7-1327-44DB-91A2-79510D75B068}"/>
                </a:ext>
              </a:extLst>
            </p:cNvPr>
            <p:cNvSpPr>
              <a:spLocks noGrp="1"/>
            </p:cNvSpPr>
            <p:nvPr/>
          </p:nvSpPr>
          <p:spPr>
            <a:xfrm>
              <a:off x="22670988" y="1581150"/>
              <a:ext cx="15522" cy="133350"/>
            </a:xfrm>
            <a:prstGeom prst="rect">
              <a:avLst/>
            </a:prstGeom>
            <a:solidFill>
              <a:srgbClr val="81C9BA"/>
            </a:solidFill>
            <a:ln w="0">
              <a:noFill/>
              <a:prstDash val="solid"/>
            </a:ln>
          </p:spPr>
        </p:sp>
        <p:sp>
          <p:nvSpPr>
            <p:cNvPr id="4088" name="dense-strip-1-cell-92">
              <a:extLst>
                <a:ext uri="{FF2B5EF4-FFF2-40B4-BE49-F238E27FC236}">
                  <a16:creationId xmlns:a16="http://schemas.microsoft.com/office/drawing/2014/main" id="{D3C4D239-8C6C-49F0-B432-D656755B036E}"/>
                </a:ext>
              </a:extLst>
            </p:cNvPr>
            <p:cNvSpPr>
              <a:spLocks noGrp="1"/>
            </p:cNvSpPr>
            <p:nvPr/>
          </p:nvSpPr>
          <p:spPr>
            <a:xfrm>
              <a:off x="22655609" y="1581150"/>
              <a:ext cx="15522" cy="133350"/>
            </a:xfrm>
            <a:prstGeom prst="rect">
              <a:avLst/>
            </a:prstGeom>
            <a:solidFill>
              <a:srgbClr val="81C9BA"/>
            </a:solidFill>
            <a:ln w="0">
              <a:noFill/>
              <a:prstDash val="solid"/>
            </a:ln>
          </p:spPr>
        </p:sp>
        <p:sp>
          <p:nvSpPr>
            <p:cNvPr id="4089" name="dense-strip-1-cell-91">
              <a:extLst>
                <a:ext uri="{FF2B5EF4-FFF2-40B4-BE49-F238E27FC236}">
                  <a16:creationId xmlns:a16="http://schemas.microsoft.com/office/drawing/2014/main" id="{5B1443E6-8EDC-42FF-8F4D-C2EDFB6FB4F3}"/>
                </a:ext>
              </a:extLst>
            </p:cNvPr>
            <p:cNvSpPr>
              <a:spLocks noGrp="1"/>
            </p:cNvSpPr>
            <p:nvPr/>
          </p:nvSpPr>
          <p:spPr>
            <a:xfrm>
              <a:off x="22640230" y="1581150"/>
              <a:ext cx="15522" cy="133350"/>
            </a:xfrm>
            <a:prstGeom prst="rect">
              <a:avLst/>
            </a:prstGeom>
            <a:solidFill>
              <a:srgbClr val="81C9BA"/>
            </a:solidFill>
            <a:ln w="0">
              <a:noFill/>
              <a:prstDash val="solid"/>
            </a:ln>
          </p:spPr>
        </p:sp>
        <p:sp>
          <p:nvSpPr>
            <p:cNvPr id="4090" name="dense-strip-1-cell-90">
              <a:extLst>
                <a:ext uri="{FF2B5EF4-FFF2-40B4-BE49-F238E27FC236}">
                  <a16:creationId xmlns:a16="http://schemas.microsoft.com/office/drawing/2014/main" id="{1BBF142C-9265-4F02-98D9-49A70D473634}"/>
                </a:ext>
              </a:extLst>
            </p:cNvPr>
            <p:cNvSpPr>
              <a:spLocks noGrp="1"/>
            </p:cNvSpPr>
            <p:nvPr/>
          </p:nvSpPr>
          <p:spPr>
            <a:xfrm>
              <a:off x="22624852" y="1581150"/>
              <a:ext cx="15522" cy="133350"/>
            </a:xfrm>
            <a:prstGeom prst="rect">
              <a:avLst/>
            </a:prstGeom>
            <a:solidFill>
              <a:srgbClr val="81C9BA"/>
            </a:solidFill>
            <a:ln w="0">
              <a:noFill/>
              <a:prstDash val="solid"/>
            </a:ln>
          </p:spPr>
        </p:sp>
        <p:sp>
          <p:nvSpPr>
            <p:cNvPr id="4091" name="dense-strip-1-cell-89">
              <a:extLst>
                <a:ext uri="{FF2B5EF4-FFF2-40B4-BE49-F238E27FC236}">
                  <a16:creationId xmlns:a16="http://schemas.microsoft.com/office/drawing/2014/main" id="{B35E8477-C26E-416D-ACCC-3C903C62249F}"/>
                </a:ext>
              </a:extLst>
            </p:cNvPr>
            <p:cNvSpPr>
              <a:spLocks noGrp="1"/>
            </p:cNvSpPr>
            <p:nvPr/>
          </p:nvSpPr>
          <p:spPr>
            <a:xfrm>
              <a:off x="22609473" y="1581150"/>
              <a:ext cx="15522" cy="133350"/>
            </a:xfrm>
            <a:prstGeom prst="rect">
              <a:avLst/>
            </a:prstGeom>
            <a:solidFill>
              <a:srgbClr val="81C9BA"/>
            </a:solidFill>
            <a:ln w="0">
              <a:noFill/>
              <a:prstDash val="solid"/>
            </a:ln>
          </p:spPr>
        </p:sp>
        <p:sp>
          <p:nvSpPr>
            <p:cNvPr id="4092" name="dense-strip-1-cell-88">
              <a:extLst>
                <a:ext uri="{FF2B5EF4-FFF2-40B4-BE49-F238E27FC236}">
                  <a16:creationId xmlns:a16="http://schemas.microsoft.com/office/drawing/2014/main" id="{52C7FE8C-B2E3-488C-9A41-A4A3FBE23E8D}"/>
                </a:ext>
              </a:extLst>
            </p:cNvPr>
            <p:cNvSpPr>
              <a:spLocks noGrp="1"/>
            </p:cNvSpPr>
            <p:nvPr/>
          </p:nvSpPr>
          <p:spPr>
            <a:xfrm>
              <a:off x="22594094" y="1581150"/>
              <a:ext cx="15522" cy="133350"/>
            </a:xfrm>
            <a:prstGeom prst="rect">
              <a:avLst/>
            </a:prstGeom>
            <a:solidFill>
              <a:srgbClr val="81C9BA"/>
            </a:solidFill>
            <a:ln w="0">
              <a:noFill/>
              <a:prstDash val="solid"/>
            </a:ln>
          </p:spPr>
        </p:sp>
        <p:sp>
          <p:nvSpPr>
            <p:cNvPr id="4093" name="dense-strip-1-cell-87">
              <a:extLst>
                <a:ext uri="{FF2B5EF4-FFF2-40B4-BE49-F238E27FC236}">
                  <a16:creationId xmlns:a16="http://schemas.microsoft.com/office/drawing/2014/main" id="{F761AF2F-331A-4B77-8D8F-F64938DE0DCE}"/>
                </a:ext>
              </a:extLst>
            </p:cNvPr>
            <p:cNvSpPr>
              <a:spLocks noGrp="1"/>
            </p:cNvSpPr>
            <p:nvPr/>
          </p:nvSpPr>
          <p:spPr>
            <a:xfrm>
              <a:off x="22578715" y="1581150"/>
              <a:ext cx="15522" cy="133350"/>
            </a:xfrm>
            <a:prstGeom prst="rect">
              <a:avLst/>
            </a:prstGeom>
            <a:solidFill>
              <a:srgbClr val="81C9BA"/>
            </a:solidFill>
            <a:ln w="0">
              <a:noFill/>
              <a:prstDash val="solid"/>
            </a:ln>
          </p:spPr>
        </p:sp>
        <p:sp>
          <p:nvSpPr>
            <p:cNvPr id="4094" name="dense-strip-1-cell-86">
              <a:extLst>
                <a:ext uri="{FF2B5EF4-FFF2-40B4-BE49-F238E27FC236}">
                  <a16:creationId xmlns:a16="http://schemas.microsoft.com/office/drawing/2014/main" id="{D6ACDE07-2094-40C8-A1ED-3C191031DAA2}"/>
                </a:ext>
              </a:extLst>
            </p:cNvPr>
            <p:cNvSpPr>
              <a:spLocks noGrp="1"/>
            </p:cNvSpPr>
            <p:nvPr/>
          </p:nvSpPr>
          <p:spPr>
            <a:xfrm>
              <a:off x="22563336" y="1581150"/>
              <a:ext cx="15522" cy="133350"/>
            </a:xfrm>
            <a:prstGeom prst="rect">
              <a:avLst/>
            </a:prstGeom>
            <a:solidFill>
              <a:srgbClr val="81C9BA"/>
            </a:solidFill>
            <a:ln w="0">
              <a:noFill/>
              <a:prstDash val="solid"/>
            </a:ln>
          </p:spPr>
        </p:sp>
        <p:sp>
          <p:nvSpPr>
            <p:cNvPr id="4095" name="dense-strip-1-cell-85">
              <a:extLst>
                <a:ext uri="{FF2B5EF4-FFF2-40B4-BE49-F238E27FC236}">
                  <a16:creationId xmlns:a16="http://schemas.microsoft.com/office/drawing/2014/main" id="{3BAEEC1F-FAAC-47B9-A9DE-28202B58BA9C}"/>
                </a:ext>
              </a:extLst>
            </p:cNvPr>
            <p:cNvSpPr>
              <a:spLocks noGrp="1"/>
            </p:cNvSpPr>
            <p:nvPr/>
          </p:nvSpPr>
          <p:spPr>
            <a:xfrm>
              <a:off x="22547957" y="1581150"/>
              <a:ext cx="15522" cy="133350"/>
            </a:xfrm>
            <a:prstGeom prst="rect">
              <a:avLst/>
            </a:prstGeom>
            <a:solidFill>
              <a:srgbClr val="81C9BA"/>
            </a:solidFill>
            <a:ln w="0">
              <a:noFill/>
              <a:prstDash val="solid"/>
            </a:ln>
          </p:spPr>
        </p:sp>
        <p:sp>
          <p:nvSpPr>
            <p:cNvPr id="4096" name="dense-strip-1-cell-84">
              <a:extLst>
                <a:ext uri="{FF2B5EF4-FFF2-40B4-BE49-F238E27FC236}">
                  <a16:creationId xmlns:a16="http://schemas.microsoft.com/office/drawing/2014/main" id="{A238C042-D893-4C7F-A960-7F45B131773D}"/>
                </a:ext>
              </a:extLst>
            </p:cNvPr>
            <p:cNvSpPr>
              <a:spLocks noGrp="1"/>
            </p:cNvSpPr>
            <p:nvPr/>
          </p:nvSpPr>
          <p:spPr>
            <a:xfrm>
              <a:off x="22532578" y="1581150"/>
              <a:ext cx="15522" cy="133350"/>
            </a:xfrm>
            <a:prstGeom prst="rect">
              <a:avLst/>
            </a:prstGeom>
            <a:solidFill>
              <a:srgbClr val="81C9BA"/>
            </a:solidFill>
            <a:ln w="0">
              <a:noFill/>
              <a:prstDash val="solid"/>
            </a:ln>
          </p:spPr>
        </p:sp>
        <p:sp>
          <p:nvSpPr>
            <p:cNvPr id="4097" name="dense-strip-1-cell-83">
              <a:extLst>
                <a:ext uri="{FF2B5EF4-FFF2-40B4-BE49-F238E27FC236}">
                  <a16:creationId xmlns:a16="http://schemas.microsoft.com/office/drawing/2014/main" id="{14320881-14C1-4E28-9B88-08EA52B21CD0}"/>
                </a:ext>
              </a:extLst>
            </p:cNvPr>
            <p:cNvSpPr>
              <a:spLocks noGrp="1"/>
            </p:cNvSpPr>
            <p:nvPr/>
          </p:nvSpPr>
          <p:spPr>
            <a:xfrm>
              <a:off x="22517199" y="1581150"/>
              <a:ext cx="15522" cy="133350"/>
            </a:xfrm>
            <a:prstGeom prst="rect">
              <a:avLst/>
            </a:prstGeom>
            <a:solidFill>
              <a:srgbClr val="81C9BA"/>
            </a:solidFill>
            <a:ln w="0">
              <a:noFill/>
              <a:prstDash val="solid"/>
            </a:ln>
          </p:spPr>
        </p:sp>
        <p:sp>
          <p:nvSpPr>
            <p:cNvPr id="4098" name="dense-strip-1-cell-82">
              <a:extLst>
                <a:ext uri="{FF2B5EF4-FFF2-40B4-BE49-F238E27FC236}">
                  <a16:creationId xmlns:a16="http://schemas.microsoft.com/office/drawing/2014/main" id="{14FA3D7C-E474-4303-9761-73EB8E65129B}"/>
                </a:ext>
              </a:extLst>
            </p:cNvPr>
            <p:cNvSpPr>
              <a:spLocks noGrp="1"/>
            </p:cNvSpPr>
            <p:nvPr/>
          </p:nvSpPr>
          <p:spPr>
            <a:xfrm>
              <a:off x="22501820" y="1581150"/>
              <a:ext cx="15522" cy="133350"/>
            </a:xfrm>
            <a:prstGeom prst="rect">
              <a:avLst/>
            </a:prstGeom>
            <a:solidFill>
              <a:srgbClr val="7FC9BA"/>
            </a:solidFill>
            <a:ln w="0">
              <a:noFill/>
              <a:prstDash val="solid"/>
            </a:ln>
          </p:spPr>
        </p:sp>
        <p:sp>
          <p:nvSpPr>
            <p:cNvPr id="4099" name="dense-strip-1-cell-81">
              <a:extLst>
                <a:ext uri="{FF2B5EF4-FFF2-40B4-BE49-F238E27FC236}">
                  <a16:creationId xmlns:a16="http://schemas.microsoft.com/office/drawing/2014/main" id="{F75698C7-D539-4F63-A4E9-04CCA46FC64D}"/>
                </a:ext>
              </a:extLst>
            </p:cNvPr>
            <p:cNvSpPr>
              <a:spLocks noGrp="1"/>
            </p:cNvSpPr>
            <p:nvPr/>
          </p:nvSpPr>
          <p:spPr>
            <a:xfrm>
              <a:off x="22486441" y="1581150"/>
              <a:ext cx="15522" cy="133350"/>
            </a:xfrm>
            <a:prstGeom prst="rect">
              <a:avLst/>
            </a:prstGeom>
            <a:solidFill>
              <a:srgbClr val="72C4B2"/>
            </a:solidFill>
            <a:ln w="0">
              <a:noFill/>
              <a:prstDash val="solid"/>
            </a:ln>
          </p:spPr>
        </p:sp>
        <p:sp>
          <p:nvSpPr>
            <p:cNvPr id="4100" name="dense-strip-1-cell-80">
              <a:extLst>
                <a:ext uri="{FF2B5EF4-FFF2-40B4-BE49-F238E27FC236}">
                  <a16:creationId xmlns:a16="http://schemas.microsoft.com/office/drawing/2014/main" id="{0069FD88-EB87-4186-90DA-F76C04669059}"/>
                </a:ext>
              </a:extLst>
            </p:cNvPr>
            <p:cNvSpPr>
              <a:spLocks noGrp="1"/>
            </p:cNvSpPr>
            <p:nvPr/>
          </p:nvSpPr>
          <p:spPr>
            <a:xfrm>
              <a:off x="22471063" y="1581150"/>
              <a:ext cx="15522" cy="133350"/>
            </a:xfrm>
            <a:prstGeom prst="rect">
              <a:avLst/>
            </a:prstGeom>
            <a:solidFill>
              <a:srgbClr val="5CBDA6"/>
            </a:solidFill>
            <a:ln w="0">
              <a:noFill/>
              <a:prstDash val="solid"/>
            </a:ln>
          </p:spPr>
        </p:sp>
        <p:sp>
          <p:nvSpPr>
            <p:cNvPr id="4101" name="dense-strip-1-cell-79">
              <a:extLst>
                <a:ext uri="{FF2B5EF4-FFF2-40B4-BE49-F238E27FC236}">
                  <a16:creationId xmlns:a16="http://schemas.microsoft.com/office/drawing/2014/main" id="{03FA0686-ECED-435C-BB0A-5A5C7051B8C4}"/>
                </a:ext>
              </a:extLst>
            </p:cNvPr>
            <p:cNvSpPr>
              <a:spLocks noGrp="1"/>
            </p:cNvSpPr>
            <p:nvPr/>
          </p:nvSpPr>
          <p:spPr>
            <a:xfrm>
              <a:off x="22455684" y="1581150"/>
              <a:ext cx="15522" cy="133350"/>
            </a:xfrm>
            <a:prstGeom prst="rect">
              <a:avLst/>
            </a:prstGeom>
            <a:solidFill>
              <a:srgbClr val="A1B0B5"/>
            </a:solidFill>
            <a:ln w="0">
              <a:noFill/>
              <a:prstDash val="solid"/>
            </a:ln>
          </p:spPr>
        </p:sp>
        <p:sp>
          <p:nvSpPr>
            <p:cNvPr id="4102" name="dense-strip-1-cell-78">
              <a:extLst>
                <a:ext uri="{FF2B5EF4-FFF2-40B4-BE49-F238E27FC236}">
                  <a16:creationId xmlns:a16="http://schemas.microsoft.com/office/drawing/2014/main" id="{561D9CBB-FDD0-4681-9468-222C240C1B17}"/>
                </a:ext>
              </a:extLst>
            </p:cNvPr>
            <p:cNvSpPr>
              <a:spLocks noGrp="1"/>
            </p:cNvSpPr>
            <p:nvPr/>
          </p:nvSpPr>
          <p:spPr>
            <a:xfrm>
              <a:off x="22440305" y="1581150"/>
              <a:ext cx="15522" cy="133350"/>
            </a:xfrm>
            <a:prstGeom prst="rect">
              <a:avLst/>
            </a:prstGeom>
            <a:solidFill>
              <a:srgbClr val="D7813D"/>
            </a:solidFill>
            <a:ln w="0">
              <a:noFill/>
              <a:prstDash val="solid"/>
            </a:ln>
          </p:spPr>
        </p:sp>
        <p:sp>
          <p:nvSpPr>
            <p:cNvPr id="4103" name="dense-strip-1-cell-77">
              <a:extLst>
                <a:ext uri="{FF2B5EF4-FFF2-40B4-BE49-F238E27FC236}">
                  <a16:creationId xmlns:a16="http://schemas.microsoft.com/office/drawing/2014/main" id="{80E83C6E-9E20-43A6-879F-63AED167924B}"/>
                </a:ext>
              </a:extLst>
            </p:cNvPr>
            <p:cNvSpPr>
              <a:spLocks noGrp="1"/>
            </p:cNvSpPr>
            <p:nvPr/>
          </p:nvSpPr>
          <p:spPr>
            <a:xfrm>
              <a:off x="22424926" y="1581150"/>
              <a:ext cx="15522" cy="133350"/>
            </a:xfrm>
            <a:prstGeom prst="rect">
              <a:avLst/>
            </a:prstGeom>
            <a:solidFill>
              <a:srgbClr val="D67120"/>
            </a:solidFill>
            <a:ln w="0">
              <a:noFill/>
              <a:prstDash val="solid"/>
            </a:ln>
          </p:spPr>
        </p:sp>
        <p:sp>
          <p:nvSpPr>
            <p:cNvPr id="4104" name="dense-strip-1-cell-76">
              <a:extLst>
                <a:ext uri="{FF2B5EF4-FFF2-40B4-BE49-F238E27FC236}">
                  <a16:creationId xmlns:a16="http://schemas.microsoft.com/office/drawing/2014/main" id="{E76E9152-E7D9-4B82-84AA-082F2DD6DDE4}"/>
                </a:ext>
              </a:extLst>
            </p:cNvPr>
            <p:cNvSpPr>
              <a:spLocks noGrp="1"/>
            </p:cNvSpPr>
            <p:nvPr/>
          </p:nvSpPr>
          <p:spPr>
            <a:xfrm>
              <a:off x="22409547" y="1581150"/>
              <a:ext cx="15522" cy="133350"/>
            </a:xfrm>
            <a:prstGeom prst="rect">
              <a:avLst/>
            </a:prstGeom>
            <a:solidFill>
              <a:srgbClr val="D5640A"/>
            </a:solidFill>
            <a:ln w="0">
              <a:noFill/>
              <a:prstDash val="solid"/>
            </a:ln>
          </p:spPr>
        </p:sp>
        <p:sp>
          <p:nvSpPr>
            <p:cNvPr id="4105" name="dense-strip-1-cell-75">
              <a:extLst>
                <a:ext uri="{FF2B5EF4-FFF2-40B4-BE49-F238E27FC236}">
                  <a16:creationId xmlns:a16="http://schemas.microsoft.com/office/drawing/2014/main" id="{075C61DF-AA6F-4AA2-9543-1939C893071D}"/>
                </a:ext>
              </a:extLst>
            </p:cNvPr>
            <p:cNvSpPr>
              <a:spLocks noGrp="1"/>
            </p:cNvSpPr>
            <p:nvPr/>
          </p:nvSpPr>
          <p:spPr>
            <a:xfrm>
              <a:off x="22394168" y="1581150"/>
              <a:ext cx="15522" cy="133350"/>
            </a:xfrm>
            <a:prstGeom prst="rect">
              <a:avLst/>
            </a:prstGeom>
            <a:solidFill>
              <a:srgbClr val="D55E00"/>
            </a:solidFill>
            <a:ln w="0">
              <a:noFill/>
              <a:prstDash val="solid"/>
            </a:ln>
          </p:spPr>
        </p:sp>
        <p:sp>
          <p:nvSpPr>
            <p:cNvPr id="4106" name="dense-strip-1-cell-74">
              <a:extLst>
                <a:ext uri="{FF2B5EF4-FFF2-40B4-BE49-F238E27FC236}">
                  <a16:creationId xmlns:a16="http://schemas.microsoft.com/office/drawing/2014/main" id="{DCFA317E-5AA4-4D39-8153-D05B4F99E856}"/>
                </a:ext>
              </a:extLst>
            </p:cNvPr>
            <p:cNvSpPr>
              <a:spLocks noGrp="1"/>
            </p:cNvSpPr>
            <p:nvPr/>
          </p:nvSpPr>
          <p:spPr>
            <a:xfrm>
              <a:off x="22378789" y="1581150"/>
              <a:ext cx="15522" cy="133350"/>
            </a:xfrm>
            <a:prstGeom prst="rect">
              <a:avLst/>
            </a:prstGeom>
            <a:solidFill>
              <a:srgbClr val="D55E00"/>
            </a:solidFill>
            <a:ln w="0">
              <a:noFill/>
              <a:prstDash val="solid"/>
            </a:ln>
          </p:spPr>
        </p:sp>
        <p:sp>
          <p:nvSpPr>
            <p:cNvPr id="4107" name="dense-strip-1-cell-73">
              <a:extLst>
                <a:ext uri="{FF2B5EF4-FFF2-40B4-BE49-F238E27FC236}">
                  <a16:creationId xmlns:a16="http://schemas.microsoft.com/office/drawing/2014/main" id="{5177A0FA-DF5C-4987-B42E-DF5610EFF002}"/>
                </a:ext>
              </a:extLst>
            </p:cNvPr>
            <p:cNvSpPr>
              <a:spLocks noGrp="1"/>
            </p:cNvSpPr>
            <p:nvPr/>
          </p:nvSpPr>
          <p:spPr>
            <a:xfrm>
              <a:off x="22363410" y="1581150"/>
              <a:ext cx="15522" cy="133350"/>
            </a:xfrm>
            <a:prstGeom prst="rect">
              <a:avLst/>
            </a:prstGeom>
            <a:solidFill>
              <a:srgbClr val="D55E00"/>
            </a:solidFill>
            <a:ln w="0">
              <a:noFill/>
              <a:prstDash val="solid"/>
            </a:ln>
          </p:spPr>
        </p:sp>
        <p:sp>
          <p:nvSpPr>
            <p:cNvPr id="4108" name="dense-strip-1-cell-72">
              <a:extLst>
                <a:ext uri="{FF2B5EF4-FFF2-40B4-BE49-F238E27FC236}">
                  <a16:creationId xmlns:a16="http://schemas.microsoft.com/office/drawing/2014/main" id="{12E062F8-5D49-4F85-918B-B1CF9EFF6348}"/>
                </a:ext>
              </a:extLst>
            </p:cNvPr>
            <p:cNvSpPr>
              <a:spLocks noGrp="1"/>
            </p:cNvSpPr>
            <p:nvPr/>
          </p:nvSpPr>
          <p:spPr>
            <a:xfrm>
              <a:off x="22348031" y="1581150"/>
              <a:ext cx="15522" cy="133350"/>
            </a:xfrm>
            <a:prstGeom prst="rect">
              <a:avLst/>
            </a:prstGeom>
            <a:solidFill>
              <a:srgbClr val="D55E00"/>
            </a:solidFill>
            <a:ln w="0">
              <a:noFill/>
              <a:prstDash val="solid"/>
            </a:ln>
          </p:spPr>
        </p:sp>
        <p:sp>
          <p:nvSpPr>
            <p:cNvPr id="4109" name="dense-strip-1-cell-71">
              <a:extLst>
                <a:ext uri="{FF2B5EF4-FFF2-40B4-BE49-F238E27FC236}">
                  <a16:creationId xmlns:a16="http://schemas.microsoft.com/office/drawing/2014/main" id="{DEE21943-27BF-435A-B33C-F894AD2A63E5}"/>
                </a:ext>
              </a:extLst>
            </p:cNvPr>
            <p:cNvSpPr>
              <a:spLocks noGrp="1"/>
            </p:cNvSpPr>
            <p:nvPr/>
          </p:nvSpPr>
          <p:spPr>
            <a:xfrm>
              <a:off x="22332652" y="1581150"/>
              <a:ext cx="15522" cy="133350"/>
            </a:xfrm>
            <a:prstGeom prst="rect">
              <a:avLst/>
            </a:prstGeom>
            <a:solidFill>
              <a:srgbClr val="D55E00"/>
            </a:solidFill>
            <a:ln w="0">
              <a:noFill/>
              <a:prstDash val="solid"/>
            </a:ln>
          </p:spPr>
        </p:sp>
        <p:sp>
          <p:nvSpPr>
            <p:cNvPr id="4110" name="dense-strip-1-cell-70">
              <a:extLst>
                <a:ext uri="{FF2B5EF4-FFF2-40B4-BE49-F238E27FC236}">
                  <a16:creationId xmlns:a16="http://schemas.microsoft.com/office/drawing/2014/main" id="{BF61C050-3A46-455F-B5E3-3B43787BB423}"/>
                </a:ext>
              </a:extLst>
            </p:cNvPr>
            <p:cNvSpPr>
              <a:spLocks noGrp="1"/>
            </p:cNvSpPr>
            <p:nvPr/>
          </p:nvSpPr>
          <p:spPr>
            <a:xfrm>
              <a:off x="22317273" y="1581150"/>
              <a:ext cx="15522" cy="133350"/>
            </a:xfrm>
            <a:prstGeom prst="rect">
              <a:avLst/>
            </a:prstGeom>
            <a:solidFill>
              <a:srgbClr val="D55E00"/>
            </a:solidFill>
            <a:ln w="0">
              <a:noFill/>
              <a:prstDash val="solid"/>
            </a:ln>
          </p:spPr>
        </p:sp>
        <p:sp>
          <p:nvSpPr>
            <p:cNvPr id="4111" name="dense-strip-1-cell-69">
              <a:extLst>
                <a:ext uri="{FF2B5EF4-FFF2-40B4-BE49-F238E27FC236}">
                  <a16:creationId xmlns:a16="http://schemas.microsoft.com/office/drawing/2014/main" id="{FCE0C544-76EB-4C8B-AA5D-1F4CDB1CDA2A}"/>
                </a:ext>
              </a:extLst>
            </p:cNvPr>
            <p:cNvSpPr>
              <a:spLocks noGrp="1"/>
            </p:cNvSpPr>
            <p:nvPr/>
          </p:nvSpPr>
          <p:spPr>
            <a:xfrm>
              <a:off x="22301895" y="1581150"/>
              <a:ext cx="15522" cy="133350"/>
            </a:xfrm>
            <a:prstGeom prst="rect">
              <a:avLst/>
            </a:prstGeom>
            <a:solidFill>
              <a:srgbClr val="D55E00"/>
            </a:solidFill>
            <a:ln w="0">
              <a:noFill/>
              <a:prstDash val="solid"/>
            </a:ln>
          </p:spPr>
        </p:sp>
        <p:sp>
          <p:nvSpPr>
            <p:cNvPr id="4112" name="dense-strip-1-cell-68">
              <a:extLst>
                <a:ext uri="{FF2B5EF4-FFF2-40B4-BE49-F238E27FC236}">
                  <a16:creationId xmlns:a16="http://schemas.microsoft.com/office/drawing/2014/main" id="{4E51CE31-6F61-4D4E-B2D7-1DFD4F8A7C1D}"/>
                </a:ext>
              </a:extLst>
            </p:cNvPr>
            <p:cNvSpPr>
              <a:spLocks noGrp="1"/>
            </p:cNvSpPr>
            <p:nvPr/>
          </p:nvSpPr>
          <p:spPr>
            <a:xfrm>
              <a:off x="22286516" y="1581150"/>
              <a:ext cx="15522" cy="133350"/>
            </a:xfrm>
            <a:prstGeom prst="rect">
              <a:avLst/>
            </a:prstGeom>
            <a:solidFill>
              <a:srgbClr val="D55E00"/>
            </a:solidFill>
            <a:ln w="0">
              <a:noFill/>
              <a:prstDash val="solid"/>
            </a:ln>
          </p:spPr>
        </p:sp>
        <p:sp>
          <p:nvSpPr>
            <p:cNvPr id="4113" name="dense-strip-1-cell-67">
              <a:extLst>
                <a:ext uri="{FF2B5EF4-FFF2-40B4-BE49-F238E27FC236}">
                  <a16:creationId xmlns:a16="http://schemas.microsoft.com/office/drawing/2014/main" id="{74C13E5F-4B86-416B-8A0F-820874D92979}"/>
                </a:ext>
              </a:extLst>
            </p:cNvPr>
            <p:cNvSpPr>
              <a:spLocks noGrp="1"/>
            </p:cNvSpPr>
            <p:nvPr/>
          </p:nvSpPr>
          <p:spPr>
            <a:xfrm>
              <a:off x="22271137" y="1581150"/>
              <a:ext cx="15522" cy="133350"/>
            </a:xfrm>
            <a:prstGeom prst="rect">
              <a:avLst/>
            </a:prstGeom>
            <a:solidFill>
              <a:srgbClr val="D55E00"/>
            </a:solidFill>
            <a:ln w="0">
              <a:noFill/>
              <a:prstDash val="solid"/>
            </a:ln>
          </p:spPr>
        </p:sp>
        <p:sp>
          <p:nvSpPr>
            <p:cNvPr id="4114" name="dense-strip-1-cell-66">
              <a:extLst>
                <a:ext uri="{FF2B5EF4-FFF2-40B4-BE49-F238E27FC236}">
                  <a16:creationId xmlns:a16="http://schemas.microsoft.com/office/drawing/2014/main" id="{EA00BD6D-ED10-48F3-8F34-B7E41B838DBC}"/>
                </a:ext>
              </a:extLst>
            </p:cNvPr>
            <p:cNvSpPr>
              <a:spLocks noGrp="1"/>
            </p:cNvSpPr>
            <p:nvPr/>
          </p:nvSpPr>
          <p:spPr>
            <a:xfrm>
              <a:off x="22255758" y="1581150"/>
              <a:ext cx="15522" cy="133350"/>
            </a:xfrm>
            <a:prstGeom prst="rect">
              <a:avLst/>
            </a:prstGeom>
            <a:solidFill>
              <a:srgbClr val="D55E00"/>
            </a:solidFill>
            <a:ln w="0">
              <a:noFill/>
              <a:prstDash val="solid"/>
            </a:ln>
          </p:spPr>
        </p:sp>
        <p:sp>
          <p:nvSpPr>
            <p:cNvPr id="4115" name="dense-strip-1-cell-65">
              <a:extLst>
                <a:ext uri="{FF2B5EF4-FFF2-40B4-BE49-F238E27FC236}">
                  <a16:creationId xmlns:a16="http://schemas.microsoft.com/office/drawing/2014/main" id="{30A65DD7-3A04-4FBA-AE6F-31633BD34049}"/>
                </a:ext>
              </a:extLst>
            </p:cNvPr>
            <p:cNvSpPr>
              <a:spLocks noGrp="1"/>
            </p:cNvSpPr>
            <p:nvPr/>
          </p:nvSpPr>
          <p:spPr>
            <a:xfrm>
              <a:off x="22240379" y="1581150"/>
              <a:ext cx="15522" cy="133350"/>
            </a:xfrm>
            <a:prstGeom prst="rect">
              <a:avLst/>
            </a:prstGeom>
            <a:solidFill>
              <a:srgbClr val="D55E00"/>
            </a:solidFill>
            <a:ln w="0">
              <a:noFill/>
              <a:prstDash val="solid"/>
            </a:ln>
          </p:spPr>
        </p:sp>
        <p:sp>
          <p:nvSpPr>
            <p:cNvPr id="4116" name="dense-strip-1-cell-64">
              <a:extLst>
                <a:ext uri="{FF2B5EF4-FFF2-40B4-BE49-F238E27FC236}">
                  <a16:creationId xmlns:a16="http://schemas.microsoft.com/office/drawing/2014/main" id="{D116DF7F-48EA-46B8-8788-CA9F5F79F7F5}"/>
                </a:ext>
              </a:extLst>
            </p:cNvPr>
            <p:cNvSpPr>
              <a:spLocks noGrp="1"/>
            </p:cNvSpPr>
            <p:nvPr/>
          </p:nvSpPr>
          <p:spPr>
            <a:xfrm>
              <a:off x="22225000" y="1581150"/>
              <a:ext cx="15522" cy="133350"/>
            </a:xfrm>
            <a:prstGeom prst="rect">
              <a:avLst/>
            </a:prstGeom>
            <a:solidFill>
              <a:srgbClr val="D55E00"/>
            </a:solidFill>
            <a:ln w="0">
              <a:noFill/>
              <a:prstDash val="solid"/>
            </a:ln>
          </p:spPr>
        </p:sp>
        <p:sp>
          <p:nvSpPr>
            <p:cNvPr id="4117" name="dense-strip-1-cell-63">
              <a:extLst>
                <a:ext uri="{FF2B5EF4-FFF2-40B4-BE49-F238E27FC236}">
                  <a16:creationId xmlns:a16="http://schemas.microsoft.com/office/drawing/2014/main" id="{3E4BFCE5-D7D7-4775-9AAF-04DFC22EF6B4}"/>
                </a:ext>
              </a:extLst>
            </p:cNvPr>
            <p:cNvSpPr>
              <a:spLocks noGrp="1"/>
            </p:cNvSpPr>
            <p:nvPr/>
          </p:nvSpPr>
          <p:spPr>
            <a:xfrm>
              <a:off x="22209621" y="1581150"/>
              <a:ext cx="15522" cy="133350"/>
            </a:xfrm>
            <a:prstGeom prst="rect">
              <a:avLst/>
            </a:prstGeom>
            <a:solidFill>
              <a:srgbClr val="D55F02"/>
            </a:solidFill>
            <a:ln w="0">
              <a:noFill/>
              <a:prstDash val="solid"/>
            </a:ln>
          </p:spPr>
        </p:sp>
        <p:sp>
          <p:nvSpPr>
            <p:cNvPr id="4118" name="dense-strip-1-cell-62">
              <a:extLst>
                <a:ext uri="{FF2B5EF4-FFF2-40B4-BE49-F238E27FC236}">
                  <a16:creationId xmlns:a16="http://schemas.microsoft.com/office/drawing/2014/main" id="{712AF360-6DE5-45A7-BAC1-3FD44AD42350}"/>
                </a:ext>
              </a:extLst>
            </p:cNvPr>
            <p:cNvSpPr>
              <a:spLocks noGrp="1"/>
            </p:cNvSpPr>
            <p:nvPr/>
          </p:nvSpPr>
          <p:spPr>
            <a:xfrm>
              <a:off x="22194242" y="1581150"/>
              <a:ext cx="15522" cy="133350"/>
            </a:xfrm>
            <a:prstGeom prst="rect">
              <a:avLst/>
            </a:prstGeom>
            <a:solidFill>
              <a:srgbClr val="D66913"/>
            </a:solidFill>
            <a:ln w="0">
              <a:noFill/>
              <a:prstDash val="solid"/>
            </a:ln>
          </p:spPr>
        </p:sp>
        <p:sp>
          <p:nvSpPr>
            <p:cNvPr id="4119" name="dense-strip-1-cell-61">
              <a:extLst>
                <a:ext uri="{FF2B5EF4-FFF2-40B4-BE49-F238E27FC236}">
                  <a16:creationId xmlns:a16="http://schemas.microsoft.com/office/drawing/2014/main" id="{07EFBCDE-83A0-432F-AD40-798C10706F79}"/>
                </a:ext>
              </a:extLst>
            </p:cNvPr>
            <p:cNvSpPr>
              <a:spLocks noGrp="1"/>
            </p:cNvSpPr>
            <p:nvPr/>
          </p:nvSpPr>
          <p:spPr>
            <a:xfrm>
              <a:off x="22178863" y="1581150"/>
              <a:ext cx="15522" cy="133350"/>
            </a:xfrm>
            <a:prstGeom prst="rect">
              <a:avLst/>
            </a:prstGeom>
            <a:solidFill>
              <a:srgbClr val="D77D35"/>
            </a:solidFill>
            <a:ln w="0">
              <a:noFill/>
              <a:prstDash val="solid"/>
            </a:ln>
          </p:spPr>
        </p:sp>
        <p:sp>
          <p:nvSpPr>
            <p:cNvPr id="4120" name="dense-strip-1-cell-60">
              <a:extLst>
                <a:ext uri="{FF2B5EF4-FFF2-40B4-BE49-F238E27FC236}">
                  <a16:creationId xmlns:a16="http://schemas.microsoft.com/office/drawing/2014/main" id="{3FF2DC5D-296F-43C1-9D1C-A0AF5C2BB37D}"/>
                </a:ext>
              </a:extLst>
            </p:cNvPr>
            <p:cNvSpPr>
              <a:spLocks noGrp="1"/>
            </p:cNvSpPr>
            <p:nvPr/>
          </p:nvSpPr>
          <p:spPr>
            <a:xfrm>
              <a:off x="22163484" y="1581150"/>
              <a:ext cx="15522" cy="133350"/>
            </a:xfrm>
            <a:prstGeom prst="rect">
              <a:avLst/>
            </a:prstGeom>
            <a:solidFill>
              <a:srgbClr val="D89660"/>
            </a:solidFill>
            <a:ln w="0">
              <a:noFill/>
              <a:prstDash val="solid"/>
            </a:ln>
          </p:spPr>
        </p:sp>
        <p:sp>
          <p:nvSpPr>
            <p:cNvPr id="4121" name="dense-strip-1-cell-59">
              <a:extLst>
                <a:ext uri="{FF2B5EF4-FFF2-40B4-BE49-F238E27FC236}">
                  <a16:creationId xmlns:a16="http://schemas.microsoft.com/office/drawing/2014/main" id="{E3F4A2A9-24FF-4AAC-9BEA-6EE0EA10B346}"/>
                </a:ext>
              </a:extLst>
            </p:cNvPr>
            <p:cNvSpPr>
              <a:spLocks noGrp="1"/>
            </p:cNvSpPr>
            <p:nvPr/>
          </p:nvSpPr>
          <p:spPr>
            <a:xfrm>
              <a:off x="22148105" y="1581150"/>
              <a:ext cx="15522" cy="133350"/>
            </a:xfrm>
            <a:prstGeom prst="rect">
              <a:avLst/>
            </a:prstGeom>
            <a:solidFill>
              <a:srgbClr val="D9B08D"/>
            </a:solidFill>
            <a:ln w="0">
              <a:noFill/>
              <a:prstDash val="solid"/>
            </a:ln>
          </p:spPr>
        </p:sp>
        <p:sp>
          <p:nvSpPr>
            <p:cNvPr id="4122" name="dense-strip-1-cell-58">
              <a:extLst>
                <a:ext uri="{FF2B5EF4-FFF2-40B4-BE49-F238E27FC236}">
                  <a16:creationId xmlns:a16="http://schemas.microsoft.com/office/drawing/2014/main" id="{F8247372-5232-4187-AF34-F1B061ACBBBA}"/>
                </a:ext>
              </a:extLst>
            </p:cNvPr>
            <p:cNvSpPr>
              <a:spLocks noGrp="1"/>
            </p:cNvSpPr>
            <p:nvPr/>
          </p:nvSpPr>
          <p:spPr>
            <a:xfrm>
              <a:off x="22132727" y="1581150"/>
              <a:ext cx="15522" cy="133350"/>
            </a:xfrm>
            <a:prstGeom prst="rect">
              <a:avLst/>
            </a:prstGeom>
            <a:solidFill>
              <a:srgbClr val="DAC9B8"/>
            </a:solidFill>
            <a:ln w="0">
              <a:noFill/>
              <a:prstDash val="solid"/>
            </a:ln>
          </p:spPr>
        </p:sp>
        <p:sp>
          <p:nvSpPr>
            <p:cNvPr id="4123" name="dense-strip-1-cell-57">
              <a:extLst>
                <a:ext uri="{FF2B5EF4-FFF2-40B4-BE49-F238E27FC236}">
                  <a16:creationId xmlns:a16="http://schemas.microsoft.com/office/drawing/2014/main" id="{25543DB9-D574-4E08-8E32-E0A6D8EC633D}"/>
                </a:ext>
              </a:extLst>
            </p:cNvPr>
            <p:cNvSpPr>
              <a:spLocks noGrp="1"/>
            </p:cNvSpPr>
            <p:nvPr/>
          </p:nvSpPr>
          <p:spPr>
            <a:xfrm>
              <a:off x="22117348" y="1581150"/>
              <a:ext cx="15522" cy="133350"/>
            </a:xfrm>
            <a:prstGeom prst="rect">
              <a:avLst/>
            </a:prstGeom>
            <a:solidFill>
              <a:srgbClr val="D3E3E5"/>
            </a:solidFill>
            <a:ln w="0">
              <a:noFill/>
              <a:prstDash val="solid"/>
            </a:ln>
          </p:spPr>
        </p:sp>
        <p:sp>
          <p:nvSpPr>
            <p:cNvPr id="4124" name="dense-strip-1-cell-56">
              <a:extLst>
                <a:ext uri="{FF2B5EF4-FFF2-40B4-BE49-F238E27FC236}">
                  <a16:creationId xmlns:a16="http://schemas.microsoft.com/office/drawing/2014/main" id="{8F93089A-F5D1-40B5-8421-63DA0374A538}"/>
                </a:ext>
              </a:extLst>
            </p:cNvPr>
            <p:cNvSpPr>
              <a:spLocks noGrp="1"/>
            </p:cNvSpPr>
            <p:nvPr/>
          </p:nvSpPr>
          <p:spPr>
            <a:xfrm>
              <a:off x="22101969" y="1581150"/>
              <a:ext cx="15522" cy="133350"/>
            </a:xfrm>
            <a:prstGeom prst="rect">
              <a:avLst/>
            </a:prstGeom>
            <a:solidFill>
              <a:srgbClr val="DBE8EC"/>
            </a:solidFill>
            <a:ln w="0">
              <a:noFill/>
              <a:prstDash val="solid"/>
            </a:ln>
          </p:spPr>
        </p:sp>
        <p:sp>
          <p:nvSpPr>
            <p:cNvPr id="4125" name="dense-strip-1-cell-55">
              <a:extLst>
                <a:ext uri="{FF2B5EF4-FFF2-40B4-BE49-F238E27FC236}">
                  <a16:creationId xmlns:a16="http://schemas.microsoft.com/office/drawing/2014/main" id="{61D43384-53AD-4A34-BBEA-1B1B8980BA3F}"/>
                </a:ext>
              </a:extLst>
            </p:cNvPr>
            <p:cNvSpPr>
              <a:spLocks noGrp="1"/>
            </p:cNvSpPr>
            <p:nvPr/>
          </p:nvSpPr>
          <p:spPr>
            <a:xfrm>
              <a:off x="22086590" y="1581150"/>
              <a:ext cx="15522" cy="133350"/>
            </a:xfrm>
            <a:prstGeom prst="rect">
              <a:avLst/>
            </a:prstGeom>
            <a:solidFill>
              <a:srgbClr val="DCE8ED"/>
            </a:solidFill>
            <a:ln w="0">
              <a:noFill/>
              <a:prstDash val="solid"/>
            </a:ln>
          </p:spPr>
        </p:sp>
        <p:sp>
          <p:nvSpPr>
            <p:cNvPr id="4126" name="dense-strip-1-cell-54">
              <a:extLst>
                <a:ext uri="{FF2B5EF4-FFF2-40B4-BE49-F238E27FC236}">
                  <a16:creationId xmlns:a16="http://schemas.microsoft.com/office/drawing/2014/main" id="{CFF54418-3292-42CE-A4F5-79E187AEF01D}"/>
                </a:ext>
              </a:extLst>
            </p:cNvPr>
            <p:cNvSpPr>
              <a:spLocks noGrp="1"/>
            </p:cNvSpPr>
            <p:nvPr/>
          </p:nvSpPr>
          <p:spPr>
            <a:xfrm>
              <a:off x="22071211" y="1581150"/>
              <a:ext cx="15522" cy="133350"/>
            </a:xfrm>
            <a:prstGeom prst="rect">
              <a:avLst/>
            </a:prstGeom>
            <a:solidFill>
              <a:srgbClr val="DCE8ED"/>
            </a:solidFill>
            <a:ln w="0">
              <a:noFill/>
              <a:prstDash val="solid"/>
            </a:ln>
          </p:spPr>
        </p:sp>
        <p:sp>
          <p:nvSpPr>
            <p:cNvPr id="4127" name="dense-strip-1-cell-53">
              <a:extLst>
                <a:ext uri="{FF2B5EF4-FFF2-40B4-BE49-F238E27FC236}">
                  <a16:creationId xmlns:a16="http://schemas.microsoft.com/office/drawing/2014/main" id="{94EC8E84-D51F-41AF-9EE6-CCFB161775A8}"/>
                </a:ext>
              </a:extLst>
            </p:cNvPr>
            <p:cNvSpPr>
              <a:spLocks noGrp="1"/>
            </p:cNvSpPr>
            <p:nvPr/>
          </p:nvSpPr>
          <p:spPr>
            <a:xfrm>
              <a:off x="22055832" y="1581150"/>
              <a:ext cx="15522" cy="133350"/>
            </a:xfrm>
            <a:prstGeom prst="rect">
              <a:avLst/>
            </a:prstGeom>
            <a:solidFill>
              <a:srgbClr val="DCE8ED"/>
            </a:solidFill>
            <a:ln w="0">
              <a:noFill/>
              <a:prstDash val="solid"/>
            </a:ln>
          </p:spPr>
        </p:sp>
        <p:sp>
          <p:nvSpPr>
            <p:cNvPr id="4128" name="dense-strip-1-cell-52">
              <a:extLst>
                <a:ext uri="{FF2B5EF4-FFF2-40B4-BE49-F238E27FC236}">
                  <a16:creationId xmlns:a16="http://schemas.microsoft.com/office/drawing/2014/main" id="{9A6C36FA-690A-41E2-80AF-75E75C8224B6}"/>
                </a:ext>
              </a:extLst>
            </p:cNvPr>
            <p:cNvSpPr>
              <a:spLocks noGrp="1"/>
            </p:cNvSpPr>
            <p:nvPr/>
          </p:nvSpPr>
          <p:spPr>
            <a:xfrm>
              <a:off x="22040453" y="1581150"/>
              <a:ext cx="15522" cy="133350"/>
            </a:xfrm>
            <a:prstGeom prst="rect">
              <a:avLst/>
            </a:prstGeom>
            <a:solidFill>
              <a:srgbClr val="DCE8ED"/>
            </a:solidFill>
            <a:ln w="0">
              <a:noFill/>
              <a:prstDash val="solid"/>
            </a:ln>
          </p:spPr>
        </p:sp>
        <p:sp>
          <p:nvSpPr>
            <p:cNvPr id="4129" name="dense-strip-1-cell-51">
              <a:extLst>
                <a:ext uri="{FF2B5EF4-FFF2-40B4-BE49-F238E27FC236}">
                  <a16:creationId xmlns:a16="http://schemas.microsoft.com/office/drawing/2014/main" id="{3F3AB4BE-A73A-4D45-83A1-602C95D14F43}"/>
                </a:ext>
              </a:extLst>
            </p:cNvPr>
            <p:cNvSpPr>
              <a:spLocks noGrp="1"/>
            </p:cNvSpPr>
            <p:nvPr/>
          </p:nvSpPr>
          <p:spPr>
            <a:xfrm>
              <a:off x="22025074" y="1581150"/>
              <a:ext cx="15522" cy="133350"/>
            </a:xfrm>
            <a:prstGeom prst="rect">
              <a:avLst/>
            </a:prstGeom>
            <a:solidFill>
              <a:srgbClr val="DCE8ED"/>
            </a:solidFill>
            <a:ln w="0">
              <a:noFill/>
              <a:prstDash val="solid"/>
            </a:ln>
          </p:spPr>
        </p:sp>
        <p:sp>
          <p:nvSpPr>
            <p:cNvPr id="4130" name="dense-strip-1-cell-50">
              <a:extLst>
                <a:ext uri="{FF2B5EF4-FFF2-40B4-BE49-F238E27FC236}">
                  <a16:creationId xmlns:a16="http://schemas.microsoft.com/office/drawing/2014/main" id="{9AD73ED3-0A38-4D4F-BF61-A8A1977449C1}"/>
                </a:ext>
              </a:extLst>
            </p:cNvPr>
            <p:cNvSpPr>
              <a:spLocks noGrp="1"/>
            </p:cNvSpPr>
            <p:nvPr/>
          </p:nvSpPr>
          <p:spPr>
            <a:xfrm>
              <a:off x="22009695" y="1581150"/>
              <a:ext cx="15522" cy="133350"/>
            </a:xfrm>
            <a:prstGeom prst="rect">
              <a:avLst/>
            </a:prstGeom>
            <a:solidFill>
              <a:srgbClr val="DCE8ED"/>
            </a:solidFill>
            <a:ln w="0">
              <a:noFill/>
              <a:prstDash val="solid"/>
            </a:ln>
          </p:spPr>
        </p:sp>
        <p:sp>
          <p:nvSpPr>
            <p:cNvPr id="4131" name="dense-strip-1-cell-49">
              <a:extLst>
                <a:ext uri="{FF2B5EF4-FFF2-40B4-BE49-F238E27FC236}">
                  <a16:creationId xmlns:a16="http://schemas.microsoft.com/office/drawing/2014/main" id="{86D79F24-1162-4C9E-962D-3B7AF7A46FB2}"/>
                </a:ext>
              </a:extLst>
            </p:cNvPr>
            <p:cNvSpPr>
              <a:spLocks noGrp="1"/>
            </p:cNvSpPr>
            <p:nvPr/>
          </p:nvSpPr>
          <p:spPr>
            <a:xfrm>
              <a:off x="21994316" y="1581150"/>
              <a:ext cx="15522" cy="133350"/>
            </a:xfrm>
            <a:prstGeom prst="rect">
              <a:avLst/>
            </a:prstGeom>
            <a:solidFill>
              <a:srgbClr val="DCE8ED"/>
            </a:solidFill>
            <a:ln w="0">
              <a:noFill/>
              <a:prstDash val="solid"/>
            </a:ln>
          </p:spPr>
        </p:sp>
        <p:sp>
          <p:nvSpPr>
            <p:cNvPr id="4132" name="dense-strip-1-cell-48">
              <a:extLst>
                <a:ext uri="{FF2B5EF4-FFF2-40B4-BE49-F238E27FC236}">
                  <a16:creationId xmlns:a16="http://schemas.microsoft.com/office/drawing/2014/main" id="{44C9E1EC-F765-40AE-91E7-6F022266FCCC}"/>
                </a:ext>
              </a:extLst>
            </p:cNvPr>
            <p:cNvSpPr>
              <a:spLocks noGrp="1"/>
            </p:cNvSpPr>
            <p:nvPr/>
          </p:nvSpPr>
          <p:spPr>
            <a:xfrm>
              <a:off x="21978938" y="1581150"/>
              <a:ext cx="15522" cy="133350"/>
            </a:xfrm>
            <a:prstGeom prst="rect">
              <a:avLst/>
            </a:prstGeom>
            <a:solidFill>
              <a:srgbClr val="DCE8ED"/>
            </a:solidFill>
            <a:ln w="0">
              <a:noFill/>
              <a:prstDash val="solid"/>
            </a:ln>
          </p:spPr>
        </p:sp>
        <p:sp>
          <p:nvSpPr>
            <p:cNvPr id="4133" name="dense-strip-1-cell-47">
              <a:extLst>
                <a:ext uri="{FF2B5EF4-FFF2-40B4-BE49-F238E27FC236}">
                  <a16:creationId xmlns:a16="http://schemas.microsoft.com/office/drawing/2014/main" id="{9CAE7980-F926-4E99-BE77-38FCA0062A63}"/>
                </a:ext>
              </a:extLst>
            </p:cNvPr>
            <p:cNvSpPr>
              <a:spLocks noGrp="1"/>
            </p:cNvSpPr>
            <p:nvPr/>
          </p:nvSpPr>
          <p:spPr>
            <a:xfrm>
              <a:off x="21963559" y="1581150"/>
              <a:ext cx="15522" cy="133350"/>
            </a:xfrm>
            <a:prstGeom prst="rect">
              <a:avLst/>
            </a:prstGeom>
            <a:solidFill>
              <a:srgbClr val="DCE8ED"/>
            </a:solidFill>
            <a:ln w="0">
              <a:noFill/>
              <a:prstDash val="solid"/>
            </a:ln>
          </p:spPr>
        </p:sp>
        <p:sp>
          <p:nvSpPr>
            <p:cNvPr id="4134" name="dense-strip-1-cell-46">
              <a:extLst>
                <a:ext uri="{FF2B5EF4-FFF2-40B4-BE49-F238E27FC236}">
                  <a16:creationId xmlns:a16="http://schemas.microsoft.com/office/drawing/2014/main" id="{83745545-7A72-4DD8-A7C3-80E162988258}"/>
                </a:ext>
              </a:extLst>
            </p:cNvPr>
            <p:cNvSpPr>
              <a:spLocks noGrp="1"/>
            </p:cNvSpPr>
            <p:nvPr/>
          </p:nvSpPr>
          <p:spPr>
            <a:xfrm>
              <a:off x="21948180" y="1581150"/>
              <a:ext cx="15522" cy="133350"/>
            </a:xfrm>
            <a:prstGeom prst="rect">
              <a:avLst/>
            </a:prstGeom>
            <a:solidFill>
              <a:srgbClr val="DCE8ED"/>
            </a:solidFill>
            <a:ln w="0">
              <a:noFill/>
              <a:prstDash val="solid"/>
            </a:ln>
          </p:spPr>
        </p:sp>
        <p:sp>
          <p:nvSpPr>
            <p:cNvPr id="4135" name="dense-strip-1-cell-45">
              <a:extLst>
                <a:ext uri="{FF2B5EF4-FFF2-40B4-BE49-F238E27FC236}">
                  <a16:creationId xmlns:a16="http://schemas.microsoft.com/office/drawing/2014/main" id="{8A0431D3-4383-4AB4-BAEE-CEAE734FBB9D}"/>
                </a:ext>
              </a:extLst>
            </p:cNvPr>
            <p:cNvSpPr>
              <a:spLocks noGrp="1"/>
            </p:cNvSpPr>
            <p:nvPr/>
          </p:nvSpPr>
          <p:spPr>
            <a:xfrm>
              <a:off x="21932801" y="1581150"/>
              <a:ext cx="15522" cy="133350"/>
            </a:xfrm>
            <a:prstGeom prst="rect">
              <a:avLst/>
            </a:prstGeom>
            <a:solidFill>
              <a:srgbClr val="DCE8ED"/>
            </a:solidFill>
            <a:ln w="0">
              <a:noFill/>
              <a:prstDash val="solid"/>
            </a:ln>
          </p:spPr>
        </p:sp>
        <p:sp>
          <p:nvSpPr>
            <p:cNvPr id="4136" name="dense-strip-1-cell-44">
              <a:extLst>
                <a:ext uri="{FF2B5EF4-FFF2-40B4-BE49-F238E27FC236}">
                  <a16:creationId xmlns:a16="http://schemas.microsoft.com/office/drawing/2014/main" id="{4CEC16BC-BAC2-440C-A812-AC21D57A0088}"/>
                </a:ext>
              </a:extLst>
            </p:cNvPr>
            <p:cNvSpPr>
              <a:spLocks noGrp="1"/>
            </p:cNvSpPr>
            <p:nvPr/>
          </p:nvSpPr>
          <p:spPr>
            <a:xfrm>
              <a:off x="21917422" y="1581150"/>
              <a:ext cx="15522" cy="133350"/>
            </a:xfrm>
            <a:prstGeom prst="rect">
              <a:avLst/>
            </a:prstGeom>
            <a:solidFill>
              <a:srgbClr val="DCE8ED"/>
            </a:solidFill>
            <a:ln w="0">
              <a:noFill/>
              <a:prstDash val="solid"/>
            </a:ln>
          </p:spPr>
        </p:sp>
        <p:sp>
          <p:nvSpPr>
            <p:cNvPr id="4137" name="dense-strip-1-cell-43">
              <a:extLst>
                <a:ext uri="{FF2B5EF4-FFF2-40B4-BE49-F238E27FC236}">
                  <a16:creationId xmlns:a16="http://schemas.microsoft.com/office/drawing/2014/main" id="{C2B807BB-3FB0-459A-B2D9-F354809E253B}"/>
                </a:ext>
              </a:extLst>
            </p:cNvPr>
            <p:cNvSpPr>
              <a:spLocks noGrp="1"/>
            </p:cNvSpPr>
            <p:nvPr/>
          </p:nvSpPr>
          <p:spPr>
            <a:xfrm>
              <a:off x="21902043" y="1581150"/>
              <a:ext cx="15522" cy="133350"/>
            </a:xfrm>
            <a:prstGeom prst="rect">
              <a:avLst/>
            </a:prstGeom>
            <a:solidFill>
              <a:srgbClr val="DCE8ED"/>
            </a:solidFill>
            <a:ln w="0">
              <a:noFill/>
              <a:prstDash val="solid"/>
            </a:ln>
          </p:spPr>
        </p:sp>
        <p:sp>
          <p:nvSpPr>
            <p:cNvPr id="4138" name="dense-strip-1-cell-42">
              <a:extLst>
                <a:ext uri="{FF2B5EF4-FFF2-40B4-BE49-F238E27FC236}">
                  <a16:creationId xmlns:a16="http://schemas.microsoft.com/office/drawing/2014/main" id="{404F5DE4-FC2E-4486-B124-2537FD2B4ECE}"/>
                </a:ext>
              </a:extLst>
            </p:cNvPr>
            <p:cNvSpPr>
              <a:spLocks noGrp="1"/>
            </p:cNvSpPr>
            <p:nvPr/>
          </p:nvSpPr>
          <p:spPr>
            <a:xfrm>
              <a:off x="21886664" y="1581150"/>
              <a:ext cx="15522" cy="133350"/>
            </a:xfrm>
            <a:prstGeom prst="rect">
              <a:avLst/>
            </a:prstGeom>
            <a:solidFill>
              <a:srgbClr val="DCE8ED"/>
            </a:solidFill>
            <a:ln w="0">
              <a:noFill/>
              <a:prstDash val="solid"/>
            </a:ln>
          </p:spPr>
        </p:sp>
        <p:sp>
          <p:nvSpPr>
            <p:cNvPr id="4139" name="dense-strip-1-cell-41">
              <a:extLst>
                <a:ext uri="{FF2B5EF4-FFF2-40B4-BE49-F238E27FC236}">
                  <a16:creationId xmlns:a16="http://schemas.microsoft.com/office/drawing/2014/main" id="{7B3FF27D-E95B-4F9C-958F-934B89B8BD7B}"/>
                </a:ext>
              </a:extLst>
            </p:cNvPr>
            <p:cNvSpPr>
              <a:spLocks noGrp="1"/>
            </p:cNvSpPr>
            <p:nvPr/>
          </p:nvSpPr>
          <p:spPr>
            <a:xfrm>
              <a:off x="21871285" y="1581150"/>
              <a:ext cx="15522" cy="133350"/>
            </a:xfrm>
            <a:prstGeom prst="rect">
              <a:avLst/>
            </a:prstGeom>
            <a:solidFill>
              <a:srgbClr val="DCE8ED"/>
            </a:solidFill>
            <a:ln w="0">
              <a:noFill/>
              <a:prstDash val="solid"/>
            </a:ln>
          </p:spPr>
        </p:sp>
        <p:sp>
          <p:nvSpPr>
            <p:cNvPr id="4140" name="dense-strip-1-cell-40">
              <a:extLst>
                <a:ext uri="{FF2B5EF4-FFF2-40B4-BE49-F238E27FC236}">
                  <a16:creationId xmlns:a16="http://schemas.microsoft.com/office/drawing/2014/main" id="{E63AAD10-F38F-416C-9F0E-40761574824A}"/>
                </a:ext>
              </a:extLst>
            </p:cNvPr>
            <p:cNvSpPr>
              <a:spLocks noGrp="1"/>
            </p:cNvSpPr>
            <p:nvPr/>
          </p:nvSpPr>
          <p:spPr>
            <a:xfrm>
              <a:off x="21855906" y="1581150"/>
              <a:ext cx="15522" cy="133350"/>
            </a:xfrm>
            <a:prstGeom prst="rect">
              <a:avLst/>
            </a:prstGeom>
            <a:solidFill>
              <a:srgbClr val="DCE8ED"/>
            </a:solidFill>
            <a:ln w="0">
              <a:noFill/>
              <a:prstDash val="solid"/>
            </a:ln>
          </p:spPr>
        </p:sp>
        <p:sp>
          <p:nvSpPr>
            <p:cNvPr id="4141" name="dense-strip-1-cell-39">
              <a:extLst>
                <a:ext uri="{FF2B5EF4-FFF2-40B4-BE49-F238E27FC236}">
                  <a16:creationId xmlns:a16="http://schemas.microsoft.com/office/drawing/2014/main" id="{03701AEC-109D-477B-A110-ABB14A9CB49E}"/>
                </a:ext>
              </a:extLst>
            </p:cNvPr>
            <p:cNvSpPr>
              <a:spLocks noGrp="1"/>
            </p:cNvSpPr>
            <p:nvPr/>
          </p:nvSpPr>
          <p:spPr>
            <a:xfrm>
              <a:off x="21840527" y="1581150"/>
              <a:ext cx="15522" cy="133350"/>
            </a:xfrm>
            <a:prstGeom prst="rect">
              <a:avLst/>
            </a:prstGeom>
            <a:solidFill>
              <a:srgbClr val="DCE8ED"/>
            </a:solidFill>
            <a:ln w="0">
              <a:noFill/>
              <a:prstDash val="solid"/>
            </a:ln>
          </p:spPr>
        </p:sp>
        <p:sp>
          <p:nvSpPr>
            <p:cNvPr id="4142" name="dense-strip-1-cell-38">
              <a:extLst>
                <a:ext uri="{FF2B5EF4-FFF2-40B4-BE49-F238E27FC236}">
                  <a16:creationId xmlns:a16="http://schemas.microsoft.com/office/drawing/2014/main" id="{3C144ACA-E28A-4174-92A2-FF242A370DE0}"/>
                </a:ext>
              </a:extLst>
            </p:cNvPr>
            <p:cNvSpPr>
              <a:spLocks noGrp="1"/>
            </p:cNvSpPr>
            <p:nvPr/>
          </p:nvSpPr>
          <p:spPr>
            <a:xfrm>
              <a:off x="21825148" y="1581150"/>
              <a:ext cx="15522" cy="133350"/>
            </a:xfrm>
            <a:prstGeom prst="rect">
              <a:avLst/>
            </a:prstGeom>
            <a:solidFill>
              <a:srgbClr val="DCE8ED"/>
            </a:solidFill>
            <a:ln w="0">
              <a:noFill/>
              <a:prstDash val="solid"/>
            </a:ln>
          </p:spPr>
        </p:sp>
        <p:sp>
          <p:nvSpPr>
            <p:cNvPr id="4143" name="dense-strip-1-cell-37">
              <a:extLst>
                <a:ext uri="{FF2B5EF4-FFF2-40B4-BE49-F238E27FC236}">
                  <a16:creationId xmlns:a16="http://schemas.microsoft.com/office/drawing/2014/main" id="{14F60AC8-91F4-41A1-BED0-0FB3FBD359CB}"/>
                </a:ext>
              </a:extLst>
            </p:cNvPr>
            <p:cNvSpPr>
              <a:spLocks noGrp="1"/>
            </p:cNvSpPr>
            <p:nvPr/>
          </p:nvSpPr>
          <p:spPr>
            <a:xfrm>
              <a:off x="21809770" y="1581150"/>
              <a:ext cx="15522" cy="133350"/>
            </a:xfrm>
            <a:prstGeom prst="rect">
              <a:avLst/>
            </a:prstGeom>
            <a:solidFill>
              <a:srgbClr val="DCE8ED"/>
            </a:solidFill>
            <a:ln w="0">
              <a:noFill/>
              <a:prstDash val="solid"/>
            </a:ln>
          </p:spPr>
        </p:sp>
        <p:sp>
          <p:nvSpPr>
            <p:cNvPr id="4144" name="dense-strip-1-cell-36">
              <a:extLst>
                <a:ext uri="{FF2B5EF4-FFF2-40B4-BE49-F238E27FC236}">
                  <a16:creationId xmlns:a16="http://schemas.microsoft.com/office/drawing/2014/main" id="{0D4C7D6B-1BD6-426F-8F04-41F1E80F1C65}"/>
                </a:ext>
              </a:extLst>
            </p:cNvPr>
            <p:cNvSpPr>
              <a:spLocks noGrp="1"/>
            </p:cNvSpPr>
            <p:nvPr/>
          </p:nvSpPr>
          <p:spPr>
            <a:xfrm>
              <a:off x="21794391" y="1581150"/>
              <a:ext cx="15522" cy="133350"/>
            </a:xfrm>
            <a:prstGeom prst="rect">
              <a:avLst/>
            </a:prstGeom>
            <a:solidFill>
              <a:srgbClr val="DCE8ED"/>
            </a:solidFill>
            <a:ln w="0">
              <a:noFill/>
              <a:prstDash val="solid"/>
            </a:ln>
          </p:spPr>
        </p:sp>
        <p:sp>
          <p:nvSpPr>
            <p:cNvPr id="4145" name="dense-strip-1-cell-35">
              <a:extLst>
                <a:ext uri="{FF2B5EF4-FFF2-40B4-BE49-F238E27FC236}">
                  <a16:creationId xmlns:a16="http://schemas.microsoft.com/office/drawing/2014/main" id="{5447F226-A719-44BE-92F1-07D3C0E11A43}"/>
                </a:ext>
              </a:extLst>
            </p:cNvPr>
            <p:cNvSpPr>
              <a:spLocks noGrp="1"/>
            </p:cNvSpPr>
            <p:nvPr/>
          </p:nvSpPr>
          <p:spPr>
            <a:xfrm>
              <a:off x="21779012" y="1581150"/>
              <a:ext cx="15522" cy="133350"/>
            </a:xfrm>
            <a:prstGeom prst="rect">
              <a:avLst/>
            </a:prstGeom>
            <a:solidFill>
              <a:srgbClr val="DCE8ED"/>
            </a:solidFill>
            <a:ln w="0">
              <a:noFill/>
              <a:prstDash val="solid"/>
            </a:ln>
          </p:spPr>
        </p:sp>
        <p:sp>
          <p:nvSpPr>
            <p:cNvPr id="4146" name="dense-strip-1-cell-34">
              <a:extLst>
                <a:ext uri="{FF2B5EF4-FFF2-40B4-BE49-F238E27FC236}">
                  <a16:creationId xmlns:a16="http://schemas.microsoft.com/office/drawing/2014/main" id="{2610262D-E5A6-4AB0-909C-B5D7853262E4}"/>
                </a:ext>
              </a:extLst>
            </p:cNvPr>
            <p:cNvSpPr>
              <a:spLocks noGrp="1"/>
            </p:cNvSpPr>
            <p:nvPr/>
          </p:nvSpPr>
          <p:spPr>
            <a:xfrm>
              <a:off x="21763633" y="1581150"/>
              <a:ext cx="15522" cy="133350"/>
            </a:xfrm>
            <a:prstGeom prst="rect">
              <a:avLst/>
            </a:prstGeom>
            <a:solidFill>
              <a:srgbClr val="DCE8ED"/>
            </a:solidFill>
            <a:ln w="0">
              <a:noFill/>
              <a:prstDash val="solid"/>
            </a:ln>
          </p:spPr>
        </p:sp>
        <p:sp>
          <p:nvSpPr>
            <p:cNvPr id="4147" name="dense-strip-1-cell-33">
              <a:extLst>
                <a:ext uri="{FF2B5EF4-FFF2-40B4-BE49-F238E27FC236}">
                  <a16:creationId xmlns:a16="http://schemas.microsoft.com/office/drawing/2014/main" id="{DBC0A044-4D7B-429A-A425-FE40FE59C68B}"/>
                </a:ext>
              </a:extLst>
            </p:cNvPr>
            <p:cNvSpPr>
              <a:spLocks noGrp="1"/>
            </p:cNvSpPr>
            <p:nvPr/>
          </p:nvSpPr>
          <p:spPr>
            <a:xfrm>
              <a:off x="21748254" y="1581150"/>
              <a:ext cx="15522" cy="133350"/>
            </a:xfrm>
            <a:prstGeom prst="rect">
              <a:avLst/>
            </a:prstGeom>
            <a:solidFill>
              <a:srgbClr val="DCE8ED"/>
            </a:solidFill>
            <a:ln w="0">
              <a:noFill/>
              <a:prstDash val="solid"/>
            </a:ln>
          </p:spPr>
        </p:sp>
        <p:sp>
          <p:nvSpPr>
            <p:cNvPr id="4148" name="dense-strip-1-cell-32">
              <a:extLst>
                <a:ext uri="{FF2B5EF4-FFF2-40B4-BE49-F238E27FC236}">
                  <a16:creationId xmlns:a16="http://schemas.microsoft.com/office/drawing/2014/main" id="{DBBD2EF0-8AC7-43C1-887B-CE77F4B740CC}"/>
                </a:ext>
              </a:extLst>
            </p:cNvPr>
            <p:cNvSpPr>
              <a:spLocks noGrp="1"/>
            </p:cNvSpPr>
            <p:nvPr/>
          </p:nvSpPr>
          <p:spPr>
            <a:xfrm>
              <a:off x="21732875" y="1581150"/>
              <a:ext cx="15522" cy="133350"/>
            </a:xfrm>
            <a:prstGeom prst="rect">
              <a:avLst/>
            </a:prstGeom>
            <a:solidFill>
              <a:srgbClr val="DCE8ED"/>
            </a:solidFill>
            <a:ln w="0">
              <a:noFill/>
              <a:prstDash val="solid"/>
            </a:ln>
          </p:spPr>
        </p:sp>
        <p:sp>
          <p:nvSpPr>
            <p:cNvPr id="4149" name="dense-strip-1-cell-31">
              <a:extLst>
                <a:ext uri="{FF2B5EF4-FFF2-40B4-BE49-F238E27FC236}">
                  <a16:creationId xmlns:a16="http://schemas.microsoft.com/office/drawing/2014/main" id="{779E6D59-01EC-47DC-8876-E24978C94B87}"/>
                </a:ext>
              </a:extLst>
            </p:cNvPr>
            <p:cNvSpPr>
              <a:spLocks noGrp="1"/>
            </p:cNvSpPr>
            <p:nvPr/>
          </p:nvSpPr>
          <p:spPr>
            <a:xfrm>
              <a:off x="21717496" y="1581150"/>
              <a:ext cx="15522" cy="133350"/>
            </a:xfrm>
            <a:prstGeom prst="rect">
              <a:avLst/>
            </a:prstGeom>
            <a:solidFill>
              <a:srgbClr val="DCE8ED"/>
            </a:solidFill>
            <a:ln w="0">
              <a:noFill/>
              <a:prstDash val="solid"/>
            </a:ln>
          </p:spPr>
        </p:sp>
        <p:sp>
          <p:nvSpPr>
            <p:cNvPr id="4150" name="dense-strip-1-cell-30">
              <a:extLst>
                <a:ext uri="{FF2B5EF4-FFF2-40B4-BE49-F238E27FC236}">
                  <a16:creationId xmlns:a16="http://schemas.microsoft.com/office/drawing/2014/main" id="{0FA66390-9049-4E20-AE08-6FF09350CB59}"/>
                </a:ext>
              </a:extLst>
            </p:cNvPr>
            <p:cNvSpPr>
              <a:spLocks noGrp="1"/>
            </p:cNvSpPr>
            <p:nvPr/>
          </p:nvSpPr>
          <p:spPr>
            <a:xfrm>
              <a:off x="21702117" y="1581150"/>
              <a:ext cx="15522" cy="133350"/>
            </a:xfrm>
            <a:prstGeom prst="rect">
              <a:avLst/>
            </a:prstGeom>
            <a:solidFill>
              <a:srgbClr val="DCE8ED"/>
            </a:solidFill>
            <a:ln w="0">
              <a:noFill/>
              <a:prstDash val="solid"/>
            </a:ln>
          </p:spPr>
        </p:sp>
        <p:sp>
          <p:nvSpPr>
            <p:cNvPr id="4151" name="dense-strip-1-cell-29">
              <a:extLst>
                <a:ext uri="{FF2B5EF4-FFF2-40B4-BE49-F238E27FC236}">
                  <a16:creationId xmlns:a16="http://schemas.microsoft.com/office/drawing/2014/main" id="{1B34DD4C-E65F-44CF-9E4F-65BFA0C7EDCC}"/>
                </a:ext>
              </a:extLst>
            </p:cNvPr>
            <p:cNvSpPr>
              <a:spLocks noGrp="1"/>
            </p:cNvSpPr>
            <p:nvPr/>
          </p:nvSpPr>
          <p:spPr>
            <a:xfrm>
              <a:off x="21686738" y="1581150"/>
              <a:ext cx="15522" cy="133350"/>
            </a:xfrm>
            <a:prstGeom prst="rect">
              <a:avLst/>
            </a:prstGeom>
            <a:solidFill>
              <a:srgbClr val="D8E5EB"/>
            </a:solidFill>
            <a:ln w="0">
              <a:noFill/>
              <a:prstDash val="solid"/>
            </a:ln>
          </p:spPr>
        </p:sp>
        <p:sp>
          <p:nvSpPr>
            <p:cNvPr id="4152" name="dense-strip-1-cell-28">
              <a:extLst>
                <a:ext uri="{FF2B5EF4-FFF2-40B4-BE49-F238E27FC236}">
                  <a16:creationId xmlns:a16="http://schemas.microsoft.com/office/drawing/2014/main" id="{5B220E69-DB15-4D88-B163-6109A0705C8F}"/>
                </a:ext>
              </a:extLst>
            </p:cNvPr>
            <p:cNvSpPr>
              <a:spLocks noGrp="1"/>
            </p:cNvSpPr>
            <p:nvPr/>
          </p:nvSpPr>
          <p:spPr>
            <a:xfrm>
              <a:off x="21671359" y="1581150"/>
              <a:ext cx="15522" cy="133350"/>
            </a:xfrm>
            <a:prstGeom prst="rect">
              <a:avLst/>
            </a:prstGeom>
            <a:solidFill>
              <a:srgbClr val="C9DBE4"/>
            </a:solidFill>
            <a:ln w="0">
              <a:noFill/>
              <a:prstDash val="solid"/>
            </a:ln>
          </p:spPr>
        </p:sp>
        <p:sp>
          <p:nvSpPr>
            <p:cNvPr id="4153" name="dense-strip-1-cell-27">
              <a:extLst>
                <a:ext uri="{FF2B5EF4-FFF2-40B4-BE49-F238E27FC236}">
                  <a16:creationId xmlns:a16="http://schemas.microsoft.com/office/drawing/2014/main" id="{376A1F69-FE5D-4128-9CC8-CF509FF90774}"/>
                </a:ext>
              </a:extLst>
            </p:cNvPr>
            <p:cNvSpPr>
              <a:spLocks noGrp="1"/>
            </p:cNvSpPr>
            <p:nvPr/>
          </p:nvSpPr>
          <p:spPr>
            <a:xfrm>
              <a:off x="21655980" y="1581150"/>
              <a:ext cx="15522" cy="133350"/>
            </a:xfrm>
            <a:prstGeom prst="rect">
              <a:avLst/>
            </a:prstGeom>
            <a:solidFill>
              <a:srgbClr val="9CC5DC"/>
            </a:solidFill>
            <a:ln w="0">
              <a:noFill/>
              <a:prstDash val="solid"/>
            </a:ln>
          </p:spPr>
        </p:sp>
        <p:sp>
          <p:nvSpPr>
            <p:cNvPr id="4154" name="dense-strip-1-cell-26">
              <a:extLst>
                <a:ext uri="{FF2B5EF4-FFF2-40B4-BE49-F238E27FC236}">
                  <a16:creationId xmlns:a16="http://schemas.microsoft.com/office/drawing/2014/main" id="{894A5E51-445D-403D-B50D-F44769FB0F15}"/>
                </a:ext>
              </a:extLst>
            </p:cNvPr>
            <p:cNvSpPr>
              <a:spLocks noGrp="1"/>
            </p:cNvSpPr>
            <p:nvPr/>
          </p:nvSpPr>
          <p:spPr>
            <a:xfrm>
              <a:off x="21640602" y="1581150"/>
              <a:ext cx="15522" cy="133350"/>
            </a:xfrm>
            <a:prstGeom prst="rect">
              <a:avLst/>
            </a:prstGeom>
            <a:solidFill>
              <a:srgbClr val="72AFD1"/>
            </a:solidFill>
            <a:ln w="0">
              <a:noFill/>
              <a:prstDash val="solid"/>
            </a:ln>
          </p:spPr>
        </p:sp>
        <p:sp>
          <p:nvSpPr>
            <p:cNvPr id="4155" name="dense-strip-1-cell-25">
              <a:extLst>
                <a:ext uri="{FF2B5EF4-FFF2-40B4-BE49-F238E27FC236}">
                  <a16:creationId xmlns:a16="http://schemas.microsoft.com/office/drawing/2014/main" id="{4041A9B5-367B-4A71-9D67-30CC86812386}"/>
                </a:ext>
              </a:extLst>
            </p:cNvPr>
            <p:cNvSpPr>
              <a:spLocks noGrp="1"/>
            </p:cNvSpPr>
            <p:nvPr/>
          </p:nvSpPr>
          <p:spPr>
            <a:xfrm>
              <a:off x="21625223" y="1581150"/>
              <a:ext cx="15522" cy="133350"/>
            </a:xfrm>
            <a:prstGeom prst="rect">
              <a:avLst/>
            </a:prstGeom>
            <a:solidFill>
              <a:srgbClr val="4899C5"/>
            </a:solidFill>
            <a:ln w="0">
              <a:noFill/>
              <a:prstDash val="solid"/>
            </a:ln>
          </p:spPr>
        </p:sp>
        <p:sp>
          <p:nvSpPr>
            <p:cNvPr id="4156" name="dense-strip-1-cell-24">
              <a:extLst>
                <a:ext uri="{FF2B5EF4-FFF2-40B4-BE49-F238E27FC236}">
                  <a16:creationId xmlns:a16="http://schemas.microsoft.com/office/drawing/2014/main" id="{4BA18A07-ADF0-44E9-9C36-076FE7E892F9}"/>
                </a:ext>
              </a:extLst>
            </p:cNvPr>
            <p:cNvSpPr>
              <a:spLocks noGrp="1"/>
            </p:cNvSpPr>
            <p:nvPr/>
          </p:nvSpPr>
          <p:spPr>
            <a:xfrm>
              <a:off x="21609844" y="1581150"/>
              <a:ext cx="15522" cy="133350"/>
            </a:xfrm>
            <a:prstGeom prst="rect">
              <a:avLst/>
            </a:prstGeom>
            <a:solidFill>
              <a:srgbClr val="2385BB"/>
            </a:solidFill>
            <a:ln w="0">
              <a:noFill/>
              <a:prstDash val="solid"/>
            </a:ln>
          </p:spPr>
        </p:sp>
        <p:sp>
          <p:nvSpPr>
            <p:cNvPr id="4157" name="dense-strip-1-cell-23">
              <a:extLst>
                <a:ext uri="{FF2B5EF4-FFF2-40B4-BE49-F238E27FC236}">
                  <a16:creationId xmlns:a16="http://schemas.microsoft.com/office/drawing/2014/main" id="{45B3EAC8-509B-4CFD-88C2-90A0E4A7A4BF}"/>
                </a:ext>
              </a:extLst>
            </p:cNvPr>
            <p:cNvSpPr>
              <a:spLocks noGrp="1"/>
            </p:cNvSpPr>
            <p:nvPr/>
          </p:nvSpPr>
          <p:spPr>
            <a:xfrm>
              <a:off x="21594465" y="1581150"/>
              <a:ext cx="15522" cy="133350"/>
            </a:xfrm>
            <a:prstGeom prst="rect">
              <a:avLst/>
            </a:prstGeom>
            <a:solidFill>
              <a:srgbClr val="0977B4"/>
            </a:solidFill>
            <a:ln w="0">
              <a:noFill/>
              <a:prstDash val="solid"/>
            </a:ln>
          </p:spPr>
        </p:sp>
        <p:sp>
          <p:nvSpPr>
            <p:cNvPr id="4158" name="dense-strip-1-cell-22">
              <a:extLst>
                <a:ext uri="{FF2B5EF4-FFF2-40B4-BE49-F238E27FC236}">
                  <a16:creationId xmlns:a16="http://schemas.microsoft.com/office/drawing/2014/main" id="{F687A8C3-B947-4094-9353-C3E1ADE16D84}"/>
                </a:ext>
              </a:extLst>
            </p:cNvPr>
            <p:cNvSpPr>
              <a:spLocks noGrp="1"/>
            </p:cNvSpPr>
            <p:nvPr/>
          </p:nvSpPr>
          <p:spPr>
            <a:xfrm>
              <a:off x="21579086" y="1581150"/>
              <a:ext cx="15522" cy="133350"/>
            </a:xfrm>
            <a:prstGeom prst="rect">
              <a:avLst/>
            </a:prstGeom>
            <a:solidFill>
              <a:srgbClr val="0072B2"/>
            </a:solidFill>
            <a:ln w="0">
              <a:noFill/>
              <a:prstDash val="solid"/>
            </a:ln>
          </p:spPr>
        </p:sp>
        <p:sp>
          <p:nvSpPr>
            <p:cNvPr id="4159" name="dense-strip-1-cell-21">
              <a:extLst>
                <a:ext uri="{FF2B5EF4-FFF2-40B4-BE49-F238E27FC236}">
                  <a16:creationId xmlns:a16="http://schemas.microsoft.com/office/drawing/2014/main" id="{DA7B36D8-C2E6-44D1-85DE-5BE61FCAD126}"/>
                </a:ext>
              </a:extLst>
            </p:cNvPr>
            <p:cNvSpPr>
              <a:spLocks noGrp="1"/>
            </p:cNvSpPr>
            <p:nvPr/>
          </p:nvSpPr>
          <p:spPr>
            <a:xfrm>
              <a:off x="21563707" y="1581150"/>
              <a:ext cx="15522" cy="133350"/>
            </a:xfrm>
            <a:prstGeom prst="rect">
              <a:avLst/>
            </a:prstGeom>
            <a:solidFill>
              <a:srgbClr val="0072B2"/>
            </a:solidFill>
            <a:ln w="0">
              <a:noFill/>
              <a:prstDash val="solid"/>
            </a:ln>
          </p:spPr>
        </p:sp>
        <p:sp>
          <p:nvSpPr>
            <p:cNvPr id="4160" name="dense-strip-1-cell-20">
              <a:extLst>
                <a:ext uri="{FF2B5EF4-FFF2-40B4-BE49-F238E27FC236}">
                  <a16:creationId xmlns:a16="http://schemas.microsoft.com/office/drawing/2014/main" id="{712ABEEA-9F44-4307-9651-BDFEA4CF8A80}"/>
                </a:ext>
              </a:extLst>
            </p:cNvPr>
            <p:cNvSpPr>
              <a:spLocks noGrp="1"/>
            </p:cNvSpPr>
            <p:nvPr/>
          </p:nvSpPr>
          <p:spPr>
            <a:xfrm>
              <a:off x="21548328" y="1581150"/>
              <a:ext cx="15522" cy="133350"/>
            </a:xfrm>
            <a:prstGeom prst="rect">
              <a:avLst/>
            </a:prstGeom>
            <a:solidFill>
              <a:srgbClr val="0072B2"/>
            </a:solidFill>
            <a:ln w="0">
              <a:noFill/>
              <a:prstDash val="solid"/>
            </a:ln>
          </p:spPr>
        </p:sp>
        <p:sp>
          <p:nvSpPr>
            <p:cNvPr id="4161" name="dense-strip-1-cell-19">
              <a:extLst>
                <a:ext uri="{FF2B5EF4-FFF2-40B4-BE49-F238E27FC236}">
                  <a16:creationId xmlns:a16="http://schemas.microsoft.com/office/drawing/2014/main" id="{053F4CD1-4D7B-47CB-9BF8-A75673AA0009}"/>
                </a:ext>
              </a:extLst>
            </p:cNvPr>
            <p:cNvSpPr>
              <a:spLocks noGrp="1"/>
            </p:cNvSpPr>
            <p:nvPr/>
          </p:nvSpPr>
          <p:spPr>
            <a:xfrm>
              <a:off x="21532949" y="1581150"/>
              <a:ext cx="15522" cy="133350"/>
            </a:xfrm>
            <a:prstGeom prst="rect">
              <a:avLst/>
            </a:prstGeom>
            <a:solidFill>
              <a:srgbClr val="0072B2"/>
            </a:solidFill>
            <a:ln w="0">
              <a:noFill/>
              <a:prstDash val="solid"/>
            </a:ln>
          </p:spPr>
        </p:sp>
        <p:sp>
          <p:nvSpPr>
            <p:cNvPr id="4162" name="dense-strip-1-cell-18">
              <a:extLst>
                <a:ext uri="{FF2B5EF4-FFF2-40B4-BE49-F238E27FC236}">
                  <a16:creationId xmlns:a16="http://schemas.microsoft.com/office/drawing/2014/main" id="{11860012-35F8-4D09-B7D9-3683970B617A}"/>
                </a:ext>
              </a:extLst>
            </p:cNvPr>
            <p:cNvSpPr>
              <a:spLocks noGrp="1"/>
            </p:cNvSpPr>
            <p:nvPr/>
          </p:nvSpPr>
          <p:spPr>
            <a:xfrm>
              <a:off x="21517570" y="1581150"/>
              <a:ext cx="15522" cy="133350"/>
            </a:xfrm>
            <a:prstGeom prst="rect">
              <a:avLst/>
            </a:prstGeom>
            <a:solidFill>
              <a:srgbClr val="0072B2"/>
            </a:solidFill>
            <a:ln w="0">
              <a:noFill/>
              <a:prstDash val="solid"/>
            </a:ln>
          </p:spPr>
        </p:sp>
        <p:sp>
          <p:nvSpPr>
            <p:cNvPr id="4163" name="dense-strip-1-cell-17">
              <a:extLst>
                <a:ext uri="{FF2B5EF4-FFF2-40B4-BE49-F238E27FC236}">
                  <a16:creationId xmlns:a16="http://schemas.microsoft.com/office/drawing/2014/main" id="{367D542E-FED3-421C-B934-CB8BC2A4F169}"/>
                </a:ext>
              </a:extLst>
            </p:cNvPr>
            <p:cNvSpPr>
              <a:spLocks noGrp="1"/>
            </p:cNvSpPr>
            <p:nvPr/>
          </p:nvSpPr>
          <p:spPr>
            <a:xfrm>
              <a:off x="21502191" y="1581150"/>
              <a:ext cx="15522" cy="133350"/>
            </a:xfrm>
            <a:prstGeom prst="rect">
              <a:avLst/>
            </a:prstGeom>
            <a:solidFill>
              <a:srgbClr val="0072B2"/>
            </a:solidFill>
            <a:ln w="0">
              <a:noFill/>
              <a:prstDash val="solid"/>
            </a:ln>
          </p:spPr>
        </p:sp>
        <p:sp>
          <p:nvSpPr>
            <p:cNvPr id="4164" name="dense-strip-1-cell-16">
              <a:extLst>
                <a:ext uri="{FF2B5EF4-FFF2-40B4-BE49-F238E27FC236}">
                  <a16:creationId xmlns:a16="http://schemas.microsoft.com/office/drawing/2014/main" id="{305EFCD5-3CB5-4635-995A-8C4D25A841A2}"/>
                </a:ext>
              </a:extLst>
            </p:cNvPr>
            <p:cNvSpPr>
              <a:spLocks noGrp="1"/>
            </p:cNvSpPr>
            <p:nvPr/>
          </p:nvSpPr>
          <p:spPr>
            <a:xfrm>
              <a:off x="21486813" y="1581150"/>
              <a:ext cx="15522" cy="133350"/>
            </a:xfrm>
            <a:prstGeom prst="rect">
              <a:avLst/>
            </a:prstGeom>
            <a:solidFill>
              <a:srgbClr val="0072B2"/>
            </a:solidFill>
            <a:ln w="0">
              <a:noFill/>
              <a:prstDash val="solid"/>
            </a:ln>
          </p:spPr>
        </p:sp>
        <p:sp>
          <p:nvSpPr>
            <p:cNvPr id="4165" name="dense-strip-1-cell-15">
              <a:extLst>
                <a:ext uri="{FF2B5EF4-FFF2-40B4-BE49-F238E27FC236}">
                  <a16:creationId xmlns:a16="http://schemas.microsoft.com/office/drawing/2014/main" id="{2E4A3A7A-8D22-49F1-B985-97B62967AFAF}"/>
                </a:ext>
              </a:extLst>
            </p:cNvPr>
            <p:cNvSpPr>
              <a:spLocks noGrp="1"/>
            </p:cNvSpPr>
            <p:nvPr/>
          </p:nvSpPr>
          <p:spPr>
            <a:xfrm>
              <a:off x="21471434" y="1581150"/>
              <a:ext cx="15522" cy="133350"/>
            </a:xfrm>
            <a:prstGeom prst="rect">
              <a:avLst/>
            </a:prstGeom>
            <a:solidFill>
              <a:srgbClr val="0072B2"/>
            </a:solidFill>
            <a:ln w="0">
              <a:noFill/>
              <a:prstDash val="solid"/>
            </a:ln>
          </p:spPr>
        </p:sp>
        <p:sp>
          <p:nvSpPr>
            <p:cNvPr id="4166" name="dense-strip-1-cell-14">
              <a:extLst>
                <a:ext uri="{FF2B5EF4-FFF2-40B4-BE49-F238E27FC236}">
                  <a16:creationId xmlns:a16="http://schemas.microsoft.com/office/drawing/2014/main" id="{B6F06D84-DAC0-48A5-BE86-D6F17F467C58}"/>
                </a:ext>
              </a:extLst>
            </p:cNvPr>
            <p:cNvSpPr>
              <a:spLocks noGrp="1"/>
            </p:cNvSpPr>
            <p:nvPr/>
          </p:nvSpPr>
          <p:spPr>
            <a:xfrm>
              <a:off x="21456055" y="1581150"/>
              <a:ext cx="15522" cy="133350"/>
            </a:xfrm>
            <a:prstGeom prst="rect">
              <a:avLst/>
            </a:prstGeom>
            <a:solidFill>
              <a:srgbClr val="0072B2"/>
            </a:solidFill>
            <a:ln w="0">
              <a:noFill/>
              <a:prstDash val="solid"/>
            </a:ln>
          </p:spPr>
        </p:sp>
        <p:sp>
          <p:nvSpPr>
            <p:cNvPr id="4167" name="dense-strip-1-cell-13">
              <a:extLst>
                <a:ext uri="{FF2B5EF4-FFF2-40B4-BE49-F238E27FC236}">
                  <a16:creationId xmlns:a16="http://schemas.microsoft.com/office/drawing/2014/main" id="{8988BB32-8CB8-48E6-8C2A-0EF17962F5F9}"/>
                </a:ext>
              </a:extLst>
            </p:cNvPr>
            <p:cNvSpPr>
              <a:spLocks noGrp="1"/>
            </p:cNvSpPr>
            <p:nvPr/>
          </p:nvSpPr>
          <p:spPr>
            <a:xfrm>
              <a:off x="21440676" y="1581150"/>
              <a:ext cx="15522" cy="133350"/>
            </a:xfrm>
            <a:prstGeom prst="rect">
              <a:avLst/>
            </a:prstGeom>
            <a:solidFill>
              <a:srgbClr val="0072B2"/>
            </a:solidFill>
            <a:ln w="0">
              <a:noFill/>
              <a:prstDash val="solid"/>
            </a:ln>
          </p:spPr>
        </p:sp>
        <p:sp>
          <p:nvSpPr>
            <p:cNvPr id="4168" name="dense-strip-1-cell-12">
              <a:extLst>
                <a:ext uri="{FF2B5EF4-FFF2-40B4-BE49-F238E27FC236}">
                  <a16:creationId xmlns:a16="http://schemas.microsoft.com/office/drawing/2014/main" id="{BE291A5F-F405-4FCE-8FB0-C01B5E949AB3}"/>
                </a:ext>
              </a:extLst>
            </p:cNvPr>
            <p:cNvSpPr>
              <a:spLocks noGrp="1"/>
            </p:cNvSpPr>
            <p:nvPr/>
          </p:nvSpPr>
          <p:spPr>
            <a:xfrm>
              <a:off x="21425297" y="1581150"/>
              <a:ext cx="15522" cy="133350"/>
            </a:xfrm>
            <a:prstGeom prst="rect">
              <a:avLst/>
            </a:prstGeom>
            <a:solidFill>
              <a:srgbClr val="0072B2"/>
            </a:solidFill>
            <a:ln w="0">
              <a:noFill/>
              <a:prstDash val="solid"/>
            </a:ln>
          </p:spPr>
        </p:sp>
        <p:sp>
          <p:nvSpPr>
            <p:cNvPr id="4169" name="dense-strip-1-cell-11">
              <a:extLst>
                <a:ext uri="{FF2B5EF4-FFF2-40B4-BE49-F238E27FC236}">
                  <a16:creationId xmlns:a16="http://schemas.microsoft.com/office/drawing/2014/main" id="{CF0C25A6-2733-49E3-91C3-C5247AEFBE7E}"/>
                </a:ext>
              </a:extLst>
            </p:cNvPr>
            <p:cNvSpPr>
              <a:spLocks noGrp="1"/>
            </p:cNvSpPr>
            <p:nvPr/>
          </p:nvSpPr>
          <p:spPr>
            <a:xfrm>
              <a:off x="21409918" y="1581150"/>
              <a:ext cx="15522" cy="133350"/>
            </a:xfrm>
            <a:prstGeom prst="rect">
              <a:avLst/>
            </a:prstGeom>
            <a:solidFill>
              <a:srgbClr val="0072B2"/>
            </a:solidFill>
            <a:ln w="0">
              <a:noFill/>
              <a:prstDash val="solid"/>
            </a:ln>
          </p:spPr>
        </p:sp>
        <p:sp>
          <p:nvSpPr>
            <p:cNvPr id="4170" name="dense-strip-1-cell-10">
              <a:extLst>
                <a:ext uri="{FF2B5EF4-FFF2-40B4-BE49-F238E27FC236}">
                  <a16:creationId xmlns:a16="http://schemas.microsoft.com/office/drawing/2014/main" id="{DBF511C8-1C60-4EBB-916F-CD4D6D953599}"/>
                </a:ext>
              </a:extLst>
            </p:cNvPr>
            <p:cNvSpPr>
              <a:spLocks noGrp="1"/>
            </p:cNvSpPr>
            <p:nvPr/>
          </p:nvSpPr>
          <p:spPr>
            <a:xfrm>
              <a:off x="21394539" y="1581150"/>
              <a:ext cx="15522" cy="133350"/>
            </a:xfrm>
            <a:prstGeom prst="rect">
              <a:avLst/>
            </a:prstGeom>
            <a:solidFill>
              <a:srgbClr val="0072B2"/>
            </a:solidFill>
            <a:ln w="0">
              <a:noFill/>
              <a:prstDash val="solid"/>
            </a:ln>
          </p:spPr>
        </p:sp>
        <p:sp>
          <p:nvSpPr>
            <p:cNvPr id="4171" name="dense-strip-1-cell-9">
              <a:extLst>
                <a:ext uri="{FF2B5EF4-FFF2-40B4-BE49-F238E27FC236}">
                  <a16:creationId xmlns:a16="http://schemas.microsoft.com/office/drawing/2014/main" id="{9D2E9DEA-1051-4F11-B4F0-77749323C239}"/>
                </a:ext>
              </a:extLst>
            </p:cNvPr>
            <p:cNvSpPr>
              <a:spLocks noGrp="1"/>
            </p:cNvSpPr>
            <p:nvPr/>
          </p:nvSpPr>
          <p:spPr>
            <a:xfrm>
              <a:off x="21379160" y="1581150"/>
              <a:ext cx="15522" cy="133350"/>
            </a:xfrm>
            <a:prstGeom prst="rect">
              <a:avLst/>
            </a:prstGeom>
            <a:solidFill>
              <a:srgbClr val="0072B2"/>
            </a:solidFill>
            <a:ln w="0">
              <a:noFill/>
              <a:prstDash val="solid"/>
            </a:ln>
          </p:spPr>
        </p:sp>
        <p:sp>
          <p:nvSpPr>
            <p:cNvPr id="4172" name="dense-strip-1-cell-8">
              <a:extLst>
                <a:ext uri="{FF2B5EF4-FFF2-40B4-BE49-F238E27FC236}">
                  <a16:creationId xmlns:a16="http://schemas.microsoft.com/office/drawing/2014/main" id="{62D82240-713A-4A07-B00C-C19D8014F627}"/>
                </a:ext>
              </a:extLst>
            </p:cNvPr>
            <p:cNvSpPr>
              <a:spLocks noGrp="1"/>
            </p:cNvSpPr>
            <p:nvPr/>
          </p:nvSpPr>
          <p:spPr>
            <a:xfrm>
              <a:off x="21363781" y="1581150"/>
              <a:ext cx="15522" cy="133350"/>
            </a:xfrm>
            <a:prstGeom prst="rect">
              <a:avLst/>
            </a:prstGeom>
            <a:solidFill>
              <a:srgbClr val="1D82BA"/>
            </a:solidFill>
            <a:ln w="0">
              <a:noFill/>
              <a:prstDash val="solid"/>
            </a:ln>
          </p:spPr>
        </p:sp>
        <p:sp>
          <p:nvSpPr>
            <p:cNvPr id="4173" name="dense-strip-1-cell-7">
              <a:extLst>
                <a:ext uri="{FF2B5EF4-FFF2-40B4-BE49-F238E27FC236}">
                  <a16:creationId xmlns:a16="http://schemas.microsoft.com/office/drawing/2014/main" id="{BDE05A2C-20F4-4070-BB19-527791CE5F8B}"/>
                </a:ext>
              </a:extLst>
            </p:cNvPr>
            <p:cNvSpPr>
              <a:spLocks noGrp="1"/>
            </p:cNvSpPr>
            <p:nvPr/>
          </p:nvSpPr>
          <p:spPr>
            <a:xfrm>
              <a:off x="21348402" y="1581150"/>
              <a:ext cx="15522" cy="133350"/>
            </a:xfrm>
            <a:prstGeom prst="rect">
              <a:avLst/>
            </a:prstGeom>
            <a:solidFill>
              <a:srgbClr val="5AA2CA"/>
            </a:solidFill>
            <a:ln w="0">
              <a:noFill/>
              <a:prstDash val="solid"/>
            </a:ln>
          </p:spPr>
        </p:sp>
        <p:sp>
          <p:nvSpPr>
            <p:cNvPr id="4174" name="dense-strip-1-cell-6">
              <a:extLst>
                <a:ext uri="{FF2B5EF4-FFF2-40B4-BE49-F238E27FC236}">
                  <a16:creationId xmlns:a16="http://schemas.microsoft.com/office/drawing/2014/main" id="{15B5849C-95BF-46FB-967B-8B503B479748}"/>
                </a:ext>
              </a:extLst>
            </p:cNvPr>
            <p:cNvSpPr>
              <a:spLocks noGrp="1"/>
            </p:cNvSpPr>
            <p:nvPr/>
          </p:nvSpPr>
          <p:spPr>
            <a:xfrm>
              <a:off x="21333023" y="1581150"/>
              <a:ext cx="15522" cy="133350"/>
            </a:xfrm>
            <a:prstGeom prst="rect">
              <a:avLst/>
            </a:prstGeom>
            <a:solidFill>
              <a:srgbClr val="9DC6DC"/>
            </a:solidFill>
            <a:ln w="0">
              <a:noFill/>
              <a:prstDash val="solid"/>
            </a:ln>
          </p:spPr>
        </p:sp>
        <p:sp>
          <p:nvSpPr>
            <p:cNvPr id="4175" name="dense-strip-1-cell-5">
              <a:extLst>
                <a:ext uri="{FF2B5EF4-FFF2-40B4-BE49-F238E27FC236}">
                  <a16:creationId xmlns:a16="http://schemas.microsoft.com/office/drawing/2014/main" id="{1516C6D1-D5BE-4642-8E56-99D1C5FC1FC6}"/>
                </a:ext>
              </a:extLst>
            </p:cNvPr>
            <p:cNvSpPr>
              <a:spLocks noGrp="1"/>
            </p:cNvSpPr>
            <p:nvPr/>
          </p:nvSpPr>
          <p:spPr>
            <a:xfrm>
              <a:off x="21317645" y="1581150"/>
              <a:ext cx="15522" cy="133350"/>
            </a:xfrm>
            <a:prstGeom prst="rect">
              <a:avLst/>
            </a:prstGeom>
            <a:solidFill>
              <a:srgbClr val="D4E2E9"/>
            </a:solidFill>
            <a:ln w="0">
              <a:noFill/>
              <a:prstDash val="solid"/>
            </a:ln>
          </p:spPr>
        </p:sp>
        <p:sp>
          <p:nvSpPr>
            <p:cNvPr id="4176" name="dense-strip-1-cell-4">
              <a:extLst>
                <a:ext uri="{FF2B5EF4-FFF2-40B4-BE49-F238E27FC236}">
                  <a16:creationId xmlns:a16="http://schemas.microsoft.com/office/drawing/2014/main" id="{C7E0540F-A1EE-4ED1-B967-11720DC097B6}"/>
                </a:ext>
              </a:extLst>
            </p:cNvPr>
            <p:cNvSpPr>
              <a:spLocks noGrp="1"/>
            </p:cNvSpPr>
            <p:nvPr/>
          </p:nvSpPr>
          <p:spPr>
            <a:xfrm>
              <a:off x="21302266" y="1581150"/>
              <a:ext cx="15522" cy="133350"/>
            </a:xfrm>
            <a:prstGeom prst="rect">
              <a:avLst/>
            </a:prstGeom>
            <a:solidFill>
              <a:srgbClr val="DCE8ED"/>
            </a:solidFill>
            <a:ln w="0">
              <a:noFill/>
              <a:prstDash val="solid"/>
            </a:ln>
          </p:spPr>
        </p:sp>
        <p:sp>
          <p:nvSpPr>
            <p:cNvPr id="4177" name="dense-strip-1-cell-3">
              <a:extLst>
                <a:ext uri="{FF2B5EF4-FFF2-40B4-BE49-F238E27FC236}">
                  <a16:creationId xmlns:a16="http://schemas.microsoft.com/office/drawing/2014/main" id="{810689AD-9A04-481A-B603-09C60D6F4EBA}"/>
                </a:ext>
              </a:extLst>
            </p:cNvPr>
            <p:cNvSpPr>
              <a:spLocks noGrp="1"/>
            </p:cNvSpPr>
            <p:nvPr/>
          </p:nvSpPr>
          <p:spPr>
            <a:xfrm>
              <a:off x="21286887" y="1581150"/>
              <a:ext cx="15522" cy="133350"/>
            </a:xfrm>
            <a:prstGeom prst="rect">
              <a:avLst/>
            </a:prstGeom>
            <a:solidFill>
              <a:srgbClr val="DCE8ED"/>
            </a:solidFill>
            <a:ln w="0">
              <a:noFill/>
              <a:prstDash val="solid"/>
            </a:ln>
          </p:spPr>
        </p:sp>
        <p:sp>
          <p:nvSpPr>
            <p:cNvPr id="4178" name="dense-strip-1-cell-2">
              <a:extLst>
                <a:ext uri="{FF2B5EF4-FFF2-40B4-BE49-F238E27FC236}">
                  <a16:creationId xmlns:a16="http://schemas.microsoft.com/office/drawing/2014/main" id="{BCD72770-720E-4EB3-853B-BC2F00A7F898}"/>
                </a:ext>
              </a:extLst>
            </p:cNvPr>
            <p:cNvSpPr>
              <a:spLocks noGrp="1"/>
            </p:cNvSpPr>
            <p:nvPr/>
          </p:nvSpPr>
          <p:spPr>
            <a:xfrm>
              <a:off x="21271508" y="1581150"/>
              <a:ext cx="15522" cy="133350"/>
            </a:xfrm>
            <a:prstGeom prst="rect">
              <a:avLst/>
            </a:prstGeom>
            <a:solidFill>
              <a:srgbClr val="DCE8ED"/>
            </a:solidFill>
            <a:ln w="0">
              <a:noFill/>
              <a:prstDash val="solid"/>
            </a:ln>
          </p:spPr>
        </p:sp>
        <p:sp>
          <p:nvSpPr>
            <p:cNvPr id="4179" name="dense-strip-1-cell-1">
              <a:extLst>
                <a:ext uri="{FF2B5EF4-FFF2-40B4-BE49-F238E27FC236}">
                  <a16:creationId xmlns:a16="http://schemas.microsoft.com/office/drawing/2014/main" id="{65FAC49D-202C-4139-A230-4CA8710D19E0}"/>
                </a:ext>
              </a:extLst>
            </p:cNvPr>
            <p:cNvSpPr>
              <a:spLocks noGrp="1"/>
            </p:cNvSpPr>
            <p:nvPr/>
          </p:nvSpPr>
          <p:spPr>
            <a:xfrm>
              <a:off x="21256129" y="1581150"/>
              <a:ext cx="15522" cy="133350"/>
            </a:xfrm>
            <a:prstGeom prst="rect">
              <a:avLst/>
            </a:prstGeom>
            <a:solidFill>
              <a:srgbClr val="DCE8ED"/>
            </a:solidFill>
            <a:ln w="0">
              <a:noFill/>
              <a:prstDash val="solid"/>
            </a:ln>
          </p:spPr>
        </p:sp>
        <p:sp>
          <p:nvSpPr>
            <p:cNvPr id="4180" name="dense-strip-1-cell-0">
              <a:extLst>
                <a:ext uri="{FF2B5EF4-FFF2-40B4-BE49-F238E27FC236}">
                  <a16:creationId xmlns:a16="http://schemas.microsoft.com/office/drawing/2014/main" id="{E79CA1ED-485B-470E-8A75-120FE79212BB}"/>
                </a:ext>
              </a:extLst>
            </p:cNvPr>
            <p:cNvSpPr>
              <a:spLocks noGrp="1"/>
            </p:cNvSpPr>
            <p:nvPr/>
          </p:nvSpPr>
          <p:spPr>
            <a:xfrm>
              <a:off x="21240750" y="1581150"/>
              <a:ext cx="15522" cy="133350"/>
            </a:xfrm>
            <a:prstGeom prst="rect">
              <a:avLst/>
            </a:prstGeom>
            <a:solidFill>
              <a:srgbClr val="DCE8ED"/>
            </a:solidFill>
            <a:ln w="0">
              <a:noFill/>
              <a:prstDash val="solid"/>
            </a:ln>
          </p:spPr>
        </p:sp>
        <p:sp>
          <p:nvSpPr>
            <p:cNvPr id="4181" name="four:time-step-strips:textbox:1588"/>
            <p:cNvSpPr>
              <a:spLocks noGrp="1"/>
            </p:cNvSpPr>
            <p:nvPr/>
          </p:nvSpPr>
          <p:spPr>
            <a:xfrm>
              <a:off x="20840700" y="1057275"/>
              <a:ext cx="3514725"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Time-step layouts</a:t>
              </a:r>
              <a:endParaRPr sz="1800" b="1">
                <a:solidFill>
                  <a:srgbClr val="263238"/>
                </a:solidFill>
                <a:latin typeface="Arial" panose="020B0604020202090204"/>
                <a:ea typeface="Arial" panose="020B0604020202090204"/>
                <a:cs typeface="Arial" panose="020B0604020202090204"/>
              </a:endParaRPr>
            </a:p>
          </p:txBody>
        </p:sp>
        <p:sp>
          <p:nvSpPr>
            <p:cNvPr id="4182" name="four:time-step-strips:textbox:1589"/>
            <p:cNvSpPr>
              <a:spLocks noGrp="1"/>
            </p:cNvSpPr>
            <p:nvPr/>
          </p:nvSpPr>
          <p:spPr>
            <a:xfrm>
              <a:off x="20831175" y="1524000"/>
              <a:ext cx="323850" cy="24765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t₁</a:t>
              </a:r>
              <a:endParaRPr sz="2025" b="0">
                <a:solidFill>
                  <a:srgbClr val="263238"/>
                </a:solidFill>
                <a:latin typeface="Arial" panose="020B0604020202090204"/>
                <a:ea typeface="Arial" panose="020B0604020202090204"/>
                <a:cs typeface="Arial" panose="020B0604020202090204"/>
              </a:endParaRPr>
            </a:p>
          </p:txBody>
        </p:sp>
        <p:sp>
          <p:nvSpPr>
            <p:cNvPr id="4183" name="four:time-step-strips:textbox:1783"/>
            <p:cNvSpPr>
              <a:spLocks noGrp="1"/>
            </p:cNvSpPr>
            <p:nvPr/>
          </p:nvSpPr>
          <p:spPr>
            <a:xfrm>
              <a:off x="20831175" y="2152650"/>
              <a:ext cx="323850" cy="24765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t₄</a:t>
              </a:r>
              <a:endParaRPr sz="2025" b="0">
                <a:solidFill>
                  <a:srgbClr val="263238"/>
                </a:solidFill>
                <a:latin typeface="Arial" panose="020B0604020202090204"/>
                <a:ea typeface="Arial" panose="020B0604020202090204"/>
                <a:cs typeface="Arial" panose="020B0604020202090204"/>
              </a:endParaRPr>
            </a:p>
          </p:txBody>
        </p:sp>
        <p:sp>
          <p:nvSpPr>
            <p:cNvPr id="4184" name="four:time-step-strips:textbox:1977"/>
            <p:cNvSpPr>
              <a:spLocks noGrp="1"/>
            </p:cNvSpPr>
            <p:nvPr/>
          </p:nvSpPr>
          <p:spPr>
            <a:xfrm>
              <a:off x="20831175" y="2990850"/>
              <a:ext cx="323850" cy="24765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t₈</a:t>
              </a:r>
              <a:endParaRPr sz="2025" b="0">
                <a:solidFill>
                  <a:srgbClr val="263238"/>
                </a:solidFill>
                <a:latin typeface="Arial" panose="020B0604020202090204"/>
                <a:ea typeface="Arial" panose="020B0604020202090204"/>
                <a:cs typeface="Arial" panose="020B0604020202090204"/>
              </a:endParaRPr>
            </a:p>
          </p:txBody>
        </p:sp>
        <p:sp>
          <p:nvSpPr>
            <p:cNvPr id="4185" name="four:time-step-strips:textbox:2171"/>
            <p:cNvSpPr>
              <a:spLocks noGrp="1"/>
            </p:cNvSpPr>
            <p:nvPr/>
          </p:nvSpPr>
          <p:spPr>
            <a:xfrm>
              <a:off x="20831175" y="3829050"/>
              <a:ext cx="323850" cy="24765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t₁₂</a:t>
              </a:r>
              <a:r>
                <a:rPr sz="1460" b="0">
                  <a:solidFill>
                    <a:srgbClr val="263238"/>
                  </a:solidFill>
                  <a:latin typeface="Arial" panose="020B0604020202090204"/>
                  <a:ea typeface="Arial" panose="020B0604020202090204"/>
                  <a:cs typeface="Arial" panose="020B0604020202090204"/>
                </a:rPr>
                <a:t/>
              </a:r>
              <a:endParaRPr sz="1460" b="0" baseline="-25000">
                <a:solidFill>
                  <a:srgbClr val="263238"/>
                </a:solidFill>
                <a:latin typeface="Arial" panose="020B0604020202090204"/>
                <a:ea typeface="Arial" panose="020B0604020202090204"/>
                <a:cs typeface="Arial" panose="020B0604020202090204"/>
              </a:endParaRPr>
            </a:p>
          </p:txBody>
        </p:sp>
        <p:sp>
          <p:nvSpPr>
            <p:cNvPr id="4186" name="four:time-step-strips:line:2365"/>
            <p:cNvSpPr>
              <a:spLocks noGrp="1"/>
            </p:cNvSpPr>
            <p:nvPr/>
          </p:nvSpPr>
          <p:spPr>
            <a:xfrm>
              <a:off x="24336375" y="1676400"/>
              <a:ext cx="953" cy="2324100"/>
            </a:xfrm>
            <a:custGeom>
              <a:avLst/>
              <a:gdLst/>
              <a:ahLst/>
              <a:cxnLst/>
              <a:pathLst>
                <a:path w="953" h="2324100">
                  <a:moveTo>
                    <a:pt x="0" y="0"/>
                  </a:moveTo>
                  <a:lnTo>
                    <a:pt x="0" y="2324100"/>
                  </a:lnTo>
                </a:path>
              </a:pathLst>
            </a:custGeom>
            <a:noFill/>
            <a:ln w="13335">
              <a:solidFill>
                <a:srgbClr val="5DA4CB"/>
              </a:solidFill>
              <a:prstDash val="solid"/>
            </a:ln>
          </p:spPr>
        </p:sp>
        <p:sp>
          <p:nvSpPr>
            <p:cNvPr id="4187" name="four:time-step-strips:polygon:2366"/>
            <p:cNvSpPr>
              <a:spLocks noGrp="1"/>
            </p:cNvSpPr>
            <p:nvPr/>
          </p:nvSpPr>
          <p:spPr>
            <a:xfrm>
              <a:off x="24303609" y="3924300"/>
              <a:ext cx="65532" cy="76200"/>
            </a:xfrm>
            <a:custGeom>
              <a:avLst/>
              <a:gdLst/>
              <a:ahLst/>
              <a:cxnLst/>
              <a:pathLst>
                <a:path w="65532" h="76200">
                  <a:moveTo>
                    <a:pt x="32766" y="76200"/>
                  </a:moveTo>
                  <a:lnTo>
                    <a:pt x="65532" y="0"/>
                  </a:lnTo>
                  <a:lnTo>
                    <a:pt x="0" y="0"/>
                  </a:lnTo>
                  <a:close/>
                </a:path>
              </a:pathLst>
            </a:custGeom>
            <a:solidFill>
              <a:srgbClr val="5DA4CB"/>
            </a:solidFill>
            <a:ln w="0">
              <a:noFill/>
              <a:prstDash val="solid"/>
            </a:ln>
          </p:spPr>
        </p:sp>
        <p:sp>
          <p:nvSpPr>
            <p:cNvPr id="4188" name="four:time-step-strips:textbox:2367"/>
            <p:cNvSpPr>
              <a:spLocks noGrp="1"/>
            </p:cNvSpPr>
            <p:nvPr/>
          </p:nvSpPr>
          <p:spPr>
            <a:xfrm>
              <a:off x="24355425" y="2686050"/>
              <a:ext cx="190500" cy="342900"/>
            </a:xfrm>
            <a:prstGeom prst="rect">
              <a:avLst/>
            </a:prstGeom>
            <a:noFill/>
            <a:ln w="0">
              <a:noFill/>
              <a:prstDash val="solid"/>
            </a:ln>
          </p:spPr>
          <p:txBody>
            <a:bodyPr wrap="none" lIns="0" tIns="0" rIns="0" bIns="0" anchor="ctr">
              <a:normAutofit/>
            </a:bodyPr>
            <a:lstStyle>
              <a:defPPr algn="ctr">
                <a:defRPr sz="1875" b="0">
                  <a:solidFill>
                    <a:srgbClr val="7B8790"/>
                  </a:solidFill>
                  <a:latin typeface="Arial" panose="020B0604020202090204"/>
                  <a:ea typeface="Arial" panose="020B0604020202090204"/>
                  <a:cs typeface="Arial" panose="020B0604020202090204"/>
                </a:defRPr>
              </a:defPPr>
            </a:lstStyle>
            <a:p>
              <a:pPr algn="ctr">
                <a:defRPr sz="1875" b="0">
                  <a:solidFill>
                    <a:srgbClr val="7B8790"/>
                  </a:solidFill>
                  <a:latin typeface="Arial" panose="020B0604020202090204"/>
                  <a:ea typeface="Arial" panose="020B0604020202090204"/>
                  <a:cs typeface="Arial" panose="020B0604020202090204"/>
                </a:defRPr>
              </a:pPr>
              <a:r>
                <a:rPr sz="1875" b="0">
                  <a:solidFill>
                    <a:srgbClr val="7B8790"/>
                  </a:solidFill>
                  <a:latin typeface="Arial" panose="020B0604020202090204"/>
                  <a:ea typeface="Arial" panose="020B0604020202090204"/>
                  <a:cs typeface="Arial" panose="020B0604020202090204"/>
                </a:rPr>
                <a:t>t</a:t>
              </a:r>
              <a:endParaRPr sz="1875" b="0">
                <a:solidFill>
                  <a:srgbClr val="7B8790"/>
                </a:solidFill>
                <a:latin typeface="Arial" panose="020B0604020202090204"/>
                <a:ea typeface="Arial" panose="020B0604020202090204"/>
                <a:cs typeface="Arial" panose="020B0604020202090204"/>
              </a:endParaRPr>
            </a:p>
          </p:txBody>
        </p:sp>
        <p:sp>
          <p:nvSpPr>
            <p:cNvPr id="4189" name="four:time-step-strips:line:2368"/>
            <p:cNvSpPr>
              <a:spLocks noGrp="1"/>
            </p:cNvSpPr>
            <p:nvPr/>
          </p:nvSpPr>
          <p:spPr>
            <a:xfrm>
              <a:off x="22650450" y="4286250"/>
              <a:ext cx="953" cy="123825"/>
            </a:xfrm>
            <a:custGeom>
              <a:avLst/>
              <a:gdLst/>
              <a:ahLst/>
              <a:cxnLst/>
              <a:pathLst>
                <a:path w="953" h="123825">
                  <a:moveTo>
                    <a:pt x="0" y="0"/>
                  </a:moveTo>
                  <a:lnTo>
                    <a:pt x="0" y="123825"/>
                  </a:lnTo>
                </a:path>
              </a:pathLst>
            </a:custGeom>
            <a:noFill/>
            <a:ln w="15240">
              <a:solidFill>
                <a:srgbClr val="5DA4CB"/>
              </a:solidFill>
              <a:prstDash val="solid"/>
            </a:ln>
          </p:spPr>
        </p:sp>
        <p:sp>
          <p:nvSpPr>
            <p:cNvPr id="4190" name="four:time-step-strips:polygon:2369"/>
            <p:cNvSpPr>
              <a:spLocks noGrp="1"/>
            </p:cNvSpPr>
            <p:nvPr/>
          </p:nvSpPr>
          <p:spPr>
            <a:xfrm>
              <a:off x="22621780" y="4343400"/>
              <a:ext cx="57341" cy="66675"/>
            </a:xfrm>
            <a:custGeom>
              <a:avLst/>
              <a:gdLst/>
              <a:ahLst/>
              <a:cxnLst/>
              <a:pathLst>
                <a:path w="57341" h="66675">
                  <a:moveTo>
                    <a:pt x="28670" y="66675"/>
                  </a:moveTo>
                  <a:lnTo>
                    <a:pt x="57341" y="0"/>
                  </a:lnTo>
                  <a:lnTo>
                    <a:pt x="0" y="0"/>
                  </a:lnTo>
                  <a:close/>
                </a:path>
              </a:pathLst>
            </a:custGeom>
            <a:solidFill>
              <a:srgbClr val="5DA4CB"/>
            </a:solidFill>
            <a:ln w="0">
              <a:noFill/>
              <a:prstDash val="solid"/>
            </a:ln>
          </p:spPr>
        </p:sp>
      </p:grpSp>
      <p:grpSp>
        <p:nvGrpSpPr>
          <p:cNvPr id="4191" name="rotate-and-assemble"/>
          <p:cNvGrpSpPr/>
          <p:nvPr/>
        </p:nvGrpSpPr>
        <p:grpSpPr>
          <a:xfrm>
            <a:off x="0" y="0"/>
            <a:ext cx="24955500" cy="8572500"/>
            <a:chOff x="0" y="0"/>
            <a:chExt cx="24955500" cy="8572500"/>
          </a:xfrm>
        </p:grpSpPr>
        <p:sp>
          <p:nvSpPr>
            <p:cNvPr id="4192" name="four:rotate-and-assemble:line:2370"/>
            <p:cNvSpPr>
              <a:spLocks noGrp="1"/>
            </p:cNvSpPr>
            <p:nvPr/>
          </p:nvSpPr>
          <p:spPr>
            <a:xfrm>
              <a:off x="23087513" y="4889995"/>
              <a:ext cx="1087" cy="24905"/>
            </a:xfrm>
            <a:custGeom>
              <a:avLst/>
              <a:gdLst/>
              <a:ahLst/>
              <a:cxnLst/>
              <a:pathLst>
                <a:path w="1087" h="24905">
                  <a:moveTo>
                    <a:pt x="1087" y="24905"/>
                  </a:moveTo>
                  <a:lnTo>
                    <a:pt x="0" y="0"/>
                  </a:lnTo>
                </a:path>
              </a:pathLst>
            </a:custGeom>
            <a:noFill/>
            <a:ln w="26670">
              <a:solidFill>
                <a:srgbClr val="6F8EA9"/>
              </a:solidFill>
              <a:prstDash val="solid"/>
            </a:ln>
          </p:spPr>
        </p:sp>
        <p:sp>
          <p:nvSpPr>
            <p:cNvPr id="4193" name="four:rotate-and-assemble:line:2371"/>
            <p:cNvSpPr>
              <a:spLocks noGrp="1"/>
            </p:cNvSpPr>
            <p:nvPr/>
          </p:nvSpPr>
          <p:spPr>
            <a:xfrm>
              <a:off x="23084259" y="4865280"/>
              <a:ext cx="3254" cy="24715"/>
            </a:xfrm>
            <a:custGeom>
              <a:avLst/>
              <a:gdLst/>
              <a:ahLst/>
              <a:cxnLst/>
              <a:pathLst>
                <a:path w="3254" h="24715">
                  <a:moveTo>
                    <a:pt x="3254" y="24715"/>
                  </a:moveTo>
                  <a:lnTo>
                    <a:pt x="0" y="0"/>
                  </a:lnTo>
                </a:path>
              </a:pathLst>
            </a:custGeom>
            <a:noFill/>
            <a:ln w="26670">
              <a:solidFill>
                <a:srgbClr val="6F8EA9"/>
              </a:solidFill>
              <a:prstDash val="solid"/>
            </a:ln>
          </p:spPr>
        </p:sp>
        <p:sp>
          <p:nvSpPr>
            <p:cNvPr id="4194" name="four:rotate-and-assemble:line:2372"/>
            <p:cNvSpPr>
              <a:spLocks noGrp="1"/>
            </p:cNvSpPr>
            <p:nvPr/>
          </p:nvSpPr>
          <p:spPr>
            <a:xfrm>
              <a:off x="23078863" y="4840942"/>
              <a:ext cx="5396" cy="24338"/>
            </a:xfrm>
            <a:custGeom>
              <a:avLst/>
              <a:gdLst/>
              <a:ahLst/>
              <a:cxnLst/>
              <a:pathLst>
                <a:path w="5396" h="24338">
                  <a:moveTo>
                    <a:pt x="5396" y="24338"/>
                  </a:moveTo>
                  <a:lnTo>
                    <a:pt x="0" y="0"/>
                  </a:lnTo>
                </a:path>
              </a:pathLst>
            </a:custGeom>
            <a:noFill/>
            <a:ln w="26670">
              <a:solidFill>
                <a:srgbClr val="6F8EA9"/>
              </a:solidFill>
              <a:prstDash val="solid"/>
            </a:ln>
          </p:spPr>
        </p:sp>
        <p:sp>
          <p:nvSpPr>
            <p:cNvPr id="4195" name="four:rotate-and-assemble:line:2373"/>
            <p:cNvSpPr>
              <a:spLocks noGrp="1"/>
            </p:cNvSpPr>
            <p:nvPr/>
          </p:nvSpPr>
          <p:spPr>
            <a:xfrm>
              <a:off x="23071367" y="4817168"/>
              <a:ext cx="7496" cy="23775"/>
            </a:xfrm>
            <a:custGeom>
              <a:avLst/>
              <a:gdLst/>
              <a:ahLst/>
              <a:cxnLst/>
              <a:pathLst>
                <a:path w="7496" h="23775">
                  <a:moveTo>
                    <a:pt x="7496" y="23775"/>
                  </a:moveTo>
                  <a:lnTo>
                    <a:pt x="0" y="0"/>
                  </a:lnTo>
                </a:path>
              </a:pathLst>
            </a:custGeom>
            <a:noFill/>
            <a:ln w="26670">
              <a:solidFill>
                <a:srgbClr val="6F8EA9"/>
              </a:solidFill>
              <a:prstDash val="solid"/>
            </a:ln>
          </p:spPr>
        </p:sp>
        <p:sp>
          <p:nvSpPr>
            <p:cNvPr id="4196" name="four:rotate-and-assemble:line:2374"/>
            <p:cNvSpPr>
              <a:spLocks noGrp="1"/>
            </p:cNvSpPr>
            <p:nvPr/>
          </p:nvSpPr>
          <p:spPr>
            <a:xfrm>
              <a:off x="23061827" y="4794137"/>
              <a:ext cx="9540" cy="23031"/>
            </a:xfrm>
            <a:custGeom>
              <a:avLst/>
              <a:gdLst/>
              <a:ahLst/>
              <a:cxnLst/>
              <a:pathLst>
                <a:path w="9540" h="23031">
                  <a:moveTo>
                    <a:pt x="9540" y="23031"/>
                  </a:moveTo>
                  <a:lnTo>
                    <a:pt x="0" y="0"/>
                  </a:lnTo>
                </a:path>
              </a:pathLst>
            </a:custGeom>
            <a:noFill/>
            <a:ln w="26670">
              <a:solidFill>
                <a:srgbClr val="6F8EA9"/>
              </a:solidFill>
              <a:prstDash val="solid"/>
            </a:ln>
          </p:spPr>
        </p:sp>
        <p:sp>
          <p:nvSpPr>
            <p:cNvPr id="4197" name="four:rotate-and-assemble:line:2375"/>
            <p:cNvSpPr>
              <a:spLocks noGrp="1"/>
            </p:cNvSpPr>
            <p:nvPr/>
          </p:nvSpPr>
          <p:spPr>
            <a:xfrm>
              <a:off x="23050317" y="4772025"/>
              <a:ext cx="11511" cy="22112"/>
            </a:xfrm>
            <a:custGeom>
              <a:avLst/>
              <a:gdLst/>
              <a:ahLst/>
              <a:cxnLst/>
              <a:pathLst>
                <a:path w="11511" h="22112">
                  <a:moveTo>
                    <a:pt x="11511" y="22112"/>
                  </a:moveTo>
                  <a:lnTo>
                    <a:pt x="0" y="0"/>
                  </a:lnTo>
                </a:path>
              </a:pathLst>
            </a:custGeom>
            <a:noFill/>
            <a:ln w="26670">
              <a:solidFill>
                <a:srgbClr val="6F8EA9"/>
              </a:solidFill>
              <a:prstDash val="solid"/>
            </a:ln>
          </p:spPr>
        </p:sp>
        <p:sp>
          <p:nvSpPr>
            <p:cNvPr id="4198" name="four:rotate-and-assemble:line:2376"/>
            <p:cNvSpPr>
              <a:spLocks noGrp="1"/>
            </p:cNvSpPr>
            <p:nvPr/>
          </p:nvSpPr>
          <p:spPr>
            <a:xfrm>
              <a:off x="23036923" y="4751001"/>
              <a:ext cx="13394" cy="21024"/>
            </a:xfrm>
            <a:custGeom>
              <a:avLst/>
              <a:gdLst/>
              <a:ahLst/>
              <a:cxnLst/>
              <a:pathLst>
                <a:path w="13394" h="21024">
                  <a:moveTo>
                    <a:pt x="13394" y="21024"/>
                  </a:moveTo>
                  <a:lnTo>
                    <a:pt x="0" y="0"/>
                  </a:lnTo>
                </a:path>
              </a:pathLst>
            </a:custGeom>
            <a:noFill/>
            <a:ln w="26670">
              <a:solidFill>
                <a:srgbClr val="6F8EA9"/>
              </a:solidFill>
              <a:prstDash val="solid"/>
            </a:ln>
          </p:spPr>
        </p:sp>
        <p:sp>
          <p:nvSpPr>
            <p:cNvPr id="4199" name="four:rotate-and-assemble:line:2377"/>
            <p:cNvSpPr>
              <a:spLocks noGrp="1"/>
            </p:cNvSpPr>
            <p:nvPr/>
          </p:nvSpPr>
          <p:spPr>
            <a:xfrm>
              <a:off x="23021747" y="4731223"/>
              <a:ext cx="15175" cy="19777"/>
            </a:xfrm>
            <a:custGeom>
              <a:avLst/>
              <a:gdLst/>
              <a:ahLst/>
              <a:cxnLst/>
              <a:pathLst>
                <a:path w="15175" h="19777">
                  <a:moveTo>
                    <a:pt x="15175" y="19777"/>
                  </a:moveTo>
                  <a:lnTo>
                    <a:pt x="0" y="0"/>
                  </a:lnTo>
                </a:path>
              </a:pathLst>
            </a:custGeom>
            <a:noFill/>
            <a:ln w="26670">
              <a:solidFill>
                <a:srgbClr val="6F8EA9"/>
              </a:solidFill>
              <a:prstDash val="solid"/>
            </a:ln>
          </p:spPr>
        </p:sp>
        <p:sp>
          <p:nvSpPr>
            <p:cNvPr id="4200" name="four:rotate-and-assemble:line:2378"/>
            <p:cNvSpPr>
              <a:spLocks noGrp="1"/>
            </p:cNvSpPr>
            <p:nvPr/>
          </p:nvSpPr>
          <p:spPr>
            <a:xfrm>
              <a:off x="23004906" y="4712844"/>
              <a:ext cx="16841" cy="18379"/>
            </a:xfrm>
            <a:custGeom>
              <a:avLst/>
              <a:gdLst/>
              <a:ahLst/>
              <a:cxnLst/>
              <a:pathLst>
                <a:path w="16841" h="18379">
                  <a:moveTo>
                    <a:pt x="16841" y="18379"/>
                  </a:moveTo>
                  <a:lnTo>
                    <a:pt x="0" y="0"/>
                  </a:lnTo>
                </a:path>
              </a:pathLst>
            </a:custGeom>
            <a:noFill/>
            <a:ln w="26670">
              <a:solidFill>
                <a:srgbClr val="6F8EA9"/>
              </a:solidFill>
              <a:prstDash val="solid"/>
            </a:ln>
          </p:spPr>
        </p:sp>
        <p:sp>
          <p:nvSpPr>
            <p:cNvPr id="4201" name="four:rotate-and-assemble:line:2379"/>
            <p:cNvSpPr>
              <a:spLocks noGrp="1"/>
            </p:cNvSpPr>
            <p:nvPr/>
          </p:nvSpPr>
          <p:spPr>
            <a:xfrm>
              <a:off x="22986527" y="4696003"/>
              <a:ext cx="18379" cy="16841"/>
            </a:xfrm>
            <a:custGeom>
              <a:avLst/>
              <a:gdLst/>
              <a:ahLst/>
              <a:cxnLst/>
              <a:pathLst>
                <a:path w="18379" h="16841">
                  <a:moveTo>
                    <a:pt x="18379" y="16841"/>
                  </a:moveTo>
                  <a:lnTo>
                    <a:pt x="0" y="0"/>
                  </a:lnTo>
                </a:path>
              </a:pathLst>
            </a:custGeom>
            <a:noFill/>
            <a:ln w="26670">
              <a:solidFill>
                <a:srgbClr val="6F8EA9"/>
              </a:solidFill>
              <a:prstDash val="solid"/>
            </a:ln>
          </p:spPr>
        </p:sp>
        <p:sp>
          <p:nvSpPr>
            <p:cNvPr id="4202" name="four:rotate-and-assemble:line:2380"/>
            <p:cNvSpPr>
              <a:spLocks noGrp="1"/>
            </p:cNvSpPr>
            <p:nvPr/>
          </p:nvSpPr>
          <p:spPr>
            <a:xfrm>
              <a:off x="22966749" y="4680827"/>
              <a:ext cx="19777" cy="15175"/>
            </a:xfrm>
            <a:custGeom>
              <a:avLst/>
              <a:gdLst/>
              <a:ahLst/>
              <a:cxnLst/>
              <a:pathLst>
                <a:path w="19777" h="15175">
                  <a:moveTo>
                    <a:pt x="19777" y="15175"/>
                  </a:moveTo>
                  <a:lnTo>
                    <a:pt x="0" y="0"/>
                  </a:lnTo>
                </a:path>
              </a:pathLst>
            </a:custGeom>
            <a:noFill/>
            <a:ln w="26670">
              <a:solidFill>
                <a:srgbClr val="6F8EA9"/>
              </a:solidFill>
              <a:prstDash val="solid"/>
            </a:ln>
          </p:spPr>
        </p:sp>
        <p:sp>
          <p:nvSpPr>
            <p:cNvPr id="4203" name="four:rotate-and-assemble:line:2381"/>
            <p:cNvSpPr>
              <a:spLocks noGrp="1"/>
            </p:cNvSpPr>
            <p:nvPr/>
          </p:nvSpPr>
          <p:spPr>
            <a:xfrm>
              <a:off x="22945725" y="4667433"/>
              <a:ext cx="21024" cy="13394"/>
            </a:xfrm>
            <a:custGeom>
              <a:avLst/>
              <a:gdLst/>
              <a:ahLst/>
              <a:cxnLst/>
              <a:pathLst>
                <a:path w="21024" h="13394">
                  <a:moveTo>
                    <a:pt x="21024" y="13394"/>
                  </a:moveTo>
                  <a:lnTo>
                    <a:pt x="0" y="0"/>
                  </a:lnTo>
                </a:path>
              </a:pathLst>
            </a:custGeom>
            <a:noFill/>
            <a:ln w="26670">
              <a:solidFill>
                <a:srgbClr val="6F8EA9"/>
              </a:solidFill>
              <a:prstDash val="solid"/>
            </a:ln>
          </p:spPr>
        </p:sp>
        <p:sp>
          <p:nvSpPr>
            <p:cNvPr id="4204" name="four:rotate-and-assemble:line:2382"/>
            <p:cNvSpPr>
              <a:spLocks noGrp="1"/>
            </p:cNvSpPr>
            <p:nvPr/>
          </p:nvSpPr>
          <p:spPr>
            <a:xfrm>
              <a:off x="22923613" y="4655923"/>
              <a:ext cx="22112" cy="11511"/>
            </a:xfrm>
            <a:custGeom>
              <a:avLst/>
              <a:gdLst/>
              <a:ahLst/>
              <a:cxnLst/>
              <a:pathLst>
                <a:path w="22112" h="11511">
                  <a:moveTo>
                    <a:pt x="22112" y="11511"/>
                  </a:moveTo>
                  <a:lnTo>
                    <a:pt x="0" y="0"/>
                  </a:lnTo>
                </a:path>
              </a:pathLst>
            </a:custGeom>
            <a:noFill/>
            <a:ln w="26670">
              <a:solidFill>
                <a:srgbClr val="6F8EA9"/>
              </a:solidFill>
              <a:prstDash val="solid"/>
            </a:ln>
          </p:spPr>
        </p:sp>
        <p:sp>
          <p:nvSpPr>
            <p:cNvPr id="4205" name="four:rotate-and-assemble:line:2383"/>
            <p:cNvSpPr>
              <a:spLocks noGrp="1"/>
            </p:cNvSpPr>
            <p:nvPr/>
          </p:nvSpPr>
          <p:spPr>
            <a:xfrm>
              <a:off x="22900582" y="4646383"/>
              <a:ext cx="23031" cy="9540"/>
            </a:xfrm>
            <a:custGeom>
              <a:avLst/>
              <a:gdLst/>
              <a:ahLst/>
              <a:cxnLst/>
              <a:pathLst>
                <a:path w="23031" h="9540">
                  <a:moveTo>
                    <a:pt x="23031" y="9540"/>
                  </a:moveTo>
                  <a:lnTo>
                    <a:pt x="0" y="0"/>
                  </a:lnTo>
                </a:path>
              </a:pathLst>
            </a:custGeom>
            <a:noFill/>
            <a:ln w="26670">
              <a:solidFill>
                <a:srgbClr val="6F8EA9"/>
              </a:solidFill>
              <a:prstDash val="solid"/>
            </a:ln>
          </p:spPr>
        </p:sp>
        <p:sp>
          <p:nvSpPr>
            <p:cNvPr id="4206" name="four:rotate-and-assemble:line:2384"/>
            <p:cNvSpPr>
              <a:spLocks noGrp="1"/>
            </p:cNvSpPr>
            <p:nvPr/>
          </p:nvSpPr>
          <p:spPr>
            <a:xfrm>
              <a:off x="22876808" y="4638887"/>
              <a:ext cx="23775" cy="7496"/>
            </a:xfrm>
            <a:custGeom>
              <a:avLst/>
              <a:gdLst/>
              <a:ahLst/>
              <a:cxnLst/>
              <a:pathLst>
                <a:path w="23775" h="7496">
                  <a:moveTo>
                    <a:pt x="23775" y="7496"/>
                  </a:moveTo>
                  <a:lnTo>
                    <a:pt x="0" y="0"/>
                  </a:lnTo>
                </a:path>
              </a:pathLst>
            </a:custGeom>
            <a:noFill/>
            <a:ln w="26670">
              <a:solidFill>
                <a:srgbClr val="6F8EA9"/>
              </a:solidFill>
              <a:prstDash val="solid"/>
            </a:ln>
          </p:spPr>
        </p:sp>
        <p:sp>
          <p:nvSpPr>
            <p:cNvPr id="4207" name="four:rotate-and-assemble:line:2385"/>
            <p:cNvSpPr>
              <a:spLocks noGrp="1"/>
            </p:cNvSpPr>
            <p:nvPr/>
          </p:nvSpPr>
          <p:spPr>
            <a:xfrm>
              <a:off x="22852470" y="4633491"/>
              <a:ext cx="24338" cy="5396"/>
            </a:xfrm>
            <a:custGeom>
              <a:avLst/>
              <a:gdLst/>
              <a:ahLst/>
              <a:cxnLst/>
              <a:pathLst>
                <a:path w="24338" h="5396">
                  <a:moveTo>
                    <a:pt x="24338" y="5396"/>
                  </a:moveTo>
                  <a:lnTo>
                    <a:pt x="0" y="0"/>
                  </a:lnTo>
                </a:path>
              </a:pathLst>
            </a:custGeom>
            <a:noFill/>
            <a:ln w="26670">
              <a:solidFill>
                <a:srgbClr val="6F8EA9"/>
              </a:solidFill>
              <a:prstDash val="solid"/>
            </a:ln>
          </p:spPr>
        </p:sp>
        <p:sp>
          <p:nvSpPr>
            <p:cNvPr id="4208" name="four:rotate-and-assemble:line:2386"/>
            <p:cNvSpPr>
              <a:spLocks noGrp="1"/>
            </p:cNvSpPr>
            <p:nvPr/>
          </p:nvSpPr>
          <p:spPr>
            <a:xfrm>
              <a:off x="22827755" y="4630237"/>
              <a:ext cx="24715" cy="3254"/>
            </a:xfrm>
            <a:custGeom>
              <a:avLst/>
              <a:gdLst/>
              <a:ahLst/>
              <a:cxnLst/>
              <a:pathLst>
                <a:path w="24715" h="3254">
                  <a:moveTo>
                    <a:pt x="24715" y="3254"/>
                  </a:moveTo>
                  <a:lnTo>
                    <a:pt x="0" y="0"/>
                  </a:lnTo>
                </a:path>
              </a:pathLst>
            </a:custGeom>
            <a:noFill/>
            <a:ln w="26670">
              <a:solidFill>
                <a:srgbClr val="6F8EA9"/>
              </a:solidFill>
              <a:prstDash val="solid"/>
            </a:ln>
          </p:spPr>
        </p:sp>
        <p:sp>
          <p:nvSpPr>
            <p:cNvPr id="4209" name="four:rotate-and-assemble:line:2387"/>
            <p:cNvSpPr>
              <a:spLocks noGrp="1"/>
            </p:cNvSpPr>
            <p:nvPr/>
          </p:nvSpPr>
          <p:spPr>
            <a:xfrm>
              <a:off x="22802850" y="4629150"/>
              <a:ext cx="24905" cy="1087"/>
            </a:xfrm>
            <a:custGeom>
              <a:avLst/>
              <a:gdLst/>
              <a:ahLst/>
              <a:cxnLst/>
              <a:pathLst>
                <a:path w="24905" h="1087">
                  <a:moveTo>
                    <a:pt x="24905" y="1087"/>
                  </a:moveTo>
                  <a:lnTo>
                    <a:pt x="0" y="0"/>
                  </a:lnTo>
                </a:path>
              </a:pathLst>
            </a:custGeom>
            <a:noFill/>
            <a:ln w="26670">
              <a:solidFill>
                <a:srgbClr val="6F8EA9"/>
              </a:solidFill>
              <a:prstDash val="solid"/>
            </a:ln>
          </p:spPr>
        </p:sp>
        <p:sp>
          <p:nvSpPr>
            <p:cNvPr id="4210" name="four:rotate-and-assemble:polygon:2388"/>
            <p:cNvSpPr>
              <a:spLocks noGrp="1"/>
            </p:cNvSpPr>
            <p:nvPr/>
          </p:nvSpPr>
          <p:spPr>
            <a:xfrm>
              <a:off x="22802850" y="4592386"/>
              <a:ext cx="96946" cy="81837"/>
            </a:xfrm>
            <a:custGeom>
              <a:avLst/>
              <a:gdLst/>
              <a:ahLst/>
              <a:cxnLst/>
              <a:pathLst>
                <a:path w="96946" h="81837">
                  <a:moveTo>
                    <a:pt x="0" y="36764"/>
                  </a:moveTo>
                  <a:lnTo>
                    <a:pt x="93373" y="81837"/>
                  </a:lnTo>
                  <a:lnTo>
                    <a:pt x="96946" y="0"/>
                  </a:lnTo>
                  <a:close/>
                </a:path>
              </a:pathLst>
            </a:custGeom>
            <a:solidFill>
              <a:srgbClr val="6F8EA9"/>
            </a:solidFill>
            <a:ln w="0">
              <a:noFill/>
              <a:prstDash val="solid"/>
            </a:ln>
          </p:spPr>
        </p:sp>
        <p:sp>
          <p:nvSpPr>
            <p:cNvPr id="4211" name="four:rotate-and-assemble:textbox:2389"/>
            <p:cNvSpPr>
              <a:spLocks noGrp="1"/>
            </p:cNvSpPr>
            <p:nvPr/>
          </p:nvSpPr>
          <p:spPr>
            <a:xfrm>
              <a:off x="22212300" y="4591050"/>
              <a:ext cx="514350" cy="295275"/>
            </a:xfrm>
            <a:prstGeom prst="rect">
              <a:avLst/>
            </a:prstGeom>
            <a:noFill/>
            <a:ln w="0">
              <a:noFill/>
              <a:prstDash val="solid"/>
            </a:ln>
          </p:spPr>
          <p:txBody>
            <a:bodyPr wrap="none" lIns="0" tIns="0" rIns="0" bIns="0" anchor="ctr">
              <a:normAutofit/>
            </a:bodyPr>
            <a:lstStyle>
              <a:defPPr algn="ctr">
                <a:defRPr sz="1575" b="1">
                  <a:solidFill>
                    <a:srgbClr val="6F8EA9"/>
                  </a:solidFill>
                  <a:latin typeface="Arial" panose="020B0604020202090204"/>
                  <a:ea typeface="Arial" panose="020B0604020202090204"/>
                  <a:cs typeface="Arial" panose="020B0604020202090204"/>
                </a:defRPr>
              </a:defPPr>
            </a:lstStyle>
            <a:p>
              <a:pPr algn="ctr">
                <a:defRPr sz="1575" b="1">
                  <a:solidFill>
                    <a:srgbClr val="6F8EA9"/>
                  </a:solidFill>
                  <a:latin typeface="Arial" panose="020B0604020202090204"/>
                  <a:ea typeface="Arial" panose="020B0604020202090204"/>
                  <a:cs typeface="Arial" panose="020B0604020202090204"/>
                </a:defRPr>
              </a:pPr>
              <a:r>
                <a:rPr sz="1575" b="1">
                  <a:solidFill>
                    <a:srgbClr val="6F8EA9"/>
                  </a:solidFill>
                  <a:latin typeface="Arial" panose="020B0604020202090204"/>
                  <a:ea typeface="Arial" panose="020B0604020202090204"/>
                  <a:cs typeface="Arial" panose="020B0604020202090204"/>
                </a:rPr>
                <a:t>90°</a:t>
              </a:r>
              <a:endParaRPr sz="1575" b="1">
                <a:solidFill>
                  <a:srgbClr val="6F8EA9"/>
                </a:solidFill>
                <a:latin typeface="Arial" panose="020B0604020202090204"/>
                <a:ea typeface="Arial" panose="020B0604020202090204"/>
                <a:cs typeface="Arial" panose="020B0604020202090204"/>
              </a:endParaRPr>
            </a:p>
          </p:txBody>
        </p:sp>
        <p:sp>
          <p:nvSpPr>
            <p:cNvPr id="4212" name="four:rotate-and-assemble:line:2390"/>
            <p:cNvSpPr>
              <a:spLocks noGrp="1"/>
            </p:cNvSpPr>
            <p:nvPr/>
          </p:nvSpPr>
          <p:spPr>
            <a:xfrm>
              <a:off x="22650450" y="5133975"/>
              <a:ext cx="953" cy="180975"/>
            </a:xfrm>
            <a:custGeom>
              <a:avLst/>
              <a:gdLst/>
              <a:ahLst/>
              <a:cxnLst/>
              <a:pathLst>
                <a:path w="953" h="180975">
                  <a:moveTo>
                    <a:pt x="0" y="0"/>
                  </a:moveTo>
                  <a:lnTo>
                    <a:pt x="0" y="180975"/>
                  </a:lnTo>
                </a:path>
              </a:pathLst>
            </a:custGeom>
            <a:noFill/>
            <a:ln w="15240">
              <a:solidFill>
                <a:srgbClr val="5DA4CB"/>
              </a:solidFill>
              <a:prstDash val="solid"/>
            </a:ln>
          </p:spPr>
        </p:sp>
        <p:sp>
          <p:nvSpPr>
            <p:cNvPr id="4213" name="four:rotate-and-assemble:polygon:2391"/>
            <p:cNvSpPr>
              <a:spLocks noGrp="1"/>
            </p:cNvSpPr>
            <p:nvPr/>
          </p:nvSpPr>
          <p:spPr>
            <a:xfrm>
              <a:off x="22617684" y="5238750"/>
              <a:ext cx="65532" cy="76200"/>
            </a:xfrm>
            <a:custGeom>
              <a:avLst/>
              <a:gdLst/>
              <a:ahLst/>
              <a:cxnLst/>
              <a:pathLst>
                <a:path w="65532" h="76200">
                  <a:moveTo>
                    <a:pt x="32766" y="76200"/>
                  </a:moveTo>
                  <a:lnTo>
                    <a:pt x="65532" y="0"/>
                  </a:lnTo>
                  <a:lnTo>
                    <a:pt x="0" y="0"/>
                  </a:lnTo>
                  <a:close/>
                </a:path>
              </a:pathLst>
            </a:custGeom>
            <a:solidFill>
              <a:srgbClr val="5DA4CB"/>
            </a:solidFill>
            <a:ln w="0">
              <a:noFill/>
              <a:prstDash val="solid"/>
            </a:ln>
          </p:spPr>
        </p:sp>
      </p:grpSp>
      <p:grpSp>
        <p:nvGrpSpPr>
          <p:cNvPr id="4214" name="temporal-output"/>
          <p:cNvGrpSpPr/>
          <p:nvPr/>
        </p:nvGrpSpPr>
        <p:grpSpPr>
          <a:xfrm>
            <a:off x="0" y="0"/>
            <a:ext cx="24955500" cy="8572500"/>
            <a:chOff x="0" y="0"/>
            <a:chExt cx="24955500" cy="8572500"/>
          </a:xfrm>
        </p:grpSpPr>
        <p:sp>
          <p:nvSpPr>
            <p:cNvPr id="4215" name="four:temporal-output:textbox:2392"/>
            <p:cNvSpPr>
              <a:spLocks noGrp="1"/>
            </p:cNvSpPr>
            <p:nvPr/>
          </p:nvSpPr>
          <p:spPr>
            <a:xfrm>
              <a:off x="20840700" y="5429250"/>
              <a:ext cx="3514725" cy="304800"/>
            </a:xfrm>
            <a:prstGeom prst="rect">
              <a:avLst/>
            </a:prstGeom>
            <a:noFill/>
            <a:ln w="0">
              <a:noFill/>
              <a:prstDash val="solid"/>
            </a:ln>
          </p:spPr>
          <p:txBody>
            <a:bodyPr wrap="none" lIns="0" tIns="0" rIns="0" bIns="0" anchor="ctr">
              <a:normAutofit/>
            </a:bodyPr>
            <a:lstStyle>
              <a:defPPr algn="l">
                <a:defRPr sz="1725" b="1">
                  <a:solidFill>
                    <a:srgbClr val="263238"/>
                  </a:solidFill>
                  <a:latin typeface="Arial" panose="020B0604020202090204"/>
                  <a:ea typeface="Arial" panose="020B0604020202090204"/>
                  <a:cs typeface="Arial" panose="020B0604020202090204"/>
                </a:defRPr>
              </a:defPPr>
            </a:lstStyle>
            <a:p>
              <a:pPr algn="l">
                <a:defRPr sz="1725" b="1">
                  <a:solidFill>
                    <a:srgbClr val="263238"/>
                  </a:solidFill>
                  <a:latin typeface="Arial" panose="020B0604020202090204"/>
                  <a:ea typeface="Arial" panose="020B0604020202090204"/>
                  <a:cs typeface="Arial" panose="020B0604020202090204"/>
                </a:defRPr>
              </a:pPr>
              <a:r>
                <a:rPr sz="1725" b="1">
                  <a:solidFill>
                    <a:srgbClr val="263238"/>
                  </a:solidFill>
                  <a:latin typeface="Arial" panose="020B0604020202090204"/>
                  <a:ea typeface="Arial" panose="020B0604020202090204"/>
                  <a:cs typeface="Arial" panose="020B0604020202090204"/>
                </a:rPr>
                <a:t>Temporal merge tree map</a:t>
              </a:r>
              <a:endParaRPr sz="1725" b="1">
                <a:solidFill>
                  <a:srgbClr val="263238"/>
                </a:solidFill>
                <a:latin typeface="Arial" panose="020B0604020202090204"/>
                <a:ea typeface="Arial" panose="020B0604020202090204"/>
                <a:cs typeface="Arial" panose="020B0604020202090204"/>
              </a:endParaRPr>
            </a:p>
          </p:txBody>
        </p:sp>
        <p:sp>
          <p:nvSpPr>
            <p:cNvPr id="4216" name="four:temporal-output:map-continuous-underlay:2393"/>
            <p:cNvSpPr>
              <a:spLocks noGrp="1"/>
            </p:cNvSpPr>
            <p:nvPr/>
          </p:nvSpPr>
          <p:spPr>
            <a:xfrm>
              <a:off x="21240750" y="6019800"/>
              <a:ext cx="2838450" cy="1143000"/>
            </a:xfrm>
            <a:prstGeom prst="rect">
              <a:avLst/>
            </a:prstGeom>
            <a:solidFill>
              <a:srgbClr val="DCE8ED"/>
            </a:solidFill>
            <a:ln w="0">
              <a:noFill/>
              <a:prstDash val="solid"/>
            </a:ln>
          </p:spPr>
        </p:sp>
        <p:sp>
          <p:nvSpPr>
            <p:cNvPr id="4217" name="dense-map-12-cell-191">
              <a:extLst>
                <a:ext uri="{FF2B5EF4-FFF2-40B4-BE49-F238E27FC236}">
                  <a16:creationId xmlns:a16="http://schemas.microsoft.com/office/drawing/2014/main" id="{BBCA1858-3FD4-44FB-BB70-2F15EB0F1FE9}"/>
                </a:ext>
              </a:extLst>
            </p:cNvPr>
            <p:cNvSpPr>
              <a:spLocks noGrp="1"/>
            </p:cNvSpPr>
            <p:nvPr/>
          </p:nvSpPr>
          <p:spPr>
            <a:xfrm>
              <a:off x="23842663" y="6019800"/>
              <a:ext cx="236680" cy="6096"/>
            </a:xfrm>
            <a:prstGeom prst="rect">
              <a:avLst/>
            </a:prstGeom>
            <a:solidFill>
              <a:srgbClr val="DCE8ED"/>
            </a:solidFill>
            <a:ln w="0">
              <a:noFill/>
              <a:prstDash val="solid"/>
            </a:ln>
          </p:spPr>
        </p:sp>
        <p:sp>
          <p:nvSpPr>
            <p:cNvPr id="4218" name="dense-map-12-cell-190">
              <a:extLst>
                <a:ext uri="{FF2B5EF4-FFF2-40B4-BE49-F238E27FC236}">
                  <a16:creationId xmlns:a16="http://schemas.microsoft.com/office/drawing/2014/main" id="{EA395547-2437-4DCD-87B6-68634F17B5A7}"/>
                </a:ext>
              </a:extLst>
            </p:cNvPr>
            <p:cNvSpPr>
              <a:spLocks noGrp="1"/>
            </p:cNvSpPr>
            <p:nvPr/>
          </p:nvSpPr>
          <p:spPr>
            <a:xfrm>
              <a:off x="23842663" y="6025753"/>
              <a:ext cx="236680" cy="6096"/>
            </a:xfrm>
            <a:prstGeom prst="rect">
              <a:avLst/>
            </a:prstGeom>
            <a:solidFill>
              <a:srgbClr val="DCE8ED"/>
            </a:solidFill>
            <a:ln w="0">
              <a:noFill/>
              <a:prstDash val="solid"/>
            </a:ln>
          </p:spPr>
        </p:sp>
        <p:sp>
          <p:nvSpPr>
            <p:cNvPr id="4219" name="dense-map-12-cell-189">
              <a:extLst>
                <a:ext uri="{FF2B5EF4-FFF2-40B4-BE49-F238E27FC236}">
                  <a16:creationId xmlns:a16="http://schemas.microsoft.com/office/drawing/2014/main" id="{D5067F32-5BBD-4B77-B3FC-1B0F5A7B6E63}"/>
                </a:ext>
              </a:extLst>
            </p:cNvPr>
            <p:cNvSpPr>
              <a:spLocks noGrp="1"/>
            </p:cNvSpPr>
            <p:nvPr/>
          </p:nvSpPr>
          <p:spPr>
            <a:xfrm>
              <a:off x="23842663" y="6031706"/>
              <a:ext cx="236680" cy="6096"/>
            </a:xfrm>
            <a:prstGeom prst="rect">
              <a:avLst/>
            </a:prstGeom>
            <a:solidFill>
              <a:srgbClr val="DCE8ED"/>
            </a:solidFill>
            <a:ln w="0">
              <a:noFill/>
              <a:prstDash val="solid"/>
            </a:ln>
          </p:spPr>
        </p:sp>
        <p:sp>
          <p:nvSpPr>
            <p:cNvPr id="4220" name="dense-map-12-cell-188">
              <a:extLst>
                <a:ext uri="{FF2B5EF4-FFF2-40B4-BE49-F238E27FC236}">
                  <a16:creationId xmlns:a16="http://schemas.microsoft.com/office/drawing/2014/main" id="{B8D01483-4238-4513-97C2-45C46BD34EF4}"/>
                </a:ext>
              </a:extLst>
            </p:cNvPr>
            <p:cNvSpPr>
              <a:spLocks noGrp="1"/>
            </p:cNvSpPr>
            <p:nvPr/>
          </p:nvSpPr>
          <p:spPr>
            <a:xfrm>
              <a:off x="23842663" y="6037659"/>
              <a:ext cx="236680" cy="6096"/>
            </a:xfrm>
            <a:prstGeom prst="rect">
              <a:avLst/>
            </a:prstGeom>
            <a:solidFill>
              <a:srgbClr val="DCE8ED"/>
            </a:solidFill>
            <a:ln w="0">
              <a:noFill/>
              <a:prstDash val="solid"/>
            </a:ln>
          </p:spPr>
        </p:sp>
        <p:sp>
          <p:nvSpPr>
            <p:cNvPr id="4221" name="dense-map-12-cell-187">
              <a:extLst>
                <a:ext uri="{FF2B5EF4-FFF2-40B4-BE49-F238E27FC236}">
                  <a16:creationId xmlns:a16="http://schemas.microsoft.com/office/drawing/2014/main" id="{EB5C599E-7033-4FED-B68D-16257E39913E}"/>
                </a:ext>
              </a:extLst>
            </p:cNvPr>
            <p:cNvSpPr>
              <a:spLocks noGrp="1"/>
            </p:cNvSpPr>
            <p:nvPr/>
          </p:nvSpPr>
          <p:spPr>
            <a:xfrm>
              <a:off x="23842663" y="6043613"/>
              <a:ext cx="236680" cy="6096"/>
            </a:xfrm>
            <a:prstGeom prst="rect">
              <a:avLst/>
            </a:prstGeom>
            <a:solidFill>
              <a:srgbClr val="DBE4E7"/>
            </a:solidFill>
            <a:ln w="0">
              <a:noFill/>
              <a:prstDash val="solid"/>
            </a:ln>
          </p:spPr>
        </p:sp>
        <p:sp>
          <p:nvSpPr>
            <p:cNvPr id="4222" name="dense-map-12-cell-186">
              <a:extLst>
                <a:ext uri="{FF2B5EF4-FFF2-40B4-BE49-F238E27FC236}">
                  <a16:creationId xmlns:a16="http://schemas.microsoft.com/office/drawing/2014/main" id="{9323B2F1-7040-487E-A6C4-7B738E690469}"/>
                </a:ext>
              </a:extLst>
            </p:cNvPr>
            <p:cNvSpPr>
              <a:spLocks noGrp="1"/>
            </p:cNvSpPr>
            <p:nvPr/>
          </p:nvSpPr>
          <p:spPr>
            <a:xfrm>
              <a:off x="23842663" y="6049566"/>
              <a:ext cx="236680" cy="6096"/>
            </a:xfrm>
            <a:prstGeom prst="rect">
              <a:avLst/>
            </a:prstGeom>
            <a:solidFill>
              <a:srgbClr val="D7C5D7"/>
            </a:solidFill>
            <a:ln w="0">
              <a:noFill/>
              <a:prstDash val="solid"/>
            </a:ln>
          </p:spPr>
        </p:sp>
        <p:sp>
          <p:nvSpPr>
            <p:cNvPr id="4223" name="dense-map-12-cell-185">
              <a:extLst>
                <a:ext uri="{FF2B5EF4-FFF2-40B4-BE49-F238E27FC236}">
                  <a16:creationId xmlns:a16="http://schemas.microsoft.com/office/drawing/2014/main" id="{2E0DC165-8188-4EC5-93E4-4CE0A967B57C}"/>
                </a:ext>
              </a:extLst>
            </p:cNvPr>
            <p:cNvSpPr>
              <a:spLocks noGrp="1"/>
            </p:cNvSpPr>
            <p:nvPr/>
          </p:nvSpPr>
          <p:spPr>
            <a:xfrm>
              <a:off x="23842663" y="6055519"/>
              <a:ext cx="236680" cy="6096"/>
            </a:xfrm>
            <a:prstGeom prst="rect">
              <a:avLst/>
            </a:prstGeom>
            <a:solidFill>
              <a:srgbClr val="D19CBD"/>
            </a:solidFill>
            <a:ln w="0">
              <a:noFill/>
              <a:prstDash val="solid"/>
            </a:ln>
          </p:spPr>
        </p:sp>
        <p:sp>
          <p:nvSpPr>
            <p:cNvPr id="4224" name="dense-map-12-cell-184">
              <a:extLst>
                <a:ext uri="{FF2B5EF4-FFF2-40B4-BE49-F238E27FC236}">
                  <a16:creationId xmlns:a16="http://schemas.microsoft.com/office/drawing/2014/main" id="{D0F44625-F4E6-4F79-8D89-5A1F388D7BEE}"/>
                </a:ext>
              </a:extLst>
            </p:cNvPr>
            <p:cNvSpPr>
              <a:spLocks noGrp="1"/>
            </p:cNvSpPr>
            <p:nvPr/>
          </p:nvSpPr>
          <p:spPr>
            <a:xfrm>
              <a:off x="23842663" y="6061472"/>
              <a:ext cx="236680" cy="6096"/>
            </a:xfrm>
            <a:prstGeom prst="rect">
              <a:avLst/>
            </a:prstGeom>
            <a:solidFill>
              <a:srgbClr val="CD7EAA"/>
            </a:solidFill>
            <a:ln w="0">
              <a:noFill/>
              <a:prstDash val="solid"/>
            </a:ln>
          </p:spPr>
        </p:sp>
        <p:sp>
          <p:nvSpPr>
            <p:cNvPr id="4225" name="dense-map-12-cell-183">
              <a:extLst>
                <a:ext uri="{FF2B5EF4-FFF2-40B4-BE49-F238E27FC236}">
                  <a16:creationId xmlns:a16="http://schemas.microsoft.com/office/drawing/2014/main" id="{7F025CB4-F3A9-4C4E-89E6-D385EF6F0B64}"/>
                </a:ext>
              </a:extLst>
            </p:cNvPr>
            <p:cNvSpPr>
              <a:spLocks noGrp="1"/>
            </p:cNvSpPr>
            <p:nvPr/>
          </p:nvSpPr>
          <p:spPr>
            <a:xfrm>
              <a:off x="23842663" y="6067425"/>
              <a:ext cx="236680" cy="6096"/>
            </a:xfrm>
            <a:prstGeom prst="rect">
              <a:avLst/>
            </a:prstGeom>
            <a:solidFill>
              <a:srgbClr val="CC79A7"/>
            </a:solidFill>
            <a:ln w="0">
              <a:noFill/>
              <a:prstDash val="solid"/>
            </a:ln>
          </p:spPr>
        </p:sp>
        <p:sp>
          <p:nvSpPr>
            <p:cNvPr id="4226" name="dense-map-12-cell-182">
              <a:extLst>
                <a:ext uri="{FF2B5EF4-FFF2-40B4-BE49-F238E27FC236}">
                  <a16:creationId xmlns:a16="http://schemas.microsoft.com/office/drawing/2014/main" id="{7EB6E938-B283-455D-9894-BC5E92777259}"/>
                </a:ext>
              </a:extLst>
            </p:cNvPr>
            <p:cNvSpPr>
              <a:spLocks noGrp="1"/>
            </p:cNvSpPr>
            <p:nvPr/>
          </p:nvSpPr>
          <p:spPr>
            <a:xfrm>
              <a:off x="23842663" y="6073378"/>
              <a:ext cx="236680" cy="6096"/>
            </a:xfrm>
            <a:prstGeom prst="rect">
              <a:avLst/>
            </a:prstGeom>
            <a:solidFill>
              <a:srgbClr val="CC79A7"/>
            </a:solidFill>
            <a:ln w="0">
              <a:noFill/>
              <a:prstDash val="solid"/>
            </a:ln>
          </p:spPr>
        </p:sp>
        <p:sp>
          <p:nvSpPr>
            <p:cNvPr id="4227" name="dense-map-12-cell-181">
              <a:extLst>
                <a:ext uri="{FF2B5EF4-FFF2-40B4-BE49-F238E27FC236}">
                  <a16:creationId xmlns:a16="http://schemas.microsoft.com/office/drawing/2014/main" id="{8BC51B3F-6103-4E81-B0B6-3F9D95BFDF05}"/>
                </a:ext>
              </a:extLst>
            </p:cNvPr>
            <p:cNvSpPr>
              <a:spLocks noGrp="1"/>
            </p:cNvSpPr>
            <p:nvPr/>
          </p:nvSpPr>
          <p:spPr>
            <a:xfrm>
              <a:off x="23842663" y="6079331"/>
              <a:ext cx="236680" cy="6096"/>
            </a:xfrm>
            <a:prstGeom prst="rect">
              <a:avLst/>
            </a:prstGeom>
            <a:solidFill>
              <a:srgbClr val="CC79A7"/>
            </a:solidFill>
            <a:ln w="0">
              <a:noFill/>
              <a:prstDash val="solid"/>
            </a:ln>
          </p:spPr>
        </p:sp>
        <p:sp>
          <p:nvSpPr>
            <p:cNvPr id="4228" name="dense-map-12-cell-180">
              <a:extLst>
                <a:ext uri="{FF2B5EF4-FFF2-40B4-BE49-F238E27FC236}">
                  <a16:creationId xmlns:a16="http://schemas.microsoft.com/office/drawing/2014/main" id="{EED2585E-EBFA-495D-AF30-4BA6DCB87623}"/>
                </a:ext>
              </a:extLst>
            </p:cNvPr>
            <p:cNvSpPr>
              <a:spLocks noGrp="1"/>
            </p:cNvSpPr>
            <p:nvPr/>
          </p:nvSpPr>
          <p:spPr>
            <a:xfrm>
              <a:off x="23842663" y="6085284"/>
              <a:ext cx="236680" cy="6096"/>
            </a:xfrm>
            <a:prstGeom prst="rect">
              <a:avLst/>
            </a:prstGeom>
            <a:solidFill>
              <a:srgbClr val="CC79A7"/>
            </a:solidFill>
            <a:ln w="0">
              <a:noFill/>
              <a:prstDash val="solid"/>
            </a:ln>
          </p:spPr>
        </p:sp>
        <p:sp>
          <p:nvSpPr>
            <p:cNvPr id="4229" name="dense-map-12-cell-179">
              <a:extLst>
                <a:ext uri="{FF2B5EF4-FFF2-40B4-BE49-F238E27FC236}">
                  <a16:creationId xmlns:a16="http://schemas.microsoft.com/office/drawing/2014/main" id="{D60263E6-FE1B-478F-ABE8-4424DDE90C57}"/>
                </a:ext>
              </a:extLst>
            </p:cNvPr>
            <p:cNvSpPr>
              <a:spLocks noGrp="1"/>
            </p:cNvSpPr>
            <p:nvPr/>
          </p:nvSpPr>
          <p:spPr>
            <a:xfrm>
              <a:off x="23842663" y="6091238"/>
              <a:ext cx="236680" cy="6096"/>
            </a:xfrm>
            <a:prstGeom prst="rect">
              <a:avLst/>
            </a:prstGeom>
            <a:solidFill>
              <a:srgbClr val="CC79A7"/>
            </a:solidFill>
            <a:ln w="0">
              <a:noFill/>
              <a:prstDash val="solid"/>
            </a:ln>
          </p:spPr>
        </p:sp>
        <p:sp>
          <p:nvSpPr>
            <p:cNvPr id="4230" name="dense-map-12-cell-178">
              <a:extLst>
                <a:ext uri="{FF2B5EF4-FFF2-40B4-BE49-F238E27FC236}">
                  <a16:creationId xmlns:a16="http://schemas.microsoft.com/office/drawing/2014/main" id="{B1B03D32-0A6F-46C0-9436-783D4847049F}"/>
                </a:ext>
              </a:extLst>
            </p:cNvPr>
            <p:cNvSpPr>
              <a:spLocks noGrp="1"/>
            </p:cNvSpPr>
            <p:nvPr/>
          </p:nvSpPr>
          <p:spPr>
            <a:xfrm>
              <a:off x="23842663" y="6097191"/>
              <a:ext cx="236680" cy="6096"/>
            </a:xfrm>
            <a:prstGeom prst="rect">
              <a:avLst/>
            </a:prstGeom>
            <a:solidFill>
              <a:srgbClr val="CC79A7"/>
            </a:solidFill>
            <a:ln w="0">
              <a:noFill/>
              <a:prstDash val="solid"/>
            </a:ln>
          </p:spPr>
        </p:sp>
        <p:sp>
          <p:nvSpPr>
            <p:cNvPr id="4231" name="dense-map-12-cell-177">
              <a:extLst>
                <a:ext uri="{FF2B5EF4-FFF2-40B4-BE49-F238E27FC236}">
                  <a16:creationId xmlns:a16="http://schemas.microsoft.com/office/drawing/2014/main" id="{528E724E-83C6-42B2-98B0-BF2085D36127}"/>
                </a:ext>
              </a:extLst>
            </p:cNvPr>
            <p:cNvSpPr>
              <a:spLocks noGrp="1"/>
            </p:cNvSpPr>
            <p:nvPr/>
          </p:nvSpPr>
          <p:spPr>
            <a:xfrm>
              <a:off x="23842663" y="6103144"/>
              <a:ext cx="236680" cy="6096"/>
            </a:xfrm>
            <a:prstGeom prst="rect">
              <a:avLst/>
            </a:prstGeom>
            <a:solidFill>
              <a:srgbClr val="CC79A7"/>
            </a:solidFill>
            <a:ln w="0">
              <a:noFill/>
              <a:prstDash val="solid"/>
            </a:ln>
          </p:spPr>
        </p:sp>
        <p:sp>
          <p:nvSpPr>
            <p:cNvPr id="4232" name="dense-map-12-cell-176">
              <a:extLst>
                <a:ext uri="{FF2B5EF4-FFF2-40B4-BE49-F238E27FC236}">
                  <a16:creationId xmlns:a16="http://schemas.microsoft.com/office/drawing/2014/main" id="{F5267D84-D5AD-4995-962D-1C8F943ABC34}"/>
                </a:ext>
              </a:extLst>
            </p:cNvPr>
            <p:cNvSpPr>
              <a:spLocks noGrp="1"/>
            </p:cNvSpPr>
            <p:nvPr/>
          </p:nvSpPr>
          <p:spPr>
            <a:xfrm>
              <a:off x="23842663" y="6109097"/>
              <a:ext cx="236680" cy="6096"/>
            </a:xfrm>
            <a:prstGeom prst="rect">
              <a:avLst/>
            </a:prstGeom>
            <a:solidFill>
              <a:srgbClr val="CC79A7"/>
            </a:solidFill>
            <a:ln w="0">
              <a:noFill/>
              <a:prstDash val="solid"/>
            </a:ln>
          </p:spPr>
        </p:sp>
        <p:sp>
          <p:nvSpPr>
            <p:cNvPr id="4233" name="dense-map-12-cell-175">
              <a:extLst>
                <a:ext uri="{FF2B5EF4-FFF2-40B4-BE49-F238E27FC236}">
                  <a16:creationId xmlns:a16="http://schemas.microsoft.com/office/drawing/2014/main" id="{09167101-6E15-4574-B4C6-71FDA3D76236}"/>
                </a:ext>
              </a:extLst>
            </p:cNvPr>
            <p:cNvSpPr>
              <a:spLocks noGrp="1"/>
            </p:cNvSpPr>
            <p:nvPr/>
          </p:nvSpPr>
          <p:spPr>
            <a:xfrm>
              <a:off x="23842663" y="6115050"/>
              <a:ext cx="236680" cy="6096"/>
            </a:xfrm>
            <a:prstGeom prst="rect">
              <a:avLst/>
            </a:prstGeom>
            <a:solidFill>
              <a:srgbClr val="CC79A7"/>
            </a:solidFill>
            <a:ln w="0">
              <a:noFill/>
              <a:prstDash val="solid"/>
            </a:ln>
          </p:spPr>
        </p:sp>
        <p:sp>
          <p:nvSpPr>
            <p:cNvPr id="4234" name="dense-map-12-cell-174">
              <a:extLst>
                <a:ext uri="{FF2B5EF4-FFF2-40B4-BE49-F238E27FC236}">
                  <a16:creationId xmlns:a16="http://schemas.microsoft.com/office/drawing/2014/main" id="{F7F23476-5DA2-48DF-9AE4-799D76D0D79D}"/>
                </a:ext>
              </a:extLst>
            </p:cNvPr>
            <p:cNvSpPr>
              <a:spLocks noGrp="1"/>
            </p:cNvSpPr>
            <p:nvPr/>
          </p:nvSpPr>
          <p:spPr>
            <a:xfrm>
              <a:off x="23842663" y="6121003"/>
              <a:ext cx="236680" cy="6096"/>
            </a:xfrm>
            <a:prstGeom prst="rect">
              <a:avLst/>
            </a:prstGeom>
            <a:solidFill>
              <a:srgbClr val="CC7BA9"/>
            </a:solidFill>
            <a:ln w="0">
              <a:noFill/>
              <a:prstDash val="solid"/>
            </a:ln>
          </p:spPr>
        </p:sp>
        <p:sp>
          <p:nvSpPr>
            <p:cNvPr id="4235" name="dense-map-12-cell-173">
              <a:extLst>
                <a:ext uri="{FF2B5EF4-FFF2-40B4-BE49-F238E27FC236}">
                  <a16:creationId xmlns:a16="http://schemas.microsoft.com/office/drawing/2014/main" id="{0284566F-C450-410F-A372-04E6200E6F5C}"/>
                </a:ext>
              </a:extLst>
            </p:cNvPr>
            <p:cNvSpPr>
              <a:spLocks noGrp="1"/>
            </p:cNvSpPr>
            <p:nvPr/>
          </p:nvSpPr>
          <p:spPr>
            <a:xfrm>
              <a:off x="23842663" y="6126956"/>
              <a:ext cx="236680" cy="6096"/>
            </a:xfrm>
            <a:prstGeom prst="rect">
              <a:avLst/>
            </a:prstGeom>
            <a:solidFill>
              <a:srgbClr val="CD82AD"/>
            </a:solidFill>
            <a:ln w="0">
              <a:noFill/>
              <a:prstDash val="solid"/>
            </a:ln>
          </p:spPr>
        </p:sp>
        <p:sp>
          <p:nvSpPr>
            <p:cNvPr id="4236" name="dense-map-12-cell-172">
              <a:extLst>
                <a:ext uri="{FF2B5EF4-FFF2-40B4-BE49-F238E27FC236}">
                  <a16:creationId xmlns:a16="http://schemas.microsoft.com/office/drawing/2014/main" id="{45885FB5-457D-496E-AB3A-5A2F91522FCC}"/>
                </a:ext>
              </a:extLst>
            </p:cNvPr>
            <p:cNvSpPr>
              <a:spLocks noGrp="1"/>
            </p:cNvSpPr>
            <p:nvPr/>
          </p:nvSpPr>
          <p:spPr>
            <a:xfrm>
              <a:off x="23842663" y="6132909"/>
              <a:ext cx="236680" cy="6096"/>
            </a:xfrm>
            <a:prstGeom prst="rect">
              <a:avLst/>
            </a:prstGeom>
            <a:solidFill>
              <a:srgbClr val="CF8DB3"/>
            </a:solidFill>
            <a:ln w="0">
              <a:noFill/>
              <a:prstDash val="solid"/>
            </a:ln>
          </p:spPr>
        </p:sp>
        <p:sp>
          <p:nvSpPr>
            <p:cNvPr id="4237" name="dense-map-12-cell-171">
              <a:extLst>
                <a:ext uri="{FF2B5EF4-FFF2-40B4-BE49-F238E27FC236}">
                  <a16:creationId xmlns:a16="http://schemas.microsoft.com/office/drawing/2014/main" id="{757095D3-EDB8-4434-AF66-3EDC81F41816}"/>
                </a:ext>
              </a:extLst>
            </p:cNvPr>
            <p:cNvSpPr>
              <a:spLocks noGrp="1"/>
            </p:cNvSpPr>
            <p:nvPr/>
          </p:nvSpPr>
          <p:spPr>
            <a:xfrm>
              <a:off x="23842663" y="6138863"/>
              <a:ext cx="236680" cy="6096"/>
            </a:xfrm>
            <a:prstGeom prst="rect">
              <a:avLst/>
            </a:prstGeom>
            <a:solidFill>
              <a:srgbClr val="D098BA"/>
            </a:solidFill>
            <a:ln w="0">
              <a:noFill/>
              <a:prstDash val="solid"/>
            </a:ln>
          </p:spPr>
        </p:sp>
        <p:sp>
          <p:nvSpPr>
            <p:cNvPr id="4238" name="dense-map-12-cell-170">
              <a:extLst>
                <a:ext uri="{FF2B5EF4-FFF2-40B4-BE49-F238E27FC236}">
                  <a16:creationId xmlns:a16="http://schemas.microsoft.com/office/drawing/2014/main" id="{87F4333C-6545-41EC-920C-2F50E02B6D84}"/>
                </a:ext>
              </a:extLst>
            </p:cNvPr>
            <p:cNvSpPr>
              <a:spLocks noGrp="1"/>
            </p:cNvSpPr>
            <p:nvPr/>
          </p:nvSpPr>
          <p:spPr>
            <a:xfrm>
              <a:off x="23842663" y="6144816"/>
              <a:ext cx="236680" cy="6096"/>
            </a:xfrm>
            <a:prstGeom prst="rect">
              <a:avLst/>
            </a:prstGeom>
            <a:solidFill>
              <a:srgbClr val="D2A3C1"/>
            </a:solidFill>
            <a:ln w="0">
              <a:noFill/>
              <a:prstDash val="solid"/>
            </a:ln>
          </p:spPr>
        </p:sp>
        <p:sp>
          <p:nvSpPr>
            <p:cNvPr id="4239" name="dense-map-12-cell-169">
              <a:extLst>
                <a:ext uri="{FF2B5EF4-FFF2-40B4-BE49-F238E27FC236}">
                  <a16:creationId xmlns:a16="http://schemas.microsoft.com/office/drawing/2014/main" id="{7AA60C62-FECD-4565-88A6-D684DE3ED351}"/>
                </a:ext>
              </a:extLst>
            </p:cNvPr>
            <p:cNvSpPr>
              <a:spLocks noGrp="1"/>
            </p:cNvSpPr>
            <p:nvPr/>
          </p:nvSpPr>
          <p:spPr>
            <a:xfrm>
              <a:off x="23842663" y="6150769"/>
              <a:ext cx="236680" cy="6096"/>
            </a:xfrm>
            <a:prstGeom prst="rect">
              <a:avLst/>
            </a:prstGeom>
            <a:solidFill>
              <a:srgbClr val="D3ACC7"/>
            </a:solidFill>
            <a:ln w="0">
              <a:noFill/>
              <a:prstDash val="solid"/>
            </a:ln>
          </p:spPr>
        </p:sp>
        <p:sp>
          <p:nvSpPr>
            <p:cNvPr id="4240" name="dense-map-12-cell-168">
              <a:extLst>
                <a:ext uri="{FF2B5EF4-FFF2-40B4-BE49-F238E27FC236}">
                  <a16:creationId xmlns:a16="http://schemas.microsoft.com/office/drawing/2014/main" id="{9A68A2FE-4C25-421B-8051-5CF493D8A691}"/>
                </a:ext>
              </a:extLst>
            </p:cNvPr>
            <p:cNvSpPr>
              <a:spLocks noGrp="1"/>
            </p:cNvSpPr>
            <p:nvPr/>
          </p:nvSpPr>
          <p:spPr>
            <a:xfrm>
              <a:off x="23842663" y="6156722"/>
              <a:ext cx="236680" cy="6096"/>
            </a:xfrm>
            <a:prstGeom prst="rect">
              <a:avLst/>
            </a:prstGeom>
            <a:solidFill>
              <a:srgbClr val="D4B2CB"/>
            </a:solidFill>
            <a:ln w="0">
              <a:noFill/>
              <a:prstDash val="solid"/>
            </a:ln>
          </p:spPr>
        </p:sp>
        <p:sp>
          <p:nvSpPr>
            <p:cNvPr id="4241" name="dense-map-12-cell-167">
              <a:extLst>
                <a:ext uri="{FF2B5EF4-FFF2-40B4-BE49-F238E27FC236}">
                  <a16:creationId xmlns:a16="http://schemas.microsoft.com/office/drawing/2014/main" id="{B6A3BE9B-03CE-4BDC-B261-44E77596A895}"/>
                </a:ext>
              </a:extLst>
            </p:cNvPr>
            <p:cNvSpPr>
              <a:spLocks noGrp="1"/>
            </p:cNvSpPr>
            <p:nvPr/>
          </p:nvSpPr>
          <p:spPr>
            <a:xfrm>
              <a:off x="23842663" y="6162675"/>
              <a:ext cx="236680" cy="6096"/>
            </a:xfrm>
            <a:prstGeom prst="rect">
              <a:avLst/>
            </a:prstGeom>
            <a:solidFill>
              <a:srgbClr val="D4B4CC"/>
            </a:solidFill>
            <a:ln w="0">
              <a:noFill/>
              <a:prstDash val="solid"/>
            </a:ln>
          </p:spPr>
        </p:sp>
        <p:sp>
          <p:nvSpPr>
            <p:cNvPr id="4242" name="dense-map-12-cell-166">
              <a:extLst>
                <a:ext uri="{FF2B5EF4-FFF2-40B4-BE49-F238E27FC236}">
                  <a16:creationId xmlns:a16="http://schemas.microsoft.com/office/drawing/2014/main" id="{01760658-8828-41E7-8E66-9776AFB51623}"/>
                </a:ext>
              </a:extLst>
            </p:cNvPr>
            <p:cNvSpPr>
              <a:spLocks noGrp="1"/>
            </p:cNvSpPr>
            <p:nvPr/>
          </p:nvSpPr>
          <p:spPr>
            <a:xfrm>
              <a:off x="23842663" y="6168628"/>
              <a:ext cx="236680" cy="6096"/>
            </a:xfrm>
            <a:prstGeom prst="rect">
              <a:avLst/>
            </a:prstGeom>
            <a:solidFill>
              <a:srgbClr val="D4B4CC"/>
            </a:solidFill>
            <a:ln w="0">
              <a:noFill/>
              <a:prstDash val="solid"/>
            </a:ln>
          </p:spPr>
        </p:sp>
        <p:sp>
          <p:nvSpPr>
            <p:cNvPr id="4243" name="dense-map-12-cell-165">
              <a:extLst>
                <a:ext uri="{FF2B5EF4-FFF2-40B4-BE49-F238E27FC236}">
                  <a16:creationId xmlns:a16="http://schemas.microsoft.com/office/drawing/2014/main" id="{62E8D6F3-AB26-4C1A-94D1-E78413A10B5D}"/>
                </a:ext>
              </a:extLst>
            </p:cNvPr>
            <p:cNvSpPr>
              <a:spLocks noGrp="1"/>
            </p:cNvSpPr>
            <p:nvPr/>
          </p:nvSpPr>
          <p:spPr>
            <a:xfrm>
              <a:off x="23842663" y="6174581"/>
              <a:ext cx="236680" cy="6096"/>
            </a:xfrm>
            <a:prstGeom prst="rect">
              <a:avLst/>
            </a:prstGeom>
            <a:solidFill>
              <a:srgbClr val="D4B4CC"/>
            </a:solidFill>
            <a:ln w="0">
              <a:noFill/>
              <a:prstDash val="solid"/>
            </a:ln>
          </p:spPr>
        </p:sp>
        <p:sp>
          <p:nvSpPr>
            <p:cNvPr id="4244" name="dense-map-12-cell-164">
              <a:extLst>
                <a:ext uri="{FF2B5EF4-FFF2-40B4-BE49-F238E27FC236}">
                  <a16:creationId xmlns:a16="http://schemas.microsoft.com/office/drawing/2014/main" id="{D00EC15B-172C-4C8F-89E6-9256647FC402}"/>
                </a:ext>
              </a:extLst>
            </p:cNvPr>
            <p:cNvSpPr>
              <a:spLocks noGrp="1"/>
            </p:cNvSpPr>
            <p:nvPr/>
          </p:nvSpPr>
          <p:spPr>
            <a:xfrm>
              <a:off x="23842663" y="6180534"/>
              <a:ext cx="236680" cy="6096"/>
            </a:xfrm>
            <a:prstGeom prst="rect">
              <a:avLst/>
            </a:prstGeom>
            <a:solidFill>
              <a:srgbClr val="D4B4CC"/>
            </a:solidFill>
            <a:ln w="0">
              <a:noFill/>
              <a:prstDash val="solid"/>
            </a:ln>
          </p:spPr>
        </p:sp>
        <p:sp>
          <p:nvSpPr>
            <p:cNvPr id="4245" name="dense-map-12-cell-163">
              <a:extLst>
                <a:ext uri="{FF2B5EF4-FFF2-40B4-BE49-F238E27FC236}">
                  <a16:creationId xmlns:a16="http://schemas.microsoft.com/office/drawing/2014/main" id="{EC34521B-C9FD-4AB7-A7B5-CF6192ABCF17}"/>
                </a:ext>
              </a:extLst>
            </p:cNvPr>
            <p:cNvSpPr>
              <a:spLocks noGrp="1"/>
            </p:cNvSpPr>
            <p:nvPr/>
          </p:nvSpPr>
          <p:spPr>
            <a:xfrm>
              <a:off x="23842663" y="6186488"/>
              <a:ext cx="236680" cy="6096"/>
            </a:xfrm>
            <a:prstGeom prst="rect">
              <a:avLst/>
            </a:prstGeom>
            <a:solidFill>
              <a:srgbClr val="D4B4CC"/>
            </a:solidFill>
            <a:ln w="0">
              <a:noFill/>
              <a:prstDash val="solid"/>
            </a:ln>
          </p:spPr>
        </p:sp>
        <p:sp>
          <p:nvSpPr>
            <p:cNvPr id="4246" name="dense-map-12-cell-162">
              <a:extLst>
                <a:ext uri="{FF2B5EF4-FFF2-40B4-BE49-F238E27FC236}">
                  <a16:creationId xmlns:a16="http://schemas.microsoft.com/office/drawing/2014/main" id="{BFF3C531-C9F8-4A43-AFF1-3445645A90C5}"/>
                </a:ext>
              </a:extLst>
            </p:cNvPr>
            <p:cNvSpPr>
              <a:spLocks noGrp="1"/>
            </p:cNvSpPr>
            <p:nvPr/>
          </p:nvSpPr>
          <p:spPr>
            <a:xfrm>
              <a:off x="23842663" y="6192441"/>
              <a:ext cx="236680" cy="6096"/>
            </a:xfrm>
            <a:prstGeom prst="rect">
              <a:avLst/>
            </a:prstGeom>
            <a:solidFill>
              <a:srgbClr val="D4B4CC"/>
            </a:solidFill>
            <a:ln w="0">
              <a:noFill/>
              <a:prstDash val="solid"/>
            </a:ln>
          </p:spPr>
        </p:sp>
        <p:sp>
          <p:nvSpPr>
            <p:cNvPr id="4247" name="dense-map-12-cell-161">
              <a:extLst>
                <a:ext uri="{FF2B5EF4-FFF2-40B4-BE49-F238E27FC236}">
                  <a16:creationId xmlns:a16="http://schemas.microsoft.com/office/drawing/2014/main" id="{F21B9F1F-6E69-4EEC-944E-D33F6B9398E9}"/>
                </a:ext>
              </a:extLst>
            </p:cNvPr>
            <p:cNvSpPr>
              <a:spLocks noGrp="1"/>
            </p:cNvSpPr>
            <p:nvPr/>
          </p:nvSpPr>
          <p:spPr>
            <a:xfrm>
              <a:off x="23842663" y="6198394"/>
              <a:ext cx="236680" cy="6096"/>
            </a:xfrm>
            <a:prstGeom prst="rect">
              <a:avLst/>
            </a:prstGeom>
            <a:solidFill>
              <a:srgbClr val="D4B4CC"/>
            </a:solidFill>
            <a:ln w="0">
              <a:noFill/>
              <a:prstDash val="solid"/>
            </a:ln>
          </p:spPr>
        </p:sp>
        <p:sp>
          <p:nvSpPr>
            <p:cNvPr id="4248" name="dense-map-12-cell-160">
              <a:extLst>
                <a:ext uri="{FF2B5EF4-FFF2-40B4-BE49-F238E27FC236}">
                  <a16:creationId xmlns:a16="http://schemas.microsoft.com/office/drawing/2014/main" id="{1AF278FD-4CA7-4A3B-B707-5EA1F4071FBA}"/>
                </a:ext>
              </a:extLst>
            </p:cNvPr>
            <p:cNvSpPr>
              <a:spLocks noGrp="1"/>
            </p:cNvSpPr>
            <p:nvPr/>
          </p:nvSpPr>
          <p:spPr>
            <a:xfrm>
              <a:off x="23842663" y="6204347"/>
              <a:ext cx="236680" cy="6096"/>
            </a:xfrm>
            <a:prstGeom prst="rect">
              <a:avLst/>
            </a:prstGeom>
            <a:solidFill>
              <a:srgbClr val="D4B4CC"/>
            </a:solidFill>
            <a:ln w="0">
              <a:noFill/>
              <a:prstDash val="solid"/>
            </a:ln>
          </p:spPr>
        </p:sp>
        <p:sp>
          <p:nvSpPr>
            <p:cNvPr id="4249" name="dense-map-12-cell-159">
              <a:extLst>
                <a:ext uri="{FF2B5EF4-FFF2-40B4-BE49-F238E27FC236}">
                  <a16:creationId xmlns:a16="http://schemas.microsoft.com/office/drawing/2014/main" id="{11F8B311-B61B-41D6-92E4-84C0792FED1E}"/>
                </a:ext>
              </a:extLst>
            </p:cNvPr>
            <p:cNvSpPr>
              <a:spLocks noGrp="1"/>
            </p:cNvSpPr>
            <p:nvPr/>
          </p:nvSpPr>
          <p:spPr>
            <a:xfrm>
              <a:off x="23842663" y="6210300"/>
              <a:ext cx="236680" cy="6096"/>
            </a:xfrm>
            <a:prstGeom prst="rect">
              <a:avLst/>
            </a:prstGeom>
            <a:solidFill>
              <a:srgbClr val="D4B4CC"/>
            </a:solidFill>
            <a:ln w="0">
              <a:noFill/>
              <a:prstDash val="solid"/>
            </a:ln>
          </p:spPr>
        </p:sp>
        <p:sp>
          <p:nvSpPr>
            <p:cNvPr id="4250" name="dense-map-12-cell-158">
              <a:extLst>
                <a:ext uri="{FF2B5EF4-FFF2-40B4-BE49-F238E27FC236}">
                  <a16:creationId xmlns:a16="http://schemas.microsoft.com/office/drawing/2014/main" id="{078EE32D-AB13-488D-AF24-E8A1AF243100}"/>
                </a:ext>
              </a:extLst>
            </p:cNvPr>
            <p:cNvSpPr>
              <a:spLocks noGrp="1"/>
            </p:cNvSpPr>
            <p:nvPr/>
          </p:nvSpPr>
          <p:spPr>
            <a:xfrm>
              <a:off x="23842663" y="6216253"/>
              <a:ext cx="236680" cy="6096"/>
            </a:xfrm>
            <a:prstGeom prst="rect">
              <a:avLst/>
            </a:prstGeom>
            <a:solidFill>
              <a:srgbClr val="D4B4CC"/>
            </a:solidFill>
            <a:ln w="0">
              <a:noFill/>
              <a:prstDash val="solid"/>
            </a:ln>
          </p:spPr>
        </p:sp>
        <p:sp>
          <p:nvSpPr>
            <p:cNvPr id="4251" name="dense-map-12-cell-157">
              <a:extLst>
                <a:ext uri="{FF2B5EF4-FFF2-40B4-BE49-F238E27FC236}">
                  <a16:creationId xmlns:a16="http://schemas.microsoft.com/office/drawing/2014/main" id="{74A73179-A97D-4269-AF54-76170A749CFB}"/>
                </a:ext>
              </a:extLst>
            </p:cNvPr>
            <p:cNvSpPr>
              <a:spLocks noGrp="1"/>
            </p:cNvSpPr>
            <p:nvPr/>
          </p:nvSpPr>
          <p:spPr>
            <a:xfrm>
              <a:off x="23842663" y="6222206"/>
              <a:ext cx="236680" cy="6096"/>
            </a:xfrm>
            <a:prstGeom prst="rect">
              <a:avLst/>
            </a:prstGeom>
            <a:solidFill>
              <a:srgbClr val="D4B4CC"/>
            </a:solidFill>
            <a:ln w="0">
              <a:noFill/>
              <a:prstDash val="solid"/>
            </a:ln>
          </p:spPr>
        </p:sp>
        <p:sp>
          <p:nvSpPr>
            <p:cNvPr id="4252" name="dense-map-12-cell-156">
              <a:extLst>
                <a:ext uri="{FF2B5EF4-FFF2-40B4-BE49-F238E27FC236}">
                  <a16:creationId xmlns:a16="http://schemas.microsoft.com/office/drawing/2014/main" id="{2DBCB0D8-969C-4254-93D5-507CEE8EAB3A}"/>
                </a:ext>
              </a:extLst>
            </p:cNvPr>
            <p:cNvSpPr>
              <a:spLocks noGrp="1"/>
            </p:cNvSpPr>
            <p:nvPr/>
          </p:nvSpPr>
          <p:spPr>
            <a:xfrm>
              <a:off x="23842663" y="6228159"/>
              <a:ext cx="236680" cy="6096"/>
            </a:xfrm>
            <a:prstGeom prst="rect">
              <a:avLst/>
            </a:prstGeom>
            <a:solidFill>
              <a:srgbClr val="D4B4CC"/>
            </a:solidFill>
            <a:ln w="0">
              <a:noFill/>
              <a:prstDash val="solid"/>
            </a:ln>
          </p:spPr>
        </p:sp>
        <p:sp>
          <p:nvSpPr>
            <p:cNvPr id="4253" name="dense-map-12-cell-155">
              <a:extLst>
                <a:ext uri="{FF2B5EF4-FFF2-40B4-BE49-F238E27FC236}">
                  <a16:creationId xmlns:a16="http://schemas.microsoft.com/office/drawing/2014/main" id="{71A36628-10ED-4007-9085-53D57024DC56}"/>
                </a:ext>
              </a:extLst>
            </p:cNvPr>
            <p:cNvSpPr>
              <a:spLocks noGrp="1"/>
            </p:cNvSpPr>
            <p:nvPr/>
          </p:nvSpPr>
          <p:spPr>
            <a:xfrm>
              <a:off x="23842663" y="6234113"/>
              <a:ext cx="236680" cy="6096"/>
            </a:xfrm>
            <a:prstGeom prst="rect">
              <a:avLst/>
            </a:prstGeom>
            <a:solidFill>
              <a:srgbClr val="D4B4CC"/>
            </a:solidFill>
            <a:ln w="0">
              <a:noFill/>
              <a:prstDash val="solid"/>
            </a:ln>
          </p:spPr>
        </p:sp>
        <p:sp>
          <p:nvSpPr>
            <p:cNvPr id="4254" name="dense-map-12-cell-154">
              <a:extLst>
                <a:ext uri="{FF2B5EF4-FFF2-40B4-BE49-F238E27FC236}">
                  <a16:creationId xmlns:a16="http://schemas.microsoft.com/office/drawing/2014/main" id="{D88B953F-E95F-4821-BAC2-0E065ECC5D25}"/>
                </a:ext>
              </a:extLst>
            </p:cNvPr>
            <p:cNvSpPr>
              <a:spLocks noGrp="1"/>
            </p:cNvSpPr>
            <p:nvPr/>
          </p:nvSpPr>
          <p:spPr>
            <a:xfrm>
              <a:off x="23842663" y="6240066"/>
              <a:ext cx="236680" cy="6096"/>
            </a:xfrm>
            <a:prstGeom prst="rect">
              <a:avLst/>
            </a:prstGeom>
            <a:solidFill>
              <a:srgbClr val="D4B4CC"/>
            </a:solidFill>
            <a:ln w="0">
              <a:noFill/>
              <a:prstDash val="solid"/>
            </a:ln>
          </p:spPr>
        </p:sp>
        <p:sp>
          <p:nvSpPr>
            <p:cNvPr id="4255" name="dense-map-12-cell-153">
              <a:extLst>
                <a:ext uri="{FF2B5EF4-FFF2-40B4-BE49-F238E27FC236}">
                  <a16:creationId xmlns:a16="http://schemas.microsoft.com/office/drawing/2014/main" id="{178219BB-3F28-4306-B5A6-0C8A3BBA729F}"/>
                </a:ext>
              </a:extLst>
            </p:cNvPr>
            <p:cNvSpPr>
              <a:spLocks noGrp="1"/>
            </p:cNvSpPr>
            <p:nvPr/>
          </p:nvSpPr>
          <p:spPr>
            <a:xfrm>
              <a:off x="23842663" y="6246019"/>
              <a:ext cx="236680" cy="6096"/>
            </a:xfrm>
            <a:prstGeom prst="rect">
              <a:avLst/>
            </a:prstGeom>
            <a:solidFill>
              <a:srgbClr val="D4B4CC"/>
            </a:solidFill>
            <a:ln w="0">
              <a:noFill/>
              <a:prstDash val="solid"/>
            </a:ln>
          </p:spPr>
        </p:sp>
        <p:sp>
          <p:nvSpPr>
            <p:cNvPr id="4256" name="dense-map-12-cell-152">
              <a:extLst>
                <a:ext uri="{FF2B5EF4-FFF2-40B4-BE49-F238E27FC236}">
                  <a16:creationId xmlns:a16="http://schemas.microsoft.com/office/drawing/2014/main" id="{14BE8C62-FF32-49C7-8A99-98C13C49F115}"/>
                </a:ext>
              </a:extLst>
            </p:cNvPr>
            <p:cNvSpPr>
              <a:spLocks noGrp="1"/>
            </p:cNvSpPr>
            <p:nvPr/>
          </p:nvSpPr>
          <p:spPr>
            <a:xfrm>
              <a:off x="23842663" y="6251972"/>
              <a:ext cx="236680" cy="6096"/>
            </a:xfrm>
            <a:prstGeom prst="rect">
              <a:avLst/>
            </a:prstGeom>
            <a:solidFill>
              <a:srgbClr val="D4B4CC"/>
            </a:solidFill>
            <a:ln w="0">
              <a:noFill/>
              <a:prstDash val="solid"/>
            </a:ln>
          </p:spPr>
        </p:sp>
        <p:sp>
          <p:nvSpPr>
            <p:cNvPr id="4257" name="dense-map-12-cell-151">
              <a:extLst>
                <a:ext uri="{FF2B5EF4-FFF2-40B4-BE49-F238E27FC236}">
                  <a16:creationId xmlns:a16="http://schemas.microsoft.com/office/drawing/2014/main" id="{C9189C4A-6A8C-4DAE-9629-2677AA1EB394}"/>
                </a:ext>
              </a:extLst>
            </p:cNvPr>
            <p:cNvSpPr>
              <a:spLocks noGrp="1"/>
            </p:cNvSpPr>
            <p:nvPr/>
          </p:nvSpPr>
          <p:spPr>
            <a:xfrm>
              <a:off x="23842663" y="6257925"/>
              <a:ext cx="236680" cy="6096"/>
            </a:xfrm>
            <a:prstGeom prst="rect">
              <a:avLst/>
            </a:prstGeom>
            <a:solidFill>
              <a:srgbClr val="D4B4CC"/>
            </a:solidFill>
            <a:ln w="0">
              <a:noFill/>
              <a:prstDash val="solid"/>
            </a:ln>
          </p:spPr>
        </p:sp>
        <p:sp>
          <p:nvSpPr>
            <p:cNvPr id="4258" name="dense-map-12-cell-150">
              <a:extLst>
                <a:ext uri="{FF2B5EF4-FFF2-40B4-BE49-F238E27FC236}">
                  <a16:creationId xmlns:a16="http://schemas.microsoft.com/office/drawing/2014/main" id="{703C2940-5B42-4D40-B5E9-D1E11C8D5D4D}"/>
                </a:ext>
              </a:extLst>
            </p:cNvPr>
            <p:cNvSpPr>
              <a:spLocks noGrp="1"/>
            </p:cNvSpPr>
            <p:nvPr/>
          </p:nvSpPr>
          <p:spPr>
            <a:xfrm>
              <a:off x="23842663" y="6263878"/>
              <a:ext cx="236680" cy="6096"/>
            </a:xfrm>
            <a:prstGeom prst="rect">
              <a:avLst/>
            </a:prstGeom>
            <a:solidFill>
              <a:srgbClr val="D4B4CC"/>
            </a:solidFill>
            <a:ln w="0">
              <a:noFill/>
              <a:prstDash val="solid"/>
            </a:ln>
          </p:spPr>
        </p:sp>
        <p:sp>
          <p:nvSpPr>
            <p:cNvPr id="4259" name="dense-map-12-cell-149">
              <a:extLst>
                <a:ext uri="{FF2B5EF4-FFF2-40B4-BE49-F238E27FC236}">
                  <a16:creationId xmlns:a16="http://schemas.microsoft.com/office/drawing/2014/main" id="{53F17D7B-F349-436E-B002-1AB421F2B77D}"/>
                </a:ext>
              </a:extLst>
            </p:cNvPr>
            <p:cNvSpPr>
              <a:spLocks noGrp="1"/>
            </p:cNvSpPr>
            <p:nvPr/>
          </p:nvSpPr>
          <p:spPr>
            <a:xfrm>
              <a:off x="23842663" y="6269831"/>
              <a:ext cx="236680" cy="6096"/>
            </a:xfrm>
            <a:prstGeom prst="rect">
              <a:avLst/>
            </a:prstGeom>
            <a:solidFill>
              <a:srgbClr val="D4B4CC"/>
            </a:solidFill>
            <a:ln w="0">
              <a:noFill/>
              <a:prstDash val="solid"/>
            </a:ln>
          </p:spPr>
        </p:sp>
        <p:sp>
          <p:nvSpPr>
            <p:cNvPr id="4260" name="dense-map-12-cell-148">
              <a:extLst>
                <a:ext uri="{FF2B5EF4-FFF2-40B4-BE49-F238E27FC236}">
                  <a16:creationId xmlns:a16="http://schemas.microsoft.com/office/drawing/2014/main" id="{61643309-F2EE-4134-B8AD-698F43CAC24A}"/>
                </a:ext>
              </a:extLst>
            </p:cNvPr>
            <p:cNvSpPr>
              <a:spLocks noGrp="1"/>
            </p:cNvSpPr>
            <p:nvPr/>
          </p:nvSpPr>
          <p:spPr>
            <a:xfrm>
              <a:off x="23842663" y="6275784"/>
              <a:ext cx="236680" cy="6096"/>
            </a:xfrm>
            <a:prstGeom prst="rect">
              <a:avLst/>
            </a:prstGeom>
            <a:solidFill>
              <a:srgbClr val="D4B4CC"/>
            </a:solidFill>
            <a:ln w="0">
              <a:noFill/>
              <a:prstDash val="solid"/>
            </a:ln>
          </p:spPr>
        </p:sp>
        <p:sp>
          <p:nvSpPr>
            <p:cNvPr id="4261" name="dense-map-12-cell-147">
              <a:extLst>
                <a:ext uri="{FF2B5EF4-FFF2-40B4-BE49-F238E27FC236}">
                  <a16:creationId xmlns:a16="http://schemas.microsoft.com/office/drawing/2014/main" id="{52FFB282-F288-4D62-9E59-89E1CE6BDA49}"/>
                </a:ext>
              </a:extLst>
            </p:cNvPr>
            <p:cNvSpPr>
              <a:spLocks noGrp="1"/>
            </p:cNvSpPr>
            <p:nvPr/>
          </p:nvSpPr>
          <p:spPr>
            <a:xfrm>
              <a:off x="23842663" y="6281738"/>
              <a:ext cx="236680" cy="6096"/>
            </a:xfrm>
            <a:prstGeom prst="rect">
              <a:avLst/>
            </a:prstGeom>
            <a:solidFill>
              <a:srgbClr val="D4B4CC"/>
            </a:solidFill>
            <a:ln w="0">
              <a:noFill/>
              <a:prstDash val="solid"/>
            </a:ln>
          </p:spPr>
        </p:sp>
        <p:sp>
          <p:nvSpPr>
            <p:cNvPr id="4262" name="dense-map-12-cell-146">
              <a:extLst>
                <a:ext uri="{FF2B5EF4-FFF2-40B4-BE49-F238E27FC236}">
                  <a16:creationId xmlns:a16="http://schemas.microsoft.com/office/drawing/2014/main" id="{F8261ED5-8A76-4A68-B8CC-DB157610EE56}"/>
                </a:ext>
              </a:extLst>
            </p:cNvPr>
            <p:cNvSpPr>
              <a:spLocks noGrp="1"/>
            </p:cNvSpPr>
            <p:nvPr/>
          </p:nvSpPr>
          <p:spPr>
            <a:xfrm>
              <a:off x="23842663" y="6287691"/>
              <a:ext cx="236680" cy="6096"/>
            </a:xfrm>
            <a:prstGeom prst="rect">
              <a:avLst/>
            </a:prstGeom>
            <a:solidFill>
              <a:srgbClr val="D4B4CC"/>
            </a:solidFill>
            <a:ln w="0">
              <a:noFill/>
              <a:prstDash val="solid"/>
            </a:ln>
          </p:spPr>
        </p:sp>
        <p:sp>
          <p:nvSpPr>
            <p:cNvPr id="4263" name="dense-map-12-cell-145">
              <a:extLst>
                <a:ext uri="{FF2B5EF4-FFF2-40B4-BE49-F238E27FC236}">
                  <a16:creationId xmlns:a16="http://schemas.microsoft.com/office/drawing/2014/main" id="{6ECCE308-3B26-4BE5-85BC-80941E78F972}"/>
                </a:ext>
              </a:extLst>
            </p:cNvPr>
            <p:cNvSpPr>
              <a:spLocks noGrp="1"/>
            </p:cNvSpPr>
            <p:nvPr/>
          </p:nvSpPr>
          <p:spPr>
            <a:xfrm>
              <a:off x="23842663" y="6293644"/>
              <a:ext cx="236680" cy="6096"/>
            </a:xfrm>
            <a:prstGeom prst="rect">
              <a:avLst/>
            </a:prstGeom>
            <a:solidFill>
              <a:srgbClr val="D4B4CC"/>
            </a:solidFill>
            <a:ln w="0">
              <a:noFill/>
              <a:prstDash val="solid"/>
            </a:ln>
          </p:spPr>
        </p:sp>
        <p:sp>
          <p:nvSpPr>
            <p:cNvPr id="4264" name="dense-map-12-cell-144">
              <a:extLst>
                <a:ext uri="{FF2B5EF4-FFF2-40B4-BE49-F238E27FC236}">
                  <a16:creationId xmlns:a16="http://schemas.microsoft.com/office/drawing/2014/main" id="{2C016F28-8AA3-46E6-903D-98E0CFA2D7C9}"/>
                </a:ext>
              </a:extLst>
            </p:cNvPr>
            <p:cNvSpPr>
              <a:spLocks noGrp="1"/>
            </p:cNvSpPr>
            <p:nvPr/>
          </p:nvSpPr>
          <p:spPr>
            <a:xfrm>
              <a:off x="23842663" y="6299597"/>
              <a:ext cx="236680" cy="6096"/>
            </a:xfrm>
            <a:prstGeom prst="rect">
              <a:avLst/>
            </a:prstGeom>
            <a:solidFill>
              <a:srgbClr val="D4B4CC"/>
            </a:solidFill>
            <a:ln w="0">
              <a:noFill/>
              <a:prstDash val="solid"/>
            </a:ln>
          </p:spPr>
        </p:sp>
        <p:sp>
          <p:nvSpPr>
            <p:cNvPr id="4265" name="dense-map-12-cell-143">
              <a:extLst>
                <a:ext uri="{FF2B5EF4-FFF2-40B4-BE49-F238E27FC236}">
                  <a16:creationId xmlns:a16="http://schemas.microsoft.com/office/drawing/2014/main" id="{0F276E1F-53EA-4E01-BB2B-C242CAB4D14B}"/>
                </a:ext>
              </a:extLst>
            </p:cNvPr>
            <p:cNvSpPr>
              <a:spLocks noGrp="1"/>
            </p:cNvSpPr>
            <p:nvPr/>
          </p:nvSpPr>
          <p:spPr>
            <a:xfrm>
              <a:off x="23842663" y="6305550"/>
              <a:ext cx="236680" cy="6096"/>
            </a:xfrm>
            <a:prstGeom prst="rect">
              <a:avLst/>
            </a:prstGeom>
            <a:solidFill>
              <a:srgbClr val="D4B4CC"/>
            </a:solidFill>
            <a:ln w="0">
              <a:noFill/>
              <a:prstDash val="solid"/>
            </a:ln>
          </p:spPr>
        </p:sp>
        <p:sp>
          <p:nvSpPr>
            <p:cNvPr id="4266" name="dense-map-12-cell-142">
              <a:extLst>
                <a:ext uri="{FF2B5EF4-FFF2-40B4-BE49-F238E27FC236}">
                  <a16:creationId xmlns:a16="http://schemas.microsoft.com/office/drawing/2014/main" id="{A3074E44-3F55-48AD-8C8D-5427C35DE8B1}"/>
                </a:ext>
              </a:extLst>
            </p:cNvPr>
            <p:cNvSpPr>
              <a:spLocks noGrp="1"/>
            </p:cNvSpPr>
            <p:nvPr/>
          </p:nvSpPr>
          <p:spPr>
            <a:xfrm>
              <a:off x="23842663" y="6311503"/>
              <a:ext cx="236680" cy="6096"/>
            </a:xfrm>
            <a:prstGeom prst="rect">
              <a:avLst/>
            </a:prstGeom>
            <a:solidFill>
              <a:srgbClr val="D4B4CC"/>
            </a:solidFill>
            <a:ln w="0">
              <a:noFill/>
              <a:prstDash val="solid"/>
            </a:ln>
          </p:spPr>
        </p:sp>
        <p:sp>
          <p:nvSpPr>
            <p:cNvPr id="4267" name="dense-map-12-cell-141">
              <a:extLst>
                <a:ext uri="{FF2B5EF4-FFF2-40B4-BE49-F238E27FC236}">
                  <a16:creationId xmlns:a16="http://schemas.microsoft.com/office/drawing/2014/main" id="{D92525FC-C0A3-45B2-B9ED-552726E4CCED}"/>
                </a:ext>
              </a:extLst>
            </p:cNvPr>
            <p:cNvSpPr>
              <a:spLocks noGrp="1"/>
            </p:cNvSpPr>
            <p:nvPr/>
          </p:nvSpPr>
          <p:spPr>
            <a:xfrm>
              <a:off x="23842663" y="6317456"/>
              <a:ext cx="236680" cy="6096"/>
            </a:xfrm>
            <a:prstGeom prst="rect">
              <a:avLst/>
            </a:prstGeom>
            <a:solidFill>
              <a:srgbClr val="D4B4CC"/>
            </a:solidFill>
            <a:ln w="0">
              <a:noFill/>
              <a:prstDash val="solid"/>
            </a:ln>
          </p:spPr>
        </p:sp>
        <p:sp>
          <p:nvSpPr>
            <p:cNvPr id="4268" name="dense-map-12-cell-140">
              <a:extLst>
                <a:ext uri="{FF2B5EF4-FFF2-40B4-BE49-F238E27FC236}">
                  <a16:creationId xmlns:a16="http://schemas.microsoft.com/office/drawing/2014/main" id="{0130BB95-F908-4F40-ADD5-C7061DAE5DA0}"/>
                </a:ext>
              </a:extLst>
            </p:cNvPr>
            <p:cNvSpPr>
              <a:spLocks noGrp="1"/>
            </p:cNvSpPr>
            <p:nvPr/>
          </p:nvSpPr>
          <p:spPr>
            <a:xfrm>
              <a:off x="23842663" y="6323409"/>
              <a:ext cx="236680" cy="6096"/>
            </a:xfrm>
            <a:prstGeom prst="rect">
              <a:avLst/>
            </a:prstGeom>
            <a:solidFill>
              <a:srgbClr val="D4B4CC"/>
            </a:solidFill>
            <a:ln w="0">
              <a:noFill/>
              <a:prstDash val="solid"/>
            </a:ln>
          </p:spPr>
        </p:sp>
        <p:sp>
          <p:nvSpPr>
            <p:cNvPr id="4269" name="dense-map-12-cell-139">
              <a:extLst>
                <a:ext uri="{FF2B5EF4-FFF2-40B4-BE49-F238E27FC236}">
                  <a16:creationId xmlns:a16="http://schemas.microsoft.com/office/drawing/2014/main" id="{9464EB23-F638-402F-8724-C8EFFB63428E}"/>
                </a:ext>
              </a:extLst>
            </p:cNvPr>
            <p:cNvSpPr>
              <a:spLocks noGrp="1"/>
            </p:cNvSpPr>
            <p:nvPr/>
          </p:nvSpPr>
          <p:spPr>
            <a:xfrm>
              <a:off x="23842663" y="6329363"/>
              <a:ext cx="236680" cy="6096"/>
            </a:xfrm>
            <a:prstGeom prst="rect">
              <a:avLst/>
            </a:prstGeom>
            <a:solidFill>
              <a:srgbClr val="D4B4CC"/>
            </a:solidFill>
            <a:ln w="0">
              <a:noFill/>
              <a:prstDash val="solid"/>
            </a:ln>
          </p:spPr>
        </p:sp>
        <p:sp>
          <p:nvSpPr>
            <p:cNvPr id="4270" name="dense-map-12-cell-138">
              <a:extLst>
                <a:ext uri="{FF2B5EF4-FFF2-40B4-BE49-F238E27FC236}">
                  <a16:creationId xmlns:a16="http://schemas.microsoft.com/office/drawing/2014/main" id="{2FA0B7F5-551C-4134-B0E0-301BDCB68D98}"/>
                </a:ext>
              </a:extLst>
            </p:cNvPr>
            <p:cNvSpPr>
              <a:spLocks noGrp="1"/>
            </p:cNvSpPr>
            <p:nvPr/>
          </p:nvSpPr>
          <p:spPr>
            <a:xfrm>
              <a:off x="23842663" y="6335316"/>
              <a:ext cx="236680" cy="6096"/>
            </a:xfrm>
            <a:prstGeom prst="rect">
              <a:avLst/>
            </a:prstGeom>
            <a:solidFill>
              <a:srgbClr val="D4B3CB"/>
            </a:solidFill>
            <a:ln w="0">
              <a:noFill/>
              <a:prstDash val="solid"/>
            </a:ln>
          </p:spPr>
        </p:sp>
        <p:sp>
          <p:nvSpPr>
            <p:cNvPr id="4271" name="dense-map-12-cell-137">
              <a:extLst>
                <a:ext uri="{FF2B5EF4-FFF2-40B4-BE49-F238E27FC236}">
                  <a16:creationId xmlns:a16="http://schemas.microsoft.com/office/drawing/2014/main" id="{FB68F626-5A9B-42E6-A702-06AD02EFE676}"/>
                </a:ext>
              </a:extLst>
            </p:cNvPr>
            <p:cNvSpPr>
              <a:spLocks noGrp="1"/>
            </p:cNvSpPr>
            <p:nvPr/>
          </p:nvSpPr>
          <p:spPr>
            <a:xfrm>
              <a:off x="23842663" y="6341269"/>
              <a:ext cx="236680" cy="6096"/>
            </a:xfrm>
            <a:prstGeom prst="rect">
              <a:avLst/>
            </a:prstGeom>
            <a:solidFill>
              <a:srgbClr val="C7B9A5"/>
            </a:solidFill>
            <a:ln w="0">
              <a:noFill/>
              <a:prstDash val="solid"/>
            </a:ln>
          </p:spPr>
        </p:sp>
        <p:sp>
          <p:nvSpPr>
            <p:cNvPr id="4272" name="dense-map-12-cell-136">
              <a:extLst>
                <a:ext uri="{FF2B5EF4-FFF2-40B4-BE49-F238E27FC236}">
                  <a16:creationId xmlns:a16="http://schemas.microsoft.com/office/drawing/2014/main" id="{413873BD-DC9D-4FC5-9493-A5A0FF0F658B}"/>
                </a:ext>
              </a:extLst>
            </p:cNvPr>
            <p:cNvSpPr>
              <a:spLocks noGrp="1"/>
            </p:cNvSpPr>
            <p:nvPr/>
          </p:nvSpPr>
          <p:spPr>
            <a:xfrm>
              <a:off x="23842663" y="6347222"/>
              <a:ext cx="236680" cy="6096"/>
            </a:xfrm>
            <a:prstGeom prst="rect">
              <a:avLst/>
            </a:prstGeom>
            <a:solidFill>
              <a:srgbClr val="AEAFA5"/>
            </a:solidFill>
            <a:ln w="0">
              <a:noFill/>
              <a:prstDash val="solid"/>
            </a:ln>
          </p:spPr>
        </p:sp>
        <p:sp>
          <p:nvSpPr>
            <p:cNvPr id="4273" name="dense-map-12-cell-135">
              <a:extLst>
                <a:ext uri="{FF2B5EF4-FFF2-40B4-BE49-F238E27FC236}">
                  <a16:creationId xmlns:a16="http://schemas.microsoft.com/office/drawing/2014/main" id="{FC7638F4-528C-4281-A01E-C95E4643D207}"/>
                </a:ext>
              </a:extLst>
            </p:cNvPr>
            <p:cNvSpPr>
              <a:spLocks noGrp="1"/>
            </p:cNvSpPr>
            <p:nvPr/>
          </p:nvSpPr>
          <p:spPr>
            <a:xfrm>
              <a:off x="23842663" y="6353175"/>
              <a:ext cx="236680" cy="6096"/>
            </a:xfrm>
            <a:prstGeom prst="rect">
              <a:avLst/>
            </a:prstGeom>
            <a:solidFill>
              <a:srgbClr val="92A3A5"/>
            </a:solidFill>
            <a:ln w="0">
              <a:noFill/>
              <a:prstDash val="solid"/>
            </a:ln>
          </p:spPr>
        </p:sp>
        <p:sp>
          <p:nvSpPr>
            <p:cNvPr id="4274" name="dense-map-12-cell-134">
              <a:extLst>
                <a:ext uri="{FF2B5EF4-FFF2-40B4-BE49-F238E27FC236}">
                  <a16:creationId xmlns:a16="http://schemas.microsoft.com/office/drawing/2014/main" id="{97FDC09E-A53F-4188-A01D-6799856BFC52}"/>
                </a:ext>
              </a:extLst>
            </p:cNvPr>
            <p:cNvSpPr>
              <a:spLocks noGrp="1"/>
            </p:cNvSpPr>
            <p:nvPr/>
          </p:nvSpPr>
          <p:spPr>
            <a:xfrm>
              <a:off x="23842663" y="6359128"/>
              <a:ext cx="236680" cy="6096"/>
            </a:xfrm>
            <a:prstGeom prst="rect">
              <a:avLst/>
            </a:prstGeom>
            <a:solidFill>
              <a:srgbClr val="7698A5"/>
            </a:solidFill>
            <a:ln w="0">
              <a:noFill/>
              <a:prstDash val="solid"/>
            </a:ln>
          </p:spPr>
        </p:sp>
        <p:sp>
          <p:nvSpPr>
            <p:cNvPr id="4275" name="dense-map-12-cell-133">
              <a:extLst>
                <a:ext uri="{FF2B5EF4-FFF2-40B4-BE49-F238E27FC236}">
                  <a16:creationId xmlns:a16="http://schemas.microsoft.com/office/drawing/2014/main" id="{D305607E-7EAB-4722-8B77-DBB7B82DF07A}"/>
                </a:ext>
              </a:extLst>
            </p:cNvPr>
            <p:cNvSpPr>
              <a:spLocks noGrp="1"/>
            </p:cNvSpPr>
            <p:nvPr/>
          </p:nvSpPr>
          <p:spPr>
            <a:xfrm>
              <a:off x="23842663" y="6365081"/>
              <a:ext cx="236680" cy="6096"/>
            </a:xfrm>
            <a:prstGeom prst="rect">
              <a:avLst/>
            </a:prstGeom>
            <a:solidFill>
              <a:srgbClr val="167EB8"/>
            </a:solidFill>
            <a:ln w="0">
              <a:noFill/>
              <a:prstDash val="solid"/>
            </a:ln>
          </p:spPr>
        </p:sp>
        <p:sp>
          <p:nvSpPr>
            <p:cNvPr id="4276" name="dense-map-12-cell-132">
              <a:extLst>
                <a:ext uri="{FF2B5EF4-FFF2-40B4-BE49-F238E27FC236}">
                  <a16:creationId xmlns:a16="http://schemas.microsoft.com/office/drawing/2014/main" id="{847E9FA3-0AA1-4EFC-86F0-0C26FC6FF435}"/>
                </a:ext>
              </a:extLst>
            </p:cNvPr>
            <p:cNvSpPr>
              <a:spLocks noGrp="1"/>
            </p:cNvSpPr>
            <p:nvPr/>
          </p:nvSpPr>
          <p:spPr>
            <a:xfrm>
              <a:off x="23842663" y="6371034"/>
              <a:ext cx="236680" cy="6096"/>
            </a:xfrm>
            <a:prstGeom prst="rect">
              <a:avLst/>
            </a:prstGeom>
            <a:solidFill>
              <a:srgbClr val="0575B3"/>
            </a:solidFill>
            <a:ln w="0">
              <a:noFill/>
              <a:prstDash val="solid"/>
            </a:ln>
          </p:spPr>
        </p:sp>
        <p:sp>
          <p:nvSpPr>
            <p:cNvPr id="4277" name="dense-map-12-cell-131">
              <a:extLst>
                <a:ext uri="{FF2B5EF4-FFF2-40B4-BE49-F238E27FC236}">
                  <a16:creationId xmlns:a16="http://schemas.microsoft.com/office/drawing/2014/main" id="{0F274E3C-4676-48DB-A403-BB69A83FA071}"/>
                </a:ext>
              </a:extLst>
            </p:cNvPr>
            <p:cNvSpPr>
              <a:spLocks noGrp="1"/>
            </p:cNvSpPr>
            <p:nvPr/>
          </p:nvSpPr>
          <p:spPr>
            <a:xfrm>
              <a:off x="23842663" y="6376988"/>
              <a:ext cx="236680" cy="6096"/>
            </a:xfrm>
            <a:prstGeom prst="rect">
              <a:avLst/>
            </a:prstGeom>
            <a:solidFill>
              <a:srgbClr val="0072B2"/>
            </a:solidFill>
            <a:ln w="0">
              <a:noFill/>
              <a:prstDash val="solid"/>
            </a:ln>
          </p:spPr>
        </p:sp>
        <p:sp>
          <p:nvSpPr>
            <p:cNvPr id="4278" name="dense-map-12-cell-130">
              <a:extLst>
                <a:ext uri="{FF2B5EF4-FFF2-40B4-BE49-F238E27FC236}">
                  <a16:creationId xmlns:a16="http://schemas.microsoft.com/office/drawing/2014/main" id="{A8622E34-B1AC-42CB-BD7E-EE43849D79F9}"/>
                </a:ext>
              </a:extLst>
            </p:cNvPr>
            <p:cNvSpPr>
              <a:spLocks noGrp="1"/>
            </p:cNvSpPr>
            <p:nvPr/>
          </p:nvSpPr>
          <p:spPr>
            <a:xfrm>
              <a:off x="23842663" y="6382941"/>
              <a:ext cx="236680" cy="6096"/>
            </a:xfrm>
            <a:prstGeom prst="rect">
              <a:avLst/>
            </a:prstGeom>
            <a:solidFill>
              <a:srgbClr val="0072B2"/>
            </a:solidFill>
            <a:ln w="0">
              <a:noFill/>
              <a:prstDash val="solid"/>
            </a:ln>
          </p:spPr>
        </p:sp>
        <p:sp>
          <p:nvSpPr>
            <p:cNvPr id="4279" name="dense-map-12-cell-129">
              <a:extLst>
                <a:ext uri="{FF2B5EF4-FFF2-40B4-BE49-F238E27FC236}">
                  <a16:creationId xmlns:a16="http://schemas.microsoft.com/office/drawing/2014/main" id="{B6FDF2C3-2C94-441A-AABD-6E481E40A078}"/>
                </a:ext>
              </a:extLst>
            </p:cNvPr>
            <p:cNvSpPr>
              <a:spLocks noGrp="1"/>
            </p:cNvSpPr>
            <p:nvPr/>
          </p:nvSpPr>
          <p:spPr>
            <a:xfrm>
              <a:off x="23842663" y="6388894"/>
              <a:ext cx="236680" cy="6096"/>
            </a:xfrm>
            <a:prstGeom prst="rect">
              <a:avLst/>
            </a:prstGeom>
            <a:solidFill>
              <a:srgbClr val="0072B2"/>
            </a:solidFill>
            <a:ln w="0">
              <a:noFill/>
              <a:prstDash val="solid"/>
            </a:ln>
          </p:spPr>
        </p:sp>
        <p:sp>
          <p:nvSpPr>
            <p:cNvPr id="4280" name="dense-map-12-cell-128">
              <a:extLst>
                <a:ext uri="{FF2B5EF4-FFF2-40B4-BE49-F238E27FC236}">
                  <a16:creationId xmlns:a16="http://schemas.microsoft.com/office/drawing/2014/main" id="{A99A51EF-9A66-4AAC-90AB-0A4FA4CE6CC8}"/>
                </a:ext>
              </a:extLst>
            </p:cNvPr>
            <p:cNvSpPr>
              <a:spLocks noGrp="1"/>
            </p:cNvSpPr>
            <p:nvPr/>
          </p:nvSpPr>
          <p:spPr>
            <a:xfrm>
              <a:off x="23842663" y="6394847"/>
              <a:ext cx="236680" cy="6096"/>
            </a:xfrm>
            <a:prstGeom prst="rect">
              <a:avLst/>
            </a:prstGeom>
            <a:solidFill>
              <a:srgbClr val="0072B2"/>
            </a:solidFill>
            <a:ln w="0">
              <a:noFill/>
              <a:prstDash val="solid"/>
            </a:ln>
          </p:spPr>
        </p:sp>
        <p:sp>
          <p:nvSpPr>
            <p:cNvPr id="4281" name="dense-map-12-cell-127">
              <a:extLst>
                <a:ext uri="{FF2B5EF4-FFF2-40B4-BE49-F238E27FC236}">
                  <a16:creationId xmlns:a16="http://schemas.microsoft.com/office/drawing/2014/main" id="{3D554147-1E70-45E1-BD76-5264EEF98278}"/>
                </a:ext>
              </a:extLst>
            </p:cNvPr>
            <p:cNvSpPr>
              <a:spLocks noGrp="1"/>
            </p:cNvSpPr>
            <p:nvPr/>
          </p:nvSpPr>
          <p:spPr>
            <a:xfrm>
              <a:off x="23842663" y="6400800"/>
              <a:ext cx="236680" cy="6096"/>
            </a:xfrm>
            <a:prstGeom prst="rect">
              <a:avLst/>
            </a:prstGeom>
            <a:solidFill>
              <a:srgbClr val="0072B2"/>
            </a:solidFill>
            <a:ln w="0">
              <a:noFill/>
              <a:prstDash val="solid"/>
            </a:ln>
          </p:spPr>
        </p:sp>
        <p:sp>
          <p:nvSpPr>
            <p:cNvPr id="4282" name="dense-map-12-cell-126">
              <a:extLst>
                <a:ext uri="{FF2B5EF4-FFF2-40B4-BE49-F238E27FC236}">
                  <a16:creationId xmlns:a16="http://schemas.microsoft.com/office/drawing/2014/main" id="{C1DEF9D9-6A19-4567-A223-B78A325979D3}"/>
                </a:ext>
              </a:extLst>
            </p:cNvPr>
            <p:cNvSpPr>
              <a:spLocks noGrp="1"/>
            </p:cNvSpPr>
            <p:nvPr/>
          </p:nvSpPr>
          <p:spPr>
            <a:xfrm>
              <a:off x="23842663" y="6406753"/>
              <a:ext cx="236680" cy="6096"/>
            </a:xfrm>
            <a:prstGeom prst="rect">
              <a:avLst/>
            </a:prstGeom>
            <a:solidFill>
              <a:srgbClr val="0072B2"/>
            </a:solidFill>
            <a:ln w="0">
              <a:noFill/>
              <a:prstDash val="solid"/>
            </a:ln>
          </p:spPr>
        </p:sp>
        <p:sp>
          <p:nvSpPr>
            <p:cNvPr id="4283" name="dense-map-12-cell-125">
              <a:extLst>
                <a:ext uri="{FF2B5EF4-FFF2-40B4-BE49-F238E27FC236}">
                  <a16:creationId xmlns:a16="http://schemas.microsoft.com/office/drawing/2014/main" id="{BFAF09E9-A1FB-4086-B4D8-F53AFE985A79}"/>
                </a:ext>
              </a:extLst>
            </p:cNvPr>
            <p:cNvSpPr>
              <a:spLocks noGrp="1"/>
            </p:cNvSpPr>
            <p:nvPr/>
          </p:nvSpPr>
          <p:spPr>
            <a:xfrm>
              <a:off x="23842663" y="6412706"/>
              <a:ext cx="236680" cy="6096"/>
            </a:xfrm>
            <a:prstGeom prst="rect">
              <a:avLst/>
            </a:prstGeom>
            <a:solidFill>
              <a:srgbClr val="0072B2"/>
            </a:solidFill>
            <a:ln w="0">
              <a:noFill/>
              <a:prstDash val="solid"/>
            </a:ln>
          </p:spPr>
        </p:sp>
        <p:sp>
          <p:nvSpPr>
            <p:cNvPr id="4284" name="dense-map-12-cell-124">
              <a:extLst>
                <a:ext uri="{FF2B5EF4-FFF2-40B4-BE49-F238E27FC236}">
                  <a16:creationId xmlns:a16="http://schemas.microsoft.com/office/drawing/2014/main" id="{4E6A873C-ABD5-4689-87BD-E541DD16ED3F}"/>
                </a:ext>
              </a:extLst>
            </p:cNvPr>
            <p:cNvSpPr>
              <a:spLocks noGrp="1"/>
            </p:cNvSpPr>
            <p:nvPr/>
          </p:nvSpPr>
          <p:spPr>
            <a:xfrm>
              <a:off x="23842663" y="6418659"/>
              <a:ext cx="236680" cy="6096"/>
            </a:xfrm>
            <a:prstGeom prst="rect">
              <a:avLst/>
            </a:prstGeom>
            <a:solidFill>
              <a:srgbClr val="0072B2"/>
            </a:solidFill>
            <a:ln w="0">
              <a:noFill/>
              <a:prstDash val="solid"/>
            </a:ln>
          </p:spPr>
        </p:sp>
        <p:sp>
          <p:nvSpPr>
            <p:cNvPr id="4285" name="dense-map-12-cell-123">
              <a:extLst>
                <a:ext uri="{FF2B5EF4-FFF2-40B4-BE49-F238E27FC236}">
                  <a16:creationId xmlns:a16="http://schemas.microsoft.com/office/drawing/2014/main" id="{08E2DEBB-6B4B-4067-B976-8FBD5F5F618A}"/>
                </a:ext>
              </a:extLst>
            </p:cNvPr>
            <p:cNvSpPr>
              <a:spLocks noGrp="1"/>
            </p:cNvSpPr>
            <p:nvPr/>
          </p:nvSpPr>
          <p:spPr>
            <a:xfrm>
              <a:off x="23842663" y="6424613"/>
              <a:ext cx="236680" cy="6096"/>
            </a:xfrm>
            <a:prstGeom prst="rect">
              <a:avLst/>
            </a:prstGeom>
            <a:solidFill>
              <a:srgbClr val="0072B2"/>
            </a:solidFill>
            <a:ln w="0">
              <a:noFill/>
              <a:prstDash val="solid"/>
            </a:ln>
          </p:spPr>
        </p:sp>
        <p:sp>
          <p:nvSpPr>
            <p:cNvPr id="4286" name="dense-map-12-cell-122">
              <a:extLst>
                <a:ext uri="{FF2B5EF4-FFF2-40B4-BE49-F238E27FC236}">
                  <a16:creationId xmlns:a16="http://schemas.microsoft.com/office/drawing/2014/main" id="{6164745F-A297-4492-BF8F-67FD5C278193}"/>
                </a:ext>
              </a:extLst>
            </p:cNvPr>
            <p:cNvSpPr>
              <a:spLocks noGrp="1"/>
            </p:cNvSpPr>
            <p:nvPr/>
          </p:nvSpPr>
          <p:spPr>
            <a:xfrm>
              <a:off x="23842663" y="6430566"/>
              <a:ext cx="236680" cy="6096"/>
            </a:xfrm>
            <a:prstGeom prst="rect">
              <a:avLst/>
            </a:prstGeom>
            <a:solidFill>
              <a:srgbClr val="0072B2"/>
            </a:solidFill>
            <a:ln w="0">
              <a:noFill/>
              <a:prstDash val="solid"/>
            </a:ln>
          </p:spPr>
        </p:sp>
        <p:sp>
          <p:nvSpPr>
            <p:cNvPr id="4287" name="dense-map-12-cell-121">
              <a:extLst>
                <a:ext uri="{FF2B5EF4-FFF2-40B4-BE49-F238E27FC236}">
                  <a16:creationId xmlns:a16="http://schemas.microsoft.com/office/drawing/2014/main" id="{4BE2CD0B-D9DF-4A43-937C-1760021D4248}"/>
                </a:ext>
              </a:extLst>
            </p:cNvPr>
            <p:cNvSpPr>
              <a:spLocks noGrp="1"/>
            </p:cNvSpPr>
            <p:nvPr/>
          </p:nvSpPr>
          <p:spPr>
            <a:xfrm>
              <a:off x="23842663" y="6436519"/>
              <a:ext cx="236680" cy="6096"/>
            </a:xfrm>
            <a:prstGeom prst="rect">
              <a:avLst/>
            </a:prstGeom>
            <a:solidFill>
              <a:srgbClr val="0072B2"/>
            </a:solidFill>
            <a:ln w="0">
              <a:noFill/>
              <a:prstDash val="solid"/>
            </a:ln>
          </p:spPr>
        </p:sp>
        <p:sp>
          <p:nvSpPr>
            <p:cNvPr id="4288" name="dense-map-12-cell-120">
              <a:extLst>
                <a:ext uri="{FF2B5EF4-FFF2-40B4-BE49-F238E27FC236}">
                  <a16:creationId xmlns:a16="http://schemas.microsoft.com/office/drawing/2014/main" id="{B2FF44E9-8BB9-49F3-A7D1-509BA7D34903}"/>
                </a:ext>
              </a:extLst>
            </p:cNvPr>
            <p:cNvSpPr>
              <a:spLocks noGrp="1"/>
            </p:cNvSpPr>
            <p:nvPr/>
          </p:nvSpPr>
          <p:spPr>
            <a:xfrm>
              <a:off x="23842663" y="6442472"/>
              <a:ext cx="236680" cy="6096"/>
            </a:xfrm>
            <a:prstGeom prst="rect">
              <a:avLst/>
            </a:prstGeom>
            <a:solidFill>
              <a:srgbClr val="0072B2"/>
            </a:solidFill>
            <a:ln w="0">
              <a:noFill/>
              <a:prstDash val="solid"/>
            </a:ln>
          </p:spPr>
        </p:sp>
        <p:sp>
          <p:nvSpPr>
            <p:cNvPr id="4289" name="dense-map-12-cell-119">
              <a:extLst>
                <a:ext uri="{FF2B5EF4-FFF2-40B4-BE49-F238E27FC236}">
                  <a16:creationId xmlns:a16="http://schemas.microsoft.com/office/drawing/2014/main" id="{E1CB0C99-1168-47C7-AB44-B47B859999E1}"/>
                </a:ext>
              </a:extLst>
            </p:cNvPr>
            <p:cNvSpPr>
              <a:spLocks noGrp="1"/>
            </p:cNvSpPr>
            <p:nvPr/>
          </p:nvSpPr>
          <p:spPr>
            <a:xfrm>
              <a:off x="23842663" y="6448425"/>
              <a:ext cx="236680" cy="6096"/>
            </a:xfrm>
            <a:prstGeom prst="rect">
              <a:avLst/>
            </a:prstGeom>
            <a:solidFill>
              <a:srgbClr val="0072B2"/>
            </a:solidFill>
            <a:ln w="0">
              <a:noFill/>
              <a:prstDash val="solid"/>
            </a:ln>
          </p:spPr>
        </p:sp>
        <p:sp>
          <p:nvSpPr>
            <p:cNvPr id="4290" name="dense-map-12-cell-118">
              <a:extLst>
                <a:ext uri="{FF2B5EF4-FFF2-40B4-BE49-F238E27FC236}">
                  <a16:creationId xmlns:a16="http://schemas.microsoft.com/office/drawing/2014/main" id="{C9D94DED-5D7C-4144-805D-B2466139B254}"/>
                </a:ext>
              </a:extLst>
            </p:cNvPr>
            <p:cNvSpPr>
              <a:spLocks noGrp="1"/>
            </p:cNvSpPr>
            <p:nvPr/>
          </p:nvSpPr>
          <p:spPr>
            <a:xfrm>
              <a:off x="23842663" y="6454378"/>
              <a:ext cx="236680" cy="6096"/>
            </a:xfrm>
            <a:prstGeom prst="rect">
              <a:avLst/>
            </a:prstGeom>
            <a:solidFill>
              <a:srgbClr val="0072B2"/>
            </a:solidFill>
            <a:ln w="0">
              <a:noFill/>
              <a:prstDash val="solid"/>
            </a:ln>
          </p:spPr>
        </p:sp>
        <p:sp>
          <p:nvSpPr>
            <p:cNvPr id="4291" name="dense-map-12-cell-117">
              <a:extLst>
                <a:ext uri="{FF2B5EF4-FFF2-40B4-BE49-F238E27FC236}">
                  <a16:creationId xmlns:a16="http://schemas.microsoft.com/office/drawing/2014/main" id="{EA3CCF67-DD4C-41A5-A3CA-32BB89A583E0}"/>
                </a:ext>
              </a:extLst>
            </p:cNvPr>
            <p:cNvSpPr>
              <a:spLocks noGrp="1"/>
            </p:cNvSpPr>
            <p:nvPr/>
          </p:nvSpPr>
          <p:spPr>
            <a:xfrm>
              <a:off x="23842663" y="6460331"/>
              <a:ext cx="236680" cy="6096"/>
            </a:xfrm>
            <a:prstGeom prst="rect">
              <a:avLst/>
            </a:prstGeom>
            <a:solidFill>
              <a:srgbClr val="0173B2"/>
            </a:solidFill>
            <a:ln w="0">
              <a:noFill/>
              <a:prstDash val="solid"/>
            </a:ln>
          </p:spPr>
        </p:sp>
        <p:sp>
          <p:nvSpPr>
            <p:cNvPr id="4292" name="dense-map-12-cell-116">
              <a:extLst>
                <a:ext uri="{FF2B5EF4-FFF2-40B4-BE49-F238E27FC236}">
                  <a16:creationId xmlns:a16="http://schemas.microsoft.com/office/drawing/2014/main" id="{25354BC6-074D-4A5B-86AE-C50050F58AAB}"/>
                </a:ext>
              </a:extLst>
            </p:cNvPr>
            <p:cNvSpPr>
              <a:spLocks noGrp="1"/>
            </p:cNvSpPr>
            <p:nvPr/>
          </p:nvSpPr>
          <p:spPr>
            <a:xfrm>
              <a:off x="23842663" y="6466284"/>
              <a:ext cx="236680" cy="6096"/>
            </a:xfrm>
            <a:prstGeom prst="rect">
              <a:avLst/>
            </a:prstGeom>
            <a:solidFill>
              <a:srgbClr val="127CB7"/>
            </a:solidFill>
            <a:ln w="0">
              <a:noFill/>
              <a:prstDash val="solid"/>
            </a:ln>
          </p:spPr>
        </p:sp>
        <p:sp>
          <p:nvSpPr>
            <p:cNvPr id="4293" name="dense-map-12-cell-115">
              <a:extLst>
                <a:ext uri="{FF2B5EF4-FFF2-40B4-BE49-F238E27FC236}">
                  <a16:creationId xmlns:a16="http://schemas.microsoft.com/office/drawing/2014/main" id="{6E3F2B1E-0692-4D01-A471-46903018E4B9}"/>
                </a:ext>
              </a:extLst>
            </p:cNvPr>
            <p:cNvSpPr>
              <a:spLocks noGrp="1"/>
            </p:cNvSpPr>
            <p:nvPr/>
          </p:nvSpPr>
          <p:spPr>
            <a:xfrm>
              <a:off x="23842663" y="6472238"/>
              <a:ext cx="236680" cy="6096"/>
            </a:xfrm>
            <a:prstGeom prst="rect">
              <a:avLst/>
            </a:prstGeom>
            <a:solidFill>
              <a:srgbClr val="318CBF"/>
            </a:solidFill>
            <a:ln w="0">
              <a:noFill/>
              <a:prstDash val="solid"/>
            </a:ln>
          </p:spPr>
        </p:sp>
        <p:sp>
          <p:nvSpPr>
            <p:cNvPr id="4294" name="dense-map-12-cell-114">
              <a:extLst>
                <a:ext uri="{FF2B5EF4-FFF2-40B4-BE49-F238E27FC236}">
                  <a16:creationId xmlns:a16="http://schemas.microsoft.com/office/drawing/2014/main" id="{62EAA305-D886-41CA-8151-5205F3A99425}"/>
                </a:ext>
              </a:extLst>
            </p:cNvPr>
            <p:cNvSpPr>
              <a:spLocks noGrp="1"/>
            </p:cNvSpPr>
            <p:nvPr/>
          </p:nvSpPr>
          <p:spPr>
            <a:xfrm>
              <a:off x="23842663" y="6478191"/>
              <a:ext cx="236680" cy="6096"/>
            </a:xfrm>
            <a:prstGeom prst="rect">
              <a:avLst/>
            </a:prstGeom>
            <a:solidFill>
              <a:srgbClr val="58A1CA"/>
            </a:solidFill>
            <a:ln w="0">
              <a:noFill/>
              <a:prstDash val="solid"/>
            </a:ln>
          </p:spPr>
        </p:sp>
        <p:sp>
          <p:nvSpPr>
            <p:cNvPr id="4295" name="dense-map-12-cell-113">
              <a:extLst>
                <a:ext uri="{FF2B5EF4-FFF2-40B4-BE49-F238E27FC236}">
                  <a16:creationId xmlns:a16="http://schemas.microsoft.com/office/drawing/2014/main" id="{2746F3DD-4B33-47C2-8771-5A71B76BED70}"/>
                </a:ext>
              </a:extLst>
            </p:cNvPr>
            <p:cNvSpPr>
              <a:spLocks noGrp="1"/>
            </p:cNvSpPr>
            <p:nvPr/>
          </p:nvSpPr>
          <p:spPr>
            <a:xfrm>
              <a:off x="23842663" y="6484144"/>
              <a:ext cx="236680" cy="6096"/>
            </a:xfrm>
            <a:prstGeom prst="rect">
              <a:avLst/>
            </a:prstGeom>
            <a:solidFill>
              <a:srgbClr val="84B9D5"/>
            </a:solidFill>
            <a:ln w="0">
              <a:noFill/>
              <a:prstDash val="solid"/>
            </a:ln>
          </p:spPr>
        </p:sp>
        <p:sp>
          <p:nvSpPr>
            <p:cNvPr id="4296" name="dense-map-12-cell-112">
              <a:extLst>
                <a:ext uri="{FF2B5EF4-FFF2-40B4-BE49-F238E27FC236}">
                  <a16:creationId xmlns:a16="http://schemas.microsoft.com/office/drawing/2014/main" id="{D198F70E-5797-471F-81D1-01FC62EFD15C}"/>
                </a:ext>
              </a:extLst>
            </p:cNvPr>
            <p:cNvSpPr>
              <a:spLocks noGrp="1"/>
            </p:cNvSpPr>
            <p:nvPr/>
          </p:nvSpPr>
          <p:spPr>
            <a:xfrm>
              <a:off x="23842663" y="6490097"/>
              <a:ext cx="236680" cy="6096"/>
            </a:xfrm>
            <a:prstGeom prst="rect">
              <a:avLst/>
            </a:prstGeom>
            <a:solidFill>
              <a:srgbClr val="ABCEE0"/>
            </a:solidFill>
            <a:ln w="0">
              <a:noFill/>
              <a:prstDash val="solid"/>
            </a:ln>
          </p:spPr>
        </p:sp>
        <p:sp>
          <p:nvSpPr>
            <p:cNvPr id="4297" name="dense-map-12-cell-111">
              <a:extLst>
                <a:ext uri="{FF2B5EF4-FFF2-40B4-BE49-F238E27FC236}">
                  <a16:creationId xmlns:a16="http://schemas.microsoft.com/office/drawing/2014/main" id="{EF7EBC8A-6FFA-449C-9E67-A0B7D204399F}"/>
                </a:ext>
              </a:extLst>
            </p:cNvPr>
            <p:cNvSpPr>
              <a:spLocks noGrp="1"/>
            </p:cNvSpPr>
            <p:nvPr/>
          </p:nvSpPr>
          <p:spPr>
            <a:xfrm>
              <a:off x="23842663" y="6496050"/>
              <a:ext cx="236680" cy="6096"/>
            </a:xfrm>
            <a:prstGeom prst="rect">
              <a:avLst/>
            </a:prstGeom>
            <a:solidFill>
              <a:srgbClr val="D0E0E7"/>
            </a:solidFill>
            <a:ln w="0">
              <a:noFill/>
              <a:prstDash val="solid"/>
            </a:ln>
          </p:spPr>
        </p:sp>
        <p:sp>
          <p:nvSpPr>
            <p:cNvPr id="4298" name="dense-map-12-cell-110">
              <a:extLst>
                <a:ext uri="{FF2B5EF4-FFF2-40B4-BE49-F238E27FC236}">
                  <a16:creationId xmlns:a16="http://schemas.microsoft.com/office/drawing/2014/main" id="{76B9D5E2-CB29-425F-B5AF-5F9F7DF31039}"/>
                </a:ext>
              </a:extLst>
            </p:cNvPr>
            <p:cNvSpPr>
              <a:spLocks noGrp="1"/>
            </p:cNvSpPr>
            <p:nvPr/>
          </p:nvSpPr>
          <p:spPr>
            <a:xfrm>
              <a:off x="23842663" y="6502003"/>
              <a:ext cx="236680" cy="6096"/>
            </a:xfrm>
            <a:prstGeom prst="rect">
              <a:avLst/>
            </a:prstGeom>
            <a:solidFill>
              <a:srgbClr val="DBE7ED"/>
            </a:solidFill>
            <a:ln w="0">
              <a:noFill/>
              <a:prstDash val="solid"/>
            </a:ln>
          </p:spPr>
        </p:sp>
        <p:sp>
          <p:nvSpPr>
            <p:cNvPr id="4299" name="dense-map-12-cell-109">
              <a:extLst>
                <a:ext uri="{FF2B5EF4-FFF2-40B4-BE49-F238E27FC236}">
                  <a16:creationId xmlns:a16="http://schemas.microsoft.com/office/drawing/2014/main" id="{6C420DBB-4E36-4157-B447-1F595C76871F}"/>
                </a:ext>
              </a:extLst>
            </p:cNvPr>
            <p:cNvSpPr>
              <a:spLocks noGrp="1"/>
            </p:cNvSpPr>
            <p:nvPr/>
          </p:nvSpPr>
          <p:spPr>
            <a:xfrm>
              <a:off x="23842663" y="6507956"/>
              <a:ext cx="236680" cy="6096"/>
            </a:xfrm>
            <a:prstGeom prst="rect">
              <a:avLst/>
            </a:prstGeom>
            <a:solidFill>
              <a:srgbClr val="DCE8ED"/>
            </a:solidFill>
            <a:ln w="0">
              <a:noFill/>
              <a:prstDash val="solid"/>
            </a:ln>
          </p:spPr>
        </p:sp>
        <p:sp>
          <p:nvSpPr>
            <p:cNvPr id="4300" name="dense-map-12-cell-108">
              <a:extLst>
                <a:ext uri="{FF2B5EF4-FFF2-40B4-BE49-F238E27FC236}">
                  <a16:creationId xmlns:a16="http://schemas.microsoft.com/office/drawing/2014/main" id="{F7ADA376-A743-4E52-AC48-BED7844D1DCB}"/>
                </a:ext>
              </a:extLst>
            </p:cNvPr>
            <p:cNvSpPr>
              <a:spLocks noGrp="1"/>
            </p:cNvSpPr>
            <p:nvPr/>
          </p:nvSpPr>
          <p:spPr>
            <a:xfrm>
              <a:off x="23842663" y="6513909"/>
              <a:ext cx="236680" cy="6096"/>
            </a:xfrm>
            <a:prstGeom prst="rect">
              <a:avLst/>
            </a:prstGeom>
            <a:solidFill>
              <a:srgbClr val="DCE8ED"/>
            </a:solidFill>
            <a:ln w="0">
              <a:noFill/>
              <a:prstDash val="solid"/>
            </a:ln>
          </p:spPr>
        </p:sp>
        <p:sp>
          <p:nvSpPr>
            <p:cNvPr id="4301" name="dense-map-12-cell-107">
              <a:extLst>
                <a:ext uri="{FF2B5EF4-FFF2-40B4-BE49-F238E27FC236}">
                  <a16:creationId xmlns:a16="http://schemas.microsoft.com/office/drawing/2014/main" id="{1B558EDB-D69A-4366-82D7-28857CD1C552}"/>
                </a:ext>
              </a:extLst>
            </p:cNvPr>
            <p:cNvSpPr>
              <a:spLocks noGrp="1"/>
            </p:cNvSpPr>
            <p:nvPr/>
          </p:nvSpPr>
          <p:spPr>
            <a:xfrm>
              <a:off x="23842663" y="6519863"/>
              <a:ext cx="236680" cy="6096"/>
            </a:xfrm>
            <a:prstGeom prst="rect">
              <a:avLst/>
            </a:prstGeom>
            <a:solidFill>
              <a:srgbClr val="DCE8ED"/>
            </a:solidFill>
            <a:ln w="0">
              <a:noFill/>
              <a:prstDash val="solid"/>
            </a:ln>
          </p:spPr>
        </p:sp>
        <p:sp>
          <p:nvSpPr>
            <p:cNvPr id="4302" name="dense-map-12-cell-106">
              <a:extLst>
                <a:ext uri="{FF2B5EF4-FFF2-40B4-BE49-F238E27FC236}">
                  <a16:creationId xmlns:a16="http://schemas.microsoft.com/office/drawing/2014/main" id="{C8C9A8A8-5331-45FA-8094-300504B2F06A}"/>
                </a:ext>
              </a:extLst>
            </p:cNvPr>
            <p:cNvSpPr>
              <a:spLocks noGrp="1"/>
            </p:cNvSpPr>
            <p:nvPr/>
          </p:nvSpPr>
          <p:spPr>
            <a:xfrm>
              <a:off x="23842663" y="6525816"/>
              <a:ext cx="236680" cy="6096"/>
            </a:xfrm>
            <a:prstGeom prst="rect">
              <a:avLst/>
            </a:prstGeom>
            <a:solidFill>
              <a:srgbClr val="DCE8ED"/>
            </a:solidFill>
            <a:ln w="0">
              <a:noFill/>
              <a:prstDash val="solid"/>
            </a:ln>
          </p:spPr>
        </p:sp>
        <p:sp>
          <p:nvSpPr>
            <p:cNvPr id="4303" name="dense-map-12-cell-105">
              <a:extLst>
                <a:ext uri="{FF2B5EF4-FFF2-40B4-BE49-F238E27FC236}">
                  <a16:creationId xmlns:a16="http://schemas.microsoft.com/office/drawing/2014/main" id="{E6FDBFD6-54E3-45F5-B86D-25E62F2C4799}"/>
                </a:ext>
              </a:extLst>
            </p:cNvPr>
            <p:cNvSpPr>
              <a:spLocks noGrp="1"/>
            </p:cNvSpPr>
            <p:nvPr/>
          </p:nvSpPr>
          <p:spPr>
            <a:xfrm>
              <a:off x="23842663" y="6531769"/>
              <a:ext cx="236680" cy="6096"/>
            </a:xfrm>
            <a:prstGeom prst="rect">
              <a:avLst/>
            </a:prstGeom>
            <a:solidFill>
              <a:srgbClr val="DCE8ED"/>
            </a:solidFill>
            <a:ln w="0">
              <a:noFill/>
              <a:prstDash val="solid"/>
            </a:ln>
          </p:spPr>
        </p:sp>
        <p:sp>
          <p:nvSpPr>
            <p:cNvPr id="4304" name="dense-map-12-cell-104">
              <a:extLst>
                <a:ext uri="{FF2B5EF4-FFF2-40B4-BE49-F238E27FC236}">
                  <a16:creationId xmlns:a16="http://schemas.microsoft.com/office/drawing/2014/main" id="{B9550F61-F4AD-456E-B059-A2CA88BC6884}"/>
                </a:ext>
              </a:extLst>
            </p:cNvPr>
            <p:cNvSpPr>
              <a:spLocks noGrp="1"/>
            </p:cNvSpPr>
            <p:nvPr/>
          </p:nvSpPr>
          <p:spPr>
            <a:xfrm>
              <a:off x="23842663" y="6537722"/>
              <a:ext cx="236680" cy="6096"/>
            </a:xfrm>
            <a:prstGeom prst="rect">
              <a:avLst/>
            </a:prstGeom>
            <a:solidFill>
              <a:srgbClr val="DCE8ED"/>
            </a:solidFill>
            <a:ln w="0">
              <a:noFill/>
              <a:prstDash val="solid"/>
            </a:ln>
          </p:spPr>
        </p:sp>
        <p:sp>
          <p:nvSpPr>
            <p:cNvPr id="4305" name="dense-map-12-cell-103">
              <a:extLst>
                <a:ext uri="{FF2B5EF4-FFF2-40B4-BE49-F238E27FC236}">
                  <a16:creationId xmlns:a16="http://schemas.microsoft.com/office/drawing/2014/main" id="{65F97CF5-E780-46DA-A97E-2937BAFCC2C9}"/>
                </a:ext>
              </a:extLst>
            </p:cNvPr>
            <p:cNvSpPr>
              <a:spLocks noGrp="1"/>
            </p:cNvSpPr>
            <p:nvPr/>
          </p:nvSpPr>
          <p:spPr>
            <a:xfrm>
              <a:off x="23842663" y="6543675"/>
              <a:ext cx="236680" cy="6096"/>
            </a:xfrm>
            <a:prstGeom prst="rect">
              <a:avLst/>
            </a:prstGeom>
            <a:solidFill>
              <a:srgbClr val="DCE8ED"/>
            </a:solidFill>
            <a:ln w="0">
              <a:noFill/>
              <a:prstDash val="solid"/>
            </a:ln>
          </p:spPr>
        </p:sp>
        <p:sp>
          <p:nvSpPr>
            <p:cNvPr id="4306" name="dense-map-12-cell-102">
              <a:extLst>
                <a:ext uri="{FF2B5EF4-FFF2-40B4-BE49-F238E27FC236}">
                  <a16:creationId xmlns:a16="http://schemas.microsoft.com/office/drawing/2014/main" id="{26F2446E-AC3C-4A1A-9AF9-5739F12FA438}"/>
                </a:ext>
              </a:extLst>
            </p:cNvPr>
            <p:cNvSpPr>
              <a:spLocks noGrp="1"/>
            </p:cNvSpPr>
            <p:nvPr/>
          </p:nvSpPr>
          <p:spPr>
            <a:xfrm>
              <a:off x="23842663" y="6549628"/>
              <a:ext cx="236680" cy="6096"/>
            </a:xfrm>
            <a:prstGeom prst="rect">
              <a:avLst/>
            </a:prstGeom>
            <a:solidFill>
              <a:srgbClr val="DCE8ED"/>
            </a:solidFill>
            <a:ln w="0">
              <a:noFill/>
              <a:prstDash val="solid"/>
            </a:ln>
          </p:spPr>
        </p:sp>
        <p:sp>
          <p:nvSpPr>
            <p:cNvPr id="4307" name="dense-map-12-cell-101">
              <a:extLst>
                <a:ext uri="{FF2B5EF4-FFF2-40B4-BE49-F238E27FC236}">
                  <a16:creationId xmlns:a16="http://schemas.microsoft.com/office/drawing/2014/main" id="{56CCB5CE-F8B4-40CB-B14F-1616A80461ED}"/>
                </a:ext>
              </a:extLst>
            </p:cNvPr>
            <p:cNvSpPr>
              <a:spLocks noGrp="1"/>
            </p:cNvSpPr>
            <p:nvPr/>
          </p:nvSpPr>
          <p:spPr>
            <a:xfrm>
              <a:off x="23842663" y="6555581"/>
              <a:ext cx="236680" cy="6096"/>
            </a:xfrm>
            <a:prstGeom prst="rect">
              <a:avLst/>
            </a:prstGeom>
            <a:solidFill>
              <a:srgbClr val="DCE8ED"/>
            </a:solidFill>
            <a:ln w="0">
              <a:noFill/>
              <a:prstDash val="solid"/>
            </a:ln>
          </p:spPr>
        </p:sp>
        <p:sp>
          <p:nvSpPr>
            <p:cNvPr id="4308" name="dense-map-12-cell-100">
              <a:extLst>
                <a:ext uri="{FF2B5EF4-FFF2-40B4-BE49-F238E27FC236}">
                  <a16:creationId xmlns:a16="http://schemas.microsoft.com/office/drawing/2014/main" id="{2FEA8B04-4416-4B3C-8221-62EEA67DB0F8}"/>
                </a:ext>
              </a:extLst>
            </p:cNvPr>
            <p:cNvSpPr>
              <a:spLocks noGrp="1"/>
            </p:cNvSpPr>
            <p:nvPr/>
          </p:nvSpPr>
          <p:spPr>
            <a:xfrm>
              <a:off x="23842663" y="6561534"/>
              <a:ext cx="236680" cy="6096"/>
            </a:xfrm>
            <a:prstGeom prst="rect">
              <a:avLst/>
            </a:prstGeom>
            <a:solidFill>
              <a:srgbClr val="DCE8ED"/>
            </a:solidFill>
            <a:ln w="0">
              <a:noFill/>
              <a:prstDash val="solid"/>
            </a:ln>
          </p:spPr>
        </p:sp>
        <p:sp>
          <p:nvSpPr>
            <p:cNvPr id="4309" name="dense-map-12-cell-99">
              <a:extLst>
                <a:ext uri="{FF2B5EF4-FFF2-40B4-BE49-F238E27FC236}">
                  <a16:creationId xmlns:a16="http://schemas.microsoft.com/office/drawing/2014/main" id="{296A59A8-9E42-4D6C-81E1-C7691BE0B36D}"/>
                </a:ext>
              </a:extLst>
            </p:cNvPr>
            <p:cNvSpPr>
              <a:spLocks noGrp="1"/>
            </p:cNvSpPr>
            <p:nvPr/>
          </p:nvSpPr>
          <p:spPr>
            <a:xfrm>
              <a:off x="23842663" y="6567488"/>
              <a:ext cx="236680" cy="6096"/>
            </a:xfrm>
            <a:prstGeom prst="rect">
              <a:avLst/>
            </a:prstGeom>
            <a:solidFill>
              <a:srgbClr val="DCE8ED"/>
            </a:solidFill>
            <a:ln w="0">
              <a:noFill/>
              <a:prstDash val="solid"/>
            </a:ln>
          </p:spPr>
        </p:sp>
        <p:sp>
          <p:nvSpPr>
            <p:cNvPr id="4310" name="dense-map-12-cell-98">
              <a:extLst>
                <a:ext uri="{FF2B5EF4-FFF2-40B4-BE49-F238E27FC236}">
                  <a16:creationId xmlns:a16="http://schemas.microsoft.com/office/drawing/2014/main" id="{4B658531-8D7A-478E-9822-B535BF25B50A}"/>
                </a:ext>
              </a:extLst>
            </p:cNvPr>
            <p:cNvSpPr>
              <a:spLocks noGrp="1"/>
            </p:cNvSpPr>
            <p:nvPr/>
          </p:nvSpPr>
          <p:spPr>
            <a:xfrm>
              <a:off x="23842663" y="6573441"/>
              <a:ext cx="236680" cy="6096"/>
            </a:xfrm>
            <a:prstGeom prst="rect">
              <a:avLst/>
            </a:prstGeom>
            <a:solidFill>
              <a:srgbClr val="DCE8ED"/>
            </a:solidFill>
            <a:ln w="0">
              <a:noFill/>
              <a:prstDash val="solid"/>
            </a:ln>
          </p:spPr>
        </p:sp>
        <p:sp>
          <p:nvSpPr>
            <p:cNvPr id="4311" name="dense-map-12-cell-97">
              <a:extLst>
                <a:ext uri="{FF2B5EF4-FFF2-40B4-BE49-F238E27FC236}">
                  <a16:creationId xmlns:a16="http://schemas.microsoft.com/office/drawing/2014/main" id="{E17C768B-4521-4247-9B96-28D4494574AA}"/>
                </a:ext>
              </a:extLst>
            </p:cNvPr>
            <p:cNvSpPr>
              <a:spLocks noGrp="1"/>
            </p:cNvSpPr>
            <p:nvPr/>
          </p:nvSpPr>
          <p:spPr>
            <a:xfrm>
              <a:off x="23842663" y="6579394"/>
              <a:ext cx="236680" cy="6096"/>
            </a:xfrm>
            <a:prstGeom prst="rect">
              <a:avLst/>
            </a:prstGeom>
            <a:solidFill>
              <a:srgbClr val="DCE8ED"/>
            </a:solidFill>
            <a:ln w="0">
              <a:noFill/>
              <a:prstDash val="solid"/>
            </a:ln>
          </p:spPr>
        </p:sp>
        <p:sp>
          <p:nvSpPr>
            <p:cNvPr id="4312" name="dense-map-12-cell-96">
              <a:extLst>
                <a:ext uri="{FF2B5EF4-FFF2-40B4-BE49-F238E27FC236}">
                  <a16:creationId xmlns:a16="http://schemas.microsoft.com/office/drawing/2014/main" id="{FAF26F1F-2D53-4560-8D8D-76F95CA2D076}"/>
                </a:ext>
              </a:extLst>
            </p:cNvPr>
            <p:cNvSpPr>
              <a:spLocks noGrp="1"/>
            </p:cNvSpPr>
            <p:nvPr/>
          </p:nvSpPr>
          <p:spPr>
            <a:xfrm>
              <a:off x="23842663" y="6585347"/>
              <a:ext cx="236680" cy="6096"/>
            </a:xfrm>
            <a:prstGeom prst="rect">
              <a:avLst/>
            </a:prstGeom>
            <a:solidFill>
              <a:srgbClr val="DCE8ED"/>
            </a:solidFill>
            <a:ln w="0">
              <a:noFill/>
              <a:prstDash val="solid"/>
            </a:ln>
          </p:spPr>
        </p:sp>
        <p:sp>
          <p:nvSpPr>
            <p:cNvPr id="4313" name="dense-map-12-cell-95">
              <a:extLst>
                <a:ext uri="{FF2B5EF4-FFF2-40B4-BE49-F238E27FC236}">
                  <a16:creationId xmlns:a16="http://schemas.microsoft.com/office/drawing/2014/main" id="{6EC150D8-D734-4B36-9A95-5752DAD020E6}"/>
                </a:ext>
              </a:extLst>
            </p:cNvPr>
            <p:cNvSpPr>
              <a:spLocks noGrp="1"/>
            </p:cNvSpPr>
            <p:nvPr/>
          </p:nvSpPr>
          <p:spPr>
            <a:xfrm>
              <a:off x="23842663" y="6591300"/>
              <a:ext cx="236680" cy="6096"/>
            </a:xfrm>
            <a:prstGeom prst="rect">
              <a:avLst/>
            </a:prstGeom>
            <a:solidFill>
              <a:srgbClr val="DCE8ED"/>
            </a:solidFill>
            <a:ln w="0">
              <a:noFill/>
              <a:prstDash val="solid"/>
            </a:ln>
          </p:spPr>
        </p:sp>
        <p:sp>
          <p:nvSpPr>
            <p:cNvPr id="4314" name="dense-map-12-cell-94">
              <a:extLst>
                <a:ext uri="{FF2B5EF4-FFF2-40B4-BE49-F238E27FC236}">
                  <a16:creationId xmlns:a16="http://schemas.microsoft.com/office/drawing/2014/main" id="{76985DE0-D03B-4DC7-BF3A-AA3015FA3162}"/>
                </a:ext>
              </a:extLst>
            </p:cNvPr>
            <p:cNvSpPr>
              <a:spLocks noGrp="1"/>
            </p:cNvSpPr>
            <p:nvPr/>
          </p:nvSpPr>
          <p:spPr>
            <a:xfrm>
              <a:off x="23842663" y="6597253"/>
              <a:ext cx="236680" cy="6096"/>
            </a:xfrm>
            <a:prstGeom prst="rect">
              <a:avLst/>
            </a:prstGeom>
            <a:solidFill>
              <a:srgbClr val="DCE8ED"/>
            </a:solidFill>
            <a:ln w="0">
              <a:noFill/>
              <a:prstDash val="solid"/>
            </a:ln>
          </p:spPr>
        </p:sp>
        <p:sp>
          <p:nvSpPr>
            <p:cNvPr id="4315" name="dense-map-12-cell-93">
              <a:extLst>
                <a:ext uri="{FF2B5EF4-FFF2-40B4-BE49-F238E27FC236}">
                  <a16:creationId xmlns:a16="http://schemas.microsoft.com/office/drawing/2014/main" id="{E5F55967-E0C3-4861-A596-E36964A7D44E}"/>
                </a:ext>
              </a:extLst>
            </p:cNvPr>
            <p:cNvSpPr>
              <a:spLocks noGrp="1"/>
            </p:cNvSpPr>
            <p:nvPr/>
          </p:nvSpPr>
          <p:spPr>
            <a:xfrm>
              <a:off x="23842663" y="6603206"/>
              <a:ext cx="236680" cy="6096"/>
            </a:xfrm>
            <a:prstGeom prst="rect">
              <a:avLst/>
            </a:prstGeom>
            <a:solidFill>
              <a:srgbClr val="DCE8ED"/>
            </a:solidFill>
            <a:ln w="0">
              <a:noFill/>
              <a:prstDash val="solid"/>
            </a:ln>
          </p:spPr>
        </p:sp>
        <p:sp>
          <p:nvSpPr>
            <p:cNvPr id="4316" name="dense-map-12-cell-92">
              <a:extLst>
                <a:ext uri="{FF2B5EF4-FFF2-40B4-BE49-F238E27FC236}">
                  <a16:creationId xmlns:a16="http://schemas.microsoft.com/office/drawing/2014/main" id="{5FEDB28B-F385-4DF6-94DD-3D26DD2305D9}"/>
                </a:ext>
              </a:extLst>
            </p:cNvPr>
            <p:cNvSpPr>
              <a:spLocks noGrp="1"/>
            </p:cNvSpPr>
            <p:nvPr/>
          </p:nvSpPr>
          <p:spPr>
            <a:xfrm>
              <a:off x="23842663" y="6609159"/>
              <a:ext cx="236680" cy="6096"/>
            </a:xfrm>
            <a:prstGeom prst="rect">
              <a:avLst/>
            </a:prstGeom>
            <a:solidFill>
              <a:srgbClr val="DCE8ED"/>
            </a:solidFill>
            <a:ln w="0">
              <a:noFill/>
              <a:prstDash val="solid"/>
            </a:ln>
          </p:spPr>
        </p:sp>
        <p:sp>
          <p:nvSpPr>
            <p:cNvPr id="4317" name="dense-map-12-cell-91">
              <a:extLst>
                <a:ext uri="{FF2B5EF4-FFF2-40B4-BE49-F238E27FC236}">
                  <a16:creationId xmlns:a16="http://schemas.microsoft.com/office/drawing/2014/main" id="{25EF273F-9429-4F14-86A3-5E72216A70FA}"/>
                </a:ext>
              </a:extLst>
            </p:cNvPr>
            <p:cNvSpPr>
              <a:spLocks noGrp="1"/>
            </p:cNvSpPr>
            <p:nvPr/>
          </p:nvSpPr>
          <p:spPr>
            <a:xfrm>
              <a:off x="23842663" y="6615113"/>
              <a:ext cx="236680" cy="6096"/>
            </a:xfrm>
            <a:prstGeom prst="rect">
              <a:avLst/>
            </a:prstGeom>
            <a:solidFill>
              <a:srgbClr val="DCE8ED"/>
            </a:solidFill>
            <a:ln w="0">
              <a:noFill/>
              <a:prstDash val="solid"/>
            </a:ln>
          </p:spPr>
        </p:sp>
        <p:sp>
          <p:nvSpPr>
            <p:cNvPr id="4318" name="dense-map-12-cell-90">
              <a:extLst>
                <a:ext uri="{FF2B5EF4-FFF2-40B4-BE49-F238E27FC236}">
                  <a16:creationId xmlns:a16="http://schemas.microsoft.com/office/drawing/2014/main" id="{2E0DC9BB-51A3-4669-BBB0-B818ED3B285C}"/>
                </a:ext>
              </a:extLst>
            </p:cNvPr>
            <p:cNvSpPr>
              <a:spLocks noGrp="1"/>
            </p:cNvSpPr>
            <p:nvPr/>
          </p:nvSpPr>
          <p:spPr>
            <a:xfrm>
              <a:off x="23842663" y="6621066"/>
              <a:ext cx="236680" cy="6096"/>
            </a:xfrm>
            <a:prstGeom prst="rect">
              <a:avLst/>
            </a:prstGeom>
            <a:solidFill>
              <a:srgbClr val="DCE8ED"/>
            </a:solidFill>
            <a:ln w="0">
              <a:noFill/>
              <a:prstDash val="solid"/>
            </a:ln>
          </p:spPr>
        </p:sp>
        <p:sp>
          <p:nvSpPr>
            <p:cNvPr id="4319" name="dense-map-12-cell-89">
              <a:extLst>
                <a:ext uri="{FF2B5EF4-FFF2-40B4-BE49-F238E27FC236}">
                  <a16:creationId xmlns:a16="http://schemas.microsoft.com/office/drawing/2014/main" id="{39D96215-07F0-4CFE-876D-BAD8F032F0DD}"/>
                </a:ext>
              </a:extLst>
            </p:cNvPr>
            <p:cNvSpPr>
              <a:spLocks noGrp="1"/>
            </p:cNvSpPr>
            <p:nvPr/>
          </p:nvSpPr>
          <p:spPr>
            <a:xfrm>
              <a:off x="23842663" y="6627019"/>
              <a:ext cx="236680" cy="6096"/>
            </a:xfrm>
            <a:prstGeom prst="rect">
              <a:avLst/>
            </a:prstGeom>
            <a:solidFill>
              <a:srgbClr val="DCE8ED"/>
            </a:solidFill>
            <a:ln w="0">
              <a:noFill/>
              <a:prstDash val="solid"/>
            </a:ln>
          </p:spPr>
        </p:sp>
        <p:sp>
          <p:nvSpPr>
            <p:cNvPr id="4320" name="dense-map-12-cell-88">
              <a:extLst>
                <a:ext uri="{FF2B5EF4-FFF2-40B4-BE49-F238E27FC236}">
                  <a16:creationId xmlns:a16="http://schemas.microsoft.com/office/drawing/2014/main" id="{D5173039-4C0C-4D87-BF03-4AE212F2148D}"/>
                </a:ext>
              </a:extLst>
            </p:cNvPr>
            <p:cNvSpPr>
              <a:spLocks noGrp="1"/>
            </p:cNvSpPr>
            <p:nvPr/>
          </p:nvSpPr>
          <p:spPr>
            <a:xfrm>
              <a:off x="23842663" y="6632972"/>
              <a:ext cx="236680" cy="6096"/>
            </a:xfrm>
            <a:prstGeom prst="rect">
              <a:avLst/>
            </a:prstGeom>
            <a:solidFill>
              <a:srgbClr val="DCE8ED"/>
            </a:solidFill>
            <a:ln w="0">
              <a:noFill/>
              <a:prstDash val="solid"/>
            </a:ln>
          </p:spPr>
        </p:sp>
        <p:sp>
          <p:nvSpPr>
            <p:cNvPr id="4321" name="dense-map-12-cell-87">
              <a:extLst>
                <a:ext uri="{FF2B5EF4-FFF2-40B4-BE49-F238E27FC236}">
                  <a16:creationId xmlns:a16="http://schemas.microsoft.com/office/drawing/2014/main" id="{DD910E87-9087-4E7F-A96E-00DFA8A5C96A}"/>
                </a:ext>
              </a:extLst>
            </p:cNvPr>
            <p:cNvSpPr>
              <a:spLocks noGrp="1"/>
            </p:cNvSpPr>
            <p:nvPr/>
          </p:nvSpPr>
          <p:spPr>
            <a:xfrm>
              <a:off x="23842663" y="6638925"/>
              <a:ext cx="236680" cy="6096"/>
            </a:xfrm>
            <a:prstGeom prst="rect">
              <a:avLst/>
            </a:prstGeom>
            <a:solidFill>
              <a:srgbClr val="DCE8ED"/>
            </a:solidFill>
            <a:ln w="0">
              <a:noFill/>
              <a:prstDash val="solid"/>
            </a:ln>
          </p:spPr>
        </p:sp>
        <p:sp>
          <p:nvSpPr>
            <p:cNvPr id="4322" name="dense-map-12-cell-86">
              <a:extLst>
                <a:ext uri="{FF2B5EF4-FFF2-40B4-BE49-F238E27FC236}">
                  <a16:creationId xmlns:a16="http://schemas.microsoft.com/office/drawing/2014/main" id="{16ADFEFC-683D-474E-AF77-C34E3C9FAD28}"/>
                </a:ext>
              </a:extLst>
            </p:cNvPr>
            <p:cNvSpPr>
              <a:spLocks noGrp="1"/>
            </p:cNvSpPr>
            <p:nvPr/>
          </p:nvSpPr>
          <p:spPr>
            <a:xfrm>
              <a:off x="23842663" y="6644878"/>
              <a:ext cx="236680" cy="6096"/>
            </a:xfrm>
            <a:prstGeom prst="rect">
              <a:avLst/>
            </a:prstGeom>
            <a:solidFill>
              <a:srgbClr val="DCE8ED"/>
            </a:solidFill>
            <a:ln w="0">
              <a:noFill/>
              <a:prstDash val="solid"/>
            </a:ln>
          </p:spPr>
        </p:sp>
        <p:sp>
          <p:nvSpPr>
            <p:cNvPr id="4323" name="dense-map-12-cell-85">
              <a:extLst>
                <a:ext uri="{FF2B5EF4-FFF2-40B4-BE49-F238E27FC236}">
                  <a16:creationId xmlns:a16="http://schemas.microsoft.com/office/drawing/2014/main" id="{D07AFFDC-CE52-4440-A2CF-8EBC0F098B89}"/>
                </a:ext>
              </a:extLst>
            </p:cNvPr>
            <p:cNvSpPr>
              <a:spLocks noGrp="1"/>
            </p:cNvSpPr>
            <p:nvPr/>
          </p:nvSpPr>
          <p:spPr>
            <a:xfrm>
              <a:off x="23842663" y="6650831"/>
              <a:ext cx="236680" cy="6096"/>
            </a:xfrm>
            <a:prstGeom prst="rect">
              <a:avLst/>
            </a:prstGeom>
            <a:solidFill>
              <a:srgbClr val="DCE8ED"/>
            </a:solidFill>
            <a:ln w="0">
              <a:noFill/>
              <a:prstDash val="solid"/>
            </a:ln>
          </p:spPr>
        </p:sp>
        <p:sp>
          <p:nvSpPr>
            <p:cNvPr id="4324" name="dense-map-12-cell-84">
              <a:extLst>
                <a:ext uri="{FF2B5EF4-FFF2-40B4-BE49-F238E27FC236}">
                  <a16:creationId xmlns:a16="http://schemas.microsoft.com/office/drawing/2014/main" id="{1535CD70-CF5C-4ED3-80D2-1F2768FA6F18}"/>
                </a:ext>
              </a:extLst>
            </p:cNvPr>
            <p:cNvSpPr>
              <a:spLocks noGrp="1"/>
            </p:cNvSpPr>
            <p:nvPr/>
          </p:nvSpPr>
          <p:spPr>
            <a:xfrm>
              <a:off x="23842663" y="6656784"/>
              <a:ext cx="236680" cy="6096"/>
            </a:xfrm>
            <a:prstGeom prst="rect">
              <a:avLst/>
            </a:prstGeom>
            <a:solidFill>
              <a:srgbClr val="DCE8ED"/>
            </a:solidFill>
            <a:ln w="0">
              <a:noFill/>
              <a:prstDash val="solid"/>
            </a:ln>
          </p:spPr>
        </p:sp>
        <p:sp>
          <p:nvSpPr>
            <p:cNvPr id="4325" name="dense-map-12-cell-83">
              <a:extLst>
                <a:ext uri="{FF2B5EF4-FFF2-40B4-BE49-F238E27FC236}">
                  <a16:creationId xmlns:a16="http://schemas.microsoft.com/office/drawing/2014/main" id="{0EB5C4E0-74AB-4DC4-81E0-C7E6203BE3C4}"/>
                </a:ext>
              </a:extLst>
            </p:cNvPr>
            <p:cNvSpPr>
              <a:spLocks noGrp="1"/>
            </p:cNvSpPr>
            <p:nvPr/>
          </p:nvSpPr>
          <p:spPr>
            <a:xfrm>
              <a:off x="23842663" y="6662738"/>
              <a:ext cx="236680" cy="6096"/>
            </a:xfrm>
            <a:prstGeom prst="rect">
              <a:avLst/>
            </a:prstGeom>
            <a:solidFill>
              <a:srgbClr val="DAE5EC"/>
            </a:solidFill>
            <a:ln w="0">
              <a:noFill/>
              <a:prstDash val="solid"/>
            </a:ln>
          </p:spPr>
        </p:sp>
        <p:sp>
          <p:nvSpPr>
            <p:cNvPr id="4326" name="dense-map-12-cell-82">
              <a:extLst>
                <a:ext uri="{FF2B5EF4-FFF2-40B4-BE49-F238E27FC236}">
                  <a16:creationId xmlns:a16="http://schemas.microsoft.com/office/drawing/2014/main" id="{974E723C-6BC6-4330-8E5C-C2DE58567E9A}"/>
                </a:ext>
              </a:extLst>
            </p:cNvPr>
            <p:cNvSpPr>
              <a:spLocks noGrp="1"/>
            </p:cNvSpPr>
            <p:nvPr/>
          </p:nvSpPr>
          <p:spPr>
            <a:xfrm>
              <a:off x="23842663" y="6668691"/>
              <a:ext cx="236680" cy="6096"/>
            </a:xfrm>
            <a:prstGeom prst="rect">
              <a:avLst/>
            </a:prstGeom>
            <a:solidFill>
              <a:srgbClr val="D3DAE6"/>
            </a:solidFill>
            <a:ln w="0">
              <a:noFill/>
              <a:prstDash val="solid"/>
            </a:ln>
          </p:spPr>
        </p:sp>
        <p:sp>
          <p:nvSpPr>
            <p:cNvPr id="4327" name="dense-map-12-cell-81">
              <a:extLst>
                <a:ext uri="{FF2B5EF4-FFF2-40B4-BE49-F238E27FC236}">
                  <a16:creationId xmlns:a16="http://schemas.microsoft.com/office/drawing/2014/main" id="{0ADAF89C-FA01-498C-902F-8D51BC088EAA}"/>
                </a:ext>
              </a:extLst>
            </p:cNvPr>
            <p:cNvSpPr>
              <a:spLocks noGrp="1"/>
            </p:cNvSpPr>
            <p:nvPr/>
          </p:nvSpPr>
          <p:spPr>
            <a:xfrm>
              <a:off x="23842663" y="6674644"/>
              <a:ext cx="236680" cy="6096"/>
            </a:xfrm>
            <a:prstGeom prst="rect">
              <a:avLst/>
            </a:prstGeom>
            <a:solidFill>
              <a:srgbClr val="9CD3CA"/>
            </a:solidFill>
            <a:ln w="0">
              <a:noFill/>
              <a:prstDash val="solid"/>
            </a:ln>
          </p:spPr>
        </p:sp>
        <p:sp>
          <p:nvSpPr>
            <p:cNvPr id="4328" name="dense-map-12-cell-80">
              <a:extLst>
                <a:ext uri="{FF2B5EF4-FFF2-40B4-BE49-F238E27FC236}">
                  <a16:creationId xmlns:a16="http://schemas.microsoft.com/office/drawing/2014/main" id="{C04A000F-5567-480C-85C3-78E01745FA1C}"/>
                </a:ext>
              </a:extLst>
            </p:cNvPr>
            <p:cNvSpPr>
              <a:spLocks noGrp="1"/>
            </p:cNvSpPr>
            <p:nvPr/>
          </p:nvSpPr>
          <p:spPr>
            <a:xfrm>
              <a:off x="23842663" y="6680597"/>
              <a:ext cx="236680" cy="6096"/>
            </a:xfrm>
            <a:prstGeom prst="rect">
              <a:avLst/>
            </a:prstGeom>
            <a:solidFill>
              <a:srgbClr val="72C4B2"/>
            </a:solidFill>
            <a:ln w="0">
              <a:noFill/>
              <a:prstDash val="solid"/>
            </a:ln>
          </p:spPr>
        </p:sp>
        <p:sp>
          <p:nvSpPr>
            <p:cNvPr id="4329" name="dense-map-12-cell-79">
              <a:extLst>
                <a:ext uri="{FF2B5EF4-FFF2-40B4-BE49-F238E27FC236}">
                  <a16:creationId xmlns:a16="http://schemas.microsoft.com/office/drawing/2014/main" id="{DE73C9CA-0E82-44AA-B86F-892092E61406}"/>
                </a:ext>
              </a:extLst>
            </p:cNvPr>
            <p:cNvSpPr>
              <a:spLocks noGrp="1"/>
            </p:cNvSpPr>
            <p:nvPr/>
          </p:nvSpPr>
          <p:spPr>
            <a:xfrm>
              <a:off x="23842663" y="6686550"/>
              <a:ext cx="236680" cy="6096"/>
            </a:xfrm>
            <a:prstGeom prst="rect">
              <a:avLst/>
            </a:prstGeom>
            <a:solidFill>
              <a:srgbClr val="49B69B"/>
            </a:solidFill>
            <a:ln w="0">
              <a:noFill/>
              <a:prstDash val="solid"/>
            </a:ln>
          </p:spPr>
        </p:sp>
        <p:sp>
          <p:nvSpPr>
            <p:cNvPr id="4330" name="dense-map-12-cell-78">
              <a:extLst>
                <a:ext uri="{FF2B5EF4-FFF2-40B4-BE49-F238E27FC236}">
                  <a16:creationId xmlns:a16="http://schemas.microsoft.com/office/drawing/2014/main" id="{E5231478-0114-4809-925C-8D2FFE079D4E}"/>
                </a:ext>
              </a:extLst>
            </p:cNvPr>
            <p:cNvSpPr>
              <a:spLocks noGrp="1"/>
            </p:cNvSpPr>
            <p:nvPr/>
          </p:nvSpPr>
          <p:spPr>
            <a:xfrm>
              <a:off x="23842663" y="6692503"/>
              <a:ext cx="236680" cy="6096"/>
            </a:xfrm>
            <a:prstGeom prst="rect">
              <a:avLst/>
            </a:prstGeom>
            <a:solidFill>
              <a:srgbClr val="24AA87"/>
            </a:solidFill>
            <a:ln w="0">
              <a:noFill/>
              <a:prstDash val="solid"/>
            </a:ln>
          </p:spPr>
        </p:sp>
        <p:sp>
          <p:nvSpPr>
            <p:cNvPr id="4331" name="dense-map-12-cell-77">
              <a:extLst>
                <a:ext uri="{FF2B5EF4-FFF2-40B4-BE49-F238E27FC236}">
                  <a16:creationId xmlns:a16="http://schemas.microsoft.com/office/drawing/2014/main" id="{F3772B52-1C56-4C0A-ABF0-8CFCD27BBE0A}"/>
                </a:ext>
              </a:extLst>
            </p:cNvPr>
            <p:cNvSpPr>
              <a:spLocks noGrp="1"/>
            </p:cNvSpPr>
            <p:nvPr/>
          </p:nvSpPr>
          <p:spPr>
            <a:xfrm>
              <a:off x="23842663" y="6698456"/>
              <a:ext cx="236680" cy="6096"/>
            </a:xfrm>
            <a:prstGeom prst="rect">
              <a:avLst/>
            </a:prstGeom>
            <a:solidFill>
              <a:srgbClr val="09A178"/>
            </a:solidFill>
            <a:ln w="0">
              <a:noFill/>
              <a:prstDash val="solid"/>
            </a:ln>
          </p:spPr>
        </p:sp>
        <p:sp>
          <p:nvSpPr>
            <p:cNvPr id="4332" name="dense-map-12-cell-76">
              <a:extLst>
                <a:ext uri="{FF2B5EF4-FFF2-40B4-BE49-F238E27FC236}">
                  <a16:creationId xmlns:a16="http://schemas.microsoft.com/office/drawing/2014/main" id="{F73ACADF-3B5F-4F38-BAC5-0578840F11DD}"/>
                </a:ext>
              </a:extLst>
            </p:cNvPr>
            <p:cNvSpPr>
              <a:spLocks noGrp="1"/>
            </p:cNvSpPr>
            <p:nvPr/>
          </p:nvSpPr>
          <p:spPr>
            <a:xfrm>
              <a:off x="23842663" y="6704409"/>
              <a:ext cx="236680" cy="6096"/>
            </a:xfrm>
            <a:prstGeom prst="rect">
              <a:avLst/>
            </a:prstGeom>
            <a:solidFill>
              <a:srgbClr val="009E73"/>
            </a:solidFill>
            <a:ln w="0">
              <a:noFill/>
              <a:prstDash val="solid"/>
            </a:ln>
          </p:spPr>
        </p:sp>
        <p:sp>
          <p:nvSpPr>
            <p:cNvPr id="4333" name="dense-map-12-cell-75">
              <a:extLst>
                <a:ext uri="{FF2B5EF4-FFF2-40B4-BE49-F238E27FC236}">
                  <a16:creationId xmlns:a16="http://schemas.microsoft.com/office/drawing/2014/main" id="{7EE0AF8E-3210-49FC-83D3-7B65FE1636E3}"/>
                </a:ext>
              </a:extLst>
            </p:cNvPr>
            <p:cNvSpPr>
              <a:spLocks noGrp="1"/>
            </p:cNvSpPr>
            <p:nvPr/>
          </p:nvSpPr>
          <p:spPr>
            <a:xfrm>
              <a:off x="23842663" y="6710363"/>
              <a:ext cx="236680" cy="6096"/>
            </a:xfrm>
            <a:prstGeom prst="rect">
              <a:avLst/>
            </a:prstGeom>
            <a:solidFill>
              <a:srgbClr val="009E73"/>
            </a:solidFill>
            <a:ln w="0">
              <a:noFill/>
              <a:prstDash val="solid"/>
            </a:ln>
          </p:spPr>
        </p:sp>
        <p:sp>
          <p:nvSpPr>
            <p:cNvPr id="4334" name="dense-map-12-cell-74">
              <a:extLst>
                <a:ext uri="{FF2B5EF4-FFF2-40B4-BE49-F238E27FC236}">
                  <a16:creationId xmlns:a16="http://schemas.microsoft.com/office/drawing/2014/main" id="{E336FED8-25FE-4AFE-B12D-0F59E2570041}"/>
                </a:ext>
              </a:extLst>
            </p:cNvPr>
            <p:cNvSpPr>
              <a:spLocks noGrp="1"/>
            </p:cNvSpPr>
            <p:nvPr/>
          </p:nvSpPr>
          <p:spPr>
            <a:xfrm>
              <a:off x="23842663" y="6716316"/>
              <a:ext cx="236680" cy="6096"/>
            </a:xfrm>
            <a:prstGeom prst="rect">
              <a:avLst/>
            </a:prstGeom>
            <a:solidFill>
              <a:srgbClr val="009E73"/>
            </a:solidFill>
            <a:ln w="0">
              <a:noFill/>
              <a:prstDash val="solid"/>
            </a:ln>
          </p:spPr>
        </p:sp>
        <p:sp>
          <p:nvSpPr>
            <p:cNvPr id="4335" name="dense-map-12-cell-73">
              <a:extLst>
                <a:ext uri="{FF2B5EF4-FFF2-40B4-BE49-F238E27FC236}">
                  <a16:creationId xmlns:a16="http://schemas.microsoft.com/office/drawing/2014/main" id="{829CA9E0-DC33-4573-8355-C3E072E7FDC0}"/>
                </a:ext>
              </a:extLst>
            </p:cNvPr>
            <p:cNvSpPr>
              <a:spLocks noGrp="1"/>
            </p:cNvSpPr>
            <p:nvPr/>
          </p:nvSpPr>
          <p:spPr>
            <a:xfrm>
              <a:off x="23842663" y="6722269"/>
              <a:ext cx="236680" cy="6096"/>
            </a:xfrm>
            <a:prstGeom prst="rect">
              <a:avLst/>
            </a:prstGeom>
            <a:solidFill>
              <a:srgbClr val="009E73"/>
            </a:solidFill>
            <a:ln w="0">
              <a:noFill/>
              <a:prstDash val="solid"/>
            </a:ln>
          </p:spPr>
        </p:sp>
        <p:sp>
          <p:nvSpPr>
            <p:cNvPr id="4336" name="dense-map-12-cell-72">
              <a:extLst>
                <a:ext uri="{FF2B5EF4-FFF2-40B4-BE49-F238E27FC236}">
                  <a16:creationId xmlns:a16="http://schemas.microsoft.com/office/drawing/2014/main" id="{A434F98C-9174-42AF-8B35-51F592D3A39D}"/>
                </a:ext>
              </a:extLst>
            </p:cNvPr>
            <p:cNvSpPr>
              <a:spLocks noGrp="1"/>
            </p:cNvSpPr>
            <p:nvPr/>
          </p:nvSpPr>
          <p:spPr>
            <a:xfrm>
              <a:off x="23842663" y="6728222"/>
              <a:ext cx="236680" cy="6096"/>
            </a:xfrm>
            <a:prstGeom prst="rect">
              <a:avLst/>
            </a:prstGeom>
            <a:solidFill>
              <a:srgbClr val="009E73"/>
            </a:solidFill>
            <a:ln w="0">
              <a:noFill/>
              <a:prstDash val="solid"/>
            </a:ln>
          </p:spPr>
        </p:sp>
        <p:sp>
          <p:nvSpPr>
            <p:cNvPr id="4337" name="dense-map-12-cell-71">
              <a:extLst>
                <a:ext uri="{FF2B5EF4-FFF2-40B4-BE49-F238E27FC236}">
                  <a16:creationId xmlns:a16="http://schemas.microsoft.com/office/drawing/2014/main" id="{A2071A23-0C75-4DC6-8493-C8FE19F7E57D}"/>
                </a:ext>
              </a:extLst>
            </p:cNvPr>
            <p:cNvSpPr>
              <a:spLocks noGrp="1"/>
            </p:cNvSpPr>
            <p:nvPr/>
          </p:nvSpPr>
          <p:spPr>
            <a:xfrm>
              <a:off x="23842663" y="6734175"/>
              <a:ext cx="236680" cy="6096"/>
            </a:xfrm>
            <a:prstGeom prst="rect">
              <a:avLst/>
            </a:prstGeom>
            <a:solidFill>
              <a:srgbClr val="009E73"/>
            </a:solidFill>
            <a:ln w="0">
              <a:noFill/>
              <a:prstDash val="solid"/>
            </a:ln>
          </p:spPr>
        </p:sp>
        <p:sp>
          <p:nvSpPr>
            <p:cNvPr id="4338" name="dense-map-12-cell-70">
              <a:extLst>
                <a:ext uri="{FF2B5EF4-FFF2-40B4-BE49-F238E27FC236}">
                  <a16:creationId xmlns:a16="http://schemas.microsoft.com/office/drawing/2014/main" id="{2E0BCF50-D7BD-4CFF-9E83-33DF80E1828E}"/>
                </a:ext>
              </a:extLst>
            </p:cNvPr>
            <p:cNvSpPr>
              <a:spLocks noGrp="1"/>
            </p:cNvSpPr>
            <p:nvPr/>
          </p:nvSpPr>
          <p:spPr>
            <a:xfrm>
              <a:off x="23842663" y="6740128"/>
              <a:ext cx="236680" cy="6096"/>
            </a:xfrm>
            <a:prstGeom prst="rect">
              <a:avLst/>
            </a:prstGeom>
            <a:solidFill>
              <a:srgbClr val="009E73"/>
            </a:solidFill>
            <a:ln w="0">
              <a:noFill/>
              <a:prstDash val="solid"/>
            </a:ln>
          </p:spPr>
        </p:sp>
        <p:sp>
          <p:nvSpPr>
            <p:cNvPr id="4339" name="dense-map-12-cell-69">
              <a:extLst>
                <a:ext uri="{FF2B5EF4-FFF2-40B4-BE49-F238E27FC236}">
                  <a16:creationId xmlns:a16="http://schemas.microsoft.com/office/drawing/2014/main" id="{4D682558-10AB-46AD-A36E-9FB57D24C74A}"/>
                </a:ext>
              </a:extLst>
            </p:cNvPr>
            <p:cNvSpPr>
              <a:spLocks noGrp="1"/>
            </p:cNvSpPr>
            <p:nvPr/>
          </p:nvSpPr>
          <p:spPr>
            <a:xfrm>
              <a:off x="23842663" y="6746081"/>
              <a:ext cx="236680" cy="6096"/>
            </a:xfrm>
            <a:prstGeom prst="rect">
              <a:avLst/>
            </a:prstGeom>
            <a:solidFill>
              <a:srgbClr val="009E73"/>
            </a:solidFill>
            <a:ln w="0">
              <a:noFill/>
              <a:prstDash val="solid"/>
            </a:ln>
          </p:spPr>
        </p:sp>
        <p:sp>
          <p:nvSpPr>
            <p:cNvPr id="4340" name="dense-map-12-cell-68">
              <a:extLst>
                <a:ext uri="{FF2B5EF4-FFF2-40B4-BE49-F238E27FC236}">
                  <a16:creationId xmlns:a16="http://schemas.microsoft.com/office/drawing/2014/main" id="{70E0165C-C740-4D3E-B24F-975F24B6B47D}"/>
                </a:ext>
              </a:extLst>
            </p:cNvPr>
            <p:cNvSpPr>
              <a:spLocks noGrp="1"/>
            </p:cNvSpPr>
            <p:nvPr/>
          </p:nvSpPr>
          <p:spPr>
            <a:xfrm>
              <a:off x="23842663" y="6752034"/>
              <a:ext cx="236680" cy="6096"/>
            </a:xfrm>
            <a:prstGeom prst="rect">
              <a:avLst/>
            </a:prstGeom>
            <a:solidFill>
              <a:srgbClr val="009E73"/>
            </a:solidFill>
            <a:ln w="0">
              <a:noFill/>
              <a:prstDash val="solid"/>
            </a:ln>
          </p:spPr>
        </p:sp>
        <p:sp>
          <p:nvSpPr>
            <p:cNvPr id="4341" name="dense-map-12-cell-67">
              <a:extLst>
                <a:ext uri="{FF2B5EF4-FFF2-40B4-BE49-F238E27FC236}">
                  <a16:creationId xmlns:a16="http://schemas.microsoft.com/office/drawing/2014/main" id="{FCEFF968-0652-4F23-9378-2D8C646849C3}"/>
                </a:ext>
              </a:extLst>
            </p:cNvPr>
            <p:cNvSpPr>
              <a:spLocks noGrp="1"/>
            </p:cNvSpPr>
            <p:nvPr/>
          </p:nvSpPr>
          <p:spPr>
            <a:xfrm>
              <a:off x="23842663" y="6757988"/>
              <a:ext cx="236680" cy="6096"/>
            </a:xfrm>
            <a:prstGeom prst="rect">
              <a:avLst/>
            </a:prstGeom>
            <a:solidFill>
              <a:srgbClr val="009E73"/>
            </a:solidFill>
            <a:ln w="0">
              <a:noFill/>
              <a:prstDash val="solid"/>
            </a:ln>
          </p:spPr>
        </p:sp>
        <p:sp>
          <p:nvSpPr>
            <p:cNvPr id="4342" name="dense-map-12-cell-66">
              <a:extLst>
                <a:ext uri="{FF2B5EF4-FFF2-40B4-BE49-F238E27FC236}">
                  <a16:creationId xmlns:a16="http://schemas.microsoft.com/office/drawing/2014/main" id="{7CE099C8-4BDB-402A-B2EB-58DDDB1369A1}"/>
                </a:ext>
              </a:extLst>
            </p:cNvPr>
            <p:cNvSpPr>
              <a:spLocks noGrp="1"/>
            </p:cNvSpPr>
            <p:nvPr/>
          </p:nvSpPr>
          <p:spPr>
            <a:xfrm>
              <a:off x="23842663" y="6763941"/>
              <a:ext cx="236680" cy="6096"/>
            </a:xfrm>
            <a:prstGeom prst="rect">
              <a:avLst/>
            </a:prstGeom>
            <a:solidFill>
              <a:srgbClr val="05A076"/>
            </a:solidFill>
            <a:ln w="0">
              <a:noFill/>
              <a:prstDash val="solid"/>
            </a:ln>
          </p:spPr>
        </p:sp>
        <p:sp>
          <p:nvSpPr>
            <p:cNvPr id="4343" name="dense-map-12-cell-65">
              <a:extLst>
                <a:ext uri="{FF2B5EF4-FFF2-40B4-BE49-F238E27FC236}">
                  <a16:creationId xmlns:a16="http://schemas.microsoft.com/office/drawing/2014/main" id="{B5B834E9-6417-4D23-8996-351EC93FB55D}"/>
                </a:ext>
              </a:extLst>
            </p:cNvPr>
            <p:cNvSpPr>
              <a:spLocks noGrp="1"/>
            </p:cNvSpPr>
            <p:nvPr/>
          </p:nvSpPr>
          <p:spPr>
            <a:xfrm>
              <a:off x="23842663" y="6769894"/>
              <a:ext cx="236680" cy="6096"/>
            </a:xfrm>
            <a:prstGeom prst="rect">
              <a:avLst/>
            </a:prstGeom>
            <a:solidFill>
              <a:srgbClr val="15A57F"/>
            </a:solidFill>
            <a:ln w="0">
              <a:noFill/>
              <a:prstDash val="solid"/>
            </a:ln>
          </p:spPr>
        </p:sp>
        <p:sp>
          <p:nvSpPr>
            <p:cNvPr id="4344" name="dense-map-12-cell-64">
              <a:extLst>
                <a:ext uri="{FF2B5EF4-FFF2-40B4-BE49-F238E27FC236}">
                  <a16:creationId xmlns:a16="http://schemas.microsoft.com/office/drawing/2014/main" id="{FE1A1DDD-621F-4359-AC83-42833A0E2381}"/>
                </a:ext>
              </a:extLst>
            </p:cNvPr>
            <p:cNvSpPr>
              <a:spLocks noGrp="1"/>
            </p:cNvSpPr>
            <p:nvPr/>
          </p:nvSpPr>
          <p:spPr>
            <a:xfrm>
              <a:off x="23842663" y="6775847"/>
              <a:ext cx="236680" cy="6096"/>
            </a:xfrm>
            <a:prstGeom prst="rect">
              <a:avLst/>
            </a:prstGeom>
            <a:solidFill>
              <a:srgbClr val="2AAC8A"/>
            </a:solidFill>
            <a:ln w="0">
              <a:noFill/>
              <a:prstDash val="solid"/>
            </a:ln>
          </p:spPr>
        </p:sp>
        <p:sp>
          <p:nvSpPr>
            <p:cNvPr id="4345" name="dense-map-12-cell-63">
              <a:extLst>
                <a:ext uri="{FF2B5EF4-FFF2-40B4-BE49-F238E27FC236}">
                  <a16:creationId xmlns:a16="http://schemas.microsoft.com/office/drawing/2014/main" id="{79AE8422-1253-4E70-93C8-F191C8F77914}"/>
                </a:ext>
              </a:extLst>
            </p:cNvPr>
            <p:cNvSpPr>
              <a:spLocks noGrp="1"/>
            </p:cNvSpPr>
            <p:nvPr/>
          </p:nvSpPr>
          <p:spPr>
            <a:xfrm>
              <a:off x="23842663" y="6781800"/>
              <a:ext cx="236680" cy="6096"/>
            </a:xfrm>
            <a:prstGeom prst="rect">
              <a:avLst/>
            </a:prstGeom>
            <a:solidFill>
              <a:srgbClr val="42B498"/>
            </a:solidFill>
            <a:ln w="0">
              <a:noFill/>
              <a:prstDash val="solid"/>
            </a:ln>
          </p:spPr>
        </p:sp>
        <p:sp>
          <p:nvSpPr>
            <p:cNvPr id="4346" name="dense-map-12-cell-62">
              <a:extLst>
                <a:ext uri="{FF2B5EF4-FFF2-40B4-BE49-F238E27FC236}">
                  <a16:creationId xmlns:a16="http://schemas.microsoft.com/office/drawing/2014/main" id="{C6BD282B-B2E3-4745-A0B2-B48469E865C4}"/>
                </a:ext>
              </a:extLst>
            </p:cNvPr>
            <p:cNvSpPr>
              <a:spLocks noGrp="1"/>
            </p:cNvSpPr>
            <p:nvPr/>
          </p:nvSpPr>
          <p:spPr>
            <a:xfrm>
              <a:off x="23842663" y="6787753"/>
              <a:ext cx="236680" cy="6096"/>
            </a:xfrm>
            <a:prstGeom prst="rect">
              <a:avLst/>
            </a:prstGeom>
            <a:solidFill>
              <a:srgbClr val="5CBDA6"/>
            </a:solidFill>
            <a:ln w="0">
              <a:noFill/>
              <a:prstDash val="solid"/>
            </a:ln>
          </p:spPr>
        </p:sp>
        <p:sp>
          <p:nvSpPr>
            <p:cNvPr id="4347" name="dense-map-12-cell-61">
              <a:extLst>
                <a:ext uri="{FF2B5EF4-FFF2-40B4-BE49-F238E27FC236}">
                  <a16:creationId xmlns:a16="http://schemas.microsoft.com/office/drawing/2014/main" id="{A3999DA3-A1F2-40B3-BF0E-65ED799FE80B}"/>
                </a:ext>
              </a:extLst>
            </p:cNvPr>
            <p:cNvSpPr>
              <a:spLocks noGrp="1"/>
            </p:cNvSpPr>
            <p:nvPr/>
          </p:nvSpPr>
          <p:spPr>
            <a:xfrm>
              <a:off x="23842663" y="6793706"/>
              <a:ext cx="236680" cy="6096"/>
            </a:xfrm>
            <a:prstGeom prst="rect">
              <a:avLst/>
            </a:prstGeom>
            <a:solidFill>
              <a:srgbClr val="70C4B1"/>
            </a:solidFill>
            <a:ln w="0">
              <a:noFill/>
              <a:prstDash val="solid"/>
            </a:ln>
          </p:spPr>
        </p:sp>
        <p:sp>
          <p:nvSpPr>
            <p:cNvPr id="4348" name="dense-map-12-cell-60">
              <a:extLst>
                <a:ext uri="{FF2B5EF4-FFF2-40B4-BE49-F238E27FC236}">
                  <a16:creationId xmlns:a16="http://schemas.microsoft.com/office/drawing/2014/main" id="{8364BC59-7E9C-40D7-A0A9-391C56384E2D}"/>
                </a:ext>
              </a:extLst>
            </p:cNvPr>
            <p:cNvSpPr>
              <a:spLocks noGrp="1"/>
            </p:cNvSpPr>
            <p:nvPr/>
          </p:nvSpPr>
          <p:spPr>
            <a:xfrm>
              <a:off x="23842663" y="6799659"/>
              <a:ext cx="236680" cy="6096"/>
            </a:xfrm>
            <a:prstGeom prst="rect">
              <a:avLst/>
            </a:prstGeom>
            <a:solidFill>
              <a:srgbClr val="7EC8B9"/>
            </a:solidFill>
            <a:ln w="0">
              <a:noFill/>
              <a:prstDash val="solid"/>
            </a:ln>
          </p:spPr>
        </p:sp>
        <p:sp>
          <p:nvSpPr>
            <p:cNvPr id="4349" name="dense-map-12-cell-59">
              <a:extLst>
                <a:ext uri="{FF2B5EF4-FFF2-40B4-BE49-F238E27FC236}">
                  <a16:creationId xmlns:a16="http://schemas.microsoft.com/office/drawing/2014/main" id="{278B7A2A-5176-4187-92AE-097BF9EB8C98}"/>
                </a:ext>
              </a:extLst>
            </p:cNvPr>
            <p:cNvSpPr>
              <a:spLocks noGrp="1"/>
            </p:cNvSpPr>
            <p:nvPr/>
          </p:nvSpPr>
          <p:spPr>
            <a:xfrm>
              <a:off x="23842663" y="6805613"/>
              <a:ext cx="236680" cy="6096"/>
            </a:xfrm>
            <a:prstGeom prst="rect">
              <a:avLst/>
            </a:prstGeom>
            <a:solidFill>
              <a:srgbClr val="81C9BA"/>
            </a:solidFill>
            <a:ln w="0">
              <a:noFill/>
              <a:prstDash val="solid"/>
            </a:ln>
          </p:spPr>
        </p:sp>
        <p:sp>
          <p:nvSpPr>
            <p:cNvPr id="4350" name="dense-map-12-cell-58">
              <a:extLst>
                <a:ext uri="{FF2B5EF4-FFF2-40B4-BE49-F238E27FC236}">
                  <a16:creationId xmlns:a16="http://schemas.microsoft.com/office/drawing/2014/main" id="{77E7DA17-D0E3-4941-BB70-F2D6B713DE8B}"/>
                </a:ext>
              </a:extLst>
            </p:cNvPr>
            <p:cNvSpPr>
              <a:spLocks noGrp="1"/>
            </p:cNvSpPr>
            <p:nvPr/>
          </p:nvSpPr>
          <p:spPr>
            <a:xfrm>
              <a:off x="23842663" y="6811566"/>
              <a:ext cx="236680" cy="6096"/>
            </a:xfrm>
            <a:prstGeom prst="rect">
              <a:avLst/>
            </a:prstGeom>
            <a:solidFill>
              <a:srgbClr val="81C9BA"/>
            </a:solidFill>
            <a:ln w="0">
              <a:noFill/>
              <a:prstDash val="solid"/>
            </a:ln>
          </p:spPr>
        </p:sp>
        <p:sp>
          <p:nvSpPr>
            <p:cNvPr id="4351" name="dense-map-12-cell-57">
              <a:extLst>
                <a:ext uri="{FF2B5EF4-FFF2-40B4-BE49-F238E27FC236}">
                  <a16:creationId xmlns:a16="http://schemas.microsoft.com/office/drawing/2014/main" id="{DDCF33AB-B8F9-4701-BF87-98E22965BD82}"/>
                </a:ext>
              </a:extLst>
            </p:cNvPr>
            <p:cNvSpPr>
              <a:spLocks noGrp="1"/>
            </p:cNvSpPr>
            <p:nvPr/>
          </p:nvSpPr>
          <p:spPr>
            <a:xfrm>
              <a:off x="23842663" y="6817519"/>
              <a:ext cx="236680" cy="6096"/>
            </a:xfrm>
            <a:prstGeom prst="rect">
              <a:avLst/>
            </a:prstGeom>
            <a:solidFill>
              <a:srgbClr val="81C9BA"/>
            </a:solidFill>
            <a:ln w="0">
              <a:noFill/>
              <a:prstDash val="solid"/>
            </a:ln>
          </p:spPr>
        </p:sp>
        <p:sp>
          <p:nvSpPr>
            <p:cNvPr id="4352" name="dense-map-12-cell-56">
              <a:extLst>
                <a:ext uri="{FF2B5EF4-FFF2-40B4-BE49-F238E27FC236}">
                  <a16:creationId xmlns:a16="http://schemas.microsoft.com/office/drawing/2014/main" id="{9945AB82-0E27-49E3-B84D-FB7BAD4536D7}"/>
                </a:ext>
              </a:extLst>
            </p:cNvPr>
            <p:cNvSpPr>
              <a:spLocks noGrp="1"/>
            </p:cNvSpPr>
            <p:nvPr/>
          </p:nvSpPr>
          <p:spPr>
            <a:xfrm>
              <a:off x="23842663" y="6823472"/>
              <a:ext cx="236680" cy="6096"/>
            </a:xfrm>
            <a:prstGeom prst="rect">
              <a:avLst/>
            </a:prstGeom>
            <a:solidFill>
              <a:srgbClr val="81C9BA"/>
            </a:solidFill>
            <a:ln w="0">
              <a:noFill/>
              <a:prstDash val="solid"/>
            </a:ln>
          </p:spPr>
        </p:sp>
        <p:sp>
          <p:nvSpPr>
            <p:cNvPr id="4353" name="dense-map-12-cell-55">
              <a:extLst>
                <a:ext uri="{FF2B5EF4-FFF2-40B4-BE49-F238E27FC236}">
                  <a16:creationId xmlns:a16="http://schemas.microsoft.com/office/drawing/2014/main" id="{5EB44B29-2F21-4C62-845B-DC2B16EB9AD7}"/>
                </a:ext>
              </a:extLst>
            </p:cNvPr>
            <p:cNvSpPr>
              <a:spLocks noGrp="1"/>
            </p:cNvSpPr>
            <p:nvPr/>
          </p:nvSpPr>
          <p:spPr>
            <a:xfrm>
              <a:off x="23842663" y="6829425"/>
              <a:ext cx="236680" cy="6096"/>
            </a:xfrm>
            <a:prstGeom prst="rect">
              <a:avLst/>
            </a:prstGeom>
            <a:solidFill>
              <a:srgbClr val="81C9BA"/>
            </a:solidFill>
            <a:ln w="0">
              <a:noFill/>
              <a:prstDash val="solid"/>
            </a:ln>
          </p:spPr>
        </p:sp>
        <p:sp>
          <p:nvSpPr>
            <p:cNvPr id="4354" name="dense-map-12-cell-54">
              <a:extLst>
                <a:ext uri="{FF2B5EF4-FFF2-40B4-BE49-F238E27FC236}">
                  <a16:creationId xmlns:a16="http://schemas.microsoft.com/office/drawing/2014/main" id="{E6CA0F4F-1BFF-47AD-959B-539C86B5DDE8}"/>
                </a:ext>
              </a:extLst>
            </p:cNvPr>
            <p:cNvSpPr>
              <a:spLocks noGrp="1"/>
            </p:cNvSpPr>
            <p:nvPr/>
          </p:nvSpPr>
          <p:spPr>
            <a:xfrm>
              <a:off x="23842663" y="6835378"/>
              <a:ext cx="236680" cy="6096"/>
            </a:xfrm>
            <a:prstGeom prst="rect">
              <a:avLst/>
            </a:prstGeom>
            <a:solidFill>
              <a:srgbClr val="81C9BA"/>
            </a:solidFill>
            <a:ln w="0">
              <a:noFill/>
              <a:prstDash val="solid"/>
            </a:ln>
          </p:spPr>
        </p:sp>
        <p:sp>
          <p:nvSpPr>
            <p:cNvPr id="4355" name="dense-map-12-cell-53">
              <a:extLst>
                <a:ext uri="{FF2B5EF4-FFF2-40B4-BE49-F238E27FC236}">
                  <a16:creationId xmlns:a16="http://schemas.microsoft.com/office/drawing/2014/main" id="{5C3D9F4A-3ABC-46C0-90A8-CD625769AC8F}"/>
                </a:ext>
              </a:extLst>
            </p:cNvPr>
            <p:cNvSpPr>
              <a:spLocks noGrp="1"/>
            </p:cNvSpPr>
            <p:nvPr/>
          </p:nvSpPr>
          <p:spPr>
            <a:xfrm>
              <a:off x="23842663" y="6841331"/>
              <a:ext cx="236680" cy="6096"/>
            </a:xfrm>
            <a:prstGeom prst="rect">
              <a:avLst/>
            </a:prstGeom>
            <a:solidFill>
              <a:srgbClr val="81C9BA"/>
            </a:solidFill>
            <a:ln w="0">
              <a:noFill/>
              <a:prstDash val="solid"/>
            </a:ln>
          </p:spPr>
        </p:sp>
        <p:sp>
          <p:nvSpPr>
            <p:cNvPr id="4356" name="dense-map-12-cell-52">
              <a:extLst>
                <a:ext uri="{FF2B5EF4-FFF2-40B4-BE49-F238E27FC236}">
                  <a16:creationId xmlns:a16="http://schemas.microsoft.com/office/drawing/2014/main" id="{6F1D13E4-CD0F-473D-9F0F-3B46A91E2C10}"/>
                </a:ext>
              </a:extLst>
            </p:cNvPr>
            <p:cNvSpPr>
              <a:spLocks noGrp="1"/>
            </p:cNvSpPr>
            <p:nvPr/>
          </p:nvSpPr>
          <p:spPr>
            <a:xfrm>
              <a:off x="23842663" y="6847284"/>
              <a:ext cx="236680" cy="6096"/>
            </a:xfrm>
            <a:prstGeom prst="rect">
              <a:avLst/>
            </a:prstGeom>
            <a:solidFill>
              <a:srgbClr val="81C9BA"/>
            </a:solidFill>
            <a:ln w="0">
              <a:noFill/>
              <a:prstDash val="solid"/>
            </a:ln>
          </p:spPr>
        </p:sp>
        <p:sp>
          <p:nvSpPr>
            <p:cNvPr id="4357" name="dense-map-12-cell-51">
              <a:extLst>
                <a:ext uri="{FF2B5EF4-FFF2-40B4-BE49-F238E27FC236}">
                  <a16:creationId xmlns:a16="http://schemas.microsoft.com/office/drawing/2014/main" id="{FE9F47AB-9E83-42A5-8C6A-A42B61CFB677}"/>
                </a:ext>
              </a:extLst>
            </p:cNvPr>
            <p:cNvSpPr>
              <a:spLocks noGrp="1"/>
            </p:cNvSpPr>
            <p:nvPr/>
          </p:nvSpPr>
          <p:spPr>
            <a:xfrm>
              <a:off x="23842663" y="6853238"/>
              <a:ext cx="236680" cy="6096"/>
            </a:xfrm>
            <a:prstGeom prst="rect">
              <a:avLst/>
            </a:prstGeom>
            <a:solidFill>
              <a:srgbClr val="81C9BA"/>
            </a:solidFill>
            <a:ln w="0">
              <a:noFill/>
              <a:prstDash val="solid"/>
            </a:ln>
          </p:spPr>
        </p:sp>
        <p:sp>
          <p:nvSpPr>
            <p:cNvPr id="4358" name="dense-map-12-cell-50">
              <a:extLst>
                <a:ext uri="{FF2B5EF4-FFF2-40B4-BE49-F238E27FC236}">
                  <a16:creationId xmlns:a16="http://schemas.microsoft.com/office/drawing/2014/main" id="{4566D7D3-7641-4A0E-A48A-46ED1E2025CC}"/>
                </a:ext>
              </a:extLst>
            </p:cNvPr>
            <p:cNvSpPr>
              <a:spLocks noGrp="1"/>
            </p:cNvSpPr>
            <p:nvPr/>
          </p:nvSpPr>
          <p:spPr>
            <a:xfrm>
              <a:off x="23842663" y="6859191"/>
              <a:ext cx="236680" cy="6096"/>
            </a:xfrm>
            <a:prstGeom prst="rect">
              <a:avLst/>
            </a:prstGeom>
            <a:solidFill>
              <a:srgbClr val="81C9BA"/>
            </a:solidFill>
            <a:ln w="0">
              <a:noFill/>
              <a:prstDash val="solid"/>
            </a:ln>
          </p:spPr>
        </p:sp>
        <p:sp>
          <p:nvSpPr>
            <p:cNvPr id="4359" name="dense-map-12-cell-49">
              <a:extLst>
                <a:ext uri="{FF2B5EF4-FFF2-40B4-BE49-F238E27FC236}">
                  <a16:creationId xmlns:a16="http://schemas.microsoft.com/office/drawing/2014/main" id="{3F326A77-9F92-4B59-9237-343E1BE71F4D}"/>
                </a:ext>
              </a:extLst>
            </p:cNvPr>
            <p:cNvSpPr>
              <a:spLocks noGrp="1"/>
            </p:cNvSpPr>
            <p:nvPr/>
          </p:nvSpPr>
          <p:spPr>
            <a:xfrm>
              <a:off x="23842663" y="6865144"/>
              <a:ext cx="236680" cy="6096"/>
            </a:xfrm>
            <a:prstGeom prst="rect">
              <a:avLst/>
            </a:prstGeom>
            <a:solidFill>
              <a:srgbClr val="81C9BA"/>
            </a:solidFill>
            <a:ln w="0">
              <a:noFill/>
              <a:prstDash val="solid"/>
            </a:ln>
          </p:spPr>
        </p:sp>
        <p:sp>
          <p:nvSpPr>
            <p:cNvPr id="4360" name="dense-map-12-cell-48">
              <a:extLst>
                <a:ext uri="{FF2B5EF4-FFF2-40B4-BE49-F238E27FC236}">
                  <a16:creationId xmlns:a16="http://schemas.microsoft.com/office/drawing/2014/main" id="{F2CB3995-E686-4174-8864-6DB33F02EFD3}"/>
                </a:ext>
              </a:extLst>
            </p:cNvPr>
            <p:cNvSpPr>
              <a:spLocks noGrp="1"/>
            </p:cNvSpPr>
            <p:nvPr/>
          </p:nvSpPr>
          <p:spPr>
            <a:xfrm>
              <a:off x="23842663" y="6871097"/>
              <a:ext cx="236680" cy="6096"/>
            </a:xfrm>
            <a:prstGeom prst="rect">
              <a:avLst/>
            </a:prstGeom>
            <a:solidFill>
              <a:srgbClr val="81C9BA"/>
            </a:solidFill>
            <a:ln w="0">
              <a:noFill/>
              <a:prstDash val="solid"/>
            </a:ln>
          </p:spPr>
        </p:sp>
        <p:sp>
          <p:nvSpPr>
            <p:cNvPr id="4361" name="dense-map-12-cell-47">
              <a:extLst>
                <a:ext uri="{FF2B5EF4-FFF2-40B4-BE49-F238E27FC236}">
                  <a16:creationId xmlns:a16="http://schemas.microsoft.com/office/drawing/2014/main" id="{EEECE6E2-6424-4508-9F92-ECEBFCBA7A10}"/>
                </a:ext>
              </a:extLst>
            </p:cNvPr>
            <p:cNvSpPr>
              <a:spLocks noGrp="1"/>
            </p:cNvSpPr>
            <p:nvPr/>
          </p:nvSpPr>
          <p:spPr>
            <a:xfrm>
              <a:off x="23842663" y="6877050"/>
              <a:ext cx="236680" cy="6096"/>
            </a:xfrm>
            <a:prstGeom prst="rect">
              <a:avLst/>
            </a:prstGeom>
            <a:solidFill>
              <a:srgbClr val="81C9BA"/>
            </a:solidFill>
            <a:ln w="0">
              <a:noFill/>
              <a:prstDash val="solid"/>
            </a:ln>
          </p:spPr>
        </p:sp>
        <p:sp>
          <p:nvSpPr>
            <p:cNvPr id="4362" name="dense-map-12-cell-46">
              <a:extLst>
                <a:ext uri="{FF2B5EF4-FFF2-40B4-BE49-F238E27FC236}">
                  <a16:creationId xmlns:a16="http://schemas.microsoft.com/office/drawing/2014/main" id="{53C6F181-5BAC-4A6D-A232-D21398335DE0}"/>
                </a:ext>
              </a:extLst>
            </p:cNvPr>
            <p:cNvSpPr>
              <a:spLocks noGrp="1"/>
            </p:cNvSpPr>
            <p:nvPr/>
          </p:nvSpPr>
          <p:spPr>
            <a:xfrm>
              <a:off x="23842663" y="6883003"/>
              <a:ext cx="236680" cy="6096"/>
            </a:xfrm>
            <a:prstGeom prst="rect">
              <a:avLst/>
            </a:prstGeom>
            <a:solidFill>
              <a:srgbClr val="81C9BA"/>
            </a:solidFill>
            <a:ln w="0">
              <a:noFill/>
              <a:prstDash val="solid"/>
            </a:ln>
          </p:spPr>
        </p:sp>
        <p:sp>
          <p:nvSpPr>
            <p:cNvPr id="4363" name="dense-map-12-cell-45">
              <a:extLst>
                <a:ext uri="{FF2B5EF4-FFF2-40B4-BE49-F238E27FC236}">
                  <a16:creationId xmlns:a16="http://schemas.microsoft.com/office/drawing/2014/main" id="{C0DE310B-DC4D-4AC2-9E71-E2FE647CC277}"/>
                </a:ext>
              </a:extLst>
            </p:cNvPr>
            <p:cNvSpPr>
              <a:spLocks noGrp="1"/>
            </p:cNvSpPr>
            <p:nvPr/>
          </p:nvSpPr>
          <p:spPr>
            <a:xfrm>
              <a:off x="23842663" y="6888956"/>
              <a:ext cx="236680" cy="6096"/>
            </a:xfrm>
            <a:prstGeom prst="rect">
              <a:avLst/>
            </a:prstGeom>
            <a:solidFill>
              <a:srgbClr val="81C9BA"/>
            </a:solidFill>
            <a:ln w="0">
              <a:noFill/>
              <a:prstDash val="solid"/>
            </a:ln>
          </p:spPr>
        </p:sp>
        <p:sp>
          <p:nvSpPr>
            <p:cNvPr id="4364" name="dense-map-12-cell-44">
              <a:extLst>
                <a:ext uri="{FF2B5EF4-FFF2-40B4-BE49-F238E27FC236}">
                  <a16:creationId xmlns:a16="http://schemas.microsoft.com/office/drawing/2014/main" id="{DBD28774-C293-46C5-8FE7-9AA7AF172843}"/>
                </a:ext>
              </a:extLst>
            </p:cNvPr>
            <p:cNvSpPr>
              <a:spLocks noGrp="1"/>
            </p:cNvSpPr>
            <p:nvPr/>
          </p:nvSpPr>
          <p:spPr>
            <a:xfrm>
              <a:off x="23842663" y="6894909"/>
              <a:ext cx="236680" cy="6096"/>
            </a:xfrm>
            <a:prstGeom prst="rect">
              <a:avLst/>
            </a:prstGeom>
            <a:solidFill>
              <a:srgbClr val="81C9BA"/>
            </a:solidFill>
            <a:ln w="0">
              <a:noFill/>
              <a:prstDash val="solid"/>
            </a:ln>
          </p:spPr>
        </p:sp>
        <p:sp>
          <p:nvSpPr>
            <p:cNvPr id="4365" name="dense-map-12-cell-43">
              <a:extLst>
                <a:ext uri="{FF2B5EF4-FFF2-40B4-BE49-F238E27FC236}">
                  <a16:creationId xmlns:a16="http://schemas.microsoft.com/office/drawing/2014/main" id="{220E6DCD-FBA0-4BDF-AACC-71905F1EC54A}"/>
                </a:ext>
              </a:extLst>
            </p:cNvPr>
            <p:cNvSpPr>
              <a:spLocks noGrp="1"/>
            </p:cNvSpPr>
            <p:nvPr/>
          </p:nvSpPr>
          <p:spPr>
            <a:xfrm>
              <a:off x="23842663" y="6900863"/>
              <a:ext cx="236680" cy="6096"/>
            </a:xfrm>
            <a:prstGeom prst="rect">
              <a:avLst/>
            </a:prstGeom>
            <a:solidFill>
              <a:srgbClr val="81C9BA"/>
            </a:solidFill>
            <a:ln w="0">
              <a:noFill/>
              <a:prstDash val="solid"/>
            </a:ln>
          </p:spPr>
        </p:sp>
        <p:sp>
          <p:nvSpPr>
            <p:cNvPr id="4366" name="dense-map-12-cell-42">
              <a:extLst>
                <a:ext uri="{FF2B5EF4-FFF2-40B4-BE49-F238E27FC236}">
                  <a16:creationId xmlns:a16="http://schemas.microsoft.com/office/drawing/2014/main" id="{8D66B8B0-53B1-4BDA-86BC-0B6C5C5C68D5}"/>
                </a:ext>
              </a:extLst>
            </p:cNvPr>
            <p:cNvSpPr>
              <a:spLocks noGrp="1"/>
            </p:cNvSpPr>
            <p:nvPr/>
          </p:nvSpPr>
          <p:spPr>
            <a:xfrm>
              <a:off x="23842663" y="6906816"/>
              <a:ext cx="236680" cy="6096"/>
            </a:xfrm>
            <a:prstGeom prst="rect">
              <a:avLst/>
            </a:prstGeom>
            <a:solidFill>
              <a:srgbClr val="81C9BA"/>
            </a:solidFill>
            <a:ln w="0">
              <a:noFill/>
              <a:prstDash val="solid"/>
            </a:ln>
          </p:spPr>
        </p:sp>
        <p:sp>
          <p:nvSpPr>
            <p:cNvPr id="4367" name="dense-map-12-cell-41">
              <a:extLst>
                <a:ext uri="{FF2B5EF4-FFF2-40B4-BE49-F238E27FC236}">
                  <a16:creationId xmlns:a16="http://schemas.microsoft.com/office/drawing/2014/main" id="{4490AFC7-26D1-42B7-A6AE-EFDB6AC165C9}"/>
                </a:ext>
              </a:extLst>
            </p:cNvPr>
            <p:cNvSpPr>
              <a:spLocks noGrp="1"/>
            </p:cNvSpPr>
            <p:nvPr/>
          </p:nvSpPr>
          <p:spPr>
            <a:xfrm>
              <a:off x="23842663" y="6912769"/>
              <a:ext cx="236680" cy="6096"/>
            </a:xfrm>
            <a:prstGeom prst="rect">
              <a:avLst/>
            </a:prstGeom>
            <a:solidFill>
              <a:srgbClr val="81C9BA"/>
            </a:solidFill>
            <a:ln w="0">
              <a:noFill/>
              <a:prstDash val="solid"/>
            </a:ln>
          </p:spPr>
        </p:sp>
        <p:sp>
          <p:nvSpPr>
            <p:cNvPr id="4368" name="dense-map-12-cell-40">
              <a:extLst>
                <a:ext uri="{FF2B5EF4-FFF2-40B4-BE49-F238E27FC236}">
                  <a16:creationId xmlns:a16="http://schemas.microsoft.com/office/drawing/2014/main" id="{2F52DCCF-97CB-4D28-B611-F9370AE9B985}"/>
                </a:ext>
              </a:extLst>
            </p:cNvPr>
            <p:cNvSpPr>
              <a:spLocks noGrp="1"/>
            </p:cNvSpPr>
            <p:nvPr/>
          </p:nvSpPr>
          <p:spPr>
            <a:xfrm>
              <a:off x="23842663" y="6918722"/>
              <a:ext cx="236680" cy="6096"/>
            </a:xfrm>
            <a:prstGeom prst="rect">
              <a:avLst/>
            </a:prstGeom>
            <a:solidFill>
              <a:srgbClr val="81C9BA"/>
            </a:solidFill>
            <a:ln w="0">
              <a:noFill/>
              <a:prstDash val="solid"/>
            </a:ln>
          </p:spPr>
        </p:sp>
        <p:sp>
          <p:nvSpPr>
            <p:cNvPr id="4369" name="dense-map-12-cell-39">
              <a:extLst>
                <a:ext uri="{FF2B5EF4-FFF2-40B4-BE49-F238E27FC236}">
                  <a16:creationId xmlns:a16="http://schemas.microsoft.com/office/drawing/2014/main" id="{97AAEB18-0A00-4E9E-A44B-A069048BDA77}"/>
                </a:ext>
              </a:extLst>
            </p:cNvPr>
            <p:cNvSpPr>
              <a:spLocks noGrp="1"/>
            </p:cNvSpPr>
            <p:nvPr/>
          </p:nvSpPr>
          <p:spPr>
            <a:xfrm>
              <a:off x="23842663" y="6924675"/>
              <a:ext cx="236680" cy="6096"/>
            </a:xfrm>
            <a:prstGeom prst="rect">
              <a:avLst/>
            </a:prstGeom>
            <a:solidFill>
              <a:srgbClr val="81C9BA"/>
            </a:solidFill>
            <a:ln w="0">
              <a:noFill/>
              <a:prstDash val="solid"/>
            </a:ln>
          </p:spPr>
        </p:sp>
        <p:sp>
          <p:nvSpPr>
            <p:cNvPr id="4370" name="dense-map-12-cell-38">
              <a:extLst>
                <a:ext uri="{FF2B5EF4-FFF2-40B4-BE49-F238E27FC236}">
                  <a16:creationId xmlns:a16="http://schemas.microsoft.com/office/drawing/2014/main" id="{CF996822-CAC1-4775-B70B-EB345B2DBE1E}"/>
                </a:ext>
              </a:extLst>
            </p:cNvPr>
            <p:cNvSpPr>
              <a:spLocks noGrp="1"/>
            </p:cNvSpPr>
            <p:nvPr/>
          </p:nvSpPr>
          <p:spPr>
            <a:xfrm>
              <a:off x="23842663" y="6930628"/>
              <a:ext cx="236680" cy="6096"/>
            </a:xfrm>
            <a:prstGeom prst="rect">
              <a:avLst/>
            </a:prstGeom>
            <a:solidFill>
              <a:srgbClr val="81C9BA"/>
            </a:solidFill>
            <a:ln w="0">
              <a:noFill/>
              <a:prstDash val="solid"/>
            </a:ln>
          </p:spPr>
        </p:sp>
        <p:sp>
          <p:nvSpPr>
            <p:cNvPr id="4371" name="dense-map-12-cell-37">
              <a:extLst>
                <a:ext uri="{FF2B5EF4-FFF2-40B4-BE49-F238E27FC236}">
                  <a16:creationId xmlns:a16="http://schemas.microsoft.com/office/drawing/2014/main" id="{5F088A4E-9443-4C9D-AAEA-A896C0DEC675}"/>
                </a:ext>
              </a:extLst>
            </p:cNvPr>
            <p:cNvSpPr>
              <a:spLocks noGrp="1"/>
            </p:cNvSpPr>
            <p:nvPr/>
          </p:nvSpPr>
          <p:spPr>
            <a:xfrm>
              <a:off x="23842663" y="6936581"/>
              <a:ext cx="236680" cy="6096"/>
            </a:xfrm>
            <a:prstGeom prst="rect">
              <a:avLst/>
            </a:prstGeom>
            <a:solidFill>
              <a:srgbClr val="81C9BA"/>
            </a:solidFill>
            <a:ln w="0">
              <a:noFill/>
              <a:prstDash val="solid"/>
            </a:ln>
          </p:spPr>
        </p:sp>
        <p:sp>
          <p:nvSpPr>
            <p:cNvPr id="4372" name="dense-map-12-cell-36">
              <a:extLst>
                <a:ext uri="{FF2B5EF4-FFF2-40B4-BE49-F238E27FC236}">
                  <a16:creationId xmlns:a16="http://schemas.microsoft.com/office/drawing/2014/main" id="{2B29C952-1063-4F17-BD11-F08935A5A1A6}"/>
                </a:ext>
              </a:extLst>
            </p:cNvPr>
            <p:cNvSpPr>
              <a:spLocks noGrp="1"/>
            </p:cNvSpPr>
            <p:nvPr/>
          </p:nvSpPr>
          <p:spPr>
            <a:xfrm>
              <a:off x="23842663" y="6942534"/>
              <a:ext cx="236680" cy="6096"/>
            </a:xfrm>
            <a:prstGeom prst="rect">
              <a:avLst/>
            </a:prstGeom>
            <a:solidFill>
              <a:srgbClr val="81C9BA"/>
            </a:solidFill>
            <a:ln w="0">
              <a:noFill/>
              <a:prstDash val="solid"/>
            </a:ln>
          </p:spPr>
        </p:sp>
        <p:sp>
          <p:nvSpPr>
            <p:cNvPr id="4373" name="dense-map-12-cell-35">
              <a:extLst>
                <a:ext uri="{FF2B5EF4-FFF2-40B4-BE49-F238E27FC236}">
                  <a16:creationId xmlns:a16="http://schemas.microsoft.com/office/drawing/2014/main" id="{6A69D6D0-B0C7-47B3-BA45-E5ED9C7B4D12}"/>
                </a:ext>
              </a:extLst>
            </p:cNvPr>
            <p:cNvSpPr>
              <a:spLocks noGrp="1"/>
            </p:cNvSpPr>
            <p:nvPr/>
          </p:nvSpPr>
          <p:spPr>
            <a:xfrm>
              <a:off x="23842663" y="6948488"/>
              <a:ext cx="236680" cy="6096"/>
            </a:xfrm>
            <a:prstGeom prst="rect">
              <a:avLst/>
            </a:prstGeom>
            <a:solidFill>
              <a:srgbClr val="81C9BA"/>
            </a:solidFill>
            <a:ln w="0">
              <a:noFill/>
              <a:prstDash val="solid"/>
            </a:ln>
          </p:spPr>
        </p:sp>
        <p:sp>
          <p:nvSpPr>
            <p:cNvPr id="4374" name="dense-map-12-cell-34">
              <a:extLst>
                <a:ext uri="{FF2B5EF4-FFF2-40B4-BE49-F238E27FC236}">
                  <a16:creationId xmlns:a16="http://schemas.microsoft.com/office/drawing/2014/main" id="{EA73D1E7-B73A-4F90-B38F-C0D8A7EFCF54}"/>
                </a:ext>
              </a:extLst>
            </p:cNvPr>
            <p:cNvSpPr>
              <a:spLocks noGrp="1"/>
            </p:cNvSpPr>
            <p:nvPr/>
          </p:nvSpPr>
          <p:spPr>
            <a:xfrm>
              <a:off x="23842663" y="6954441"/>
              <a:ext cx="236680" cy="6096"/>
            </a:xfrm>
            <a:prstGeom prst="rect">
              <a:avLst/>
            </a:prstGeom>
            <a:solidFill>
              <a:srgbClr val="81C9BA"/>
            </a:solidFill>
            <a:ln w="0">
              <a:noFill/>
              <a:prstDash val="solid"/>
            </a:ln>
          </p:spPr>
        </p:sp>
        <p:sp>
          <p:nvSpPr>
            <p:cNvPr id="4375" name="dense-map-12-cell-33">
              <a:extLst>
                <a:ext uri="{FF2B5EF4-FFF2-40B4-BE49-F238E27FC236}">
                  <a16:creationId xmlns:a16="http://schemas.microsoft.com/office/drawing/2014/main" id="{9286FBDC-A7C6-40E6-AF94-9F971C065A06}"/>
                </a:ext>
              </a:extLst>
            </p:cNvPr>
            <p:cNvSpPr>
              <a:spLocks noGrp="1"/>
            </p:cNvSpPr>
            <p:nvPr/>
          </p:nvSpPr>
          <p:spPr>
            <a:xfrm>
              <a:off x="23842663" y="6960394"/>
              <a:ext cx="236680" cy="6096"/>
            </a:xfrm>
            <a:prstGeom prst="rect">
              <a:avLst/>
            </a:prstGeom>
            <a:solidFill>
              <a:srgbClr val="81C9BA"/>
            </a:solidFill>
            <a:ln w="0">
              <a:noFill/>
              <a:prstDash val="solid"/>
            </a:ln>
          </p:spPr>
        </p:sp>
        <p:sp>
          <p:nvSpPr>
            <p:cNvPr id="4376" name="dense-map-12-cell-32">
              <a:extLst>
                <a:ext uri="{FF2B5EF4-FFF2-40B4-BE49-F238E27FC236}">
                  <a16:creationId xmlns:a16="http://schemas.microsoft.com/office/drawing/2014/main" id="{8E0DDA7A-FB52-44CE-8307-F16195ECF8FC}"/>
                </a:ext>
              </a:extLst>
            </p:cNvPr>
            <p:cNvSpPr>
              <a:spLocks noGrp="1"/>
            </p:cNvSpPr>
            <p:nvPr/>
          </p:nvSpPr>
          <p:spPr>
            <a:xfrm>
              <a:off x="23842663" y="6966347"/>
              <a:ext cx="236680" cy="6096"/>
            </a:xfrm>
            <a:prstGeom prst="rect">
              <a:avLst/>
            </a:prstGeom>
            <a:solidFill>
              <a:srgbClr val="81C9BA"/>
            </a:solidFill>
            <a:ln w="0">
              <a:noFill/>
              <a:prstDash val="solid"/>
            </a:ln>
          </p:spPr>
        </p:sp>
        <p:sp>
          <p:nvSpPr>
            <p:cNvPr id="4377" name="dense-map-12-cell-31">
              <a:extLst>
                <a:ext uri="{FF2B5EF4-FFF2-40B4-BE49-F238E27FC236}">
                  <a16:creationId xmlns:a16="http://schemas.microsoft.com/office/drawing/2014/main" id="{FEFB9468-B0A8-4CE7-A3F5-E86A9DAE123D}"/>
                </a:ext>
              </a:extLst>
            </p:cNvPr>
            <p:cNvSpPr>
              <a:spLocks noGrp="1"/>
            </p:cNvSpPr>
            <p:nvPr/>
          </p:nvSpPr>
          <p:spPr>
            <a:xfrm>
              <a:off x="23842663" y="6972300"/>
              <a:ext cx="236680" cy="6096"/>
            </a:xfrm>
            <a:prstGeom prst="rect">
              <a:avLst/>
            </a:prstGeom>
            <a:solidFill>
              <a:srgbClr val="78C6B6"/>
            </a:solidFill>
            <a:ln w="0">
              <a:noFill/>
              <a:prstDash val="solid"/>
            </a:ln>
          </p:spPr>
        </p:sp>
        <p:sp>
          <p:nvSpPr>
            <p:cNvPr id="4378" name="dense-map-12-cell-30">
              <a:extLst>
                <a:ext uri="{FF2B5EF4-FFF2-40B4-BE49-F238E27FC236}">
                  <a16:creationId xmlns:a16="http://schemas.microsoft.com/office/drawing/2014/main" id="{2AD8D5E2-9DDC-4E4A-9E21-0D5D8C684145}"/>
                </a:ext>
              </a:extLst>
            </p:cNvPr>
            <p:cNvSpPr>
              <a:spLocks noGrp="1"/>
            </p:cNvSpPr>
            <p:nvPr/>
          </p:nvSpPr>
          <p:spPr>
            <a:xfrm>
              <a:off x="23842663" y="6978253"/>
              <a:ext cx="236680" cy="6096"/>
            </a:xfrm>
            <a:prstGeom prst="rect">
              <a:avLst/>
            </a:prstGeom>
            <a:solidFill>
              <a:srgbClr val="65C0AB"/>
            </a:solidFill>
            <a:ln w="0">
              <a:noFill/>
              <a:prstDash val="solid"/>
            </a:ln>
          </p:spPr>
        </p:sp>
        <p:sp>
          <p:nvSpPr>
            <p:cNvPr id="4379" name="dense-map-12-cell-29">
              <a:extLst>
                <a:ext uri="{FF2B5EF4-FFF2-40B4-BE49-F238E27FC236}">
                  <a16:creationId xmlns:a16="http://schemas.microsoft.com/office/drawing/2014/main" id="{6744EC92-16B9-42C2-B40E-299651414C02}"/>
                </a:ext>
              </a:extLst>
            </p:cNvPr>
            <p:cNvSpPr>
              <a:spLocks noGrp="1"/>
            </p:cNvSpPr>
            <p:nvPr/>
          </p:nvSpPr>
          <p:spPr>
            <a:xfrm>
              <a:off x="23842663" y="6984206"/>
              <a:ext cx="236680" cy="6096"/>
            </a:xfrm>
            <a:prstGeom prst="rect">
              <a:avLst/>
            </a:prstGeom>
            <a:solidFill>
              <a:srgbClr val="A8B1BB"/>
            </a:solidFill>
            <a:ln w="0">
              <a:noFill/>
              <a:prstDash val="solid"/>
            </a:ln>
          </p:spPr>
        </p:sp>
        <p:sp>
          <p:nvSpPr>
            <p:cNvPr id="4380" name="dense-map-12-cell-28">
              <a:extLst>
                <a:ext uri="{FF2B5EF4-FFF2-40B4-BE49-F238E27FC236}">
                  <a16:creationId xmlns:a16="http://schemas.microsoft.com/office/drawing/2014/main" id="{334D576B-C73A-4D3D-B298-C055A752E1FA}"/>
                </a:ext>
              </a:extLst>
            </p:cNvPr>
            <p:cNvSpPr>
              <a:spLocks noGrp="1"/>
            </p:cNvSpPr>
            <p:nvPr/>
          </p:nvSpPr>
          <p:spPr>
            <a:xfrm>
              <a:off x="23842663" y="6990159"/>
              <a:ext cx="236680" cy="6096"/>
            </a:xfrm>
            <a:prstGeom prst="rect">
              <a:avLst/>
            </a:prstGeom>
            <a:solidFill>
              <a:srgbClr val="98ADAC"/>
            </a:solidFill>
            <a:ln w="0">
              <a:noFill/>
              <a:prstDash val="solid"/>
            </a:ln>
          </p:spPr>
        </p:sp>
        <p:sp>
          <p:nvSpPr>
            <p:cNvPr id="4381" name="dense-map-12-cell-27">
              <a:extLst>
                <a:ext uri="{FF2B5EF4-FFF2-40B4-BE49-F238E27FC236}">
                  <a16:creationId xmlns:a16="http://schemas.microsoft.com/office/drawing/2014/main" id="{FB2229A4-92C7-4A22-8599-EF593DE30ED4}"/>
                </a:ext>
              </a:extLst>
            </p:cNvPr>
            <p:cNvSpPr>
              <a:spLocks noGrp="1"/>
            </p:cNvSpPr>
            <p:nvPr/>
          </p:nvSpPr>
          <p:spPr>
            <a:xfrm>
              <a:off x="23842663" y="6996113"/>
              <a:ext cx="236680" cy="6096"/>
            </a:xfrm>
            <a:prstGeom prst="rect">
              <a:avLst/>
            </a:prstGeom>
            <a:solidFill>
              <a:srgbClr val="D6772B"/>
            </a:solidFill>
            <a:ln w="0">
              <a:noFill/>
              <a:prstDash val="solid"/>
            </a:ln>
          </p:spPr>
        </p:sp>
        <p:sp>
          <p:nvSpPr>
            <p:cNvPr id="4382" name="dense-map-12-cell-26">
              <a:extLst>
                <a:ext uri="{FF2B5EF4-FFF2-40B4-BE49-F238E27FC236}">
                  <a16:creationId xmlns:a16="http://schemas.microsoft.com/office/drawing/2014/main" id="{F0A0228C-BD56-4A8C-B23F-DA4EA4D02C51}"/>
                </a:ext>
              </a:extLst>
            </p:cNvPr>
            <p:cNvSpPr>
              <a:spLocks noGrp="1"/>
            </p:cNvSpPr>
            <p:nvPr/>
          </p:nvSpPr>
          <p:spPr>
            <a:xfrm>
              <a:off x="23842663" y="7002066"/>
              <a:ext cx="236680" cy="6096"/>
            </a:xfrm>
            <a:prstGeom prst="rect">
              <a:avLst/>
            </a:prstGeom>
            <a:solidFill>
              <a:srgbClr val="D66811"/>
            </a:solidFill>
            <a:ln w="0">
              <a:noFill/>
              <a:prstDash val="solid"/>
            </a:ln>
          </p:spPr>
        </p:sp>
        <p:sp>
          <p:nvSpPr>
            <p:cNvPr id="4383" name="dense-map-12-cell-25">
              <a:extLst>
                <a:ext uri="{FF2B5EF4-FFF2-40B4-BE49-F238E27FC236}">
                  <a16:creationId xmlns:a16="http://schemas.microsoft.com/office/drawing/2014/main" id="{42C29B9A-DFCE-480B-8506-61451E37F312}"/>
                </a:ext>
              </a:extLst>
            </p:cNvPr>
            <p:cNvSpPr>
              <a:spLocks noGrp="1"/>
            </p:cNvSpPr>
            <p:nvPr/>
          </p:nvSpPr>
          <p:spPr>
            <a:xfrm>
              <a:off x="23842663" y="7008019"/>
              <a:ext cx="236680" cy="6096"/>
            </a:xfrm>
            <a:prstGeom prst="rect">
              <a:avLst/>
            </a:prstGeom>
            <a:solidFill>
              <a:srgbClr val="D55F02"/>
            </a:solidFill>
            <a:ln w="0">
              <a:noFill/>
              <a:prstDash val="solid"/>
            </a:ln>
          </p:spPr>
        </p:sp>
        <p:sp>
          <p:nvSpPr>
            <p:cNvPr id="4384" name="dense-map-12-cell-24">
              <a:extLst>
                <a:ext uri="{FF2B5EF4-FFF2-40B4-BE49-F238E27FC236}">
                  <a16:creationId xmlns:a16="http://schemas.microsoft.com/office/drawing/2014/main" id="{7E4A82EC-E138-4CAE-B231-CE3F9CD5A957}"/>
                </a:ext>
              </a:extLst>
            </p:cNvPr>
            <p:cNvSpPr>
              <a:spLocks noGrp="1"/>
            </p:cNvSpPr>
            <p:nvPr/>
          </p:nvSpPr>
          <p:spPr>
            <a:xfrm>
              <a:off x="23842663" y="7013972"/>
              <a:ext cx="236680" cy="6096"/>
            </a:xfrm>
            <a:prstGeom prst="rect">
              <a:avLst/>
            </a:prstGeom>
            <a:solidFill>
              <a:srgbClr val="D55E00"/>
            </a:solidFill>
            <a:ln w="0">
              <a:noFill/>
              <a:prstDash val="solid"/>
            </a:ln>
          </p:spPr>
        </p:sp>
        <p:sp>
          <p:nvSpPr>
            <p:cNvPr id="4385" name="dense-map-12-cell-23">
              <a:extLst>
                <a:ext uri="{FF2B5EF4-FFF2-40B4-BE49-F238E27FC236}">
                  <a16:creationId xmlns:a16="http://schemas.microsoft.com/office/drawing/2014/main" id="{5E4E6744-FC0C-4BCC-BDEC-1B8682E9C0F0}"/>
                </a:ext>
              </a:extLst>
            </p:cNvPr>
            <p:cNvSpPr>
              <a:spLocks noGrp="1"/>
            </p:cNvSpPr>
            <p:nvPr/>
          </p:nvSpPr>
          <p:spPr>
            <a:xfrm>
              <a:off x="23842663" y="7019925"/>
              <a:ext cx="236680" cy="6096"/>
            </a:xfrm>
            <a:prstGeom prst="rect">
              <a:avLst/>
            </a:prstGeom>
            <a:solidFill>
              <a:srgbClr val="D55E00"/>
            </a:solidFill>
            <a:ln w="0">
              <a:noFill/>
              <a:prstDash val="solid"/>
            </a:ln>
          </p:spPr>
        </p:sp>
        <p:sp>
          <p:nvSpPr>
            <p:cNvPr id="4386" name="dense-map-12-cell-22">
              <a:extLst>
                <a:ext uri="{FF2B5EF4-FFF2-40B4-BE49-F238E27FC236}">
                  <a16:creationId xmlns:a16="http://schemas.microsoft.com/office/drawing/2014/main" id="{1425B95B-11CE-490E-8087-D5149563BA7F}"/>
                </a:ext>
              </a:extLst>
            </p:cNvPr>
            <p:cNvSpPr>
              <a:spLocks noGrp="1"/>
            </p:cNvSpPr>
            <p:nvPr/>
          </p:nvSpPr>
          <p:spPr>
            <a:xfrm>
              <a:off x="23842663" y="7025878"/>
              <a:ext cx="236680" cy="6096"/>
            </a:xfrm>
            <a:prstGeom prst="rect">
              <a:avLst/>
            </a:prstGeom>
            <a:solidFill>
              <a:srgbClr val="D55E00"/>
            </a:solidFill>
            <a:ln w="0">
              <a:noFill/>
              <a:prstDash val="solid"/>
            </a:ln>
          </p:spPr>
        </p:sp>
        <p:sp>
          <p:nvSpPr>
            <p:cNvPr id="4387" name="dense-map-12-cell-21">
              <a:extLst>
                <a:ext uri="{FF2B5EF4-FFF2-40B4-BE49-F238E27FC236}">
                  <a16:creationId xmlns:a16="http://schemas.microsoft.com/office/drawing/2014/main" id="{BBA7670A-2153-40CD-A9BC-A9DCF16D973C}"/>
                </a:ext>
              </a:extLst>
            </p:cNvPr>
            <p:cNvSpPr>
              <a:spLocks noGrp="1"/>
            </p:cNvSpPr>
            <p:nvPr/>
          </p:nvSpPr>
          <p:spPr>
            <a:xfrm>
              <a:off x="23842663" y="7031831"/>
              <a:ext cx="236680" cy="6096"/>
            </a:xfrm>
            <a:prstGeom prst="rect">
              <a:avLst/>
            </a:prstGeom>
            <a:solidFill>
              <a:srgbClr val="D55E00"/>
            </a:solidFill>
            <a:ln w="0">
              <a:noFill/>
              <a:prstDash val="solid"/>
            </a:ln>
          </p:spPr>
        </p:sp>
        <p:sp>
          <p:nvSpPr>
            <p:cNvPr id="4388" name="dense-map-12-cell-20">
              <a:extLst>
                <a:ext uri="{FF2B5EF4-FFF2-40B4-BE49-F238E27FC236}">
                  <a16:creationId xmlns:a16="http://schemas.microsoft.com/office/drawing/2014/main" id="{87D705D7-0A97-43AB-A4A4-FA5324095042}"/>
                </a:ext>
              </a:extLst>
            </p:cNvPr>
            <p:cNvSpPr>
              <a:spLocks noGrp="1"/>
            </p:cNvSpPr>
            <p:nvPr/>
          </p:nvSpPr>
          <p:spPr>
            <a:xfrm>
              <a:off x="23842663" y="7037784"/>
              <a:ext cx="236680" cy="6096"/>
            </a:xfrm>
            <a:prstGeom prst="rect">
              <a:avLst/>
            </a:prstGeom>
            <a:solidFill>
              <a:srgbClr val="D55E00"/>
            </a:solidFill>
            <a:ln w="0">
              <a:noFill/>
              <a:prstDash val="solid"/>
            </a:ln>
          </p:spPr>
        </p:sp>
        <p:sp>
          <p:nvSpPr>
            <p:cNvPr id="4389" name="dense-map-12-cell-19">
              <a:extLst>
                <a:ext uri="{FF2B5EF4-FFF2-40B4-BE49-F238E27FC236}">
                  <a16:creationId xmlns:a16="http://schemas.microsoft.com/office/drawing/2014/main" id="{5EE559A8-4D68-4AA1-A84C-4B1A53345E66}"/>
                </a:ext>
              </a:extLst>
            </p:cNvPr>
            <p:cNvSpPr>
              <a:spLocks noGrp="1"/>
            </p:cNvSpPr>
            <p:nvPr/>
          </p:nvSpPr>
          <p:spPr>
            <a:xfrm>
              <a:off x="23842663" y="7043738"/>
              <a:ext cx="236680" cy="6096"/>
            </a:xfrm>
            <a:prstGeom prst="rect">
              <a:avLst/>
            </a:prstGeom>
            <a:solidFill>
              <a:srgbClr val="D55E00"/>
            </a:solidFill>
            <a:ln w="0">
              <a:noFill/>
              <a:prstDash val="solid"/>
            </a:ln>
          </p:spPr>
        </p:sp>
        <p:sp>
          <p:nvSpPr>
            <p:cNvPr id="4390" name="dense-map-12-cell-18">
              <a:extLst>
                <a:ext uri="{FF2B5EF4-FFF2-40B4-BE49-F238E27FC236}">
                  <a16:creationId xmlns:a16="http://schemas.microsoft.com/office/drawing/2014/main" id="{7221A6E0-E27A-49E6-8C78-AC8061FAFEEB}"/>
                </a:ext>
              </a:extLst>
            </p:cNvPr>
            <p:cNvSpPr>
              <a:spLocks noGrp="1"/>
            </p:cNvSpPr>
            <p:nvPr/>
          </p:nvSpPr>
          <p:spPr>
            <a:xfrm>
              <a:off x="23842663" y="7049691"/>
              <a:ext cx="236680" cy="6096"/>
            </a:xfrm>
            <a:prstGeom prst="rect">
              <a:avLst/>
            </a:prstGeom>
            <a:solidFill>
              <a:srgbClr val="D55E00"/>
            </a:solidFill>
            <a:ln w="0">
              <a:noFill/>
              <a:prstDash val="solid"/>
            </a:ln>
          </p:spPr>
        </p:sp>
        <p:sp>
          <p:nvSpPr>
            <p:cNvPr id="4391" name="dense-map-12-cell-17">
              <a:extLst>
                <a:ext uri="{FF2B5EF4-FFF2-40B4-BE49-F238E27FC236}">
                  <a16:creationId xmlns:a16="http://schemas.microsoft.com/office/drawing/2014/main" id="{DE0DDEFA-CD52-46F3-AD1C-937D9E2C0C74}"/>
                </a:ext>
              </a:extLst>
            </p:cNvPr>
            <p:cNvSpPr>
              <a:spLocks noGrp="1"/>
            </p:cNvSpPr>
            <p:nvPr/>
          </p:nvSpPr>
          <p:spPr>
            <a:xfrm>
              <a:off x="23842663" y="7055644"/>
              <a:ext cx="236680" cy="6096"/>
            </a:xfrm>
            <a:prstGeom prst="rect">
              <a:avLst/>
            </a:prstGeom>
            <a:solidFill>
              <a:srgbClr val="D55E00"/>
            </a:solidFill>
            <a:ln w="0">
              <a:noFill/>
              <a:prstDash val="solid"/>
            </a:ln>
          </p:spPr>
        </p:sp>
        <p:sp>
          <p:nvSpPr>
            <p:cNvPr id="4392" name="dense-map-12-cell-16">
              <a:extLst>
                <a:ext uri="{FF2B5EF4-FFF2-40B4-BE49-F238E27FC236}">
                  <a16:creationId xmlns:a16="http://schemas.microsoft.com/office/drawing/2014/main" id="{648DD5D3-3161-48C6-9DAF-8EDD6EAD80C6}"/>
                </a:ext>
              </a:extLst>
            </p:cNvPr>
            <p:cNvSpPr>
              <a:spLocks noGrp="1"/>
            </p:cNvSpPr>
            <p:nvPr/>
          </p:nvSpPr>
          <p:spPr>
            <a:xfrm>
              <a:off x="23842663" y="7061597"/>
              <a:ext cx="236680" cy="6096"/>
            </a:xfrm>
            <a:prstGeom prst="rect">
              <a:avLst/>
            </a:prstGeom>
            <a:solidFill>
              <a:srgbClr val="D55E00"/>
            </a:solidFill>
            <a:ln w="0">
              <a:noFill/>
              <a:prstDash val="solid"/>
            </a:ln>
          </p:spPr>
        </p:sp>
        <p:sp>
          <p:nvSpPr>
            <p:cNvPr id="4393" name="dense-map-12-cell-15">
              <a:extLst>
                <a:ext uri="{FF2B5EF4-FFF2-40B4-BE49-F238E27FC236}">
                  <a16:creationId xmlns:a16="http://schemas.microsoft.com/office/drawing/2014/main" id="{E9DD26A5-672A-4C48-BB8D-AFD78BB263B6}"/>
                </a:ext>
              </a:extLst>
            </p:cNvPr>
            <p:cNvSpPr>
              <a:spLocks noGrp="1"/>
            </p:cNvSpPr>
            <p:nvPr/>
          </p:nvSpPr>
          <p:spPr>
            <a:xfrm>
              <a:off x="23842663" y="7067550"/>
              <a:ext cx="236680" cy="6096"/>
            </a:xfrm>
            <a:prstGeom prst="rect">
              <a:avLst/>
            </a:prstGeom>
            <a:solidFill>
              <a:srgbClr val="D55E00"/>
            </a:solidFill>
            <a:ln w="0">
              <a:noFill/>
              <a:prstDash val="solid"/>
            </a:ln>
          </p:spPr>
        </p:sp>
        <p:sp>
          <p:nvSpPr>
            <p:cNvPr id="4394" name="dense-map-12-cell-14">
              <a:extLst>
                <a:ext uri="{FF2B5EF4-FFF2-40B4-BE49-F238E27FC236}">
                  <a16:creationId xmlns:a16="http://schemas.microsoft.com/office/drawing/2014/main" id="{A21085A4-876F-4A6F-B99B-009EABEC0A05}"/>
                </a:ext>
              </a:extLst>
            </p:cNvPr>
            <p:cNvSpPr>
              <a:spLocks noGrp="1"/>
            </p:cNvSpPr>
            <p:nvPr/>
          </p:nvSpPr>
          <p:spPr>
            <a:xfrm>
              <a:off x="23842663" y="7073503"/>
              <a:ext cx="236680" cy="6096"/>
            </a:xfrm>
            <a:prstGeom prst="rect">
              <a:avLst/>
            </a:prstGeom>
            <a:solidFill>
              <a:srgbClr val="D55E00"/>
            </a:solidFill>
            <a:ln w="0">
              <a:noFill/>
              <a:prstDash val="solid"/>
            </a:ln>
          </p:spPr>
        </p:sp>
        <p:sp>
          <p:nvSpPr>
            <p:cNvPr id="4395" name="dense-map-12-cell-13">
              <a:extLst>
                <a:ext uri="{FF2B5EF4-FFF2-40B4-BE49-F238E27FC236}">
                  <a16:creationId xmlns:a16="http://schemas.microsoft.com/office/drawing/2014/main" id="{C38CD97C-4F85-4237-8E6A-07A3B411C1B4}"/>
                </a:ext>
              </a:extLst>
            </p:cNvPr>
            <p:cNvSpPr>
              <a:spLocks noGrp="1"/>
            </p:cNvSpPr>
            <p:nvPr/>
          </p:nvSpPr>
          <p:spPr>
            <a:xfrm>
              <a:off x="23842663" y="7079456"/>
              <a:ext cx="236680" cy="6096"/>
            </a:xfrm>
            <a:prstGeom prst="rect">
              <a:avLst/>
            </a:prstGeom>
            <a:solidFill>
              <a:srgbClr val="D55E00"/>
            </a:solidFill>
            <a:ln w="0">
              <a:noFill/>
              <a:prstDash val="solid"/>
            </a:ln>
          </p:spPr>
        </p:sp>
        <p:sp>
          <p:nvSpPr>
            <p:cNvPr id="4396" name="dense-map-12-cell-12">
              <a:extLst>
                <a:ext uri="{FF2B5EF4-FFF2-40B4-BE49-F238E27FC236}">
                  <a16:creationId xmlns:a16="http://schemas.microsoft.com/office/drawing/2014/main" id="{3811BA0D-F713-4470-883E-124FCAF6C3E1}"/>
                </a:ext>
              </a:extLst>
            </p:cNvPr>
            <p:cNvSpPr>
              <a:spLocks noGrp="1"/>
            </p:cNvSpPr>
            <p:nvPr/>
          </p:nvSpPr>
          <p:spPr>
            <a:xfrm>
              <a:off x="23842663" y="7085409"/>
              <a:ext cx="236680" cy="6096"/>
            </a:xfrm>
            <a:prstGeom prst="rect">
              <a:avLst/>
            </a:prstGeom>
            <a:solidFill>
              <a:srgbClr val="D55E00"/>
            </a:solidFill>
            <a:ln w="0">
              <a:noFill/>
              <a:prstDash val="solid"/>
            </a:ln>
          </p:spPr>
        </p:sp>
        <p:sp>
          <p:nvSpPr>
            <p:cNvPr id="4397" name="dense-map-12-cell-11">
              <a:extLst>
                <a:ext uri="{FF2B5EF4-FFF2-40B4-BE49-F238E27FC236}">
                  <a16:creationId xmlns:a16="http://schemas.microsoft.com/office/drawing/2014/main" id="{E84DF5A6-EB23-4E7B-88F0-EEA389D878D9}"/>
                </a:ext>
              </a:extLst>
            </p:cNvPr>
            <p:cNvSpPr>
              <a:spLocks noGrp="1"/>
            </p:cNvSpPr>
            <p:nvPr/>
          </p:nvSpPr>
          <p:spPr>
            <a:xfrm>
              <a:off x="23842663" y="7091363"/>
              <a:ext cx="236680" cy="6096"/>
            </a:xfrm>
            <a:prstGeom prst="rect">
              <a:avLst/>
            </a:prstGeom>
            <a:solidFill>
              <a:srgbClr val="D55E00"/>
            </a:solidFill>
            <a:ln w="0">
              <a:noFill/>
              <a:prstDash val="solid"/>
            </a:ln>
          </p:spPr>
        </p:sp>
        <p:sp>
          <p:nvSpPr>
            <p:cNvPr id="4398" name="dense-map-12-cell-10">
              <a:extLst>
                <a:ext uri="{FF2B5EF4-FFF2-40B4-BE49-F238E27FC236}">
                  <a16:creationId xmlns:a16="http://schemas.microsoft.com/office/drawing/2014/main" id="{1042A13C-9322-4236-A2CB-03EA659BD765}"/>
                </a:ext>
              </a:extLst>
            </p:cNvPr>
            <p:cNvSpPr>
              <a:spLocks noGrp="1"/>
            </p:cNvSpPr>
            <p:nvPr/>
          </p:nvSpPr>
          <p:spPr>
            <a:xfrm>
              <a:off x="23842663" y="7097316"/>
              <a:ext cx="236680" cy="6096"/>
            </a:xfrm>
            <a:prstGeom prst="rect">
              <a:avLst/>
            </a:prstGeom>
            <a:solidFill>
              <a:srgbClr val="D55E00"/>
            </a:solidFill>
            <a:ln w="0">
              <a:noFill/>
              <a:prstDash val="solid"/>
            </a:ln>
          </p:spPr>
        </p:sp>
        <p:sp>
          <p:nvSpPr>
            <p:cNvPr id="4399" name="dense-map-12-cell-9">
              <a:extLst>
                <a:ext uri="{FF2B5EF4-FFF2-40B4-BE49-F238E27FC236}">
                  <a16:creationId xmlns:a16="http://schemas.microsoft.com/office/drawing/2014/main" id="{6699DCE3-BEBC-46F7-B657-1B53F14BDBC5}"/>
                </a:ext>
              </a:extLst>
            </p:cNvPr>
            <p:cNvSpPr>
              <a:spLocks noGrp="1"/>
            </p:cNvSpPr>
            <p:nvPr/>
          </p:nvSpPr>
          <p:spPr>
            <a:xfrm>
              <a:off x="23842663" y="7103269"/>
              <a:ext cx="236680" cy="6096"/>
            </a:xfrm>
            <a:prstGeom prst="rect">
              <a:avLst/>
            </a:prstGeom>
            <a:solidFill>
              <a:srgbClr val="D55E00"/>
            </a:solidFill>
            <a:ln w="0">
              <a:noFill/>
              <a:prstDash val="solid"/>
            </a:ln>
          </p:spPr>
        </p:sp>
        <p:sp>
          <p:nvSpPr>
            <p:cNvPr id="4400" name="dense-map-12-cell-8">
              <a:extLst>
                <a:ext uri="{FF2B5EF4-FFF2-40B4-BE49-F238E27FC236}">
                  <a16:creationId xmlns:a16="http://schemas.microsoft.com/office/drawing/2014/main" id="{7C618CC9-DD30-4DCE-B944-A42155DD14DA}"/>
                </a:ext>
              </a:extLst>
            </p:cNvPr>
            <p:cNvSpPr>
              <a:spLocks noGrp="1"/>
            </p:cNvSpPr>
            <p:nvPr/>
          </p:nvSpPr>
          <p:spPr>
            <a:xfrm>
              <a:off x="23842663" y="7109222"/>
              <a:ext cx="236680" cy="6096"/>
            </a:xfrm>
            <a:prstGeom prst="rect">
              <a:avLst/>
            </a:prstGeom>
            <a:solidFill>
              <a:srgbClr val="D55E00"/>
            </a:solidFill>
            <a:ln w="0">
              <a:noFill/>
              <a:prstDash val="solid"/>
            </a:ln>
          </p:spPr>
        </p:sp>
        <p:sp>
          <p:nvSpPr>
            <p:cNvPr id="4401" name="dense-map-12-cell-7">
              <a:extLst>
                <a:ext uri="{FF2B5EF4-FFF2-40B4-BE49-F238E27FC236}">
                  <a16:creationId xmlns:a16="http://schemas.microsoft.com/office/drawing/2014/main" id="{11F3122E-573A-400D-B973-6A1823E745BC}"/>
                </a:ext>
              </a:extLst>
            </p:cNvPr>
            <p:cNvSpPr>
              <a:spLocks noGrp="1"/>
            </p:cNvSpPr>
            <p:nvPr/>
          </p:nvSpPr>
          <p:spPr>
            <a:xfrm>
              <a:off x="23842663" y="7115175"/>
              <a:ext cx="236680" cy="6096"/>
            </a:xfrm>
            <a:prstGeom prst="rect">
              <a:avLst/>
            </a:prstGeom>
            <a:solidFill>
              <a:srgbClr val="D55E00"/>
            </a:solidFill>
            <a:ln w="0">
              <a:noFill/>
              <a:prstDash val="solid"/>
            </a:ln>
          </p:spPr>
        </p:sp>
        <p:sp>
          <p:nvSpPr>
            <p:cNvPr id="4402" name="dense-map-12-cell-6">
              <a:extLst>
                <a:ext uri="{FF2B5EF4-FFF2-40B4-BE49-F238E27FC236}">
                  <a16:creationId xmlns:a16="http://schemas.microsoft.com/office/drawing/2014/main" id="{51DF942C-9153-440B-A57A-8753BDA89AB2}"/>
                </a:ext>
              </a:extLst>
            </p:cNvPr>
            <p:cNvSpPr>
              <a:spLocks noGrp="1"/>
            </p:cNvSpPr>
            <p:nvPr/>
          </p:nvSpPr>
          <p:spPr>
            <a:xfrm>
              <a:off x="23842663" y="7121128"/>
              <a:ext cx="236680" cy="6096"/>
            </a:xfrm>
            <a:prstGeom prst="rect">
              <a:avLst/>
            </a:prstGeom>
            <a:solidFill>
              <a:srgbClr val="D55E00"/>
            </a:solidFill>
            <a:ln w="0">
              <a:noFill/>
              <a:prstDash val="solid"/>
            </a:ln>
          </p:spPr>
        </p:sp>
        <p:sp>
          <p:nvSpPr>
            <p:cNvPr id="4403" name="dense-map-12-cell-5">
              <a:extLst>
                <a:ext uri="{FF2B5EF4-FFF2-40B4-BE49-F238E27FC236}">
                  <a16:creationId xmlns:a16="http://schemas.microsoft.com/office/drawing/2014/main" id="{4B7AA47A-D9F3-464F-8CE6-7463C5849DD5}"/>
                </a:ext>
              </a:extLst>
            </p:cNvPr>
            <p:cNvSpPr>
              <a:spLocks noGrp="1"/>
            </p:cNvSpPr>
            <p:nvPr/>
          </p:nvSpPr>
          <p:spPr>
            <a:xfrm>
              <a:off x="23842663" y="7127081"/>
              <a:ext cx="236680" cy="6096"/>
            </a:xfrm>
            <a:prstGeom prst="rect">
              <a:avLst/>
            </a:prstGeom>
            <a:solidFill>
              <a:srgbClr val="D6782D"/>
            </a:solidFill>
            <a:ln w="0">
              <a:noFill/>
              <a:prstDash val="solid"/>
            </a:ln>
          </p:spPr>
        </p:sp>
        <p:sp>
          <p:nvSpPr>
            <p:cNvPr id="4404" name="dense-map-12-cell-4">
              <a:extLst>
                <a:ext uri="{FF2B5EF4-FFF2-40B4-BE49-F238E27FC236}">
                  <a16:creationId xmlns:a16="http://schemas.microsoft.com/office/drawing/2014/main" id="{4E4578B6-9CE0-4E06-9235-173F74F73303}"/>
                </a:ext>
              </a:extLst>
            </p:cNvPr>
            <p:cNvSpPr>
              <a:spLocks noGrp="1"/>
            </p:cNvSpPr>
            <p:nvPr/>
          </p:nvSpPr>
          <p:spPr>
            <a:xfrm>
              <a:off x="23842663" y="7133034"/>
              <a:ext cx="236680" cy="6096"/>
            </a:xfrm>
            <a:prstGeom prst="rect">
              <a:avLst/>
            </a:prstGeom>
            <a:solidFill>
              <a:srgbClr val="D9B698"/>
            </a:solidFill>
            <a:ln w="0">
              <a:noFill/>
              <a:prstDash val="solid"/>
            </a:ln>
          </p:spPr>
        </p:sp>
        <p:sp>
          <p:nvSpPr>
            <p:cNvPr id="4405" name="dense-map-12-cell-3">
              <a:extLst>
                <a:ext uri="{FF2B5EF4-FFF2-40B4-BE49-F238E27FC236}">
                  <a16:creationId xmlns:a16="http://schemas.microsoft.com/office/drawing/2014/main" id="{E2320D79-90B8-4479-8FDE-224F04C62E31}"/>
                </a:ext>
              </a:extLst>
            </p:cNvPr>
            <p:cNvSpPr>
              <a:spLocks noGrp="1"/>
            </p:cNvSpPr>
            <p:nvPr/>
          </p:nvSpPr>
          <p:spPr>
            <a:xfrm>
              <a:off x="23842663" y="7138988"/>
              <a:ext cx="236680" cy="6096"/>
            </a:xfrm>
            <a:prstGeom prst="rect">
              <a:avLst/>
            </a:prstGeom>
            <a:solidFill>
              <a:srgbClr val="D9E6EB"/>
            </a:solidFill>
            <a:ln w="0">
              <a:noFill/>
              <a:prstDash val="solid"/>
            </a:ln>
          </p:spPr>
        </p:sp>
        <p:sp>
          <p:nvSpPr>
            <p:cNvPr id="4406" name="dense-map-12-cell-2">
              <a:extLst>
                <a:ext uri="{FF2B5EF4-FFF2-40B4-BE49-F238E27FC236}">
                  <a16:creationId xmlns:a16="http://schemas.microsoft.com/office/drawing/2014/main" id="{EF4BACF7-B43A-494D-8078-F0804A9642AA}"/>
                </a:ext>
              </a:extLst>
            </p:cNvPr>
            <p:cNvSpPr>
              <a:spLocks noGrp="1"/>
            </p:cNvSpPr>
            <p:nvPr/>
          </p:nvSpPr>
          <p:spPr>
            <a:xfrm>
              <a:off x="23842663" y="7144941"/>
              <a:ext cx="236680" cy="6096"/>
            </a:xfrm>
            <a:prstGeom prst="rect">
              <a:avLst/>
            </a:prstGeom>
            <a:solidFill>
              <a:srgbClr val="DCE8ED"/>
            </a:solidFill>
            <a:ln w="0">
              <a:noFill/>
              <a:prstDash val="solid"/>
            </a:ln>
          </p:spPr>
        </p:sp>
        <p:sp>
          <p:nvSpPr>
            <p:cNvPr id="4407" name="dense-map-12-cell-1">
              <a:extLst>
                <a:ext uri="{FF2B5EF4-FFF2-40B4-BE49-F238E27FC236}">
                  <a16:creationId xmlns:a16="http://schemas.microsoft.com/office/drawing/2014/main" id="{BDD4B300-95A5-4402-A7D4-E87FFB0B2994}"/>
                </a:ext>
              </a:extLst>
            </p:cNvPr>
            <p:cNvSpPr>
              <a:spLocks noGrp="1"/>
            </p:cNvSpPr>
            <p:nvPr/>
          </p:nvSpPr>
          <p:spPr>
            <a:xfrm>
              <a:off x="23842663" y="7150894"/>
              <a:ext cx="236680" cy="6096"/>
            </a:xfrm>
            <a:prstGeom prst="rect">
              <a:avLst/>
            </a:prstGeom>
            <a:solidFill>
              <a:srgbClr val="DCE8ED"/>
            </a:solidFill>
            <a:ln w="0">
              <a:noFill/>
              <a:prstDash val="solid"/>
            </a:ln>
          </p:spPr>
        </p:sp>
        <p:sp>
          <p:nvSpPr>
            <p:cNvPr id="4408" name="dense-map-12-cell-0">
              <a:extLst>
                <a:ext uri="{FF2B5EF4-FFF2-40B4-BE49-F238E27FC236}">
                  <a16:creationId xmlns:a16="http://schemas.microsoft.com/office/drawing/2014/main" id="{A7AF0CB2-5A73-4A9D-B2D3-19DFC97B5B7F}"/>
                </a:ext>
              </a:extLst>
            </p:cNvPr>
            <p:cNvSpPr>
              <a:spLocks noGrp="1"/>
            </p:cNvSpPr>
            <p:nvPr/>
          </p:nvSpPr>
          <p:spPr>
            <a:xfrm>
              <a:off x="23842663" y="7156847"/>
              <a:ext cx="236680" cy="6096"/>
            </a:xfrm>
            <a:prstGeom prst="rect">
              <a:avLst/>
            </a:prstGeom>
            <a:solidFill>
              <a:srgbClr val="DCE8ED"/>
            </a:solidFill>
            <a:ln w="0">
              <a:noFill/>
              <a:prstDash val="solid"/>
            </a:ln>
          </p:spPr>
        </p:sp>
        <p:sp>
          <p:nvSpPr>
            <p:cNvPr id="4409" name="dense-map-11-cell-191">
              <a:extLst>
                <a:ext uri="{FF2B5EF4-FFF2-40B4-BE49-F238E27FC236}">
                  <a16:creationId xmlns:a16="http://schemas.microsoft.com/office/drawing/2014/main" id="{3E88CA8F-28DA-4731-97EB-84D6359E5B1F}"/>
                </a:ext>
              </a:extLst>
            </p:cNvPr>
            <p:cNvSpPr>
              <a:spLocks noGrp="1"/>
            </p:cNvSpPr>
            <p:nvPr/>
          </p:nvSpPr>
          <p:spPr>
            <a:xfrm>
              <a:off x="23606125" y="6019800"/>
              <a:ext cx="236680" cy="6096"/>
            </a:xfrm>
            <a:prstGeom prst="rect">
              <a:avLst/>
            </a:prstGeom>
            <a:solidFill>
              <a:srgbClr val="DCE8ED"/>
            </a:solidFill>
            <a:ln w="0">
              <a:noFill/>
              <a:prstDash val="solid"/>
            </a:ln>
          </p:spPr>
        </p:sp>
        <p:sp>
          <p:nvSpPr>
            <p:cNvPr id="4410" name="dense-map-11-cell-190">
              <a:extLst>
                <a:ext uri="{FF2B5EF4-FFF2-40B4-BE49-F238E27FC236}">
                  <a16:creationId xmlns:a16="http://schemas.microsoft.com/office/drawing/2014/main" id="{686D68B1-E21C-4488-9441-7871B317A2C3}"/>
                </a:ext>
              </a:extLst>
            </p:cNvPr>
            <p:cNvSpPr>
              <a:spLocks noGrp="1"/>
            </p:cNvSpPr>
            <p:nvPr/>
          </p:nvSpPr>
          <p:spPr>
            <a:xfrm>
              <a:off x="23606125" y="6025753"/>
              <a:ext cx="236680" cy="6096"/>
            </a:xfrm>
            <a:prstGeom prst="rect">
              <a:avLst/>
            </a:prstGeom>
            <a:solidFill>
              <a:srgbClr val="DAD8E3"/>
            </a:solidFill>
            <a:ln w="0">
              <a:noFill/>
              <a:prstDash val="solid"/>
            </a:ln>
          </p:spPr>
        </p:sp>
        <p:sp>
          <p:nvSpPr>
            <p:cNvPr id="4411" name="dense-map-11-cell-189">
              <a:extLst>
                <a:ext uri="{FF2B5EF4-FFF2-40B4-BE49-F238E27FC236}">
                  <a16:creationId xmlns:a16="http://schemas.microsoft.com/office/drawing/2014/main" id="{B60CA533-CE56-445C-85BB-AD9864B90BBA}"/>
                </a:ext>
              </a:extLst>
            </p:cNvPr>
            <p:cNvSpPr>
              <a:spLocks noGrp="1"/>
            </p:cNvSpPr>
            <p:nvPr/>
          </p:nvSpPr>
          <p:spPr>
            <a:xfrm>
              <a:off x="23606125" y="6031706"/>
              <a:ext cx="236680" cy="6096"/>
            </a:xfrm>
            <a:prstGeom prst="rect">
              <a:avLst/>
            </a:prstGeom>
            <a:solidFill>
              <a:srgbClr val="D6BBD1"/>
            </a:solidFill>
            <a:ln w="0">
              <a:noFill/>
              <a:prstDash val="solid"/>
            </a:ln>
          </p:spPr>
        </p:sp>
        <p:sp>
          <p:nvSpPr>
            <p:cNvPr id="4412" name="dense-map-11-cell-188">
              <a:extLst>
                <a:ext uri="{FF2B5EF4-FFF2-40B4-BE49-F238E27FC236}">
                  <a16:creationId xmlns:a16="http://schemas.microsoft.com/office/drawing/2014/main" id="{54C79312-32B0-4545-9AC4-DE54B92D56B0}"/>
                </a:ext>
              </a:extLst>
            </p:cNvPr>
            <p:cNvSpPr>
              <a:spLocks noGrp="1"/>
            </p:cNvSpPr>
            <p:nvPr/>
          </p:nvSpPr>
          <p:spPr>
            <a:xfrm>
              <a:off x="23606125" y="6037659"/>
              <a:ext cx="236680" cy="6096"/>
            </a:xfrm>
            <a:prstGeom prst="rect">
              <a:avLst/>
            </a:prstGeom>
            <a:solidFill>
              <a:srgbClr val="D2A1C0"/>
            </a:solidFill>
            <a:ln w="0">
              <a:noFill/>
              <a:prstDash val="solid"/>
            </a:ln>
          </p:spPr>
        </p:sp>
        <p:sp>
          <p:nvSpPr>
            <p:cNvPr id="4413" name="dense-map-11-cell-187">
              <a:extLst>
                <a:ext uri="{FF2B5EF4-FFF2-40B4-BE49-F238E27FC236}">
                  <a16:creationId xmlns:a16="http://schemas.microsoft.com/office/drawing/2014/main" id="{2F14B49B-8921-41A6-9C05-60B62960FFC3}"/>
                </a:ext>
              </a:extLst>
            </p:cNvPr>
            <p:cNvSpPr>
              <a:spLocks noGrp="1"/>
            </p:cNvSpPr>
            <p:nvPr/>
          </p:nvSpPr>
          <p:spPr>
            <a:xfrm>
              <a:off x="23606125" y="6043613"/>
              <a:ext cx="236680" cy="6096"/>
            </a:xfrm>
            <a:prstGeom prst="rect">
              <a:avLst/>
            </a:prstGeom>
            <a:solidFill>
              <a:srgbClr val="D096B9"/>
            </a:solidFill>
            <a:ln w="0">
              <a:noFill/>
              <a:prstDash val="solid"/>
            </a:ln>
          </p:spPr>
        </p:sp>
        <p:sp>
          <p:nvSpPr>
            <p:cNvPr id="4414" name="dense-map-11-cell-186">
              <a:extLst>
                <a:ext uri="{FF2B5EF4-FFF2-40B4-BE49-F238E27FC236}">
                  <a16:creationId xmlns:a16="http://schemas.microsoft.com/office/drawing/2014/main" id="{BA52D48D-D205-412F-9364-E517D37F4E56}"/>
                </a:ext>
              </a:extLst>
            </p:cNvPr>
            <p:cNvSpPr>
              <a:spLocks noGrp="1"/>
            </p:cNvSpPr>
            <p:nvPr/>
          </p:nvSpPr>
          <p:spPr>
            <a:xfrm>
              <a:off x="23606125" y="6049566"/>
              <a:ext cx="236680" cy="6096"/>
            </a:xfrm>
            <a:prstGeom prst="rect">
              <a:avLst/>
            </a:prstGeom>
            <a:solidFill>
              <a:srgbClr val="D095B9"/>
            </a:solidFill>
            <a:ln w="0">
              <a:noFill/>
              <a:prstDash val="solid"/>
            </a:ln>
          </p:spPr>
        </p:sp>
        <p:sp>
          <p:nvSpPr>
            <p:cNvPr id="4415" name="dense-map-11-cell-185">
              <a:extLst>
                <a:ext uri="{FF2B5EF4-FFF2-40B4-BE49-F238E27FC236}">
                  <a16:creationId xmlns:a16="http://schemas.microsoft.com/office/drawing/2014/main" id="{72A408EC-72BD-4BFB-A889-710BEBDD2BA6}"/>
                </a:ext>
              </a:extLst>
            </p:cNvPr>
            <p:cNvSpPr>
              <a:spLocks noGrp="1"/>
            </p:cNvSpPr>
            <p:nvPr/>
          </p:nvSpPr>
          <p:spPr>
            <a:xfrm>
              <a:off x="23606125" y="6055519"/>
              <a:ext cx="236680" cy="6096"/>
            </a:xfrm>
            <a:prstGeom prst="rect">
              <a:avLst/>
            </a:prstGeom>
            <a:solidFill>
              <a:srgbClr val="D095B9"/>
            </a:solidFill>
            <a:ln w="0">
              <a:noFill/>
              <a:prstDash val="solid"/>
            </a:ln>
          </p:spPr>
        </p:sp>
        <p:sp>
          <p:nvSpPr>
            <p:cNvPr id="4416" name="dense-map-11-cell-184">
              <a:extLst>
                <a:ext uri="{FF2B5EF4-FFF2-40B4-BE49-F238E27FC236}">
                  <a16:creationId xmlns:a16="http://schemas.microsoft.com/office/drawing/2014/main" id="{8E8D1784-8374-4EC3-ABF8-40EB6FDE20FD}"/>
                </a:ext>
              </a:extLst>
            </p:cNvPr>
            <p:cNvSpPr>
              <a:spLocks noGrp="1"/>
            </p:cNvSpPr>
            <p:nvPr/>
          </p:nvSpPr>
          <p:spPr>
            <a:xfrm>
              <a:off x="23606125" y="6061472"/>
              <a:ext cx="236680" cy="6096"/>
            </a:xfrm>
            <a:prstGeom prst="rect">
              <a:avLst/>
            </a:prstGeom>
            <a:solidFill>
              <a:srgbClr val="D095B9"/>
            </a:solidFill>
            <a:ln w="0">
              <a:noFill/>
              <a:prstDash val="solid"/>
            </a:ln>
          </p:spPr>
        </p:sp>
        <p:sp>
          <p:nvSpPr>
            <p:cNvPr id="4417" name="dense-map-11-cell-183">
              <a:extLst>
                <a:ext uri="{FF2B5EF4-FFF2-40B4-BE49-F238E27FC236}">
                  <a16:creationId xmlns:a16="http://schemas.microsoft.com/office/drawing/2014/main" id="{9F08F08C-FA9E-4587-BCE7-16500ADA2A4D}"/>
                </a:ext>
              </a:extLst>
            </p:cNvPr>
            <p:cNvSpPr>
              <a:spLocks noGrp="1"/>
            </p:cNvSpPr>
            <p:nvPr/>
          </p:nvSpPr>
          <p:spPr>
            <a:xfrm>
              <a:off x="23606125" y="6067425"/>
              <a:ext cx="236680" cy="6096"/>
            </a:xfrm>
            <a:prstGeom prst="rect">
              <a:avLst/>
            </a:prstGeom>
            <a:solidFill>
              <a:srgbClr val="D095B9"/>
            </a:solidFill>
            <a:ln w="0">
              <a:noFill/>
              <a:prstDash val="solid"/>
            </a:ln>
          </p:spPr>
        </p:sp>
        <p:sp>
          <p:nvSpPr>
            <p:cNvPr id="4418" name="dense-map-11-cell-182">
              <a:extLst>
                <a:ext uri="{FF2B5EF4-FFF2-40B4-BE49-F238E27FC236}">
                  <a16:creationId xmlns:a16="http://schemas.microsoft.com/office/drawing/2014/main" id="{FE7A9F44-A9C1-46A6-B646-8C0BBC3D1722}"/>
                </a:ext>
              </a:extLst>
            </p:cNvPr>
            <p:cNvSpPr>
              <a:spLocks noGrp="1"/>
            </p:cNvSpPr>
            <p:nvPr/>
          </p:nvSpPr>
          <p:spPr>
            <a:xfrm>
              <a:off x="23606125" y="6073378"/>
              <a:ext cx="236680" cy="6096"/>
            </a:xfrm>
            <a:prstGeom prst="rect">
              <a:avLst/>
            </a:prstGeom>
            <a:solidFill>
              <a:srgbClr val="D095B9"/>
            </a:solidFill>
            <a:ln w="0">
              <a:noFill/>
              <a:prstDash val="solid"/>
            </a:ln>
          </p:spPr>
        </p:sp>
        <p:sp>
          <p:nvSpPr>
            <p:cNvPr id="4419" name="dense-map-11-cell-181">
              <a:extLst>
                <a:ext uri="{FF2B5EF4-FFF2-40B4-BE49-F238E27FC236}">
                  <a16:creationId xmlns:a16="http://schemas.microsoft.com/office/drawing/2014/main" id="{AE083567-AF96-4559-8DC8-1F68C5D62C08}"/>
                </a:ext>
              </a:extLst>
            </p:cNvPr>
            <p:cNvSpPr>
              <a:spLocks noGrp="1"/>
            </p:cNvSpPr>
            <p:nvPr/>
          </p:nvSpPr>
          <p:spPr>
            <a:xfrm>
              <a:off x="23606125" y="6079331"/>
              <a:ext cx="236680" cy="6096"/>
            </a:xfrm>
            <a:prstGeom prst="rect">
              <a:avLst/>
            </a:prstGeom>
            <a:solidFill>
              <a:srgbClr val="D095B9"/>
            </a:solidFill>
            <a:ln w="0">
              <a:noFill/>
              <a:prstDash val="solid"/>
            </a:ln>
          </p:spPr>
        </p:sp>
        <p:sp>
          <p:nvSpPr>
            <p:cNvPr id="4420" name="dense-map-11-cell-180">
              <a:extLst>
                <a:ext uri="{FF2B5EF4-FFF2-40B4-BE49-F238E27FC236}">
                  <a16:creationId xmlns:a16="http://schemas.microsoft.com/office/drawing/2014/main" id="{E0A3B3B3-BEBF-4010-97D8-8CBC369E58E1}"/>
                </a:ext>
              </a:extLst>
            </p:cNvPr>
            <p:cNvSpPr>
              <a:spLocks noGrp="1"/>
            </p:cNvSpPr>
            <p:nvPr/>
          </p:nvSpPr>
          <p:spPr>
            <a:xfrm>
              <a:off x="23606125" y="6085284"/>
              <a:ext cx="236680" cy="6096"/>
            </a:xfrm>
            <a:prstGeom prst="rect">
              <a:avLst/>
            </a:prstGeom>
            <a:solidFill>
              <a:srgbClr val="D095B9"/>
            </a:solidFill>
            <a:ln w="0">
              <a:noFill/>
              <a:prstDash val="solid"/>
            </a:ln>
          </p:spPr>
        </p:sp>
        <p:sp>
          <p:nvSpPr>
            <p:cNvPr id="4421" name="dense-map-11-cell-179">
              <a:extLst>
                <a:ext uri="{FF2B5EF4-FFF2-40B4-BE49-F238E27FC236}">
                  <a16:creationId xmlns:a16="http://schemas.microsoft.com/office/drawing/2014/main" id="{6648EF3B-900D-41F5-8FEB-192A0519D3F4}"/>
                </a:ext>
              </a:extLst>
            </p:cNvPr>
            <p:cNvSpPr>
              <a:spLocks noGrp="1"/>
            </p:cNvSpPr>
            <p:nvPr/>
          </p:nvSpPr>
          <p:spPr>
            <a:xfrm>
              <a:off x="23606125" y="6091238"/>
              <a:ext cx="236680" cy="6096"/>
            </a:xfrm>
            <a:prstGeom prst="rect">
              <a:avLst/>
            </a:prstGeom>
            <a:solidFill>
              <a:srgbClr val="D095B9"/>
            </a:solidFill>
            <a:ln w="0">
              <a:noFill/>
              <a:prstDash val="solid"/>
            </a:ln>
          </p:spPr>
        </p:sp>
        <p:sp>
          <p:nvSpPr>
            <p:cNvPr id="4422" name="dense-map-11-cell-178">
              <a:extLst>
                <a:ext uri="{FF2B5EF4-FFF2-40B4-BE49-F238E27FC236}">
                  <a16:creationId xmlns:a16="http://schemas.microsoft.com/office/drawing/2014/main" id="{EE1D78B1-1230-42BF-A95C-D33C3A0D9F7B}"/>
                </a:ext>
              </a:extLst>
            </p:cNvPr>
            <p:cNvSpPr>
              <a:spLocks noGrp="1"/>
            </p:cNvSpPr>
            <p:nvPr/>
          </p:nvSpPr>
          <p:spPr>
            <a:xfrm>
              <a:off x="23606125" y="6097191"/>
              <a:ext cx="236680" cy="6096"/>
            </a:xfrm>
            <a:prstGeom prst="rect">
              <a:avLst/>
            </a:prstGeom>
            <a:solidFill>
              <a:srgbClr val="D094B8"/>
            </a:solidFill>
            <a:ln w="0">
              <a:noFill/>
              <a:prstDash val="solid"/>
            </a:ln>
          </p:spPr>
        </p:sp>
        <p:sp>
          <p:nvSpPr>
            <p:cNvPr id="4423" name="dense-map-11-cell-177">
              <a:extLst>
                <a:ext uri="{FF2B5EF4-FFF2-40B4-BE49-F238E27FC236}">
                  <a16:creationId xmlns:a16="http://schemas.microsoft.com/office/drawing/2014/main" id="{0716E8AC-B977-41F9-9D09-CF38EE367C23}"/>
                </a:ext>
              </a:extLst>
            </p:cNvPr>
            <p:cNvSpPr>
              <a:spLocks noGrp="1"/>
            </p:cNvSpPr>
            <p:nvPr/>
          </p:nvSpPr>
          <p:spPr>
            <a:xfrm>
              <a:off x="23606125" y="6103144"/>
              <a:ext cx="236680" cy="6096"/>
            </a:xfrm>
            <a:prstGeom prst="rect">
              <a:avLst/>
            </a:prstGeom>
            <a:solidFill>
              <a:srgbClr val="CF8BB2"/>
            </a:solidFill>
            <a:ln w="0">
              <a:noFill/>
              <a:prstDash val="solid"/>
            </a:ln>
          </p:spPr>
        </p:sp>
        <p:sp>
          <p:nvSpPr>
            <p:cNvPr id="4424" name="dense-map-11-cell-176">
              <a:extLst>
                <a:ext uri="{FF2B5EF4-FFF2-40B4-BE49-F238E27FC236}">
                  <a16:creationId xmlns:a16="http://schemas.microsoft.com/office/drawing/2014/main" id="{66F699EE-AC54-46BC-8845-EE77E5CD371D}"/>
                </a:ext>
              </a:extLst>
            </p:cNvPr>
            <p:cNvSpPr>
              <a:spLocks noGrp="1"/>
            </p:cNvSpPr>
            <p:nvPr/>
          </p:nvSpPr>
          <p:spPr>
            <a:xfrm>
              <a:off x="23606125" y="6109097"/>
              <a:ext cx="236680" cy="6096"/>
            </a:xfrm>
            <a:prstGeom prst="rect">
              <a:avLst/>
            </a:prstGeom>
            <a:solidFill>
              <a:srgbClr val="CE86AF"/>
            </a:solidFill>
            <a:ln w="0">
              <a:noFill/>
              <a:prstDash val="solid"/>
            </a:ln>
          </p:spPr>
        </p:sp>
        <p:sp>
          <p:nvSpPr>
            <p:cNvPr id="4425" name="dense-map-11-cell-175">
              <a:extLst>
                <a:ext uri="{FF2B5EF4-FFF2-40B4-BE49-F238E27FC236}">
                  <a16:creationId xmlns:a16="http://schemas.microsoft.com/office/drawing/2014/main" id="{6CEC1FEE-8885-4A62-8E64-ADBB4CD8709C}"/>
                </a:ext>
              </a:extLst>
            </p:cNvPr>
            <p:cNvSpPr>
              <a:spLocks noGrp="1"/>
            </p:cNvSpPr>
            <p:nvPr/>
          </p:nvSpPr>
          <p:spPr>
            <a:xfrm>
              <a:off x="23606125" y="6115050"/>
              <a:ext cx="236680" cy="6096"/>
            </a:xfrm>
            <a:prstGeom prst="rect">
              <a:avLst/>
            </a:prstGeom>
            <a:solidFill>
              <a:srgbClr val="CF8DB4"/>
            </a:solidFill>
            <a:ln w="0">
              <a:noFill/>
              <a:prstDash val="solid"/>
            </a:ln>
          </p:spPr>
        </p:sp>
        <p:sp>
          <p:nvSpPr>
            <p:cNvPr id="4426" name="dense-map-11-cell-174">
              <a:extLst>
                <a:ext uri="{FF2B5EF4-FFF2-40B4-BE49-F238E27FC236}">
                  <a16:creationId xmlns:a16="http://schemas.microsoft.com/office/drawing/2014/main" id="{0ED0438C-5637-4740-A835-CECD1BA169DD}"/>
                </a:ext>
              </a:extLst>
            </p:cNvPr>
            <p:cNvSpPr>
              <a:spLocks noGrp="1"/>
            </p:cNvSpPr>
            <p:nvPr/>
          </p:nvSpPr>
          <p:spPr>
            <a:xfrm>
              <a:off x="23606125" y="6121003"/>
              <a:ext cx="236680" cy="6096"/>
            </a:xfrm>
            <a:prstGeom prst="rect">
              <a:avLst/>
            </a:prstGeom>
            <a:solidFill>
              <a:srgbClr val="D095B9"/>
            </a:solidFill>
            <a:ln w="0">
              <a:noFill/>
              <a:prstDash val="solid"/>
            </a:ln>
          </p:spPr>
        </p:sp>
        <p:sp>
          <p:nvSpPr>
            <p:cNvPr id="4427" name="dense-map-11-cell-173">
              <a:extLst>
                <a:ext uri="{FF2B5EF4-FFF2-40B4-BE49-F238E27FC236}">
                  <a16:creationId xmlns:a16="http://schemas.microsoft.com/office/drawing/2014/main" id="{8135B166-1887-49D2-A847-EE38053EE63D}"/>
                </a:ext>
              </a:extLst>
            </p:cNvPr>
            <p:cNvSpPr>
              <a:spLocks noGrp="1"/>
            </p:cNvSpPr>
            <p:nvPr/>
          </p:nvSpPr>
          <p:spPr>
            <a:xfrm>
              <a:off x="23606125" y="6126956"/>
              <a:ext cx="236680" cy="6096"/>
            </a:xfrm>
            <a:prstGeom prst="rect">
              <a:avLst/>
            </a:prstGeom>
            <a:solidFill>
              <a:srgbClr val="D19DBD"/>
            </a:solidFill>
            <a:ln w="0">
              <a:noFill/>
              <a:prstDash val="solid"/>
            </a:ln>
          </p:spPr>
        </p:sp>
        <p:sp>
          <p:nvSpPr>
            <p:cNvPr id="4428" name="dense-map-11-cell-172">
              <a:extLst>
                <a:ext uri="{FF2B5EF4-FFF2-40B4-BE49-F238E27FC236}">
                  <a16:creationId xmlns:a16="http://schemas.microsoft.com/office/drawing/2014/main" id="{F7E44F47-06D9-49F9-9287-816E55331E7E}"/>
                </a:ext>
              </a:extLst>
            </p:cNvPr>
            <p:cNvSpPr>
              <a:spLocks noGrp="1"/>
            </p:cNvSpPr>
            <p:nvPr/>
          </p:nvSpPr>
          <p:spPr>
            <a:xfrm>
              <a:off x="23606125" y="6132909"/>
              <a:ext cx="236680" cy="6096"/>
            </a:xfrm>
            <a:prstGeom prst="rect">
              <a:avLst/>
            </a:prstGeom>
            <a:solidFill>
              <a:srgbClr val="D2A2C1"/>
            </a:solidFill>
            <a:ln w="0">
              <a:noFill/>
              <a:prstDash val="solid"/>
            </a:ln>
          </p:spPr>
        </p:sp>
        <p:sp>
          <p:nvSpPr>
            <p:cNvPr id="4429" name="dense-map-11-cell-171">
              <a:extLst>
                <a:ext uri="{FF2B5EF4-FFF2-40B4-BE49-F238E27FC236}">
                  <a16:creationId xmlns:a16="http://schemas.microsoft.com/office/drawing/2014/main" id="{64AAE52F-65C1-4EC6-A02F-005A4E3D2C6D}"/>
                </a:ext>
              </a:extLst>
            </p:cNvPr>
            <p:cNvSpPr>
              <a:spLocks noGrp="1"/>
            </p:cNvSpPr>
            <p:nvPr/>
          </p:nvSpPr>
          <p:spPr>
            <a:xfrm>
              <a:off x="23606125" y="6138863"/>
              <a:ext cx="236680" cy="6096"/>
            </a:xfrm>
            <a:prstGeom prst="rect">
              <a:avLst/>
            </a:prstGeom>
            <a:solidFill>
              <a:srgbClr val="D2A5C2"/>
            </a:solidFill>
            <a:ln w="0">
              <a:noFill/>
              <a:prstDash val="solid"/>
            </a:ln>
          </p:spPr>
        </p:sp>
        <p:sp>
          <p:nvSpPr>
            <p:cNvPr id="4430" name="dense-map-11-cell-170">
              <a:extLst>
                <a:ext uri="{FF2B5EF4-FFF2-40B4-BE49-F238E27FC236}">
                  <a16:creationId xmlns:a16="http://schemas.microsoft.com/office/drawing/2014/main" id="{07345191-2F2F-4F15-A174-B91281CE6C12}"/>
                </a:ext>
              </a:extLst>
            </p:cNvPr>
            <p:cNvSpPr>
              <a:spLocks noGrp="1"/>
            </p:cNvSpPr>
            <p:nvPr/>
          </p:nvSpPr>
          <p:spPr>
            <a:xfrm>
              <a:off x="23606125" y="6144816"/>
              <a:ext cx="236680" cy="6096"/>
            </a:xfrm>
            <a:prstGeom prst="rect">
              <a:avLst/>
            </a:prstGeom>
            <a:solidFill>
              <a:srgbClr val="D2A5C3"/>
            </a:solidFill>
            <a:ln w="0">
              <a:noFill/>
              <a:prstDash val="solid"/>
            </a:ln>
          </p:spPr>
        </p:sp>
        <p:sp>
          <p:nvSpPr>
            <p:cNvPr id="4431" name="dense-map-11-cell-169">
              <a:extLst>
                <a:ext uri="{FF2B5EF4-FFF2-40B4-BE49-F238E27FC236}">
                  <a16:creationId xmlns:a16="http://schemas.microsoft.com/office/drawing/2014/main" id="{8886ACE7-CF4A-428E-8D1B-C147E6A2B151}"/>
                </a:ext>
              </a:extLst>
            </p:cNvPr>
            <p:cNvSpPr>
              <a:spLocks noGrp="1"/>
            </p:cNvSpPr>
            <p:nvPr/>
          </p:nvSpPr>
          <p:spPr>
            <a:xfrm>
              <a:off x="23606125" y="6150769"/>
              <a:ext cx="236680" cy="6096"/>
            </a:xfrm>
            <a:prstGeom prst="rect">
              <a:avLst/>
            </a:prstGeom>
            <a:solidFill>
              <a:srgbClr val="D2A5C3"/>
            </a:solidFill>
            <a:ln w="0">
              <a:noFill/>
              <a:prstDash val="solid"/>
            </a:ln>
          </p:spPr>
        </p:sp>
        <p:sp>
          <p:nvSpPr>
            <p:cNvPr id="4432" name="dense-map-11-cell-168">
              <a:extLst>
                <a:ext uri="{FF2B5EF4-FFF2-40B4-BE49-F238E27FC236}">
                  <a16:creationId xmlns:a16="http://schemas.microsoft.com/office/drawing/2014/main" id="{511F549A-3C4D-4776-8708-ECD3FB242EFA}"/>
                </a:ext>
              </a:extLst>
            </p:cNvPr>
            <p:cNvSpPr>
              <a:spLocks noGrp="1"/>
            </p:cNvSpPr>
            <p:nvPr/>
          </p:nvSpPr>
          <p:spPr>
            <a:xfrm>
              <a:off x="23606125" y="6156722"/>
              <a:ext cx="236680" cy="6096"/>
            </a:xfrm>
            <a:prstGeom prst="rect">
              <a:avLst/>
            </a:prstGeom>
            <a:solidFill>
              <a:srgbClr val="D2A5C3"/>
            </a:solidFill>
            <a:ln w="0">
              <a:noFill/>
              <a:prstDash val="solid"/>
            </a:ln>
          </p:spPr>
        </p:sp>
        <p:sp>
          <p:nvSpPr>
            <p:cNvPr id="4433" name="dense-map-11-cell-167">
              <a:extLst>
                <a:ext uri="{FF2B5EF4-FFF2-40B4-BE49-F238E27FC236}">
                  <a16:creationId xmlns:a16="http://schemas.microsoft.com/office/drawing/2014/main" id="{492B96C4-86F8-45E4-91AE-ACA0AA83B345}"/>
                </a:ext>
              </a:extLst>
            </p:cNvPr>
            <p:cNvSpPr>
              <a:spLocks noGrp="1"/>
            </p:cNvSpPr>
            <p:nvPr/>
          </p:nvSpPr>
          <p:spPr>
            <a:xfrm>
              <a:off x="23606125" y="6162675"/>
              <a:ext cx="236680" cy="6096"/>
            </a:xfrm>
            <a:prstGeom prst="rect">
              <a:avLst/>
            </a:prstGeom>
            <a:solidFill>
              <a:srgbClr val="D2A5C3"/>
            </a:solidFill>
            <a:ln w="0">
              <a:noFill/>
              <a:prstDash val="solid"/>
            </a:ln>
          </p:spPr>
        </p:sp>
        <p:sp>
          <p:nvSpPr>
            <p:cNvPr id="4434" name="dense-map-11-cell-166">
              <a:extLst>
                <a:ext uri="{FF2B5EF4-FFF2-40B4-BE49-F238E27FC236}">
                  <a16:creationId xmlns:a16="http://schemas.microsoft.com/office/drawing/2014/main" id="{8BEF03DE-157F-49F7-92EC-486875521DF2}"/>
                </a:ext>
              </a:extLst>
            </p:cNvPr>
            <p:cNvSpPr>
              <a:spLocks noGrp="1"/>
            </p:cNvSpPr>
            <p:nvPr/>
          </p:nvSpPr>
          <p:spPr>
            <a:xfrm>
              <a:off x="23606125" y="6168628"/>
              <a:ext cx="236680" cy="6096"/>
            </a:xfrm>
            <a:prstGeom prst="rect">
              <a:avLst/>
            </a:prstGeom>
            <a:solidFill>
              <a:srgbClr val="D2A6C3"/>
            </a:solidFill>
            <a:ln w="0">
              <a:noFill/>
              <a:prstDash val="solid"/>
            </a:ln>
          </p:spPr>
        </p:sp>
        <p:sp>
          <p:nvSpPr>
            <p:cNvPr id="4435" name="dense-map-11-cell-165">
              <a:extLst>
                <a:ext uri="{FF2B5EF4-FFF2-40B4-BE49-F238E27FC236}">
                  <a16:creationId xmlns:a16="http://schemas.microsoft.com/office/drawing/2014/main" id="{F42F34D8-6017-4054-94AA-A423C4D67DC9}"/>
                </a:ext>
              </a:extLst>
            </p:cNvPr>
            <p:cNvSpPr>
              <a:spLocks noGrp="1"/>
            </p:cNvSpPr>
            <p:nvPr/>
          </p:nvSpPr>
          <p:spPr>
            <a:xfrm>
              <a:off x="23606125" y="6174581"/>
              <a:ext cx="236680" cy="6096"/>
            </a:xfrm>
            <a:prstGeom prst="rect">
              <a:avLst/>
            </a:prstGeom>
            <a:solidFill>
              <a:srgbClr val="D3A4BE"/>
            </a:solidFill>
            <a:ln w="0">
              <a:noFill/>
              <a:prstDash val="solid"/>
            </a:ln>
          </p:spPr>
        </p:sp>
        <p:sp>
          <p:nvSpPr>
            <p:cNvPr id="4436" name="dense-map-11-cell-164">
              <a:extLst>
                <a:ext uri="{FF2B5EF4-FFF2-40B4-BE49-F238E27FC236}">
                  <a16:creationId xmlns:a16="http://schemas.microsoft.com/office/drawing/2014/main" id="{93968A8A-3717-4CDD-8920-34779F7A5BFF}"/>
                </a:ext>
              </a:extLst>
            </p:cNvPr>
            <p:cNvSpPr>
              <a:spLocks noGrp="1"/>
            </p:cNvSpPr>
            <p:nvPr/>
          </p:nvSpPr>
          <p:spPr>
            <a:xfrm>
              <a:off x="23606125" y="6180534"/>
              <a:ext cx="236680" cy="6096"/>
            </a:xfrm>
            <a:prstGeom prst="rect">
              <a:avLst/>
            </a:prstGeom>
            <a:solidFill>
              <a:srgbClr val="D39DAD"/>
            </a:solidFill>
            <a:ln w="0">
              <a:noFill/>
              <a:prstDash val="solid"/>
            </a:ln>
          </p:spPr>
        </p:sp>
        <p:sp>
          <p:nvSpPr>
            <p:cNvPr id="4437" name="dense-map-11-cell-163">
              <a:extLst>
                <a:ext uri="{FF2B5EF4-FFF2-40B4-BE49-F238E27FC236}">
                  <a16:creationId xmlns:a16="http://schemas.microsoft.com/office/drawing/2014/main" id="{13F50009-DB53-46B0-BA37-8B660AB10F06}"/>
                </a:ext>
              </a:extLst>
            </p:cNvPr>
            <p:cNvSpPr>
              <a:spLocks noGrp="1"/>
            </p:cNvSpPr>
            <p:nvPr/>
          </p:nvSpPr>
          <p:spPr>
            <a:xfrm>
              <a:off x="23606125" y="6186488"/>
              <a:ext cx="236680" cy="6096"/>
            </a:xfrm>
            <a:prstGeom prst="rect">
              <a:avLst/>
            </a:prstGeom>
            <a:solidFill>
              <a:srgbClr val="D3A4B4"/>
            </a:solidFill>
            <a:ln w="0">
              <a:noFill/>
              <a:prstDash val="solid"/>
            </a:ln>
          </p:spPr>
        </p:sp>
        <p:sp>
          <p:nvSpPr>
            <p:cNvPr id="4438" name="dense-map-11-cell-162">
              <a:extLst>
                <a:ext uri="{FF2B5EF4-FFF2-40B4-BE49-F238E27FC236}">
                  <a16:creationId xmlns:a16="http://schemas.microsoft.com/office/drawing/2014/main" id="{BC537153-654F-4029-AF5F-9D3F4F40EEF1}"/>
                </a:ext>
              </a:extLst>
            </p:cNvPr>
            <p:cNvSpPr>
              <a:spLocks noGrp="1"/>
            </p:cNvSpPr>
            <p:nvPr/>
          </p:nvSpPr>
          <p:spPr>
            <a:xfrm>
              <a:off x="23606125" y="6192441"/>
              <a:ext cx="236680" cy="6096"/>
            </a:xfrm>
            <a:prstGeom prst="rect">
              <a:avLst/>
            </a:prstGeom>
            <a:solidFill>
              <a:srgbClr val="D5B7CE"/>
            </a:solidFill>
            <a:ln w="0">
              <a:noFill/>
              <a:prstDash val="solid"/>
            </a:ln>
          </p:spPr>
        </p:sp>
        <p:sp>
          <p:nvSpPr>
            <p:cNvPr id="4439" name="dense-map-11-cell-161">
              <a:extLst>
                <a:ext uri="{FF2B5EF4-FFF2-40B4-BE49-F238E27FC236}">
                  <a16:creationId xmlns:a16="http://schemas.microsoft.com/office/drawing/2014/main" id="{890ABE6B-DEC3-463D-95DA-36619D65B274}"/>
                </a:ext>
              </a:extLst>
            </p:cNvPr>
            <p:cNvSpPr>
              <a:spLocks noGrp="1"/>
            </p:cNvSpPr>
            <p:nvPr/>
          </p:nvSpPr>
          <p:spPr>
            <a:xfrm>
              <a:off x="23606125" y="6198394"/>
              <a:ext cx="236680" cy="6096"/>
            </a:xfrm>
            <a:prstGeom prst="rect">
              <a:avLst/>
            </a:prstGeom>
            <a:solidFill>
              <a:srgbClr val="D6BCD1"/>
            </a:solidFill>
            <a:ln w="0">
              <a:noFill/>
              <a:prstDash val="solid"/>
            </a:ln>
          </p:spPr>
        </p:sp>
        <p:sp>
          <p:nvSpPr>
            <p:cNvPr id="4440" name="dense-map-11-cell-160">
              <a:extLst>
                <a:ext uri="{FF2B5EF4-FFF2-40B4-BE49-F238E27FC236}">
                  <a16:creationId xmlns:a16="http://schemas.microsoft.com/office/drawing/2014/main" id="{A70AA1D8-0AFD-4401-ABEB-F462487B0B03}"/>
                </a:ext>
              </a:extLst>
            </p:cNvPr>
            <p:cNvSpPr>
              <a:spLocks noGrp="1"/>
            </p:cNvSpPr>
            <p:nvPr/>
          </p:nvSpPr>
          <p:spPr>
            <a:xfrm>
              <a:off x="23606125" y="6204347"/>
              <a:ext cx="236680" cy="6096"/>
            </a:xfrm>
            <a:prstGeom prst="rect">
              <a:avLst/>
            </a:prstGeom>
            <a:solidFill>
              <a:srgbClr val="D6C1D4"/>
            </a:solidFill>
            <a:ln w="0">
              <a:noFill/>
              <a:prstDash val="solid"/>
            </a:ln>
          </p:spPr>
        </p:sp>
        <p:sp>
          <p:nvSpPr>
            <p:cNvPr id="4441" name="dense-map-11-cell-159">
              <a:extLst>
                <a:ext uri="{FF2B5EF4-FFF2-40B4-BE49-F238E27FC236}">
                  <a16:creationId xmlns:a16="http://schemas.microsoft.com/office/drawing/2014/main" id="{1CB53086-808C-432A-AAC3-9DEBAD12E08F}"/>
                </a:ext>
              </a:extLst>
            </p:cNvPr>
            <p:cNvSpPr>
              <a:spLocks noGrp="1"/>
            </p:cNvSpPr>
            <p:nvPr/>
          </p:nvSpPr>
          <p:spPr>
            <a:xfrm>
              <a:off x="23606125" y="6210300"/>
              <a:ext cx="236680" cy="6096"/>
            </a:xfrm>
            <a:prstGeom prst="rect">
              <a:avLst/>
            </a:prstGeom>
            <a:solidFill>
              <a:srgbClr val="D6C1D4"/>
            </a:solidFill>
            <a:ln w="0">
              <a:noFill/>
              <a:prstDash val="solid"/>
            </a:ln>
          </p:spPr>
        </p:sp>
        <p:sp>
          <p:nvSpPr>
            <p:cNvPr id="4442" name="dense-map-11-cell-158">
              <a:extLst>
                <a:ext uri="{FF2B5EF4-FFF2-40B4-BE49-F238E27FC236}">
                  <a16:creationId xmlns:a16="http://schemas.microsoft.com/office/drawing/2014/main" id="{2A64AC53-5C77-4F07-9B3B-9C1CD0D9A647}"/>
                </a:ext>
              </a:extLst>
            </p:cNvPr>
            <p:cNvSpPr>
              <a:spLocks noGrp="1"/>
            </p:cNvSpPr>
            <p:nvPr/>
          </p:nvSpPr>
          <p:spPr>
            <a:xfrm>
              <a:off x="23606125" y="6216253"/>
              <a:ext cx="236680" cy="6096"/>
            </a:xfrm>
            <a:prstGeom prst="rect">
              <a:avLst/>
            </a:prstGeom>
            <a:solidFill>
              <a:srgbClr val="D6C1D4"/>
            </a:solidFill>
            <a:ln w="0">
              <a:noFill/>
              <a:prstDash val="solid"/>
            </a:ln>
          </p:spPr>
        </p:sp>
        <p:sp>
          <p:nvSpPr>
            <p:cNvPr id="4443" name="dense-map-11-cell-157">
              <a:extLst>
                <a:ext uri="{FF2B5EF4-FFF2-40B4-BE49-F238E27FC236}">
                  <a16:creationId xmlns:a16="http://schemas.microsoft.com/office/drawing/2014/main" id="{4DC97144-4D6F-4611-ABCB-33EC37C3A03A}"/>
                </a:ext>
              </a:extLst>
            </p:cNvPr>
            <p:cNvSpPr>
              <a:spLocks noGrp="1"/>
            </p:cNvSpPr>
            <p:nvPr/>
          </p:nvSpPr>
          <p:spPr>
            <a:xfrm>
              <a:off x="23606125" y="6222206"/>
              <a:ext cx="236680" cy="6096"/>
            </a:xfrm>
            <a:prstGeom prst="rect">
              <a:avLst/>
            </a:prstGeom>
            <a:solidFill>
              <a:srgbClr val="D6C1D4"/>
            </a:solidFill>
            <a:ln w="0">
              <a:noFill/>
              <a:prstDash val="solid"/>
            </a:ln>
          </p:spPr>
        </p:sp>
        <p:sp>
          <p:nvSpPr>
            <p:cNvPr id="4444" name="dense-map-11-cell-156">
              <a:extLst>
                <a:ext uri="{FF2B5EF4-FFF2-40B4-BE49-F238E27FC236}">
                  <a16:creationId xmlns:a16="http://schemas.microsoft.com/office/drawing/2014/main" id="{C8F9E207-8BE5-4405-812E-0D3F8E6865C3}"/>
                </a:ext>
              </a:extLst>
            </p:cNvPr>
            <p:cNvSpPr>
              <a:spLocks noGrp="1"/>
            </p:cNvSpPr>
            <p:nvPr/>
          </p:nvSpPr>
          <p:spPr>
            <a:xfrm>
              <a:off x="23606125" y="6228159"/>
              <a:ext cx="236680" cy="6096"/>
            </a:xfrm>
            <a:prstGeom prst="rect">
              <a:avLst/>
            </a:prstGeom>
            <a:solidFill>
              <a:srgbClr val="D6C1D4"/>
            </a:solidFill>
            <a:ln w="0">
              <a:noFill/>
              <a:prstDash val="solid"/>
            </a:ln>
          </p:spPr>
        </p:sp>
        <p:sp>
          <p:nvSpPr>
            <p:cNvPr id="4445" name="dense-map-11-cell-155">
              <a:extLst>
                <a:ext uri="{FF2B5EF4-FFF2-40B4-BE49-F238E27FC236}">
                  <a16:creationId xmlns:a16="http://schemas.microsoft.com/office/drawing/2014/main" id="{582CD87B-823E-4D3D-8831-8024F3E6268D}"/>
                </a:ext>
              </a:extLst>
            </p:cNvPr>
            <p:cNvSpPr>
              <a:spLocks noGrp="1"/>
            </p:cNvSpPr>
            <p:nvPr/>
          </p:nvSpPr>
          <p:spPr>
            <a:xfrm>
              <a:off x="23606125" y="6234113"/>
              <a:ext cx="236680" cy="6096"/>
            </a:xfrm>
            <a:prstGeom prst="rect">
              <a:avLst/>
            </a:prstGeom>
            <a:solidFill>
              <a:srgbClr val="D6C1D4"/>
            </a:solidFill>
            <a:ln w="0">
              <a:noFill/>
              <a:prstDash val="solid"/>
            </a:ln>
          </p:spPr>
        </p:sp>
        <p:sp>
          <p:nvSpPr>
            <p:cNvPr id="4446" name="dense-map-11-cell-154">
              <a:extLst>
                <a:ext uri="{FF2B5EF4-FFF2-40B4-BE49-F238E27FC236}">
                  <a16:creationId xmlns:a16="http://schemas.microsoft.com/office/drawing/2014/main" id="{D3EA3E79-19D9-4C73-8F83-8021FCE59572}"/>
                </a:ext>
              </a:extLst>
            </p:cNvPr>
            <p:cNvSpPr>
              <a:spLocks noGrp="1"/>
            </p:cNvSpPr>
            <p:nvPr/>
          </p:nvSpPr>
          <p:spPr>
            <a:xfrm>
              <a:off x="23606125" y="6240066"/>
              <a:ext cx="236680" cy="6096"/>
            </a:xfrm>
            <a:prstGeom prst="rect">
              <a:avLst/>
            </a:prstGeom>
            <a:solidFill>
              <a:srgbClr val="D6C1D4"/>
            </a:solidFill>
            <a:ln w="0">
              <a:noFill/>
              <a:prstDash val="solid"/>
            </a:ln>
          </p:spPr>
        </p:sp>
        <p:sp>
          <p:nvSpPr>
            <p:cNvPr id="4447" name="dense-map-11-cell-153">
              <a:extLst>
                <a:ext uri="{FF2B5EF4-FFF2-40B4-BE49-F238E27FC236}">
                  <a16:creationId xmlns:a16="http://schemas.microsoft.com/office/drawing/2014/main" id="{6FEF6926-7946-4F0C-A7C7-54138C45BB23}"/>
                </a:ext>
              </a:extLst>
            </p:cNvPr>
            <p:cNvSpPr>
              <a:spLocks noGrp="1"/>
            </p:cNvSpPr>
            <p:nvPr/>
          </p:nvSpPr>
          <p:spPr>
            <a:xfrm>
              <a:off x="23606125" y="6246019"/>
              <a:ext cx="236680" cy="6096"/>
            </a:xfrm>
            <a:prstGeom prst="rect">
              <a:avLst/>
            </a:prstGeom>
            <a:solidFill>
              <a:srgbClr val="D6C1D4"/>
            </a:solidFill>
            <a:ln w="0">
              <a:noFill/>
              <a:prstDash val="solid"/>
            </a:ln>
          </p:spPr>
        </p:sp>
        <p:sp>
          <p:nvSpPr>
            <p:cNvPr id="4448" name="dense-map-11-cell-152">
              <a:extLst>
                <a:ext uri="{FF2B5EF4-FFF2-40B4-BE49-F238E27FC236}">
                  <a16:creationId xmlns:a16="http://schemas.microsoft.com/office/drawing/2014/main" id="{7E26FC90-C314-47A5-9A9D-F13840CBA7B5}"/>
                </a:ext>
              </a:extLst>
            </p:cNvPr>
            <p:cNvSpPr>
              <a:spLocks noGrp="1"/>
            </p:cNvSpPr>
            <p:nvPr/>
          </p:nvSpPr>
          <p:spPr>
            <a:xfrm>
              <a:off x="23606125" y="6251972"/>
              <a:ext cx="236680" cy="6096"/>
            </a:xfrm>
            <a:prstGeom prst="rect">
              <a:avLst/>
            </a:prstGeom>
            <a:solidFill>
              <a:srgbClr val="D6C1D4"/>
            </a:solidFill>
            <a:ln w="0">
              <a:noFill/>
              <a:prstDash val="solid"/>
            </a:ln>
          </p:spPr>
        </p:sp>
        <p:sp>
          <p:nvSpPr>
            <p:cNvPr id="4449" name="dense-map-11-cell-151">
              <a:extLst>
                <a:ext uri="{FF2B5EF4-FFF2-40B4-BE49-F238E27FC236}">
                  <a16:creationId xmlns:a16="http://schemas.microsoft.com/office/drawing/2014/main" id="{670F3ACA-A2C9-4207-A927-44A0C04E85EC}"/>
                </a:ext>
              </a:extLst>
            </p:cNvPr>
            <p:cNvSpPr>
              <a:spLocks noGrp="1"/>
            </p:cNvSpPr>
            <p:nvPr/>
          </p:nvSpPr>
          <p:spPr>
            <a:xfrm>
              <a:off x="23606125" y="6257925"/>
              <a:ext cx="236680" cy="6096"/>
            </a:xfrm>
            <a:prstGeom prst="rect">
              <a:avLst/>
            </a:prstGeom>
            <a:solidFill>
              <a:srgbClr val="D6C1D4"/>
            </a:solidFill>
            <a:ln w="0">
              <a:noFill/>
              <a:prstDash val="solid"/>
            </a:ln>
          </p:spPr>
        </p:sp>
        <p:sp>
          <p:nvSpPr>
            <p:cNvPr id="4450" name="dense-map-11-cell-150">
              <a:extLst>
                <a:ext uri="{FF2B5EF4-FFF2-40B4-BE49-F238E27FC236}">
                  <a16:creationId xmlns:a16="http://schemas.microsoft.com/office/drawing/2014/main" id="{3A9707DC-4ADA-482A-9D58-F2AD7E0C96C4}"/>
                </a:ext>
              </a:extLst>
            </p:cNvPr>
            <p:cNvSpPr>
              <a:spLocks noGrp="1"/>
            </p:cNvSpPr>
            <p:nvPr/>
          </p:nvSpPr>
          <p:spPr>
            <a:xfrm>
              <a:off x="23606125" y="6263878"/>
              <a:ext cx="236680" cy="6096"/>
            </a:xfrm>
            <a:prstGeom prst="rect">
              <a:avLst/>
            </a:prstGeom>
            <a:solidFill>
              <a:srgbClr val="D6C1D4"/>
            </a:solidFill>
            <a:ln w="0">
              <a:noFill/>
              <a:prstDash val="solid"/>
            </a:ln>
          </p:spPr>
        </p:sp>
        <p:sp>
          <p:nvSpPr>
            <p:cNvPr id="4451" name="dense-map-11-cell-149">
              <a:extLst>
                <a:ext uri="{FF2B5EF4-FFF2-40B4-BE49-F238E27FC236}">
                  <a16:creationId xmlns:a16="http://schemas.microsoft.com/office/drawing/2014/main" id="{24B98250-623E-4D32-B290-1A7766B62F72}"/>
                </a:ext>
              </a:extLst>
            </p:cNvPr>
            <p:cNvSpPr>
              <a:spLocks noGrp="1"/>
            </p:cNvSpPr>
            <p:nvPr/>
          </p:nvSpPr>
          <p:spPr>
            <a:xfrm>
              <a:off x="23606125" y="6269831"/>
              <a:ext cx="236680" cy="6096"/>
            </a:xfrm>
            <a:prstGeom prst="rect">
              <a:avLst/>
            </a:prstGeom>
            <a:solidFill>
              <a:srgbClr val="D6C1D4"/>
            </a:solidFill>
            <a:ln w="0">
              <a:noFill/>
              <a:prstDash val="solid"/>
            </a:ln>
          </p:spPr>
        </p:sp>
        <p:sp>
          <p:nvSpPr>
            <p:cNvPr id="4452" name="dense-map-11-cell-148">
              <a:extLst>
                <a:ext uri="{FF2B5EF4-FFF2-40B4-BE49-F238E27FC236}">
                  <a16:creationId xmlns:a16="http://schemas.microsoft.com/office/drawing/2014/main" id="{DF9FC0D5-0AD6-4ECD-9FE3-BD97BB5D9868}"/>
                </a:ext>
              </a:extLst>
            </p:cNvPr>
            <p:cNvSpPr>
              <a:spLocks noGrp="1"/>
            </p:cNvSpPr>
            <p:nvPr/>
          </p:nvSpPr>
          <p:spPr>
            <a:xfrm>
              <a:off x="23606125" y="6275784"/>
              <a:ext cx="236680" cy="6096"/>
            </a:xfrm>
            <a:prstGeom prst="rect">
              <a:avLst/>
            </a:prstGeom>
            <a:solidFill>
              <a:srgbClr val="D6C1D4"/>
            </a:solidFill>
            <a:ln w="0">
              <a:noFill/>
              <a:prstDash val="solid"/>
            </a:ln>
          </p:spPr>
        </p:sp>
        <p:sp>
          <p:nvSpPr>
            <p:cNvPr id="4453" name="dense-map-11-cell-147">
              <a:extLst>
                <a:ext uri="{FF2B5EF4-FFF2-40B4-BE49-F238E27FC236}">
                  <a16:creationId xmlns:a16="http://schemas.microsoft.com/office/drawing/2014/main" id="{112169A4-A694-43F2-B72F-D72C99C90464}"/>
                </a:ext>
              </a:extLst>
            </p:cNvPr>
            <p:cNvSpPr>
              <a:spLocks noGrp="1"/>
            </p:cNvSpPr>
            <p:nvPr/>
          </p:nvSpPr>
          <p:spPr>
            <a:xfrm>
              <a:off x="23606125" y="6281738"/>
              <a:ext cx="236680" cy="6096"/>
            </a:xfrm>
            <a:prstGeom prst="rect">
              <a:avLst/>
            </a:prstGeom>
            <a:solidFill>
              <a:srgbClr val="D6C1D4"/>
            </a:solidFill>
            <a:ln w="0">
              <a:noFill/>
              <a:prstDash val="solid"/>
            </a:ln>
          </p:spPr>
        </p:sp>
        <p:sp>
          <p:nvSpPr>
            <p:cNvPr id="4454" name="dense-map-11-cell-146">
              <a:extLst>
                <a:ext uri="{FF2B5EF4-FFF2-40B4-BE49-F238E27FC236}">
                  <a16:creationId xmlns:a16="http://schemas.microsoft.com/office/drawing/2014/main" id="{4A810F3B-79EB-4024-8B36-0F9F76B6FAE1}"/>
                </a:ext>
              </a:extLst>
            </p:cNvPr>
            <p:cNvSpPr>
              <a:spLocks noGrp="1"/>
            </p:cNvSpPr>
            <p:nvPr/>
          </p:nvSpPr>
          <p:spPr>
            <a:xfrm>
              <a:off x="23606125" y="6287691"/>
              <a:ext cx="236680" cy="6096"/>
            </a:xfrm>
            <a:prstGeom prst="rect">
              <a:avLst/>
            </a:prstGeom>
            <a:solidFill>
              <a:srgbClr val="D6C1D4"/>
            </a:solidFill>
            <a:ln w="0">
              <a:noFill/>
              <a:prstDash val="solid"/>
            </a:ln>
          </p:spPr>
        </p:sp>
        <p:sp>
          <p:nvSpPr>
            <p:cNvPr id="4455" name="dense-map-11-cell-145">
              <a:extLst>
                <a:ext uri="{FF2B5EF4-FFF2-40B4-BE49-F238E27FC236}">
                  <a16:creationId xmlns:a16="http://schemas.microsoft.com/office/drawing/2014/main" id="{077EE734-98C5-40E5-86F0-F7BF7275A695}"/>
                </a:ext>
              </a:extLst>
            </p:cNvPr>
            <p:cNvSpPr>
              <a:spLocks noGrp="1"/>
            </p:cNvSpPr>
            <p:nvPr/>
          </p:nvSpPr>
          <p:spPr>
            <a:xfrm>
              <a:off x="23606125" y="6293644"/>
              <a:ext cx="236680" cy="6096"/>
            </a:xfrm>
            <a:prstGeom prst="rect">
              <a:avLst/>
            </a:prstGeom>
            <a:solidFill>
              <a:srgbClr val="D6C1D4"/>
            </a:solidFill>
            <a:ln w="0">
              <a:noFill/>
              <a:prstDash val="solid"/>
            </a:ln>
          </p:spPr>
        </p:sp>
        <p:sp>
          <p:nvSpPr>
            <p:cNvPr id="4456" name="dense-map-11-cell-144">
              <a:extLst>
                <a:ext uri="{FF2B5EF4-FFF2-40B4-BE49-F238E27FC236}">
                  <a16:creationId xmlns:a16="http://schemas.microsoft.com/office/drawing/2014/main" id="{2110E9BD-448C-42B4-9A98-A479A45D67B7}"/>
                </a:ext>
              </a:extLst>
            </p:cNvPr>
            <p:cNvSpPr>
              <a:spLocks noGrp="1"/>
            </p:cNvSpPr>
            <p:nvPr/>
          </p:nvSpPr>
          <p:spPr>
            <a:xfrm>
              <a:off x="23606125" y="6299597"/>
              <a:ext cx="236680" cy="6096"/>
            </a:xfrm>
            <a:prstGeom prst="rect">
              <a:avLst/>
            </a:prstGeom>
            <a:solidFill>
              <a:srgbClr val="D6C1D4"/>
            </a:solidFill>
            <a:ln w="0">
              <a:noFill/>
              <a:prstDash val="solid"/>
            </a:ln>
          </p:spPr>
        </p:sp>
        <p:sp>
          <p:nvSpPr>
            <p:cNvPr id="4457" name="dense-map-11-cell-143">
              <a:extLst>
                <a:ext uri="{FF2B5EF4-FFF2-40B4-BE49-F238E27FC236}">
                  <a16:creationId xmlns:a16="http://schemas.microsoft.com/office/drawing/2014/main" id="{6F614D40-38D1-49E4-ABE8-0B4BD0F6E9A2}"/>
                </a:ext>
              </a:extLst>
            </p:cNvPr>
            <p:cNvSpPr>
              <a:spLocks noGrp="1"/>
            </p:cNvSpPr>
            <p:nvPr/>
          </p:nvSpPr>
          <p:spPr>
            <a:xfrm>
              <a:off x="23606125" y="6305550"/>
              <a:ext cx="236680" cy="6096"/>
            </a:xfrm>
            <a:prstGeom prst="rect">
              <a:avLst/>
            </a:prstGeom>
            <a:solidFill>
              <a:srgbClr val="D6C1D4"/>
            </a:solidFill>
            <a:ln w="0">
              <a:noFill/>
              <a:prstDash val="solid"/>
            </a:ln>
          </p:spPr>
        </p:sp>
        <p:sp>
          <p:nvSpPr>
            <p:cNvPr id="4458" name="dense-map-11-cell-142">
              <a:extLst>
                <a:ext uri="{FF2B5EF4-FFF2-40B4-BE49-F238E27FC236}">
                  <a16:creationId xmlns:a16="http://schemas.microsoft.com/office/drawing/2014/main" id="{DC27976F-DDC6-4D08-A672-CACCBB9ED915}"/>
                </a:ext>
              </a:extLst>
            </p:cNvPr>
            <p:cNvSpPr>
              <a:spLocks noGrp="1"/>
            </p:cNvSpPr>
            <p:nvPr/>
          </p:nvSpPr>
          <p:spPr>
            <a:xfrm>
              <a:off x="23606125" y="6311503"/>
              <a:ext cx="236680" cy="6096"/>
            </a:xfrm>
            <a:prstGeom prst="rect">
              <a:avLst/>
            </a:prstGeom>
            <a:solidFill>
              <a:srgbClr val="D6C0D4"/>
            </a:solidFill>
            <a:ln w="0">
              <a:noFill/>
              <a:prstDash val="solid"/>
            </a:ln>
          </p:spPr>
        </p:sp>
        <p:sp>
          <p:nvSpPr>
            <p:cNvPr id="4459" name="dense-map-11-cell-141">
              <a:extLst>
                <a:ext uri="{FF2B5EF4-FFF2-40B4-BE49-F238E27FC236}">
                  <a16:creationId xmlns:a16="http://schemas.microsoft.com/office/drawing/2014/main" id="{5545B73B-C604-46C4-A54C-868C8A45C9C7}"/>
                </a:ext>
              </a:extLst>
            </p:cNvPr>
            <p:cNvSpPr>
              <a:spLocks noGrp="1"/>
            </p:cNvSpPr>
            <p:nvPr/>
          </p:nvSpPr>
          <p:spPr>
            <a:xfrm>
              <a:off x="23606125" y="6317456"/>
              <a:ext cx="236680" cy="6096"/>
            </a:xfrm>
            <a:prstGeom prst="rect">
              <a:avLst/>
            </a:prstGeom>
            <a:solidFill>
              <a:srgbClr val="DAD8E3"/>
            </a:solidFill>
            <a:ln w="0">
              <a:noFill/>
              <a:prstDash val="solid"/>
            </a:ln>
          </p:spPr>
        </p:sp>
        <p:sp>
          <p:nvSpPr>
            <p:cNvPr id="4460" name="dense-map-11-cell-140">
              <a:extLst>
                <a:ext uri="{FF2B5EF4-FFF2-40B4-BE49-F238E27FC236}">
                  <a16:creationId xmlns:a16="http://schemas.microsoft.com/office/drawing/2014/main" id="{C097955F-1D45-40EC-A1D7-E49703A90A46}"/>
                </a:ext>
              </a:extLst>
            </p:cNvPr>
            <p:cNvSpPr>
              <a:spLocks noGrp="1"/>
            </p:cNvSpPr>
            <p:nvPr/>
          </p:nvSpPr>
          <p:spPr>
            <a:xfrm>
              <a:off x="23606125" y="6323409"/>
              <a:ext cx="236680" cy="6096"/>
            </a:xfrm>
            <a:prstGeom prst="rect">
              <a:avLst/>
            </a:prstGeom>
            <a:solidFill>
              <a:srgbClr val="94D0C5"/>
            </a:solidFill>
            <a:ln w="0">
              <a:noFill/>
              <a:prstDash val="solid"/>
            </a:ln>
          </p:spPr>
        </p:sp>
        <p:sp>
          <p:nvSpPr>
            <p:cNvPr id="4461" name="dense-map-11-cell-139">
              <a:extLst>
                <a:ext uri="{FF2B5EF4-FFF2-40B4-BE49-F238E27FC236}">
                  <a16:creationId xmlns:a16="http://schemas.microsoft.com/office/drawing/2014/main" id="{349E88C4-649C-4416-9955-59707A467AC2}"/>
                </a:ext>
              </a:extLst>
            </p:cNvPr>
            <p:cNvSpPr>
              <a:spLocks noGrp="1"/>
            </p:cNvSpPr>
            <p:nvPr/>
          </p:nvSpPr>
          <p:spPr>
            <a:xfrm>
              <a:off x="23606125" y="6329363"/>
              <a:ext cx="236680" cy="6096"/>
            </a:xfrm>
            <a:prstGeom prst="rect">
              <a:avLst/>
            </a:prstGeom>
            <a:solidFill>
              <a:srgbClr val="83CABC"/>
            </a:solidFill>
            <a:ln w="0">
              <a:noFill/>
              <a:prstDash val="solid"/>
            </a:ln>
          </p:spPr>
        </p:sp>
        <p:sp>
          <p:nvSpPr>
            <p:cNvPr id="4462" name="dense-map-11-cell-138">
              <a:extLst>
                <a:ext uri="{FF2B5EF4-FFF2-40B4-BE49-F238E27FC236}">
                  <a16:creationId xmlns:a16="http://schemas.microsoft.com/office/drawing/2014/main" id="{9582AEFF-B924-4DB5-99D9-02C49CF1551E}"/>
                </a:ext>
              </a:extLst>
            </p:cNvPr>
            <p:cNvSpPr>
              <a:spLocks noGrp="1"/>
            </p:cNvSpPr>
            <p:nvPr/>
          </p:nvSpPr>
          <p:spPr>
            <a:xfrm>
              <a:off x="23606125" y="6335316"/>
              <a:ext cx="236680" cy="6096"/>
            </a:xfrm>
            <a:prstGeom prst="rect">
              <a:avLst/>
            </a:prstGeom>
            <a:solidFill>
              <a:srgbClr val="DBE8EC"/>
            </a:solidFill>
            <a:ln w="0">
              <a:noFill/>
              <a:prstDash val="solid"/>
            </a:ln>
          </p:spPr>
        </p:sp>
        <p:sp>
          <p:nvSpPr>
            <p:cNvPr id="4463" name="dense-map-11-cell-137">
              <a:extLst>
                <a:ext uri="{FF2B5EF4-FFF2-40B4-BE49-F238E27FC236}">
                  <a16:creationId xmlns:a16="http://schemas.microsoft.com/office/drawing/2014/main" id="{7358D2CB-78D4-4B22-8369-6FB605B42E8D}"/>
                </a:ext>
              </a:extLst>
            </p:cNvPr>
            <p:cNvSpPr>
              <a:spLocks noGrp="1"/>
            </p:cNvSpPr>
            <p:nvPr/>
          </p:nvSpPr>
          <p:spPr>
            <a:xfrm>
              <a:off x="23606125" y="6341269"/>
              <a:ext cx="236680" cy="6096"/>
            </a:xfrm>
            <a:prstGeom prst="rect">
              <a:avLst/>
            </a:prstGeom>
            <a:solidFill>
              <a:srgbClr val="DCE8ED"/>
            </a:solidFill>
            <a:ln w="0">
              <a:noFill/>
              <a:prstDash val="solid"/>
            </a:ln>
          </p:spPr>
        </p:sp>
        <p:sp>
          <p:nvSpPr>
            <p:cNvPr id="4464" name="dense-map-11-cell-136">
              <a:extLst>
                <a:ext uri="{FF2B5EF4-FFF2-40B4-BE49-F238E27FC236}">
                  <a16:creationId xmlns:a16="http://schemas.microsoft.com/office/drawing/2014/main" id="{9CEBA847-3686-4007-9145-23A7626B13B7}"/>
                </a:ext>
              </a:extLst>
            </p:cNvPr>
            <p:cNvSpPr>
              <a:spLocks noGrp="1"/>
            </p:cNvSpPr>
            <p:nvPr/>
          </p:nvSpPr>
          <p:spPr>
            <a:xfrm>
              <a:off x="23606125" y="6347222"/>
              <a:ext cx="236680" cy="6096"/>
            </a:xfrm>
            <a:prstGeom prst="rect">
              <a:avLst/>
            </a:prstGeom>
            <a:solidFill>
              <a:srgbClr val="DCE8ED"/>
            </a:solidFill>
            <a:ln w="0">
              <a:noFill/>
              <a:prstDash val="solid"/>
            </a:ln>
          </p:spPr>
        </p:sp>
        <p:sp>
          <p:nvSpPr>
            <p:cNvPr id="4465" name="dense-map-11-cell-135">
              <a:extLst>
                <a:ext uri="{FF2B5EF4-FFF2-40B4-BE49-F238E27FC236}">
                  <a16:creationId xmlns:a16="http://schemas.microsoft.com/office/drawing/2014/main" id="{97A37148-759E-4FAA-9AD8-9F7BEF5EA797}"/>
                </a:ext>
              </a:extLst>
            </p:cNvPr>
            <p:cNvSpPr>
              <a:spLocks noGrp="1"/>
            </p:cNvSpPr>
            <p:nvPr/>
          </p:nvSpPr>
          <p:spPr>
            <a:xfrm>
              <a:off x="23606125" y="6353175"/>
              <a:ext cx="236680" cy="6096"/>
            </a:xfrm>
            <a:prstGeom prst="rect">
              <a:avLst/>
            </a:prstGeom>
            <a:solidFill>
              <a:srgbClr val="DCE8ED"/>
            </a:solidFill>
            <a:ln w="0">
              <a:noFill/>
              <a:prstDash val="solid"/>
            </a:ln>
          </p:spPr>
        </p:sp>
        <p:sp>
          <p:nvSpPr>
            <p:cNvPr id="4466" name="dense-map-11-cell-134">
              <a:extLst>
                <a:ext uri="{FF2B5EF4-FFF2-40B4-BE49-F238E27FC236}">
                  <a16:creationId xmlns:a16="http://schemas.microsoft.com/office/drawing/2014/main" id="{201CA45B-9C35-4EA0-9B45-8168D7B21B0B}"/>
                </a:ext>
              </a:extLst>
            </p:cNvPr>
            <p:cNvSpPr>
              <a:spLocks noGrp="1"/>
            </p:cNvSpPr>
            <p:nvPr/>
          </p:nvSpPr>
          <p:spPr>
            <a:xfrm>
              <a:off x="23606125" y="6359128"/>
              <a:ext cx="236680" cy="6096"/>
            </a:xfrm>
            <a:prstGeom prst="rect">
              <a:avLst/>
            </a:prstGeom>
            <a:solidFill>
              <a:srgbClr val="DCE8ED"/>
            </a:solidFill>
            <a:ln w="0">
              <a:noFill/>
              <a:prstDash val="solid"/>
            </a:ln>
          </p:spPr>
        </p:sp>
        <p:sp>
          <p:nvSpPr>
            <p:cNvPr id="4467" name="dense-map-11-cell-133">
              <a:extLst>
                <a:ext uri="{FF2B5EF4-FFF2-40B4-BE49-F238E27FC236}">
                  <a16:creationId xmlns:a16="http://schemas.microsoft.com/office/drawing/2014/main" id="{1FB1E759-4676-4843-993A-3FEB2C5526CC}"/>
                </a:ext>
              </a:extLst>
            </p:cNvPr>
            <p:cNvSpPr>
              <a:spLocks noGrp="1"/>
            </p:cNvSpPr>
            <p:nvPr/>
          </p:nvSpPr>
          <p:spPr>
            <a:xfrm>
              <a:off x="23606125" y="6365081"/>
              <a:ext cx="236680" cy="6096"/>
            </a:xfrm>
            <a:prstGeom prst="rect">
              <a:avLst/>
            </a:prstGeom>
            <a:solidFill>
              <a:srgbClr val="DCE8ED"/>
            </a:solidFill>
            <a:ln w="0">
              <a:noFill/>
              <a:prstDash val="solid"/>
            </a:ln>
          </p:spPr>
        </p:sp>
        <p:sp>
          <p:nvSpPr>
            <p:cNvPr id="4468" name="dense-map-11-cell-132">
              <a:extLst>
                <a:ext uri="{FF2B5EF4-FFF2-40B4-BE49-F238E27FC236}">
                  <a16:creationId xmlns:a16="http://schemas.microsoft.com/office/drawing/2014/main" id="{CEC75BD3-A33C-4E09-8148-6DA1321627CE}"/>
                </a:ext>
              </a:extLst>
            </p:cNvPr>
            <p:cNvSpPr>
              <a:spLocks noGrp="1"/>
            </p:cNvSpPr>
            <p:nvPr/>
          </p:nvSpPr>
          <p:spPr>
            <a:xfrm>
              <a:off x="23606125" y="6371034"/>
              <a:ext cx="236680" cy="6096"/>
            </a:xfrm>
            <a:prstGeom prst="rect">
              <a:avLst/>
            </a:prstGeom>
            <a:solidFill>
              <a:srgbClr val="DCE8ED"/>
            </a:solidFill>
            <a:ln w="0">
              <a:noFill/>
              <a:prstDash val="solid"/>
            </a:ln>
          </p:spPr>
        </p:sp>
        <p:sp>
          <p:nvSpPr>
            <p:cNvPr id="4469" name="dense-map-11-cell-131">
              <a:extLst>
                <a:ext uri="{FF2B5EF4-FFF2-40B4-BE49-F238E27FC236}">
                  <a16:creationId xmlns:a16="http://schemas.microsoft.com/office/drawing/2014/main" id="{615241CC-3F4D-45CB-B985-7E37A4CB1A95}"/>
                </a:ext>
              </a:extLst>
            </p:cNvPr>
            <p:cNvSpPr>
              <a:spLocks noGrp="1"/>
            </p:cNvSpPr>
            <p:nvPr/>
          </p:nvSpPr>
          <p:spPr>
            <a:xfrm>
              <a:off x="23606125" y="6376988"/>
              <a:ext cx="236680" cy="6096"/>
            </a:xfrm>
            <a:prstGeom prst="rect">
              <a:avLst/>
            </a:prstGeom>
            <a:solidFill>
              <a:srgbClr val="DCE8ED"/>
            </a:solidFill>
            <a:ln w="0">
              <a:noFill/>
              <a:prstDash val="solid"/>
            </a:ln>
          </p:spPr>
        </p:sp>
        <p:sp>
          <p:nvSpPr>
            <p:cNvPr id="4470" name="dense-map-11-cell-130">
              <a:extLst>
                <a:ext uri="{FF2B5EF4-FFF2-40B4-BE49-F238E27FC236}">
                  <a16:creationId xmlns:a16="http://schemas.microsoft.com/office/drawing/2014/main" id="{7AF0F579-2E5F-4123-AE44-835BC7F9EE63}"/>
                </a:ext>
              </a:extLst>
            </p:cNvPr>
            <p:cNvSpPr>
              <a:spLocks noGrp="1"/>
            </p:cNvSpPr>
            <p:nvPr/>
          </p:nvSpPr>
          <p:spPr>
            <a:xfrm>
              <a:off x="23606125" y="6382941"/>
              <a:ext cx="236680" cy="6096"/>
            </a:xfrm>
            <a:prstGeom prst="rect">
              <a:avLst/>
            </a:prstGeom>
            <a:solidFill>
              <a:srgbClr val="DCE8ED"/>
            </a:solidFill>
            <a:ln w="0">
              <a:noFill/>
              <a:prstDash val="solid"/>
            </a:ln>
          </p:spPr>
        </p:sp>
        <p:sp>
          <p:nvSpPr>
            <p:cNvPr id="4471" name="dense-map-11-cell-129">
              <a:extLst>
                <a:ext uri="{FF2B5EF4-FFF2-40B4-BE49-F238E27FC236}">
                  <a16:creationId xmlns:a16="http://schemas.microsoft.com/office/drawing/2014/main" id="{F6AD1A12-F2B6-4C27-8306-23FE17C51F3D}"/>
                </a:ext>
              </a:extLst>
            </p:cNvPr>
            <p:cNvSpPr>
              <a:spLocks noGrp="1"/>
            </p:cNvSpPr>
            <p:nvPr/>
          </p:nvSpPr>
          <p:spPr>
            <a:xfrm>
              <a:off x="23606125" y="6388894"/>
              <a:ext cx="236680" cy="6096"/>
            </a:xfrm>
            <a:prstGeom prst="rect">
              <a:avLst/>
            </a:prstGeom>
            <a:solidFill>
              <a:srgbClr val="DCE8ED"/>
            </a:solidFill>
            <a:ln w="0">
              <a:noFill/>
              <a:prstDash val="solid"/>
            </a:ln>
          </p:spPr>
        </p:sp>
        <p:sp>
          <p:nvSpPr>
            <p:cNvPr id="4472" name="dense-map-11-cell-128">
              <a:extLst>
                <a:ext uri="{FF2B5EF4-FFF2-40B4-BE49-F238E27FC236}">
                  <a16:creationId xmlns:a16="http://schemas.microsoft.com/office/drawing/2014/main" id="{438AF547-FB06-4980-B31C-295FA1FBDB7E}"/>
                </a:ext>
              </a:extLst>
            </p:cNvPr>
            <p:cNvSpPr>
              <a:spLocks noGrp="1"/>
            </p:cNvSpPr>
            <p:nvPr/>
          </p:nvSpPr>
          <p:spPr>
            <a:xfrm>
              <a:off x="23606125" y="6394847"/>
              <a:ext cx="236680" cy="6096"/>
            </a:xfrm>
            <a:prstGeom prst="rect">
              <a:avLst/>
            </a:prstGeom>
            <a:solidFill>
              <a:srgbClr val="DCE8ED"/>
            </a:solidFill>
            <a:ln w="0">
              <a:noFill/>
              <a:prstDash val="solid"/>
            </a:ln>
          </p:spPr>
        </p:sp>
        <p:sp>
          <p:nvSpPr>
            <p:cNvPr id="4473" name="dense-map-11-cell-127">
              <a:extLst>
                <a:ext uri="{FF2B5EF4-FFF2-40B4-BE49-F238E27FC236}">
                  <a16:creationId xmlns:a16="http://schemas.microsoft.com/office/drawing/2014/main" id="{1A5A3996-F6F5-4B24-AF04-B2566CC7834A}"/>
                </a:ext>
              </a:extLst>
            </p:cNvPr>
            <p:cNvSpPr>
              <a:spLocks noGrp="1"/>
            </p:cNvSpPr>
            <p:nvPr/>
          </p:nvSpPr>
          <p:spPr>
            <a:xfrm>
              <a:off x="23606125" y="6400800"/>
              <a:ext cx="236680" cy="6096"/>
            </a:xfrm>
            <a:prstGeom prst="rect">
              <a:avLst/>
            </a:prstGeom>
            <a:solidFill>
              <a:srgbClr val="DCE8ED"/>
            </a:solidFill>
            <a:ln w="0">
              <a:noFill/>
              <a:prstDash val="solid"/>
            </a:ln>
          </p:spPr>
        </p:sp>
        <p:sp>
          <p:nvSpPr>
            <p:cNvPr id="4474" name="dense-map-11-cell-126">
              <a:extLst>
                <a:ext uri="{FF2B5EF4-FFF2-40B4-BE49-F238E27FC236}">
                  <a16:creationId xmlns:a16="http://schemas.microsoft.com/office/drawing/2014/main" id="{D35EC9DB-EA68-4421-8128-1AE54A54802B}"/>
                </a:ext>
              </a:extLst>
            </p:cNvPr>
            <p:cNvSpPr>
              <a:spLocks noGrp="1"/>
            </p:cNvSpPr>
            <p:nvPr/>
          </p:nvSpPr>
          <p:spPr>
            <a:xfrm>
              <a:off x="23606125" y="6406753"/>
              <a:ext cx="236680" cy="6096"/>
            </a:xfrm>
            <a:prstGeom prst="rect">
              <a:avLst/>
            </a:prstGeom>
            <a:solidFill>
              <a:srgbClr val="D9E7EB"/>
            </a:solidFill>
            <a:ln w="0">
              <a:noFill/>
              <a:prstDash val="solid"/>
            </a:ln>
          </p:spPr>
        </p:sp>
        <p:sp>
          <p:nvSpPr>
            <p:cNvPr id="4475" name="dense-map-11-cell-125">
              <a:extLst>
                <a:ext uri="{FF2B5EF4-FFF2-40B4-BE49-F238E27FC236}">
                  <a16:creationId xmlns:a16="http://schemas.microsoft.com/office/drawing/2014/main" id="{A6471AD6-4C53-4DDD-BA03-9A59FC9287DC}"/>
                </a:ext>
              </a:extLst>
            </p:cNvPr>
            <p:cNvSpPr>
              <a:spLocks noGrp="1"/>
            </p:cNvSpPr>
            <p:nvPr/>
          </p:nvSpPr>
          <p:spPr>
            <a:xfrm>
              <a:off x="23606125" y="6412706"/>
              <a:ext cx="236680" cy="6096"/>
            </a:xfrm>
            <a:prstGeom prst="rect">
              <a:avLst/>
            </a:prstGeom>
            <a:solidFill>
              <a:srgbClr val="DCE8ED"/>
            </a:solidFill>
            <a:ln w="0">
              <a:noFill/>
              <a:prstDash val="solid"/>
            </a:ln>
          </p:spPr>
        </p:sp>
        <p:sp>
          <p:nvSpPr>
            <p:cNvPr id="4476" name="dense-map-11-cell-124">
              <a:extLst>
                <a:ext uri="{FF2B5EF4-FFF2-40B4-BE49-F238E27FC236}">
                  <a16:creationId xmlns:a16="http://schemas.microsoft.com/office/drawing/2014/main" id="{672CAAF3-E529-45BA-85B5-9D78AC5104AD}"/>
                </a:ext>
              </a:extLst>
            </p:cNvPr>
            <p:cNvSpPr>
              <a:spLocks noGrp="1"/>
            </p:cNvSpPr>
            <p:nvPr/>
          </p:nvSpPr>
          <p:spPr>
            <a:xfrm>
              <a:off x="23606125" y="6418659"/>
              <a:ext cx="236680" cy="6096"/>
            </a:xfrm>
            <a:prstGeom prst="rect">
              <a:avLst/>
            </a:prstGeom>
            <a:solidFill>
              <a:srgbClr val="DCE8ED"/>
            </a:solidFill>
            <a:ln w="0">
              <a:noFill/>
              <a:prstDash val="solid"/>
            </a:ln>
          </p:spPr>
        </p:sp>
        <p:sp>
          <p:nvSpPr>
            <p:cNvPr id="4477" name="dense-map-11-cell-123">
              <a:extLst>
                <a:ext uri="{FF2B5EF4-FFF2-40B4-BE49-F238E27FC236}">
                  <a16:creationId xmlns:a16="http://schemas.microsoft.com/office/drawing/2014/main" id="{AEBEE5CC-7E96-4DA1-9AAE-03FC20309DD0}"/>
                </a:ext>
              </a:extLst>
            </p:cNvPr>
            <p:cNvSpPr>
              <a:spLocks noGrp="1"/>
            </p:cNvSpPr>
            <p:nvPr/>
          </p:nvSpPr>
          <p:spPr>
            <a:xfrm>
              <a:off x="23606125" y="6424613"/>
              <a:ext cx="236680" cy="6096"/>
            </a:xfrm>
            <a:prstGeom prst="rect">
              <a:avLst/>
            </a:prstGeom>
            <a:solidFill>
              <a:srgbClr val="DCE8ED"/>
            </a:solidFill>
            <a:ln w="0">
              <a:noFill/>
              <a:prstDash val="solid"/>
            </a:ln>
          </p:spPr>
        </p:sp>
        <p:sp>
          <p:nvSpPr>
            <p:cNvPr id="4478" name="dense-map-11-cell-122">
              <a:extLst>
                <a:ext uri="{FF2B5EF4-FFF2-40B4-BE49-F238E27FC236}">
                  <a16:creationId xmlns:a16="http://schemas.microsoft.com/office/drawing/2014/main" id="{11C86D47-9AE8-4687-B28F-5A21EC4B1792}"/>
                </a:ext>
              </a:extLst>
            </p:cNvPr>
            <p:cNvSpPr>
              <a:spLocks noGrp="1"/>
            </p:cNvSpPr>
            <p:nvPr/>
          </p:nvSpPr>
          <p:spPr>
            <a:xfrm>
              <a:off x="23606125" y="6430566"/>
              <a:ext cx="236680" cy="6096"/>
            </a:xfrm>
            <a:prstGeom prst="rect">
              <a:avLst/>
            </a:prstGeom>
            <a:solidFill>
              <a:srgbClr val="DCE8ED"/>
            </a:solidFill>
            <a:ln w="0">
              <a:noFill/>
              <a:prstDash val="solid"/>
            </a:ln>
          </p:spPr>
        </p:sp>
        <p:sp>
          <p:nvSpPr>
            <p:cNvPr id="4479" name="dense-map-11-cell-121">
              <a:extLst>
                <a:ext uri="{FF2B5EF4-FFF2-40B4-BE49-F238E27FC236}">
                  <a16:creationId xmlns:a16="http://schemas.microsoft.com/office/drawing/2014/main" id="{65C19DCF-8D1C-488D-B88B-57FCAAEEF6BD}"/>
                </a:ext>
              </a:extLst>
            </p:cNvPr>
            <p:cNvSpPr>
              <a:spLocks noGrp="1"/>
            </p:cNvSpPr>
            <p:nvPr/>
          </p:nvSpPr>
          <p:spPr>
            <a:xfrm>
              <a:off x="23606125" y="6436519"/>
              <a:ext cx="236680" cy="6096"/>
            </a:xfrm>
            <a:prstGeom prst="rect">
              <a:avLst/>
            </a:prstGeom>
            <a:solidFill>
              <a:srgbClr val="DCE8ED"/>
            </a:solidFill>
            <a:ln w="0">
              <a:noFill/>
              <a:prstDash val="solid"/>
            </a:ln>
          </p:spPr>
        </p:sp>
        <p:sp>
          <p:nvSpPr>
            <p:cNvPr id="4480" name="dense-map-11-cell-120">
              <a:extLst>
                <a:ext uri="{FF2B5EF4-FFF2-40B4-BE49-F238E27FC236}">
                  <a16:creationId xmlns:a16="http://schemas.microsoft.com/office/drawing/2014/main" id="{11C428E9-60EC-402A-ACE8-D428C4C1DF11}"/>
                </a:ext>
              </a:extLst>
            </p:cNvPr>
            <p:cNvSpPr>
              <a:spLocks noGrp="1"/>
            </p:cNvSpPr>
            <p:nvPr/>
          </p:nvSpPr>
          <p:spPr>
            <a:xfrm>
              <a:off x="23606125" y="6442472"/>
              <a:ext cx="236680" cy="6096"/>
            </a:xfrm>
            <a:prstGeom prst="rect">
              <a:avLst/>
            </a:prstGeom>
            <a:solidFill>
              <a:srgbClr val="DCE8ED"/>
            </a:solidFill>
            <a:ln w="0">
              <a:noFill/>
              <a:prstDash val="solid"/>
            </a:ln>
          </p:spPr>
        </p:sp>
        <p:sp>
          <p:nvSpPr>
            <p:cNvPr id="4481" name="dense-map-11-cell-119">
              <a:extLst>
                <a:ext uri="{FF2B5EF4-FFF2-40B4-BE49-F238E27FC236}">
                  <a16:creationId xmlns:a16="http://schemas.microsoft.com/office/drawing/2014/main" id="{55E1798C-801D-451A-957C-EB3C75CC6E1E}"/>
                </a:ext>
              </a:extLst>
            </p:cNvPr>
            <p:cNvSpPr>
              <a:spLocks noGrp="1"/>
            </p:cNvSpPr>
            <p:nvPr/>
          </p:nvSpPr>
          <p:spPr>
            <a:xfrm>
              <a:off x="23606125" y="6448425"/>
              <a:ext cx="236680" cy="6096"/>
            </a:xfrm>
            <a:prstGeom prst="rect">
              <a:avLst/>
            </a:prstGeom>
            <a:solidFill>
              <a:srgbClr val="DCE8ED"/>
            </a:solidFill>
            <a:ln w="0">
              <a:noFill/>
              <a:prstDash val="solid"/>
            </a:ln>
          </p:spPr>
        </p:sp>
        <p:sp>
          <p:nvSpPr>
            <p:cNvPr id="4482" name="dense-map-11-cell-118">
              <a:extLst>
                <a:ext uri="{FF2B5EF4-FFF2-40B4-BE49-F238E27FC236}">
                  <a16:creationId xmlns:a16="http://schemas.microsoft.com/office/drawing/2014/main" id="{0F02FECD-3ED0-48B9-A39D-E88BF36DD575}"/>
                </a:ext>
              </a:extLst>
            </p:cNvPr>
            <p:cNvSpPr>
              <a:spLocks noGrp="1"/>
            </p:cNvSpPr>
            <p:nvPr/>
          </p:nvSpPr>
          <p:spPr>
            <a:xfrm>
              <a:off x="23606125" y="6454378"/>
              <a:ext cx="236680" cy="6096"/>
            </a:xfrm>
            <a:prstGeom prst="rect">
              <a:avLst/>
            </a:prstGeom>
            <a:solidFill>
              <a:srgbClr val="DCE8ED"/>
            </a:solidFill>
            <a:ln w="0">
              <a:noFill/>
              <a:prstDash val="solid"/>
            </a:ln>
          </p:spPr>
        </p:sp>
        <p:sp>
          <p:nvSpPr>
            <p:cNvPr id="4483" name="dense-map-11-cell-117">
              <a:extLst>
                <a:ext uri="{FF2B5EF4-FFF2-40B4-BE49-F238E27FC236}">
                  <a16:creationId xmlns:a16="http://schemas.microsoft.com/office/drawing/2014/main" id="{CFE43BD2-C2B6-495E-9D12-C9C2DB24F2AE}"/>
                </a:ext>
              </a:extLst>
            </p:cNvPr>
            <p:cNvSpPr>
              <a:spLocks noGrp="1"/>
            </p:cNvSpPr>
            <p:nvPr/>
          </p:nvSpPr>
          <p:spPr>
            <a:xfrm>
              <a:off x="23606125" y="6460331"/>
              <a:ext cx="236680" cy="6096"/>
            </a:xfrm>
            <a:prstGeom prst="rect">
              <a:avLst/>
            </a:prstGeom>
            <a:solidFill>
              <a:srgbClr val="DCE8ED"/>
            </a:solidFill>
            <a:ln w="0">
              <a:noFill/>
              <a:prstDash val="solid"/>
            </a:ln>
          </p:spPr>
        </p:sp>
        <p:sp>
          <p:nvSpPr>
            <p:cNvPr id="4484" name="dense-map-11-cell-116">
              <a:extLst>
                <a:ext uri="{FF2B5EF4-FFF2-40B4-BE49-F238E27FC236}">
                  <a16:creationId xmlns:a16="http://schemas.microsoft.com/office/drawing/2014/main" id="{E85006E2-A82C-4786-82BC-EC8AFCD985EE}"/>
                </a:ext>
              </a:extLst>
            </p:cNvPr>
            <p:cNvSpPr>
              <a:spLocks noGrp="1"/>
            </p:cNvSpPr>
            <p:nvPr/>
          </p:nvSpPr>
          <p:spPr>
            <a:xfrm>
              <a:off x="23606125" y="6466284"/>
              <a:ext cx="236680" cy="6096"/>
            </a:xfrm>
            <a:prstGeom prst="rect">
              <a:avLst/>
            </a:prstGeom>
            <a:solidFill>
              <a:srgbClr val="DCE8ED"/>
            </a:solidFill>
            <a:ln w="0">
              <a:noFill/>
              <a:prstDash val="solid"/>
            </a:ln>
          </p:spPr>
        </p:sp>
        <p:sp>
          <p:nvSpPr>
            <p:cNvPr id="4485" name="dense-map-11-cell-115">
              <a:extLst>
                <a:ext uri="{FF2B5EF4-FFF2-40B4-BE49-F238E27FC236}">
                  <a16:creationId xmlns:a16="http://schemas.microsoft.com/office/drawing/2014/main" id="{53EBF79A-F2FD-43E5-93D9-A089C557280A}"/>
                </a:ext>
              </a:extLst>
            </p:cNvPr>
            <p:cNvSpPr>
              <a:spLocks noGrp="1"/>
            </p:cNvSpPr>
            <p:nvPr/>
          </p:nvSpPr>
          <p:spPr>
            <a:xfrm>
              <a:off x="23606125" y="6472238"/>
              <a:ext cx="236680" cy="6096"/>
            </a:xfrm>
            <a:prstGeom prst="rect">
              <a:avLst/>
            </a:prstGeom>
            <a:solidFill>
              <a:srgbClr val="DCE8ED"/>
            </a:solidFill>
            <a:ln w="0">
              <a:noFill/>
              <a:prstDash val="solid"/>
            </a:ln>
          </p:spPr>
        </p:sp>
        <p:sp>
          <p:nvSpPr>
            <p:cNvPr id="4486" name="dense-map-11-cell-114">
              <a:extLst>
                <a:ext uri="{FF2B5EF4-FFF2-40B4-BE49-F238E27FC236}">
                  <a16:creationId xmlns:a16="http://schemas.microsoft.com/office/drawing/2014/main" id="{A2BF8970-8247-4D57-95B1-39835E548D9B}"/>
                </a:ext>
              </a:extLst>
            </p:cNvPr>
            <p:cNvSpPr>
              <a:spLocks noGrp="1"/>
            </p:cNvSpPr>
            <p:nvPr/>
          </p:nvSpPr>
          <p:spPr>
            <a:xfrm>
              <a:off x="23606125" y="6478191"/>
              <a:ext cx="236680" cy="6096"/>
            </a:xfrm>
            <a:prstGeom prst="rect">
              <a:avLst/>
            </a:prstGeom>
            <a:solidFill>
              <a:srgbClr val="DCE8ED"/>
            </a:solidFill>
            <a:ln w="0">
              <a:noFill/>
              <a:prstDash val="solid"/>
            </a:ln>
          </p:spPr>
        </p:sp>
        <p:sp>
          <p:nvSpPr>
            <p:cNvPr id="4487" name="dense-map-11-cell-113">
              <a:extLst>
                <a:ext uri="{FF2B5EF4-FFF2-40B4-BE49-F238E27FC236}">
                  <a16:creationId xmlns:a16="http://schemas.microsoft.com/office/drawing/2014/main" id="{66EFD7D0-E903-458D-A8D0-87F465D1F134}"/>
                </a:ext>
              </a:extLst>
            </p:cNvPr>
            <p:cNvSpPr>
              <a:spLocks noGrp="1"/>
            </p:cNvSpPr>
            <p:nvPr/>
          </p:nvSpPr>
          <p:spPr>
            <a:xfrm>
              <a:off x="23606125" y="6484144"/>
              <a:ext cx="236680" cy="6096"/>
            </a:xfrm>
            <a:prstGeom prst="rect">
              <a:avLst/>
            </a:prstGeom>
            <a:solidFill>
              <a:srgbClr val="DCE8ED"/>
            </a:solidFill>
            <a:ln w="0">
              <a:noFill/>
              <a:prstDash val="solid"/>
            </a:ln>
          </p:spPr>
        </p:sp>
        <p:sp>
          <p:nvSpPr>
            <p:cNvPr id="4488" name="dense-map-11-cell-112">
              <a:extLst>
                <a:ext uri="{FF2B5EF4-FFF2-40B4-BE49-F238E27FC236}">
                  <a16:creationId xmlns:a16="http://schemas.microsoft.com/office/drawing/2014/main" id="{96F5A10C-93FB-4340-ABF1-A096E679F043}"/>
                </a:ext>
              </a:extLst>
            </p:cNvPr>
            <p:cNvSpPr>
              <a:spLocks noGrp="1"/>
            </p:cNvSpPr>
            <p:nvPr/>
          </p:nvSpPr>
          <p:spPr>
            <a:xfrm>
              <a:off x="23606125" y="6490097"/>
              <a:ext cx="236680" cy="6096"/>
            </a:xfrm>
            <a:prstGeom prst="rect">
              <a:avLst/>
            </a:prstGeom>
            <a:solidFill>
              <a:srgbClr val="DCE8ED"/>
            </a:solidFill>
            <a:ln w="0">
              <a:noFill/>
              <a:prstDash val="solid"/>
            </a:ln>
          </p:spPr>
        </p:sp>
        <p:sp>
          <p:nvSpPr>
            <p:cNvPr id="4489" name="dense-map-11-cell-111">
              <a:extLst>
                <a:ext uri="{FF2B5EF4-FFF2-40B4-BE49-F238E27FC236}">
                  <a16:creationId xmlns:a16="http://schemas.microsoft.com/office/drawing/2014/main" id="{2ED7125E-799F-40B1-BBFC-E700BD24B264}"/>
                </a:ext>
              </a:extLst>
            </p:cNvPr>
            <p:cNvSpPr>
              <a:spLocks noGrp="1"/>
            </p:cNvSpPr>
            <p:nvPr/>
          </p:nvSpPr>
          <p:spPr>
            <a:xfrm>
              <a:off x="23606125" y="6496050"/>
              <a:ext cx="236680" cy="6096"/>
            </a:xfrm>
            <a:prstGeom prst="rect">
              <a:avLst/>
            </a:prstGeom>
            <a:solidFill>
              <a:srgbClr val="DCE8ED"/>
            </a:solidFill>
            <a:ln w="0">
              <a:noFill/>
              <a:prstDash val="solid"/>
            </a:ln>
          </p:spPr>
        </p:sp>
        <p:sp>
          <p:nvSpPr>
            <p:cNvPr id="4490" name="dense-map-11-cell-110">
              <a:extLst>
                <a:ext uri="{FF2B5EF4-FFF2-40B4-BE49-F238E27FC236}">
                  <a16:creationId xmlns:a16="http://schemas.microsoft.com/office/drawing/2014/main" id="{42209616-642E-4A15-A875-4B725E86D588}"/>
                </a:ext>
              </a:extLst>
            </p:cNvPr>
            <p:cNvSpPr>
              <a:spLocks noGrp="1"/>
            </p:cNvSpPr>
            <p:nvPr/>
          </p:nvSpPr>
          <p:spPr>
            <a:xfrm>
              <a:off x="23606125" y="6502003"/>
              <a:ext cx="236680" cy="6096"/>
            </a:xfrm>
            <a:prstGeom prst="rect">
              <a:avLst/>
            </a:prstGeom>
            <a:solidFill>
              <a:srgbClr val="DCE8ED"/>
            </a:solidFill>
            <a:ln w="0">
              <a:noFill/>
              <a:prstDash val="solid"/>
            </a:ln>
          </p:spPr>
        </p:sp>
        <p:sp>
          <p:nvSpPr>
            <p:cNvPr id="4491" name="dense-map-11-cell-109">
              <a:extLst>
                <a:ext uri="{FF2B5EF4-FFF2-40B4-BE49-F238E27FC236}">
                  <a16:creationId xmlns:a16="http://schemas.microsoft.com/office/drawing/2014/main" id="{BD7983FC-DA7B-465B-B602-606E7FAE9DEB}"/>
                </a:ext>
              </a:extLst>
            </p:cNvPr>
            <p:cNvSpPr>
              <a:spLocks noGrp="1"/>
            </p:cNvSpPr>
            <p:nvPr/>
          </p:nvSpPr>
          <p:spPr>
            <a:xfrm>
              <a:off x="23606125" y="6507956"/>
              <a:ext cx="236680" cy="6096"/>
            </a:xfrm>
            <a:prstGeom prst="rect">
              <a:avLst/>
            </a:prstGeom>
            <a:solidFill>
              <a:srgbClr val="DCE8ED"/>
            </a:solidFill>
            <a:ln w="0">
              <a:noFill/>
              <a:prstDash val="solid"/>
            </a:ln>
          </p:spPr>
        </p:sp>
        <p:sp>
          <p:nvSpPr>
            <p:cNvPr id="4492" name="dense-map-11-cell-108">
              <a:extLst>
                <a:ext uri="{FF2B5EF4-FFF2-40B4-BE49-F238E27FC236}">
                  <a16:creationId xmlns:a16="http://schemas.microsoft.com/office/drawing/2014/main" id="{37A7E0AE-962E-450A-B57E-6A2018BD158A}"/>
                </a:ext>
              </a:extLst>
            </p:cNvPr>
            <p:cNvSpPr>
              <a:spLocks noGrp="1"/>
            </p:cNvSpPr>
            <p:nvPr/>
          </p:nvSpPr>
          <p:spPr>
            <a:xfrm>
              <a:off x="23606125" y="6513909"/>
              <a:ext cx="236680" cy="6096"/>
            </a:xfrm>
            <a:prstGeom prst="rect">
              <a:avLst/>
            </a:prstGeom>
            <a:solidFill>
              <a:srgbClr val="DCE8ED"/>
            </a:solidFill>
            <a:ln w="0">
              <a:noFill/>
              <a:prstDash val="solid"/>
            </a:ln>
          </p:spPr>
        </p:sp>
        <p:sp>
          <p:nvSpPr>
            <p:cNvPr id="4493" name="dense-map-11-cell-107">
              <a:extLst>
                <a:ext uri="{FF2B5EF4-FFF2-40B4-BE49-F238E27FC236}">
                  <a16:creationId xmlns:a16="http://schemas.microsoft.com/office/drawing/2014/main" id="{06F00176-F4FC-412A-9790-AA00EA823955}"/>
                </a:ext>
              </a:extLst>
            </p:cNvPr>
            <p:cNvSpPr>
              <a:spLocks noGrp="1"/>
            </p:cNvSpPr>
            <p:nvPr/>
          </p:nvSpPr>
          <p:spPr>
            <a:xfrm>
              <a:off x="23606125" y="6519863"/>
              <a:ext cx="236680" cy="6096"/>
            </a:xfrm>
            <a:prstGeom prst="rect">
              <a:avLst/>
            </a:prstGeom>
            <a:solidFill>
              <a:srgbClr val="79B3D2"/>
            </a:solidFill>
            <a:ln w="0">
              <a:noFill/>
              <a:prstDash val="solid"/>
            </a:ln>
          </p:spPr>
        </p:sp>
        <p:sp>
          <p:nvSpPr>
            <p:cNvPr id="4494" name="dense-map-11-cell-106">
              <a:extLst>
                <a:ext uri="{FF2B5EF4-FFF2-40B4-BE49-F238E27FC236}">
                  <a16:creationId xmlns:a16="http://schemas.microsoft.com/office/drawing/2014/main" id="{68842C97-54B4-402B-BC36-E1CADAF582B9}"/>
                </a:ext>
              </a:extLst>
            </p:cNvPr>
            <p:cNvSpPr>
              <a:spLocks noGrp="1"/>
            </p:cNvSpPr>
            <p:nvPr/>
          </p:nvSpPr>
          <p:spPr>
            <a:xfrm>
              <a:off x="23606125" y="6525816"/>
              <a:ext cx="236680" cy="6096"/>
            </a:xfrm>
            <a:prstGeom prst="rect">
              <a:avLst/>
            </a:prstGeom>
            <a:solidFill>
              <a:srgbClr val="3B92C2"/>
            </a:solidFill>
            <a:ln w="0">
              <a:noFill/>
              <a:prstDash val="solid"/>
            </a:ln>
          </p:spPr>
        </p:sp>
        <p:sp>
          <p:nvSpPr>
            <p:cNvPr id="4495" name="dense-map-11-cell-105">
              <a:extLst>
                <a:ext uri="{FF2B5EF4-FFF2-40B4-BE49-F238E27FC236}">
                  <a16:creationId xmlns:a16="http://schemas.microsoft.com/office/drawing/2014/main" id="{3948DD64-85C6-4C9F-9FDB-4B08F19A7A09}"/>
                </a:ext>
              </a:extLst>
            </p:cNvPr>
            <p:cNvSpPr>
              <a:spLocks noGrp="1"/>
            </p:cNvSpPr>
            <p:nvPr/>
          </p:nvSpPr>
          <p:spPr>
            <a:xfrm>
              <a:off x="23606125" y="6531769"/>
              <a:ext cx="236680" cy="6096"/>
            </a:xfrm>
            <a:prstGeom prst="rect">
              <a:avLst/>
            </a:prstGeom>
            <a:solidFill>
              <a:srgbClr val="2A89BD"/>
            </a:solidFill>
            <a:ln w="0">
              <a:noFill/>
              <a:prstDash val="solid"/>
            </a:ln>
          </p:spPr>
        </p:sp>
        <p:sp>
          <p:nvSpPr>
            <p:cNvPr id="4496" name="dense-map-11-cell-104">
              <a:extLst>
                <a:ext uri="{FF2B5EF4-FFF2-40B4-BE49-F238E27FC236}">
                  <a16:creationId xmlns:a16="http://schemas.microsoft.com/office/drawing/2014/main" id="{FEA42BE0-F6FD-4076-815D-8E70D913F1C4}"/>
                </a:ext>
              </a:extLst>
            </p:cNvPr>
            <p:cNvSpPr>
              <a:spLocks noGrp="1"/>
            </p:cNvSpPr>
            <p:nvPr/>
          </p:nvSpPr>
          <p:spPr>
            <a:xfrm>
              <a:off x="23606125" y="6537722"/>
              <a:ext cx="236680" cy="6096"/>
            </a:xfrm>
            <a:prstGeom prst="rect">
              <a:avLst/>
            </a:prstGeom>
            <a:solidFill>
              <a:srgbClr val="1F83BA"/>
            </a:solidFill>
            <a:ln w="0">
              <a:noFill/>
              <a:prstDash val="solid"/>
            </a:ln>
          </p:spPr>
        </p:sp>
        <p:sp>
          <p:nvSpPr>
            <p:cNvPr id="4497" name="dense-map-11-cell-103">
              <a:extLst>
                <a:ext uri="{FF2B5EF4-FFF2-40B4-BE49-F238E27FC236}">
                  <a16:creationId xmlns:a16="http://schemas.microsoft.com/office/drawing/2014/main" id="{2A099FFD-4A6F-4E7A-88CB-EC25269E94B0}"/>
                </a:ext>
              </a:extLst>
            </p:cNvPr>
            <p:cNvSpPr>
              <a:spLocks noGrp="1"/>
            </p:cNvSpPr>
            <p:nvPr/>
          </p:nvSpPr>
          <p:spPr>
            <a:xfrm>
              <a:off x="23606125" y="6543675"/>
              <a:ext cx="236680" cy="6096"/>
            </a:xfrm>
            <a:prstGeom prst="rect">
              <a:avLst/>
            </a:prstGeom>
            <a:solidFill>
              <a:srgbClr val="147DB7"/>
            </a:solidFill>
            <a:ln w="0">
              <a:noFill/>
              <a:prstDash val="solid"/>
            </a:ln>
          </p:spPr>
        </p:sp>
        <p:sp>
          <p:nvSpPr>
            <p:cNvPr id="4498" name="dense-map-11-cell-102">
              <a:extLst>
                <a:ext uri="{FF2B5EF4-FFF2-40B4-BE49-F238E27FC236}">
                  <a16:creationId xmlns:a16="http://schemas.microsoft.com/office/drawing/2014/main" id="{70C7F020-BD35-4E31-8E98-5D54E8B195C7}"/>
                </a:ext>
              </a:extLst>
            </p:cNvPr>
            <p:cNvSpPr>
              <a:spLocks noGrp="1"/>
            </p:cNvSpPr>
            <p:nvPr/>
          </p:nvSpPr>
          <p:spPr>
            <a:xfrm>
              <a:off x="23606125" y="6549628"/>
              <a:ext cx="236680" cy="6096"/>
            </a:xfrm>
            <a:prstGeom prst="rect">
              <a:avLst/>
            </a:prstGeom>
            <a:solidFill>
              <a:srgbClr val="0A7BAF"/>
            </a:solidFill>
            <a:ln w="0">
              <a:noFill/>
              <a:prstDash val="solid"/>
            </a:ln>
          </p:spPr>
        </p:sp>
        <p:sp>
          <p:nvSpPr>
            <p:cNvPr id="4499" name="dense-map-11-cell-101">
              <a:extLst>
                <a:ext uri="{FF2B5EF4-FFF2-40B4-BE49-F238E27FC236}">
                  <a16:creationId xmlns:a16="http://schemas.microsoft.com/office/drawing/2014/main" id="{2F9F9E81-AEFB-4982-B6F5-A408D3922A4E}"/>
                </a:ext>
              </a:extLst>
            </p:cNvPr>
            <p:cNvSpPr>
              <a:spLocks noGrp="1"/>
            </p:cNvSpPr>
            <p:nvPr/>
          </p:nvSpPr>
          <p:spPr>
            <a:xfrm>
              <a:off x="23606125" y="6555581"/>
              <a:ext cx="236680" cy="6096"/>
            </a:xfrm>
            <a:prstGeom prst="rect">
              <a:avLst/>
            </a:prstGeom>
            <a:solidFill>
              <a:srgbClr val="0374B3"/>
            </a:solidFill>
            <a:ln w="0">
              <a:noFill/>
              <a:prstDash val="solid"/>
            </a:ln>
          </p:spPr>
        </p:sp>
        <p:sp>
          <p:nvSpPr>
            <p:cNvPr id="4500" name="dense-map-11-cell-100">
              <a:extLst>
                <a:ext uri="{FF2B5EF4-FFF2-40B4-BE49-F238E27FC236}">
                  <a16:creationId xmlns:a16="http://schemas.microsoft.com/office/drawing/2014/main" id="{E040D400-21B8-4DE0-8F3C-BC28C8CEDDC3}"/>
                </a:ext>
              </a:extLst>
            </p:cNvPr>
            <p:cNvSpPr>
              <a:spLocks noGrp="1"/>
            </p:cNvSpPr>
            <p:nvPr/>
          </p:nvSpPr>
          <p:spPr>
            <a:xfrm>
              <a:off x="23606125" y="6561534"/>
              <a:ext cx="236680" cy="6096"/>
            </a:xfrm>
            <a:prstGeom prst="rect">
              <a:avLst/>
            </a:prstGeom>
            <a:solidFill>
              <a:srgbClr val="0077AA"/>
            </a:solidFill>
            <a:ln w="0">
              <a:noFill/>
              <a:prstDash val="solid"/>
            </a:ln>
          </p:spPr>
        </p:sp>
        <p:sp>
          <p:nvSpPr>
            <p:cNvPr id="4501" name="dense-map-11-cell-99">
              <a:extLst>
                <a:ext uri="{FF2B5EF4-FFF2-40B4-BE49-F238E27FC236}">
                  <a16:creationId xmlns:a16="http://schemas.microsoft.com/office/drawing/2014/main" id="{A37D9E38-DAD2-4FC0-BE01-18DC10EDCB1D}"/>
                </a:ext>
              </a:extLst>
            </p:cNvPr>
            <p:cNvSpPr>
              <a:spLocks noGrp="1"/>
            </p:cNvSpPr>
            <p:nvPr/>
          </p:nvSpPr>
          <p:spPr>
            <a:xfrm>
              <a:off x="23606125" y="6567488"/>
              <a:ext cx="236680" cy="6096"/>
            </a:xfrm>
            <a:prstGeom prst="rect">
              <a:avLst/>
            </a:prstGeom>
            <a:solidFill>
              <a:srgbClr val="0077AB"/>
            </a:solidFill>
            <a:ln w="0">
              <a:noFill/>
              <a:prstDash val="solid"/>
            </a:ln>
          </p:spPr>
        </p:sp>
        <p:sp>
          <p:nvSpPr>
            <p:cNvPr id="4502" name="dense-map-11-cell-98">
              <a:extLst>
                <a:ext uri="{FF2B5EF4-FFF2-40B4-BE49-F238E27FC236}">
                  <a16:creationId xmlns:a16="http://schemas.microsoft.com/office/drawing/2014/main" id="{B148D7E6-2DBE-4E3A-864D-4E8867C17679}"/>
                </a:ext>
              </a:extLst>
            </p:cNvPr>
            <p:cNvSpPr>
              <a:spLocks noGrp="1"/>
            </p:cNvSpPr>
            <p:nvPr/>
          </p:nvSpPr>
          <p:spPr>
            <a:xfrm>
              <a:off x="23606125" y="6573441"/>
              <a:ext cx="236680" cy="6096"/>
            </a:xfrm>
            <a:prstGeom prst="rect">
              <a:avLst/>
            </a:prstGeom>
            <a:solidFill>
              <a:srgbClr val="0077AB"/>
            </a:solidFill>
            <a:ln w="0">
              <a:noFill/>
              <a:prstDash val="solid"/>
            </a:ln>
          </p:spPr>
        </p:sp>
        <p:sp>
          <p:nvSpPr>
            <p:cNvPr id="4503" name="dense-map-11-cell-97">
              <a:extLst>
                <a:ext uri="{FF2B5EF4-FFF2-40B4-BE49-F238E27FC236}">
                  <a16:creationId xmlns:a16="http://schemas.microsoft.com/office/drawing/2014/main" id="{7CCC301B-D4AF-4841-B676-9C876E8B3514}"/>
                </a:ext>
              </a:extLst>
            </p:cNvPr>
            <p:cNvSpPr>
              <a:spLocks noGrp="1"/>
            </p:cNvSpPr>
            <p:nvPr/>
          </p:nvSpPr>
          <p:spPr>
            <a:xfrm>
              <a:off x="23606125" y="6579394"/>
              <a:ext cx="236680" cy="6096"/>
            </a:xfrm>
            <a:prstGeom prst="rect">
              <a:avLst/>
            </a:prstGeom>
            <a:solidFill>
              <a:srgbClr val="0077AB"/>
            </a:solidFill>
            <a:ln w="0">
              <a:noFill/>
              <a:prstDash val="solid"/>
            </a:ln>
          </p:spPr>
        </p:sp>
        <p:sp>
          <p:nvSpPr>
            <p:cNvPr id="4504" name="dense-map-11-cell-96">
              <a:extLst>
                <a:ext uri="{FF2B5EF4-FFF2-40B4-BE49-F238E27FC236}">
                  <a16:creationId xmlns:a16="http://schemas.microsoft.com/office/drawing/2014/main" id="{27F9C3F5-03A7-42F4-8036-D52B47516417}"/>
                </a:ext>
              </a:extLst>
            </p:cNvPr>
            <p:cNvSpPr>
              <a:spLocks noGrp="1"/>
            </p:cNvSpPr>
            <p:nvPr/>
          </p:nvSpPr>
          <p:spPr>
            <a:xfrm>
              <a:off x="23606125" y="6585347"/>
              <a:ext cx="236680" cy="6096"/>
            </a:xfrm>
            <a:prstGeom prst="rect">
              <a:avLst/>
            </a:prstGeom>
            <a:solidFill>
              <a:srgbClr val="0077AB"/>
            </a:solidFill>
            <a:ln w="0">
              <a:noFill/>
              <a:prstDash val="solid"/>
            </a:ln>
          </p:spPr>
        </p:sp>
        <p:sp>
          <p:nvSpPr>
            <p:cNvPr id="4505" name="dense-map-11-cell-95">
              <a:extLst>
                <a:ext uri="{FF2B5EF4-FFF2-40B4-BE49-F238E27FC236}">
                  <a16:creationId xmlns:a16="http://schemas.microsoft.com/office/drawing/2014/main" id="{A70BA085-1FA5-401A-A93E-91912DDD3804}"/>
                </a:ext>
              </a:extLst>
            </p:cNvPr>
            <p:cNvSpPr>
              <a:spLocks noGrp="1"/>
            </p:cNvSpPr>
            <p:nvPr/>
          </p:nvSpPr>
          <p:spPr>
            <a:xfrm>
              <a:off x="23606125" y="6591300"/>
              <a:ext cx="236680" cy="6096"/>
            </a:xfrm>
            <a:prstGeom prst="rect">
              <a:avLst/>
            </a:prstGeom>
            <a:solidFill>
              <a:srgbClr val="0077AB"/>
            </a:solidFill>
            <a:ln w="0">
              <a:noFill/>
              <a:prstDash val="solid"/>
            </a:ln>
          </p:spPr>
        </p:sp>
        <p:sp>
          <p:nvSpPr>
            <p:cNvPr id="4506" name="dense-map-11-cell-94">
              <a:extLst>
                <a:ext uri="{FF2B5EF4-FFF2-40B4-BE49-F238E27FC236}">
                  <a16:creationId xmlns:a16="http://schemas.microsoft.com/office/drawing/2014/main" id="{4FDFAD51-A1C4-46E1-8D6C-531606EE0B7F}"/>
                </a:ext>
              </a:extLst>
            </p:cNvPr>
            <p:cNvSpPr>
              <a:spLocks noGrp="1"/>
            </p:cNvSpPr>
            <p:nvPr/>
          </p:nvSpPr>
          <p:spPr>
            <a:xfrm>
              <a:off x="23606125" y="6597253"/>
              <a:ext cx="236680" cy="6096"/>
            </a:xfrm>
            <a:prstGeom prst="rect">
              <a:avLst/>
            </a:prstGeom>
            <a:solidFill>
              <a:srgbClr val="0077AB"/>
            </a:solidFill>
            <a:ln w="0">
              <a:noFill/>
              <a:prstDash val="solid"/>
            </a:ln>
          </p:spPr>
        </p:sp>
        <p:sp>
          <p:nvSpPr>
            <p:cNvPr id="4507" name="dense-map-11-cell-93">
              <a:extLst>
                <a:ext uri="{FF2B5EF4-FFF2-40B4-BE49-F238E27FC236}">
                  <a16:creationId xmlns:a16="http://schemas.microsoft.com/office/drawing/2014/main" id="{3DF1DF6C-BC98-4B26-AEB2-91E132CEE122}"/>
                </a:ext>
              </a:extLst>
            </p:cNvPr>
            <p:cNvSpPr>
              <a:spLocks noGrp="1"/>
            </p:cNvSpPr>
            <p:nvPr/>
          </p:nvSpPr>
          <p:spPr>
            <a:xfrm>
              <a:off x="23606125" y="6603206"/>
              <a:ext cx="236680" cy="6096"/>
            </a:xfrm>
            <a:prstGeom prst="rect">
              <a:avLst/>
            </a:prstGeom>
            <a:solidFill>
              <a:srgbClr val="0077AB"/>
            </a:solidFill>
            <a:ln w="0">
              <a:noFill/>
              <a:prstDash val="solid"/>
            </a:ln>
          </p:spPr>
        </p:sp>
        <p:sp>
          <p:nvSpPr>
            <p:cNvPr id="4508" name="dense-map-11-cell-92">
              <a:extLst>
                <a:ext uri="{FF2B5EF4-FFF2-40B4-BE49-F238E27FC236}">
                  <a16:creationId xmlns:a16="http://schemas.microsoft.com/office/drawing/2014/main" id="{AF8288DD-C8E0-4A0B-B67C-AFAD08EAF05E}"/>
                </a:ext>
              </a:extLst>
            </p:cNvPr>
            <p:cNvSpPr>
              <a:spLocks noGrp="1"/>
            </p:cNvSpPr>
            <p:nvPr/>
          </p:nvSpPr>
          <p:spPr>
            <a:xfrm>
              <a:off x="23606125" y="6609159"/>
              <a:ext cx="236680" cy="6096"/>
            </a:xfrm>
            <a:prstGeom prst="rect">
              <a:avLst/>
            </a:prstGeom>
            <a:solidFill>
              <a:srgbClr val="0077AB"/>
            </a:solidFill>
            <a:ln w="0">
              <a:noFill/>
              <a:prstDash val="solid"/>
            </a:ln>
          </p:spPr>
        </p:sp>
        <p:sp>
          <p:nvSpPr>
            <p:cNvPr id="4509" name="dense-map-11-cell-91">
              <a:extLst>
                <a:ext uri="{FF2B5EF4-FFF2-40B4-BE49-F238E27FC236}">
                  <a16:creationId xmlns:a16="http://schemas.microsoft.com/office/drawing/2014/main" id="{0DDBDAA3-5A52-4231-9C04-26C2E0D9B1EF}"/>
                </a:ext>
              </a:extLst>
            </p:cNvPr>
            <p:cNvSpPr>
              <a:spLocks noGrp="1"/>
            </p:cNvSpPr>
            <p:nvPr/>
          </p:nvSpPr>
          <p:spPr>
            <a:xfrm>
              <a:off x="23606125" y="6615113"/>
              <a:ext cx="236680" cy="6096"/>
            </a:xfrm>
            <a:prstGeom prst="rect">
              <a:avLst/>
            </a:prstGeom>
            <a:solidFill>
              <a:srgbClr val="0177AC"/>
            </a:solidFill>
            <a:ln w="0">
              <a:noFill/>
              <a:prstDash val="solid"/>
            </a:ln>
          </p:spPr>
        </p:sp>
        <p:sp>
          <p:nvSpPr>
            <p:cNvPr id="4510" name="dense-map-11-cell-90">
              <a:extLst>
                <a:ext uri="{FF2B5EF4-FFF2-40B4-BE49-F238E27FC236}">
                  <a16:creationId xmlns:a16="http://schemas.microsoft.com/office/drawing/2014/main" id="{4E690510-6196-4184-9345-0104C5B58A8C}"/>
                </a:ext>
              </a:extLst>
            </p:cNvPr>
            <p:cNvSpPr>
              <a:spLocks noGrp="1"/>
            </p:cNvSpPr>
            <p:nvPr/>
          </p:nvSpPr>
          <p:spPr>
            <a:xfrm>
              <a:off x="23606125" y="6621066"/>
              <a:ext cx="236680" cy="6096"/>
            </a:xfrm>
            <a:prstGeom prst="rect">
              <a:avLst/>
            </a:prstGeom>
            <a:solidFill>
              <a:srgbClr val="097BAD"/>
            </a:solidFill>
            <a:ln w="0">
              <a:noFill/>
              <a:prstDash val="solid"/>
            </a:ln>
          </p:spPr>
        </p:sp>
        <p:sp>
          <p:nvSpPr>
            <p:cNvPr id="4511" name="dense-map-11-cell-89">
              <a:extLst>
                <a:ext uri="{FF2B5EF4-FFF2-40B4-BE49-F238E27FC236}">
                  <a16:creationId xmlns:a16="http://schemas.microsoft.com/office/drawing/2014/main" id="{EA8E6842-DEA0-4506-8186-0A37A125E4B6}"/>
                </a:ext>
              </a:extLst>
            </p:cNvPr>
            <p:cNvSpPr>
              <a:spLocks noGrp="1"/>
            </p:cNvSpPr>
            <p:nvPr/>
          </p:nvSpPr>
          <p:spPr>
            <a:xfrm>
              <a:off x="23606125" y="6627019"/>
              <a:ext cx="236680" cy="6096"/>
            </a:xfrm>
            <a:prstGeom prst="rect">
              <a:avLst/>
            </a:prstGeom>
            <a:solidFill>
              <a:srgbClr val="1E85B1"/>
            </a:solidFill>
            <a:ln w="0">
              <a:noFill/>
              <a:prstDash val="solid"/>
            </a:ln>
          </p:spPr>
        </p:sp>
        <p:sp>
          <p:nvSpPr>
            <p:cNvPr id="4512" name="dense-map-11-cell-88">
              <a:extLst>
                <a:ext uri="{FF2B5EF4-FFF2-40B4-BE49-F238E27FC236}">
                  <a16:creationId xmlns:a16="http://schemas.microsoft.com/office/drawing/2014/main" id="{3878B34D-377B-4EBD-A3D5-AFC680557506}"/>
                </a:ext>
              </a:extLst>
            </p:cNvPr>
            <p:cNvSpPr>
              <a:spLocks noGrp="1"/>
            </p:cNvSpPr>
            <p:nvPr/>
          </p:nvSpPr>
          <p:spPr>
            <a:xfrm>
              <a:off x="23606125" y="6632972"/>
              <a:ext cx="236680" cy="6096"/>
            </a:xfrm>
            <a:prstGeom prst="rect">
              <a:avLst/>
            </a:prstGeom>
            <a:solidFill>
              <a:srgbClr val="3D97BC"/>
            </a:solidFill>
            <a:ln w="0">
              <a:noFill/>
              <a:prstDash val="solid"/>
            </a:ln>
          </p:spPr>
        </p:sp>
        <p:sp>
          <p:nvSpPr>
            <p:cNvPr id="4513" name="dense-map-11-cell-87">
              <a:extLst>
                <a:ext uri="{FF2B5EF4-FFF2-40B4-BE49-F238E27FC236}">
                  <a16:creationId xmlns:a16="http://schemas.microsoft.com/office/drawing/2014/main" id="{CC2AE1C7-0B62-4325-8660-A90B1878DB36}"/>
                </a:ext>
              </a:extLst>
            </p:cNvPr>
            <p:cNvSpPr>
              <a:spLocks noGrp="1"/>
            </p:cNvSpPr>
            <p:nvPr/>
          </p:nvSpPr>
          <p:spPr>
            <a:xfrm>
              <a:off x="23606125" y="6638925"/>
              <a:ext cx="236680" cy="6096"/>
            </a:xfrm>
            <a:prstGeom prst="rect">
              <a:avLst/>
            </a:prstGeom>
            <a:solidFill>
              <a:srgbClr val="66ADC7"/>
            </a:solidFill>
            <a:ln w="0">
              <a:noFill/>
              <a:prstDash val="solid"/>
            </a:ln>
          </p:spPr>
        </p:sp>
        <p:sp>
          <p:nvSpPr>
            <p:cNvPr id="4514" name="dense-map-11-cell-86">
              <a:extLst>
                <a:ext uri="{FF2B5EF4-FFF2-40B4-BE49-F238E27FC236}">
                  <a16:creationId xmlns:a16="http://schemas.microsoft.com/office/drawing/2014/main" id="{ADAA2B91-6244-4547-B88B-8C2CFBE91B90}"/>
                </a:ext>
              </a:extLst>
            </p:cNvPr>
            <p:cNvSpPr>
              <a:spLocks noGrp="1"/>
            </p:cNvSpPr>
            <p:nvPr/>
          </p:nvSpPr>
          <p:spPr>
            <a:xfrm>
              <a:off x="23606125" y="6644878"/>
              <a:ext cx="236680" cy="6096"/>
            </a:xfrm>
            <a:prstGeom prst="rect">
              <a:avLst/>
            </a:prstGeom>
            <a:solidFill>
              <a:srgbClr val="72B6BA"/>
            </a:solidFill>
            <a:ln w="0">
              <a:noFill/>
              <a:prstDash val="solid"/>
            </a:ln>
          </p:spPr>
        </p:sp>
        <p:sp>
          <p:nvSpPr>
            <p:cNvPr id="4515" name="dense-map-11-cell-85">
              <a:extLst>
                <a:ext uri="{FF2B5EF4-FFF2-40B4-BE49-F238E27FC236}">
                  <a16:creationId xmlns:a16="http://schemas.microsoft.com/office/drawing/2014/main" id="{73C535D1-825E-4FFF-AF28-5D2A38F66581}"/>
                </a:ext>
              </a:extLst>
            </p:cNvPr>
            <p:cNvSpPr>
              <a:spLocks noGrp="1"/>
            </p:cNvSpPr>
            <p:nvPr/>
          </p:nvSpPr>
          <p:spPr>
            <a:xfrm>
              <a:off x="23606125" y="6650831"/>
              <a:ext cx="236680" cy="6096"/>
            </a:xfrm>
            <a:prstGeom prst="rect">
              <a:avLst/>
            </a:prstGeom>
            <a:solidFill>
              <a:srgbClr val="6EBDB1"/>
            </a:solidFill>
            <a:ln w="0">
              <a:noFill/>
              <a:prstDash val="solid"/>
            </a:ln>
          </p:spPr>
        </p:sp>
        <p:sp>
          <p:nvSpPr>
            <p:cNvPr id="4516" name="dense-map-11-cell-84">
              <a:extLst>
                <a:ext uri="{FF2B5EF4-FFF2-40B4-BE49-F238E27FC236}">
                  <a16:creationId xmlns:a16="http://schemas.microsoft.com/office/drawing/2014/main" id="{26F64D5F-8FC1-435A-ACED-48B8138680D8}"/>
                </a:ext>
              </a:extLst>
            </p:cNvPr>
            <p:cNvSpPr>
              <a:spLocks noGrp="1"/>
            </p:cNvSpPr>
            <p:nvPr/>
          </p:nvSpPr>
          <p:spPr>
            <a:xfrm>
              <a:off x="23606125" y="6656784"/>
              <a:ext cx="236680" cy="6096"/>
            </a:xfrm>
            <a:prstGeom prst="rect">
              <a:avLst/>
            </a:prstGeom>
            <a:solidFill>
              <a:srgbClr val="55BAA3"/>
            </a:solidFill>
            <a:ln w="0">
              <a:noFill/>
              <a:prstDash val="solid"/>
            </a:ln>
          </p:spPr>
        </p:sp>
        <p:sp>
          <p:nvSpPr>
            <p:cNvPr id="4517" name="dense-map-11-cell-83">
              <a:extLst>
                <a:ext uri="{FF2B5EF4-FFF2-40B4-BE49-F238E27FC236}">
                  <a16:creationId xmlns:a16="http://schemas.microsoft.com/office/drawing/2014/main" id="{60123CC5-F7E4-41B1-8CFF-5F1D69C6F83E}"/>
                </a:ext>
              </a:extLst>
            </p:cNvPr>
            <p:cNvSpPr>
              <a:spLocks noGrp="1"/>
            </p:cNvSpPr>
            <p:nvPr/>
          </p:nvSpPr>
          <p:spPr>
            <a:xfrm>
              <a:off x="23606125" y="6662738"/>
              <a:ext cx="236680" cy="6096"/>
            </a:xfrm>
            <a:prstGeom prst="rect">
              <a:avLst/>
            </a:prstGeom>
            <a:solidFill>
              <a:srgbClr val="3BB294"/>
            </a:solidFill>
            <a:ln w="0">
              <a:noFill/>
              <a:prstDash val="solid"/>
            </a:ln>
          </p:spPr>
        </p:sp>
        <p:sp>
          <p:nvSpPr>
            <p:cNvPr id="4518" name="dense-map-11-cell-82">
              <a:extLst>
                <a:ext uri="{FF2B5EF4-FFF2-40B4-BE49-F238E27FC236}">
                  <a16:creationId xmlns:a16="http://schemas.microsoft.com/office/drawing/2014/main" id="{5DB07E20-EA8E-4663-A9E9-6F5E499E683D}"/>
                </a:ext>
              </a:extLst>
            </p:cNvPr>
            <p:cNvSpPr>
              <a:spLocks noGrp="1"/>
            </p:cNvSpPr>
            <p:nvPr/>
          </p:nvSpPr>
          <p:spPr>
            <a:xfrm>
              <a:off x="23606125" y="6668691"/>
              <a:ext cx="236680" cy="6096"/>
            </a:xfrm>
            <a:prstGeom prst="rect">
              <a:avLst/>
            </a:prstGeom>
            <a:solidFill>
              <a:srgbClr val="27AB89"/>
            </a:solidFill>
            <a:ln w="0">
              <a:noFill/>
              <a:prstDash val="solid"/>
            </a:ln>
          </p:spPr>
        </p:sp>
        <p:sp>
          <p:nvSpPr>
            <p:cNvPr id="4519" name="dense-map-11-cell-81">
              <a:extLst>
                <a:ext uri="{FF2B5EF4-FFF2-40B4-BE49-F238E27FC236}">
                  <a16:creationId xmlns:a16="http://schemas.microsoft.com/office/drawing/2014/main" id="{EBDDD6BE-3AD6-4E6E-BF38-6AB3FB8D8377}"/>
                </a:ext>
              </a:extLst>
            </p:cNvPr>
            <p:cNvSpPr>
              <a:spLocks noGrp="1"/>
            </p:cNvSpPr>
            <p:nvPr/>
          </p:nvSpPr>
          <p:spPr>
            <a:xfrm>
              <a:off x="23606125" y="6674644"/>
              <a:ext cx="236680" cy="6096"/>
            </a:xfrm>
            <a:prstGeom prst="rect">
              <a:avLst/>
            </a:prstGeom>
            <a:solidFill>
              <a:srgbClr val="20A985"/>
            </a:solidFill>
            <a:ln w="0">
              <a:noFill/>
              <a:prstDash val="solid"/>
            </a:ln>
          </p:spPr>
        </p:sp>
        <p:sp>
          <p:nvSpPr>
            <p:cNvPr id="4520" name="dense-map-11-cell-80">
              <a:extLst>
                <a:ext uri="{FF2B5EF4-FFF2-40B4-BE49-F238E27FC236}">
                  <a16:creationId xmlns:a16="http://schemas.microsoft.com/office/drawing/2014/main" id="{030392DD-9691-40D7-8138-779491D95963}"/>
                </a:ext>
              </a:extLst>
            </p:cNvPr>
            <p:cNvSpPr>
              <a:spLocks noGrp="1"/>
            </p:cNvSpPr>
            <p:nvPr/>
          </p:nvSpPr>
          <p:spPr>
            <a:xfrm>
              <a:off x="23606125" y="6680597"/>
              <a:ext cx="236680" cy="6096"/>
            </a:xfrm>
            <a:prstGeom prst="rect">
              <a:avLst/>
            </a:prstGeom>
            <a:solidFill>
              <a:srgbClr val="20A985"/>
            </a:solidFill>
            <a:ln w="0">
              <a:noFill/>
              <a:prstDash val="solid"/>
            </a:ln>
          </p:spPr>
        </p:sp>
        <p:sp>
          <p:nvSpPr>
            <p:cNvPr id="4521" name="dense-map-11-cell-79">
              <a:extLst>
                <a:ext uri="{FF2B5EF4-FFF2-40B4-BE49-F238E27FC236}">
                  <a16:creationId xmlns:a16="http://schemas.microsoft.com/office/drawing/2014/main" id="{AF3BB951-A76B-44A5-BFD4-48BCF4EEAB59}"/>
                </a:ext>
              </a:extLst>
            </p:cNvPr>
            <p:cNvSpPr>
              <a:spLocks noGrp="1"/>
            </p:cNvSpPr>
            <p:nvPr/>
          </p:nvSpPr>
          <p:spPr>
            <a:xfrm>
              <a:off x="23606125" y="6686550"/>
              <a:ext cx="236680" cy="6096"/>
            </a:xfrm>
            <a:prstGeom prst="rect">
              <a:avLst/>
            </a:prstGeom>
            <a:solidFill>
              <a:srgbClr val="20A985"/>
            </a:solidFill>
            <a:ln w="0">
              <a:noFill/>
              <a:prstDash val="solid"/>
            </a:ln>
          </p:spPr>
        </p:sp>
        <p:sp>
          <p:nvSpPr>
            <p:cNvPr id="4522" name="dense-map-11-cell-78">
              <a:extLst>
                <a:ext uri="{FF2B5EF4-FFF2-40B4-BE49-F238E27FC236}">
                  <a16:creationId xmlns:a16="http://schemas.microsoft.com/office/drawing/2014/main" id="{226F3D8D-5AD8-4A08-A230-8C9C5CE148E1}"/>
                </a:ext>
              </a:extLst>
            </p:cNvPr>
            <p:cNvSpPr>
              <a:spLocks noGrp="1"/>
            </p:cNvSpPr>
            <p:nvPr/>
          </p:nvSpPr>
          <p:spPr>
            <a:xfrm>
              <a:off x="23606125" y="6692503"/>
              <a:ext cx="236680" cy="6096"/>
            </a:xfrm>
            <a:prstGeom prst="rect">
              <a:avLst/>
            </a:prstGeom>
            <a:solidFill>
              <a:srgbClr val="20A985"/>
            </a:solidFill>
            <a:ln w="0">
              <a:noFill/>
              <a:prstDash val="solid"/>
            </a:ln>
          </p:spPr>
        </p:sp>
        <p:sp>
          <p:nvSpPr>
            <p:cNvPr id="4523" name="dense-map-11-cell-77">
              <a:extLst>
                <a:ext uri="{FF2B5EF4-FFF2-40B4-BE49-F238E27FC236}">
                  <a16:creationId xmlns:a16="http://schemas.microsoft.com/office/drawing/2014/main" id="{A88FC4DD-DFBF-4759-AB7C-77CE8AB16864}"/>
                </a:ext>
              </a:extLst>
            </p:cNvPr>
            <p:cNvSpPr>
              <a:spLocks noGrp="1"/>
            </p:cNvSpPr>
            <p:nvPr/>
          </p:nvSpPr>
          <p:spPr>
            <a:xfrm>
              <a:off x="23606125" y="6698456"/>
              <a:ext cx="236680" cy="6096"/>
            </a:xfrm>
            <a:prstGeom prst="rect">
              <a:avLst/>
            </a:prstGeom>
            <a:solidFill>
              <a:srgbClr val="20A985"/>
            </a:solidFill>
            <a:ln w="0">
              <a:noFill/>
              <a:prstDash val="solid"/>
            </a:ln>
          </p:spPr>
        </p:sp>
        <p:sp>
          <p:nvSpPr>
            <p:cNvPr id="4524" name="dense-map-11-cell-76">
              <a:extLst>
                <a:ext uri="{FF2B5EF4-FFF2-40B4-BE49-F238E27FC236}">
                  <a16:creationId xmlns:a16="http://schemas.microsoft.com/office/drawing/2014/main" id="{10FEE7A7-A095-4F9F-AAB8-02CD9CF52E21}"/>
                </a:ext>
              </a:extLst>
            </p:cNvPr>
            <p:cNvSpPr>
              <a:spLocks noGrp="1"/>
            </p:cNvSpPr>
            <p:nvPr/>
          </p:nvSpPr>
          <p:spPr>
            <a:xfrm>
              <a:off x="23606125" y="6704409"/>
              <a:ext cx="236680" cy="6096"/>
            </a:xfrm>
            <a:prstGeom prst="rect">
              <a:avLst/>
            </a:prstGeom>
            <a:solidFill>
              <a:srgbClr val="20A985"/>
            </a:solidFill>
            <a:ln w="0">
              <a:noFill/>
              <a:prstDash val="solid"/>
            </a:ln>
          </p:spPr>
        </p:sp>
        <p:sp>
          <p:nvSpPr>
            <p:cNvPr id="4525" name="dense-map-11-cell-75">
              <a:extLst>
                <a:ext uri="{FF2B5EF4-FFF2-40B4-BE49-F238E27FC236}">
                  <a16:creationId xmlns:a16="http://schemas.microsoft.com/office/drawing/2014/main" id="{098ABC16-6DA7-4E35-BFC2-744F5423D39E}"/>
                </a:ext>
              </a:extLst>
            </p:cNvPr>
            <p:cNvSpPr>
              <a:spLocks noGrp="1"/>
            </p:cNvSpPr>
            <p:nvPr/>
          </p:nvSpPr>
          <p:spPr>
            <a:xfrm>
              <a:off x="23606125" y="6710363"/>
              <a:ext cx="236680" cy="6096"/>
            </a:xfrm>
            <a:prstGeom prst="rect">
              <a:avLst/>
            </a:prstGeom>
            <a:solidFill>
              <a:srgbClr val="20A985"/>
            </a:solidFill>
            <a:ln w="0">
              <a:noFill/>
              <a:prstDash val="solid"/>
            </a:ln>
          </p:spPr>
        </p:sp>
        <p:sp>
          <p:nvSpPr>
            <p:cNvPr id="4526" name="dense-map-11-cell-74">
              <a:extLst>
                <a:ext uri="{FF2B5EF4-FFF2-40B4-BE49-F238E27FC236}">
                  <a16:creationId xmlns:a16="http://schemas.microsoft.com/office/drawing/2014/main" id="{6DA8D667-2BEE-49D8-9940-B62D9ED27BB9}"/>
                </a:ext>
              </a:extLst>
            </p:cNvPr>
            <p:cNvSpPr>
              <a:spLocks noGrp="1"/>
            </p:cNvSpPr>
            <p:nvPr/>
          </p:nvSpPr>
          <p:spPr>
            <a:xfrm>
              <a:off x="23606125" y="6716316"/>
              <a:ext cx="236680" cy="6096"/>
            </a:xfrm>
            <a:prstGeom prst="rect">
              <a:avLst/>
            </a:prstGeom>
            <a:solidFill>
              <a:srgbClr val="20A985"/>
            </a:solidFill>
            <a:ln w="0">
              <a:noFill/>
              <a:prstDash val="solid"/>
            </a:ln>
          </p:spPr>
        </p:sp>
        <p:sp>
          <p:nvSpPr>
            <p:cNvPr id="4527" name="dense-map-11-cell-73">
              <a:extLst>
                <a:ext uri="{FF2B5EF4-FFF2-40B4-BE49-F238E27FC236}">
                  <a16:creationId xmlns:a16="http://schemas.microsoft.com/office/drawing/2014/main" id="{DDC75164-4C66-4A71-A0C6-9B589A6948CE}"/>
                </a:ext>
              </a:extLst>
            </p:cNvPr>
            <p:cNvSpPr>
              <a:spLocks noGrp="1"/>
            </p:cNvSpPr>
            <p:nvPr/>
          </p:nvSpPr>
          <p:spPr>
            <a:xfrm>
              <a:off x="23606125" y="6722269"/>
              <a:ext cx="236680" cy="6096"/>
            </a:xfrm>
            <a:prstGeom prst="rect">
              <a:avLst/>
            </a:prstGeom>
            <a:solidFill>
              <a:srgbClr val="20A985"/>
            </a:solidFill>
            <a:ln w="0">
              <a:noFill/>
              <a:prstDash val="solid"/>
            </a:ln>
          </p:spPr>
        </p:sp>
        <p:sp>
          <p:nvSpPr>
            <p:cNvPr id="4528" name="dense-map-11-cell-72">
              <a:extLst>
                <a:ext uri="{FF2B5EF4-FFF2-40B4-BE49-F238E27FC236}">
                  <a16:creationId xmlns:a16="http://schemas.microsoft.com/office/drawing/2014/main" id="{7A1A9F69-7976-46A5-A612-B55255414A71}"/>
                </a:ext>
              </a:extLst>
            </p:cNvPr>
            <p:cNvSpPr>
              <a:spLocks noGrp="1"/>
            </p:cNvSpPr>
            <p:nvPr/>
          </p:nvSpPr>
          <p:spPr>
            <a:xfrm>
              <a:off x="23606125" y="6728222"/>
              <a:ext cx="236680" cy="6096"/>
            </a:xfrm>
            <a:prstGeom prst="rect">
              <a:avLst/>
            </a:prstGeom>
            <a:solidFill>
              <a:srgbClr val="20A985"/>
            </a:solidFill>
            <a:ln w="0">
              <a:noFill/>
              <a:prstDash val="solid"/>
            </a:ln>
          </p:spPr>
        </p:sp>
        <p:sp>
          <p:nvSpPr>
            <p:cNvPr id="4529" name="dense-map-11-cell-71">
              <a:extLst>
                <a:ext uri="{FF2B5EF4-FFF2-40B4-BE49-F238E27FC236}">
                  <a16:creationId xmlns:a16="http://schemas.microsoft.com/office/drawing/2014/main" id="{37A66242-EC63-4B43-84AD-6E7D7B5DBB87}"/>
                </a:ext>
              </a:extLst>
            </p:cNvPr>
            <p:cNvSpPr>
              <a:spLocks noGrp="1"/>
            </p:cNvSpPr>
            <p:nvPr/>
          </p:nvSpPr>
          <p:spPr>
            <a:xfrm>
              <a:off x="23606125" y="6734175"/>
              <a:ext cx="236680" cy="6096"/>
            </a:xfrm>
            <a:prstGeom prst="rect">
              <a:avLst/>
            </a:prstGeom>
            <a:solidFill>
              <a:srgbClr val="24AA87"/>
            </a:solidFill>
            <a:ln w="0">
              <a:noFill/>
              <a:prstDash val="solid"/>
            </a:ln>
          </p:spPr>
        </p:sp>
        <p:sp>
          <p:nvSpPr>
            <p:cNvPr id="4530" name="dense-map-11-cell-70">
              <a:extLst>
                <a:ext uri="{FF2B5EF4-FFF2-40B4-BE49-F238E27FC236}">
                  <a16:creationId xmlns:a16="http://schemas.microsoft.com/office/drawing/2014/main" id="{352407B4-7313-43DF-B909-5787BEA1A93B}"/>
                </a:ext>
              </a:extLst>
            </p:cNvPr>
            <p:cNvSpPr>
              <a:spLocks noGrp="1"/>
            </p:cNvSpPr>
            <p:nvPr/>
          </p:nvSpPr>
          <p:spPr>
            <a:xfrm>
              <a:off x="23606125" y="6740128"/>
              <a:ext cx="236680" cy="6096"/>
            </a:xfrm>
            <a:prstGeom prst="rect">
              <a:avLst/>
            </a:prstGeom>
            <a:solidFill>
              <a:srgbClr val="2EAD8C"/>
            </a:solidFill>
            <a:ln w="0">
              <a:noFill/>
              <a:prstDash val="solid"/>
            </a:ln>
          </p:spPr>
        </p:sp>
        <p:sp>
          <p:nvSpPr>
            <p:cNvPr id="4531" name="dense-map-11-cell-69">
              <a:extLst>
                <a:ext uri="{FF2B5EF4-FFF2-40B4-BE49-F238E27FC236}">
                  <a16:creationId xmlns:a16="http://schemas.microsoft.com/office/drawing/2014/main" id="{0F179586-EE0C-48CE-B3FF-3F323004B17A}"/>
                </a:ext>
              </a:extLst>
            </p:cNvPr>
            <p:cNvSpPr>
              <a:spLocks noGrp="1"/>
            </p:cNvSpPr>
            <p:nvPr/>
          </p:nvSpPr>
          <p:spPr>
            <a:xfrm>
              <a:off x="23606125" y="6746081"/>
              <a:ext cx="236680" cy="6096"/>
            </a:xfrm>
            <a:prstGeom prst="rect">
              <a:avLst/>
            </a:prstGeom>
            <a:solidFill>
              <a:srgbClr val="39B193"/>
            </a:solidFill>
            <a:ln w="0">
              <a:noFill/>
              <a:prstDash val="solid"/>
            </a:ln>
          </p:spPr>
        </p:sp>
        <p:sp>
          <p:nvSpPr>
            <p:cNvPr id="4532" name="dense-map-11-cell-68">
              <a:extLst>
                <a:ext uri="{FF2B5EF4-FFF2-40B4-BE49-F238E27FC236}">
                  <a16:creationId xmlns:a16="http://schemas.microsoft.com/office/drawing/2014/main" id="{626F428F-544D-4D7D-9539-CAD19DB30F52}"/>
                </a:ext>
              </a:extLst>
            </p:cNvPr>
            <p:cNvSpPr>
              <a:spLocks noGrp="1"/>
            </p:cNvSpPr>
            <p:nvPr/>
          </p:nvSpPr>
          <p:spPr>
            <a:xfrm>
              <a:off x="23606125" y="6752034"/>
              <a:ext cx="236680" cy="6096"/>
            </a:xfrm>
            <a:prstGeom prst="rect">
              <a:avLst/>
            </a:prstGeom>
            <a:solidFill>
              <a:srgbClr val="46B69A"/>
            </a:solidFill>
            <a:ln w="0">
              <a:noFill/>
              <a:prstDash val="solid"/>
            </a:ln>
          </p:spPr>
        </p:sp>
        <p:sp>
          <p:nvSpPr>
            <p:cNvPr id="4533" name="dense-map-11-cell-67">
              <a:extLst>
                <a:ext uri="{FF2B5EF4-FFF2-40B4-BE49-F238E27FC236}">
                  <a16:creationId xmlns:a16="http://schemas.microsoft.com/office/drawing/2014/main" id="{E6CA50ED-7FAA-496D-916C-57913F1BDA3B}"/>
                </a:ext>
              </a:extLst>
            </p:cNvPr>
            <p:cNvSpPr>
              <a:spLocks noGrp="1"/>
            </p:cNvSpPr>
            <p:nvPr/>
          </p:nvSpPr>
          <p:spPr>
            <a:xfrm>
              <a:off x="23606125" y="6757988"/>
              <a:ext cx="236680" cy="6096"/>
            </a:xfrm>
            <a:prstGeom prst="rect">
              <a:avLst/>
            </a:prstGeom>
            <a:solidFill>
              <a:srgbClr val="53BAA1"/>
            </a:solidFill>
            <a:ln w="0">
              <a:noFill/>
              <a:prstDash val="solid"/>
            </a:ln>
          </p:spPr>
        </p:sp>
        <p:sp>
          <p:nvSpPr>
            <p:cNvPr id="4534" name="dense-map-11-cell-66">
              <a:extLst>
                <a:ext uri="{FF2B5EF4-FFF2-40B4-BE49-F238E27FC236}">
                  <a16:creationId xmlns:a16="http://schemas.microsoft.com/office/drawing/2014/main" id="{11331BF3-4B9E-4AF8-8EC3-E11A818CFF2A}"/>
                </a:ext>
              </a:extLst>
            </p:cNvPr>
            <p:cNvSpPr>
              <a:spLocks noGrp="1"/>
            </p:cNvSpPr>
            <p:nvPr/>
          </p:nvSpPr>
          <p:spPr>
            <a:xfrm>
              <a:off x="23606125" y="6763941"/>
              <a:ext cx="236680" cy="6096"/>
            </a:xfrm>
            <a:prstGeom prst="rect">
              <a:avLst/>
            </a:prstGeom>
            <a:solidFill>
              <a:srgbClr val="5CBDA6"/>
            </a:solidFill>
            <a:ln w="0">
              <a:noFill/>
              <a:prstDash val="solid"/>
            </a:ln>
          </p:spPr>
        </p:sp>
        <p:sp>
          <p:nvSpPr>
            <p:cNvPr id="4535" name="dense-map-11-cell-65">
              <a:extLst>
                <a:ext uri="{FF2B5EF4-FFF2-40B4-BE49-F238E27FC236}">
                  <a16:creationId xmlns:a16="http://schemas.microsoft.com/office/drawing/2014/main" id="{4E48A90E-A282-4625-B26C-497A1FAD3DEB}"/>
                </a:ext>
              </a:extLst>
            </p:cNvPr>
            <p:cNvSpPr>
              <a:spLocks noGrp="1"/>
            </p:cNvSpPr>
            <p:nvPr/>
          </p:nvSpPr>
          <p:spPr>
            <a:xfrm>
              <a:off x="23606125" y="6769894"/>
              <a:ext cx="236680" cy="6096"/>
            </a:xfrm>
            <a:prstGeom prst="rect">
              <a:avLst/>
            </a:prstGeom>
            <a:solidFill>
              <a:srgbClr val="62BFA9"/>
            </a:solidFill>
            <a:ln w="0">
              <a:noFill/>
              <a:prstDash val="solid"/>
            </a:ln>
          </p:spPr>
        </p:sp>
        <p:sp>
          <p:nvSpPr>
            <p:cNvPr id="4536" name="dense-map-11-cell-64">
              <a:extLst>
                <a:ext uri="{FF2B5EF4-FFF2-40B4-BE49-F238E27FC236}">
                  <a16:creationId xmlns:a16="http://schemas.microsoft.com/office/drawing/2014/main" id="{80C26498-82A4-49CA-B771-8B1D7DA520B6}"/>
                </a:ext>
              </a:extLst>
            </p:cNvPr>
            <p:cNvSpPr>
              <a:spLocks noGrp="1"/>
            </p:cNvSpPr>
            <p:nvPr/>
          </p:nvSpPr>
          <p:spPr>
            <a:xfrm>
              <a:off x="23606125" y="6775847"/>
              <a:ext cx="236680" cy="6096"/>
            </a:xfrm>
            <a:prstGeom prst="rect">
              <a:avLst/>
            </a:prstGeom>
            <a:solidFill>
              <a:srgbClr val="61BFA9"/>
            </a:solidFill>
            <a:ln w="0">
              <a:noFill/>
              <a:prstDash val="solid"/>
            </a:ln>
          </p:spPr>
        </p:sp>
        <p:sp>
          <p:nvSpPr>
            <p:cNvPr id="4537" name="dense-map-11-cell-63">
              <a:extLst>
                <a:ext uri="{FF2B5EF4-FFF2-40B4-BE49-F238E27FC236}">
                  <a16:creationId xmlns:a16="http://schemas.microsoft.com/office/drawing/2014/main" id="{A8358930-172C-49D5-A207-AB5C392095B3}"/>
                </a:ext>
              </a:extLst>
            </p:cNvPr>
            <p:cNvSpPr>
              <a:spLocks noGrp="1"/>
            </p:cNvSpPr>
            <p:nvPr/>
          </p:nvSpPr>
          <p:spPr>
            <a:xfrm>
              <a:off x="23606125" y="6781800"/>
              <a:ext cx="236680" cy="6096"/>
            </a:xfrm>
            <a:prstGeom prst="rect">
              <a:avLst/>
            </a:prstGeom>
            <a:solidFill>
              <a:srgbClr val="61BEA9"/>
            </a:solidFill>
            <a:ln w="0">
              <a:noFill/>
              <a:prstDash val="solid"/>
            </a:ln>
          </p:spPr>
        </p:sp>
        <p:sp>
          <p:nvSpPr>
            <p:cNvPr id="4538" name="dense-map-11-cell-62">
              <a:extLst>
                <a:ext uri="{FF2B5EF4-FFF2-40B4-BE49-F238E27FC236}">
                  <a16:creationId xmlns:a16="http://schemas.microsoft.com/office/drawing/2014/main" id="{22FA61D8-0FDF-437B-837E-3BC303B93BFA}"/>
                </a:ext>
              </a:extLst>
            </p:cNvPr>
            <p:cNvSpPr>
              <a:spLocks noGrp="1"/>
            </p:cNvSpPr>
            <p:nvPr/>
          </p:nvSpPr>
          <p:spPr>
            <a:xfrm>
              <a:off x="23606125" y="6787753"/>
              <a:ext cx="236680" cy="6096"/>
            </a:xfrm>
            <a:prstGeom prst="rect">
              <a:avLst/>
            </a:prstGeom>
            <a:solidFill>
              <a:srgbClr val="61BEA9"/>
            </a:solidFill>
            <a:ln w="0">
              <a:noFill/>
              <a:prstDash val="solid"/>
            </a:ln>
          </p:spPr>
        </p:sp>
        <p:sp>
          <p:nvSpPr>
            <p:cNvPr id="4539" name="dense-map-11-cell-61">
              <a:extLst>
                <a:ext uri="{FF2B5EF4-FFF2-40B4-BE49-F238E27FC236}">
                  <a16:creationId xmlns:a16="http://schemas.microsoft.com/office/drawing/2014/main" id="{666828DA-2B5A-416A-949C-8DE79330F68F}"/>
                </a:ext>
              </a:extLst>
            </p:cNvPr>
            <p:cNvSpPr>
              <a:spLocks noGrp="1"/>
            </p:cNvSpPr>
            <p:nvPr/>
          </p:nvSpPr>
          <p:spPr>
            <a:xfrm>
              <a:off x="23606125" y="6793706"/>
              <a:ext cx="236680" cy="6096"/>
            </a:xfrm>
            <a:prstGeom prst="rect">
              <a:avLst/>
            </a:prstGeom>
            <a:solidFill>
              <a:srgbClr val="61BEA9"/>
            </a:solidFill>
            <a:ln w="0">
              <a:noFill/>
              <a:prstDash val="solid"/>
            </a:ln>
          </p:spPr>
        </p:sp>
        <p:sp>
          <p:nvSpPr>
            <p:cNvPr id="4540" name="dense-map-11-cell-60">
              <a:extLst>
                <a:ext uri="{FF2B5EF4-FFF2-40B4-BE49-F238E27FC236}">
                  <a16:creationId xmlns:a16="http://schemas.microsoft.com/office/drawing/2014/main" id="{D2DE105E-8075-4DE8-ABB1-A4CF344D044A}"/>
                </a:ext>
              </a:extLst>
            </p:cNvPr>
            <p:cNvSpPr>
              <a:spLocks noGrp="1"/>
            </p:cNvSpPr>
            <p:nvPr/>
          </p:nvSpPr>
          <p:spPr>
            <a:xfrm>
              <a:off x="23606125" y="6799659"/>
              <a:ext cx="236680" cy="6096"/>
            </a:xfrm>
            <a:prstGeom prst="rect">
              <a:avLst/>
            </a:prstGeom>
            <a:solidFill>
              <a:srgbClr val="61BEA9"/>
            </a:solidFill>
            <a:ln w="0">
              <a:noFill/>
              <a:prstDash val="solid"/>
            </a:ln>
          </p:spPr>
        </p:sp>
        <p:sp>
          <p:nvSpPr>
            <p:cNvPr id="4541" name="dense-map-11-cell-59">
              <a:extLst>
                <a:ext uri="{FF2B5EF4-FFF2-40B4-BE49-F238E27FC236}">
                  <a16:creationId xmlns:a16="http://schemas.microsoft.com/office/drawing/2014/main" id="{5D64A6A6-6B74-47FB-BB2F-DBCAA1A16BAC}"/>
                </a:ext>
              </a:extLst>
            </p:cNvPr>
            <p:cNvSpPr>
              <a:spLocks noGrp="1"/>
            </p:cNvSpPr>
            <p:nvPr/>
          </p:nvSpPr>
          <p:spPr>
            <a:xfrm>
              <a:off x="23606125" y="6805613"/>
              <a:ext cx="236680" cy="6096"/>
            </a:xfrm>
            <a:prstGeom prst="rect">
              <a:avLst/>
            </a:prstGeom>
            <a:solidFill>
              <a:srgbClr val="60BEA7"/>
            </a:solidFill>
            <a:ln w="0">
              <a:noFill/>
              <a:prstDash val="solid"/>
            </a:ln>
          </p:spPr>
        </p:sp>
        <p:sp>
          <p:nvSpPr>
            <p:cNvPr id="4542" name="dense-map-11-cell-58">
              <a:extLst>
                <a:ext uri="{FF2B5EF4-FFF2-40B4-BE49-F238E27FC236}">
                  <a16:creationId xmlns:a16="http://schemas.microsoft.com/office/drawing/2014/main" id="{62CF2950-75E7-4F69-8464-0B31281D7140}"/>
                </a:ext>
              </a:extLst>
            </p:cNvPr>
            <p:cNvSpPr>
              <a:spLocks noGrp="1"/>
            </p:cNvSpPr>
            <p:nvPr/>
          </p:nvSpPr>
          <p:spPr>
            <a:xfrm>
              <a:off x="23606125" y="6811566"/>
              <a:ext cx="236680" cy="6096"/>
            </a:xfrm>
            <a:prstGeom prst="rect">
              <a:avLst/>
            </a:prstGeom>
            <a:solidFill>
              <a:srgbClr val="60BAA1"/>
            </a:solidFill>
            <a:ln w="0">
              <a:noFill/>
              <a:prstDash val="solid"/>
            </a:ln>
          </p:spPr>
        </p:sp>
        <p:sp>
          <p:nvSpPr>
            <p:cNvPr id="4543" name="dense-map-11-cell-57">
              <a:extLst>
                <a:ext uri="{FF2B5EF4-FFF2-40B4-BE49-F238E27FC236}">
                  <a16:creationId xmlns:a16="http://schemas.microsoft.com/office/drawing/2014/main" id="{45EDA3F7-4AAB-46C2-9F88-35E3E02DE109}"/>
                </a:ext>
              </a:extLst>
            </p:cNvPr>
            <p:cNvSpPr>
              <a:spLocks noGrp="1"/>
            </p:cNvSpPr>
            <p:nvPr/>
          </p:nvSpPr>
          <p:spPr>
            <a:xfrm>
              <a:off x="23606125" y="6817519"/>
              <a:ext cx="236680" cy="6096"/>
            </a:xfrm>
            <a:prstGeom prst="rect">
              <a:avLst/>
            </a:prstGeom>
            <a:solidFill>
              <a:srgbClr val="60B79C"/>
            </a:solidFill>
            <a:ln w="0">
              <a:noFill/>
              <a:prstDash val="solid"/>
            </a:ln>
          </p:spPr>
        </p:sp>
        <p:sp>
          <p:nvSpPr>
            <p:cNvPr id="4544" name="dense-map-11-cell-56">
              <a:extLst>
                <a:ext uri="{FF2B5EF4-FFF2-40B4-BE49-F238E27FC236}">
                  <a16:creationId xmlns:a16="http://schemas.microsoft.com/office/drawing/2014/main" id="{91C28676-BE2F-415B-9B2B-C87EB8615EE2}"/>
                </a:ext>
              </a:extLst>
            </p:cNvPr>
            <p:cNvSpPr>
              <a:spLocks noGrp="1"/>
            </p:cNvSpPr>
            <p:nvPr/>
          </p:nvSpPr>
          <p:spPr>
            <a:xfrm>
              <a:off x="23606125" y="6823472"/>
              <a:ext cx="236680" cy="6096"/>
            </a:xfrm>
            <a:prstGeom prst="rect">
              <a:avLst/>
            </a:prstGeom>
            <a:solidFill>
              <a:srgbClr val="60B497"/>
            </a:solidFill>
            <a:ln w="0">
              <a:noFill/>
              <a:prstDash val="solid"/>
            </a:ln>
          </p:spPr>
        </p:sp>
        <p:sp>
          <p:nvSpPr>
            <p:cNvPr id="4545" name="dense-map-11-cell-55">
              <a:extLst>
                <a:ext uri="{FF2B5EF4-FFF2-40B4-BE49-F238E27FC236}">
                  <a16:creationId xmlns:a16="http://schemas.microsoft.com/office/drawing/2014/main" id="{09966781-519E-4351-9653-1AEE8B7B1B34}"/>
                </a:ext>
              </a:extLst>
            </p:cNvPr>
            <p:cNvSpPr>
              <a:spLocks noGrp="1"/>
            </p:cNvSpPr>
            <p:nvPr/>
          </p:nvSpPr>
          <p:spPr>
            <a:xfrm>
              <a:off x="23606125" y="6829425"/>
              <a:ext cx="236680" cy="6096"/>
            </a:xfrm>
            <a:prstGeom prst="rect">
              <a:avLst/>
            </a:prstGeom>
            <a:solidFill>
              <a:srgbClr val="5FA882"/>
            </a:solidFill>
            <a:ln w="0">
              <a:noFill/>
              <a:prstDash val="solid"/>
            </a:ln>
          </p:spPr>
        </p:sp>
        <p:sp>
          <p:nvSpPr>
            <p:cNvPr id="4546" name="dense-map-11-cell-54">
              <a:extLst>
                <a:ext uri="{FF2B5EF4-FFF2-40B4-BE49-F238E27FC236}">
                  <a16:creationId xmlns:a16="http://schemas.microsoft.com/office/drawing/2014/main" id="{66A43E2F-8D9C-4095-BB09-1B77749CC7DA}"/>
                </a:ext>
              </a:extLst>
            </p:cNvPr>
            <p:cNvSpPr>
              <a:spLocks noGrp="1"/>
            </p:cNvSpPr>
            <p:nvPr/>
          </p:nvSpPr>
          <p:spPr>
            <a:xfrm>
              <a:off x="23606125" y="6835378"/>
              <a:ext cx="236680" cy="6096"/>
            </a:xfrm>
            <a:prstGeom prst="rect">
              <a:avLst/>
            </a:prstGeom>
            <a:solidFill>
              <a:srgbClr val="5E8A4E"/>
            </a:solidFill>
            <a:ln w="0">
              <a:noFill/>
              <a:prstDash val="solid"/>
            </a:ln>
          </p:spPr>
        </p:sp>
        <p:sp>
          <p:nvSpPr>
            <p:cNvPr id="4547" name="dense-map-11-cell-53">
              <a:extLst>
                <a:ext uri="{FF2B5EF4-FFF2-40B4-BE49-F238E27FC236}">
                  <a16:creationId xmlns:a16="http://schemas.microsoft.com/office/drawing/2014/main" id="{7B99D119-E344-4159-AB1D-9F20F31036FC}"/>
                </a:ext>
              </a:extLst>
            </p:cNvPr>
            <p:cNvSpPr>
              <a:spLocks noGrp="1"/>
            </p:cNvSpPr>
            <p:nvPr/>
          </p:nvSpPr>
          <p:spPr>
            <a:xfrm>
              <a:off x="23606125" y="6841331"/>
              <a:ext cx="236680" cy="6096"/>
            </a:xfrm>
            <a:prstGeom prst="rect">
              <a:avLst/>
            </a:prstGeom>
            <a:solidFill>
              <a:srgbClr val="5E8445"/>
            </a:solidFill>
            <a:ln w="0">
              <a:noFill/>
              <a:prstDash val="solid"/>
            </a:ln>
          </p:spPr>
        </p:sp>
        <p:sp>
          <p:nvSpPr>
            <p:cNvPr id="4548" name="dense-map-11-cell-52">
              <a:extLst>
                <a:ext uri="{FF2B5EF4-FFF2-40B4-BE49-F238E27FC236}">
                  <a16:creationId xmlns:a16="http://schemas.microsoft.com/office/drawing/2014/main" id="{DB970DF5-677C-450E-86CA-713E795E8040}"/>
                </a:ext>
              </a:extLst>
            </p:cNvPr>
            <p:cNvSpPr>
              <a:spLocks noGrp="1"/>
            </p:cNvSpPr>
            <p:nvPr/>
          </p:nvSpPr>
          <p:spPr>
            <a:xfrm>
              <a:off x="23606125" y="6847284"/>
              <a:ext cx="236680" cy="6096"/>
            </a:xfrm>
            <a:prstGeom prst="rect">
              <a:avLst/>
            </a:prstGeom>
            <a:solidFill>
              <a:srgbClr val="5D8241"/>
            </a:solidFill>
            <a:ln w="0">
              <a:noFill/>
              <a:prstDash val="solid"/>
            </a:ln>
          </p:spPr>
        </p:sp>
        <p:sp>
          <p:nvSpPr>
            <p:cNvPr id="4549" name="dense-map-11-cell-51">
              <a:extLst>
                <a:ext uri="{FF2B5EF4-FFF2-40B4-BE49-F238E27FC236}">
                  <a16:creationId xmlns:a16="http://schemas.microsoft.com/office/drawing/2014/main" id="{7B0A6B5B-325B-43B7-A951-2A49885894F8}"/>
                </a:ext>
              </a:extLst>
            </p:cNvPr>
            <p:cNvSpPr>
              <a:spLocks noGrp="1"/>
            </p:cNvSpPr>
            <p:nvPr/>
          </p:nvSpPr>
          <p:spPr>
            <a:xfrm>
              <a:off x="23606125" y="6853238"/>
              <a:ext cx="236680" cy="6096"/>
            </a:xfrm>
            <a:prstGeom prst="rect">
              <a:avLst/>
            </a:prstGeom>
            <a:solidFill>
              <a:srgbClr val="5D8241"/>
            </a:solidFill>
            <a:ln w="0">
              <a:noFill/>
              <a:prstDash val="solid"/>
            </a:ln>
          </p:spPr>
        </p:sp>
        <p:sp>
          <p:nvSpPr>
            <p:cNvPr id="4550" name="dense-map-11-cell-50">
              <a:extLst>
                <a:ext uri="{FF2B5EF4-FFF2-40B4-BE49-F238E27FC236}">
                  <a16:creationId xmlns:a16="http://schemas.microsoft.com/office/drawing/2014/main" id="{76077891-21FF-4356-8A81-6C938254E191}"/>
                </a:ext>
              </a:extLst>
            </p:cNvPr>
            <p:cNvSpPr>
              <a:spLocks noGrp="1"/>
            </p:cNvSpPr>
            <p:nvPr/>
          </p:nvSpPr>
          <p:spPr>
            <a:xfrm>
              <a:off x="23606125" y="6859191"/>
              <a:ext cx="236680" cy="6096"/>
            </a:xfrm>
            <a:prstGeom prst="rect">
              <a:avLst/>
            </a:prstGeom>
            <a:solidFill>
              <a:srgbClr val="5D8241"/>
            </a:solidFill>
            <a:ln w="0">
              <a:noFill/>
              <a:prstDash val="solid"/>
            </a:ln>
          </p:spPr>
        </p:sp>
        <p:sp>
          <p:nvSpPr>
            <p:cNvPr id="4551" name="dense-map-11-cell-49">
              <a:extLst>
                <a:ext uri="{FF2B5EF4-FFF2-40B4-BE49-F238E27FC236}">
                  <a16:creationId xmlns:a16="http://schemas.microsoft.com/office/drawing/2014/main" id="{C896BE7D-8C96-471B-B6D7-5AD41A934E04}"/>
                </a:ext>
              </a:extLst>
            </p:cNvPr>
            <p:cNvSpPr>
              <a:spLocks noGrp="1"/>
            </p:cNvSpPr>
            <p:nvPr/>
          </p:nvSpPr>
          <p:spPr>
            <a:xfrm>
              <a:off x="23606125" y="6865144"/>
              <a:ext cx="236680" cy="6096"/>
            </a:xfrm>
            <a:prstGeom prst="rect">
              <a:avLst/>
            </a:prstGeom>
            <a:solidFill>
              <a:srgbClr val="5D8241"/>
            </a:solidFill>
            <a:ln w="0">
              <a:noFill/>
              <a:prstDash val="solid"/>
            </a:ln>
          </p:spPr>
        </p:sp>
        <p:sp>
          <p:nvSpPr>
            <p:cNvPr id="4552" name="dense-map-11-cell-48">
              <a:extLst>
                <a:ext uri="{FF2B5EF4-FFF2-40B4-BE49-F238E27FC236}">
                  <a16:creationId xmlns:a16="http://schemas.microsoft.com/office/drawing/2014/main" id="{CF1489BA-ACF1-4711-B9DF-8105CEFB88B3}"/>
                </a:ext>
              </a:extLst>
            </p:cNvPr>
            <p:cNvSpPr>
              <a:spLocks noGrp="1"/>
            </p:cNvSpPr>
            <p:nvPr/>
          </p:nvSpPr>
          <p:spPr>
            <a:xfrm>
              <a:off x="23606125" y="6871097"/>
              <a:ext cx="236680" cy="6096"/>
            </a:xfrm>
            <a:prstGeom prst="rect">
              <a:avLst/>
            </a:prstGeom>
            <a:solidFill>
              <a:srgbClr val="5D8241"/>
            </a:solidFill>
            <a:ln w="0">
              <a:noFill/>
              <a:prstDash val="solid"/>
            </a:ln>
          </p:spPr>
        </p:sp>
        <p:sp>
          <p:nvSpPr>
            <p:cNvPr id="4553" name="dense-map-11-cell-47">
              <a:extLst>
                <a:ext uri="{FF2B5EF4-FFF2-40B4-BE49-F238E27FC236}">
                  <a16:creationId xmlns:a16="http://schemas.microsoft.com/office/drawing/2014/main" id="{96E3A73A-D14D-42DD-8DE3-76112102923B}"/>
                </a:ext>
              </a:extLst>
            </p:cNvPr>
            <p:cNvSpPr>
              <a:spLocks noGrp="1"/>
            </p:cNvSpPr>
            <p:nvPr/>
          </p:nvSpPr>
          <p:spPr>
            <a:xfrm>
              <a:off x="23606125" y="6877050"/>
              <a:ext cx="236680" cy="6096"/>
            </a:xfrm>
            <a:prstGeom prst="rect">
              <a:avLst/>
            </a:prstGeom>
            <a:solidFill>
              <a:srgbClr val="5E8240"/>
            </a:solidFill>
            <a:ln w="0">
              <a:noFill/>
              <a:prstDash val="solid"/>
            </a:ln>
          </p:spPr>
        </p:sp>
        <p:sp>
          <p:nvSpPr>
            <p:cNvPr id="4554" name="dense-map-11-cell-46">
              <a:extLst>
                <a:ext uri="{FF2B5EF4-FFF2-40B4-BE49-F238E27FC236}">
                  <a16:creationId xmlns:a16="http://schemas.microsoft.com/office/drawing/2014/main" id="{487990D7-837C-4526-B61A-5D8A11A1ACF3}"/>
                </a:ext>
              </a:extLst>
            </p:cNvPr>
            <p:cNvSpPr>
              <a:spLocks noGrp="1"/>
            </p:cNvSpPr>
            <p:nvPr/>
          </p:nvSpPr>
          <p:spPr>
            <a:xfrm>
              <a:off x="23606125" y="6883003"/>
              <a:ext cx="236680" cy="6096"/>
            </a:xfrm>
            <a:prstGeom prst="rect">
              <a:avLst/>
            </a:prstGeom>
            <a:solidFill>
              <a:srgbClr val="61813F"/>
            </a:solidFill>
            <a:ln w="0">
              <a:noFill/>
              <a:prstDash val="solid"/>
            </a:ln>
          </p:spPr>
        </p:sp>
        <p:sp>
          <p:nvSpPr>
            <p:cNvPr id="4555" name="dense-map-11-cell-45">
              <a:extLst>
                <a:ext uri="{FF2B5EF4-FFF2-40B4-BE49-F238E27FC236}">
                  <a16:creationId xmlns:a16="http://schemas.microsoft.com/office/drawing/2014/main" id="{6E663482-B9E4-4352-94C2-82EEE4824575}"/>
                </a:ext>
              </a:extLst>
            </p:cNvPr>
            <p:cNvSpPr>
              <a:spLocks noGrp="1"/>
            </p:cNvSpPr>
            <p:nvPr/>
          </p:nvSpPr>
          <p:spPr>
            <a:xfrm>
              <a:off x="23606125" y="6888956"/>
              <a:ext cx="236680" cy="6096"/>
            </a:xfrm>
            <a:prstGeom prst="rect">
              <a:avLst/>
            </a:prstGeom>
            <a:solidFill>
              <a:srgbClr val="6A7F3D"/>
            </a:solidFill>
            <a:ln w="0">
              <a:noFill/>
              <a:prstDash val="solid"/>
            </a:ln>
          </p:spPr>
        </p:sp>
        <p:sp>
          <p:nvSpPr>
            <p:cNvPr id="4556" name="dense-map-11-cell-44">
              <a:extLst>
                <a:ext uri="{FF2B5EF4-FFF2-40B4-BE49-F238E27FC236}">
                  <a16:creationId xmlns:a16="http://schemas.microsoft.com/office/drawing/2014/main" id="{CE2978E6-7527-4A0B-B650-133629DB0117}"/>
                </a:ext>
              </a:extLst>
            </p:cNvPr>
            <p:cNvSpPr>
              <a:spLocks noGrp="1"/>
            </p:cNvSpPr>
            <p:nvPr/>
          </p:nvSpPr>
          <p:spPr>
            <a:xfrm>
              <a:off x="23606125" y="6894909"/>
              <a:ext cx="236680" cy="6096"/>
            </a:xfrm>
            <a:prstGeom prst="rect">
              <a:avLst/>
            </a:prstGeom>
            <a:solidFill>
              <a:srgbClr val="717C36"/>
            </a:solidFill>
            <a:ln w="0">
              <a:noFill/>
              <a:prstDash val="solid"/>
            </a:ln>
          </p:spPr>
        </p:sp>
        <p:sp>
          <p:nvSpPr>
            <p:cNvPr id="4557" name="dense-map-11-cell-43">
              <a:extLst>
                <a:ext uri="{FF2B5EF4-FFF2-40B4-BE49-F238E27FC236}">
                  <a16:creationId xmlns:a16="http://schemas.microsoft.com/office/drawing/2014/main" id="{BD24B9E1-8ED9-4254-B62C-0478203ECC03}"/>
                </a:ext>
              </a:extLst>
            </p:cNvPr>
            <p:cNvSpPr>
              <a:spLocks noGrp="1"/>
            </p:cNvSpPr>
            <p:nvPr/>
          </p:nvSpPr>
          <p:spPr>
            <a:xfrm>
              <a:off x="23606125" y="6900863"/>
              <a:ext cx="236680" cy="6096"/>
            </a:xfrm>
            <a:prstGeom prst="rect">
              <a:avLst/>
            </a:prstGeom>
            <a:solidFill>
              <a:srgbClr val="7B7930"/>
            </a:solidFill>
            <a:ln w="0">
              <a:noFill/>
              <a:prstDash val="solid"/>
            </a:ln>
          </p:spPr>
        </p:sp>
        <p:sp>
          <p:nvSpPr>
            <p:cNvPr id="4558" name="dense-map-11-cell-42">
              <a:extLst>
                <a:ext uri="{FF2B5EF4-FFF2-40B4-BE49-F238E27FC236}">
                  <a16:creationId xmlns:a16="http://schemas.microsoft.com/office/drawing/2014/main" id="{CB8C14E3-C7F3-4D69-A86A-86650EB83FAF}"/>
                </a:ext>
              </a:extLst>
            </p:cNvPr>
            <p:cNvSpPr>
              <a:spLocks noGrp="1"/>
            </p:cNvSpPr>
            <p:nvPr/>
          </p:nvSpPr>
          <p:spPr>
            <a:xfrm>
              <a:off x="23606125" y="6906816"/>
              <a:ext cx="236680" cy="6096"/>
            </a:xfrm>
            <a:prstGeom prst="rect">
              <a:avLst/>
            </a:prstGeom>
            <a:solidFill>
              <a:srgbClr val="85762B"/>
            </a:solidFill>
            <a:ln w="0">
              <a:noFill/>
              <a:prstDash val="solid"/>
            </a:ln>
          </p:spPr>
        </p:sp>
        <p:sp>
          <p:nvSpPr>
            <p:cNvPr id="4559" name="dense-map-11-cell-41">
              <a:extLst>
                <a:ext uri="{FF2B5EF4-FFF2-40B4-BE49-F238E27FC236}">
                  <a16:creationId xmlns:a16="http://schemas.microsoft.com/office/drawing/2014/main" id="{9516AAD9-BCB9-4C59-92E6-FA5A34120FB6}"/>
                </a:ext>
              </a:extLst>
            </p:cNvPr>
            <p:cNvSpPr>
              <a:spLocks noGrp="1"/>
            </p:cNvSpPr>
            <p:nvPr/>
          </p:nvSpPr>
          <p:spPr>
            <a:xfrm>
              <a:off x="23606125" y="6912769"/>
              <a:ext cx="236680" cy="6096"/>
            </a:xfrm>
            <a:prstGeom prst="rect">
              <a:avLst/>
            </a:prstGeom>
            <a:solidFill>
              <a:srgbClr val="937224"/>
            </a:solidFill>
            <a:ln w="0">
              <a:noFill/>
              <a:prstDash val="solid"/>
            </a:ln>
          </p:spPr>
        </p:sp>
        <p:sp>
          <p:nvSpPr>
            <p:cNvPr id="4560" name="dense-map-11-cell-40">
              <a:extLst>
                <a:ext uri="{FF2B5EF4-FFF2-40B4-BE49-F238E27FC236}">
                  <a16:creationId xmlns:a16="http://schemas.microsoft.com/office/drawing/2014/main" id="{0601E609-0C48-4D66-8CDB-AC00CDE8B48A}"/>
                </a:ext>
              </a:extLst>
            </p:cNvPr>
            <p:cNvSpPr>
              <a:spLocks noGrp="1"/>
            </p:cNvSpPr>
            <p:nvPr/>
          </p:nvSpPr>
          <p:spPr>
            <a:xfrm>
              <a:off x="23606125" y="6918722"/>
              <a:ext cx="236680" cy="6096"/>
            </a:xfrm>
            <a:prstGeom prst="rect">
              <a:avLst/>
            </a:prstGeom>
            <a:solidFill>
              <a:srgbClr val="927224"/>
            </a:solidFill>
            <a:ln w="0">
              <a:noFill/>
              <a:prstDash val="solid"/>
            </a:ln>
          </p:spPr>
        </p:sp>
        <p:sp>
          <p:nvSpPr>
            <p:cNvPr id="4561" name="dense-map-11-cell-39">
              <a:extLst>
                <a:ext uri="{FF2B5EF4-FFF2-40B4-BE49-F238E27FC236}">
                  <a16:creationId xmlns:a16="http://schemas.microsoft.com/office/drawing/2014/main" id="{BA716BA3-2523-42A8-9A09-3A6DE5E775EF}"/>
                </a:ext>
              </a:extLst>
            </p:cNvPr>
            <p:cNvSpPr>
              <a:spLocks noGrp="1"/>
            </p:cNvSpPr>
            <p:nvPr/>
          </p:nvSpPr>
          <p:spPr>
            <a:xfrm>
              <a:off x="23606125" y="6924675"/>
              <a:ext cx="236680" cy="6096"/>
            </a:xfrm>
            <a:prstGeom prst="rect">
              <a:avLst/>
            </a:prstGeom>
            <a:solidFill>
              <a:srgbClr val="937224"/>
            </a:solidFill>
            <a:ln w="0">
              <a:noFill/>
              <a:prstDash val="solid"/>
            </a:ln>
          </p:spPr>
        </p:sp>
        <p:sp>
          <p:nvSpPr>
            <p:cNvPr id="4562" name="dense-map-11-cell-38">
              <a:extLst>
                <a:ext uri="{FF2B5EF4-FFF2-40B4-BE49-F238E27FC236}">
                  <a16:creationId xmlns:a16="http://schemas.microsoft.com/office/drawing/2014/main" id="{2B0D619D-C583-4D6A-9A77-B5CAF7DE7CCF}"/>
                </a:ext>
              </a:extLst>
            </p:cNvPr>
            <p:cNvSpPr>
              <a:spLocks noGrp="1"/>
            </p:cNvSpPr>
            <p:nvPr/>
          </p:nvSpPr>
          <p:spPr>
            <a:xfrm>
              <a:off x="23606125" y="6930628"/>
              <a:ext cx="236680" cy="6096"/>
            </a:xfrm>
            <a:prstGeom prst="rect">
              <a:avLst/>
            </a:prstGeom>
            <a:solidFill>
              <a:srgbClr val="937326"/>
            </a:solidFill>
            <a:ln w="0">
              <a:noFill/>
              <a:prstDash val="solid"/>
            </a:ln>
          </p:spPr>
        </p:sp>
        <p:sp>
          <p:nvSpPr>
            <p:cNvPr id="4563" name="dense-map-11-cell-37">
              <a:extLst>
                <a:ext uri="{FF2B5EF4-FFF2-40B4-BE49-F238E27FC236}">
                  <a16:creationId xmlns:a16="http://schemas.microsoft.com/office/drawing/2014/main" id="{3331C576-D26E-4402-95A1-734D6E5DC862}"/>
                </a:ext>
              </a:extLst>
            </p:cNvPr>
            <p:cNvSpPr>
              <a:spLocks noGrp="1"/>
            </p:cNvSpPr>
            <p:nvPr/>
          </p:nvSpPr>
          <p:spPr>
            <a:xfrm>
              <a:off x="23606125" y="6936581"/>
              <a:ext cx="236680" cy="6096"/>
            </a:xfrm>
            <a:prstGeom prst="rect">
              <a:avLst/>
            </a:prstGeom>
            <a:solidFill>
              <a:srgbClr val="937529"/>
            </a:solidFill>
            <a:ln w="0">
              <a:noFill/>
              <a:prstDash val="solid"/>
            </a:ln>
          </p:spPr>
        </p:sp>
        <p:sp>
          <p:nvSpPr>
            <p:cNvPr id="4564" name="dense-map-11-cell-36">
              <a:extLst>
                <a:ext uri="{FF2B5EF4-FFF2-40B4-BE49-F238E27FC236}">
                  <a16:creationId xmlns:a16="http://schemas.microsoft.com/office/drawing/2014/main" id="{F3F88631-3FBA-4BBD-81FD-3012B54D9368}"/>
                </a:ext>
              </a:extLst>
            </p:cNvPr>
            <p:cNvSpPr>
              <a:spLocks noGrp="1"/>
            </p:cNvSpPr>
            <p:nvPr/>
          </p:nvSpPr>
          <p:spPr>
            <a:xfrm>
              <a:off x="23606125" y="6942534"/>
              <a:ext cx="236680" cy="6096"/>
            </a:xfrm>
            <a:prstGeom prst="rect">
              <a:avLst/>
            </a:prstGeom>
            <a:solidFill>
              <a:srgbClr val="8D7C36"/>
            </a:solidFill>
            <a:ln w="0">
              <a:noFill/>
              <a:prstDash val="solid"/>
            </a:ln>
          </p:spPr>
        </p:sp>
        <p:sp>
          <p:nvSpPr>
            <p:cNvPr id="4565" name="dense-map-11-cell-35">
              <a:extLst>
                <a:ext uri="{FF2B5EF4-FFF2-40B4-BE49-F238E27FC236}">
                  <a16:creationId xmlns:a16="http://schemas.microsoft.com/office/drawing/2014/main" id="{7BD82841-3189-4041-979D-72AAEBCA5BE8}"/>
                </a:ext>
              </a:extLst>
            </p:cNvPr>
            <p:cNvSpPr>
              <a:spLocks noGrp="1"/>
            </p:cNvSpPr>
            <p:nvPr/>
          </p:nvSpPr>
          <p:spPr>
            <a:xfrm>
              <a:off x="23606125" y="6948488"/>
              <a:ext cx="236680" cy="6096"/>
            </a:xfrm>
            <a:prstGeom prst="rect">
              <a:avLst/>
            </a:prstGeom>
            <a:solidFill>
              <a:srgbClr val="808C52"/>
            </a:solidFill>
            <a:ln w="0">
              <a:noFill/>
              <a:prstDash val="solid"/>
            </a:ln>
          </p:spPr>
        </p:sp>
        <p:sp>
          <p:nvSpPr>
            <p:cNvPr id="4566" name="dense-map-11-cell-34">
              <a:extLst>
                <a:ext uri="{FF2B5EF4-FFF2-40B4-BE49-F238E27FC236}">
                  <a16:creationId xmlns:a16="http://schemas.microsoft.com/office/drawing/2014/main" id="{CF9EB790-6081-44E3-A667-2B6E690E43B5}"/>
                </a:ext>
              </a:extLst>
            </p:cNvPr>
            <p:cNvSpPr>
              <a:spLocks noGrp="1"/>
            </p:cNvSpPr>
            <p:nvPr/>
          </p:nvSpPr>
          <p:spPr>
            <a:xfrm>
              <a:off x="23606125" y="6954441"/>
              <a:ext cx="236680" cy="6096"/>
            </a:xfrm>
            <a:prstGeom prst="rect">
              <a:avLst/>
            </a:prstGeom>
            <a:solidFill>
              <a:srgbClr val="A48848"/>
            </a:solidFill>
            <a:ln w="0">
              <a:noFill/>
              <a:prstDash val="solid"/>
            </a:ln>
          </p:spPr>
        </p:sp>
        <p:sp>
          <p:nvSpPr>
            <p:cNvPr id="4567" name="dense-map-11-cell-33">
              <a:extLst>
                <a:ext uri="{FF2B5EF4-FFF2-40B4-BE49-F238E27FC236}">
                  <a16:creationId xmlns:a16="http://schemas.microsoft.com/office/drawing/2014/main" id="{D7905281-0C32-4A91-B59D-561F22722E81}"/>
                </a:ext>
              </a:extLst>
            </p:cNvPr>
            <p:cNvSpPr>
              <a:spLocks noGrp="1"/>
            </p:cNvSpPr>
            <p:nvPr/>
          </p:nvSpPr>
          <p:spPr>
            <a:xfrm>
              <a:off x="23606125" y="6960394"/>
              <a:ext cx="236680" cy="6096"/>
            </a:xfrm>
            <a:prstGeom prst="rect">
              <a:avLst/>
            </a:prstGeom>
            <a:solidFill>
              <a:srgbClr val="978D52"/>
            </a:solidFill>
            <a:ln w="0">
              <a:noFill/>
              <a:prstDash val="solid"/>
            </a:ln>
          </p:spPr>
        </p:sp>
        <p:sp>
          <p:nvSpPr>
            <p:cNvPr id="4568" name="dense-map-11-cell-32">
              <a:extLst>
                <a:ext uri="{FF2B5EF4-FFF2-40B4-BE49-F238E27FC236}">
                  <a16:creationId xmlns:a16="http://schemas.microsoft.com/office/drawing/2014/main" id="{30E73883-F2FA-4243-A744-B8941EFDBB0C}"/>
                </a:ext>
              </a:extLst>
            </p:cNvPr>
            <p:cNvSpPr>
              <a:spLocks noGrp="1"/>
            </p:cNvSpPr>
            <p:nvPr/>
          </p:nvSpPr>
          <p:spPr>
            <a:xfrm>
              <a:off x="23606125" y="6966347"/>
              <a:ext cx="236680" cy="6096"/>
            </a:xfrm>
            <a:prstGeom prst="rect">
              <a:avLst/>
            </a:prstGeom>
            <a:solidFill>
              <a:srgbClr val="D8A173"/>
            </a:solidFill>
            <a:ln w="0">
              <a:noFill/>
              <a:prstDash val="solid"/>
            </a:ln>
          </p:spPr>
        </p:sp>
        <p:sp>
          <p:nvSpPr>
            <p:cNvPr id="4569" name="dense-map-11-cell-31">
              <a:extLst>
                <a:ext uri="{FF2B5EF4-FFF2-40B4-BE49-F238E27FC236}">
                  <a16:creationId xmlns:a16="http://schemas.microsoft.com/office/drawing/2014/main" id="{F626EF9A-C8AE-4EA7-85AB-9C705085F6AA}"/>
                </a:ext>
              </a:extLst>
            </p:cNvPr>
            <p:cNvSpPr>
              <a:spLocks noGrp="1"/>
            </p:cNvSpPr>
            <p:nvPr/>
          </p:nvSpPr>
          <p:spPr>
            <a:xfrm>
              <a:off x="23606125" y="6972300"/>
              <a:ext cx="236680" cy="6096"/>
            </a:xfrm>
            <a:prstGeom prst="rect">
              <a:avLst/>
            </a:prstGeom>
            <a:solidFill>
              <a:srgbClr val="DBCDBE"/>
            </a:solidFill>
            <a:ln w="0">
              <a:noFill/>
              <a:prstDash val="solid"/>
            </a:ln>
          </p:spPr>
        </p:sp>
        <p:sp>
          <p:nvSpPr>
            <p:cNvPr id="4570" name="dense-map-11-cell-30">
              <a:extLst>
                <a:ext uri="{FF2B5EF4-FFF2-40B4-BE49-F238E27FC236}">
                  <a16:creationId xmlns:a16="http://schemas.microsoft.com/office/drawing/2014/main" id="{3D4D7188-C1A0-49F4-91AC-A694E5EB795E}"/>
                </a:ext>
              </a:extLst>
            </p:cNvPr>
            <p:cNvSpPr>
              <a:spLocks noGrp="1"/>
            </p:cNvSpPr>
            <p:nvPr/>
          </p:nvSpPr>
          <p:spPr>
            <a:xfrm>
              <a:off x="23606125" y="6978253"/>
              <a:ext cx="236680" cy="6096"/>
            </a:xfrm>
            <a:prstGeom prst="rect">
              <a:avLst/>
            </a:prstGeom>
            <a:solidFill>
              <a:srgbClr val="DCE8ED"/>
            </a:solidFill>
            <a:ln w="0">
              <a:noFill/>
              <a:prstDash val="solid"/>
            </a:ln>
          </p:spPr>
        </p:sp>
        <p:sp>
          <p:nvSpPr>
            <p:cNvPr id="4571" name="dense-map-11-cell-29">
              <a:extLst>
                <a:ext uri="{FF2B5EF4-FFF2-40B4-BE49-F238E27FC236}">
                  <a16:creationId xmlns:a16="http://schemas.microsoft.com/office/drawing/2014/main" id="{B7B0D1E2-7481-4396-BBEB-0B3508B579EF}"/>
                </a:ext>
              </a:extLst>
            </p:cNvPr>
            <p:cNvSpPr>
              <a:spLocks noGrp="1"/>
            </p:cNvSpPr>
            <p:nvPr/>
          </p:nvSpPr>
          <p:spPr>
            <a:xfrm>
              <a:off x="23606125" y="6984206"/>
              <a:ext cx="236680" cy="6096"/>
            </a:xfrm>
            <a:prstGeom prst="rect">
              <a:avLst/>
            </a:prstGeom>
            <a:solidFill>
              <a:srgbClr val="DCE8ED"/>
            </a:solidFill>
            <a:ln w="0">
              <a:noFill/>
              <a:prstDash val="solid"/>
            </a:ln>
          </p:spPr>
        </p:sp>
        <p:sp>
          <p:nvSpPr>
            <p:cNvPr id="4572" name="dense-map-11-cell-28">
              <a:extLst>
                <a:ext uri="{FF2B5EF4-FFF2-40B4-BE49-F238E27FC236}">
                  <a16:creationId xmlns:a16="http://schemas.microsoft.com/office/drawing/2014/main" id="{929A1015-12C8-44C0-BE15-AD8F89C980E5}"/>
                </a:ext>
              </a:extLst>
            </p:cNvPr>
            <p:cNvSpPr>
              <a:spLocks noGrp="1"/>
            </p:cNvSpPr>
            <p:nvPr/>
          </p:nvSpPr>
          <p:spPr>
            <a:xfrm>
              <a:off x="23606125" y="6990159"/>
              <a:ext cx="236680" cy="6096"/>
            </a:xfrm>
            <a:prstGeom prst="rect">
              <a:avLst/>
            </a:prstGeom>
            <a:solidFill>
              <a:srgbClr val="DCE8ED"/>
            </a:solidFill>
            <a:ln w="0">
              <a:noFill/>
              <a:prstDash val="solid"/>
            </a:ln>
          </p:spPr>
        </p:sp>
        <p:sp>
          <p:nvSpPr>
            <p:cNvPr id="4573" name="dense-map-11-cell-27">
              <a:extLst>
                <a:ext uri="{FF2B5EF4-FFF2-40B4-BE49-F238E27FC236}">
                  <a16:creationId xmlns:a16="http://schemas.microsoft.com/office/drawing/2014/main" id="{D35DD73C-410F-4B76-A222-1218C2EE0F60}"/>
                </a:ext>
              </a:extLst>
            </p:cNvPr>
            <p:cNvSpPr>
              <a:spLocks noGrp="1"/>
            </p:cNvSpPr>
            <p:nvPr/>
          </p:nvSpPr>
          <p:spPr>
            <a:xfrm>
              <a:off x="23606125" y="6996113"/>
              <a:ext cx="236680" cy="6096"/>
            </a:xfrm>
            <a:prstGeom prst="rect">
              <a:avLst/>
            </a:prstGeom>
            <a:solidFill>
              <a:srgbClr val="DCE8ED"/>
            </a:solidFill>
            <a:ln w="0">
              <a:noFill/>
              <a:prstDash val="solid"/>
            </a:ln>
          </p:spPr>
        </p:sp>
        <p:sp>
          <p:nvSpPr>
            <p:cNvPr id="4574" name="dense-map-11-cell-26">
              <a:extLst>
                <a:ext uri="{FF2B5EF4-FFF2-40B4-BE49-F238E27FC236}">
                  <a16:creationId xmlns:a16="http://schemas.microsoft.com/office/drawing/2014/main" id="{6EBF5AF9-FF03-4736-8965-3514DAEFAC12}"/>
                </a:ext>
              </a:extLst>
            </p:cNvPr>
            <p:cNvSpPr>
              <a:spLocks noGrp="1"/>
            </p:cNvSpPr>
            <p:nvPr/>
          </p:nvSpPr>
          <p:spPr>
            <a:xfrm>
              <a:off x="23606125" y="7002066"/>
              <a:ext cx="236680" cy="6096"/>
            </a:xfrm>
            <a:prstGeom prst="rect">
              <a:avLst/>
            </a:prstGeom>
            <a:solidFill>
              <a:srgbClr val="DCE8ED"/>
            </a:solidFill>
            <a:ln w="0">
              <a:noFill/>
              <a:prstDash val="solid"/>
            </a:ln>
          </p:spPr>
        </p:sp>
        <p:sp>
          <p:nvSpPr>
            <p:cNvPr id="4575" name="dense-map-11-cell-25">
              <a:extLst>
                <a:ext uri="{FF2B5EF4-FFF2-40B4-BE49-F238E27FC236}">
                  <a16:creationId xmlns:a16="http://schemas.microsoft.com/office/drawing/2014/main" id="{BC087C57-8861-4A0E-9B7B-D1869B9C6508}"/>
                </a:ext>
              </a:extLst>
            </p:cNvPr>
            <p:cNvSpPr>
              <a:spLocks noGrp="1"/>
            </p:cNvSpPr>
            <p:nvPr/>
          </p:nvSpPr>
          <p:spPr>
            <a:xfrm>
              <a:off x="23606125" y="7008019"/>
              <a:ext cx="236680" cy="6096"/>
            </a:xfrm>
            <a:prstGeom prst="rect">
              <a:avLst/>
            </a:prstGeom>
            <a:solidFill>
              <a:srgbClr val="DCE8ED"/>
            </a:solidFill>
            <a:ln w="0">
              <a:noFill/>
              <a:prstDash val="solid"/>
            </a:ln>
          </p:spPr>
        </p:sp>
        <p:sp>
          <p:nvSpPr>
            <p:cNvPr id="4576" name="dense-map-11-cell-24">
              <a:extLst>
                <a:ext uri="{FF2B5EF4-FFF2-40B4-BE49-F238E27FC236}">
                  <a16:creationId xmlns:a16="http://schemas.microsoft.com/office/drawing/2014/main" id="{DC91056E-2108-4336-8DFB-6EE1FCB34B9F}"/>
                </a:ext>
              </a:extLst>
            </p:cNvPr>
            <p:cNvSpPr>
              <a:spLocks noGrp="1"/>
            </p:cNvSpPr>
            <p:nvPr/>
          </p:nvSpPr>
          <p:spPr>
            <a:xfrm>
              <a:off x="23606125" y="7013972"/>
              <a:ext cx="236680" cy="6096"/>
            </a:xfrm>
            <a:prstGeom prst="rect">
              <a:avLst/>
            </a:prstGeom>
            <a:solidFill>
              <a:srgbClr val="DCE8ED"/>
            </a:solidFill>
            <a:ln w="0">
              <a:noFill/>
              <a:prstDash val="solid"/>
            </a:ln>
          </p:spPr>
        </p:sp>
        <p:sp>
          <p:nvSpPr>
            <p:cNvPr id="4577" name="dense-map-11-cell-23">
              <a:extLst>
                <a:ext uri="{FF2B5EF4-FFF2-40B4-BE49-F238E27FC236}">
                  <a16:creationId xmlns:a16="http://schemas.microsoft.com/office/drawing/2014/main" id="{702309CF-11FA-48EA-9B64-7E70E15CA57C}"/>
                </a:ext>
              </a:extLst>
            </p:cNvPr>
            <p:cNvSpPr>
              <a:spLocks noGrp="1"/>
            </p:cNvSpPr>
            <p:nvPr/>
          </p:nvSpPr>
          <p:spPr>
            <a:xfrm>
              <a:off x="23606125" y="7019925"/>
              <a:ext cx="236680" cy="6096"/>
            </a:xfrm>
            <a:prstGeom prst="rect">
              <a:avLst/>
            </a:prstGeom>
            <a:solidFill>
              <a:srgbClr val="DCE8ED"/>
            </a:solidFill>
            <a:ln w="0">
              <a:noFill/>
              <a:prstDash val="solid"/>
            </a:ln>
          </p:spPr>
        </p:sp>
        <p:sp>
          <p:nvSpPr>
            <p:cNvPr id="4578" name="dense-map-11-cell-22">
              <a:extLst>
                <a:ext uri="{FF2B5EF4-FFF2-40B4-BE49-F238E27FC236}">
                  <a16:creationId xmlns:a16="http://schemas.microsoft.com/office/drawing/2014/main" id="{AB5A621F-3D3A-4189-8B44-F73DEE85F24F}"/>
                </a:ext>
              </a:extLst>
            </p:cNvPr>
            <p:cNvSpPr>
              <a:spLocks noGrp="1"/>
            </p:cNvSpPr>
            <p:nvPr/>
          </p:nvSpPr>
          <p:spPr>
            <a:xfrm>
              <a:off x="23606125" y="7025878"/>
              <a:ext cx="236680" cy="6096"/>
            </a:xfrm>
            <a:prstGeom prst="rect">
              <a:avLst/>
            </a:prstGeom>
            <a:solidFill>
              <a:srgbClr val="DCE8ED"/>
            </a:solidFill>
            <a:ln w="0">
              <a:noFill/>
              <a:prstDash val="solid"/>
            </a:ln>
          </p:spPr>
        </p:sp>
        <p:sp>
          <p:nvSpPr>
            <p:cNvPr id="4579" name="dense-map-11-cell-21">
              <a:extLst>
                <a:ext uri="{FF2B5EF4-FFF2-40B4-BE49-F238E27FC236}">
                  <a16:creationId xmlns:a16="http://schemas.microsoft.com/office/drawing/2014/main" id="{4CCD220D-4A55-4216-AD51-291D132F93E2}"/>
                </a:ext>
              </a:extLst>
            </p:cNvPr>
            <p:cNvSpPr>
              <a:spLocks noGrp="1"/>
            </p:cNvSpPr>
            <p:nvPr/>
          </p:nvSpPr>
          <p:spPr>
            <a:xfrm>
              <a:off x="23606125" y="7031831"/>
              <a:ext cx="236680" cy="6096"/>
            </a:xfrm>
            <a:prstGeom prst="rect">
              <a:avLst/>
            </a:prstGeom>
            <a:solidFill>
              <a:srgbClr val="DCE8ED"/>
            </a:solidFill>
            <a:ln w="0">
              <a:noFill/>
              <a:prstDash val="solid"/>
            </a:ln>
          </p:spPr>
        </p:sp>
        <p:sp>
          <p:nvSpPr>
            <p:cNvPr id="4580" name="dense-map-11-cell-20">
              <a:extLst>
                <a:ext uri="{FF2B5EF4-FFF2-40B4-BE49-F238E27FC236}">
                  <a16:creationId xmlns:a16="http://schemas.microsoft.com/office/drawing/2014/main" id="{ACECC0A0-93DF-43D2-B017-F7D3BDC0FFEE}"/>
                </a:ext>
              </a:extLst>
            </p:cNvPr>
            <p:cNvSpPr>
              <a:spLocks noGrp="1"/>
            </p:cNvSpPr>
            <p:nvPr/>
          </p:nvSpPr>
          <p:spPr>
            <a:xfrm>
              <a:off x="23606125" y="7037784"/>
              <a:ext cx="236680" cy="6096"/>
            </a:xfrm>
            <a:prstGeom prst="rect">
              <a:avLst/>
            </a:prstGeom>
            <a:solidFill>
              <a:srgbClr val="DCE8ED"/>
            </a:solidFill>
            <a:ln w="0">
              <a:noFill/>
              <a:prstDash val="solid"/>
            </a:ln>
          </p:spPr>
        </p:sp>
        <p:sp>
          <p:nvSpPr>
            <p:cNvPr id="4581" name="dense-map-11-cell-19">
              <a:extLst>
                <a:ext uri="{FF2B5EF4-FFF2-40B4-BE49-F238E27FC236}">
                  <a16:creationId xmlns:a16="http://schemas.microsoft.com/office/drawing/2014/main" id="{D3A3321D-AD7B-47D7-A68B-3F88BA235C58}"/>
                </a:ext>
              </a:extLst>
            </p:cNvPr>
            <p:cNvSpPr>
              <a:spLocks noGrp="1"/>
            </p:cNvSpPr>
            <p:nvPr/>
          </p:nvSpPr>
          <p:spPr>
            <a:xfrm>
              <a:off x="23606125" y="7043738"/>
              <a:ext cx="236680" cy="6096"/>
            </a:xfrm>
            <a:prstGeom prst="rect">
              <a:avLst/>
            </a:prstGeom>
            <a:solidFill>
              <a:srgbClr val="DCE8ED"/>
            </a:solidFill>
            <a:ln w="0">
              <a:noFill/>
              <a:prstDash val="solid"/>
            </a:ln>
          </p:spPr>
        </p:sp>
        <p:sp>
          <p:nvSpPr>
            <p:cNvPr id="4582" name="dense-map-11-cell-18">
              <a:extLst>
                <a:ext uri="{FF2B5EF4-FFF2-40B4-BE49-F238E27FC236}">
                  <a16:creationId xmlns:a16="http://schemas.microsoft.com/office/drawing/2014/main" id="{17084179-624D-4EA3-9A3F-16D8532E1DA8}"/>
                </a:ext>
              </a:extLst>
            </p:cNvPr>
            <p:cNvSpPr>
              <a:spLocks noGrp="1"/>
            </p:cNvSpPr>
            <p:nvPr/>
          </p:nvSpPr>
          <p:spPr>
            <a:xfrm>
              <a:off x="23606125" y="7049691"/>
              <a:ext cx="236680" cy="6096"/>
            </a:xfrm>
            <a:prstGeom prst="rect">
              <a:avLst/>
            </a:prstGeom>
            <a:solidFill>
              <a:srgbClr val="DCE8ED"/>
            </a:solidFill>
            <a:ln w="0">
              <a:noFill/>
              <a:prstDash val="solid"/>
            </a:ln>
          </p:spPr>
        </p:sp>
        <p:sp>
          <p:nvSpPr>
            <p:cNvPr id="4583" name="dense-map-11-cell-17">
              <a:extLst>
                <a:ext uri="{FF2B5EF4-FFF2-40B4-BE49-F238E27FC236}">
                  <a16:creationId xmlns:a16="http://schemas.microsoft.com/office/drawing/2014/main" id="{EDA9FB4F-347F-4A06-ACE5-4661117871C1}"/>
                </a:ext>
              </a:extLst>
            </p:cNvPr>
            <p:cNvSpPr>
              <a:spLocks noGrp="1"/>
            </p:cNvSpPr>
            <p:nvPr/>
          </p:nvSpPr>
          <p:spPr>
            <a:xfrm>
              <a:off x="23606125" y="7055644"/>
              <a:ext cx="236680" cy="6096"/>
            </a:xfrm>
            <a:prstGeom prst="rect">
              <a:avLst/>
            </a:prstGeom>
            <a:solidFill>
              <a:srgbClr val="DCE8ED"/>
            </a:solidFill>
            <a:ln w="0">
              <a:noFill/>
              <a:prstDash val="solid"/>
            </a:ln>
          </p:spPr>
        </p:sp>
        <p:sp>
          <p:nvSpPr>
            <p:cNvPr id="4584" name="dense-map-11-cell-16">
              <a:extLst>
                <a:ext uri="{FF2B5EF4-FFF2-40B4-BE49-F238E27FC236}">
                  <a16:creationId xmlns:a16="http://schemas.microsoft.com/office/drawing/2014/main" id="{11B9FC1E-8EEF-4832-A767-F31A279DE395}"/>
                </a:ext>
              </a:extLst>
            </p:cNvPr>
            <p:cNvSpPr>
              <a:spLocks noGrp="1"/>
            </p:cNvSpPr>
            <p:nvPr/>
          </p:nvSpPr>
          <p:spPr>
            <a:xfrm>
              <a:off x="23606125" y="7061597"/>
              <a:ext cx="236680" cy="6096"/>
            </a:xfrm>
            <a:prstGeom prst="rect">
              <a:avLst/>
            </a:prstGeom>
            <a:solidFill>
              <a:srgbClr val="DCE8ED"/>
            </a:solidFill>
            <a:ln w="0">
              <a:noFill/>
              <a:prstDash val="solid"/>
            </a:ln>
          </p:spPr>
        </p:sp>
        <p:sp>
          <p:nvSpPr>
            <p:cNvPr id="4585" name="dense-map-11-cell-15">
              <a:extLst>
                <a:ext uri="{FF2B5EF4-FFF2-40B4-BE49-F238E27FC236}">
                  <a16:creationId xmlns:a16="http://schemas.microsoft.com/office/drawing/2014/main" id="{5EF17A67-3571-42C7-8D48-26C4652932A7}"/>
                </a:ext>
              </a:extLst>
            </p:cNvPr>
            <p:cNvSpPr>
              <a:spLocks noGrp="1"/>
            </p:cNvSpPr>
            <p:nvPr/>
          </p:nvSpPr>
          <p:spPr>
            <a:xfrm>
              <a:off x="23606125" y="7067550"/>
              <a:ext cx="236680" cy="6096"/>
            </a:xfrm>
            <a:prstGeom prst="rect">
              <a:avLst/>
            </a:prstGeom>
            <a:solidFill>
              <a:srgbClr val="DCE8ED"/>
            </a:solidFill>
            <a:ln w="0">
              <a:noFill/>
              <a:prstDash val="solid"/>
            </a:ln>
          </p:spPr>
        </p:sp>
        <p:sp>
          <p:nvSpPr>
            <p:cNvPr id="4586" name="dense-map-11-cell-14">
              <a:extLst>
                <a:ext uri="{FF2B5EF4-FFF2-40B4-BE49-F238E27FC236}">
                  <a16:creationId xmlns:a16="http://schemas.microsoft.com/office/drawing/2014/main" id="{6E359224-5E44-43D6-ADC8-63D7C239ECEB}"/>
                </a:ext>
              </a:extLst>
            </p:cNvPr>
            <p:cNvSpPr>
              <a:spLocks noGrp="1"/>
            </p:cNvSpPr>
            <p:nvPr/>
          </p:nvSpPr>
          <p:spPr>
            <a:xfrm>
              <a:off x="23606125" y="7073503"/>
              <a:ext cx="236680" cy="6096"/>
            </a:xfrm>
            <a:prstGeom prst="rect">
              <a:avLst/>
            </a:prstGeom>
            <a:solidFill>
              <a:srgbClr val="DCE8ED"/>
            </a:solidFill>
            <a:ln w="0">
              <a:noFill/>
              <a:prstDash val="solid"/>
            </a:ln>
          </p:spPr>
        </p:sp>
        <p:sp>
          <p:nvSpPr>
            <p:cNvPr id="4587" name="dense-map-11-cell-13">
              <a:extLst>
                <a:ext uri="{FF2B5EF4-FFF2-40B4-BE49-F238E27FC236}">
                  <a16:creationId xmlns:a16="http://schemas.microsoft.com/office/drawing/2014/main" id="{6B0D21B6-703F-4914-A17C-5B137DE658DF}"/>
                </a:ext>
              </a:extLst>
            </p:cNvPr>
            <p:cNvSpPr>
              <a:spLocks noGrp="1"/>
            </p:cNvSpPr>
            <p:nvPr/>
          </p:nvSpPr>
          <p:spPr>
            <a:xfrm>
              <a:off x="23606125" y="7079456"/>
              <a:ext cx="236680" cy="6096"/>
            </a:xfrm>
            <a:prstGeom prst="rect">
              <a:avLst/>
            </a:prstGeom>
            <a:solidFill>
              <a:srgbClr val="DCE8ED"/>
            </a:solidFill>
            <a:ln w="0">
              <a:noFill/>
              <a:prstDash val="solid"/>
            </a:ln>
          </p:spPr>
        </p:sp>
        <p:sp>
          <p:nvSpPr>
            <p:cNvPr id="4588" name="dense-map-11-cell-12">
              <a:extLst>
                <a:ext uri="{FF2B5EF4-FFF2-40B4-BE49-F238E27FC236}">
                  <a16:creationId xmlns:a16="http://schemas.microsoft.com/office/drawing/2014/main" id="{F7EA3D7C-38CA-4041-BA1B-D53E1413311B}"/>
                </a:ext>
              </a:extLst>
            </p:cNvPr>
            <p:cNvSpPr>
              <a:spLocks noGrp="1"/>
            </p:cNvSpPr>
            <p:nvPr/>
          </p:nvSpPr>
          <p:spPr>
            <a:xfrm>
              <a:off x="23606125" y="7085409"/>
              <a:ext cx="236680" cy="6096"/>
            </a:xfrm>
            <a:prstGeom prst="rect">
              <a:avLst/>
            </a:prstGeom>
            <a:solidFill>
              <a:srgbClr val="DCE8ED"/>
            </a:solidFill>
            <a:ln w="0">
              <a:noFill/>
              <a:prstDash val="solid"/>
            </a:ln>
          </p:spPr>
        </p:sp>
        <p:sp>
          <p:nvSpPr>
            <p:cNvPr id="4589" name="dense-map-11-cell-11">
              <a:extLst>
                <a:ext uri="{FF2B5EF4-FFF2-40B4-BE49-F238E27FC236}">
                  <a16:creationId xmlns:a16="http://schemas.microsoft.com/office/drawing/2014/main" id="{6CDDF68D-72DD-4F49-A8A1-531D4433DDB0}"/>
                </a:ext>
              </a:extLst>
            </p:cNvPr>
            <p:cNvSpPr>
              <a:spLocks noGrp="1"/>
            </p:cNvSpPr>
            <p:nvPr/>
          </p:nvSpPr>
          <p:spPr>
            <a:xfrm>
              <a:off x="23606125" y="7091363"/>
              <a:ext cx="236680" cy="6096"/>
            </a:xfrm>
            <a:prstGeom prst="rect">
              <a:avLst/>
            </a:prstGeom>
            <a:solidFill>
              <a:srgbClr val="DCE8ED"/>
            </a:solidFill>
            <a:ln w="0">
              <a:noFill/>
              <a:prstDash val="solid"/>
            </a:ln>
          </p:spPr>
        </p:sp>
        <p:sp>
          <p:nvSpPr>
            <p:cNvPr id="4590" name="dense-map-11-cell-10">
              <a:extLst>
                <a:ext uri="{FF2B5EF4-FFF2-40B4-BE49-F238E27FC236}">
                  <a16:creationId xmlns:a16="http://schemas.microsoft.com/office/drawing/2014/main" id="{E3C27F98-7068-4BA3-8908-4917EB75CA82}"/>
                </a:ext>
              </a:extLst>
            </p:cNvPr>
            <p:cNvSpPr>
              <a:spLocks noGrp="1"/>
            </p:cNvSpPr>
            <p:nvPr/>
          </p:nvSpPr>
          <p:spPr>
            <a:xfrm>
              <a:off x="23606125" y="7097316"/>
              <a:ext cx="236680" cy="6096"/>
            </a:xfrm>
            <a:prstGeom prst="rect">
              <a:avLst/>
            </a:prstGeom>
            <a:solidFill>
              <a:srgbClr val="DCE8ED"/>
            </a:solidFill>
            <a:ln w="0">
              <a:noFill/>
              <a:prstDash val="solid"/>
            </a:ln>
          </p:spPr>
        </p:sp>
        <p:sp>
          <p:nvSpPr>
            <p:cNvPr id="4591" name="dense-map-11-cell-9">
              <a:extLst>
                <a:ext uri="{FF2B5EF4-FFF2-40B4-BE49-F238E27FC236}">
                  <a16:creationId xmlns:a16="http://schemas.microsoft.com/office/drawing/2014/main" id="{B6A81F14-B4CD-4D89-8AD9-45817BC7213E}"/>
                </a:ext>
              </a:extLst>
            </p:cNvPr>
            <p:cNvSpPr>
              <a:spLocks noGrp="1"/>
            </p:cNvSpPr>
            <p:nvPr/>
          </p:nvSpPr>
          <p:spPr>
            <a:xfrm>
              <a:off x="23606125" y="7103269"/>
              <a:ext cx="236680" cy="6096"/>
            </a:xfrm>
            <a:prstGeom prst="rect">
              <a:avLst/>
            </a:prstGeom>
            <a:solidFill>
              <a:srgbClr val="DCE8ED"/>
            </a:solidFill>
            <a:ln w="0">
              <a:noFill/>
              <a:prstDash val="solid"/>
            </a:ln>
          </p:spPr>
        </p:sp>
        <p:sp>
          <p:nvSpPr>
            <p:cNvPr id="4592" name="dense-map-11-cell-8">
              <a:extLst>
                <a:ext uri="{FF2B5EF4-FFF2-40B4-BE49-F238E27FC236}">
                  <a16:creationId xmlns:a16="http://schemas.microsoft.com/office/drawing/2014/main" id="{96808C62-BF12-411A-A64B-50F1EA48F262}"/>
                </a:ext>
              </a:extLst>
            </p:cNvPr>
            <p:cNvSpPr>
              <a:spLocks noGrp="1"/>
            </p:cNvSpPr>
            <p:nvPr/>
          </p:nvSpPr>
          <p:spPr>
            <a:xfrm>
              <a:off x="23606125" y="7109222"/>
              <a:ext cx="236680" cy="6096"/>
            </a:xfrm>
            <a:prstGeom prst="rect">
              <a:avLst/>
            </a:prstGeom>
            <a:solidFill>
              <a:srgbClr val="DAE7EC"/>
            </a:solidFill>
            <a:ln w="0">
              <a:noFill/>
              <a:prstDash val="solid"/>
            </a:ln>
          </p:spPr>
        </p:sp>
        <p:sp>
          <p:nvSpPr>
            <p:cNvPr id="4593" name="dense-map-11-cell-7">
              <a:extLst>
                <a:ext uri="{FF2B5EF4-FFF2-40B4-BE49-F238E27FC236}">
                  <a16:creationId xmlns:a16="http://schemas.microsoft.com/office/drawing/2014/main" id="{C2EE22ED-83C9-4916-BF71-997DFC2B53A6}"/>
                </a:ext>
              </a:extLst>
            </p:cNvPr>
            <p:cNvSpPr>
              <a:spLocks noGrp="1"/>
            </p:cNvSpPr>
            <p:nvPr/>
          </p:nvSpPr>
          <p:spPr>
            <a:xfrm>
              <a:off x="23606125" y="7115175"/>
              <a:ext cx="236680" cy="6096"/>
            </a:xfrm>
            <a:prstGeom prst="rect">
              <a:avLst/>
            </a:prstGeom>
            <a:solidFill>
              <a:srgbClr val="DCE8ED"/>
            </a:solidFill>
            <a:ln w="0">
              <a:noFill/>
              <a:prstDash val="solid"/>
            </a:ln>
          </p:spPr>
        </p:sp>
        <p:sp>
          <p:nvSpPr>
            <p:cNvPr id="4594" name="dense-map-11-cell-6">
              <a:extLst>
                <a:ext uri="{FF2B5EF4-FFF2-40B4-BE49-F238E27FC236}">
                  <a16:creationId xmlns:a16="http://schemas.microsoft.com/office/drawing/2014/main" id="{348066A9-208D-4714-A707-B25D19CED3CC}"/>
                </a:ext>
              </a:extLst>
            </p:cNvPr>
            <p:cNvSpPr>
              <a:spLocks noGrp="1"/>
            </p:cNvSpPr>
            <p:nvPr/>
          </p:nvSpPr>
          <p:spPr>
            <a:xfrm>
              <a:off x="23606125" y="7121128"/>
              <a:ext cx="236680" cy="6096"/>
            </a:xfrm>
            <a:prstGeom prst="rect">
              <a:avLst/>
            </a:prstGeom>
            <a:solidFill>
              <a:srgbClr val="DCE8ED"/>
            </a:solidFill>
            <a:ln w="0">
              <a:noFill/>
              <a:prstDash val="solid"/>
            </a:ln>
          </p:spPr>
        </p:sp>
        <p:sp>
          <p:nvSpPr>
            <p:cNvPr id="4595" name="dense-map-11-cell-5">
              <a:extLst>
                <a:ext uri="{FF2B5EF4-FFF2-40B4-BE49-F238E27FC236}">
                  <a16:creationId xmlns:a16="http://schemas.microsoft.com/office/drawing/2014/main" id="{9783B375-84A6-4A43-AC37-3FC7563A4A9B}"/>
                </a:ext>
              </a:extLst>
            </p:cNvPr>
            <p:cNvSpPr>
              <a:spLocks noGrp="1"/>
            </p:cNvSpPr>
            <p:nvPr/>
          </p:nvSpPr>
          <p:spPr>
            <a:xfrm>
              <a:off x="23606125" y="7127081"/>
              <a:ext cx="236680" cy="6096"/>
            </a:xfrm>
            <a:prstGeom prst="rect">
              <a:avLst/>
            </a:prstGeom>
            <a:solidFill>
              <a:srgbClr val="DCE8ED"/>
            </a:solidFill>
            <a:ln w="0">
              <a:noFill/>
              <a:prstDash val="solid"/>
            </a:ln>
          </p:spPr>
        </p:sp>
        <p:sp>
          <p:nvSpPr>
            <p:cNvPr id="4596" name="dense-map-11-cell-4">
              <a:extLst>
                <a:ext uri="{FF2B5EF4-FFF2-40B4-BE49-F238E27FC236}">
                  <a16:creationId xmlns:a16="http://schemas.microsoft.com/office/drawing/2014/main" id="{1021B428-9037-422B-80DC-D2392C9D1EC0}"/>
                </a:ext>
              </a:extLst>
            </p:cNvPr>
            <p:cNvSpPr>
              <a:spLocks noGrp="1"/>
            </p:cNvSpPr>
            <p:nvPr/>
          </p:nvSpPr>
          <p:spPr>
            <a:xfrm>
              <a:off x="23606125" y="7133034"/>
              <a:ext cx="236680" cy="6096"/>
            </a:xfrm>
            <a:prstGeom prst="rect">
              <a:avLst/>
            </a:prstGeom>
            <a:solidFill>
              <a:srgbClr val="DCE8ED"/>
            </a:solidFill>
            <a:ln w="0">
              <a:noFill/>
              <a:prstDash val="solid"/>
            </a:ln>
          </p:spPr>
        </p:sp>
        <p:sp>
          <p:nvSpPr>
            <p:cNvPr id="4597" name="dense-map-11-cell-3">
              <a:extLst>
                <a:ext uri="{FF2B5EF4-FFF2-40B4-BE49-F238E27FC236}">
                  <a16:creationId xmlns:a16="http://schemas.microsoft.com/office/drawing/2014/main" id="{FDA9C9CC-626A-4D95-B004-75F9A3538BF6}"/>
                </a:ext>
              </a:extLst>
            </p:cNvPr>
            <p:cNvSpPr>
              <a:spLocks noGrp="1"/>
            </p:cNvSpPr>
            <p:nvPr/>
          </p:nvSpPr>
          <p:spPr>
            <a:xfrm>
              <a:off x="23606125" y="7138988"/>
              <a:ext cx="236680" cy="6096"/>
            </a:xfrm>
            <a:prstGeom prst="rect">
              <a:avLst/>
            </a:prstGeom>
            <a:solidFill>
              <a:srgbClr val="DCE8ED"/>
            </a:solidFill>
            <a:ln w="0">
              <a:noFill/>
              <a:prstDash val="solid"/>
            </a:ln>
          </p:spPr>
        </p:sp>
        <p:sp>
          <p:nvSpPr>
            <p:cNvPr id="4598" name="dense-map-11-cell-2">
              <a:extLst>
                <a:ext uri="{FF2B5EF4-FFF2-40B4-BE49-F238E27FC236}">
                  <a16:creationId xmlns:a16="http://schemas.microsoft.com/office/drawing/2014/main" id="{90A76858-1C2B-4924-9C5A-2A5AC1A2FF13}"/>
                </a:ext>
              </a:extLst>
            </p:cNvPr>
            <p:cNvSpPr>
              <a:spLocks noGrp="1"/>
            </p:cNvSpPr>
            <p:nvPr/>
          </p:nvSpPr>
          <p:spPr>
            <a:xfrm>
              <a:off x="23606125" y="7144941"/>
              <a:ext cx="236680" cy="6096"/>
            </a:xfrm>
            <a:prstGeom prst="rect">
              <a:avLst/>
            </a:prstGeom>
            <a:solidFill>
              <a:srgbClr val="DCE8ED"/>
            </a:solidFill>
            <a:ln w="0">
              <a:noFill/>
              <a:prstDash val="solid"/>
            </a:ln>
          </p:spPr>
        </p:sp>
        <p:sp>
          <p:nvSpPr>
            <p:cNvPr id="4599" name="dense-map-11-cell-1">
              <a:extLst>
                <a:ext uri="{FF2B5EF4-FFF2-40B4-BE49-F238E27FC236}">
                  <a16:creationId xmlns:a16="http://schemas.microsoft.com/office/drawing/2014/main" id="{DF3B8EE4-9082-4F98-9893-57B4B0F31228}"/>
                </a:ext>
              </a:extLst>
            </p:cNvPr>
            <p:cNvSpPr>
              <a:spLocks noGrp="1"/>
            </p:cNvSpPr>
            <p:nvPr/>
          </p:nvSpPr>
          <p:spPr>
            <a:xfrm>
              <a:off x="23606125" y="7150894"/>
              <a:ext cx="236680" cy="6096"/>
            </a:xfrm>
            <a:prstGeom prst="rect">
              <a:avLst/>
            </a:prstGeom>
            <a:solidFill>
              <a:srgbClr val="DCE8ED"/>
            </a:solidFill>
            <a:ln w="0">
              <a:noFill/>
              <a:prstDash val="solid"/>
            </a:ln>
          </p:spPr>
        </p:sp>
        <p:sp>
          <p:nvSpPr>
            <p:cNvPr id="4600" name="dense-map-11-cell-0">
              <a:extLst>
                <a:ext uri="{FF2B5EF4-FFF2-40B4-BE49-F238E27FC236}">
                  <a16:creationId xmlns:a16="http://schemas.microsoft.com/office/drawing/2014/main" id="{6436EE7C-19CF-419D-A97F-A687D59A22FB}"/>
                </a:ext>
              </a:extLst>
            </p:cNvPr>
            <p:cNvSpPr>
              <a:spLocks noGrp="1"/>
            </p:cNvSpPr>
            <p:nvPr/>
          </p:nvSpPr>
          <p:spPr>
            <a:xfrm>
              <a:off x="23606125" y="7156847"/>
              <a:ext cx="236680" cy="6096"/>
            </a:xfrm>
            <a:prstGeom prst="rect">
              <a:avLst/>
            </a:prstGeom>
            <a:solidFill>
              <a:srgbClr val="DCE8ED"/>
            </a:solidFill>
            <a:ln w="0">
              <a:noFill/>
              <a:prstDash val="solid"/>
            </a:ln>
          </p:spPr>
        </p:sp>
        <p:sp>
          <p:nvSpPr>
            <p:cNvPr id="4601" name="dense-map-10-cell-191">
              <a:extLst>
                <a:ext uri="{FF2B5EF4-FFF2-40B4-BE49-F238E27FC236}">
                  <a16:creationId xmlns:a16="http://schemas.microsoft.com/office/drawing/2014/main" id="{AC4FEEB0-377B-4A9D-9EAF-BE5AA6B19F9E}"/>
                </a:ext>
              </a:extLst>
            </p:cNvPr>
            <p:cNvSpPr>
              <a:spLocks noGrp="1"/>
            </p:cNvSpPr>
            <p:nvPr/>
          </p:nvSpPr>
          <p:spPr>
            <a:xfrm>
              <a:off x="23369588" y="6019800"/>
              <a:ext cx="236680" cy="6096"/>
            </a:xfrm>
            <a:prstGeom prst="rect">
              <a:avLst/>
            </a:prstGeom>
            <a:solidFill>
              <a:srgbClr val="D4A7B7"/>
            </a:solidFill>
            <a:ln w="0">
              <a:noFill/>
              <a:prstDash val="solid"/>
            </a:ln>
          </p:spPr>
        </p:sp>
        <p:sp>
          <p:nvSpPr>
            <p:cNvPr id="4602" name="dense-map-10-cell-190">
              <a:extLst>
                <a:ext uri="{FF2B5EF4-FFF2-40B4-BE49-F238E27FC236}">
                  <a16:creationId xmlns:a16="http://schemas.microsoft.com/office/drawing/2014/main" id="{F7A16A2C-A440-49B7-911B-52210F2AE3BC}"/>
                </a:ext>
              </a:extLst>
            </p:cNvPr>
            <p:cNvSpPr>
              <a:spLocks noGrp="1"/>
            </p:cNvSpPr>
            <p:nvPr/>
          </p:nvSpPr>
          <p:spPr>
            <a:xfrm>
              <a:off x="23369588" y="6025753"/>
              <a:ext cx="236680" cy="6096"/>
            </a:xfrm>
            <a:prstGeom prst="rect">
              <a:avLst/>
            </a:prstGeom>
            <a:solidFill>
              <a:srgbClr val="D4ABC1"/>
            </a:solidFill>
            <a:ln w="0">
              <a:noFill/>
              <a:prstDash val="solid"/>
            </a:ln>
          </p:spPr>
        </p:sp>
        <p:sp>
          <p:nvSpPr>
            <p:cNvPr id="4603" name="dense-map-10-cell-189">
              <a:extLst>
                <a:ext uri="{FF2B5EF4-FFF2-40B4-BE49-F238E27FC236}">
                  <a16:creationId xmlns:a16="http://schemas.microsoft.com/office/drawing/2014/main" id="{2084D5D3-628A-48E4-8920-042A0CFF6A2C}"/>
                </a:ext>
              </a:extLst>
            </p:cNvPr>
            <p:cNvSpPr>
              <a:spLocks noGrp="1"/>
            </p:cNvSpPr>
            <p:nvPr/>
          </p:nvSpPr>
          <p:spPr>
            <a:xfrm>
              <a:off x="23369588" y="6031706"/>
              <a:ext cx="236680" cy="6096"/>
            </a:xfrm>
            <a:prstGeom prst="rect">
              <a:avLst/>
            </a:prstGeom>
            <a:solidFill>
              <a:srgbClr val="D4B1CA"/>
            </a:solidFill>
            <a:ln w="0">
              <a:noFill/>
              <a:prstDash val="solid"/>
            </a:ln>
          </p:spPr>
        </p:sp>
        <p:sp>
          <p:nvSpPr>
            <p:cNvPr id="4604" name="dense-map-10-cell-188">
              <a:extLst>
                <a:ext uri="{FF2B5EF4-FFF2-40B4-BE49-F238E27FC236}">
                  <a16:creationId xmlns:a16="http://schemas.microsoft.com/office/drawing/2014/main" id="{7DAA3D3F-7B16-455B-B1FD-FDA75F488A6A}"/>
                </a:ext>
              </a:extLst>
            </p:cNvPr>
            <p:cNvSpPr>
              <a:spLocks noGrp="1"/>
            </p:cNvSpPr>
            <p:nvPr/>
          </p:nvSpPr>
          <p:spPr>
            <a:xfrm>
              <a:off x="23369588" y="6037659"/>
              <a:ext cx="236680" cy="6096"/>
            </a:xfrm>
            <a:prstGeom prst="rect">
              <a:avLst/>
            </a:prstGeom>
            <a:solidFill>
              <a:srgbClr val="D4B1CA"/>
            </a:solidFill>
            <a:ln w="0">
              <a:noFill/>
              <a:prstDash val="solid"/>
            </a:ln>
          </p:spPr>
        </p:sp>
        <p:sp>
          <p:nvSpPr>
            <p:cNvPr id="4605" name="dense-map-10-cell-187">
              <a:extLst>
                <a:ext uri="{FF2B5EF4-FFF2-40B4-BE49-F238E27FC236}">
                  <a16:creationId xmlns:a16="http://schemas.microsoft.com/office/drawing/2014/main" id="{22DF4B0F-079D-4417-B0AA-AC00099CDC8C}"/>
                </a:ext>
              </a:extLst>
            </p:cNvPr>
            <p:cNvSpPr>
              <a:spLocks noGrp="1"/>
            </p:cNvSpPr>
            <p:nvPr/>
          </p:nvSpPr>
          <p:spPr>
            <a:xfrm>
              <a:off x="23369588" y="6043613"/>
              <a:ext cx="236680" cy="6096"/>
            </a:xfrm>
            <a:prstGeom prst="rect">
              <a:avLst/>
            </a:prstGeom>
            <a:solidFill>
              <a:srgbClr val="D4B1CA"/>
            </a:solidFill>
            <a:ln w="0">
              <a:noFill/>
              <a:prstDash val="solid"/>
            </a:ln>
          </p:spPr>
        </p:sp>
        <p:sp>
          <p:nvSpPr>
            <p:cNvPr id="4606" name="dense-map-10-cell-186">
              <a:extLst>
                <a:ext uri="{FF2B5EF4-FFF2-40B4-BE49-F238E27FC236}">
                  <a16:creationId xmlns:a16="http://schemas.microsoft.com/office/drawing/2014/main" id="{238A3BCC-EE5E-4ABB-8B74-63278C607594}"/>
                </a:ext>
              </a:extLst>
            </p:cNvPr>
            <p:cNvSpPr>
              <a:spLocks noGrp="1"/>
            </p:cNvSpPr>
            <p:nvPr/>
          </p:nvSpPr>
          <p:spPr>
            <a:xfrm>
              <a:off x="23369588" y="6049566"/>
              <a:ext cx="236680" cy="6096"/>
            </a:xfrm>
            <a:prstGeom prst="rect">
              <a:avLst/>
            </a:prstGeom>
            <a:solidFill>
              <a:srgbClr val="D4B1CA"/>
            </a:solidFill>
            <a:ln w="0">
              <a:noFill/>
              <a:prstDash val="solid"/>
            </a:ln>
          </p:spPr>
        </p:sp>
        <p:sp>
          <p:nvSpPr>
            <p:cNvPr id="4607" name="dense-map-10-cell-185">
              <a:extLst>
                <a:ext uri="{FF2B5EF4-FFF2-40B4-BE49-F238E27FC236}">
                  <a16:creationId xmlns:a16="http://schemas.microsoft.com/office/drawing/2014/main" id="{FD401297-6085-4E5A-A185-CE1247DCA772}"/>
                </a:ext>
              </a:extLst>
            </p:cNvPr>
            <p:cNvSpPr>
              <a:spLocks noGrp="1"/>
            </p:cNvSpPr>
            <p:nvPr/>
          </p:nvSpPr>
          <p:spPr>
            <a:xfrm>
              <a:off x="23369588" y="6055519"/>
              <a:ext cx="236680" cy="6096"/>
            </a:xfrm>
            <a:prstGeom prst="rect">
              <a:avLst/>
            </a:prstGeom>
            <a:solidFill>
              <a:srgbClr val="D4B1CA"/>
            </a:solidFill>
            <a:ln w="0">
              <a:noFill/>
              <a:prstDash val="solid"/>
            </a:ln>
          </p:spPr>
        </p:sp>
        <p:sp>
          <p:nvSpPr>
            <p:cNvPr id="4608" name="dense-map-10-cell-184">
              <a:extLst>
                <a:ext uri="{FF2B5EF4-FFF2-40B4-BE49-F238E27FC236}">
                  <a16:creationId xmlns:a16="http://schemas.microsoft.com/office/drawing/2014/main" id="{F76CB137-52BA-4B9B-A96F-7F47019F3A21}"/>
                </a:ext>
              </a:extLst>
            </p:cNvPr>
            <p:cNvSpPr>
              <a:spLocks noGrp="1"/>
            </p:cNvSpPr>
            <p:nvPr/>
          </p:nvSpPr>
          <p:spPr>
            <a:xfrm>
              <a:off x="23369588" y="6061472"/>
              <a:ext cx="236680" cy="6096"/>
            </a:xfrm>
            <a:prstGeom prst="rect">
              <a:avLst/>
            </a:prstGeom>
            <a:solidFill>
              <a:srgbClr val="D4B1CA"/>
            </a:solidFill>
            <a:ln w="0">
              <a:noFill/>
              <a:prstDash val="solid"/>
            </a:ln>
          </p:spPr>
        </p:sp>
        <p:sp>
          <p:nvSpPr>
            <p:cNvPr id="4609" name="dense-map-10-cell-183">
              <a:extLst>
                <a:ext uri="{FF2B5EF4-FFF2-40B4-BE49-F238E27FC236}">
                  <a16:creationId xmlns:a16="http://schemas.microsoft.com/office/drawing/2014/main" id="{827335E3-50D9-4AA9-9E25-072405E57318}"/>
                </a:ext>
              </a:extLst>
            </p:cNvPr>
            <p:cNvSpPr>
              <a:spLocks noGrp="1"/>
            </p:cNvSpPr>
            <p:nvPr/>
          </p:nvSpPr>
          <p:spPr>
            <a:xfrm>
              <a:off x="23369588" y="6067425"/>
              <a:ext cx="236680" cy="6096"/>
            </a:xfrm>
            <a:prstGeom prst="rect">
              <a:avLst/>
            </a:prstGeom>
            <a:solidFill>
              <a:srgbClr val="D4B1CA"/>
            </a:solidFill>
            <a:ln w="0">
              <a:noFill/>
              <a:prstDash val="solid"/>
            </a:ln>
          </p:spPr>
        </p:sp>
        <p:sp>
          <p:nvSpPr>
            <p:cNvPr id="4610" name="dense-map-10-cell-182">
              <a:extLst>
                <a:ext uri="{FF2B5EF4-FFF2-40B4-BE49-F238E27FC236}">
                  <a16:creationId xmlns:a16="http://schemas.microsoft.com/office/drawing/2014/main" id="{9F54D0A0-742A-4B91-89D5-54485D1D3B64}"/>
                </a:ext>
              </a:extLst>
            </p:cNvPr>
            <p:cNvSpPr>
              <a:spLocks noGrp="1"/>
            </p:cNvSpPr>
            <p:nvPr/>
          </p:nvSpPr>
          <p:spPr>
            <a:xfrm>
              <a:off x="23369588" y="6073378"/>
              <a:ext cx="236680" cy="6096"/>
            </a:xfrm>
            <a:prstGeom prst="rect">
              <a:avLst/>
            </a:prstGeom>
            <a:solidFill>
              <a:srgbClr val="D4B1CA"/>
            </a:solidFill>
            <a:ln w="0">
              <a:noFill/>
              <a:prstDash val="solid"/>
            </a:ln>
          </p:spPr>
        </p:sp>
        <p:sp>
          <p:nvSpPr>
            <p:cNvPr id="4611" name="dense-map-10-cell-181">
              <a:extLst>
                <a:ext uri="{FF2B5EF4-FFF2-40B4-BE49-F238E27FC236}">
                  <a16:creationId xmlns:a16="http://schemas.microsoft.com/office/drawing/2014/main" id="{75C1814E-3409-4CEF-9281-8A9C069B251C}"/>
                </a:ext>
              </a:extLst>
            </p:cNvPr>
            <p:cNvSpPr>
              <a:spLocks noGrp="1"/>
            </p:cNvSpPr>
            <p:nvPr/>
          </p:nvSpPr>
          <p:spPr>
            <a:xfrm>
              <a:off x="23369588" y="6079331"/>
              <a:ext cx="236680" cy="6096"/>
            </a:xfrm>
            <a:prstGeom prst="rect">
              <a:avLst/>
            </a:prstGeom>
            <a:solidFill>
              <a:srgbClr val="D29FBF"/>
            </a:solidFill>
            <a:ln w="0">
              <a:noFill/>
              <a:prstDash val="solid"/>
            </a:ln>
          </p:spPr>
        </p:sp>
        <p:sp>
          <p:nvSpPr>
            <p:cNvPr id="4612" name="dense-map-10-cell-180">
              <a:extLst>
                <a:ext uri="{FF2B5EF4-FFF2-40B4-BE49-F238E27FC236}">
                  <a16:creationId xmlns:a16="http://schemas.microsoft.com/office/drawing/2014/main" id="{311FDB3D-4354-42B6-B7AA-B2BA38F5A129}"/>
                </a:ext>
              </a:extLst>
            </p:cNvPr>
            <p:cNvSpPr>
              <a:spLocks noGrp="1"/>
            </p:cNvSpPr>
            <p:nvPr/>
          </p:nvSpPr>
          <p:spPr>
            <a:xfrm>
              <a:off x="23369588" y="6085284"/>
              <a:ext cx="236680" cy="6096"/>
            </a:xfrm>
            <a:prstGeom prst="rect">
              <a:avLst/>
            </a:prstGeom>
            <a:solidFill>
              <a:srgbClr val="CE87B0"/>
            </a:solidFill>
            <a:ln w="0">
              <a:noFill/>
              <a:prstDash val="solid"/>
            </a:ln>
          </p:spPr>
        </p:sp>
        <p:sp>
          <p:nvSpPr>
            <p:cNvPr id="4613" name="dense-map-10-cell-179">
              <a:extLst>
                <a:ext uri="{FF2B5EF4-FFF2-40B4-BE49-F238E27FC236}">
                  <a16:creationId xmlns:a16="http://schemas.microsoft.com/office/drawing/2014/main" id="{C1D43B60-0662-4637-8382-A378557F1A45}"/>
                </a:ext>
              </a:extLst>
            </p:cNvPr>
            <p:cNvSpPr>
              <a:spLocks noGrp="1"/>
            </p:cNvSpPr>
            <p:nvPr/>
          </p:nvSpPr>
          <p:spPr>
            <a:xfrm>
              <a:off x="23369588" y="6091238"/>
              <a:ext cx="236680" cy="6096"/>
            </a:xfrm>
            <a:prstGeom prst="rect">
              <a:avLst/>
            </a:prstGeom>
            <a:solidFill>
              <a:srgbClr val="CE85AE"/>
            </a:solidFill>
            <a:ln w="0">
              <a:noFill/>
              <a:prstDash val="solid"/>
            </a:ln>
          </p:spPr>
        </p:sp>
        <p:sp>
          <p:nvSpPr>
            <p:cNvPr id="4614" name="dense-map-10-cell-178">
              <a:extLst>
                <a:ext uri="{FF2B5EF4-FFF2-40B4-BE49-F238E27FC236}">
                  <a16:creationId xmlns:a16="http://schemas.microsoft.com/office/drawing/2014/main" id="{A7D5DD6F-4AD8-4925-807B-9E670159423D}"/>
                </a:ext>
              </a:extLst>
            </p:cNvPr>
            <p:cNvSpPr>
              <a:spLocks noGrp="1"/>
            </p:cNvSpPr>
            <p:nvPr/>
          </p:nvSpPr>
          <p:spPr>
            <a:xfrm>
              <a:off x="23369588" y="6097191"/>
              <a:ext cx="236680" cy="6096"/>
            </a:xfrm>
            <a:prstGeom prst="rect">
              <a:avLst/>
            </a:prstGeom>
            <a:solidFill>
              <a:srgbClr val="CE8AB1"/>
            </a:solidFill>
            <a:ln w="0">
              <a:noFill/>
              <a:prstDash val="solid"/>
            </a:ln>
          </p:spPr>
        </p:sp>
        <p:sp>
          <p:nvSpPr>
            <p:cNvPr id="4615" name="dense-map-10-cell-177">
              <a:extLst>
                <a:ext uri="{FF2B5EF4-FFF2-40B4-BE49-F238E27FC236}">
                  <a16:creationId xmlns:a16="http://schemas.microsoft.com/office/drawing/2014/main" id="{45B72BC0-7009-46A3-A8B1-ACBE80D653D6}"/>
                </a:ext>
              </a:extLst>
            </p:cNvPr>
            <p:cNvSpPr>
              <a:spLocks noGrp="1"/>
            </p:cNvSpPr>
            <p:nvPr/>
          </p:nvSpPr>
          <p:spPr>
            <a:xfrm>
              <a:off x="23369588" y="6103144"/>
              <a:ext cx="236680" cy="6096"/>
            </a:xfrm>
            <a:prstGeom prst="rect">
              <a:avLst/>
            </a:prstGeom>
            <a:solidFill>
              <a:srgbClr val="CF8FB5"/>
            </a:solidFill>
            <a:ln w="0">
              <a:noFill/>
              <a:prstDash val="solid"/>
            </a:ln>
          </p:spPr>
        </p:sp>
        <p:sp>
          <p:nvSpPr>
            <p:cNvPr id="4616" name="dense-map-10-cell-176">
              <a:extLst>
                <a:ext uri="{FF2B5EF4-FFF2-40B4-BE49-F238E27FC236}">
                  <a16:creationId xmlns:a16="http://schemas.microsoft.com/office/drawing/2014/main" id="{4DE70910-06CC-4B8C-A2C8-6DB78FAC72FF}"/>
                </a:ext>
              </a:extLst>
            </p:cNvPr>
            <p:cNvSpPr>
              <a:spLocks noGrp="1"/>
            </p:cNvSpPr>
            <p:nvPr/>
          </p:nvSpPr>
          <p:spPr>
            <a:xfrm>
              <a:off x="23369588" y="6109097"/>
              <a:ext cx="236680" cy="6096"/>
            </a:xfrm>
            <a:prstGeom prst="rect">
              <a:avLst/>
            </a:prstGeom>
            <a:solidFill>
              <a:srgbClr val="D093B7"/>
            </a:solidFill>
            <a:ln w="0">
              <a:noFill/>
              <a:prstDash val="solid"/>
            </a:ln>
          </p:spPr>
        </p:sp>
        <p:sp>
          <p:nvSpPr>
            <p:cNvPr id="4617" name="dense-map-10-cell-175">
              <a:extLst>
                <a:ext uri="{FF2B5EF4-FFF2-40B4-BE49-F238E27FC236}">
                  <a16:creationId xmlns:a16="http://schemas.microsoft.com/office/drawing/2014/main" id="{6B4F3B9A-31F7-4115-A11A-C2E9325D910B}"/>
                </a:ext>
              </a:extLst>
            </p:cNvPr>
            <p:cNvSpPr>
              <a:spLocks noGrp="1"/>
            </p:cNvSpPr>
            <p:nvPr/>
          </p:nvSpPr>
          <p:spPr>
            <a:xfrm>
              <a:off x="23369588" y="6115050"/>
              <a:ext cx="236680" cy="6096"/>
            </a:xfrm>
            <a:prstGeom prst="rect">
              <a:avLst/>
            </a:prstGeom>
            <a:solidFill>
              <a:srgbClr val="D096B9"/>
            </a:solidFill>
            <a:ln w="0">
              <a:noFill/>
              <a:prstDash val="solid"/>
            </a:ln>
          </p:spPr>
        </p:sp>
        <p:sp>
          <p:nvSpPr>
            <p:cNvPr id="4618" name="dense-map-10-cell-174">
              <a:extLst>
                <a:ext uri="{FF2B5EF4-FFF2-40B4-BE49-F238E27FC236}">
                  <a16:creationId xmlns:a16="http://schemas.microsoft.com/office/drawing/2014/main" id="{C1B53B49-1AC5-45D0-9856-5BEAF9549492}"/>
                </a:ext>
              </a:extLst>
            </p:cNvPr>
            <p:cNvSpPr>
              <a:spLocks noGrp="1"/>
            </p:cNvSpPr>
            <p:nvPr/>
          </p:nvSpPr>
          <p:spPr>
            <a:xfrm>
              <a:off x="23369588" y="6121003"/>
              <a:ext cx="236680" cy="6096"/>
            </a:xfrm>
            <a:prstGeom prst="rect">
              <a:avLst/>
            </a:prstGeom>
            <a:solidFill>
              <a:srgbClr val="D096BA"/>
            </a:solidFill>
            <a:ln w="0">
              <a:noFill/>
              <a:prstDash val="solid"/>
            </a:ln>
          </p:spPr>
        </p:sp>
        <p:sp>
          <p:nvSpPr>
            <p:cNvPr id="4619" name="dense-map-10-cell-173">
              <a:extLst>
                <a:ext uri="{FF2B5EF4-FFF2-40B4-BE49-F238E27FC236}">
                  <a16:creationId xmlns:a16="http://schemas.microsoft.com/office/drawing/2014/main" id="{4EBBB383-66F3-493C-BEB3-2B1FA97A66F4}"/>
                </a:ext>
              </a:extLst>
            </p:cNvPr>
            <p:cNvSpPr>
              <a:spLocks noGrp="1"/>
            </p:cNvSpPr>
            <p:nvPr/>
          </p:nvSpPr>
          <p:spPr>
            <a:xfrm>
              <a:off x="23369588" y="6126956"/>
              <a:ext cx="236680" cy="6096"/>
            </a:xfrm>
            <a:prstGeom prst="rect">
              <a:avLst/>
            </a:prstGeom>
            <a:solidFill>
              <a:srgbClr val="D096BA"/>
            </a:solidFill>
            <a:ln w="0">
              <a:noFill/>
              <a:prstDash val="solid"/>
            </a:ln>
          </p:spPr>
        </p:sp>
        <p:sp>
          <p:nvSpPr>
            <p:cNvPr id="4620" name="dense-map-10-cell-172">
              <a:extLst>
                <a:ext uri="{FF2B5EF4-FFF2-40B4-BE49-F238E27FC236}">
                  <a16:creationId xmlns:a16="http://schemas.microsoft.com/office/drawing/2014/main" id="{DBFEEC25-15C1-4D91-AD95-1A663C59246E}"/>
                </a:ext>
              </a:extLst>
            </p:cNvPr>
            <p:cNvSpPr>
              <a:spLocks noGrp="1"/>
            </p:cNvSpPr>
            <p:nvPr/>
          </p:nvSpPr>
          <p:spPr>
            <a:xfrm>
              <a:off x="23369588" y="6132909"/>
              <a:ext cx="236680" cy="6096"/>
            </a:xfrm>
            <a:prstGeom prst="rect">
              <a:avLst/>
            </a:prstGeom>
            <a:solidFill>
              <a:srgbClr val="D096BA"/>
            </a:solidFill>
            <a:ln w="0">
              <a:noFill/>
              <a:prstDash val="solid"/>
            </a:ln>
          </p:spPr>
        </p:sp>
        <p:sp>
          <p:nvSpPr>
            <p:cNvPr id="4621" name="dense-map-10-cell-171">
              <a:extLst>
                <a:ext uri="{FF2B5EF4-FFF2-40B4-BE49-F238E27FC236}">
                  <a16:creationId xmlns:a16="http://schemas.microsoft.com/office/drawing/2014/main" id="{BF99BE4A-6656-4770-B76E-CE54B36223AD}"/>
                </a:ext>
              </a:extLst>
            </p:cNvPr>
            <p:cNvSpPr>
              <a:spLocks noGrp="1"/>
            </p:cNvSpPr>
            <p:nvPr/>
          </p:nvSpPr>
          <p:spPr>
            <a:xfrm>
              <a:off x="23369588" y="6138863"/>
              <a:ext cx="236680" cy="6096"/>
            </a:xfrm>
            <a:prstGeom prst="rect">
              <a:avLst/>
            </a:prstGeom>
            <a:solidFill>
              <a:srgbClr val="D096BA"/>
            </a:solidFill>
            <a:ln w="0">
              <a:noFill/>
              <a:prstDash val="solid"/>
            </a:ln>
          </p:spPr>
        </p:sp>
        <p:sp>
          <p:nvSpPr>
            <p:cNvPr id="4622" name="dense-map-10-cell-170">
              <a:extLst>
                <a:ext uri="{FF2B5EF4-FFF2-40B4-BE49-F238E27FC236}">
                  <a16:creationId xmlns:a16="http://schemas.microsoft.com/office/drawing/2014/main" id="{08BBE4E2-DFD9-4CFF-AFDC-B4837FA3A67E}"/>
                </a:ext>
              </a:extLst>
            </p:cNvPr>
            <p:cNvSpPr>
              <a:spLocks noGrp="1"/>
            </p:cNvSpPr>
            <p:nvPr/>
          </p:nvSpPr>
          <p:spPr>
            <a:xfrm>
              <a:off x="23369588" y="6144816"/>
              <a:ext cx="236680" cy="6096"/>
            </a:xfrm>
            <a:prstGeom prst="rect">
              <a:avLst/>
            </a:prstGeom>
            <a:solidFill>
              <a:srgbClr val="D097BA"/>
            </a:solidFill>
            <a:ln w="0">
              <a:noFill/>
              <a:prstDash val="solid"/>
            </a:ln>
          </p:spPr>
        </p:sp>
        <p:sp>
          <p:nvSpPr>
            <p:cNvPr id="4623" name="dense-map-10-cell-169">
              <a:extLst>
                <a:ext uri="{FF2B5EF4-FFF2-40B4-BE49-F238E27FC236}">
                  <a16:creationId xmlns:a16="http://schemas.microsoft.com/office/drawing/2014/main" id="{79B461ED-551B-4D8D-885E-3893B9951DA1}"/>
                </a:ext>
              </a:extLst>
            </p:cNvPr>
            <p:cNvSpPr>
              <a:spLocks noGrp="1"/>
            </p:cNvSpPr>
            <p:nvPr/>
          </p:nvSpPr>
          <p:spPr>
            <a:xfrm>
              <a:off x="23369588" y="6150769"/>
              <a:ext cx="236680" cy="6096"/>
            </a:xfrm>
            <a:prstGeom prst="rect">
              <a:avLst/>
            </a:prstGeom>
            <a:solidFill>
              <a:srgbClr val="CA97BA"/>
            </a:solidFill>
            <a:ln w="0">
              <a:noFill/>
              <a:prstDash val="solid"/>
            </a:ln>
          </p:spPr>
        </p:sp>
        <p:sp>
          <p:nvSpPr>
            <p:cNvPr id="4624" name="dense-map-10-cell-168">
              <a:extLst>
                <a:ext uri="{FF2B5EF4-FFF2-40B4-BE49-F238E27FC236}">
                  <a16:creationId xmlns:a16="http://schemas.microsoft.com/office/drawing/2014/main" id="{FB652008-3C32-4473-A7C6-B4FA11C1D0FD}"/>
                </a:ext>
              </a:extLst>
            </p:cNvPr>
            <p:cNvSpPr>
              <a:spLocks noGrp="1"/>
            </p:cNvSpPr>
            <p:nvPr/>
          </p:nvSpPr>
          <p:spPr>
            <a:xfrm>
              <a:off x="23369588" y="6156722"/>
              <a:ext cx="236680" cy="6096"/>
            </a:xfrm>
            <a:prstGeom prst="rect">
              <a:avLst/>
            </a:prstGeom>
            <a:solidFill>
              <a:srgbClr val="CE9FBF"/>
            </a:solidFill>
            <a:ln w="0">
              <a:noFill/>
              <a:prstDash val="solid"/>
            </a:ln>
          </p:spPr>
        </p:sp>
        <p:sp>
          <p:nvSpPr>
            <p:cNvPr id="4625" name="dense-map-10-cell-167">
              <a:extLst>
                <a:ext uri="{FF2B5EF4-FFF2-40B4-BE49-F238E27FC236}">
                  <a16:creationId xmlns:a16="http://schemas.microsoft.com/office/drawing/2014/main" id="{BC9E2EC1-EC11-4E09-B084-8B37A4ADDFA6}"/>
                </a:ext>
              </a:extLst>
            </p:cNvPr>
            <p:cNvSpPr>
              <a:spLocks noGrp="1"/>
            </p:cNvSpPr>
            <p:nvPr/>
          </p:nvSpPr>
          <p:spPr>
            <a:xfrm>
              <a:off x="23369588" y="6162675"/>
              <a:ext cx="236680" cy="6096"/>
            </a:xfrm>
            <a:prstGeom prst="rect">
              <a:avLst/>
            </a:prstGeom>
            <a:solidFill>
              <a:srgbClr val="D3ABC6"/>
            </a:solidFill>
            <a:ln w="0">
              <a:noFill/>
              <a:prstDash val="solid"/>
            </a:ln>
          </p:spPr>
        </p:sp>
        <p:sp>
          <p:nvSpPr>
            <p:cNvPr id="4626" name="dense-map-10-cell-166">
              <a:extLst>
                <a:ext uri="{FF2B5EF4-FFF2-40B4-BE49-F238E27FC236}">
                  <a16:creationId xmlns:a16="http://schemas.microsoft.com/office/drawing/2014/main" id="{CE03ECDD-5579-4E20-BCFE-4FE257DCB56B}"/>
                </a:ext>
              </a:extLst>
            </p:cNvPr>
            <p:cNvSpPr>
              <a:spLocks noGrp="1"/>
            </p:cNvSpPr>
            <p:nvPr/>
          </p:nvSpPr>
          <p:spPr>
            <a:xfrm>
              <a:off x="23369588" y="6168628"/>
              <a:ext cx="236680" cy="6096"/>
            </a:xfrm>
            <a:prstGeom prst="rect">
              <a:avLst/>
            </a:prstGeom>
            <a:solidFill>
              <a:srgbClr val="D5B5CD"/>
            </a:solidFill>
            <a:ln w="0">
              <a:noFill/>
              <a:prstDash val="solid"/>
            </a:ln>
          </p:spPr>
        </p:sp>
        <p:sp>
          <p:nvSpPr>
            <p:cNvPr id="4627" name="dense-map-10-cell-165">
              <a:extLst>
                <a:ext uri="{FF2B5EF4-FFF2-40B4-BE49-F238E27FC236}">
                  <a16:creationId xmlns:a16="http://schemas.microsoft.com/office/drawing/2014/main" id="{9D086D0D-215A-4F52-8D7D-69749D1E6D5B}"/>
                </a:ext>
              </a:extLst>
            </p:cNvPr>
            <p:cNvSpPr>
              <a:spLocks noGrp="1"/>
            </p:cNvSpPr>
            <p:nvPr/>
          </p:nvSpPr>
          <p:spPr>
            <a:xfrm>
              <a:off x="23369588" y="6174581"/>
              <a:ext cx="236680" cy="6096"/>
            </a:xfrm>
            <a:prstGeom prst="rect">
              <a:avLst/>
            </a:prstGeom>
            <a:solidFill>
              <a:srgbClr val="D6C0D4"/>
            </a:solidFill>
            <a:ln w="0">
              <a:noFill/>
              <a:prstDash val="solid"/>
            </a:ln>
          </p:spPr>
        </p:sp>
        <p:sp>
          <p:nvSpPr>
            <p:cNvPr id="4628" name="dense-map-10-cell-164">
              <a:extLst>
                <a:ext uri="{FF2B5EF4-FFF2-40B4-BE49-F238E27FC236}">
                  <a16:creationId xmlns:a16="http://schemas.microsoft.com/office/drawing/2014/main" id="{9D7ED69A-1B45-4771-93B4-61A59BCEE94B}"/>
                </a:ext>
              </a:extLst>
            </p:cNvPr>
            <p:cNvSpPr>
              <a:spLocks noGrp="1"/>
            </p:cNvSpPr>
            <p:nvPr/>
          </p:nvSpPr>
          <p:spPr>
            <a:xfrm>
              <a:off x="23369588" y="6180534"/>
              <a:ext cx="236680" cy="6096"/>
            </a:xfrm>
            <a:prstGeom prst="rect">
              <a:avLst/>
            </a:prstGeom>
            <a:solidFill>
              <a:srgbClr val="D8CBDB"/>
            </a:solidFill>
            <a:ln w="0">
              <a:noFill/>
              <a:prstDash val="solid"/>
            </a:ln>
          </p:spPr>
        </p:sp>
        <p:sp>
          <p:nvSpPr>
            <p:cNvPr id="4629" name="dense-map-10-cell-163">
              <a:extLst>
                <a:ext uri="{FF2B5EF4-FFF2-40B4-BE49-F238E27FC236}">
                  <a16:creationId xmlns:a16="http://schemas.microsoft.com/office/drawing/2014/main" id="{86F6E969-F494-40F1-B985-0CE0764CCE92}"/>
                </a:ext>
              </a:extLst>
            </p:cNvPr>
            <p:cNvSpPr>
              <a:spLocks noGrp="1"/>
            </p:cNvSpPr>
            <p:nvPr/>
          </p:nvSpPr>
          <p:spPr>
            <a:xfrm>
              <a:off x="23369588" y="6186488"/>
              <a:ext cx="236680" cy="6096"/>
            </a:xfrm>
            <a:prstGeom prst="rect">
              <a:avLst/>
            </a:prstGeom>
            <a:solidFill>
              <a:srgbClr val="D8CDDC"/>
            </a:solidFill>
            <a:ln w="0">
              <a:noFill/>
              <a:prstDash val="solid"/>
            </a:ln>
          </p:spPr>
        </p:sp>
        <p:sp>
          <p:nvSpPr>
            <p:cNvPr id="4630" name="dense-map-10-cell-162">
              <a:extLst>
                <a:ext uri="{FF2B5EF4-FFF2-40B4-BE49-F238E27FC236}">
                  <a16:creationId xmlns:a16="http://schemas.microsoft.com/office/drawing/2014/main" id="{489E64E7-F386-4966-9B13-F05C5DFE5024}"/>
                </a:ext>
              </a:extLst>
            </p:cNvPr>
            <p:cNvSpPr>
              <a:spLocks noGrp="1"/>
            </p:cNvSpPr>
            <p:nvPr/>
          </p:nvSpPr>
          <p:spPr>
            <a:xfrm>
              <a:off x="23369588" y="6192441"/>
              <a:ext cx="236680" cy="6096"/>
            </a:xfrm>
            <a:prstGeom prst="rect">
              <a:avLst/>
            </a:prstGeom>
            <a:solidFill>
              <a:srgbClr val="D8CEDC"/>
            </a:solidFill>
            <a:ln w="0">
              <a:noFill/>
              <a:prstDash val="solid"/>
            </a:ln>
          </p:spPr>
        </p:sp>
        <p:sp>
          <p:nvSpPr>
            <p:cNvPr id="4631" name="dense-map-10-cell-161">
              <a:extLst>
                <a:ext uri="{FF2B5EF4-FFF2-40B4-BE49-F238E27FC236}">
                  <a16:creationId xmlns:a16="http://schemas.microsoft.com/office/drawing/2014/main" id="{62A59C17-78BB-46CF-956B-5A2C22AECCAC}"/>
                </a:ext>
              </a:extLst>
            </p:cNvPr>
            <p:cNvSpPr>
              <a:spLocks noGrp="1"/>
            </p:cNvSpPr>
            <p:nvPr/>
          </p:nvSpPr>
          <p:spPr>
            <a:xfrm>
              <a:off x="23369588" y="6198394"/>
              <a:ext cx="236680" cy="6096"/>
            </a:xfrm>
            <a:prstGeom prst="rect">
              <a:avLst/>
            </a:prstGeom>
            <a:solidFill>
              <a:srgbClr val="D8CEDD"/>
            </a:solidFill>
            <a:ln w="0">
              <a:noFill/>
              <a:prstDash val="solid"/>
            </a:ln>
          </p:spPr>
        </p:sp>
        <p:sp>
          <p:nvSpPr>
            <p:cNvPr id="4632" name="dense-map-10-cell-160">
              <a:extLst>
                <a:ext uri="{FF2B5EF4-FFF2-40B4-BE49-F238E27FC236}">
                  <a16:creationId xmlns:a16="http://schemas.microsoft.com/office/drawing/2014/main" id="{BEB1F185-1BC4-41BE-8CFE-A5E2A8CCC8BC}"/>
                </a:ext>
              </a:extLst>
            </p:cNvPr>
            <p:cNvSpPr>
              <a:spLocks noGrp="1"/>
            </p:cNvSpPr>
            <p:nvPr/>
          </p:nvSpPr>
          <p:spPr>
            <a:xfrm>
              <a:off x="23369588" y="6204347"/>
              <a:ext cx="236680" cy="6096"/>
            </a:xfrm>
            <a:prstGeom prst="rect">
              <a:avLst/>
            </a:prstGeom>
            <a:solidFill>
              <a:srgbClr val="D8CEDD"/>
            </a:solidFill>
            <a:ln w="0">
              <a:noFill/>
              <a:prstDash val="solid"/>
            </a:ln>
          </p:spPr>
        </p:sp>
        <p:sp>
          <p:nvSpPr>
            <p:cNvPr id="4633" name="dense-map-10-cell-159">
              <a:extLst>
                <a:ext uri="{FF2B5EF4-FFF2-40B4-BE49-F238E27FC236}">
                  <a16:creationId xmlns:a16="http://schemas.microsoft.com/office/drawing/2014/main" id="{68D492A2-4C4A-4904-AFFB-F5F62F764147}"/>
                </a:ext>
              </a:extLst>
            </p:cNvPr>
            <p:cNvSpPr>
              <a:spLocks noGrp="1"/>
            </p:cNvSpPr>
            <p:nvPr/>
          </p:nvSpPr>
          <p:spPr>
            <a:xfrm>
              <a:off x="23369588" y="6210300"/>
              <a:ext cx="236680" cy="6096"/>
            </a:xfrm>
            <a:prstGeom prst="rect">
              <a:avLst/>
            </a:prstGeom>
            <a:solidFill>
              <a:srgbClr val="D8CEDD"/>
            </a:solidFill>
            <a:ln w="0">
              <a:noFill/>
              <a:prstDash val="solid"/>
            </a:ln>
          </p:spPr>
        </p:sp>
        <p:sp>
          <p:nvSpPr>
            <p:cNvPr id="4634" name="dense-map-10-cell-158">
              <a:extLst>
                <a:ext uri="{FF2B5EF4-FFF2-40B4-BE49-F238E27FC236}">
                  <a16:creationId xmlns:a16="http://schemas.microsoft.com/office/drawing/2014/main" id="{D67C6884-5206-4AAD-A18E-71C9D38DA977}"/>
                </a:ext>
              </a:extLst>
            </p:cNvPr>
            <p:cNvSpPr>
              <a:spLocks noGrp="1"/>
            </p:cNvSpPr>
            <p:nvPr/>
          </p:nvSpPr>
          <p:spPr>
            <a:xfrm>
              <a:off x="23369588" y="6216253"/>
              <a:ext cx="236680" cy="6096"/>
            </a:xfrm>
            <a:prstGeom prst="rect">
              <a:avLst/>
            </a:prstGeom>
            <a:solidFill>
              <a:srgbClr val="D8CEDD"/>
            </a:solidFill>
            <a:ln w="0">
              <a:noFill/>
              <a:prstDash val="solid"/>
            </a:ln>
          </p:spPr>
        </p:sp>
        <p:sp>
          <p:nvSpPr>
            <p:cNvPr id="4635" name="dense-map-10-cell-157">
              <a:extLst>
                <a:ext uri="{FF2B5EF4-FFF2-40B4-BE49-F238E27FC236}">
                  <a16:creationId xmlns:a16="http://schemas.microsoft.com/office/drawing/2014/main" id="{3C70E933-3FFD-4458-8E03-270D5599F349}"/>
                </a:ext>
              </a:extLst>
            </p:cNvPr>
            <p:cNvSpPr>
              <a:spLocks noGrp="1"/>
            </p:cNvSpPr>
            <p:nvPr/>
          </p:nvSpPr>
          <p:spPr>
            <a:xfrm>
              <a:off x="23369588" y="6222206"/>
              <a:ext cx="236680" cy="6096"/>
            </a:xfrm>
            <a:prstGeom prst="rect">
              <a:avLst/>
            </a:prstGeom>
            <a:solidFill>
              <a:srgbClr val="D8CEDD"/>
            </a:solidFill>
            <a:ln w="0">
              <a:noFill/>
              <a:prstDash val="solid"/>
            </a:ln>
          </p:spPr>
        </p:sp>
        <p:sp>
          <p:nvSpPr>
            <p:cNvPr id="4636" name="dense-map-10-cell-156">
              <a:extLst>
                <a:ext uri="{FF2B5EF4-FFF2-40B4-BE49-F238E27FC236}">
                  <a16:creationId xmlns:a16="http://schemas.microsoft.com/office/drawing/2014/main" id="{DFD87816-52E8-4B1B-A3C2-71AC4EF502DC}"/>
                </a:ext>
              </a:extLst>
            </p:cNvPr>
            <p:cNvSpPr>
              <a:spLocks noGrp="1"/>
            </p:cNvSpPr>
            <p:nvPr/>
          </p:nvSpPr>
          <p:spPr>
            <a:xfrm>
              <a:off x="23369588" y="6228159"/>
              <a:ext cx="236680" cy="6096"/>
            </a:xfrm>
            <a:prstGeom prst="rect">
              <a:avLst/>
            </a:prstGeom>
            <a:solidFill>
              <a:srgbClr val="D8CEDD"/>
            </a:solidFill>
            <a:ln w="0">
              <a:noFill/>
              <a:prstDash val="solid"/>
            </a:ln>
          </p:spPr>
        </p:sp>
        <p:sp>
          <p:nvSpPr>
            <p:cNvPr id="4637" name="dense-map-10-cell-155">
              <a:extLst>
                <a:ext uri="{FF2B5EF4-FFF2-40B4-BE49-F238E27FC236}">
                  <a16:creationId xmlns:a16="http://schemas.microsoft.com/office/drawing/2014/main" id="{B896035C-945B-4800-B121-535C4536087F}"/>
                </a:ext>
              </a:extLst>
            </p:cNvPr>
            <p:cNvSpPr>
              <a:spLocks noGrp="1"/>
            </p:cNvSpPr>
            <p:nvPr/>
          </p:nvSpPr>
          <p:spPr>
            <a:xfrm>
              <a:off x="23369588" y="6234113"/>
              <a:ext cx="236680" cy="6096"/>
            </a:xfrm>
            <a:prstGeom prst="rect">
              <a:avLst/>
            </a:prstGeom>
            <a:solidFill>
              <a:srgbClr val="D8CEDD"/>
            </a:solidFill>
            <a:ln w="0">
              <a:noFill/>
              <a:prstDash val="solid"/>
            </a:ln>
          </p:spPr>
        </p:sp>
        <p:sp>
          <p:nvSpPr>
            <p:cNvPr id="4638" name="dense-map-10-cell-154">
              <a:extLst>
                <a:ext uri="{FF2B5EF4-FFF2-40B4-BE49-F238E27FC236}">
                  <a16:creationId xmlns:a16="http://schemas.microsoft.com/office/drawing/2014/main" id="{8D6E7018-7924-4A6E-8CE6-EE36D277A995}"/>
                </a:ext>
              </a:extLst>
            </p:cNvPr>
            <p:cNvSpPr>
              <a:spLocks noGrp="1"/>
            </p:cNvSpPr>
            <p:nvPr/>
          </p:nvSpPr>
          <p:spPr>
            <a:xfrm>
              <a:off x="23369588" y="6240066"/>
              <a:ext cx="236680" cy="6096"/>
            </a:xfrm>
            <a:prstGeom prst="rect">
              <a:avLst/>
            </a:prstGeom>
            <a:solidFill>
              <a:srgbClr val="D8CEDD"/>
            </a:solidFill>
            <a:ln w="0">
              <a:noFill/>
              <a:prstDash val="solid"/>
            </a:ln>
          </p:spPr>
        </p:sp>
        <p:sp>
          <p:nvSpPr>
            <p:cNvPr id="4639" name="dense-map-10-cell-153">
              <a:extLst>
                <a:ext uri="{FF2B5EF4-FFF2-40B4-BE49-F238E27FC236}">
                  <a16:creationId xmlns:a16="http://schemas.microsoft.com/office/drawing/2014/main" id="{A0AD033B-757F-4796-B83D-626DFC2FED7D}"/>
                </a:ext>
              </a:extLst>
            </p:cNvPr>
            <p:cNvSpPr>
              <a:spLocks noGrp="1"/>
            </p:cNvSpPr>
            <p:nvPr/>
          </p:nvSpPr>
          <p:spPr>
            <a:xfrm>
              <a:off x="23369588" y="6246019"/>
              <a:ext cx="236680" cy="6096"/>
            </a:xfrm>
            <a:prstGeom prst="rect">
              <a:avLst/>
            </a:prstGeom>
            <a:solidFill>
              <a:srgbClr val="D8CEDD"/>
            </a:solidFill>
            <a:ln w="0">
              <a:noFill/>
              <a:prstDash val="solid"/>
            </a:ln>
          </p:spPr>
        </p:sp>
        <p:sp>
          <p:nvSpPr>
            <p:cNvPr id="4640" name="dense-map-10-cell-152">
              <a:extLst>
                <a:ext uri="{FF2B5EF4-FFF2-40B4-BE49-F238E27FC236}">
                  <a16:creationId xmlns:a16="http://schemas.microsoft.com/office/drawing/2014/main" id="{C5D14902-B8C1-40E6-85F3-BF8979A2EC06}"/>
                </a:ext>
              </a:extLst>
            </p:cNvPr>
            <p:cNvSpPr>
              <a:spLocks noGrp="1"/>
            </p:cNvSpPr>
            <p:nvPr/>
          </p:nvSpPr>
          <p:spPr>
            <a:xfrm>
              <a:off x="23369588" y="6251972"/>
              <a:ext cx="236680" cy="6096"/>
            </a:xfrm>
            <a:prstGeom prst="rect">
              <a:avLst/>
            </a:prstGeom>
            <a:solidFill>
              <a:srgbClr val="D8CEDD"/>
            </a:solidFill>
            <a:ln w="0">
              <a:noFill/>
              <a:prstDash val="solid"/>
            </a:ln>
          </p:spPr>
        </p:sp>
        <p:sp>
          <p:nvSpPr>
            <p:cNvPr id="4641" name="dense-map-10-cell-151">
              <a:extLst>
                <a:ext uri="{FF2B5EF4-FFF2-40B4-BE49-F238E27FC236}">
                  <a16:creationId xmlns:a16="http://schemas.microsoft.com/office/drawing/2014/main" id="{2B09FCAB-F468-4856-AA1B-D0947CB9D065}"/>
                </a:ext>
              </a:extLst>
            </p:cNvPr>
            <p:cNvSpPr>
              <a:spLocks noGrp="1"/>
            </p:cNvSpPr>
            <p:nvPr/>
          </p:nvSpPr>
          <p:spPr>
            <a:xfrm>
              <a:off x="23369588" y="6257925"/>
              <a:ext cx="236680" cy="6096"/>
            </a:xfrm>
            <a:prstGeom prst="rect">
              <a:avLst/>
            </a:prstGeom>
            <a:solidFill>
              <a:srgbClr val="D8CEDD"/>
            </a:solidFill>
            <a:ln w="0">
              <a:noFill/>
              <a:prstDash val="solid"/>
            </a:ln>
          </p:spPr>
        </p:sp>
        <p:sp>
          <p:nvSpPr>
            <p:cNvPr id="4642" name="dense-map-10-cell-150">
              <a:extLst>
                <a:ext uri="{FF2B5EF4-FFF2-40B4-BE49-F238E27FC236}">
                  <a16:creationId xmlns:a16="http://schemas.microsoft.com/office/drawing/2014/main" id="{EC2C7FAE-67AA-4543-A6B2-E59C9B18CC2E}"/>
                </a:ext>
              </a:extLst>
            </p:cNvPr>
            <p:cNvSpPr>
              <a:spLocks noGrp="1"/>
            </p:cNvSpPr>
            <p:nvPr/>
          </p:nvSpPr>
          <p:spPr>
            <a:xfrm>
              <a:off x="23369588" y="6263878"/>
              <a:ext cx="236680" cy="6096"/>
            </a:xfrm>
            <a:prstGeom prst="rect">
              <a:avLst/>
            </a:prstGeom>
            <a:solidFill>
              <a:srgbClr val="D8CEDD"/>
            </a:solidFill>
            <a:ln w="0">
              <a:noFill/>
              <a:prstDash val="solid"/>
            </a:ln>
          </p:spPr>
        </p:sp>
        <p:sp>
          <p:nvSpPr>
            <p:cNvPr id="4643" name="dense-map-10-cell-149">
              <a:extLst>
                <a:ext uri="{FF2B5EF4-FFF2-40B4-BE49-F238E27FC236}">
                  <a16:creationId xmlns:a16="http://schemas.microsoft.com/office/drawing/2014/main" id="{7C162FB9-F6A0-48AD-9F5D-E27916631A27}"/>
                </a:ext>
              </a:extLst>
            </p:cNvPr>
            <p:cNvSpPr>
              <a:spLocks noGrp="1"/>
            </p:cNvSpPr>
            <p:nvPr/>
          </p:nvSpPr>
          <p:spPr>
            <a:xfrm>
              <a:off x="23369588" y="6269831"/>
              <a:ext cx="236680" cy="6096"/>
            </a:xfrm>
            <a:prstGeom prst="rect">
              <a:avLst/>
            </a:prstGeom>
            <a:solidFill>
              <a:srgbClr val="D8CEDD"/>
            </a:solidFill>
            <a:ln w="0">
              <a:noFill/>
              <a:prstDash val="solid"/>
            </a:ln>
          </p:spPr>
        </p:sp>
        <p:sp>
          <p:nvSpPr>
            <p:cNvPr id="4644" name="dense-map-10-cell-148">
              <a:extLst>
                <a:ext uri="{FF2B5EF4-FFF2-40B4-BE49-F238E27FC236}">
                  <a16:creationId xmlns:a16="http://schemas.microsoft.com/office/drawing/2014/main" id="{F9DD29CD-CFFD-466F-9233-5DDDC1CFD052}"/>
                </a:ext>
              </a:extLst>
            </p:cNvPr>
            <p:cNvSpPr>
              <a:spLocks noGrp="1"/>
            </p:cNvSpPr>
            <p:nvPr/>
          </p:nvSpPr>
          <p:spPr>
            <a:xfrm>
              <a:off x="23369588" y="6275784"/>
              <a:ext cx="236680" cy="6096"/>
            </a:xfrm>
            <a:prstGeom prst="rect">
              <a:avLst/>
            </a:prstGeom>
            <a:solidFill>
              <a:srgbClr val="D8CEDD"/>
            </a:solidFill>
            <a:ln w="0">
              <a:noFill/>
              <a:prstDash val="solid"/>
            </a:ln>
          </p:spPr>
        </p:sp>
        <p:sp>
          <p:nvSpPr>
            <p:cNvPr id="4645" name="dense-map-10-cell-147">
              <a:extLst>
                <a:ext uri="{FF2B5EF4-FFF2-40B4-BE49-F238E27FC236}">
                  <a16:creationId xmlns:a16="http://schemas.microsoft.com/office/drawing/2014/main" id="{FA7FF464-2714-48C2-89FB-68786EEC1FA0}"/>
                </a:ext>
              </a:extLst>
            </p:cNvPr>
            <p:cNvSpPr>
              <a:spLocks noGrp="1"/>
            </p:cNvSpPr>
            <p:nvPr/>
          </p:nvSpPr>
          <p:spPr>
            <a:xfrm>
              <a:off x="23369588" y="6281738"/>
              <a:ext cx="236680" cy="6096"/>
            </a:xfrm>
            <a:prstGeom prst="rect">
              <a:avLst/>
            </a:prstGeom>
            <a:solidFill>
              <a:srgbClr val="D8CEDD"/>
            </a:solidFill>
            <a:ln w="0">
              <a:noFill/>
              <a:prstDash val="solid"/>
            </a:ln>
          </p:spPr>
        </p:sp>
        <p:sp>
          <p:nvSpPr>
            <p:cNvPr id="4646" name="dense-map-10-cell-146">
              <a:extLst>
                <a:ext uri="{FF2B5EF4-FFF2-40B4-BE49-F238E27FC236}">
                  <a16:creationId xmlns:a16="http://schemas.microsoft.com/office/drawing/2014/main" id="{62C79437-A879-4582-81E5-81F7920E0B42}"/>
                </a:ext>
              </a:extLst>
            </p:cNvPr>
            <p:cNvSpPr>
              <a:spLocks noGrp="1"/>
            </p:cNvSpPr>
            <p:nvPr/>
          </p:nvSpPr>
          <p:spPr>
            <a:xfrm>
              <a:off x="23369588" y="6287691"/>
              <a:ext cx="236680" cy="6096"/>
            </a:xfrm>
            <a:prstGeom prst="rect">
              <a:avLst/>
            </a:prstGeom>
            <a:solidFill>
              <a:srgbClr val="D8CEDC"/>
            </a:solidFill>
            <a:ln w="0">
              <a:noFill/>
              <a:prstDash val="solid"/>
            </a:ln>
          </p:spPr>
        </p:sp>
        <p:sp>
          <p:nvSpPr>
            <p:cNvPr id="4647" name="dense-map-10-cell-145">
              <a:extLst>
                <a:ext uri="{FF2B5EF4-FFF2-40B4-BE49-F238E27FC236}">
                  <a16:creationId xmlns:a16="http://schemas.microsoft.com/office/drawing/2014/main" id="{A4E9555F-22B4-44B3-9599-A3ACB7E6D1ED}"/>
                </a:ext>
              </a:extLst>
            </p:cNvPr>
            <p:cNvSpPr>
              <a:spLocks noGrp="1"/>
            </p:cNvSpPr>
            <p:nvPr/>
          </p:nvSpPr>
          <p:spPr>
            <a:xfrm>
              <a:off x="23369588" y="6293644"/>
              <a:ext cx="236680" cy="6096"/>
            </a:xfrm>
            <a:prstGeom prst="rect">
              <a:avLst/>
            </a:prstGeom>
            <a:solidFill>
              <a:srgbClr val="B3C6CB"/>
            </a:solidFill>
            <a:ln w="0">
              <a:noFill/>
              <a:prstDash val="solid"/>
            </a:ln>
          </p:spPr>
        </p:sp>
        <p:sp>
          <p:nvSpPr>
            <p:cNvPr id="4648" name="dense-map-10-cell-144">
              <a:extLst>
                <a:ext uri="{FF2B5EF4-FFF2-40B4-BE49-F238E27FC236}">
                  <a16:creationId xmlns:a16="http://schemas.microsoft.com/office/drawing/2014/main" id="{CC577F4F-C940-4C95-8474-42519242F2BE}"/>
                </a:ext>
              </a:extLst>
            </p:cNvPr>
            <p:cNvSpPr>
              <a:spLocks noGrp="1"/>
            </p:cNvSpPr>
            <p:nvPr/>
          </p:nvSpPr>
          <p:spPr>
            <a:xfrm>
              <a:off x="23369588" y="6299597"/>
              <a:ext cx="236680" cy="6096"/>
            </a:xfrm>
            <a:prstGeom prst="rect">
              <a:avLst/>
            </a:prstGeom>
            <a:solidFill>
              <a:srgbClr val="A1D4CC"/>
            </a:solidFill>
            <a:ln w="0">
              <a:noFill/>
              <a:prstDash val="solid"/>
            </a:ln>
          </p:spPr>
        </p:sp>
        <p:sp>
          <p:nvSpPr>
            <p:cNvPr id="4649" name="dense-map-10-cell-143">
              <a:extLst>
                <a:ext uri="{FF2B5EF4-FFF2-40B4-BE49-F238E27FC236}">
                  <a16:creationId xmlns:a16="http://schemas.microsoft.com/office/drawing/2014/main" id="{3893F3DD-6B62-4637-AF83-67DEACF238D6}"/>
                </a:ext>
              </a:extLst>
            </p:cNvPr>
            <p:cNvSpPr>
              <a:spLocks noGrp="1"/>
            </p:cNvSpPr>
            <p:nvPr/>
          </p:nvSpPr>
          <p:spPr>
            <a:xfrm>
              <a:off x="23369588" y="6305550"/>
              <a:ext cx="236680" cy="6096"/>
            </a:xfrm>
            <a:prstGeom prst="rect">
              <a:avLst/>
            </a:prstGeom>
            <a:solidFill>
              <a:srgbClr val="DBE8EC"/>
            </a:solidFill>
            <a:ln w="0">
              <a:noFill/>
              <a:prstDash val="solid"/>
            </a:ln>
          </p:spPr>
        </p:sp>
        <p:sp>
          <p:nvSpPr>
            <p:cNvPr id="4650" name="dense-map-10-cell-142">
              <a:extLst>
                <a:ext uri="{FF2B5EF4-FFF2-40B4-BE49-F238E27FC236}">
                  <a16:creationId xmlns:a16="http://schemas.microsoft.com/office/drawing/2014/main" id="{B54CE404-C312-45A2-8BEF-B39E367C4398}"/>
                </a:ext>
              </a:extLst>
            </p:cNvPr>
            <p:cNvSpPr>
              <a:spLocks noGrp="1"/>
            </p:cNvSpPr>
            <p:nvPr/>
          </p:nvSpPr>
          <p:spPr>
            <a:xfrm>
              <a:off x="23369588" y="6311503"/>
              <a:ext cx="236680" cy="6096"/>
            </a:xfrm>
            <a:prstGeom prst="rect">
              <a:avLst/>
            </a:prstGeom>
            <a:solidFill>
              <a:srgbClr val="DCE8ED"/>
            </a:solidFill>
            <a:ln w="0">
              <a:noFill/>
              <a:prstDash val="solid"/>
            </a:ln>
          </p:spPr>
        </p:sp>
        <p:sp>
          <p:nvSpPr>
            <p:cNvPr id="4651" name="dense-map-10-cell-141">
              <a:extLst>
                <a:ext uri="{FF2B5EF4-FFF2-40B4-BE49-F238E27FC236}">
                  <a16:creationId xmlns:a16="http://schemas.microsoft.com/office/drawing/2014/main" id="{F4F11642-5D51-487C-8AF5-E018674CCA17}"/>
                </a:ext>
              </a:extLst>
            </p:cNvPr>
            <p:cNvSpPr>
              <a:spLocks noGrp="1"/>
            </p:cNvSpPr>
            <p:nvPr/>
          </p:nvSpPr>
          <p:spPr>
            <a:xfrm>
              <a:off x="23369588" y="6317456"/>
              <a:ext cx="236680" cy="6096"/>
            </a:xfrm>
            <a:prstGeom prst="rect">
              <a:avLst/>
            </a:prstGeom>
            <a:solidFill>
              <a:srgbClr val="DCE8ED"/>
            </a:solidFill>
            <a:ln w="0">
              <a:noFill/>
              <a:prstDash val="solid"/>
            </a:ln>
          </p:spPr>
        </p:sp>
        <p:sp>
          <p:nvSpPr>
            <p:cNvPr id="4652" name="dense-map-10-cell-140">
              <a:extLst>
                <a:ext uri="{FF2B5EF4-FFF2-40B4-BE49-F238E27FC236}">
                  <a16:creationId xmlns:a16="http://schemas.microsoft.com/office/drawing/2014/main" id="{0ECA6E40-206C-47EC-B3D7-65AEBF5C33F4}"/>
                </a:ext>
              </a:extLst>
            </p:cNvPr>
            <p:cNvSpPr>
              <a:spLocks noGrp="1"/>
            </p:cNvSpPr>
            <p:nvPr/>
          </p:nvSpPr>
          <p:spPr>
            <a:xfrm>
              <a:off x="23369588" y="6323409"/>
              <a:ext cx="236680" cy="6096"/>
            </a:xfrm>
            <a:prstGeom prst="rect">
              <a:avLst/>
            </a:prstGeom>
            <a:solidFill>
              <a:srgbClr val="DCE8ED"/>
            </a:solidFill>
            <a:ln w="0">
              <a:noFill/>
              <a:prstDash val="solid"/>
            </a:ln>
          </p:spPr>
        </p:sp>
        <p:sp>
          <p:nvSpPr>
            <p:cNvPr id="4653" name="dense-map-10-cell-139">
              <a:extLst>
                <a:ext uri="{FF2B5EF4-FFF2-40B4-BE49-F238E27FC236}">
                  <a16:creationId xmlns:a16="http://schemas.microsoft.com/office/drawing/2014/main" id="{1CDF6A01-F9A5-475B-8BAC-1381D19A6D6E}"/>
                </a:ext>
              </a:extLst>
            </p:cNvPr>
            <p:cNvSpPr>
              <a:spLocks noGrp="1"/>
            </p:cNvSpPr>
            <p:nvPr/>
          </p:nvSpPr>
          <p:spPr>
            <a:xfrm>
              <a:off x="23369588" y="6329363"/>
              <a:ext cx="236680" cy="6096"/>
            </a:xfrm>
            <a:prstGeom prst="rect">
              <a:avLst/>
            </a:prstGeom>
            <a:solidFill>
              <a:srgbClr val="DCE8ED"/>
            </a:solidFill>
            <a:ln w="0">
              <a:noFill/>
              <a:prstDash val="solid"/>
            </a:ln>
          </p:spPr>
        </p:sp>
        <p:sp>
          <p:nvSpPr>
            <p:cNvPr id="4654" name="dense-map-10-cell-138">
              <a:extLst>
                <a:ext uri="{FF2B5EF4-FFF2-40B4-BE49-F238E27FC236}">
                  <a16:creationId xmlns:a16="http://schemas.microsoft.com/office/drawing/2014/main" id="{252F4428-0207-4AA0-92EC-5AB4FC2922B4}"/>
                </a:ext>
              </a:extLst>
            </p:cNvPr>
            <p:cNvSpPr>
              <a:spLocks noGrp="1"/>
            </p:cNvSpPr>
            <p:nvPr/>
          </p:nvSpPr>
          <p:spPr>
            <a:xfrm>
              <a:off x="23369588" y="6335316"/>
              <a:ext cx="236680" cy="6096"/>
            </a:xfrm>
            <a:prstGeom prst="rect">
              <a:avLst/>
            </a:prstGeom>
            <a:solidFill>
              <a:srgbClr val="DCE8ED"/>
            </a:solidFill>
            <a:ln w="0">
              <a:noFill/>
              <a:prstDash val="solid"/>
            </a:ln>
          </p:spPr>
        </p:sp>
        <p:sp>
          <p:nvSpPr>
            <p:cNvPr id="4655" name="dense-map-10-cell-137">
              <a:extLst>
                <a:ext uri="{FF2B5EF4-FFF2-40B4-BE49-F238E27FC236}">
                  <a16:creationId xmlns:a16="http://schemas.microsoft.com/office/drawing/2014/main" id="{2DA7F375-1D30-4D84-AD36-454DBFD6E300}"/>
                </a:ext>
              </a:extLst>
            </p:cNvPr>
            <p:cNvSpPr>
              <a:spLocks noGrp="1"/>
            </p:cNvSpPr>
            <p:nvPr/>
          </p:nvSpPr>
          <p:spPr>
            <a:xfrm>
              <a:off x="23369588" y="6341269"/>
              <a:ext cx="236680" cy="6096"/>
            </a:xfrm>
            <a:prstGeom prst="rect">
              <a:avLst/>
            </a:prstGeom>
            <a:solidFill>
              <a:srgbClr val="DCE8ED"/>
            </a:solidFill>
            <a:ln w="0">
              <a:noFill/>
              <a:prstDash val="solid"/>
            </a:ln>
          </p:spPr>
        </p:sp>
        <p:sp>
          <p:nvSpPr>
            <p:cNvPr id="4656" name="dense-map-10-cell-136">
              <a:extLst>
                <a:ext uri="{FF2B5EF4-FFF2-40B4-BE49-F238E27FC236}">
                  <a16:creationId xmlns:a16="http://schemas.microsoft.com/office/drawing/2014/main" id="{A69010EF-4670-45D2-80F1-C21AD815767E}"/>
                </a:ext>
              </a:extLst>
            </p:cNvPr>
            <p:cNvSpPr>
              <a:spLocks noGrp="1"/>
            </p:cNvSpPr>
            <p:nvPr/>
          </p:nvSpPr>
          <p:spPr>
            <a:xfrm>
              <a:off x="23369588" y="6347222"/>
              <a:ext cx="236680" cy="6096"/>
            </a:xfrm>
            <a:prstGeom prst="rect">
              <a:avLst/>
            </a:prstGeom>
            <a:solidFill>
              <a:srgbClr val="DCE8ED"/>
            </a:solidFill>
            <a:ln w="0">
              <a:noFill/>
              <a:prstDash val="solid"/>
            </a:ln>
          </p:spPr>
        </p:sp>
        <p:sp>
          <p:nvSpPr>
            <p:cNvPr id="4657" name="dense-map-10-cell-135">
              <a:extLst>
                <a:ext uri="{FF2B5EF4-FFF2-40B4-BE49-F238E27FC236}">
                  <a16:creationId xmlns:a16="http://schemas.microsoft.com/office/drawing/2014/main" id="{2DFD4C18-11DD-4410-8F12-158422F95D9A}"/>
                </a:ext>
              </a:extLst>
            </p:cNvPr>
            <p:cNvSpPr>
              <a:spLocks noGrp="1"/>
            </p:cNvSpPr>
            <p:nvPr/>
          </p:nvSpPr>
          <p:spPr>
            <a:xfrm>
              <a:off x="23369588" y="6353175"/>
              <a:ext cx="236680" cy="6096"/>
            </a:xfrm>
            <a:prstGeom prst="rect">
              <a:avLst/>
            </a:prstGeom>
            <a:solidFill>
              <a:srgbClr val="DCE8ED"/>
            </a:solidFill>
            <a:ln w="0">
              <a:noFill/>
              <a:prstDash val="solid"/>
            </a:ln>
          </p:spPr>
        </p:sp>
        <p:sp>
          <p:nvSpPr>
            <p:cNvPr id="4658" name="dense-map-10-cell-134">
              <a:extLst>
                <a:ext uri="{FF2B5EF4-FFF2-40B4-BE49-F238E27FC236}">
                  <a16:creationId xmlns:a16="http://schemas.microsoft.com/office/drawing/2014/main" id="{40914C07-E534-4A59-B750-55DA05BE6C97}"/>
                </a:ext>
              </a:extLst>
            </p:cNvPr>
            <p:cNvSpPr>
              <a:spLocks noGrp="1"/>
            </p:cNvSpPr>
            <p:nvPr/>
          </p:nvSpPr>
          <p:spPr>
            <a:xfrm>
              <a:off x="23369588" y="6359128"/>
              <a:ext cx="236680" cy="6096"/>
            </a:xfrm>
            <a:prstGeom prst="rect">
              <a:avLst/>
            </a:prstGeom>
            <a:solidFill>
              <a:srgbClr val="DCE8ED"/>
            </a:solidFill>
            <a:ln w="0">
              <a:noFill/>
              <a:prstDash val="solid"/>
            </a:ln>
          </p:spPr>
        </p:sp>
        <p:sp>
          <p:nvSpPr>
            <p:cNvPr id="4659" name="dense-map-10-cell-133">
              <a:extLst>
                <a:ext uri="{FF2B5EF4-FFF2-40B4-BE49-F238E27FC236}">
                  <a16:creationId xmlns:a16="http://schemas.microsoft.com/office/drawing/2014/main" id="{D6F5D8A2-17C2-41D6-BFC5-590AF6EB8EA3}"/>
                </a:ext>
              </a:extLst>
            </p:cNvPr>
            <p:cNvSpPr>
              <a:spLocks noGrp="1"/>
            </p:cNvSpPr>
            <p:nvPr/>
          </p:nvSpPr>
          <p:spPr>
            <a:xfrm>
              <a:off x="23369588" y="6365081"/>
              <a:ext cx="236680" cy="6096"/>
            </a:xfrm>
            <a:prstGeom prst="rect">
              <a:avLst/>
            </a:prstGeom>
            <a:solidFill>
              <a:srgbClr val="DCE8ED"/>
            </a:solidFill>
            <a:ln w="0">
              <a:noFill/>
              <a:prstDash val="solid"/>
            </a:ln>
          </p:spPr>
        </p:sp>
        <p:sp>
          <p:nvSpPr>
            <p:cNvPr id="4660" name="dense-map-10-cell-132">
              <a:extLst>
                <a:ext uri="{FF2B5EF4-FFF2-40B4-BE49-F238E27FC236}">
                  <a16:creationId xmlns:a16="http://schemas.microsoft.com/office/drawing/2014/main" id="{111543DF-FB0F-4355-BA1A-9DDB262961C4}"/>
                </a:ext>
              </a:extLst>
            </p:cNvPr>
            <p:cNvSpPr>
              <a:spLocks noGrp="1"/>
            </p:cNvSpPr>
            <p:nvPr/>
          </p:nvSpPr>
          <p:spPr>
            <a:xfrm>
              <a:off x="23369588" y="6371034"/>
              <a:ext cx="236680" cy="6096"/>
            </a:xfrm>
            <a:prstGeom prst="rect">
              <a:avLst/>
            </a:prstGeom>
            <a:solidFill>
              <a:srgbClr val="DBE8ED"/>
            </a:solidFill>
            <a:ln w="0">
              <a:noFill/>
              <a:prstDash val="solid"/>
            </a:ln>
          </p:spPr>
        </p:sp>
        <p:sp>
          <p:nvSpPr>
            <p:cNvPr id="4661" name="dense-map-10-cell-131">
              <a:extLst>
                <a:ext uri="{FF2B5EF4-FFF2-40B4-BE49-F238E27FC236}">
                  <a16:creationId xmlns:a16="http://schemas.microsoft.com/office/drawing/2014/main" id="{7A0D71D1-FBFB-42DD-895F-FB05A9ACD795}"/>
                </a:ext>
              </a:extLst>
            </p:cNvPr>
            <p:cNvSpPr>
              <a:spLocks noGrp="1"/>
            </p:cNvSpPr>
            <p:nvPr/>
          </p:nvSpPr>
          <p:spPr>
            <a:xfrm>
              <a:off x="23369588" y="6376988"/>
              <a:ext cx="236680" cy="6096"/>
            </a:xfrm>
            <a:prstGeom prst="rect">
              <a:avLst/>
            </a:prstGeom>
            <a:solidFill>
              <a:srgbClr val="D5E6E9"/>
            </a:solidFill>
            <a:ln w="0">
              <a:noFill/>
              <a:prstDash val="solid"/>
            </a:ln>
          </p:spPr>
        </p:sp>
        <p:sp>
          <p:nvSpPr>
            <p:cNvPr id="4662" name="dense-map-10-cell-130">
              <a:extLst>
                <a:ext uri="{FF2B5EF4-FFF2-40B4-BE49-F238E27FC236}">
                  <a16:creationId xmlns:a16="http://schemas.microsoft.com/office/drawing/2014/main" id="{72753EC4-94C2-448B-8230-23C8A982410D}"/>
                </a:ext>
              </a:extLst>
            </p:cNvPr>
            <p:cNvSpPr>
              <a:spLocks noGrp="1"/>
            </p:cNvSpPr>
            <p:nvPr/>
          </p:nvSpPr>
          <p:spPr>
            <a:xfrm>
              <a:off x="23369588" y="6382941"/>
              <a:ext cx="236680" cy="6096"/>
            </a:xfrm>
            <a:prstGeom prst="rect">
              <a:avLst/>
            </a:prstGeom>
            <a:solidFill>
              <a:srgbClr val="DCE8ED"/>
            </a:solidFill>
            <a:ln w="0">
              <a:noFill/>
              <a:prstDash val="solid"/>
            </a:ln>
          </p:spPr>
        </p:sp>
        <p:sp>
          <p:nvSpPr>
            <p:cNvPr id="4663" name="dense-map-10-cell-129">
              <a:extLst>
                <a:ext uri="{FF2B5EF4-FFF2-40B4-BE49-F238E27FC236}">
                  <a16:creationId xmlns:a16="http://schemas.microsoft.com/office/drawing/2014/main" id="{89A4A92F-DB82-4782-8DFA-DF576DABE5B0}"/>
                </a:ext>
              </a:extLst>
            </p:cNvPr>
            <p:cNvSpPr>
              <a:spLocks noGrp="1"/>
            </p:cNvSpPr>
            <p:nvPr/>
          </p:nvSpPr>
          <p:spPr>
            <a:xfrm>
              <a:off x="23369588" y="6388894"/>
              <a:ext cx="236680" cy="6096"/>
            </a:xfrm>
            <a:prstGeom prst="rect">
              <a:avLst/>
            </a:prstGeom>
            <a:solidFill>
              <a:srgbClr val="DCE8ED"/>
            </a:solidFill>
            <a:ln w="0">
              <a:noFill/>
              <a:prstDash val="solid"/>
            </a:ln>
          </p:spPr>
        </p:sp>
        <p:sp>
          <p:nvSpPr>
            <p:cNvPr id="4664" name="dense-map-10-cell-128">
              <a:extLst>
                <a:ext uri="{FF2B5EF4-FFF2-40B4-BE49-F238E27FC236}">
                  <a16:creationId xmlns:a16="http://schemas.microsoft.com/office/drawing/2014/main" id="{FC6134D8-E5A8-4A4A-A706-A6A3CE4B93F8}"/>
                </a:ext>
              </a:extLst>
            </p:cNvPr>
            <p:cNvSpPr>
              <a:spLocks noGrp="1"/>
            </p:cNvSpPr>
            <p:nvPr/>
          </p:nvSpPr>
          <p:spPr>
            <a:xfrm>
              <a:off x="23369588" y="6394847"/>
              <a:ext cx="236680" cy="6096"/>
            </a:xfrm>
            <a:prstGeom prst="rect">
              <a:avLst/>
            </a:prstGeom>
            <a:solidFill>
              <a:srgbClr val="DCE8ED"/>
            </a:solidFill>
            <a:ln w="0">
              <a:noFill/>
              <a:prstDash val="solid"/>
            </a:ln>
          </p:spPr>
        </p:sp>
        <p:sp>
          <p:nvSpPr>
            <p:cNvPr id="4665" name="dense-map-10-cell-127">
              <a:extLst>
                <a:ext uri="{FF2B5EF4-FFF2-40B4-BE49-F238E27FC236}">
                  <a16:creationId xmlns:a16="http://schemas.microsoft.com/office/drawing/2014/main" id="{3FC21B66-459E-4B15-9BCB-0CE807ED62DC}"/>
                </a:ext>
              </a:extLst>
            </p:cNvPr>
            <p:cNvSpPr>
              <a:spLocks noGrp="1"/>
            </p:cNvSpPr>
            <p:nvPr/>
          </p:nvSpPr>
          <p:spPr>
            <a:xfrm>
              <a:off x="23369588" y="6400800"/>
              <a:ext cx="236680" cy="6096"/>
            </a:xfrm>
            <a:prstGeom prst="rect">
              <a:avLst/>
            </a:prstGeom>
            <a:solidFill>
              <a:srgbClr val="DCE8ED"/>
            </a:solidFill>
            <a:ln w="0">
              <a:noFill/>
              <a:prstDash val="solid"/>
            </a:ln>
          </p:spPr>
        </p:sp>
        <p:sp>
          <p:nvSpPr>
            <p:cNvPr id="4666" name="dense-map-10-cell-126">
              <a:extLst>
                <a:ext uri="{FF2B5EF4-FFF2-40B4-BE49-F238E27FC236}">
                  <a16:creationId xmlns:a16="http://schemas.microsoft.com/office/drawing/2014/main" id="{DDF675D4-06CE-4924-A367-F8FE4ED221A2}"/>
                </a:ext>
              </a:extLst>
            </p:cNvPr>
            <p:cNvSpPr>
              <a:spLocks noGrp="1"/>
            </p:cNvSpPr>
            <p:nvPr/>
          </p:nvSpPr>
          <p:spPr>
            <a:xfrm>
              <a:off x="23369588" y="6406753"/>
              <a:ext cx="236680" cy="6096"/>
            </a:xfrm>
            <a:prstGeom prst="rect">
              <a:avLst/>
            </a:prstGeom>
            <a:solidFill>
              <a:srgbClr val="DCE8ED"/>
            </a:solidFill>
            <a:ln w="0">
              <a:noFill/>
              <a:prstDash val="solid"/>
            </a:ln>
          </p:spPr>
        </p:sp>
        <p:sp>
          <p:nvSpPr>
            <p:cNvPr id="4667" name="dense-map-10-cell-125">
              <a:extLst>
                <a:ext uri="{FF2B5EF4-FFF2-40B4-BE49-F238E27FC236}">
                  <a16:creationId xmlns:a16="http://schemas.microsoft.com/office/drawing/2014/main" id="{D6681719-0CA0-433F-93CC-9BEE02129BAA}"/>
                </a:ext>
              </a:extLst>
            </p:cNvPr>
            <p:cNvSpPr>
              <a:spLocks noGrp="1"/>
            </p:cNvSpPr>
            <p:nvPr/>
          </p:nvSpPr>
          <p:spPr>
            <a:xfrm>
              <a:off x="23369588" y="6412706"/>
              <a:ext cx="236680" cy="6096"/>
            </a:xfrm>
            <a:prstGeom prst="rect">
              <a:avLst/>
            </a:prstGeom>
            <a:solidFill>
              <a:srgbClr val="DCE8ED"/>
            </a:solidFill>
            <a:ln w="0">
              <a:noFill/>
              <a:prstDash val="solid"/>
            </a:ln>
          </p:spPr>
        </p:sp>
        <p:sp>
          <p:nvSpPr>
            <p:cNvPr id="4668" name="dense-map-10-cell-124">
              <a:extLst>
                <a:ext uri="{FF2B5EF4-FFF2-40B4-BE49-F238E27FC236}">
                  <a16:creationId xmlns:a16="http://schemas.microsoft.com/office/drawing/2014/main" id="{55CC9A58-195B-41CB-B4BA-C1C5AA8F63AB}"/>
                </a:ext>
              </a:extLst>
            </p:cNvPr>
            <p:cNvSpPr>
              <a:spLocks noGrp="1"/>
            </p:cNvSpPr>
            <p:nvPr/>
          </p:nvSpPr>
          <p:spPr>
            <a:xfrm>
              <a:off x="23369588" y="6418659"/>
              <a:ext cx="236680" cy="6096"/>
            </a:xfrm>
            <a:prstGeom prst="rect">
              <a:avLst/>
            </a:prstGeom>
            <a:solidFill>
              <a:srgbClr val="DCE8ED"/>
            </a:solidFill>
            <a:ln w="0">
              <a:noFill/>
              <a:prstDash val="solid"/>
            </a:ln>
          </p:spPr>
        </p:sp>
        <p:sp>
          <p:nvSpPr>
            <p:cNvPr id="4669" name="dense-map-10-cell-123">
              <a:extLst>
                <a:ext uri="{FF2B5EF4-FFF2-40B4-BE49-F238E27FC236}">
                  <a16:creationId xmlns:a16="http://schemas.microsoft.com/office/drawing/2014/main" id="{5382537D-F726-4A2E-85CA-9DE7F64240D9}"/>
                </a:ext>
              </a:extLst>
            </p:cNvPr>
            <p:cNvSpPr>
              <a:spLocks noGrp="1"/>
            </p:cNvSpPr>
            <p:nvPr/>
          </p:nvSpPr>
          <p:spPr>
            <a:xfrm>
              <a:off x="23369588" y="6424613"/>
              <a:ext cx="236680" cy="6096"/>
            </a:xfrm>
            <a:prstGeom prst="rect">
              <a:avLst/>
            </a:prstGeom>
            <a:solidFill>
              <a:srgbClr val="DCE8ED"/>
            </a:solidFill>
            <a:ln w="0">
              <a:noFill/>
              <a:prstDash val="solid"/>
            </a:ln>
          </p:spPr>
        </p:sp>
        <p:sp>
          <p:nvSpPr>
            <p:cNvPr id="4670" name="dense-map-10-cell-122">
              <a:extLst>
                <a:ext uri="{FF2B5EF4-FFF2-40B4-BE49-F238E27FC236}">
                  <a16:creationId xmlns:a16="http://schemas.microsoft.com/office/drawing/2014/main" id="{154B1A60-57D5-489A-B22C-48B01B9A20E8}"/>
                </a:ext>
              </a:extLst>
            </p:cNvPr>
            <p:cNvSpPr>
              <a:spLocks noGrp="1"/>
            </p:cNvSpPr>
            <p:nvPr/>
          </p:nvSpPr>
          <p:spPr>
            <a:xfrm>
              <a:off x="23369588" y="6430566"/>
              <a:ext cx="236680" cy="6096"/>
            </a:xfrm>
            <a:prstGeom prst="rect">
              <a:avLst/>
            </a:prstGeom>
            <a:solidFill>
              <a:srgbClr val="DCE8ED"/>
            </a:solidFill>
            <a:ln w="0">
              <a:noFill/>
              <a:prstDash val="solid"/>
            </a:ln>
          </p:spPr>
        </p:sp>
        <p:sp>
          <p:nvSpPr>
            <p:cNvPr id="4671" name="dense-map-10-cell-121">
              <a:extLst>
                <a:ext uri="{FF2B5EF4-FFF2-40B4-BE49-F238E27FC236}">
                  <a16:creationId xmlns:a16="http://schemas.microsoft.com/office/drawing/2014/main" id="{69470DEC-2679-4569-BC93-D2BB30A94BFC}"/>
                </a:ext>
              </a:extLst>
            </p:cNvPr>
            <p:cNvSpPr>
              <a:spLocks noGrp="1"/>
            </p:cNvSpPr>
            <p:nvPr/>
          </p:nvSpPr>
          <p:spPr>
            <a:xfrm>
              <a:off x="23369588" y="6436519"/>
              <a:ext cx="236680" cy="6096"/>
            </a:xfrm>
            <a:prstGeom prst="rect">
              <a:avLst/>
            </a:prstGeom>
            <a:solidFill>
              <a:srgbClr val="DCE8ED"/>
            </a:solidFill>
            <a:ln w="0">
              <a:noFill/>
              <a:prstDash val="solid"/>
            </a:ln>
          </p:spPr>
        </p:sp>
        <p:sp>
          <p:nvSpPr>
            <p:cNvPr id="4672" name="dense-map-10-cell-120">
              <a:extLst>
                <a:ext uri="{FF2B5EF4-FFF2-40B4-BE49-F238E27FC236}">
                  <a16:creationId xmlns:a16="http://schemas.microsoft.com/office/drawing/2014/main" id="{22D9F586-6762-4A6A-B9E7-D284AFFB09E8}"/>
                </a:ext>
              </a:extLst>
            </p:cNvPr>
            <p:cNvSpPr>
              <a:spLocks noGrp="1"/>
            </p:cNvSpPr>
            <p:nvPr/>
          </p:nvSpPr>
          <p:spPr>
            <a:xfrm>
              <a:off x="23369588" y="6442472"/>
              <a:ext cx="236680" cy="6096"/>
            </a:xfrm>
            <a:prstGeom prst="rect">
              <a:avLst/>
            </a:prstGeom>
            <a:solidFill>
              <a:srgbClr val="DCE8ED"/>
            </a:solidFill>
            <a:ln w="0">
              <a:noFill/>
              <a:prstDash val="solid"/>
            </a:ln>
          </p:spPr>
        </p:sp>
        <p:sp>
          <p:nvSpPr>
            <p:cNvPr id="4673" name="dense-map-10-cell-119">
              <a:extLst>
                <a:ext uri="{FF2B5EF4-FFF2-40B4-BE49-F238E27FC236}">
                  <a16:creationId xmlns:a16="http://schemas.microsoft.com/office/drawing/2014/main" id="{C2659EA7-05EA-4196-9ABF-E4408CB666D3}"/>
                </a:ext>
              </a:extLst>
            </p:cNvPr>
            <p:cNvSpPr>
              <a:spLocks noGrp="1"/>
            </p:cNvSpPr>
            <p:nvPr/>
          </p:nvSpPr>
          <p:spPr>
            <a:xfrm>
              <a:off x="23369588" y="6448425"/>
              <a:ext cx="236680" cy="6096"/>
            </a:xfrm>
            <a:prstGeom prst="rect">
              <a:avLst/>
            </a:prstGeom>
            <a:solidFill>
              <a:srgbClr val="DCE8ED"/>
            </a:solidFill>
            <a:ln w="0">
              <a:noFill/>
              <a:prstDash val="solid"/>
            </a:ln>
          </p:spPr>
        </p:sp>
        <p:sp>
          <p:nvSpPr>
            <p:cNvPr id="4674" name="dense-map-10-cell-118">
              <a:extLst>
                <a:ext uri="{FF2B5EF4-FFF2-40B4-BE49-F238E27FC236}">
                  <a16:creationId xmlns:a16="http://schemas.microsoft.com/office/drawing/2014/main" id="{F76B6FE5-E104-45B6-A52D-08339AED6FF4}"/>
                </a:ext>
              </a:extLst>
            </p:cNvPr>
            <p:cNvSpPr>
              <a:spLocks noGrp="1"/>
            </p:cNvSpPr>
            <p:nvPr/>
          </p:nvSpPr>
          <p:spPr>
            <a:xfrm>
              <a:off x="23369588" y="6454378"/>
              <a:ext cx="236680" cy="6096"/>
            </a:xfrm>
            <a:prstGeom prst="rect">
              <a:avLst/>
            </a:prstGeom>
            <a:solidFill>
              <a:srgbClr val="DCE8ED"/>
            </a:solidFill>
            <a:ln w="0">
              <a:noFill/>
              <a:prstDash val="solid"/>
            </a:ln>
          </p:spPr>
        </p:sp>
        <p:sp>
          <p:nvSpPr>
            <p:cNvPr id="4675" name="dense-map-10-cell-117">
              <a:extLst>
                <a:ext uri="{FF2B5EF4-FFF2-40B4-BE49-F238E27FC236}">
                  <a16:creationId xmlns:a16="http://schemas.microsoft.com/office/drawing/2014/main" id="{6271F935-C257-4AD2-BEBC-F28018B81A24}"/>
                </a:ext>
              </a:extLst>
            </p:cNvPr>
            <p:cNvSpPr>
              <a:spLocks noGrp="1"/>
            </p:cNvSpPr>
            <p:nvPr/>
          </p:nvSpPr>
          <p:spPr>
            <a:xfrm>
              <a:off x="23369588" y="6460331"/>
              <a:ext cx="236680" cy="6096"/>
            </a:xfrm>
            <a:prstGeom prst="rect">
              <a:avLst/>
            </a:prstGeom>
            <a:solidFill>
              <a:srgbClr val="DCE6EA"/>
            </a:solidFill>
            <a:ln w="0">
              <a:noFill/>
              <a:prstDash val="solid"/>
            </a:ln>
          </p:spPr>
        </p:sp>
        <p:sp>
          <p:nvSpPr>
            <p:cNvPr id="4676" name="dense-map-10-cell-116">
              <a:extLst>
                <a:ext uri="{FF2B5EF4-FFF2-40B4-BE49-F238E27FC236}">
                  <a16:creationId xmlns:a16="http://schemas.microsoft.com/office/drawing/2014/main" id="{3F9FD27D-25B9-4735-88E0-A4F729285DA0}"/>
                </a:ext>
              </a:extLst>
            </p:cNvPr>
            <p:cNvSpPr>
              <a:spLocks noGrp="1"/>
            </p:cNvSpPr>
            <p:nvPr/>
          </p:nvSpPr>
          <p:spPr>
            <a:xfrm>
              <a:off x="23369588" y="6466284"/>
              <a:ext cx="236680" cy="6096"/>
            </a:xfrm>
            <a:prstGeom prst="rect">
              <a:avLst/>
            </a:prstGeom>
            <a:solidFill>
              <a:srgbClr val="DCE6EA"/>
            </a:solidFill>
            <a:ln w="0">
              <a:noFill/>
              <a:prstDash val="solid"/>
            </a:ln>
          </p:spPr>
        </p:sp>
        <p:sp>
          <p:nvSpPr>
            <p:cNvPr id="4677" name="dense-map-10-cell-115">
              <a:extLst>
                <a:ext uri="{FF2B5EF4-FFF2-40B4-BE49-F238E27FC236}">
                  <a16:creationId xmlns:a16="http://schemas.microsoft.com/office/drawing/2014/main" id="{F399EC03-DB08-44F0-BD64-6B2247639A10}"/>
                </a:ext>
              </a:extLst>
            </p:cNvPr>
            <p:cNvSpPr>
              <a:spLocks noGrp="1"/>
            </p:cNvSpPr>
            <p:nvPr/>
          </p:nvSpPr>
          <p:spPr>
            <a:xfrm>
              <a:off x="23369588" y="6472238"/>
              <a:ext cx="236680" cy="6096"/>
            </a:xfrm>
            <a:prstGeom prst="rect">
              <a:avLst/>
            </a:prstGeom>
            <a:solidFill>
              <a:srgbClr val="DCE8ED"/>
            </a:solidFill>
            <a:ln w="0">
              <a:noFill/>
              <a:prstDash val="solid"/>
            </a:ln>
          </p:spPr>
        </p:sp>
        <p:sp>
          <p:nvSpPr>
            <p:cNvPr id="4678" name="dense-map-10-cell-114">
              <a:extLst>
                <a:ext uri="{FF2B5EF4-FFF2-40B4-BE49-F238E27FC236}">
                  <a16:creationId xmlns:a16="http://schemas.microsoft.com/office/drawing/2014/main" id="{6AA7F905-A925-49B2-9FEB-E2E556F399CF}"/>
                </a:ext>
              </a:extLst>
            </p:cNvPr>
            <p:cNvSpPr>
              <a:spLocks noGrp="1"/>
            </p:cNvSpPr>
            <p:nvPr/>
          </p:nvSpPr>
          <p:spPr>
            <a:xfrm>
              <a:off x="23369588" y="6478191"/>
              <a:ext cx="236680" cy="6096"/>
            </a:xfrm>
            <a:prstGeom prst="rect">
              <a:avLst/>
            </a:prstGeom>
            <a:solidFill>
              <a:srgbClr val="DCE8ED"/>
            </a:solidFill>
            <a:ln w="0">
              <a:noFill/>
              <a:prstDash val="solid"/>
            </a:ln>
          </p:spPr>
        </p:sp>
        <p:sp>
          <p:nvSpPr>
            <p:cNvPr id="4679" name="dense-map-10-cell-113">
              <a:extLst>
                <a:ext uri="{FF2B5EF4-FFF2-40B4-BE49-F238E27FC236}">
                  <a16:creationId xmlns:a16="http://schemas.microsoft.com/office/drawing/2014/main" id="{736C82EE-629F-4B79-8FA2-0450E8472C28}"/>
                </a:ext>
              </a:extLst>
            </p:cNvPr>
            <p:cNvSpPr>
              <a:spLocks noGrp="1"/>
            </p:cNvSpPr>
            <p:nvPr/>
          </p:nvSpPr>
          <p:spPr>
            <a:xfrm>
              <a:off x="23369588" y="6484144"/>
              <a:ext cx="236680" cy="6096"/>
            </a:xfrm>
            <a:prstGeom prst="rect">
              <a:avLst/>
            </a:prstGeom>
            <a:solidFill>
              <a:srgbClr val="DCE8ED"/>
            </a:solidFill>
            <a:ln w="0">
              <a:noFill/>
              <a:prstDash val="solid"/>
            </a:ln>
          </p:spPr>
        </p:sp>
        <p:sp>
          <p:nvSpPr>
            <p:cNvPr id="4680" name="dense-map-10-cell-112">
              <a:extLst>
                <a:ext uri="{FF2B5EF4-FFF2-40B4-BE49-F238E27FC236}">
                  <a16:creationId xmlns:a16="http://schemas.microsoft.com/office/drawing/2014/main" id="{58B5ACC8-6445-412D-B993-B91F9759A4C8}"/>
                </a:ext>
              </a:extLst>
            </p:cNvPr>
            <p:cNvSpPr>
              <a:spLocks noGrp="1"/>
            </p:cNvSpPr>
            <p:nvPr/>
          </p:nvSpPr>
          <p:spPr>
            <a:xfrm>
              <a:off x="23369588" y="6490097"/>
              <a:ext cx="236680" cy="6096"/>
            </a:xfrm>
            <a:prstGeom prst="rect">
              <a:avLst/>
            </a:prstGeom>
            <a:solidFill>
              <a:srgbClr val="DCE8ED"/>
            </a:solidFill>
            <a:ln w="0">
              <a:noFill/>
              <a:prstDash val="solid"/>
            </a:ln>
          </p:spPr>
        </p:sp>
        <p:sp>
          <p:nvSpPr>
            <p:cNvPr id="4681" name="dense-map-10-cell-111">
              <a:extLst>
                <a:ext uri="{FF2B5EF4-FFF2-40B4-BE49-F238E27FC236}">
                  <a16:creationId xmlns:a16="http://schemas.microsoft.com/office/drawing/2014/main" id="{7EF2375A-1665-48DC-82A1-4021435E4C6B}"/>
                </a:ext>
              </a:extLst>
            </p:cNvPr>
            <p:cNvSpPr>
              <a:spLocks noGrp="1"/>
            </p:cNvSpPr>
            <p:nvPr/>
          </p:nvSpPr>
          <p:spPr>
            <a:xfrm>
              <a:off x="23369588" y="6496050"/>
              <a:ext cx="236680" cy="6096"/>
            </a:xfrm>
            <a:prstGeom prst="rect">
              <a:avLst/>
            </a:prstGeom>
            <a:solidFill>
              <a:srgbClr val="DCE8ED"/>
            </a:solidFill>
            <a:ln w="0">
              <a:noFill/>
              <a:prstDash val="solid"/>
            </a:ln>
          </p:spPr>
        </p:sp>
        <p:sp>
          <p:nvSpPr>
            <p:cNvPr id="4682" name="dense-map-10-cell-110">
              <a:extLst>
                <a:ext uri="{FF2B5EF4-FFF2-40B4-BE49-F238E27FC236}">
                  <a16:creationId xmlns:a16="http://schemas.microsoft.com/office/drawing/2014/main" id="{4B425700-2DAD-4772-8648-2BF3A3160807}"/>
                </a:ext>
              </a:extLst>
            </p:cNvPr>
            <p:cNvSpPr>
              <a:spLocks noGrp="1"/>
            </p:cNvSpPr>
            <p:nvPr/>
          </p:nvSpPr>
          <p:spPr>
            <a:xfrm>
              <a:off x="23369588" y="6502003"/>
              <a:ext cx="236680" cy="6096"/>
            </a:xfrm>
            <a:prstGeom prst="rect">
              <a:avLst/>
            </a:prstGeom>
            <a:solidFill>
              <a:srgbClr val="DCE8ED"/>
            </a:solidFill>
            <a:ln w="0">
              <a:noFill/>
              <a:prstDash val="solid"/>
            </a:ln>
          </p:spPr>
        </p:sp>
        <p:sp>
          <p:nvSpPr>
            <p:cNvPr id="4683" name="dense-map-10-cell-109">
              <a:extLst>
                <a:ext uri="{FF2B5EF4-FFF2-40B4-BE49-F238E27FC236}">
                  <a16:creationId xmlns:a16="http://schemas.microsoft.com/office/drawing/2014/main" id="{C84049FE-A997-48CC-A41A-8140F80B97B5}"/>
                </a:ext>
              </a:extLst>
            </p:cNvPr>
            <p:cNvSpPr>
              <a:spLocks noGrp="1"/>
            </p:cNvSpPr>
            <p:nvPr/>
          </p:nvSpPr>
          <p:spPr>
            <a:xfrm>
              <a:off x="23369588" y="6507956"/>
              <a:ext cx="236680" cy="6096"/>
            </a:xfrm>
            <a:prstGeom prst="rect">
              <a:avLst/>
            </a:prstGeom>
            <a:solidFill>
              <a:srgbClr val="DCE8ED"/>
            </a:solidFill>
            <a:ln w="0">
              <a:noFill/>
              <a:prstDash val="solid"/>
            </a:ln>
          </p:spPr>
        </p:sp>
        <p:sp>
          <p:nvSpPr>
            <p:cNvPr id="4684" name="dense-map-10-cell-108">
              <a:extLst>
                <a:ext uri="{FF2B5EF4-FFF2-40B4-BE49-F238E27FC236}">
                  <a16:creationId xmlns:a16="http://schemas.microsoft.com/office/drawing/2014/main" id="{485A96CB-14FB-4B0E-9150-841C0934AA03}"/>
                </a:ext>
              </a:extLst>
            </p:cNvPr>
            <p:cNvSpPr>
              <a:spLocks noGrp="1"/>
            </p:cNvSpPr>
            <p:nvPr/>
          </p:nvSpPr>
          <p:spPr>
            <a:xfrm>
              <a:off x="23369588" y="6513909"/>
              <a:ext cx="236680" cy="6096"/>
            </a:xfrm>
            <a:prstGeom prst="rect">
              <a:avLst/>
            </a:prstGeom>
            <a:solidFill>
              <a:srgbClr val="DBE8ED"/>
            </a:solidFill>
            <a:ln w="0">
              <a:noFill/>
              <a:prstDash val="solid"/>
            </a:ln>
          </p:spPr>
        </p:sp>
        <p:sp>
          <p:nvSpPr>
            <p:cNvPr id="4685" name="dense-map-10-cell-107">
              <a:extLst>
                <a:ext uri="{FF2B5EF4-FFF2-40B4-BE49-F238E27FC236}">
                  <a16:creationId xmlns:a16="http://schemas.microsoft.com/office/drawing/2014/main" id="{9096494D-7D76-4F04-ACC5-9671E531FB94}"/>
                </a:ext>
              </a:extLst>
            </p:cNvPr>
            <p:cNvSpPr>
              <a:spLocks noGrp="1"/>
            </p:cNvSpPr>
            <p:nvPr/>
          </p:nvSpPr>
          <p:spPr>
            <a:xfrm>
              <a:off x="23369588" y="6519863"/>
              <a:ext cx="236680" cy="6096"/>
            </a:xfrm>
            <a:prstGeom prst="rect">
              <a:avLst/>
            </a:prstGeom>
            <a:solidFill>
              <a:srgbClr val="B5DBD7"/>
            </a:solidFill>
            <a:ln w="0">
              <a:noFill/>
              <a:prstDash val="solid"/>
            </a:ln>
          </p:spPr>
        </p:sp>
        <p:sp>
          <p:nvSpPr>
            <p:cNvPr id="4686" name="dense-map-10-cell-106">
              <a:extLst>
                <a:ext uri="{FF2B5EF4-FFF2-40B4-BE49-F238E27FC236}">
                  <a16:creationId xmlns:a16="http://schemas.microsoft.com/office/drawing/2014/main" id="{B16F2440-8A42-4A7C-A775-C2076D7E34EB}"/>
                </a:ext>
              </a:extLst>
            </p:cNvPr>
            <p:cNvSpPr>
              <a:spLocks noGrp="1"/>
            </p:cNvSpPr>
            <p:nvPr/>
          </p:nvSpPr>
          <p:spPr>
            <a:xfrm>
              <a:off x="23369588" y="6525816"/>
              <a:ext cx="236680" cy="6096"/>
            </a:xfrm>
            <a:prstGeom prst="rect">
              <a:avLst/>
            </a:prstGeom>
            <a:solidFill>
              <a:srgbClr val="DBE8EC"/>
            </a:solidFill>
            <a:ln w="0">
              <a:noFill/>
              <a:prstDash val="solid"/>
            </a:ln>
          </p:spPr>
        </p:sp>
        <p:sp>
          <p:nvSpPr>
            <p:cNvPr id="4687" name="dense-map-10-cell-105">
              <a:extLst>
                <a:ext uri="{FF2B5EF4-FFF2-40B4-BE49-F238E27FC236}">
                  <a16:creationId xmlns:a16="http://schemas.microsoft.com/office/drawing/2014/main" id="{7C6233A6-3614-4ED1-A77C-3256EB6920ED}"/>
                </a:ext>
              </a:extLst>
            </p:cNvPr>
            <p:cNvSpPr>
              <a:spLocks noGrp="1"/>
            </p:cNvSpPr>
            <p:nvPr/>
          </p:nvSpPr>
          <p:spPr>
            <a:xfrm>
              <a:off x="23369588" y="6531769"/>
              <a:ext cx="236680" cy="6096"/>
            </a:xfrm>
            <a:prstGeom prst="rect">
              <a:avLst/>
            </a:prstGeom>
            <a:solidFill>
              <a:srgbClr val="A6D6CF"/>
            </a:solidFill>
            <a:ln w="0">
              <a:noFill/>
              <a:prstDash val="solid"/>
            </a:ln>
          </p:spPr>
        </p:sp>
        <p:sp>
          <p:nvSpPr>
            <p:cNvPr id="4688" name="dense-map-10-cell-104">
              <a:extLst>
                <a:ext uri="{FF2B5EF4-FFF2-40B4-BE49-F238E27FC236}">
                  <a16:creationId xmlns:a16="http://schemas.microsoft.com/office/drawing/2014/main" id="{A532883F-8CDE-4BD9-A414-29F61B0974DC}"/>
                </a:ext>
              </a:extLst>
            </p:cNvPr>
            <p:cNvSpPr>
              <a:spLocks noGrp="1"/>
            </p:cNvSpPr>
            <p:nvPr/>
          </p:nvSpPr>
          <p:spPr>
            <a:xfrm>
              <a:off x="23369588" y="6537722"/>
              <a:ext cx="236680" cy="6096"/>
            </a:xfrm>
            <a:prstGeom prst="rect">
              <a:avLst/>
            </a:prstGeom>
            <a:solidFill>
              <a:srgbClr val="ADD8D3"/>
            </a:solidFill>
            <a:ln w="0">
              <a:noFill/>
              <a:prstDash val="solid"/>
            </a:ln>
          </p:spPr>
        </p:sp>
        <p:sp>
          <p:nvSpPr>
            <p:cNvPr id="4689" name="dense-map-10-cell-103">
              <a:extLst>
                <a:ext uri="{FF2B5EF4-FFF2-40B4-BE49-F238E27FC236}">
                  <a16:creationId xmlns:a16="http://schemas.microsoft.com/office/drawing/2014/main" id="{BB7AB52D-D6B0-4782-B515-DF7E30D574C4}"/>
                </a:ext>
              </a:extLst>
            </p:cNvPr>
            <p:cNvSpPr>
              <a:spLocks noGrp="1"/>
            </p:cNvSpPr>
            <p:nvPr/>
          </p:nvSpPr>
          <p:spPr>
            <a:xfrm>
              <a:off x="23369588" y="6543675"/>
              <a:ext cx="236680" cy="6096"/>
            </a:xfrm>
            <a:prstGeom prst="rect">
              <a:avLst/>
            </a:prstGeom>
            <a:solidFill>
              <a:srgbClr val="AED9D4"/>
            </a:solidFill>
            <a:ln w="0">
              <a:noFill/>
              <a:prstDash val="solid"/>
            </a:ln>
          </p:spPr>
        </p:sp>
        <p:sp>
          <p:nvSpPr>
            <p:cNvPr id="4690" name="dense-map-10-cell-102">
              <a:extLst>
                <a:ext uri="{FF2B5EF4-FFF2-40B4-BE49-F238E27FC236}">
                  <a16:creationId xmlns:a16="http://schemas.microsoft.com/office/drawing/2014/main" id="{2613DCF7-EFC5-470B-B686-BAEE76F16E32}"/>
                </a:ext>
              </a:extLst>
            </p:cNvPr>
            <p:cNvSpPr>
              <a:spLocks noGrp="1"/>
            </p:cNvSpPr>
            <p:nvPr/>
          </p:nvSpPr>
          <p:spPr>
            <a:xfrm>
              <a:off x="23369588" y="6549628"/>
              <a:ext cx="236680" cy="6096"/>
            </a:xfrm>
            <a:prstGeom prst="rect">
              <a:avLst/>
            </a:prstGeom>
            <a:solidFill>
              <a:srgbClr val="AED9D4"/>
            </a:solidFill>
            <a:ln w="0">
              <a:noFill/>
              <a:prstDash val="solid"/>
            </a:ln>
          </p:spPr>
        </p:sp>
        <p:sp>
          <p:nvSpPr>
            <p:cNvPr id="4691" name="dense-map-10-cell-101">
              <a:extLst>
                <a:ext uri="{FF2B5EF4-FFF2-40B4-BE49-F238E27FC236}">
                  <a16:creationId xmlns:a16="http://schemas.microsoft.com/office/drawing/2014/main" id="{31B6CB39-B6EF-433B-B3D3-3DEDC3AB1D7D}"/>
                </a:ext>
              </a:extLst>
            </p:cNvPr>
            <p:cNvSpPr>
              <a:spLocks noGrp="1"/>
            </p:cNvSpPr>
            <p:nvPr/>
          </p:nvSpPr>
          <p:spPr>
            <a:xfrm>
              <a:off x="23369588" y="6555581"/>
              <a:ext cx="236680" cy="6096"/>
            </a:xfrm>
            <a:prstGeom prst="rect">
              <a:avLst/>
            </a:prstGeom>
            <a:solidFill>
              <a:srgbClr val="AED9D4"/>
            </a:solidFill>
            <a:ln w="0">
              <a:noFill/>
              <a:prstDash val="solid"/>
            </a:ln>
          </p:spPr>
        </p:sp>
        <p:sp>
          <p:nvSpPr>
            <p:cNvPr id="4692" name="dense-map-10-cell-100">
              <a:extLst>
                <a:ext uri="{FF2B5EF4-FFF2-40B4-BE49-F238E27FC236}">
                  <a16:creationId xmlns:a16="http://schemas.microsoft.com/office/drawing/2014/main" id="{23DC21D4-DB48-499A-A63C-FE3F4A77756C}"/>
                </a:ext>
              </a:extLst>
            </p:cNvPr>
            <p:cNvSpPr>
              <a:spLocks noGrp="1"/>
            </p:cNvSpPr>
            <p:nvPr/>
          </p:nvSpPr>
          <p:spPr>
            <a:xfrm>
              <a:off x="23369588" y="6561534"/>
              <a:ext cx="236680" cy="6096"/>
            </a:xfrm>
            <a:prstGeom prst="rect">
              <a:avLst/>
            </a:prstGeom>
            <a:solidFill>
              <a:srgbClr val="AED9D4"/>
            </a:solidFill>
            <a:ln w="0">
              <a:noFill/>
              <a:prstDash val="solid"/>
            </a:ln>
          </p:spPr>
        </p:sp>
        <p:sp>
          <p:nvSpPr>
            <p:cNvPr id="4693" name="dense-map-10-cell-99">
              <a:extLst>
                <a:ext uri="{FF2B5EF4-FFF2-40B4-BE49-F238E27FC236}">
                  <a16:creationId xmlns:a16="http://schemas.microsoft.com/office/drawing/2014/main" id="{E2CD40F0-6960-44E9-AB92-9B18684B5396}"/>
                </a:ext>
              </a:extLst>
            </p:cNvPr>
            <p:cNvSpPr>
              <a:spLocks noGrp="1"/>
            </p:cNvSpPr>
            <p:nvPr/>
          </p:nvSpPr>
          <p:spPr>
            <a:xfrm>
              <a:off x="23369588" y="6567488"/>
              <a:ext cx="236680" cy="6096"/>
            </a:xfrm>
            <a:prstGeom prst="rect">
              <a:avLst/>
            </a:prstGeom>
            <a:solidFill>
              <a:srgbClr val="AED9D4"/>
            </a:solidFill>
            <a:ln w="0">
              <a:noFill/>
              <a:prstDash val="solid"/>
            </a:ln>
          </p:spPr>
        </p:sp>
        <p:sp>
          <p:nvSpPr>
            <p:cNvPr id="4694" name="dense-map-10-cell-98">
              <a:extLst>
                <a:ext uri="{FF2B5EF4-FFF2-40B4-BE49-F238E27FC236}">
                  <a16:creationId xmlns:a16="http://schemas.microsoft.com/office/drawing/2014/main" id="{D1DA9FDB-B1AE-483D-9401-F6450810A9CE}"/>
                </a:ext>
              </a:extLst>
            </p:cNvPr>
            <p:cNvSpPr>
              <a:spLocks noGrp="1"/>
            </p:cNvSpPr>
            <p:nvPr/>
          </p:nvSpPr>
          <p:spPr>
            <a:xfrm>
              <a:off x="23369588" y="6573441"/>
              <a:ext cx="236680" cy="6096"/>
            </a:xfrm>
            <a:prstGeom prst="rect">
              <a:avLst/>
            </a:prstGeom>
            <a:solidFill>
              <a:srgbClr val="AED9D4"/>
            </a:solidFill>
            <a:ln w="0">
              <a:noFill/>
              <a:prstDash val="solid"/>
            </a:ln>
          </p:spPr>
        </p:sp>
        <p:sp>
          <p:nvSpPr>
            <p:cNvPr id="4695" name="dense-map-10-cell-97">
              <a:extLst>
                <a:ext uri="{FF2B5EF4-FFF2-40B4-BE49-F238E27FC236}">
                  <a16:creationId xmlns:a16="http://schemas.microsoft.com/office/drawing/2014/main" id="{AE6B0A40-D828-4290-8B73-A7DEAB499265}"/>
                </a:ext>
              </a:extLst>
            </p:cNvPr>
            <p:cNvSpPr>
              <a:spLocks noGrp="1"/>
            </p:cNvSpPr>
            <p:nvPr/>
          </p:nvSpPr>
          <p:spPr>
            <a:xfrm>
              <a:off x="23369588" y="6579394"/>
              <a:ext cx="236680" cy="6096"/>
            </a:xfrm>
            <a:prstGeom prst="rect">
              <a:avLst/>
            </a:prstGeom>
            <a:solidFill>
              <a:srgbClr val="AED9D4"/>
            </a:solidFill>
            <a:ln w="0">
              <a:noFill/>
              <a:prstDash val="solid"/>
            </a:ln>
          </p:spPr>
        </p:sp>
        <p:sp>
          <p:nvSpPr>
            <p:cNvPr id="4696" name="dense-map-10-cell-96">
              <a:extLst>
                <a:ext uri="{FF2B5EF4-FFF2-40B4-BE49-F238E27FC236}">
                  <a16:creationId xmlns:a16="http://schemas.microsoft.com/office/drawing/2014/main" id="{277CB0B5-560D-4715-9162-8A6A984CBE37}"/>
                </a:ext>
              </a:extLst>
            </p:cNvPr>
            <p:cNvSpPr>
              <a:spLocks noGrp="1"/>
            </p:cNvSpPr>
            <p:nvPr/>
          </p:nvSpPr>
          <p:spPr>
            <a:xfrm>
              <a:off x="23369588" y="6585347"/>
              <a:ext cx="236680" cy="6096"/>
            </a:xfrm>
            <a:prstGeom prst="rect">
              <a:avLst/>
            </a:prstGeom>
            <a:solidFill>
              <a:srgbClr val="AED9D4"/>
            </a:solidFill>
            <a:ln w="0">
              <a:noFill/>
              <a:prstDash val="solid"/>
            </a:ln>
          </p:spPr>
        </p:sp>
        <p:sp>
          <p:nvSpPr>
            <p:cNvPr id="4697" name="dense-map-10-cell-95">
              <a:extLst>
                <a:ext uri="{FF2B5EF4-FFF2-40B4-BE49-F238E27FC236}">
                  <a16:creationId xmlns:a16="http://schemas.microsoft.com/office/drawing/2014/main" id="{4820F7C7-DA42-4386-8383-4482C5AFB8BD}"/>
                </a:ext>
              </a:extLst>
            </p:cNvPr>
            <p:cNvSpPr>
              <a:spLocks noGrp="1"/>
            </p:cNvSpPr>
            <p:nvPr/>
          </p:nvSpPr>
          <p:spPr>
            <a:xfrm>
              <a:off x="23369588" y="6591300"/>
              <a:ext cx="236680" cy="6096"/>
            </a:xfrm>
            <a:prstGeom prst="rect">
              <a:avLst/>
            </a:prstGeom>
            <a:solidFill>
              <a:srgbClr val="AED9D4"/>
            </a:solidFill>
            <a:ln w="0">
              <a:noFill/>
              <a:prstDash val="solid"/>
            </a:ln>
          </p:spPr>
        </p:sp>
        <p:sp>
          <p:nvSpPr>
            <p:cNvPr id="4698" name="dense-map-10-cell-94">
              <a:extLst>
                <a:ext uri="{FF2B5EF4-FFF2-40B4-BE49-F238E27FC236}">
                  <a16:creationId xmlns:a16="http://schemas.microsoft.com/office/drawing/2014/main" id="{B643DFEC-9EE6-498E-8375-4FE5755C0B84}"/>
                </a:ext>
              </a:extLst>
            </p:cNvPr>
            <p:cNvSpPr>
              <a:spLocks noGrp="1"/>
            </p:cNvSpPr>
            <p:nvPr/>
          </p:nvSpPr>
          <p:spPr>
            <a:xfrm>
              <a:off x="23369588" y="6597253"/>
              <a:ext cx="236680" cy="6096"/>
            </a:xfrm>
            <a:prstGeom prst="rect">
              <a:avLst/>
            </a:prstGeom>
            <a:solidFill>
              <a:srgbClr val="AED9D4"/>
            </a:solidFill>
            <a:ln w="0">
              <a:noFill/>
              <a:prstDash val="solid"/>
            </a:ln>
          </p:spPr>
        </p:sp>
        <p:sp>
          <p:nvSpPr>
            <p:cNvPr id="4699" name="dense-map-10-cell-93">
              <a:extLst>
                <a:ext uri="{FF2B5EF4-FFF2-40B4-BE49-F238E27FC236}">
                  <a16:creationId xmlns:a16="http://schemas.microsoft.com/office/drawing/2014/main" id="{7FB67B38-3578-4170-9919-5529829596FF}"/>
                </a:ext>
              </a:extLst>
            </p:cNvPr>
            <p:cNvSpPr>
              <a:spLocks noGrp="1"/>
            </p:cNvSpPr>
            <p:nvPr/>
          </p:nvSpPr>
          <p:spPr>
            <a:xfrm>
              <a:off x="23369588" y="6603206"/>
              <a:ext cx="236680" cy="6096"/>
            </a:xfrm>
            <a:prstGeom prst="rect">
              <a:avLst/>
            </a:prstGeom>
            <a:solidFill>
              <a:srgbClr val="AED9D4"/>
            </a:solidFill>
            <a:ln w="0">
              <a:noFill/>
              <a:prstDash val="solid"/>
            </a:ln>
          </p:spPr>
        </p:sp>
        <p:sp>
          <p:nvSpPr>
            <p:cNvPr id="4700" name="dense-map-10-cell-92">
              <a:extLst>
                <a:ext uri="{FF2B5EF4-FFF2-40B4-BE49-F238E27FC236}">
                  <a16:creationId xmlns:a16="http://schemas.microsoft.com/office/drawing/2014/main" id="{69F8B914-0057-4473-8977-33A91CA73AF8}"/>
                </a:ext>
              </a:extLst>
            </p:cNvPr>
            <p:cNvSpPr>
              <a:spLocks noGrp="1"/>
            </p:cNvSpPr>
            <p:nvPr/>
          </p:nvSpPr>
          <p:spPr>
            <a:xfrm>
              <a:off x="23369588" y="6609159"/>
              <a:ext cx="236680" cy="6096"/>
            </a:xfrm>
            <a:prstGeom prst="rect">
              <a:avLst/>
            </a:prstGeom>
            <a:solidFill>
              <a:srgbClr val="AED9D4"/>
            </a:solidFill>
            <a:ln w="0">
              <a:noFill/>
              <a:prstDash val="solid"/>
            </a:ln>
          </p:spPr>
        </p:sp>
        <p:sp>
          <p:nvSpPr>
            <p:cNvPr id="4701" name="dense-map-10-cell-91">
              <a:extLst>
                <a:ext uri="{FF2B5EF4-FFF2-40B4-BE49-F238E27FC236}">
                  <a16:creationId xmlns:a16="http://schemas.microsoft.com/office/drawing/2014/main" id="{2D551AB5-C0B4-4C7D-A737-99CA44D7F308}"/>
                </a:ext>
              </a:extLst>
            </p:cNvPr>
            <p:cNvSpPr>
              <a:spLocks noGrp="1"/>
            </p:cNvSpPr>
            <p:nvPr/>
          </p:nvSpPr>
          <p:spPr>
            <a:xfrm>
              <a:off x="23369588" y="6615113"/>
              <a:ext cx="236680" cy="6096"/>
            </a:xfrm>
            <a:prstGeom prst="rect">
              <a:avLst/>
            </a:prstGeom>
            <a:solidFill>
              <a:srgbClr val="8FCEC2"/>
            </a:solidFill>
            <a:ln w="0">
              <a:noFill/>
              <a:prstDash val="solid"/>
            </a:ln>
          </p:spPr>
        </p:sp>
        <p:sp>
          <p:nvSpPr>
            <p:cNvPr id="4702" name="dense-map-10-cell-90">
              <a:extLst>
                <a:ext uri="{FF2B5EF4-FFF2-40B4-BE49-F238E27FC236}">
                  <a16:creationId xmlns:a16="http://schemas.microsoft.com/office/drawing/2014/main" id="{3FA57D62-CDAF-4748-842B-D30FD402E6F6}"/>
                </a:ext>
              </a:extLst>
            </p:cNvPr>
            <p:cNvSpPr>
              <a:spLocks noGrp="1"/>
            </p:cNvSpPr>
            <p:nvPr/>
          </p:nvSpPr>
          <p:spPr>
            <a:xfrm>
              <a:off x="23369588" y="6621066"/>
              <a:ext cx="236680" cy="6096"/>
            </a:xfrm>
            <a:prstGeom prst="rect">
              <a:avLst/>
            </a:prstGeom>
            <a:solidFill>
              <a:srgbClr val="7BC6B6"/>
            </a:solidFill>
            <a:ln w="0">
              <a:noFill/>
              <a:prstDash val="solid"/>
            </a:ln>
          </p:spPr>
        </p:sp>
        <p:sp>
          <p:nvSpPr>
            <p:cNvPr id="4703" name="dense-map-10-cell-89">
              <a:extLst>
                <a:ext uri="{FF2B5EF4-FFF2-40B4-BE49-F238E27FC236}">
                  <a16:creationId xmlns:a16="http://schemas.microsoft.com/office/drawing/2014/main" id="{21707049-88AD-4EEF-8A2D-FB2EB1977BF6}"/>
                </a:ext>
              </a:extLst>
            </p:cNvPr>
            <p:cNvSpPr>
              <a:spLocks noGrp="1"/>
            </p:cNvSpPr>
            <p:nvPr/>
          </p:nvSpPr>
          <p:spPr>
            <a:xfrm>
              <a:off x="23369588" y="6627019"/>
              <a:ext cx="236680" cy="6096"/>
            </a:xfrm>
            <a:prstGeom prst="rect">
              <a:avLst/>
            </a:prstGeom>
            <a:solidFill>
              <a:srgbClr val="6ABDAB"/>
            </a:solidFill>
            <a:ln w="0">
              <a:noFill/>
              <a:prstDash val="solid"/>
            </a:ln>
          </p:spPr>
        </p:sp>
        <p:sp>
          <p:nvSpPr>
            <p:cNvPr id="4704" name="dense-map-10-cell-88">
              <a:extLst>
                <a:ext uri="{FF2B5EF4-FFF2-40B4-BE49-F238E27FC236}">
                  <a16:creationId xmlns:a16="http://schemas.microsoft.com/office/drawing/2014/main" id="{B99BAA8A-4043-4224-B468-80CDCA4D8911}"/>
                </a:ext>
              </a:extLst>
            </p:cNvPr>
            <p:cNvSpPr>
              <a:spLocks noGrp="1"/>
            </p:cNvSpPr>
            <p:nvPr/>
          </p:nvSpPr>
          <p:spPr>
            <a:xfrm>
              <a:off x="23369588" y="6632972"/>
              <a:ext cx="236680" cy="6096"/>
            </a:xfrm>
            <a:prstGeom prst="rect">
              <a:avLst/>
            </a:prstGeom>
            <a:solidFill>
              <a:srgbClr val="53BAA1"/>
            </a:solidFill>
            <a:ln w="0">
              <a:noFill/>
              <a:prstDash val="solid"/>
            </a:ln>
          </p:spPr>
        </p:sp>
        <p:sp>
          <p:nvSpPr>
            <p:cNvPr id="4705" name="dense-map-10-cell-87">
              <a:extLst>
                <a:ext uri="{FF2B5EF4-FFF2-40B4-BE49-F238E27FC236}">
                  <a16:creationId xmlns:a16="http://schemas.microsoft.com/office/drawing/2014/main" id="{51A8811B-AD81-4341-94B0-9AB340F7C0B1}"/>
                </a:ext>
              </a:extLst>
            </p:cNvPr>
            <p:cNvSpPr>
              <a:spLocks noGrp="1"/>
            </p:cNvSpPr>
            <p:nvPr/>
          </p:nvSpPr>
          <p:spPr>
            <a:xfrm>
              <a:off x="23369588" y="6638925"/>
              <a:ext cx="236680" cy="6096"/>
            </a:xfrm>
            <a:prstGeom prst="rect">
              <a:avLst/>
            </a:prstGeom>
            <a:solidFill>
              <a:srgbClr val="45B599"/>
            </a:solidFill>
            <a:ln w="0">
              <a:noFill/>
              <a:prstDash val="solid"/>
            </a:ln>
          </p:spPr>
        </p:sp>
        <p:sp>
          <p:nvSpPr>
            <p:cNvPr id="4706" name="dense-map-10-cell-86">
              <a:extLst>
                <a:ext uri="{FF2B5EF4-FFF2-40B4-BE49-F238E27FC236}">
                  <a16:creationId xmlns:a16="http://schemas.microsoft.com/office/drawing/2014/main" id="{7943C1B1-A98F-4AEF-81BF-D6628E1E5AFC}"/>
                </a:ext>
              </a:extLst>
            </p:cNvPr>
            <p:cNvSpPr>
              <a:spLocks noGrp="1"/>
            </p:cNvSpPr>
            <p:nvPr/>
          </p:nvSpPr>
          <p:spPr>
            <a:xfrm>
              <a:off x="23369588" y="6644878"/>
              <a:ext cx="236680" cy="6096"/>
            </a:xfrm>
            <a:prstGeom prst="rect">
              <a:avLst/>
            </a:prstGeom>
            <a:solidFill>
              <a:srgbClr val="40B193"/>
            </a:solidFill>
            <a:ln w="0">
              <a:noFill/>
              <a:prstDash val="solid"/>
            </a:ln>
          </p:spPr>
        </p:sp>
        <p:sp>
          <p:nvSpPr>
            <p:cNvPr id="4707" name="dense-map-10-cell-85">
              <a:extLst>
                <a:ext uri="{FF2B5EF4-FFF2-40B4-BE49-F238E27FC236}">
                  <a16:creationId xmlns:a16="http://schemas.microsoft.com/office/drawing/2014/main" id="{FA3B40FF-5560-42DE-8BF6-FD36B053B1DC}"/>
                </a:ext>
              </a:extLst>
            </p:cNvPr>
            <p:cNvSpPr>
              <a:spLocks noGrp="1"/>
            </p:cNvSpPr>
            <p:nvPr/>
          </p:nvSpPr>
          <p:spPr>
            <a:xfrm>
              <a:off x="23369588" y="6650831"/>
              <a:ext cx="236680" cy="6096"/>
            </a:xfrm>
            <a:prstGeom prst="rect">
              <a:avLst/>
            </a:prstGeom>
            <a:solidFill>
              <a:srgbClr val="40AD8B"/>
            </a:solidFill>
            <a:ln w="0">
              <a:noFill/>
              <a:prstDash val="solid"/>
            </a:ln>
          </p:spPr>
        </p:sp>
        <p:sp>
          <p:nvSpPr>
            <p:cNvPr id="4708" name="dense-map-10-cell-84">
              <a:extLst>
                <a:ext uri="{FF2B5EF4-FFF2-40B4-BE49-F238E27FC236}">
                  <a16:creationId xmlns:a16="http://schemas.microsoft.com/office/drawing/2014/main" id="{D87C0F71-FFED-4742-8438-41FF891C34BC}"/>
                </a:ext>
              </a:extLst>
            </p:cNvPr>
            <p:cNvSpPr>
              <a:spLocks noGrp="1"/>
            </p:cNvSpPr>
            <p:nvPr/>
          </p:nvSpPr>
          <p:spPr>
            <a:xfrm>
              <a:off x="23369588" y="6656784"/>
              <a:ext cx="236680" cy="6096"/>
            </a:xfrm>
            <a:prstGeom prst="rect">
              <a:avLst/>
            </a:prstGeom>
            <a:solidFill>
              <a:srgbClr val="40A984"/>
            </a:solidFill>
            <a:ln w="0">
              <a:noFill/>
              <a:prstDash val="solid"/>
            </a:ln>
          </p:spPr>
        </p:sp>
        <p:sp>
          <p:nvSpPr>
            <p:cNvPr id="4709" name="dense-map-10-cell-83">
              <a:extLst>
                <a:ext uri="{FF2B5EF4-FFF2-40B4-BE49-F238E27FC236}">
                  <a16:creationId xmlns:a16="http://schemas.microsoft.com/office/drawing/2014/main" id="{4EC9D101-7C2F-47D7-880F-6DB27243A16D}"/>
                </a:ext>
              </a:extLst>
            </p:cNvPr>
            <p:cNvSpPr>
              <a:spLocks noGrp="1"/>
            </p:cNvSpPr>
            <p:nvPr/>
          </p:nvSpPr>
          <p:spPr>
            <a:xfrm>
              <a:off x="23369588" y="6662738"/>
              <a:ext cx="236680" cy="6096"/>
            </a:xfrm>
            <a:prstGeom prst="rect">
              <a:avLst/>
            </a:prstGeom>
            <a:solidFill>
              <a:srgbClr val="40A57E"/>
            </a:solidFill>
            <a:ln w="0">
              <a:noFill/>
              <a:prstDash val="solid"/>
            </a:ln>
          </p:spPr>
        </p:sp>
        <p:sp>
          <p:nvSpPr>
            <p:cNvPr id="4710" name="dense-map-10-cell-82">
              <a:extLst>
                <a:ext uri="{FF2B5EF4-FFF2-40B4-BE49-F238E27FC236}">
                  <a16:creationId xmlns:a16="http://schemas.microsoft.com/office/drawing/2014/main" id="{1FC8968A-9641-4D00-B260-47A6C3B4D02B}"/>
                </a:ext>
              </a:extLst>
            </p:cNvPr>
            <p:cNvSpPr>
              <a:spLocks noGrp="1"/>
            </p:cNvSpPr>
            <p:nvPr/>
          </p:nvSpPr>
          <p:spPr>
            <a:xfrm>
              <a:off x="23369588" y="6668691"/>
              <a:ext cx="236680" cy="6096"/>
            </a:xfrm>
            <a:prstGeom prst="rect">
              <a:avLst/>
            </a:prstGeom>
            <a:solidFill>
              <a:srgbClr val="3F9969"/>
            </a:solidFill>
            <a:ln w="0">
              <a:noFill/>
              <a:prstDash val="solid"/>
            </a:ln>
          </p:spPr>
        </p:sp>
        <p:sp>
          <p:nvSpPr>
            <p:cNvPr id="4711" name="dense-map-10-cell-81">
              <a:extLst>
                <a:ext uri="{FF2B5EF4-FFF2-40B4-BE49-F238E27FC236}">
                  <a16:creationId xmlns:a16="http://schemas.microsoft.com/office/drawing/2014/main" id="{6D39452D-544A-4E61-819D-A9F6555F8A60}"/>
                </a:ext>
              </a:extLst>
            </p:cNvPr>
            <p:cNvSpPr>
              <a:spLocks noGrp="1"/>
            </p:cNvSpPr>
            <p:nvPr/>
          </p:nvSpPr>
          <p:spPr>
            <a:xfrm>
              <a:off x="23369588" y="6674644"/>
              <a:ext cx="236680" cy="6096"/>
            </a:xfrm>
            <a:prstGeom prst="rect">
              <a:avLst/>
            </a:prstGeom>
            <a:solidFill>
              <a:srgbClr val="3E8E56"/>
            </a:solidFill>
            <a:ln w="0">
              <a:noFill/>
              <a:prstDash val="solid"/>
            </a:ln>
          </p:spPr>
        </p:sp>
        <p:sp>
          <p:nvSpPr>
            <p:cNvPr id="4712" name="dense-map-10-cell-80">
              <a:extLst>
                <a:ext uri="{FF2B5EF4-FFF2-40B4-BE49-F238E27FC236}">
                  <a16:creationId xmlns:a16="http://schemas.microsoft.com/office/drawing/2014/main" id="{9BC9462B-1C74-4FED-8D5E-453DCFC2981B}"/>
                </a:ext>
              </a:extLst>
            </p:cNvPr>
            <p:cNvSpPr>
              <a:spLocks noGrp="1"/>
            </p:cNvSpPr>
            <p:nvPr/>
          </p:nvSpPr>
          <p:spPr>
            <a:xfrm>
              <a:off x="23369588" y="6680597"/>
              <a:ext cx="236680" cy="6096"/>
            </a:xfrm>
            <a:prstGeom prst="rect">
              <a:avLst/>
            </a:prstGeom>
            <a:solidFill>
              <a:srgbClr val="3E8C53"/>
            </a:solidFill>
            <a:ln w="0">
              <a:noFill/>
              <a:prstDash val="solid"/>
            </a:ln>
          </p:spPr>
        </p:sp>
        <p:sp>
          <p:nvSpPr>
            <p:cNvPr id="4713" name="dense-map-10-cell-79">
              <a:extLst>
                <a:ext uri="{FF2B5EF4-FFF2-40B4-BE49-F238E27FC236}">
                  <a16:creationId xmlns:a16="http://schemas.microsoft.com/office/drawing/2014/main" id="{8BE32664-B7CE-41C1-88D1-EB8556453F97}"/>
                </a:ext>
              </a:extLst>
            </p:cNvPr>
            <p:cNvSpPr>
              <a:spLocks noGrp="1"/>
            </p:cNvSpPr>
            <p:nvPr/>
          </p:nvSpPr>
          <p:spPr>
            <a:xfrm>
              <a:off x="23369588" y="6686550"/>
              <a:ext cx="236680" cy="6096"/>
            </a:xfrm>
            <a:prstGeom prst="rect">
              <a:avLst/>
            </a:prstGeom>
            <a:solidFill>
              <a:srgbClr val="3E8B51"/>
            </a:solidFill>
            <a:ln w="0">
              <a:noFill/>
              <a:prstDash val="solid"/>
            </a:ln>
          </p:spPr>
        </p:sp>
        <p:sp>
          <p:nvSpPr>
            <p:cNvPr id="4714" name="dense-map-10-cell-78">
              <a:extLst>
                <a:ext uri="{FF2B5EF4-FFF2-40B4-BE49-F238E27FC236}">
                  <a16:creationId xmlns:a16="http://schemas.microsoft.com/office/drawing/2014/main" id="{5E74CDC9-4BB5-4521-B169-190FED087B07}"/>
                </a:ext>
              </a:extLst>
            </p:cNvPr>
            <p:cNvSpPr>
              <a:spLocks noGrp="1"/>
            </p:cNvSpPr>
            <p:nvPr/>
          </p:nvSpPr>
          <p:spPr>
            <a:xfrm>
              <a:off x="23369588" y="6692503"/>
              <a:ext cx="236680" cy="6096"/>
            </a:xfrm>
            <a:prstGeom prst="rect">
              <a:avLst/>
            </a:prstGeom>
            <a:solidFill>
              <a:srgbClr val="3E8B51"/>
            </a:solidFill>
            <a:ln w="0">
              <a:noFill/>
              <a:prstDash val="solid"/>
            </a:ln>
          </p:spPr>
        </p:sp>
        <p:sp>
          <p:nvSpPr>
            <p:cNvPr id="4715" name="dense-map-10-cell-77">
              <a:extLst>
                <a:ext uri="{FF2B5EF4-FFF2-40B4-BE49-F238E27FC236}">
                  <a16:creationId xmlns:a16="http://schemas.microsoft.com/office/drawing/2014/main" id="{BE89A5AB-44CB-4BCE-9585-2A3F291980B7}"/>
                </a:ext>
              </a:extLst>
            </p:cNvPr>
            <p:cNvSpPr>
              <a:spLocks noGrp="1"/>
            </p:cNvSpPr>
            <p:nvPr/>
          </p:nvSpPr>
          <p:spPr>
            <a:xfrm>
              <a:off x="23369588" y="6698456"/>
              <a:ext cx="236680" cy="6096"/>
            </a:xfrm>
            <a:prstGeom prst="rect">
              <a:avLst/>
            </a:prstGeom>
            <a:solidFill>
              <a:srgbClr val="3E8B51"/>
            </a:solidFill>
            <a:ln w="0">
              <a:noFill/>
              <a:prstDash val="solid"/>
            </a:ln>
          </p:spPr>
        </p:sp>
        <p:sp>
          <p:nvSpPr>
            <p:cNvPr id="4716" name="dense-map-10-cell-76">
              <a:extLst>
                <a:ext uri="{FF2B5EF4-FFF2-40B4-BE49-F238E27FC236}">
                  <a16:creationId xmlns:a16="http://schemas.microsoft.com/office/drawing/2014/main" id="{991D9BA1-3FCF-49F3-847C-9731FBCADE40}"/>
                </a:ext>
              </a:extLst>
            </p:cNvPr>
            <p:cNvSpPr>
              <a:spLocks noGrp="1"/>
            </p:cNvSpPr>
            <p:nvPr/>
          </p:nvSpPr>
          <p:spPr>
            <a:xfrm>
              <a:off x="23369588" y="6704409"/>
              <a:ext cx="236680" cy="6096"/>
            </a:xfrm>
            <a:prstGeom prst="rect">
              <a:avLst/>
            </a:prstGeom>
            <a:solidFill>
              <a:srgbClr val="418B50"/>
            </a:solidFill>
            <a:ln w="0">
              <a:noFill/>
              <a:prstDash val="solid"/>
            </a:ln>
          </p:spPr>
        </p:sp>
        <p:sp>
          <p:nvSpPr>
            <p:cNvPr id="4717" name="dense-map-10-cell-75">
              <a:extLst>
                <a:ext uri="{FF2B5EF4-FFF2-40B4-BE49-F238E27FC236}">
                  <a16:creationId xmlns:a16="http://schemas.microsoft.com/office/drawing/2014/main" id="{85B4B9BD-48FF-45D1-8D2A-5DB8B49C3F63}"/>
                </a:ext>
              </a:extLst>
            </p:cNvPr>
            <p:cNvSpPr>
              <a:spLocks noGrp="1"/>
            </p:cNvSpPr>
            <p:nvPr/>
          </p:nvSpPr>
          <p:spPr>
            <a:xfrm>
              <a:off x="23369588" y="6710363"/>
              <a:ext cx="236680" cy="6096"/>
            </a:xfrm>
            <a:prstGeom prst="rect">
              <a:avLst/>
            </a:prstGeom>
            <a:solidFill>
              <a:srgbClr val="44894E"/>
            </a:solidFill>
            <a:ln w="0">
              <a:noFill/>
              <a:prstDash val="solid"/>
            </a:ln>
          </p:spPr>
        </p:sp>
        <p:sp>
          <p:nvSpPr>
            <p:cNvPr id="4718" name="dense-map-10-cell-74">
              <a:extLst>
                <a:ext uri="{FF2B5EF4-FFF2-40B4-BE49-F238E27FC236}">
                  <a16:creationId xmlns:a16="http://schemas.microsoft.com/office/drawing/2014/main" id="{C72EE388-72DA-418D-8085-9AD7057C8C54}"/>
                </a:ext>
              </a:extLst>
            </p:cNvPr>
            <p:cNvSpPr>
              <a:spLocks noGrp="1"/>
            </p:cNvSpPr>
            <p:nvPr/>
          </p:nvSpPr>
          <p:spPr>
            <a:xfrm>
              <a:off x="23369588" y="6716316"/>
              <a:ext cx="236680" cy="6096"/>
            </a:xfrm>
            <a:prstGeom prst="rect">
              <a:avLst/>
            </a:prstGeom>
            <a:solidFill>
              <a:srgbClr val="46894D"/>
            </a:solidFill>
            <a:ln w="0">
              <a:noFill/>
              <a:prstDash val="solid"/>
            </a:ln>
          </p:spPr>
        </p:sp>
        <p:sp>
          <p:nvSpPr>
            <p:cNvPr id="4719" name="dense-map-10-cell-73">
              <a:extLst>
                <a:ext uri="{FF2B5EF4-FFF2-40B4-BE49-F238E27FC236}">
                  <a16:creationId xmlns:a16="http://schemas.microsoft.com/office/drawing/2014/main" id="{CFFF916F-0F7E-46B6-B9CB-A3453174C22D}"/>
                </a:ext>
              </a:extLst>
            </p:cNvPr>
            <p:cNvSpPr>
              <a:spLocks noGrp="1"/>
            </p:cNvSpPr>
            <p:nvPr/>
          </p:nvSpPr>
          <p:spPr>
            <a:xfrm>
              <a:off x="23369588" y="6722269"/>
              <a:ext cx="236680" cy="6096"/>
            </a:xfrm>
            <a:prstGeom prst="rect">
              <a:avLst/>
            </a:prstGeom>
            <a:solidFill>
              <a:srgbClr val="48884C"/>
            </a:solidFill>
            <a:ln w="0">
              <a:noFill/>
              <a:prstDash val="solid"/>
            </a:ln>
          </p:spPr>
        </p:sp>
        <p:sp>
          <p:nvSpPr>
            <p:cNvPr id="4720" name="dense-map-10-cell-72">
              <a:extLst>
                <a:ext uri="{FF2B5EF4-FFF2-40B4-BE49-F238E27FC236}">
                  <a16:creationId xmlns:a16="http://schemas.microsoft.com/office/drawing/2014/main" id="{C2FD3337-4947-45B9-AE21-CAD12AA05C3B}"/>
                </a:ext>
              </a:extLst>
            </p:cNvPr>
            <p:cNvSpPr>
              <a:spLocks noGrp="1"/>
            </p:cNvSpPr>
            <p:nvPr/>
          </p:nvSpPr>
          <p:spPr>
            <a:xfrm>
              <a:off x="23369588" y="6728222"/>
              <a:ext cx="236680" cy="6096"/>
            </a:xfrm>
            <a:prstGeom prst="rect">
              <a:avLst/>
            </a:prstGeom>
            <a:solidFill>
              <a:srgbClr val="48884C"/>
            </a:solidFill>
            <a:ln w="0">
              <a:noFill/>
              <a:prstDash val="solid"/>
            </a:ln>
          </p:spPr>
        </p:sp>
        <p:sp>
          <p:nvSpPr>
            <p:cNvPr id="4721" name="dense-map-10-cell-71">
              <a:extLst>
                <a:ext uri="{FF2B5EF4-FFF2-40B4-BE49-F238E27FC236}">
                  <a16:creationId xmlns:a16="http://schemas.microsoft.com/office/drawing/2014/main" id="{561E11D4-34AC-465D-B301-EB76E34F9E62}"/>
                </a:ext>
              </a:extLst>
            </p:cNvPr>
            <p:cNvSpPr>
              <a:spLocks noGrp="1"/>
            </p:cNvSpPr>
            <p:nvPr/>
          </p:nvSpPr>
          <p:spPr>
            <a:xfrm>
              <a:off x="23369588" y="6734175"/>
              <a:ext cx="236680" cy="6096"/>
            </a:xfrm>
            <a:prstGeom prst="rect">
              <a:avLst/>
            </a:prstGeom>
            <a:solidFill>
              <a:srgbClr val="46894D"/>
            </a:solidFill>
            <a:ln w="0">
              <a:noFill/>
              <a:prstDash val="solid"/>
            </a:ln>
          </p:spPr>
        </p:sp>
        <p:sp>
          <p:nvSpPr>
            <p:cNvPr id="4722" name="dense-map-10-cell-70">
              <a:extLst>
                <a:ext uri="{FF2B5EF4-FFF2-40B4-BE49-F238E27FC236}">
                  <a16:creationId xmlns:a16="http://schemas.microsoft.com/office/drawing/2014/main" id="{498CF842-435A-4783-B89C-30DC767B1493}"/>
                </a:ext>
              </a:extLst>
            </p:cNvPr>
            <p:cNvSpPr>
              <a:spLocks noGrp="1"/>
            </p:cNvSpPr>
            <p:nvPr/>
          </p:nvSpPr>
          <p:spPr>
            <a:xfrm>
              <a:off x="23369588" y="6740128"/>
              <a:ext cx="236680" cy="6096"/>
            </a:xfrm>
            <a:prstGeom prst="rect">
              <a:avLst/>
            </a:prstGeom>
            <a:solidFill>
              <a:srgbClr val="448A4F"/>
            </a:solidFill>
            <a:ln w="0">
              <a:noFill/>
              <a:prstDash val="solid"/>
            </a:ln>
          </p:spPr>
        </p:sp>
        <p:sp>
          <p:nvSpPr>
            <p:cNvPr id="4723" name="dense-map-10-cell-69">
              <a:extLst>
                <a:ext uri="{FF2B5EF4-FFF2-40B4-BE49-F238E27FC236}">
                  <a16:creationId xmlns:a16="http://schemas.microsoft.com/office/drawing/2014/main" id="{32319494-8F64-41DE-9A79-38BAEB141A00}"/>
                </a:ext>
              </a:extLst>
            </p:cNvPr>
            <p:cNvSpPr>
              <a:spLocks noGrp="1"/>
            </p:cNvSpPr>
            <p:nvPr/>
          </p:nvSpPr>
          <p:spPr>
            <a:xfrm>
              <a:off x="23369588" y="6746081"/>
              <a:ext cx="236680" cy="6096"/>
            </a:xfrm>
            <a:prstGeom prst="rect">
              <a:avLst/>
            </a:prstGeom>
            <a:solidFill>
              <a:srgbClr val="3F8B51"/>
            </a:solidFill>
            <a:ln w="0">
              <a:noFill/>
              <a:prstDash val="solid"/>
            </a:ln>
          </p:spPr>
        </p:sp>
        <p:sp>
          <p:nvSpPr>
            <p:cNvPr id="4724" name="dense-map-10-cell-68">
              <a:extLst>
                <a:ext uri="{FF2B5EF4-FFF2-40B4-BE49-F238E27FC236}">
                  <a16:creationId xmlns:a16="http://schemas.microsoft.com/office/drawing/2014/main" id="{717A0D25-9083-4B3C-815B-236EC0B8099F}"/>
                </a:ext>
              </a:extLst>
            </p:cNvPr>
            <p:cNvSpPr>
              <a:spLocks noGrp="1"/>
            </p:cNvSpPr>
            <p:nvPr/>
          </p:nvSpPr>
          <p:spPr>
            <a:xfrm>
              <a:off x="23369588" y="6752034"/>
              <a:ext cx="236680" cy="6096"/>
            </a:xfrm>
            <a:prstGeom prst="rect">
              <a:avLst/>
            </a:prstGeom>
            <a:solidFill>
              <a:srgbClr val="3E8B51"/>
            </a:solidFill>
            <a:ln w="0">
              <a:noFill/>
              <a:prstDash val="solid"/>
            </a:ln>
          </p:spPr>
        </p:sp>
        <p:sp>
          <p:nvSpPr>
            <p:cNvPr id="4725" name="dense-map-10-cell-67">
              <a:extLst>
                <a:ext uri="{FF2B5EF4-FFF2-40B4-BE49-F238E27FC236}">
                  <a16:creationId xmlns:a16="http://schemas.microsoft.com/office/drawing/2014/main" id="{A7CC26AF-3E36-4707-A259-F2D77BF3590F}"/>
                </a:ext>
              </a:extLst>
            </p:cNvPr>
            <p:cNvSpPr>
              <a:spLocks noGrp="1"/>
            </p:cNvSpPr>
            <p:nvPr/>
          </p:nvSpPr>
          <p:spPr>
            <a:xfrm>
              <a:off x="23369588" y="6757988"/>
              <a:ext cx="236680" cy="6096"/>
            </a:xfrm>
            <a:prstGeom prst="rect">
              <a:avLst/>
            </a:prstGeom>
            <a:solidFill>
              <a:srgbClr val="3E8B51"/>
            </a:solidFill>
            <a:ln w="0">
              <a:noFill/>
              <a:prstDash val="solid"/>
            </a:ln>
          </p:spPr>
        </p:sp>
        <p:sp>
          <p:nvSpPr>
            <p:cNvPr id="4726" name="dense-map-10-cell-66">
              <a:extLst>
                <a:ext uri="{FF2B5EF4-FFF2-40B4-BE49-F238E27FC236}">
                  <a16:creationId xmlns:a16="http://schemas.microsoft.com/office/drawing/2014/main" id="{D2CE387B-8628-4791-A80D-60FA497F78FE}"/>
                </a:ext>
              </a:extLst>
            </p:cNvPr>
            <p:cNvSpPr>
              <a:spLocks noGrp="1"/>
            </p:cNvSpPr>
            <p:nvPr/>
          </p:nvSpPr>
          <p:spPr>
            <a:xfrm>
              <a:off x="23369588" y="6763941"/>
              <a:ext cx="236680" cy="6096"/>
            </a:xfrm>
            <a:prstGeom prst="rect">
              <a:avLst/>
            </a:prstGeom>
            <a:solidFill>
              <a:srgbClr val="3E8B52"/>
            </a:solidFill>
            <a:ln w="0">
              <a:noFill/>
              <a:prstDash val="solid"/>
            </a:ln>
          </p:spPr>
        </p:sp>
        <p:sp>
          <p:nvSpPr>
            <p:cNvPr id="4727" name="dense-map-10-cell-65">
              <a:extLst>
                <a:ext uri="{FF2B5EF4-FFF2-40B4-BE49-F238E27FC236}">
                  <a16:creationId xmlns:a16="http://schemas.microsoft.com/office/drawing/2014/main" id="{3079A909-2D0C-432D-88FB-DC2D08677359}"/>
                </a:ext>
              </a:extLst>
            </p:cNvPr>
            <p:cNvSpPr>
              <a:spLocks noGrp="1"/>
            </p:cNvSpPr>
            <p:nvPr/>
          </p:nvSpPr>
          <p:spPr>
            <a:xfrm>
              <a:off x="23369588" y="6769894"/>
              <a:ext cx="236680" cy="6096"/>
            </a:xfrm>
            <a:prstGeom prst="rect">
              <a:avLst/>
            </a:prstGeom>
            <a:solidFill>
              <a:srgbClr val="3C8B53"/>
            </a:solidFill>
            <a:ln w="0">
              <a:noFill/>
              <a:prstDash val="solid"/>
            </a:ln>
          </p:spPr>
        </p:sp>
        <p:sp>
          <p:nvSpPr>
            <p:cNvPr id="4728" name="dense-map-10-cell-64">
              <a:extLst>
                <a:ext uri="{FF2B5EF4-FFF2-40B4-BE49-F238E27FC236}">
                  <a16:creationId xmlns:a16="http://schemas.microsoft.com/office/drawing/2014/main" id="{41A49E69-AAEA-487A-AC28-79658266F3DD}"/>
                </a:ext>
              </a:extLst>
            </p:cNvPr>
            <p:cNvSpPr>
              <a:spLocks noGrp="1"/>
            </p:cNvSpPr>
            <p:nvPr/>
          </p:nvSpPr>
          <p:spPr>
            <a:xfrm>
              <a:off x="23369588" y="6775847"/>
              <a:ext cx="236680" cy="6096"/>
            </a:xfrm>
            <a:prstGeom prst="rect">
              <a:avLst/>
            </a:prstGeom>
            <a:solidFill>
              <a:srgbClr val="398C56"/>
            </a:solidFill>
            <a:ln w="0">
              <a:noFill/>
              <a:prstDash val="solid"/>
            </a:ln>
          </p:spPr>
        </p:sp>
        <p:sp>
          <p:nvSpPr>
            <p:cNvPr id="4729" name="dense-map-10-cell-63">
              <a:extLst>
                <a:ext uri="{FF2B5EF4-FFF2-40B4-BE49-F238E27FC236}">
                  <a16:creationId xmlns:a16="http://schemas.microsoft.com/office/drawing/2014/main" id="{8683583E-690D-4C74-B828-98D89BEBD820}"/>
                </a:ext>
              </a:extLst>
            </p:cNvPr>
            <p:cNvSpPr>
              <a:spLocks noGrp="1"/>
            </p:cNvSpPr>
            <p:nvPr/>
          </p:nvSpPr>
          <p:spPr>
            <a:xfrm>
              <a:off x="23369588" y="6781800"/>
              <a:ext cx="236680" cy="6096"/>
            </a:xfrm>
            <a:prstGeom prst="rect">
              <a:avLst/>
            </a:prstGeom>
            <a:solidFill>
              <a:srgbClr val="2E8E61"/>
            </a:solidFill>
            <a:ln w="0">
              <a:noFill/>
              <a:prstDash val="solid"/>
            </a:ln>
          </p:spPr>
        </p:sp>
        <p:sp>
          <p:nvSpPr>
            <p:cNvPr id="4730" name="dense-map-10-cell-62">
              <a:extLst>
                <a:ext uri="{FF2B5EF4-FFF2-40B4-BE49-F238E27FC236}">
                  <a16:creationId xmlns:a16="http://schemas.microsoft.com/office/drawing/2014/main" id="{9318F7AA-97C0-4591-903D-B05A618C3FE1}"/>
                </a:ext>
              </a:extLst>
            </p:cNvPr>
            <p:cNvSpPr>
              <a:spLocks noGrp="1"/>
            </p:cNvSpPr>
            <p:nvPr/>
          </p:nvSpPr>
          <p:spPr>
            <a:xfrm>
              <a:off x="23369588" y="6787753"/>
              <a:ext cx="236680" cy="6096"/>
            </a:xfrm>
            <a:prstGeom prst="rect">
              <a:avLst/>
            </a:prstGeom>
            <a:solidFill>
              <a:srgbClr val="26926D"/>
            </a:solidFill>
            <a:ln w="0">
              <a:noFill/>
              <a:prstDash val="solid"/>
            </a:ln>
          </p:spPr>
        </p:sp>
        <p:sp>
          <p:nvSpPr>
            <p:cNvPr id="4731" name="dense-map-10-cell-61">
              <a:extLst>
                <a:ext uri="{FF2B5EF4-FFF2-40B4-BE49-F238E27FC236}">
                  <a16:creationId xmlns:a16="http://schemas.microsoft.com/office/drawing/2014/main" id="{532D8B28-7EB7-4EC4-A925-A692D51FD38D}"/>
                </a:ext>
              </a:extLst>
            </p:cNvPr>
            <p:cNvSpPr>
              <a:spLocks noGrp="1"/>
            </p:cNvSpPr>
            <p:nvPr/>
          </p:nvSpPr>
          <p:spPr>
            <a:xfrm>
              <a:off x="23369588" y="6793706"/>
              <a:ext cx="236680" cy="6096"/>
            </a:xfrm>
            <a:prstGeom prst="rect">
              <a:avLst/>
            </a:prstGeom>
            <a:solidFill>
              <a:srgbClr val="2D966F"/>
            </a:solidFill>
            <a:ln w="0">
              <a:noFill/>
              <a:prstDash val="solid"/>
            </a:ln>
          </p:spPr>
        </p:sp>
        <p:sp>
          <p:nvSpPr>
            <p:cNvPr id="4732" name="dense-map-10-cell-60">
              <a:extLst>
                <a:ext uri="{FF2B5EF4-FFF2-40B4-BE49-F238E27FC236}">
                  <a16:creationId xmlns:a16="http://schemas.microsoft.com/office/drawing/2014/main" id="{1EF883CB-9652-4B99-8327-FEC0A3E3CF6C}"/>
                </a:ext>
              </a:extLst>
            </p:cNvPr>
            <p:cNvSpPr>
              <a:spLocks noGrp="1"/>
            </p:cNvSpPr>
            <p:nvPr/>
          </p:nvSpPr>
          <p:spPr>
            <a:xfrm>
              <a:off x="23369588" y="6799659"/>
              <a:ext cx="236680" cy="6096"/>
            </a:xfrm>
            <a:prstGeom prst="rect">
              <a:avLst/>
            </a:prstGeom>
            <a:solidFill>
              <a:srgbClr val="339B74"/>
            </a:solidFill>
            <a:ln w="0">
              <a:noFill/>
              <a:prstDash val="solid"/>
            </a:ln>
          </p:spPr>
        </p:sp>
        <p:sp>
          <p:nvSpPr>
            <p:cNvPr id="4733" name="dense-map-10-cell-59">
              <a:extLst>
                <a:ext uri="{FF2B5EF4-FFF2-40B4-BE49-F238E27FC236}">
                  <a16:creationId xmlns:a16="http://schemas.microsoft.com/office/drawing/2014/main" id="{8727C6EE-EB87-4BEA-BA28-5EA74DE864AC}"/>
                </a:ext>
              </a:extLst>
            </p:cNvPr>
            <p:cNvSpPr>
              <a:spLocks noGrp="1"/>
            </p:cNvSpPr>
            <p:nvPr/>
          </p:nvSpPr>
          <p:spPr>
            <a:xfrm>
              <a:off x="23369588" y="6805613"/>
              <a:ext cx="236680" cy="6096"/>
            </a:xfrm>
            <a:prstGeom prst="rect">
              <a:avLst/>
            </a:prstGeom>
            <a:solidFill>
              <a:srgbClr val="39A581"/>
            </a:solidFill>
            <a:ln w="0">
              <a:noFill/>
              <a:prstDash val="solid"/>
            </a:ln>
          </p:spPr>
        </p:sp>
        <p:sp>
          <p:nvSpPr>
            <p:cNvPr id="4734" name="dense-map-10-cell-58">
              <a:extLst>
                <a:ext uri="{FF2B5EF4-FFF2-40B4-BE49-F238E27FC236}">
                  <a16:creationId xmlns:a16="http://schemas.microsoft.com/office/drawing/2014/main" id="{07866CE2-5A3B-4D9F-B6A3-8305E4391187}"/>
                </a:ext>
              </a:extLst>
            </p:cNvPr>
            <p:cNvSpPr>
              <a:spLocks noGrp="1"/>
            </p:cNvSpPr>
            <p:nvPr/>
          </p:nvSpPr>
          <p:spPr>
            <a:xfrm>
              <a:off x="23369588" y="6811566"/>
              <a:ext cx="236680" cy="6096"/>
            </a:xfrm>
            <a:prstGeom prst="rect">
              <a:avLst/>
            </a:prstGeom>
            <a:solidFill>
              <a:srgbClr val="3EAF91"/>
            </a:solidFill>
            <a:ln w="0">
              <a:noFill/>
              <a:prstDash val="solid"/>
            </a:ln>
          </p:spPr>
        </p:sp>
        <p:sp>
          <p:nvSpPr>
            <p:cNvPr id="4735" name="dense-map-10-cell-57">
              <a:extLst>
                <a:ext uri="{FF2B5EF4-FFF2-40B4-BE49-F238E27FC236}">
                  <a16:creationId xmlns:a16="http://schemas.microsoft.com/office/drawing/2014/main" id="{CAAD474E-D32A-4680-82D1-F04985E2901B}"/>
                </a:ext>
              </a:extLst>
            </p:cNvPr>
            <p:cNvSpPr>
              <a:spLocks noGrp="1"/>
            </p:cNvSpPr>
            <p:nvPr/>
          </p:nvSpPr>
          <p:spPr>
            <a:xfrm>
              <a:off x="23369588" y="6817519"/>
              <a:ext cx="236680" cy="6096"/>
            </a:xfrm>
            <a:prstGeom prst="rect">
              <a:avLst/>
            </a:prstGeom>
            <a:solidFill>
              <a:srgbClr val="40B497"/>
            </a:solidFill>
            <a:ln w="0">
              <a:noFill/>
              <a:prstDash val="solid"/>
            </a:ln>
          </p:spPr>
        </p:sp>
        <p:sp>
          <p:nvSpPr>
            <p:cNvPr id="4736" name="dense-map-10-cell-56">
              <a:extLst>
                <a:ext uri="{FF2B5EF4-FFF2-40B4-BE49-F238E27FC236}">
                  <a16:creationId xmlns:a16="http://schemas.microsoft.com/office/drawing/2014/main" id="{8C988CF4-6F0C-441C-93CA-456B9D5AE1F1}"/>
                </a:ext>
              </a:extLst>
            </p:cNvPr>
            <p:cNvSpPr>
              <a:spLocks noGrp="1"/>
            </p:cNvSpPr>
            <p:nvPr/>
          </p:nvSpPr>
          <p:spPr>
            <a:xfrm>
              <a:off x="23369588" y="6823472"/>
              <a:ext cx="236680" cy="6096"/>
            </a:xfrm>
            <a:prstGeom prst="rect">
              <a:avLst/>
            </a:prstGeom>
            <a:solidFill>
              <a:srgbClr val="40B497"/>
            </a:solidFill>
            <a:ln w="0">
              <a:noFill/>
              <a:prstDash val="solid"/>
            </a:ln>
          </p:spPr>
        </p:sp>
        <p:sp>
          <p:nvSpPr>
            <p:cNvPr id="4737" name="dense-map-10-cell-55">
              <a:extLst>
                <a:ext uri="{FF2B5EF4-FFF2-40B4-BE49-F238E27FC236}">
                  <a16:creationId xmlns:a16="http://schemas.microsoft.com/office/drawing/2014/main" id="{A44C567B-C0CF-4851-B338-24395AFE6868}"/>
                </a:ext>
              </a:extLst>
            </p:cNvPr>
            <p:cNvSpPr>
              <a:spLocks noGrp="1"/>
            </p:cNvSpPr>
            <p:nvPr/>
          </p:nvSpPr>
          <p:spPr>
            <a:xfrm>
              <a:off x="23369588" y="6829425"/>
              <a:ext cx="236680" cy="6096"/>
            </a:xfrm>
            <a:prstGeom prst="rect">
              <a:avLst/>
            </a:prstGeom>
            <a:solidFill>
              <a:srgbClr val="40B497"/>
            </a:solidFill>
            <a:ln w="0">
              <a:noFill/>
              <a:prstDash val="solid"/>
            </a:ln>
          </p:spPr>
        </p:sp>
        <p:sp>
          <p:nvSpPr>
            <p:cNvPr id="4738" name="dense-map-10-cell-54">
              <a:extLst>
                <a:ext uri="{FF2B5EF4-FFF2-40B4-BE49-F238E27FC236}">
                  <a16:creationId xmlns:a16="http://schemas.microsoft.com/office/drawing/2014/main" id="{885AB8D0-A8A0-4590-8596-260F72C1C059}"/>
                </a:ext>
              </a:extLst>
            </p:cNvPr>
            <p:cNvSpPr>
              <a:spLocks noGrp="1"/>
            </p:cNvSpPr>
            <p:nvPr/>
          </p:nvSpPr>
          <p:spPr>
            <a:xfrm>
              <a:off x="23369588" y="6835378"/>
              <a:ext cx="236680" cy="6096"/>
            </a:xfrm>
            <a:prstGeom prst="rect">
              <a:avLst/>
            </a:prstGeom>
            <a:solidFill>
              <a:srgbClr val="40B497"/>
            </a:solidFill>
            <a:ln w="0">
              <a:noFill/>
              <a:prstDash val="solid"/>
            </a:ln>
          </p:spPr>
        </p:sp>
        <p:sp>
          <p:nvSpPr>
            <p:cNvPr id="4739" name="dense-map-10-cell-53">
              <a:extLst>
                <a:ext uri="{FF2B5EF4-FFF2-40B4-BE49-F238E27FC236}">
                  <a16:creationId xmlns:a16="http://schemas.microsoft.com/office/drawing/2014/main" id="{97B34511-E3CC-4E17-8546-7C3C66D12175}"/>
                </a:ext>
              </a:extLst>
            </p:cNvPr>
            <p:cNvSpPr>
              <a:spLocks noGrp="1"/>
            </p:cNvSpPr>
            <p:nvPr/>
          </p:nvSpPr>
          <p:spPr>
            <a:xfrm>
              <a:off x="23369588" y="6841331"/>
              <a:ext cx="236680" cy="6096"/>
            </a:xfrm>
            <a:prstGeom prst="rect">
              <a:avLst/>
            </a:prstGeom>
            <a:solidFill>
              <a:srgbClr val="40B497"/>
            </a:solidFill>
            <a:ln w="0">
              <a:noFill/>
              <a:prstDash val="solid"/>
            </a:ln>
          </p:spPr>
        </p:sp>
        <p:sp>
          <p:nvSpPr>
            <p:cNvPr id="4740" name="dense-map-10-cell-52">
              <a:extLst>
                <a:ext uri="{FF2B5EF4-FFF2-40B4-BE49-F238E27FC236}">
                  <a16:creationId xmlns:a16="http://schemas.microsoft.com/office/drawing/2014/main" id="{721AD046-1D70-40F3-8455-7E91CA35E416}"/>
                </a:ext>
              </a:extLst>
            </p:cNvPr>
            <p:cNvSpPr>
              <a:spLocks noGrp="1"/>
            </p:cNvSpPr>
            <p:nvPr/>
          </p:nvSpPr>
          <p:spPr>
            <a:xfrm>
              <a:off x="23369588" y="6847284"/>
              <a:ext cx="236680" cy="6096"/>
            </a:xfrm>
            <a:prstGeom prst="rect">
              <a:avLst/>
            </a:prstGeom>
            <a:solidFill>
              <a:srgbClr val="40B497"/>
            </a:solidFill>
            <a:ln w="0">
              <a:noFill/>
              <a:prstDash val="solid"/>
            </a:ln>
          </p:spPr>
        </p:sp>
        <p:sp>
          <p:nvSpPr>
            <p:cNvPr id="4741" name="dense-map-10-cell-51">
              <a:extLst>
                <a:ext uri="{FF2B5EF4-FFF2-40B4-BE49-F238E27FC236}">
                  <a16:creationId xmlns:a16="http://schemas.microsoft.com/office/drawing/2014/main" id="{04DB1BFF-223C-4A19-91A6-1FE2FC52CC88}"/>
                </a:ext>
              </a:extLst>
            </p:cNvPr>
            <p:cNvSpPr>
              <a:spLocks noGrp="1"/>
            </p:cNvSpPr>
            <p:nvPr/>
          </p:nvSpPr>
          <p:spPr>
            <a:xfrm>
              <a:off x="23369588" y="6853238"/>
              <a:ext cx="236680" cy="6096"/>
            </a:xfrm>
            <a:prstGeom prst="rect">
              <a:avLst/>
            </a:prstGeom>
            <a:solidFill>
              <a:srgbClr val="47B69A"/>
            </a:solidFill>
            <a:ln w="0">
              <a:noFill/>
              <a:prstDash val="solid"/>
            </a:ln>
          </p:spPr>
        </p:sp>
        <p:sp>
          <p:nvSpPr>
            <p:cNvPr id="4742" name="dense-map-10-cell-50">
              <a:extLst>
                <a:ext uri="{FF2B5EF4-FFF2-40B4-BE49-F238E27FC236}">
                  <a16:creationId xmlns:a16="http://schemas.microsoft.com/office/drawing/2014/main" id="{7CE8CE79-D1F2-4B34-82A9-DC614EAFF958}"/>
                </a:ext>
              </a:extLst>
            </p:cNvPr>
            <p:cNvSpPr>
              <a:spLocks noGrp="1"/>
            </p:cNvSpPr>
            <p:nvPr/>
          </p:nvSpPr>
          <p:spPr>
            <a:xfrm>
              <a:off x="23369588" y="6859191"/>
              <a:ext cx="236680" cy="6096"/>
            </a:xfrm>
            <a:prstGeom prst="rect">
              <a:avLst/>
            </a:prstGeom>
            <a:solidFill>
              <a:srgbClr val="56BBA3"/>
            </a:solidFill>
            <a:ln w="0">
              <a:noFill/>
              <a:prstDash val="solid"/>
            </a:ln>
          </p:spPr>
        </p:sp>
        <p:sp>
          <p:nvSpPr>
            <p:cNvPr id="4743" name="dense-map-10-cell-49">
              <a:extLst>
                <a:ext uri="{FF2B5EF4-FFF2-40B4-BE49-F238E27FC236}">
                  <a16:creationId xmlns:a16="http://schemas.microsoft.com/office/drawing/2014/main" id="{C4FADDC6-707B-4062-94C3-14AF023F37CE}"/>
                </a:ext>
              </a:extLst>
            </p:cNvPr>
            <p:cNvSpPr>
              <a:spLocks noGrp="1"/>
            </p:cNvSpPr>
            <p:nvPr/>
          </p:nvSpPr>
          <p:spPr>
            <a:xfrm>
              <a:off x="23369588" y="6865144"/>
              <a:ext cx="236680" cy="6096"/>
            </a:xfrm>
            <a:prstGeom prst="rect">
              <a:avLst/>
            </a:prstGeom>
            <a:solidFill>
              <a:srgbClr val="6DBEAD"/>
            </a:solidFill>
            <a:ln w="0">
              <a:noFill/>
              <a:prstDash val="solid"/>
            </a:ln>
          </p:spPr>
        </p:sp>
        <p:sp>
          <p:nvSpPr>
            <p:cNvPr id="4744" name="dense-map-10-cell-48">
              <a:extLst>
                <a:ext uri="{FF2B5EF4-FFF2-40B4-BE49-F238E27FC236}">
                  <a16:creationId xmlns:a16="http://schemas.microsoft.com/office/drawing/2014/main" id="{29F9BCD1-80F7-47D6-9EBB-92744F2E9421}"/>
                </a:ext>
              </a:extLst>
            </p:cNvPr>
            <p:cNvSpPr>
              <a:spLocks noGrp="1"/>
            </p:cNvSpPr>
            <p:nvPr/>
          </p:nvSpPr>
          <p:spPr>
            <a:xfrm>
              <a:off x="23369588" y="6871097"/>
              <a:ext cx="236680" cy="6096"/>
            </a:xfrm>
            <a:prstGeom prst="rect">
              <a:avLst/>
            </a:prstGeom>
            <a:solidFill>
              <a:srgbClr val="7FC8B9"/>
            </a:solidFill>
            <a:ln w="0">
              <a:noFill/>
              <a:prstDash val="solid"/>
            </a:ln>
          </p:spPr>
        </p:sp>
        <p:sp>
          <p:nvSpPr>
            <p:cNvPr id="4745" name="dense-map-10-cell-47">
              <a:extLst>
                <a:ext uri="{FF2B5EF4-FFF2-40B4-BE49-F238E27FC236}">
                  <a16:creationId xmlns:a16="http://schemas.microsoft.com/office/drawing/2014/main" id="{82600E9B-8B11-45BF-9CD7-BEB021734843}"/>
                </a:ext>
              </a:extLst>
            </p:cNvPr>
            <p:cNvSpPr>
              <a:spLocks noGrp="1"/>
            </p:cNvSpPr>
            <p:nvPr/>
          </p:nvSpPr>
          <p:spPr>
            <a:xfrm>
              <a:off x="23369588" y="6877050"/>
              <a:ext cx="236680" cy="6096"/>
            </a:xfrm>
            <a:prstGeom prst="rect">
              <a:avLst/>
            </a:prstGeom>
            <a:solidFill>
              <a:srgbClr val="92CFC4"/>
            </a:solidFill>
            <a:ln w="0">
              <a:noFill/>
              <a:prstDash val="solid"/>
            </a:ln>
          </p:spPr>
        </p:sp>
        <p:sp>
          <p:nvSpPr>
            <p:cNvPr id="4746" name="dense-map-10-cell-46">
              <a:extLst>
                <a:ext uri="{FF2B5EF4-FFF2-40B4-BE49-F238E27FC236}">
                  <a16:creationId xmlns:a16="http://schemas.microsoft.com/office/drawing/2014/main" id="{8AF87FF2-68CD-4407-81F5-C00DC3ACE532}"/>
                </a:ext>
              </a:extLst>
            </p:cNvPr>
            <p:cNvSpPr>
              <a:spLocks noGrp="1"/>
            </p:cNvSpPr>
            <p:nvPr/>
          </p:nvSpPr>
          <p:spPr>
            <a:xfrm>
              <a:off x="23369588" y="6883003"/>
              <a:ext cx="236680" cy="6096"/>
            </a:xfrm>
            <a:prstGeom prst="rect">
              <a:avLst/>
            </a:prstGeom>
            <a:solidFill>
              <a:srgbClr val="AED9D4"/>
            </a:solidFill>
            <a:ln w="0">
              <a:noFill/>
              <a:prstDash val="solid"/>
            </a:ln>
          </p:spPr>
        </p:sp>
        <p:sp>
          <p:nvSpPr>
            <p:cNvPr id="4747" name="dense-map-10-cell-45">
              <a:extLst>
                <a:ext uri="{FF2B5EF4-FFF2-40B4-BE49-F238E27FC236}">
                  <a16:creationId xmlns:a16="http://schemas.microsoft.com/office/drawing/2014/main" id="{E8FE1D78-96B2-4F75-8D28-3A290F6BA6ED}"/>
                </a:ext>
              </a:extLst>
            </p:cNvPr>
            <p:cNvSpPr>
              <a:spLocks noGrp="1"/>
            </p:cNvSpPr>
            <p:nvPr/>
          </p:nvSpPr>
          <p:spPr>
            <a:xfrm>
              <a:off x="23369588" y="6888956"/>
              <a:ext cx="236680" cy="6096"/>
            </a:xfrm>
            <a:prstGeom prst="rect">
              <a:avLst/>
            </a:prstGeom>
            <a:solidFill>
              <a:srgbClr val="AED8D3"/>
            </a:solidFill>
            <a:ln w="0">
              <a:noFill/>
              <a:prstDash val="solid"/>
            </a:ln>
          </p:spPr>
        </p:sp>
        <p:sp>
          <p:nvSpPr>
            <p:cNvPr id="4748" name="dense-map-10-cell-44">
              <a:extLst>
                <a:ext uri="{FF2B5EF4-FFF2-40B4-BE49-F238E27FC236}">
                  <a16:creationId xmlns:a16="http://schemas.microsoft.com/office/drawing/2014/main" id="{89F38678-5D53-4E4F-9BCF-D654F37FB4DE}"/>
                </a:ext>
              </a:extLst>
            </p:cNvPr>
            <p:cNvSpPr>
              <a:spLocks noGrp="1"/>
            </p:cNvSpPr>
            <p:nvPr/>
          </p:nvSpPr>
          <p:spPr>
            <a:xfrm>
              <a:off x="23369588" y="6894909"/>
              <a:ext cx="236680" cy="6096"/>
            </a:xfrm>
            <a:prstGeom prst="rect">
              <a:avLst/>
            </a:prstGeom>
            <a:solidFill>
              <a:srgbClr val="AED9D4"/>
            </a:solidFill>
            <a:ln w="0">
              <a:noFill/>
              <a:prstDash val="solid"/>
            </a:ln>
          </p:spPr>
        </p:sp>
        <p:sp>
          <p:nvSpPr>
            <p:cNvPr id="4749" name="dense-map-10-cell-43">
              <a:extLst>
                <a:ext uri="{FF2B5EF4-FFF2-40B4-BE49-F238E27FC236}">
                  <a16:creationId xmlns:a16="http://schemas.microsoft.com/office/drawing/2014/main" id="{AA6DC009-7E5E-4E53-A480-473B374C7CA5}"/>
                </a:ext>
              </a:extLst>
            </p:cNvPr>
            <p:cNvSpPr>
              <a:spLocks noGrp="1"/>
            </p:cNvSpPr>
            <p:nvPr/>
          </p:nvSpPr>
          <p:spPr>
            <a:xfrm>
              <a:off x="23369588" y="6900863"/>
              <a:ext cx="236680" cy="6096"/>
            </a:xfrm>
            <a:prstGeom prst="rect">
              <a:avLst/>
            </a:prstGeom>
            <a:solidFill>
              <a:srgbClr val="AED9D4"/>
            </a:solidFill>
            <a:ln w="0">
              <a:noFill/>
              <a:prstDash val="solid"/>
            </a:ln>
          </p:spPr>
        </p:sp>
        <p:sp>
          <p:nvSpPr>
            <p:cNvPr id="4750" name="dense-map-10-cell-42">
              <a:extLst>
                <a:ext uri="{FF2B5EF4-FFF2-40B4-BE49-F238E27FC236}">
                  <a16:creationId xmlns:a16="http://schemas.microsoft.com/office/drawing/2014/main" id="{E9BD130B-18BC-4F6D-AF60-18661CFD00F0}"/>
                </a:ext>
              </a:extLst>
            </p:cNvPr>
            <p:cNvSpPr>
              <a:spLocks noGrp="1"/>
            </p:cNvSpPr>
            <p:nvPr/>
          </p:nvSpPr>
          <p:spPr>
            <a:xfrm>
              <a:off x="23369588" y="6906816"/>
              <a:ext cx="236680" cy="6096"/>
            </a:xfrm>
            <a:prstGeom prst="rect">
              <a:avLst/>
            </a:prstGeom>
            <a:solidFill>
              <a:srgbClr val="AED9D4"/>
            </a:solidFill>
            <a:ln w="0">
              <a:noFill/>
              <a:prstDash val="solid"/>
            </a:ln>
          </p:spPr>
        </p:sp>
        <p:sp>
          <p:nvSpPr>
            <p:cNvPr id="4751" name="dense-map-10-cell-41">
              <a:extLst>
                <a:ext uri="{FF2B5EF4-FFF2-40B4-BE49-F238E27FC236}">
                  <a16:creationId xmlns:a16="http://schemas.microsoft.com/office/drawing/2014/main" id="{018AAD07-6078-4E58-BCAC-2CB233CF7A3C}"/>
                </a:ext>
              </a:extLst>
            </p:cNvPr>
            <p:cNvSpPr>
              <a:spLocks noGrp="1"/>
            </p:cNvSpPr>
            <p:nvPr/>
          </p:nvSpPr>
          <p:spPr>
            <a:xfrm>
              <a:off x="23369588" y="6912769"/>
              <a:ext cx="236680" cy="6096"/>
            </a:xfrm>
            <a:prstGeom prst="rect">
              <a:avLst/>
            </a:prstGeom>
            <a:solidFill>
              <a:srgbClr val="AAD7D1"/>
            </a:solidFill>
            <a:ln w="0">
              <a:noFill/>
              <a:prstDash val="solid"/>
            </a:ln>
          </p:spPr>
        </p:sp>
        <p:sp>
          <p:nvSpPr>
            <p:cNvPr id="4752" name="dense-map-10-cell-40">
              <a:extLst>
                <a:ext uri="{FF2B5EF4-FFF2-40B4-BE49-F238E27FC236}">
                  <a16:creationId xmlns:a16="http://schemas.microsoft.com/office/drawing/2014/main" id="{5789898A-F60B-4177-9EDB-CDB93E55E997}"/>
                </a:ext>
              </a:extLst>
            </p:cNvPr>
            <p:cNvSpPr>
              <a:spLocks noGrp="1"/>
            </p:cNvSpPr>
            <p:nvPr/>
          </p:nvSpPr>
          <p:spPr>
            <a:xfrm>
              <a:off x="23369588" y="6918722"/>
              <a:ext cx="236680" cy="6096"/>
            </a:xfrm>
            <a:prstGeom prst="rect">
              <a:avLst/>
            </a:prstGeom>
            <a:solidFill>
              <a:srgbClr val="A1D4CC"/>
            </a:solidFill>
            <a:ln w="0">
              <a:noFill/>
              <a:prstDash val="solid"/>
            </a:ln>
          </p:spPr>
        </p:sp>
        <p:sp>
          <p:nvSpPr>
            <p:cNvPr id="4753" name="dense-map-10-cell-39">
              <a:extLst>
                <a:ext uri="{FF2B5EF4-FFF2-40B4-BE49-F238E27FC236}">
                  <a16:creationId xmlns:a16="http://schemas.microsoft.com/office/drawing/2014/main" id="{5D952160-B287-4631-AFB6-D661C3544BB6}"/>
                </a:ext>
              </a:extLst>
            </p:cNvPr>
            <p:cNvSpPr>
              <a:spLocks noGrp="1"/>
            </p:cNvSpPr>
            <p:nvPr/>
          </p:nvSpPr>
          <p:spPr>
            <a:xfrm>
              <a:off x="23369588" y="6924675"/>
              <a:ext cx="236680" cy="6096"/>
            </a:xfrm>
            <a:prstGeom prst="rect">
              <a:avLst/>
            </a:prstGeom>
            <a:solidFill>
              <a:srgbClr val="B9DCDA"/>
            </a:solidFill>
            <a:ln w="0">
              <a:noFill/>
              <a:prstDash val="solid"/>
            </a:ln>
          </p:spPr>
        </p:sp>
        <p:sp>
          <p:nvSpPr>
            <p:cNvPr id="4754" name="dense-map-10-cell-38">
              <a:extLst>
                <a:ext uri="{FF2B5EF4-FFF2-40B4-BE49-F238E27FC236}">
                  <a16:creationId xmlns:a16="http://schemas.microsoft.com/office/drawing/2014/main" id="{94931DE4-A504-4A8E-9F0B-1274C20990D7}"/>
                </a:ext>
              </a:extLst>
            </p:cNvPr>
            <p:cNvSpPr>
              <a:spLocks noGrp="1"/>
            </p:cNvSpPr>
            <p:nvPr/>
          </p:nvSpPr>
          <p:spPr>
            <a:xfrm>
              <a:off x="23369588" y="6930628"/>
              <a:ext cx="236680" cy="6096"/>
            </a:xfrm>
            <a:prstGeom prst="rect">
              <a:avLst/>
            </a:prstGeom>
            <a:solidFill>
              <a:srgbClr val="B1D9D5"/>
            </a:solidFill>
            <a:ln w="0">
              <a:noFill/>
              <a:prstDash val="solid"/>
            </a:ln>
          </p:spPr>
        </p:sp>
        <p:sp>
          <p:nvSpPr>
            <p:cNvPr id="4755" name="dense-map-10-cell-37">
              <a:extLst>
                <a:ext uri="{FF2B5EF4-FFF2-40B4-BE49-F238E27FC236}">
                  <a16:creationId xmlns:a16="http://schemas.microsoft.com/office/drawing/2014/main" id="{C1911969-8408-493A-B711-100950715320}"/>
                </a:ext>
              </a:extLst>
            </p:cNvPr>
            <p:cNvSpPr>
              <a:spLocks noGrp="1"/>
            </p:cNvSpPr>
            <p:nvPr/>
          </p:nvSpPr>
          <p:spPr>
            <a:xfrm>
              <a:off x="23369588" y="6936581"/>
              <a:ext cx="236680" cy="6096"/>
            </a:xfrm>
            <a:prstGeom prst="rect">
              <a:avLst/>
            </a:prstGeom>
            <a:solidFill>
              <a:srgbClr val="DBE8EC"/>
            </a:solidFill>
            <a:ln w="0">
              <a:noFill/>
              <a:prstDash val="solid"/>
            </a:ln>
          </p:spPr>
        </p:sp>
        <p:sp>
          <p:nvSpPr>
            <p:cNvPr id="4756" name="dense-map-10-cell-36">
              <a:extLst>
                <a:ext uri="{FF2B5EF4-FFF2-40B4-BE49-F238E27FC236}">
                  <a16:creationId xmlns:a16="http://schemas.microsoft.com/office/drawing/2014/main" id="{4440C6ED-EE59-4FC1-ABE4-6C4A133152B7}"/>
                </a:ext>
              </a:extLst>
            </p:cNvPr>
            <p:cNvSpPr>
              <a:spLocks noGrp="1"/>
            </p:cNvSpPr>
            <p:nvPr/>
          </p:nvSpPr>
          <p:spPr>
            <a:xfrm>
              <a:off x="23369588" y="6942534"/>
              <a:ext cx="236680" cy="6096"/>
            </a:xfrm>
            <a:prstGeom prst="rect">
              <a:avLst/>
            </a:prstGeom>
            <a:solidFill>
              <a:srgbClr val="DCE8ED"/>
            </a:solidFill>
            <a:ln w="0">
              <a:noFill/>
              <a:prstDash val="solid"/>
            </a:ln>
          </p:spPr>
        </p:sp>
        <p:sp>
          <p:nvSpPr>
            <p:cNvPr id="4757" name="dense-map-10-cell-35">
              <a:extLst>
                <a:ext uri="{FF2B5EF4-FFF2-40B4-BE49-F238E27FC236}">
                  <a16:creationId xmlns:a16="http://schemas.microsoft.com/office/drawing/2014/main" id="{E951881D-B1A0-4BE3-8F8F-9150A6E82648}"/>
                </a:ext>
              </a:extLst>
            </p:cNvPr>
            <p:cNvSpPr>
              <a:spLocks noGrp="1"/>
            </p:cNvSpPr>
            <p:nvPr/>
          </p:nvSpPr>
          <p:spPr>
            <a:xfrm>
              <a:off x="23369588" y="6948488"/>
              <a:ext cx="236680" cy="6096"/>
            </a:xfrm>
            <a:prstGeom prst="rect">
              <a:avLst/>
            </a:prstGeom>
            <a:solidFill>
              <a:srgbClr val="DCE8ED"/>
            </a:solidFill>
            <a:ln w="0">
              <a:noFill/>
              <a:prstDash val="solid"/>
            </a:ln>
          </p:spPr>
        </p:sp>
        <p:sp>
          <p:nvSpPr>
            <p:cNvPr id="4758" name="dense-map-10-cell-34">
              <a:extLst>
                <a:ext uri="{FF2B5EF4-FFF2-40B4-BE49-F238E27FC236}">
                  <a16:creationId xmlns:a16="http://schemas.microsoft.com/office/drawing/2014/main" id="{97BED4CD-E7CA-490B-999B-E9EEE20D053E}"/>
                </a:ext>
              </a:extLst>
            </p:cNvPr>
            <p:cNvSpPr>
              <a:spLocks noGrp="1"/>
            </p:cNvSpPr>
            <p:nvPr/>
          </p:nvSpPr>
          <p:spPr>
            <a:xfrm>
              <a:off x="23369588" y="6954441"/>
              <a:ext cx="236680" cy="6096"/>
            </a:xfrm>
            <a:prstGeom prst="rect">
              <a:avLst/>
            </a:prstGeom>
            <a:solidFill>
              <a:srgbClr val="DCE8ED"/>
            </a:solidFill>
            <a:ln w="0">
              <a:noFill/>
              <a:prstDash val="solid"/>
            </a:ln>
          </p:spPr>
        </p:sp>
        <p:sp>
          <p:nvSpPr>
            <p:cNvPr id="4759" name="dense-map-10-cell-33">
              <a:extLst>
                <a:ext uri="{FF2B5EF4-FFF2-40B4-BE49-F238E27FC236}">
                  <a16:creationId xmlns:a16="http://schemas.microsoft.com/office/drawing/2014/main" id="{9494EBB5-006B-4C0F-B841-5F58059081F1}"/>
                </a:ext>
              </a:extLst>
            </p:cNvPr>
            <p:cNvSpPr>
              <a:spLocks noGrp="1"/>
            </p:cNvSpPr>
            <p:nvPr/>
          </p:nvSpPr>
          <p:spPr>
            <a:xfrm>
              <a:off x="23369588" y="6960394"/>
              <a:ext cx="236680" cy="6096"/>
            </a:xfrm>
            <a:prstGeom prst="rect">
              <a:avLst/>
            </a:prstGeom>
            <a:solidFill>
              <a:srgbClr val="DCE8ED"/>
            </a:solidFill>
            <a:ln w="0">
              <a:noFill/>
              <a:prstDash val="solid"/>
            </a:ln>
          </p:spPr>
        </p:sp>
        <p:sp>
          <p:nvSpPr>
            <p:cNvPr id="4760" name="dense-map-10-cell-32">
              <a:extLst>
                <a:ext uri="{FF2B5EF4-FFF2-40B4-BE49-F238E27FC236}">
                  <a16:creationId xmlns:a16="http://schemas.microsoft.com/office/drawing/2014/main" id="{07773CAE-3DAD-4677-AA4E-10E7ABC8C469}"/>
                </a:ext>
              </a:extLst>
            </p:cNvPr>
            <p:cNvSpPr>
              <a:spLocks noGrp="1"/>
            </p:cNvSpPr>
            <p:nvPr/>
          </p:nvSpPr>
          <p:spPr>
            <a:xfrm>
              <a:off x="23369588" y="6966347"/>
              <a:ext cx="236680" cy="6096"/>
            </a:xfrm>
            <a:prstGeom prst="rect">
              <a:avLst/>
            </a:prstGeom>
            <a:solidFill>
              <a:srgbClr val="DCE8ED"/>
            </a:solidFill>
            <a:ln w="0">
              <a:noFill/>
              <a:prstDash val="solid"/>
            </a:ln>
          </p:spPr>
        </p:sp>
        <p:sp>
          <p:nvSpPr>
            <p:cNvPr id="4761" name="dense-map-10-cell-31">
              <a:extLst>
                <a:ext uri="{FF2B5EF4-FFF2-40B4-BE49-F238E27FC236}">
                  <a16:creationId xmlns:a16="http://schemas.microsoft.com/office/drawing/2014/main" id="{05F249A9-E53A-4336-9376-8E28C3E36FB9}"/>
                </a:ext>
              </a:extLst>
            </p:cNvPr>
            <p:cNvSpPr>
              <a:spLocks noGrp="1"/>
            </p:cNvSpPr>
            <p:nvPr/>
          </p:nvSpPr>
          <p:spPr>
            <a:xfrm>
              <a:off x="23369588" y="6972300"/>
              <a:ext cx="236680" cy="6096"/>
            </a:xfrm>
            <a:prstGeom prst="rect">
              <a:avLst/>
            </a:prstGeom>
            <a:solidFill>
              <a:srgbClr val="DCE8ED"/>
            </a:solidFill>
            <a:ln w="0">
              <a:noFill/>
              <a:prstDash val="solid"/>
            </a:ln>
          </p:spPr>
        </p:sp>
        <p:sp>
          <p:nvSpPr>
            <p:cNvPr id="4762" name="dense-map-10-cell-30">
              <a:extLst>
                <a:ext uri="{FF2B5EF4-FFF2-40B4-BE49-F238E27FC236}">
                  <a16:creationId xmlns:a16="http://schemas.microsoft.com/office/drawing/2014/main" id="{664A198A-2B72-4721-8348-3D1FF1ACBB69}"/>
                </a:ext>
              </a:extLst>
            </p:cNvPr>
            <p:cNvSpPr>
              <a:spLocks noGrp="1"/>
            </p:cNvSpPr>
            <p:nvPr/>
          </p:nvSpPr>
          <p:spPr>
            <a:xfrm>
              <a:off x="23369588" y="6978253"/>
              <a:ext cx="236680" cy="6096"/>
            </a:xfrm>
            <a:prstGeom prst="rect">
              <a:avLst/>
            </a:prstGeom>
            <a:solidFill>
              <a:srgbClr val="DBE7ED"/>
            </a:solidFill>
            <a:ln w="0">
              <a:noFill/>
              <a:prstDash val="solid"/>
            </a:ln>
          </p:spPr>
        </p:sp>
        <p:sp>
          <p:nvSpPr>
            <p:cNvPr id="4763" name="dense-map-10-cell-29">
              <a:extLst>
                <a:ext uri="{FF2B5EF4-FFF2-40B4-BE49-F238E27FC236}">
                  <a16:creationId xmlns:a16="http://schemas.microsoft.com/office/drawing/2014/main" id="{4AF0B249-E495-485E-BFFB-B663807450D1}"/>
                </a:ext>
              </a:extLst>
            </p:cNvPr>
            <p:cNvSpPr>
              <a:spLocks noGrp="1"/>
            </p:cNvSpPr>
            <p:nvPr/>
          </p:nvSpPr>
          <p:spPr>
            <a:xfrm>
              <a:off x="23369588" y="6984206"/>
              <a:ext cx="236680" cy="6096"/>
            </a:xfrm>
            <a:prstGeom prst="rect">
              <a:avLst/>
            </a:prstGeom>
            <a:solidFill>
              <a:srgbClr val="DCE8ED"/>
            </a:solidFill>
            <a:ln w="0">
              <a:noFill/>
              <a:prstDash val="solid"/>
            </a:ln>
          </p:spPr>
        </p:sp>
        <p:sp>
          <p:nvSpPr>
            <p:cNvPr id="4764" name="dense-map-10-cell-28">
              <a:extLst>
                <a:ext uri="{FF2B5EF4-FFF2-40B4-BE49-F238E27FC236}">
                  <a16:creationId xmlns:a16="http://schemas.microsoft.com/office/drawing/2014/main" id="{966E7BDF-1237-4676-A714-64DEA86CCD7C}"/>
                </a:ext>
              </a:extLst>
            </p:cNvPr>
            <p:cNvSpPr>
              <a:spLocks noGrp="1"/>
            </p:cNvSpPr>
            <p:nvPr/>
          </p:nvSpPr>
          <p:spPr>
            <a:xfrm>
              <a:off x="23369588" y="6990159"/>
              <a:ext cx="236680" cy="6096"/>
            </a:xfrm>
            <a:prstGeom prst="rect">
              <a:avLst/>
            </a:prstGeom>
            <a:solidFill>
              <a:srgbClr val="DCE8ED"/>
            </a:solidFill>
            <a:ln w="0">
              <a:noFill/>
              <a:prstDash val="solid"/>
            </a:ln>
          </p:spPr>
        </p:sp>
        <p:sp>
          <p:nvSpPr>
            <p:cNvPr id="4765" name="dense-map-10-cell-27">
              <a:extLst>
                <a:ext uri="{FF2B5EF4-FFF2-40B4-BE49-F238E27FC236}">
                  <a16:creationId xmlns:a16="http://schemas.microsoft.com/office/drawing/2014/main" id="{F31683AD-2EC3-4A4E-93CE-88B1CE7C79DA}"/>
                </a:ext>
              </a:extLst>
            </p:cNvPr>
            <p:cNvSpPr>
              <a:spLocks noGrp="1"/>
            </p:cNvSpPr>
            <p:nvPr/>
          </p:nvSpPr>
          <p:spPr>
            <a:xfrm>
              <a:off x="23369588" y="6996113"/>
              <a:ext cx="236680" cy="6096"/>
            </a:xfrm>
            <a:prstGeom prst="rect">
              <a:avLst/>
            </a:prstGeom>
            <a:solidFill>
              <a:srgbClr val="DCE8ED"/>
            </a:solidFill>
            <a:ln w="0">
              <a:noFill/>
              <a:prstDash val="solid"/>
            </a:ln>
          </p:spPr>
        </p:sp>
        <p:sp>
          <p:nvSpPr>
            <p:cNvPr id="4766" name="dense-map-10-cell-26">
              <a:extLst>
                <a:ext uri="{FF2B5EF4-FFF2-40B4-BE49-F238E27FC236}">
                  <a16:creationId xmlns:a16="http://schemas.microsoft.com/office/drawing/2014/main" id="{77FB8B99-1965-486B-A4E4-7E28E2AC443D}"/>
                </a:ext>
              </a:extLst>
            </p:cNvPr>
            <p:cNvSpPr>
              <a:spLocks noGrp="1"/>
            </p:cNvSpPr>
            <p:nvPr/>
          </p:nvSpPr>
          <p:spPr>
            <a:xfrm>
              <a:off x="23369588" y="7002066"/>
              <a:ext cx="236680" cy="6096"/>
            </a:xfrm>
            <a:prstGeom prst="rect">
              <a:avLst/>
            </a:prstGeom>
            <a:solidFill>
              <a:srgbClr val="DCE8ED"/>
            </a:solidFill>
            <a:ln w="0">
              <a:noFill/>
              <a:prstDash val="solid"/>
            </a:ln>
          </p:spPr>
        </p:sp>
        <p:sp>
          <p:nvSpPr>
            <p:cNvPr id="4767" name="dense-map-10-cell-25">
              <a:extLst>
                <a:ext uri="{FF2B5EF4-FFF2-40B4-BE49-F238E27FC236}">
                  <a16:creationId xmlns:a16="http://schemas.microsoft.com/office/drawing/2014/main" id="{C0979B33-AF2B-4C19-9CE2-3F97589697CE}"/>
                </a:ext>
              </a:extLst>
            </p:cNvPr>
            <p:cNvSpPr>
              <a:spLocks noGrp="1"/>
            </p:cNvSpPr>
            <p:nvPr/>
          </p:nvSpPr>
          <p:spPr>
            <a:xfrm>
              <a:off x="23369588" y="7008019"/>
              <a:ext cx="236680" cy="6096"/>
            </a:xfrm>
            <a:prstGeom prst="rect">
              <a:avLst/>
            </a:prstGeom>
            <a:solidFill>
              <a:srgbClr val="DCE8ED"/>
            </a:solidFill>
            <a:ln w="0">
              <a:noFill/>
              <a:prstDash val="solid"/>
            </a:ln>
          </p:spPr>
        </p:sp>
        <p:sp>
          <p:nvSpPr>
            <p:cNvPr id="4768" name="dense-map-10-cell-24">
              <a:extLst>
                <a:ext uri="{FF2B5EF4-FFF2-40B4-BE49-F238E27FC236}">
                  <a16:creationId xmlns:a16="http://schemas.microsoft.com/office/drawing/2014/main" id="{7B44FB70-7086-4F78-97CE-DEF1FA6FA5AE}"/>
                </a:ext>
              </a:extLst>
            </p:cNvPr>
            <p:cNvSpPr>
              <a:spLocks noGrp="1"/>
            </p:cNvSpPr>
            <p:nvPr/>
          </p:nvSpPr>
          <p:spPr>
            <a:xfrm>
              <a:off x="23369588" y="7013972"/>
              <a:ext cx="236680" cy="6096"/>
            </a:xfrm>
            <a:prstGeom prst="rect">
              <a:avLst/>
            </a:prstGeom>
            <a:solidFill>
              <a:srgbClr val="DCE8ED"/>
            </a:solidFill>
            <a:ln w="0">
              <a:noFill/>
              <a:prstDash val="solid"/>
            </a:ln>
          </p:spPr>
        </p:sp>
        <p:sp>
          <p:nvSpPr>
            <p:cNvPr id="4769" name="dense-map-10-cell-23">
              <a:extLst>
                <a:ext uri="{FF2B5EF4-FFF2-40B4-BE49-F238E27FC236}">
                  <a16:creationId xmlns:a16="http://schemas.microsoft.com/office/drawing/2014/main" id="{03547C25-06CF-427F-860D-72A552C42FF4}"/>
                </a:ext>
              </a:extLst>
            </p:cNvPr>
            <p:cNvSpPr>
              <a:spLocks noGrp="1"/>
            </p:cNvSpPr>
            <p:nvPr/>
          </p:nvSpPr>
          <p:spPr>
            <a:xfrm>
              <a:off x="23369588" y="7019925"/>
              <a:ext cx="236680" cy="6096"/>
            </a:xfrm>
            <a:prstGeom prst="rect">
              <a:avLst/>
            </a:prstGeom>
            <a:solidFill>
              <a:srgbClr val="DCE8ED"/>
            </a:solidFill>
            <a:ln w="0">
              <a:noFill/>
              <a:prstDash val="solid"/>
            </a:ln>
          </p:spPr>
        </p:sp>
        <p:sp>
          <p:nvSpPr>
            <p:cNvPr id="4770" name="dense-map-10-cell-22">
              <a:extLst>
                <a:ext uri="{FF2B5EF4-FFF2-40B4-BE49-F238E27FC236}">
                  <a16:creationId xmlns:a16="http://schemas.microsoft.com/office/drawing/2014/main" id="{628088A0-7A3E-44B0-B4FC-1532793B13D8}"/>
                </a:ext>
              </a:extLst>
            </p:cNvPr>
            <p:cNvSpPr>
              <a:spLocks noGrp="1"/>
            </p:cNvSpPr>
            <p:nvPr/>
          </p:nvSpPr>
          <p:spPr>
            <a:xfrm>
              <a:off x="23369588" y="7025878"/>
              <a:ext cx="236680" cy="6096"/>
            </a:xfrm>
            <a:prstGeom prst="rect">
              <a:avLst/>
            </a:prstGeom>
            <a:solidFill>
              <a:srgbClr val="DCE8ED"/>
            </a:solidFill>
            <a:ln w="0">
              <a:noFill/>
              <a:prstDash val="solid"/>
            </a:ln>
          </p:spPr>
        </p:sp>
        <p:sp>
          <p:nvSpPr>
            <p:cNvPr id="4771" name="dense-map-10-cell-21">
              <a:extLst>
                <a:ext uri="{FF2B5EF4-FFF2-40B4-BE49-F238E27FC236}">
                  <a16:creationId xmlns:a16="http://schemas.microsoft.com/office/drawing/2014/main" id="{02A27F1D-C3DD-4035-8811-B484FF9B74A8}"/>
                </a:ext>
              </a:extLst>
            </p:cNvPr>
            <p:cNvSpPr>
              <a:spLocks noGrp="1"/>
            </p:cNvSpPr>
            <p:nvPr/>
          </p:nvSpPr>
          <p:spPr>
            <a:xfrm>
              <a:off x="23369588" y="7031831"/>
              <a:ext cx="236680" cy="6096"/>
            </a:xfrm>
            <a:prstGeom prst="rect">
              <a:avLst/>
            </a:prstGeom>
            <a:solidFill>
              <a:srgbClr val="DCE8ED"/>
            </a:solidFill>
            <a:ln w="0">
              <a:noFill/>
              <a:prstDash val="solid"/>
            </a:ln>
          </p:spPr>
        </p:sp>
        <p:sp>
          <p:nvSpPr>
            <p:cNvPr id="4772" name="dense-map-10-cell-20">
              <a:extLst>
                <a:ext uri="{FF2B5EF4-FFF2-40B4-BE49-F238E27FC236}">
                  <a16:creationId xmlns:a16="http://schemas.microsoft.com/office/drawing/2014/main" id="{2EAF5018-D510-4DAD-9B10-B0C05735018F}"/>
                </a:ext>
              </a:extLst>
            </p:cNvPr>
            <p:cNvSpPr>
              <a:spLocks noGrp="1"/>
            </p:cNvSpPr>
            <p:nvPr/>
          </p:nvSpPr>
          <p:spPr>
            <a:xfrm>
              <a:off x="23369588" y="7037784"/>
              <a:ext cx="236680" cy="6096"/>
            </a:xfrm>
            <a:prstGeom prst="rect">
              <a:avLst/>
            </a:prstGeom>
            <a:solidFill>
              <a:srgbClr val="DCE8ED"/>
            </a:solidFill>
            <a:ln w="0">
              <a:noFill/>
              <a:prstDash val="solid"/>
            </a:ln>
          </p:spPr>
        </p:sp>
        <p:sp>
          <p:nvSpPr>
            <p:cNvPr id="4773" name="dense-map-10-cell-19">
              <a:extLst>
                <a:ext uri="{FF2B5EF4-FFF2-40B4-BE49-F238E27FC236}">
                  <a16:creationId xmlns:a16="http://schemas.microsoft.com/office/drawing/2014/main" id="{DB3CB7FE-9AD3-4BBD-BDE4-0F9679BD32E8}"/>
                </a:ext>
              </a:extLst>
            </p:cNvPr>
            <p:cNvSpPr>
              <a:spLocks noGrp="1"/>
            </p:cNvSpPr>
            <p:nvPr/>
          </p:nvSpPr>
          <p:spPr>
            <a:xfrm>
              <a:off x="23369588" y="7043738"/>
              <a:ext cx="236680" cy="6096"/>
            </a:xfrm>
            <a:prstGeom prst="rect">
              <a:avLst/>
            </a:prstGeom>
            <a:solidFill>
              <a:srgbClr val="DCE8ED"/>
            </a:solidFill>
            <a:ln w="0">
              <a:noFill/>
              <a:prstDash val="solid"/>
            </a:ln>
          </p:spPr>
        </p:sp>
        <p:sp>
          <p:nvSpPr>
            <p:cNvPr id="4774" name="dense-map-10-cell-18">
              <a:extLst>
                <a:ext uri="{FF2B5EF4-FFF2-40B4-BE49-F238E27FC236}">
                  <a16:creationId xmlns:a16="http://schemas.microsoft.com/office/drawing/2014/main" id="{66321038-59B2-4C5A-BFAD-74EC786FBA3A}"/>
                </a:ext>
              </a:extLst>
            </p:cNvPr>
            <p:cNvSpPr>
              <a:spLocks noGrp="1"/>
            </p:cNvSpPr>
            <p:nvPr/>
          </p:nvSpPr>
          <p:spPr>
            <a:xfrm>
              <a:off x="23369588" y="7049691"/>
              <a:ext cx="236680" cy="6096"/>
            </a:xfrm>
            <a:prstGeom prst="rect">
              <a:avLst/>
            </a:prstGeom>
            <a:solidFill>
              <a:srgbClr val="DBE8EC"/>
            </a:solidFill>
            <a:ln w="0">
              <a:noFill/>
              <a:prstDash val="solid"/>
            </a:ln>
          </p:spPr>
        </p:sp>
        <p:sp>
          <p:nvSpPr>
            <p:cNvPr id="4775" name="dense-map-10-cell-17">
              <a:extLst>
                <a:ext uri="{FF2B5EF4-FFF2-40B4-BE49-F238E27FC236}">
                  <a16:creationId xmlns:a16="http://schemas.microsoft.com/office/drawing/2014/main" id="{A0CBCCB8-FCE1-49A3-9374-13195B648ACB}"/>
                </a:ext>
              </a:extLst>
            </p:cNvPr>
            <p:cNvSpPr>
              <a:spLocks noGrp="1"/>
            </p:cNvSpPr>
            <p:nvPr/>
          </p:nvSpPr>
          <p:spPr>
            <a:xfrm>
              <a:off x="23369588" y="7055644"/>
              <a:ext cx="236680" cy="6096"/>
            </a:xfrm>
            <a:prstGeom prst="rect">
              <a:avLst/>
            </a:prstGeom>
            <a:solidFill>
              <a:srgbClr val="DCE8ED"/>
            </a:solidFill>
            <a:ln w="0">
              <a:noFill/>
              <a:prstDash val="solid"/>
            </a:ln>
          </p:spPr>
        </p:sp>
        <p:sp>
          <p:nvSpPr>
            <p:cNvPr id="4776" name="dense-map-10-cell-16">
              <a:extLst>
                <a:ext uri="{FF2B5EF4-FFF2-40B4-BE49-F238E27FC236}">
                  <a16:creationId xmlns:a16="http://schemas.microsoft.com/office/drawing/2014/main" id="{9ABF50C6-7DFF-4E0F-9C66-9D4FECC8DE78}"/>
                </a:ext>
              </a:extLst>
            </p:cNvPr>
            <p:cNvSpPr>
              <a:spLocks noGrp="1"/>
            </p:cNvSpPr>
            <p:nvPr/>
          </p:nvSpPr>
          <p:spPr>
            <a:xfrm>
              <a:off x="23369588" y="7061597"/>
              <a:ext cx="236680" cy="6096"/>
            </a:xfrm>
            <a:prstGeom prst="rect">
              <a:avLst/>
            </a:prstGeom>
            <a:solidFill>
              <a:srgbClr val="DCE8ED"/>
            </a:solidFill>
            <a:ln w="0">
              <a:noFill/>
              <a:prstDash val="solid"/>
            </a:ln>
          </p:spPr>
        </p:sp>
        <p:sp>
          <p:nvSpPr>
            <p:cNvPr id="4777" name="dense-map-10-cell-15">
              <a:extLst>
                <a:ext uri="{FF2B5EF4-FFF2-40B4-BE49-F238E27FC236}">
                  <a16:creationId xmlns:a16="http://schemas.microsoft.com/office/drawing/2014/main" id="{D5799390-0922-40B1-9149-7B688015BE96}"/>
                </a:ext>
              </a:extLst>
            </p:cNvPr>
            <p:cNvSpPr>
              <a:spLocks noGrp="1"/>
            </p:cNvSpPr>
            <p:nvPr/>
          </p:nvSpPr>
          <p:spPr>
            <a:xfrm>
              <a:off x="23369588" y="7067550"/>
              <a:ext cx="236680" cy="6096"/>
            </a:xfrm>
            <a:prstGeom prst="rect">
              <a:avLst/>
            </a:prstGeom>
            <a:solidFill>
              <a:srgbClr val="DCE8ED"/>
            </a:solidFill>
            <a:ln w="0">
              <a:noFill/>
              <a:prstDash val="solid"/>
            </a:ln>
          </p:spPr>
        </p:sp>
        <p:sp>
          <p:nvSpPr>
            <p:cNvPr id="4778" name="dense-map-10-cell-14">
              <a:extLst>
                <a:ext uri="{FF2B5EF4-FFF2-40B4-BE49-F238E27FC236}">
                  <a16:creationId xmlns:a16="http://schemas.microsoft.com/office/drawing/2014/main" id="{9F70EA57-E71E-4E17-AA29-83A831583625}"/>
                </a:ext>
              </a:extLst>
            </p:cNvPr>
            <p:cNvSpPr>
              <a:spLocks noGrp="1"/>
            </p:cNvSpPr>
            <p:nvPr/>
          </p:nvSpPr>
          <p:spPr>
            <a:xfrm>
              <a:off x="23369588" y="7073503"/>
              <a:ext cx="236680" cy="6096"/>
            </a:xfrm>
            <a:prstGeom prst="rect">
              <a:avLst/>
            </a:prstGeom>
            <a:solidFill>
              <a:srgbClr val="DCE8ED"/>
            </a:solidFill>
            <a:ln w="0">
              <a:noFill/>
              <a:prstDash val="solid"/>
            </a:ln>
          </p:spPr>
        </p:sp>
        <p:sp>
          <p:nvSpPr>
            <p:cNvPr id="4779" name="dense-map-10-cell-13">
              <a:extLst>
                <a:ext uri="{FF2B5EF4-FFF2-40B4-BE49-F238E27FC236}">
                  <a16:creationId xmlns:a16="http://schemas.microsoft.com/office/drawing/2014/main" id="{52CBB59A-55B8-4EC0-91F7-BB1CDD8B198D}"/>
                </a:ext>
              </a:extLst>
            </p:cNvPr>
            <p:cNvSpPr>
              <a:spLocks noGrp="1"/>
            </p:cNvSpPr>
            <p:nvPr/>
          </p:nvSpPr>
          <p:spPr>
            <a:xfrm>
              <a:off x="23369588" y="7079456"/>
              <a:ext cx="236680" cy="6096"/>
            </a:xfrm>
            <a:prstGeom prst="rect">
              <a:avLst/>
            </a:prstGeom>
            <a:solidFill>
              <a:srgbClr val="DAE7EC"/>
            </a:solidFill>
            <a:ln w="0">
              <a:noFill/>
              <a:prstDash val="solid"/>
            </a:ln>
          </p:spPr>
        </p:sp>
        <p:sp>
          <p:nvSpPr>
            <p:cNvPr id="4780" name="dense-map-10-cell-12">
              <a:extLst>
                <a:ext uri="{FF2B5EF4-FFF2-40B4-BE49-F238E27FC236}">
                  <a16:creationId xmlns:a16="http://schemas.microsoft.com/office/drawing/2014/main" id="{0BF5951C-2D27-4C88-9E78-7DC05CAB1B8A}"/>
                </a:ext>
              </a:extLst>
            </p:cNvPr>
            <p:cNvSpPr>
              <a:spLocks noGrp="1"/>
            </p:cNvSpPr>
            <p:nvPr/>
          </p:nvSpPr>
          <p:spPr>
            <a:xfrm>
              <a:off x="23369588" y="7085409"/>
              <a:ext cx="236680" cy="6096"/>
            </a:xfrm>
            <a:prstGeom prst="rect">
              <a:avLst/>
            </a:prstGeom>
            <a:solidFill>
              <a:srgbClr val="DCE8ED"/>
            </a:solidFill>
            <a:ln w="0">
              <a:noFill/>
              <a:prstDash val="solid"/>
            </a:ln>
          </p:spPr>
        </p:sp>
        <p:sp>
          <p:nvSpPr>
            <p:cNvPr id="4781" name="dense-map-10-cell-11">
              <a:extLst>
                <a:ext uri="{FF2B5EF4-FFF2-40B4-BE49-F238E27FC236}">
                  <a16:creationId xmlns:a16="http://schemas.microsoft.com/office/drawing/2014/main" id="{130A45B5-7BCE-44BA-B8A1-384EA13462F3}"/>
                </a:ext>
              </a:extLst>
            </p:cNvPr>
            <p:cNvSpPr>
              <a:spLocks noGrp="1"/>
            </p:cNvSpPr>
            <p:nvPr/>
          </p:nvSpPr>
          <p:spPr>
            <a:xfrm>
              <a:off x="23369588" y="7091363"/>
              <a:ext cx="236680" cy="6096"/>
            </a:xfrm>
            <a:prstGeom prst="rect">
              <a:avLst/>
            </a:prstGeom>
            <a:solidFill>
              <a:srgbClr val="DCE8ED"/>
            </a:solidFill>
            <a:ln w="0">
              <a:noFill/>
              <a:prstDash val="solid"/>
            </a:ln>
          </p:spPr>
        </p:sp>
        <p:sp>
          <p:nvSpPr>
            <p:cNvPr id="4782" name="dense-map-10-cell-10">
              <a:extLst>
                <a:ext uri="{FF2B5EF4-FFF2-40B4-BE49-F238E27FC236}">
                  <a16:creationId xmlns:a16="http://schemas.microsoft.com/office/drawing/2014/main" id="{29468D17-E161-459F-9840-02EBC5FBB9F5}"/>
                </a:ext>
              </a:extLst>
            </p:cNvPr>
            <p:cNvSpPr>
              <a:spLocks noGrp="1"/>
            </p:cNvSpPr>
            <p:nvPr/>
          </p:nvSpPr>
          <p:spPr>
            <a:xfrm>
              <a:off x="23369588" y="7097316"/>
              <a:ext cx="236680" cy="6096"/>
            </a:xfrm>
            <a:prstGeom prst="rect">
              <a:avLst/>
            </a:prstGeom>
            <a:solidFill>
              <a:srgbClr val="DCE8ED"/>
            </a:solidFill>
            <a:ln w="0">
              <a:noFill/>
              <a:prstDash val="solid"/>
            </a:ln>
          </p:spPr>
        </p:sp>
        <p:sp>
          <p:nvSpPr>
            <p:cNvPr id="4783" name="dense-map-10-cell-9">
              <a:extLst>
                <a:ext uri="{FF2B5EF4-FFF2-40B4-BE49-F238E27FC236}">
                  <a16:creationId xmlns:a16="http://schemas.microsoft.com/office/drawing/2014/main" id="{231C946D-C6C5-49B7-96E2-414F3C94449B}"/>
                </a:ext>
              </a:extLst>
            </p:cNvPr>
            <p:cNvSpPr>
              <a:spLocks noGrp="1"/>
            </p:cNvSpPr>
            <p:nvPr/>
          </p:nvSpPr>
          <p:spPr>
            <a:xfrm>
              <a:off x="23369588" y="7103269"/>
              <a:ext cx="236680" cy="6096"/>
            </a:xfrm>
            <a:prstGeom prst="rect">
              <a:avLst/>
            </a:prstGeom>
            <a:solidFill>
              <a:srgbClr val="DCE8ED"/>
            </a:solidFill>
            <a:ln w="0">
              <a:noFill/>
              <a:prstDash val="solid"/>
            </a:ln>
          </p:spPr>
        </p:sp>
        <p:sp>
          <p:nvSpPr>
            <p:cNvPr id="4784" name="dense-map-10-cell-8">
              <a:extLst>
                <a:ext uri="{FF2B5EF4-FFF2-40B4-BE49-F238E27FC236}">
                  <a16:creationId xmlns:a16="http://schemas.microsoft.com/office/drawing/2014/main" id="{209F3973-43DA-4267-A6B5-8412A3CEB5DC}"/>
                </a:ext>
              </a:extLst>
            </p:cNvPr>
            <p:cNvSpPr>
              <a:spLocks noGrp="1"/>
            </p:cNvSpPr>
            <p:nvPr/>
          </p:nvSpPr>
          <p:spPr>
            <a:xfrm>
              <a:off x="23369588" y="7109222"/>
              <a:ext cx="236680" cy="6096"/>
            </a:xfrm>
            <a:prstGeom prst="rect">
              <a:avLst/>
            </a:prstGeom>
            <a:solidFill>
              <a:srgbClr val="DCE8ED"/>
            </a:solidFill>
            <a:ln w="0">
              <a:noFill/>
              <a:prstDash val="solid"/>
            </a:ln>
          </p:spPr>
        </p:sp>
        <p:sp>
          <p:nvSpPr>
            <p:cNvPr id="4785" name="dense-map-10-cell-7">
              <a:extLst>
                <a:ext uri="{FF2B5EF4-FFF2-40B4-BE49-F238E27FC236}">
                  <a16:creationId xmlns:a16="http://schemas.microsoft.com/office/drawing/2014/main" id="{5E36B27B-2538-4624-810C-B20AEA265294}"/>
                </a:ext>
              </a:extLst>
            </p:cNvPr>
            <p:cNvSpPr>
              <a:spLocks noGrp="1"/>
            </p:cNvSpPr>
            <p:nvPr/>
          </p:nvSpPr>
          <p:spPr>
            <a:xfrm>
              <a:off x="23369588" y="7115175"/>
              <a:ext cx="236680" cy="6096"/>
            </a:xfrm>
            <a:prstGeom prst="rect">
              <a:avLst/>
            </a:prstGeom>
            <a:solidFill>
              <a:srgbClr val="DCE8ED"/>
            </a:solidFill>
            <a:ln w="0">
              <a:noFill/>
              <a:prstDash val="solid"/>
            </a:ln>
          </p:spPr>
        </p:sp>
        <p:sp>
          <p:nvSpPr>
            <p:cNvPr id="4786" name="dense-map-10-cell-6">
              <a:extLst>
                <a:ext uri="{FF2B5EF4-FFF2-40B4-BE49-F238E27FC236}">
                  <a16:creationId xmlns:a16="http://schemas.microsoft.com/office/drawing/2014/main" id="{49C74D38-3C92-4A45-B1B2-294A45803979}"/>
                </a:ext>
              </a:extLst>
            </p:cNvPr>
            <p:cNvSpPr>
              <a:spLocks noGrp="1"/>
            </p:cNvSpPr>
            <p:nvPr/>
          </p:nvSpPr>
          <p:spPr>
            <a:xfrm>
              <a:off x="23369588" y="7121128"/>
              <a:ext cx="236680" cy="6096"/>
            </a:xfrm>
            <a:prstGeom prst="rect">
              <a:avLst/>
            </a:prstGeom>
            <a:solidFill>
              <a:srgbClr val="DCE8ED"/>
            </a:solidFill>
            <a:ln w="0">
              <a:noFill/>
              <a:prstDash val="solid"/>
            </a:ln>
          </p:spPr>
        </p:sp>
        <p:sp>
          <p:nvSpPr>
            <p:cNvPr id="4787" name="dense-map-10-cell-5">
              <a:extLst>
                <a:ext uri="{FF2B5EF4-FFF2-40B4-BE49-F238E27FC236}">
                  <a16:creationId xmlns:a16="http://schemas.microsoft.com/office/drawing/2014/main" id="{7D16CB78-BC5B-472B-8BF1-CC69F1E57D5B}"/>
                </a:ext>
              </a:extLst>
            </p:cNvPr>
            <p:cNvSpPr>
              <a:spLocks noGrp="1"/>
            </p:cNvSpPr>
            <p:nvPr/>
          </p:nvSpPr>
          <p:spPr>
            <a:xfrm>
              <a:off x="23369588" y="7127081"/>
              <a:ext cx="236680" cy="6096"/>
            </a:xfrm>
            <a:prstGeom prst="rect">
              <a:avLst/>
            </a:prstGeom>
            <a:solidFill>
              <a:srgbClr val="DCE8ED"/>
            </a:solidFill>
            <a:ln w="0">
              <a:noFill/>
              <a:prstDash val="solid"/>
            </a:ln>
          </p:spPr>
        </p:sp>
        <p:sp>
          <p:nvSpPr>
            <p:cNvPr id="4788" name="dense-map-10-cell-4">
              <a:extLst>
                <a:ext uri="{FF2B5EF4-FFF2-40B4-BE49-F238E27FC236}">
                  <a16:creationId xmlns:a16="http://schemas.microsoft.com/office/drawing/2014/main" id="{EE95F511-1DC9-4ABA-BFA7-6588407FAEC4}"/>
                </a:ext>
              </a:extLst>
            </p:cNvPr>
            <p:cNvSpPr>
              <a:spLocks noGrp="1"/>
            </p:cNvSpPr>
            <p:nvPr/>
          </p:nvSpPr>
          <p:spPr>
            <a:xfrm>
              <a:off x="23369588" y="7133034"/>
              <a:ext cx="236680" cy="6096"/>
            </a:xfrm>
            <a:prstGeom prst="rect">
              <a:avLst/>
            </a:prstGeom>
            <a:solidFill>
              <a:srgbClr val="DCE8ED"/>
            </a:solidFill>
            <a:ln w="0">
              <a:noFill/>
              <a:prstDash val="solid"/>
            </a:ln>
          </p:spPr>
        </p:sp>
        <p:sp>
          <p:nvSpPr>
            <p:cNvPr id="4789" name="dense-map-10-cell-3">
              <a:extLst>
                <a:ext uri="{FF2B5EF4-FFF2-40B4-BE49-F238E27FC236}">
                  <a16:creationId xmlns:a16="http://schemas.microsoft.com/office/drawing/2014/main" id="{56770A9E-E3FC-4B35-AD8C-0EB0619751D7}"/>
                </a:ext>
              </a:extLst>
            </p:cNvPr>
            <p:cNvSpPr>
              <a:spLocks noGrp="1"/>
            </p:cNvSpPr>
            <p:nvPr/>
          </p:nvSpPr>
          <p:spPr>
            <a:xfrm>
              <a:off x="23369588" y="7138988"/>
              <a:ext cx="236680" cy="6096"/>
            </a:xfrm>
            <a:prstGeom prst="rect">
              <a:avLst/>
            </a:prstGeom>
            <a:solidFill>
              <a:srgbClr val="DCE8ED"/>
            </a:solidFill>
            <a:ln w="0">
              <a:noFill/>
              <a:prstDash val="solid"/>
            </a:ln>
          </p:spPr>
        </p:sp>
        <p:sp>
          <p:nvSpPr>
            <p:cNvPr id="4790" name="dense-map-10-cell-2">
              <a:extLst>
                <a:ext uri="{FF2B5EF4-FFF2-40B4-BE49-F238E27FC236}">
                  <a16:creationId xmlns:a16="http://schemas.microsoft.com/office/drawing/2014/main" id="{3D47B877-F920-4E2A-99FF-4B022EB91D07}"/>
                </a:ext>
              </a:extLst>
            </p:cNvPr>
            <p:cNvSpPr>
              <a:spLocks noGrp="1"/>
            </p:cNvSpPr>
            <p:nvPr/>
          </p:nvSpPr>
          <p:spPr>
            <a:xfrm>
              <a:off x="23369588" y="7144941"/>
              <a:ext cx="236680" cy="6096"/>
            </a:xfrm>
            <a:prstGeom prst="rect">
              <a:avLst/>
            </a:prstGeom>
            <a:solidFill>
              <a:srgbClr val="DCE8ED"/>
            </a:solidFill>
            <a:ln w="0">
              <a:noFill/>
              <a:prstDash val="solid"/>
            </a:ln>
          </p:spPr>
        </p:sp>
        <p:sp>
          <p:nvSpPr>
            <p:cNvPr id="4791" name="dense-map-10-cell-1">
              <a:extLst>
                <a:ext uri="{FF2B5EF4-FFF2-40B4-BE49-F238E27FC236}">
                  <a16:creationId xmlns:a16="http://schemas.microsoft.com/office/drawing/2014/main" id="{5D3918ED-964C-4846-9F87-522D3BE9D2E6}"/>
                </a:ext>
              </a:extLst>
            </p:cNvPr>
            <p:cNvSpPr>
              <a:spLocks noGrp="1"/>
            </p:cNvSpPr>
            <p:nvPr/>
          </p:nvSpPr>
          <p:spPr>
            <a:xfrm>
              <a:off x="23369588" y="7150894"/>
              <a:ext cx="236680" cy="6096"/>
            </a:xfrm>
            <a:prstGeom prst="rect">
              <a:avLst/>
            </a:prstGeom>
            <a:solidFill>
              <a:srgbClr val="DCE8ED"/>
            </a:solidFill>
            <a:ln w="0">
              <a:noFill/>
              <a:prstDash val="solid"/>
            </a:ln>
          </p:spPr>
        </p:sp>
        <p:sp>
          <p:nvSpPr>
            <p:cNvPr id="4792" name="dense-map-10-cell-0">
              <a:extLst>
                <a:ext uri="{FF2B5EF4-FFF2-40B4-BE49-F238E27FC236}">
                  <a16:creationId xmlns:a16="http://schemas.microsoft.com/office/drawing/2014/main" id="{6098162A-C864-44C6-9464-971B241EA824}"/>
                </a:ext>
              </a:extLst>
            </p:cNvPr>
            <p:cNvSpPr>
              <a:spLocks noGrp="1"/>
            </p:cNvSpPr>
            <p:nvPr/>
          </p:nvSpPr>
          <p:spPr>
            <a:xfrm>
              <a:off x="23369588" y="7156847"/>
              <a:ext cx="236680" cy="6096"/>
            </a:xfrm>
            <a:prstGeom prst="rect">
              <a:avLst/>
            </a:prstGeom>
            <a:solidFill>
              <a:srgbClr val="DCE8ED"/>
            </a:solidFill>
            <a:ln w="0">
              <a:noFill/>
              <a:prstDash val="solid"/>
            </a:ln>
          </p:spPr>
        </p:sp>
        <p:sp>
          <p:nvSpPr>
            <p:cNvPr id="4793" name="dense-map-9-cell-191">
              <a:extLst>
                <a:ext uri="{FF2B5EF4-FFF2-40B4-BE49-F238E27FC236}">
                  <a16:creationId xmlns:a16="http://schemas.microsoft.com/office/drawing/2014/main" id="{16663AC5-4F49-49BA-9F45-7E6F424359FB}"/>
                </a:ext>
              </a:extLst>
            </p:cNvPr>
            <p:cNvSpPr>
              <a:spLocks noGrp="1"/>
            </p:cNvSpPr>
            <p:nvPr/>
          </p:nvSpPr>
          <p:spPr>
            <a:xfrm>
              <a:off x="23133050" y="6019800"/>
              <a:ext cx="236680" cy="6096"/>
            </a:xfrm>
            <a:prstGeom prst="rect">
              <a:avLst/>
            </a:prstGeom>
            <a:solidFill>
              <a:srgbClr val="D8CCDC"/>
            </a:solidFill>
            <a:ln w="0">
              <a:noFill/>
              <a:prstDash val="solid"/>
            </a:ln>
          </p:spPr>
        </p:sp>
        <p:sp>
          <p:nvSpPr>
            <p:cNvPr id="4794" name="dense-map-9-cell-190">
              <a:extLst>
                <a:ext uri="{FF2B5EF4-FFF2-40B4-BE49-F238E27FC236}">
                  <a16:creationId xmlns:a16="http://schemas.microsoft.com/office/drawing/2014/main" id="{7E2F890E-EB92-4413-AAA6-9AF49648C451}"/>
                </a:ext>
              </a:extLst>
            </p:cNvPr>
            <p:cNvSpPr>
              <a:spLocks noGrp="1"/>
            </p:cNvSpPr>
            <p:nvPr/>
          </p:nvSpPr>
          <p:spPr>
            <a:xfrm>
              <a:off x="23133050" y="6025753"/>
              <a:ext cx="236680" cy="6096"/>
            </a:xfrm>
            <a:prstGeom prst="rect">
              <a:avLst/>
            </a:prstGeom>
            <a:solidFill>
              <a:srgbClr val="D8CCDC"/>
            </a:solidFill>
            <a:ln w="0">
              <a:noFill/>
              <a:prstDash val="solid"/>
            </a:ln>
          </p:spPr>
        </p:sp>
        <p:sp>
          <p:nvSpPr>
            <p:cNvPr id="4795" name="dense-map-9-cell-189">
              <a:extLst>
                <a:ext uri="{FF2B5EF4-FFF2-40B4-BE49-F238E27FC236}">
                  <a16:creationId xmlns:a16="http://schemas.microsoft.com/office/drawing/2014/main" id="{AE8F77B0-EEDB-42A8-82F2-11B50A26ADD9}"/>
                </a:ext>
              </a:extLst>
            </p:cNvPr>
            <p:cNvSpPr>
              <a:spLocks noGrp="1"/>
            </p:cNvSpPr>
            <p:nvPr/>
          </p:nvSpPr>
          <p:spPr>
            <a:xfrm>
              <a:off x="23133050" y="6031706"/>
              <a:ext cx="236680" cy="6096"/>
            </a:xfrm>
            <a:prstGeom prst="rect">
              <a:avLst/>
            </a:prstGeom>
            <a:solidFill>
              <a:srgbClr val="D8CCDC"/>
            </a:solidFill>
            <a:ln w="0">
              <a:noFill/>
              <a:prstDash val="solid"/>
            </a:ln>
          </p:spPr>
        </p:sp>
        <p:sp>
          <p:nvSpPr>
            <p:cNvPr id="4796" name="dense-map-9-cell-188">
              <a:extLst>
                <a:ext uri="{FF2B5EF4-FFF2-40B4-BE49-F238E27FC236}">
                  <a16:creationId xmlns:a16="http://schemas.microsoft.com/office/drawing/2014/main" id="{815F4223-42A8-447F-A19E-84766A9AAB4D}"/>
                </a:ext>
              </a:extLst>
            </p:cNvPr>
            <p:cNvSpPr>
              <a:spLocks noGrp="1"/>
            </p:cNvSpPr>
            <p:nvPr/>
          </p:nvSpPr>
          <p:spPr>
            <a:xfrm>
              <a:off x="23133050" y="6037659"/>
              <a:ext cx="236680" cy="6096"/>
            </a:xfrm>
            <a:prstGeom prst="rect">
              <a:avLst/>
            </a:prstGeom>
            <a:solidFill>
              <a:srgbClr val="D8CCDC"/>
            </a:solidFill>
            <a:ln w="0">
              <a:noFill/>
              <a:prstDash val="solid"/>
            </a:ln>
          </p:spPr>
        </p:sp>
        <p:sp>
          <p:nvSpPr>
            <p:cNvPr id="4797" name="dense-map-9-cell-187">
              <a:extLst>
                <a:ext uri="{FF2B5EF4-FFF2-40B4-BE49-F238E27FC236}">
                  <a16:creationId xmlns:a16="http://schemas.microsoft.com/office/drawing/2014/main" id="{AD64BDCD-64FF-4F28-B7B4-458430018B59}"/>
                </a:ext>
              </a:extLst>
            </p:cNvPr>
            <p:cNvSpPr>
              <a:spLocks noGrp="1"/>
            </p:cNvSpPr>
            <p:nvPr/>
          </p:nvSpPr>
          <p:spPr>
            <a:xfrm>
              <a:off x="23133050" y="6043613"/>
              <a:ext cx="236680" cy="6096"/>
            </a:xfrm>
            <a:prstGeom prst="rect">
              <a:avLst/>
            </a:prstGeom>
            <a:solidFill>
              <a:srgbClr val="D8CCDC"/>
            </a:solidFill>
            <a:ln w="0">
              <a:noFill/>
              <a:prstDash val="solid"/>
            </a:ln>
          </p:spPr>
        </p:sp>
        <p:sp>
          <p:nvSpPr>
            <p:cNvPr id="4798" name="dense-map-9-cell-186">
              <a:extLst>
                <a:ext uri="{FF2B5EF4-FFF2-40B4-BE49-F238E27FC236}">
                  <a16:creationId xmlns:a16="http://schemas.microsoft.com/office/drawing/2014/main" id="{5ED632EA-52E6-4AF7-90DB-13E289B129B3}"/>
                </a:ext>
              </a:extLst>
            </p:cNvPr>
            <p:cNvSpPr>
              <a:spLocks noGrp="1"/>
            </p:cNvSpPr>
            <p:nvPr/>
          </p:nvSpPr>
          <p:spPr>
            <a:xfrm>
              <a:off x="23133050" y="6049566"/>
              <a:ext cx="236680" cy="6096"/>
            </a:xfrm>
            <a:prstGeom prst="rect">
              <a:avLst/>
            </a:prstGeom>
            <a:solidFill>
              <a:srgbClr val="D8CCDC"/>
            </a:solidFill>
            <a:ln w="0">
              <a:noFill/>
              <a:prstDash val="solid"/>
            </a:ln>
          </p:spPr>
        </p:sp>
        <p:sp>
          <p:nvSpPr>
            <p:cNvPr id="4799" name="dense-map-9-cell-185">
              <a:extLst>
                <a:ext uri="{FF2B5EF4-FFF2-40B4-BE49-F238E27FC236}">
                  <a16:creationId xmlns:a16="http://schemas.microsoft.com/office/drawing/2014/main" id="{8D64E11C-9701-4DA9-9354-ABEB00D0348A}"/>
                </a:ext>
              </a:extLst>
            </p:cNvPr>
            <p:cNvSpPr>
              <a:spLocks noGrp="1"/>
            </p:cNvSpPr>
            <p:nvPr/>
          </p:nvSpPr>
          <p:spPr>
            <a:xfrm>
              <a:off x="23133050" y="6055519"/>
              <a:ext cx="236680" cy="6096"/>
            </a:xfrm>
            <a:prstGeom prst="rect">
              <a:avLst/>
            </a:prstGeom>
            <a:solidFill>
              <a:srgbClr val="D6BED3"/>
            </a:solidFill>
            <a:ln w="0">
              <a:noFill/>
              <a:prstDash val="solid"/>
            </a:ln>
          </p:spPr>
        </p:sp>
        <p:sp>
          <p:nvSpPr>
            <p:cNvPr id="4800" name="dense-map-9-cell-184">
              <a:extLst>
                <a:ext uri="{FF2B5EF4-FFF2-40B4-BE49-F238E27FC236}">
                  <a16:creationId xmlns:a16="http://schemas.microsoft.com/office/drawing/2014/main" id="{F8D5032E-D937-4079-A791-8CE0AC6D985A}"/>
                </a:ext>
              </a:extLst>
            </p:cNvPr>
            <p:cNvSpPr>
              <a:spLocks noGrp="1"/>
            </p:cNvSpPr>
            <p:nvPr/>
          </p:nvSpPr>
          <p:spPr>
            <a:xfrm>
              <a:off x="23133050" y="6061472"/>
              <a:ext cx="236680" cy="6096"/>
            </a:xfrm>
            <a:prstGeom prst="rect">
              <a:avLst/>
            </a:prstGeom>
            <a:solidFill>
              <a:srgbClr val="D199BB"/>
            </a:solidFill>
            <a:ln w="0">
              <a:noFill/>
              <a:prstDash val="solid"/>
            </a:ln>
          </p:spPr>
        </p:sp>
        <p:sp>
          <p:nvSpPr>
            <p:cNvPr id="4801" name="dense-map-9-cell-183">
              <a:extLst>
                <a:ext uri="{FF2B5EF4-FFF2-40B4-BE49-F238E27FC236}">
                  <a16:creationId xmlns:a16="http://schemas.microsoft.com/office/drawing/2014/main" id="{19954CF0-57C7-4AA6-8FC2-4832C75DB060}"/>
                </a:ext>
              </a:extLst>
            </p:cNvPr>
            <p:cNvSpPr>
              <a:spLocks noGrp="1"/>
            </p:cNvSpPr>
            <p:nvPr/>
          </p:nvSpPr>
          <p:spPr>
            <a:xfrm>
              <a:off x="23133050" y="6067425"/>
              <a:ext cx="236680" cy="6096"/>
            </a:xfrm>
            <a:prstGeom prst="rect">
              <a:avLst/>
            </a:prstGeom>
            <a:solidFill>
              <a:srgbClr val="CD80AB"/>
            </a:solidFill>
            <a:ln w="0">
              <a:noFill/>
              <a:prstDash val="solid"/>
            </a:ln>
          </p:spPr>
        </p:sp>
        <p:sp>
          <p:nvSpPr>
            <p:cNvPr id="4802" name="dense-map-9-cell-182">
              <a:extLst>
                <a:ext uri="{FF2B5EF4-FFF2-40B4-BE49-F238E27FC236}">
                  <a16:creationId xmlns:a16="http://schemas.microsoft.com/office/drawing/2014/main" id="{5F2BC513-39F3-410F-B1CD-A88C39387751}"/>
                </a:ext>
              </a:extLst>
            </p:cNvPr>
            <p:cNvSpPr>
              <a:spLocks noGrp="1"/>
            </p:cNvSpPr>
            <p:nvPr/>
          </p:nvSpPr>
          <p:spPr>
            <a:xfrm>
              <a:off x="23133050" y="6073378"/>
              <a:ext cx="236680" cy="6096"/>
            </a:xfrm>
            <a:prstGeom prst="rect">
              <a:avLst/>
            </a:prstGeom>
            <a:solidFill>
              <a:srgbClr val="CD80AC"/>
            </a:solidFill>
            <a:ln w="0">
              <a:noFill/>
              <a:prstDash val="solid"/>
            </a:ln>
          </p:spPr>
        </p:sp>
        <p:sp>
          <p:nvSpPr>
            <p:cNvPr id="4803" name="dense-map-9-cell-181">
              <a:extLst>
                <a:ext uri="{FF2B5EF4-FFF2-40B4-BE49-F238E27FC236}">
                  <a16:creationId xmlns:a16="http://schemas.microsoft.com/office/drawing/2014/main" id="{91BEB285-01EA-49B3-A843-9B81B57A1861}"/>
                </a:ext>
              </a:extLst>
            </p:cNvPr>
            <p:cNvSpPr>
              <a:spLocks noGrp="1"/>
            </p:cNvSpPr>
            <p:nvPr/>
          </p:nvSpPr>
          <p:spPr>
            <a:xfrm>
              <a:off x="23133050" y="6079331"/>
              <a:ext cx="236680" cy="6096"/>
            </a:xfrm>
            <a:prstGeom prst="rect">
              <a:avLst/>
            </a:prstGeom>
            <a:solidFill>
              <a:srgbClr val="CD83AD"/>
            </a:solidFill>
            <a:ln w="0">
              <a:noFill/>
              <a:prstDash val="solid"/>
            </a:ln>
          </p:spPr>
        </p:sp>
        <p:sp>
          <p:nvSpPr>
            <p:cNvPr id="4804" name="dense-map-9-cell-180">
              <a:extLst>
                <a:ext uri="{FF2B5EF4-FFF2-40B4-BE49-F238E27FC236}">
                  <a16:creationId xmlns:a16="http://schemas.microsoft.com/office/drawing/2014/main" id="{B5AD6CAE-CFDB-471D-8321-B963CAD4756B}"/>
                </a:ext>
              </a:extLst>
            </p:cNvPr>
            <p:cNvSpPr>
              <a:spLocks noGrp="1"/>
            </p:cNvSpPr>
            <p:nvPr/>
          </p:nvSpPr>
          <p:spPr>
            <a:xfrm>
              <a:off x="23133050" y="6085284"/>
              <a:ext cx="236680" cy="6096"/>
            </a:xfrm>
            <a:prstGeom prst="rect">
              <a:avLst/>
            </a:prstGeom>
            <a:solidFill>
              <a:srgbClr val="CE85AF"/>
            </a:solidFill>
            <a:ln w="0">
              <a:noFill/>
              <a:prstDash val="solid"/>
            </a:ln>
          </p:spPr>
        </p:sp>
        <p:sp>
          <p:nvSpPr>
            <p:cNvPr id="4805" name="dense-map-9-cell-179">
              <a:extLst>
                <a:ext uri="{FF2B5EF4-FFF2-40B4-BE49-F238E27FC236}">
                  <a16:creationId xmlns:a16="http://schemas.microsoft.com/office/drawing/2014/main" id="{A43D51F3-B0D5-4118-B2A0-800997E6DADB}"/>
                </a:ext>
              </a:extLst>
            </p:cNvPr>
            <p:cNvSpPr>
              <a:spLocks noGrp="1"/>
            </p:cNvSpPr>
            <p:nvPr/>
          </p:nvSpPr>
          <p:spPr>
            <a:xfrm>
              <a:off x="23133050" y="6091238"/>
              <a:ext cx="236680" cy="6096"/>
            </a:xfrm>
            <a:prstGeom prst="rect">
              <a:avLst/>
            </a:prstGeom>
            <a:solidFill>
              <a:srgbClr val="CE87B0"/>
            </a:solidFill>
            <a:ln w="0">
              <a:noFill/>
              <a:prstDash val="solid"/>
            </a:ln>
          </p:spPr>
        </p:sp>
        <p:sp>
          <p:nvSpPr>
            <p:cNvPr id="4806" name="dense-map-9-cell-178">
              <a:extLst>
                <a:ext uri="{FF2B5EF4-FFF2-40B4-BE49-F238E27FC236}">
                  <a16:creationId xmlns:a16="http://schemas.microsoft.com/office/drawing/2014/main" id="{E71E91FD-7838-44DF-B071-6B8B5361F46C}"/>
                </a:ext>
              </a:extLst>
            </p:cNvPr>
            <p:cNvSpPr>
              <a:spLocks noGrp="1"/>
            </p:cNvSpPr>
            <p:nvPr/>
          </p:nvSpPr>
          <p:spPr>
            <a:xfrm>
              <a:off x="23133050" y="6097191"/>
              <a:ext cx="236680" cy="6096"/>
            </a:xfrm>
            <a:prstGeom prst="rect">
              <a:avLst/>
            </a:prstGeom>
            <a:solidFill>
              <a:srgbClr val="CE88B0"/>
            </a:solidFill>
            <a:ln w="0">
              <a:noFill/>
              <a:prstDash val="solid"/>
            </a:ln>
          </p:spPr>
        </p:sp>
        <p:sp>
          <p:nvSpPr>
            <p:cNvPr id="4807" name="dense-map-9-cell-177">
              <a:extLst>
                <a:ext uri="{FF2B5EF4-FFF2-40B4-BE49-F238E27FC236}">
                  <a16:creationId xmlns:a16="http://schemas.microsoft.com/office/drawing/2014/main" id="{4E8732F3-5921-4063-97B6-8FAC6A3B2BAA}"/>
                </a:ext>
              </a:extLst>
            </p:cNvPr>
            <p:cNvSpPr>
              <a:spLocks noGrp="1"/>
            </p:cNvSpPr>
            <p:nvPr/>
          </p:nvSpPr>
          <p:spPr>
            <a:xfrm>
              <a:off x="23133050" y="6103144"/>
              <a:ext cx="236680" cy="6096"/>
            </a:xfrm>
            <a:prstGeom prst="rect">
              <a:avLst/>
            </a:prstGeom>
            <a:solidFill>
              <a:srgbClr val="CE88B0"/>
            </a:solidFill>
            <a:ln w="0">
              <a:noFill/>
              <a:prstDash val="solid"/>
            </a:ln>
          </p:spPr>
        </p:sp>
        <p:sp>
          <p:nvSpPr>
            <p:cNvPr id="4808" name="dense-map-9-cell-176">
              <a:extLst>
                <a:ext uri="{FF2B5EF4-FFF2-40B4-BE49-F238E27FC236}">
                  <a16:creationId xmlns:a16="http://schemas.microsoft.com/office/drawing/2014/main" id="{2DBCDB06-C1D1-4162-B3F8-775895CBFD7F}"/>
                </a:ext>
              </a:extLst>
            </p:cNvPr>
            <p:cNvSpPr>
              <a:spLocks noGrp="1"/>
            </p:cNvSpPr>
            <p:nvPr/>
          </p:nvSpPr>
          <p:spPr>
            <a:xfrm>
              <a:off x="23133050" y="6109097"/>
              <a:ext cx="236680" cy="6096"/>
            </a:xfrm>
            <a:prstGeom prst="rect">
              <a:avLst/>
            </a:prstGeom>
            <a:solidFill>
              <a:srgbClr val="CE88B0"/>
            </a:solidFill>
            <a:ln w="0">
              <a:noFill/>
              <a:prstDash val="solid"/>
            </a:ln>
          </p:spPr>
        </p:sp>
        <p:sp>
          <p:nvSpPr>
            <p:cNvPr id="4809" name="dense-map-9-cell-175">
              <a:extLst>
                <a:ext uri="{FF2B5EF4-FFF2-40B4-BE49-F238E27FC236}">
                  <a16:creationId xmlns:a16="http://schemas.microsoft.com/office/drawing/2014/main" id="{E63B2B98-F82B-4031-9A9E-4ADA5661CD09}"/>
                </a:ext>
              </a:extLst>
            </p:cNvPr>
            <p:cNvSpPr>
              <a:spLocks noGrp="1"/>
            </p:cNvSpPr>
            <p:nvPr/>
          </p:nvSpPr>
          <p:spPr>
            <a:xfrm>
              <a:off x="23133050" y="6115050"/>
              <a:ext cx="236680" cy="6096"/>
            </a:xfrm>
            <a:prstGeom prst="rect">
              <a:avLst/>
            </a:prstGeom>
            <a:solidFill>
              <a:srgbClr val="CE88B0"/>
            </a:solidFill>
            <a:ln w="0">
              <a:noFill/>
              <a:prstDash val="solid"/>
            </a:ln>
          </p:spPr>
        </p:sp>
        <p:sp>
          <p:nvSpPr>
            <p:cNvPr id="4810" name="dense-map-9-cell-174">
              <a:extLst>
                <a:ext uri="{FF2B5EF4-FFF2-40B4-BE49-F238E27FC236}">
                  <a16:creationId xmlns:a16="http://schemas.microsoft.com/office/drawing/2014/main" id="{33D20C66-C0C7-4856-868A-2C64C53044F1}"/>
                </a:ext>
              </a:extLst>
            </p:cNvPr>
            <p:cNvSpPr>
              <a:spLocks noGrp="1"/>
            </p:cNvSpPr>
            <p:nvPr/>
          </p:nvSpPr>
          <p:spPr>
            <a:xfrm>
              <a:off x="23133050" y="6121003"/>
              <a:ext cx="236680" cy="6096"/>
            </a:xfrm>
            <a:prstGeom prst="rect">
              <a:avLst/>
            </a:prstGeom>
            <a:solidFill>
              <a:srgbClr val="CE88B0"/>
            </a:solidFill>
            <a:ln w="0">
              <a:noFill/>
              <a:prstDash val="solid"/>
            </a:ln>
          </p:spPr>
        </p:sp>
        <p:sp>
          <p:nvSpPr>
            <p:cNvPr id="4811" name="dense-map-9-cell-173">
              <a:extLst>
                <a:ext uri="{FF2B5EF4-FFF2-40B4-BE49-F238E27FC236}">
                  <a16:creationId xmlns:a16="http://schemas.microsoft.com/office/drawing/2014/main" id="{F1C49779-E353-4769-99CD-86F552CAB1AA}"/>
                </a:ext>
              </a:extLst>
            </p:cNvPr>
            <p:cNvSpPr>
              <a:spLocks noGrp="1"/>
            </p:cNvSpPr>
            <p:nvPr/>
          </p:nvSpPr>
          <p:spPr>
            <a:xfrm>
              <a:off x="23133050" y="6126956"/>
              <a:ext cx="236680" cy="6096"/>
            </a:xfrm>
            <a:prstGeom prst="rect">
              <a:avLst/>
            </a:prstGeom>
            <a:solidFill>
              <a:srgbClr val="CF8BB2"/>
            </a:solidFill>
            <a:ln w="0">
              <a:noFill/>
              <a:prstDash val="solid"/>
            </a:ln>
          </p:spPr>
        </p:sp>
        <p:sp>
          <p:nvSpPr>
            <p:cNvPr id="4812" name="dense-map-9-cell-172">
              <a:extLst>
                <a:ext uri="{FF2B5EF4-FFF2-40B4-BE49-F238E27FC236}">
                  <a16:creationId xmlns:a16="http://schemas.microsoft.com/office/drawing/2014/main" id="{1B0AC028-F17B-4A1A-8A02-9C4DAC246BA0}"/>
                </a:ext>
              </a:extLst>
            </p:cNvPr>
            <p:cNvSpPr>
              <a:spLocks noGrp="1"/>
            </p:cNvSpPr>
            <p:nvPr/>
          </p:nvSpPr>
          <p:spPr>
            <a:xfrm>
              <a:off x="23133050" y="6132909"/>
              <a:ext cx="236680" cy="6096"/>
            </a:xfrm>
            <a:prstGeom prst="rect">
              <a:avLst/>
            </a:prstGeom>
            <a:solidFill>
              <a:srgbClr val="D093B7"/>
            </a:solidFill>
            <a:ln w="0">
              <a:noFill/>
              <a:prstDash val="solid"/>
            </a:ln>
          </p:spPr>
        </p:sp>
        <p:sp>
          <p:nvSpPr>
            <p:cNvPr id="4813" name="dense-map-9-cell-171">
              <a:extLst>
                <a:ext uri="{FF2B5EF4-FFF2-40B4-BE49-F238E27FC236}">
                  <a16:creationId xmlns:a16="http://schemas.microsoft.com/office/drawing/2014/main" id="{B265DCB3-E883-41EB-8BC5-6D1BC7B53185}"/>
                </a:ext>
              </a:extLst>
            </p:cNvPr>
            <p:cNvSpPr>
              <a:spLocks noGrp="1"/>
            </p:cNvSpPr>
            <p:nvPr/>
          </p:nvSpPr>
          <p:spPr>
            <a:xfrm>
              <a:off x="23133050" y="6138863"/>
              <a:ext cx="236680" cy="6096"/>
            </a:xfrm>
            <a:prstGeom prst="rect">
              <a:avLst/>
            </a:prstGeom>
            <a:solidFill>
              <a:srgbClr val="D2A0BF"/>
            </a:solidFill>
            <a:ln w="0">
              <a:noFill/>
              <a:prstDash val="solid"/>
            </a:ln>
          </p:spPr>
        </p:sp>
        <p:sp>
          <p:nvSpPr>
            <p:cNvPr id="4814" name="dense-map-9-cell-170">
              <a:extLst>
                <a:ext uri="{FF2B5EF4-FFF2-40B4-BE49-F238E27FC236}">
                  <a16:creationId xmlns:a16="http://schemas.microsoft.com/office/drawing/2014/main" id="{8020AAD7-6F60-42BB-9D45-1704260A26B5}"/>
                </a:ext>
              </a:extLst>
            </p:cNvPr>
            <p:cNvSpPr>
              <a:spLocks noGrp="1"/>
            </p:cNvSpPr>
            <p:nvPr/>
          </p:nvSpPr>
          <p:spPr>
            <a:xfrm>
              <a:off x="23133050" y="6144816"/>
              <a:ext cx="236680" cy="6096"/>
            </a:xfrm>
            <a:prstGeom prst="rect">
              <a:avLst/>
            </a:prstGeom>
            <a:solidFill>
              <a:srgbClr val="D4B0C9"/>
            </a:solidFill>
            <a:ln w="0">
              <a:noFill/>
              <a:prstDash val="solid"/>
            </a:ln>
          </p:spPr>
        </p:sp>
        <p:sp>
          <p:nvSpPr>
            <p:cNvPr id="4815" name="dense-map-9-cell-169">
              <a:extLst>
                <a:ext uri="{FF2B5EF4-FFF2-40B4-BE49-F238E27FC236}">
                  <a16:creationId xmlns:a16="http://schemas.microsoft.com/office/drawing/2014/main" id="{54E69783-D146-4898-B9CB-CE5846A9D91F}"/>
                </a:ext>
              </a:extLst>
            </p:cNvPr>
            <p:cNvSpPr>
              <a:spLocks noGrp="1"/>
            </p:cNvSpPr>
            <p:nvPr/>
          </p:nvSpPr>
          <p:spPr>
            <a:xfrm>
              <a:off x="23133050" y="6150769"/>
              <a:ext cx="236680" cy="6096"/>
            </a:xfrm>
            <a:prstGeom prst="rect">
              <a:avLst/>
            </a:prstGeom>
            <a:solidFill>
              <a:srgbClr val="D6BFD3"/>
            </a:solidFill>
            <a:ln w="0">
              <a:noFill/>
              <a:prstDash val="solid"/>
            </a:ln>
          </p:spPr>
        </p:sp>
        <p:sp>
          <p:nvSpPr>
            <p:cNvPr id="4816" name="dense-map-9-cell-168">
              <a:extLst>
                <a:ext uri="{FF2B5EF4-FFF2-40B4-BE49-F238E27FC236}">
                  <a16:creationId xmlns:a16="http://schemas.microsoft.com/office/drawing/2014/main" id="{489527A8-7D92-43CA-9168-6C3A7FB715EA}"/>
                </a:ext>
              </a:extLst>
            </p:cNvPr>
            <p:cNvSpPr>
              <a:spLocks noGrp="1"/>
            </p:cNvSpPr>
            <p:nvPr/>
          </p:nvSpPr>
          <p:spPr>
            <a:xfrm>
              <a:off x="23133050" y="6156722"/>
              <a:ext cx="236680" cy="6096"/>
            </a:xfrm>
            <a:prstGeom prst="rect">
              <a:avLst/>
            </a:prstGeom>
            <a:solidFill>
              <a:srgbClr val="D9D0DE"/>
            </a:solidFill>
            <a:ln w="0">
              <a:noFill/>
              <a:prstDash val="solid"/>
            </a:ln>
          </p:spPr>
        </p:sp>
        <p:sp>
          <p:nvSpPr>
            <p:cNvPr id="4817" name="dense-map-9-cell-167">
              <a:extLst>
                <a:ext uri="{FF2B5EF4-FFF2-40B4-BE49-F238E27FC236}">
                  <a16:creationId xmlns:a16="http://schemas.microsoft.com/office/drawing/2014/main" id="{6DC4FE4E-198E-4700-BB79-8C14E501E965}"/>
                </a:ext>
              </a:extLst>
            </p:cNvPr>
            <p:cNvSpPr>
              <a:spLocks noGrp="1"/>
            </p:cNvSpPr>
            <p:nvPr/>
          </p:nvSpPr>
          <p:spPr>
            <a:xfrm>
              <a:off x="23133050" y="6162675"/>
              <a:ext cx="236680" cy="6096"/>
            </a:xfrm>
            <a:prstGeom prst="rect">
              <a:avLst/>
            </a:prstGeom>
            <a:solidFill>
              <a:srgbClr val="DADBE5"/>
            </a:solidFill>
            <a:ln w="0">
              <a:noFill/>
              <a:prstDash val="solid"/>
            </a:ln>
          </p:spPr>
        </p:sp>
        <p:sp>
          <p:nvSpPr>
            <p:cNvPr id="4818" name="dense-map-9-cell-166">
              <a:extLst>
                <a:ext uri="{FF2B5EF4-FFF2-40B4-BE49-F238E27FC236}">
                  <a16:creationId xmlns:a16="http://schemas.microsoft.com/office/drawing/2014/main" id="{295DFE50-78F3-438B-87BA-79D677A1A4A6}"/>
                </a:ext>
              </a:extLst>
            </p:cNvPr>
            <p:cNvSpPr>
              <a:spLocks noGrp="1"/>
            </p:cNvSpPr>
            <p:nvPr/>
          </p:nvSpPr>
          <p:spPr>
            <a:xfrm>
              <a:off x="23133050" y="6168628"/>
              <a:ext cx="236680" cy="6096"/>
            </a:xfrm>
            <a:prstGeom prst="rect">
              <a:avLst/>
            </a:prstGeom>
            <a:solidFill>
              <a:srgbClr val="DADAE4"/>
            </a:solidFill>
            <a:ln w="0">
              <a:noFill/>
              <a:prstDash val="solid"/>
            </a:ln>
          </p:spPr>
        </p:sp>
        <p:sp>
          <p:nvSpPr>
            <p:cNvPr id="4819" name="dense-map-9-cell-165">
              <a:extLst>
                <a:ext uri="{FF2B5EF4-FFF2-40B4-BE49-F238E27FC236}">
                  <a16:creationId xmlns:a16="http://schemas.microsoft.com/office/drawing/2014/main" id="{139D7611-65C7-41EC-9794-296E67321B54}"/>
                </a:ext>
              </a:extLst>
            </p:cNvPr>
            <p:cNvSpPr>
              <a:spLocks noGrp="1"/>
            </p:cNvSpPr>
            <p:nvPr/>
          </p:nvSpPr>
          <p:spPr>
            <a:xfrm>
              <a:off x="23133050" y="6174581"/>
              <a:ext cx="236680" cy="6096"/>
            </a:xfrm>
            <a:prstGeom prst="rect">
              <a:avLst/>
            </a:prstGeom>
            <a:solidFill>
              <a:srgbClr val="DADBE5"/>
            </a:solidFill>
            <a:ln w="0">
              <a:noFill/>
              <a:prstDash val="solid"/>
            </a:ln>
          </p:spPr>
        </p:sp>
        <p:sp>
          <p:nvSpPr>
            <p:cNvPr id="4820" name="dense-map-9-cell-164">
              <a:extLst>
                <a:ext uri="{FF2B5EF4-FFF2-40B4-BE49-F238E27FC236}">
                  <a16:creationId xmlns:a16="http://schemas.microsoft.com/office/drawing/2014/main" id="{C3DF2535-574D-4F04-8FE2-D8742EE8D696}"/>
                </a:ext>
              </a:extLst>
            </p:cNvPr>
            <p:cNvSpPr>
              <a:spLocks noGrp="1"/>
            </p:cNvSpPr>
            <p:nvPr/>
          </p:nvSpPr>
          <p:spPr>
            <a:xfrm>
              <a:off x="23133050" y="6180534"/>
              <a:ext cx="236680" cy="6096"/>
            </a:xfrm>
            <a:prstGeom prst="rect">
              <a:avLst/>
            </a:prstGeom>
            <a:solidFill>
              <a:srgbClr val="DADBE5"/>
            </a:solidFill>
            <a:ln w="0">
              <a:noFill/>
              <a:prstDash val="solid"/>
            </a:ln>
          </p:spPr>
        </p:sp>
        <p:sp>
          <p:nvSpPr>
            <p:cNvPr id="4821" name="dense-map-9-cell-163">
              <a:extLst>
                <a:ext uri="{FF2B5EF4-FFF2-40B4-BE49-F238E27FC236}">
                  <a16:creationId xmlns:a16="http://schemas.microsoft.com/office/drawing/2014/main" id="{9972213F-4DE5-4980-84AD-7821A98A2A58}"/>
                </a:ext>
              </a:extLst>
            </p:cNvPr>
            <p:cNvSpPr>
              <a:spLocks noGrp="1"/>
            </p:cNvSpPr>
            <p:nvPr/>
          </p:nvSpPr>
          <p:spPr>
            <a:xfrm>
              <a:off x="23133050" y="6186488"/>
              <a:ext cx="236680" cy="6096"/>
            </a:xfrm>
            <a:prstGeom prst="rect">
              <a:avLst/>
            </a:prstGeom>
            <a:solidFill>
              <a:srgbClr val="DADBE5"/>
            </a:solidFill>
            <a:ln w="0">
              <a:noFill/>
              <a:prstDash val="solid"/>
            </a:ln>
          </p:spPr>
        </p:sp>
        <p:sp>
          <p:nvSpPr>
            <p:cNvPr id="4822" name="dense-map-9-cell-162">
              <a:extLst>
                <a:ext uri="{FF2B5EF4-FFF2-40B4-BE49-F238E27FC236}">
                  <a16:creationId xmlns:a16="http://schemas.microsoft.com/office/drawing/2014/main" id="{2A7D5EA1-454B-44A3-AF1D-A620966DB666}"/>
                </a:ext>
              </a:extLst>
            </p:cNvPr>
            <p:cNvSpPr>
              <a:spLocks noGrp="1"/>
            </p:cNvSpPr>
            <p:nvPr/>
          </p:nvSpPr>
          <p:spPr>
            <a:xfrm>
              <a:off x="23133050" y="6192441"/>
              <a:ext cx="236680" cy="6096"/>
            </a:xfrm>
            <a:prstGeom prst="rect">
              <a:avLst/>
            </a:prstGeom>
            <a:solidFill>
              <a:srgbClr val="DADBE4"/>
            </a:solidFill>
            <a:ln w="0">
              <a:noFill/>
              <a:prstDash val="solid"/>
            </a:ln>
          </p:spPr>
        </p:sp>
        <p:sp>
          <p:nvSpPr>
            <p:cNvPr id="4823" name="dense-map-9-cell-161">
              <a:extLst>
                <a:ext uri="{FF2B5EF4-FFF2-40B4-BE49-F238E27FC236}">
                  <a16:creationId xmlns:a16="http://schemas.microsoft.com/office/drawing/2014/main" id="{E1FC95E8-ECFA-49C2-A775-71658B866AB8}"/>
                </a:ext>
              </a:extLst>
            </p:cNvPr>
            <p:cNvSpPr>
              <a:spLocks noGrp="1"/>
            </p:cNvSpPr>
            <p:nvPr/>
          </p:nvSpPr>
          <p:spPr>
            <a:xfrm>
              <a:off x="23133050" y="6198394"/>
              <a:ext cx="236680" cy="6096"/>
            </a:xfrm>
            <a:prstGeom prst="rect">
              <a:avLst/>
            </a:prstGeom>
            <a:solidFill>
              <a:srgbClr val="DADBE5"/>
            </a:solidFill>
            <a:ln w="0">
              <a:noFill/>
              <a:prstDash val="solid"/>
            </a:ln>
          </p:spPr>
        </p:sp>
        <p:sp>
          <p:nvSpPr>
            <p:cNvPr id="4824" name="dense-map-9-cell-160">
              <a:extLst>
                <a:ext uri="{FF2B5EF4-FFF2-40B4-BE49-F238E27FC236}">
                  <a16:creationId xmlns:a16="http://schemas.microsoft.com/office/drawing/2014/main" id="{88623BA0-05F4-44BF-B3EC-2C41F2F8DBBD}"/>
                </a:ext>
              </a:extLst>
            </p:cNvPr>
            <p:cNvSpPr>
              <a:spLocks noGrp="1"/>
            </p:cNvSpPr>
            <p:nvPr/>
          </p:nvSpPr>
          <p:spPr>
            <a:xfrm>
              <a:off x="23133050" y="6204347"/>
              <a:ext cx="236680" cy="6096"/>
            </a:xfrm>
            <a:prstGeom prst="rect">
              <a:avLst/>
            </a:prstGeom>
            <a:solidFill>
              <a:srgbClr val="DADBE5"/>
            </a:solidFill>
            <a:ln w="0">
              <a:noFill/>
              <a:prstDash val="solid"/>
            </a:ln>
          </p:spPr>
        </p:sp>
        <p:sp>
          <p:nvSpPr>
            <p:cNvPr id="4825" name="dense-map-9-cell-159">
              <a:extLst>
                <a:ext uri="{FF2B5EF4-FFF2-40B4-BE49-F238E27FC236}">
                  <a16:creationId xmlns:a16="http://schemas.microsoft.com/office/drawing/2014/main" id="{D6DA9E52-A4AA-4E18-B4F9-1153D837842A}"/>
                </a:ext>
              </a:extLst>
            </p:cNvPr>
            <p:cNvSpPr>
              <a:spLocks noGrp="1"/>
            </p:cNvSpPr>
            <p:nvPr/>
          </p:nvSpPr>
          <p:spPr>
            <a:xfrm>
              <a:off x="23133050" y="6210300"/>
              <a:ext cx="236680" cy="6096"/>
            </a:xfrm>
            <a:prstGeom prst="rect">
              <a:avLst/>
            </a:prstGeom>
            <a:solidFill>
              <a:srgbClr val="DADBE5"/>
            </a:solidFill>
            <a:ln w="0">
              <a:noFill/>
              <a:prstDash val="solid"/>
            </a:ln>
          </p:spPr>
        </p:sp>
        <p:sp>
          <p:nvSpPr>
            <p:cNvPr id="4826" name="dense-map-9-cell-158">
              <a:extLst>
                <a:ext uri="{FF2B5EF4-FFF2-40B4-BE49-F238E27FC236}">
                  <a16:creationId xmlns:a16="http://schemas.microsoft.com/office/drawing/2014/main" id="{862C93C9-3564-4DC9-A4F3-1D09D962B852}"/>
                </a:ext>
              </a:extLst>
            </p:cNvPr>
            <p:cNvSpPr>
              <a:spLocks noGrp="1"/>
            </p:cNvSpPr>
            <p:nvPr/>
          </p:nvSpPr>
          <p:spPr>
            <a:xfrm>
              <a:off x="23133050" y="6216253"/>
              <a:ext cx="236680" cy="6096"/>
            </a:xfrm>
            <a:prstGeom prst="rect">
              <a:avLst/>
            </a:prstGeom>
            <a:solidFill>
              <a:srgbClr val="DADBE5"/>
            </a:solidFill>
            <a:ln w="0">
              <a:noFill/>
              <a:prstDash val="solid"/>
            </a:ln>
          </p:spPr>
        </p:sp>
        <p:sp>
          <p:nvSpPr>
            <p:cNvPr id="4827" name="dense-map-9-cell-157">
              <a:extLst>
                <a:ext uri="{FF2B5EF4-FFF2-40B4-BE49-F238E27FC236}">
                  <a16:creationId xmlns:a16="http://schemas.microsoft.com/office/drawing/2014/main" id="{4780FF24-9CA4-4343-ADCA-FFA0C5612E52}"/>
                </a:ext>
              </a:extLst>
            </p:cNvPr>
            <p:cNvSpPr>
              <a:spLocks noGrp="1"/>
            </p:cNvSpPr>
            <p:nvPr/>
          </p:nvSpPr>
          <p:spPr>
            <a:xfrm>
              <a:off x="23133050" y="6222206"/>
              <a:ext cx="236680" cy="6096"/>
            </a:xfrm>
            <a:prstGeom prst="rect">
              <a:avLst/>
            </a:prstGeom>
            <a:solidFill>
              <a:srgbClr val="DADBE5"/>
            </a:solidFill>
            <a:ln w="0">
              <a:noFill/>
              <a:prstDash val="solid"/>
            </a:ln>
          </p:spPr>
        </p:sp>
        <p:sp>
          <p:nvSpPr>
            <p:cNvPr id="4828" name="dense-map-9-cell-156">
              <a:extLst>
                <a:ext uri="{FF2B5EF4-FFF2-40B4-BE49-F238E27FC236}">
                  <a16:creationId xmlns:a16="http://schemas.microsoft.com/office/drawing/2014/main" id="{B06D5F71-75DA-415C-8EA6-AA631DFB11FF}"/>
                </a:ext>
              </a:extLst>
            </p:cNvPr>
            <p:cNvSpPr>
              <a:spLocks noGrp="1"/>
            </p:cNvSpPr>
            <p:nvPr/>
          </p:nvSpPr>
          <p:spPr>
            <a:xfrm>
              <a:off x="23133050" y="6228159"/>
              <a:ext cx="236680" cy="6096"/>
            </a:xfrm>
            <a:prstGeom prst="rect">
              <a:avLst/>
            </a:prstGeom>
            <a:solidFill>
              <a:srgbClr val="DADBE5"/>
            </a:solidFill>
            <a:ln w="0">
              <a:noFill/>
              <a:prstDash val="solid"/>
            </a:ln>
          </p:spPr>
        </p:sp>
        <p:sp>
          <p:nvSpPr>
            <p:cNvPr id="4829" name="dense-map-9-cell-155">
              <a:extLst>
                <a:ext uri="{FF2B5EF4-FFF2-40B4-BE49-F238E27FC236}">
                  <a16:creationId xmlns:a16="http://schemas.microsoft.com/office/drawing/2014/main" id="{193756E1-F973-4300-9B3D-2C6B66F65448}"/>
                </a:ext>
              </a:extLst>
            </p:cNvPr>
            <p:cNvSpPr>
              <a:spLocks noGrp="1"/>
            </p:cNvSpPr>
            <p:nvPr/>
          </p:nvSpPr>
          <p:spPr>
            <a:xfrm>
              <a:off x="23133050" y="6234113"/>
              <a:ext cx="236680" cy="6096"/>
            </a:xfrm>
            <a:prstGeom prst="rect">
              <a:avLst/>
            </a:prstGeom>
            <a:solidFill>
              <a:srgbClr val="DADBE5"/>
            </a:solidFill>
            <a:ln w="0">
              <a:noFill/>
              <a:prstDash val="solid"/>
            </a:ln>
          </p:spPr>
        </p:sp>
        <p:sp>
          <p:nvSpPr>
            <p:cNvPr id="4830" name="dense-map-9-cell-154">
              <a:extLst>
                <a:ext uri="{FF2B5EF4-FFF2-40B4-BE49-F238E27FC236}">
                  <a16:creationId xmlns:a16="http://schemas.microsoft.com/office/drawing/2014/main" id="{2A636AEC-6DED-4FF1-B88B-BB6A08E2F0A1}"/>
                </a:ext>
              </a:extLst>
            </p:cNvPr>
            <p:cNvSpPr>
              <a:spLocks noGrp="1"/>
            </p:cNvSpPr>
            <p:nvPr/>
          </p:nvSpPr>
          <p:spPr>
            <a:xfrm>
              <a:off x="23133050" y="6240066"/>
              <a:ext cx="236680" cy="6096"/>
            </a:xfrm>
            <a:prstGeom prst="rect">
              <a:avLst/>
            </a:prstGeom>
            <a:solidFill>
              <a:srgbClr val="DADBE5"/>
            </a:solidFill>
            <a:ln w="0">
              <a:noFill/>
              <a:prstDash val="solid"/>
            </a:ln>
          </p:spPr>
        </p:sp>
        <p:sp>
          <p:nvSpPr>
            <p:cNvPr id="4831" name="dense-map-9-cell-153">
              <a:extLst>
                <a:ext uri="{FF2B5EF4-FFF2-40B4-BE49-F238E27FC236}">
                  <a16:creationId xmlns:a16="http://schemas.microsoft.com/office/drawing/2014/main" id="{B412D5A9-EC24-457A-BA04-76081941D30E}"/>
                </a:ext>
              </a:extLst>
            </p:cNvPr>
            <p:cNvSpPr>
              <a:spLocks noGrp="1"/>
            </p:cNvSpPr>
            <p:nvPr/>
          </p:nvSpPr>
          <p:spPr>
            <a:xfrm>
              <a:off x="23133050" y="6246019"/>
              <a:ext cx="236680" cy="6096"/>
            </a:xfrm>
            <a:prstGeom prst="rect">
              <a:avLst/>
            </a:prstGeom>
            <a:solidFill>
              <a:srgbClr val="DADBE5"/>
            </a:solidFill>
            <a:ln w="0">
              <a:noFill/>
              <a:prstDash val="solid"/>
            </a:ln>
          </p:spPr>
        </p:sp>
        <p:sp>
          <p:nvSpPr>
            <p:cNvPr id="4832" name="dense-map-9-cell-152">
              <a:extLst>
                <a:ext uri="{FF2B5EF4-FFF2-40B4-BE49-F238E27FC236}">
                  <a16:creationId xmlns:a16="http://schemas.microsoft.com/office/drawing/2014/main" id="{C66FCD56-80BF-4884-BCED-E431EBE3D25E}"/>
                </a:ext>
              </a:extLst>
            </p:cNvPr>
            <p:cNvSpPr>
              <a:spLocks noGrp="1"/>
            </p:cNvSpPr>
            <p:nvPr/>
          </p:nvSpPr>
          <p:spPr>
            <a:xfrm>
              <a:off x="23133050" y="6251972"/>
              <a:ext cx="236680" cy="6096"/>
            </a:xfrm>
            <a:prstGeom prst="rect">
              <a:avLst/>
            </a:prstGeom>
            <a:solidFill>
              <a:srgbClr val="DADBE5"/>
            </a:solidFill>
            <a:ln w="0">
              <a:noFill/>
              <a:prstDash val="solid"/>
            </a:ln>
          </p:spPr>
        </p:sp>
        <p:sp>
          <p:nvSpPr>
            <p:cNvPr id="4833" name="dense-map-9-cell-151">
              <a:extLst>
                <a:ext uri="{FF2B5EF4-FFF2-40B4-BE49-F238E27FC236}">
                  <a16:creationId xmlns:a16="http://schemas.microsoft.com/office/drawing/2014/main" id="{FF636BD6-D1F1-4768-8F36-6BA74B90AA6F}"/>
                </a:ext>
              </a:extLst>
            </p:cNvPr>
            <p:cNvSpPr>
              <a:spLocks noGrp="1"/>
            </p:cNvSpPr>
            <p:nvPr/>
          </p:nvSpPr>
          <p:spPr>
            <a:xfrm>
              <a:off x="23133050" y="6257925"/>
              <a:ext cx="236680" cy="6096"/>
            </a:xfrm>
            <a:prstGeom prst="rect">
              <a:avLst/>
            </a:prstGeom>
            <a:solidFill>
              <a:srgbClr val="DADBE5"/>
            </a:solidFill>
            <a:ln w="0">
              <a:noFill/>
              <a:prstDash val="solid"/>
            </a:ln>
          </p:spPr>
        </p:sp>
        <p:sp>
          <p:nvSpPr>
            <p:cNvPr id="4834" name="dense-map-9-cell-150">
              <a:extLst>
                <a:ext uri="{FF2B5EF4-FFF2-40B4-BE49-F238E27FC236}">
                  <a16:creationId xmlns:a16="http://schemas.microsoft.com/office/drawing/2014/main" id="{E86BB4C9-0F8A-4AD8-8FBC-E0F62485E002}"/>
                </a:ext>
              </a:extLst>
            </p:cNvPr>
            <p:cNvSpPr>
              <a:spLocks noGrp="1"/>
            </p:cNvSpPr>
            <p:nvPr/>
          </p:nvSpPr>
          <p:spPr>
            <a:xfrm>
              <a:off x="23133050" y="6263878"/>
              <a:ext cx="236680" cy="6096"/>
            </a:xfrm>
            <a:prstGeom prst="rect">
              <a:avLst/>
            </a:prstGeom>
            <a:solidFill>
              <a:srgbClr val="C6D4D9"/>
            </a:solidFill>
            <a:ln w="0">
              <a:noFill/>
              <a:prstDash val="solid"/>
            </a:ln>
          </p:spPr>
        </p:sp>
        <p:sp>
          <p:nvSpPr>
            <p:cNvPr id="4835" name="dense-map-9-cell-149">
              <a:extLst>
                <a:ext uri="{FF2B5EF4-FFF2-40B4-BE49-F238E27FC236}">
                  <a16:creationId xmlns:a16="http://schemas.microsoft.com/office/drawing/2014/main" id="{7A94237A-53B7-4DB0-94DA-A0D1F4A07776}"/>
                </a:ext>
              </a:extLst>
            </p:cNvPr>
            <p:cNvSpPr>
              <a:spLocks noGrp="1"/>
            </p:cNvSpPr>
            <p:nvPr/>
          </p:nvSpPr>
          <p:spPr>
            <a:xfrm>
              <a:off x="23133050" y="6269831"/>
              <a:ext cx="236680" cy="6096"/>
            </a:xfrm>
            <a:prstGeom prst="rect">
              <a:avLst/>
            </a:prstGeom>
            <a:solidFill>
              <a:srgbClr val="C0D2D6"/>
            </a:solidFill>
            <a:ln w="0">
              <a:noFill/>
              <a:prstDash val="solid"/>
            </a:ln>
          </p:spPr>
        </p:sp>
        <p:sp>
          <p:nvSpPr>
            <p:cNvPr id="4836" name="dense-map-9-cell-148">
              <a:extLst>
                <a:ext uri="{FF2B5EF4-FFF2-40B4-BE49-F238E27FC236}">
                  <a16:creationId xmlns:a16="http://schemas.microsoft.com/office/drawing/2014/main" id="{9BD5160B-8A78-4F2C-B68E-07948B1AB081}"/>
                </a:ext>
              </a:extLst>
            </p:cNvPr>
            <p:cNvSpPr>
              <a:spLocks noGrp="1"/>
            </p:cNvSpPr>
            <p:nvPr/>
          </p:nvSpPr>
          <p:spPr>
            <a:xfrm>
              <a:off x="23133050" y="6275784"/>
              <a:ext cx="236680" cy="6096"/>
            </a:xfrm>
            <a:prstGeom prst="rect">
              <a:avLst/>
            </a:prstGeom>
            <a:solidFill>
              <a:srgbClr val="DBE5EB"/>
            </a:solidFill>
            <a:ln w="0">
              <a:noFill/>
              <a:prstDash val="solid"/>
            </a:ln>
          </p:spPr>
        </p:sp>
        <p:sp>
          <p:nvSpPr>
            <p:cNvPr id="4837" name="dense-map-9-cell-147">
              <a:extLst>
                <a:ext uri="{FF2B5EF4-FFF2-40B4-BE49-F238E27FC236}">
                  <a16:creationId xmlns:a16="http://schemas.microsoft.com/office/drawing/2014/main" id="{FE226DD5-87A2-43DA-91EA-FF2068072203}"/>
                </a:ext>
              </a:extLst>
            </p:cNvPr>
            <p:cNvSpPr>
              <a:spLocks noGrp="1"/>
            </p:cNvSpPr>
            <p:nvPr/>
          </p:nvSpPr>
          <p:spPr>
            <a:xfrm>
              <a:off x="23133050" y="6281738"/>
              <a:ext cx="236680" cy="6096"/>
            </a:xfrm>
            <a:prstGeom prst="rect">
              <a:avLst/>
            </a:prstGeom>
            <a:solidFill>
              <a:srgbClr val="DCE8ED"/>
            </a:solidFill>
            <a:ln w="0">
              <a:noFill/>
              <a:prstDash val="solid"/>
            </a:ln>
          </p:spPr>
        </p:sp>
        <p:sp>
          <p:nvSpPr>
            <p:cNvPr id="4838" name="dense-map-9-cell-146">
              <a:extLst>
                <a:ext uri="{FF2B5EF4-FFF2-40B4-BE49-F238E27FC236}">
                  <a16:creationId xmlns:a16="http://schemas.microsoft.com/office/drawing/2014/main" id="{CF441E49-200A-4663-9F17-3271AACF3267}"/>
                </a:ext>
              </a:extLst>
            </p:cNvPr>
            <p:cNvSpPr>
              <a:spLocks noGrp="1"/>
            </p:cNvSpPr>
            <p:nvPr/>
          </p:nvSpPr>
          <p:spPr>
            <a:xfrm>
              <a:off x="23133050" y="6287691"/>
              <a:ext cx="236680" cy="6096"/>
            </a:xfrm>
            <a:prstGeom prst="rect">
              <a:avLst/>
            </a:prstGeom>
            <a:solidFill>
              <a:srgbClr val="DCE8ED"/>
            </a:solidFill>
            <a:ln w="0">
              <a:noFill/>
              <a:prstDash val="solid"/>
            </a:ln>
          </p:spPr>
        </p:sp>
        <p:sp>
          <p:nvSpPr>
            <p:cNvPr id="4839" name="dense-map-9-cell-145">
              <a:extLst>
                <a:ext uri="{FF2B5EF4-FFF2-40B4-BE49-F238E27FC236}">
                  <a16:creationId xmlns:a16="http://schemas.microsoft.com/office/drawing/2014/main" id="{384971F6-F7BD-47D3-B5EC-3B1CED76F6B0}"/>
                </a:ext>
              </a:extLst>
            </p:cNvPr>
            <p:cNvSpPr>
              <a:spLocks noGrp="1"/>
            </p:cNvSpPr>
            <p:nvPr/>
          </p:nvSpPr>
          <p:spPr>
            <a:xfrm>
              <a:off x="23133050" y="6293644"/>
              <a:ext cx="236680" cy="6096"/>
            </a:xfrm>
            <a:prstGeom prst="rect">
              <a:avLst/>
            </a:prstGeom>
            <a:solidFill>
              <a:srgbClr val="DCE8ED"/>
            </a:solidFill>
            <a:ln w="0">
              <a:noFill/>
              <a:prstDash val="solid"/>
            </a:ln>
          </p:spPr>
        </p:sp>
        <p:sp>
          <p:nvSpPr>
            <p:cNvPr id="4840" name="dense-map-9-cell-144">
              <a:extLst>
                <a:ext uri="{FF2B5EF4-FFF2-40B4-BE49-F238E27FC236}">
                  <a16:creationId xmlns:a16="http://schemas.microsoft.com/office/drawing/2014/main" id="{01885E0D-F121-4DAD-BC18-B11445DE5389}"/>
                </a:ext>
              </a:extLst>
            </p:cNvPr>
            <p:cNvSpPr>
              <a:spLocks noGrp="1"/>
            </p:cNvSpPr>
            <p:nvPr/>
          </p:nvSpPr>
          <p:spPr>
            <a:xfrm>
              <a:off x="23133050" y="6299597"/>
              <a:ext cx="236680" cy="6096"/>
            </a:xfrm>
            <a:prstGeom prst="rect">
              <a:avLst/>
            </a:prstGeom>
            <a:solidFill>
              <a:srgbClr val="DCE4E7"/>
            </a:solidFill>
            <a:ln w="0">
              <a:noFill/>
              <a:prstDash val="solid"/>
            </a:ln>
          </p:spPr>
        </p:sp>
        <p:sp>
          <p:nvSpPr>
            <p:cNvPr id="4841" name="dense-map-9-cell-143">
              <a:extLst>
                <a:ext uri="{FF2B5EF4-FFF2-40B4-BE49-F238E27FC236}">
                  <a16:creationId xmlns:a16="http://schemas.microsoft.com/office/drawing/2014/main" id="{DB6D1EA8-22A3-4C6A-8B68-14082E588A3B}"/>
                </a:ext>
              </a:extLst>
            </p:cNvPr>
            <p:cNvSpPr>
              <a:spLocks noGrp="1"/>
            </p:cNvSpPr>
            <p:nvPr/>
          </p:nvSpPr>
          <p:spPr>
            <a:xfrm>
              <a:off x="23133050" y="6305550"/>
              <a:ext cx="236680" cy="6096"/>
            </a:xfrm>
            <a:prstGeom prst="rect">
              <a:avLst/>
            </a:prstGeom>
            <a:solidFill>
              <a:srgbClr val="CCDEE6"/>
            </a:solidFill>
            <a:ln w="0">
              <a:noFill/>
              <a:prstDash val="solid"/>
            </a:ln>
          </p:spPr>
        </p:sp>
        <p:sp>
          <p:nvSpPr>
            <p:cNvPr id="4842" name="dense-map-9-cell-142">
              <a:extLst>
                <a:ext uri="{FF2B5EF4-FFF2-40B4-BE49-F238E27FC236}">
                  <a16:creationId xmlns:a16="http://schemas.microsoft.com/office/drawing/2014/main" id="{7C6A7493-261F-4E11-81BE-74FB51DE1A8C}"/>
                </a:ext>
              </a:extLst>
            </p:cNvPr>
            <p:cNvSpPr>
              <a:spLocks noGrp="1"/>
            </p:cNvSpPr>
            <p:nvPr/>
          </p:nvSpPr>
          <p:spPr>
            <a:xfrm>
              <a:off x="23133050" y="6311503"/>
              <a:ext cx="236680" cy="6096"/>
            </a:xfrm>
            <a:prstGeom prst="rect">
              <a:avLst/>
            </a:prstGeom>
            <a:solidFill>
              <a:srgbClr val="BCD7E4"/>
            </a:solidFill>
            <a:ln w="0">
              <a:noFill/>
              <a:prstDash val="solid"/>
            </a:ln>
          </p:spPr>
        </p:sp>
        <p:sp>
          <p:nvSpPr>
            <p:cNvPr id="4843" name="dense-map-9-cell-141">
              <a:extLst>
                <a:ext uri="{FF2B5EF4-FFF2-40B4-BE49-F238E27FC236}">
                  <a16:creationId xmlns:a16="http://schemas.microsoft.com/office/drawing/2014/main" id="{5DE935FA-7604-48BA-974F-059D92186C79}"/>
                </a:ext>
              </a:extLst>
            </p:cNvPr>
            <p:cNvSpPr>
              <a:spLocks noGrp="1"/>
            </p:cNvSpPr>
            <p:nvPr/>
          </p:nvSpPr>
          <p:spPr>
            <a:xfrm>
              <a:off x="23133050" y="6317456"/>
              <a:ext cx="236680" cy="6096"/>
            </a:xfrm>
            <a:prstGeom prst="rect">
              <a:avLst/>
            </a:prstGeom>
            <a:solidFill>
              <a:srgbClr val="DCE8ED"/>
            </a:solidFill>
            <a:ln w="0">
              <a:noFill/>
              <a:prstDash val="solid"/>
            </a:ln>
          </p:spPr>
        </p:sp>
        <p:sp>
          <p:nvSpPr>
            <p:cNvPr id="4844" name="dense-map-9-cell-140">
              <a:extLst>
                <a:ext uri="{FF2B5EF4-FFF2-40B4-BE49-F238E27FC236}">
                  <a16:creationId xmlns:a16="http://schemas.microsoft.com/office/drawing/2014/main" id="{D490B680-6FF0-4AC9-B9F6-3072AC9DA304}"/>
                </a:ext>
              </a:extLst>
            </p:cNvPr>
            <p:cNvSpPr>
              <a:spLocks noGrp="1"/>
            </p:cNvSpPr>
            <p:nvPr/>
          </p:nvSpPr>
          <p:spPr>
            <a:xfrm>
              <a:off x="23133050" y="6323409"/>
              <a:ext cx="236680" cy="6096"/>
            </a:xfrm>
            <a:prstGeom prst="rect">
              <a:avLst/>
            </a:prstGeom>
            <a:solidFill>
              <a:srgbClr val="DCE8ED"/>
            </a:solidFill>
            <a:ln w="0">
              <a:noFill/>
              <a:prstDash val="solid"/>
            </a:ln>
          </p:spPr>
        </p:sp>
        <p:sp>
          <p:nvSpPr>
            <p:cNvPr id="4845" name="dense-map-9-cell-139">
              <a:extLst>
                <a:ext uri="{FF2B5EF4-FFF2-40B4-BE49-F238E27FC236}">
                  <a16:creationId xmlns:a16="http://schemas.microsoft.com/office/drawing/2014/main" id="{C0617190-DC86-449D-B253-19714BA1C1D2}"/>
                </a:ext>
              </a:extLst>
            </p:cNvPr>
            <p:cNvSpPr>
              <a:spLocks noGrp="1"/>
            </p:cNvSpPr>
            <p:nvPr/>
          </p:nvSpPr>
          <p:spPr>
            <a:xfrm>
              <a:off x="23133050" y="6329363"/>
              <a:ext cx="236680" cy="6096"/>
            </a:xfrm>
            <a:prstGeom prst="rect">
              <a:avLst/>
            </a:prstGeom>
            <a:solidFill>
              <a:srgbClr val="DCE8ED"/>
            </a:solidFill>
            <a:ln w="0">
              <a:noFill/>
              <a:prstDash val="solid"/>
            </a:ln>
          </p:spPr>
        </p:sp>
        <p:sp>
          <p:nvSpPr>
            <p:cNvPr id="4846" name="dense-map-9-cell-138">
              <a:extLst>
                <a:ext uri="{FF2B5EF4-FFF2-40B4-BE49-F238E27FC236}">
                  <a16:creationId xmlns:a16="http://schemas.microsoft.com/office/drawing/2014/main" id="{C812656B-A41D-4CB7-8962-07DF541D880D}"/>
                </a:ext>
              </a:extLst>
            </p:cNvPr>
            <p:cNvSpPr>
              <a:spLocks noGrp="1"/>
            </p:cNvSpPr>
            <p:nvPr/>
          </p:nvSpPr>
          <p:spPr>
            <a:xfrm>
              <a:off x="23133050" y="6335316"/>
              <a:ext cx="236680" cy="6096"/>
            </a:xfrm>
            <a:prstGeom prst="rect">
              <a:avLst/>
            </a:prstGeom>
            <a:solidFill>
              <a:srgbClr val="DCE8ED"/>
            </a:solidFill>
            <a:ln w="0">
              <a:noFill/>
              <a:prstDash val="solid"/>
            </a:ln>
          </p:spPr>
        </p:sp>
        <p:sp>
          <p:nvSpPr>
            <p:cNvPr id="4847" name="dense-map-9-cell-137">
              <a:extLst>
                <a:ext uri="{FF2B5EF4-FFF2-40B4-BE49-F238E27FC236}">
                  <a16:creationId xmlns:a16="http://schemas.microsoft.com/office/drawing/2014/main" id="{770677EA-0076-415C-96F9-F837F97F7F01}"/>
                </a:ext>
              </a:extLst>
            </p:cNvPr>
            <p:cNvSpPr>
              <a:spLocks noGrp="1"/>
            </p:cNvSpPr>
            <p:nvPr/>
          </p:nvSpPr>
          <p:spPr>
            <a:xfrm>
              <a:off x="23133050" y="6341269"/>
              <a:ext cx="236680" cy="6096"/>
            </a:xfrm>
            <a:prstGeom prst="rect">
              <a:avLst/>
            </a:prstGeom>
            <a:solidFill>
              <a:srgbClr val="DBE8EC"/>
            </a:solidFill>
            <a:ln w="0">
              <a:noFill/>
              <a:prstDash val="solid"/>
            </a:ln>
          </p:spPr>
        </p:sp>
        <p:sp>
          <p:nvSpPr>
            <p:cNvPr id="4848" name="dense-map-9-cell-136">
              <a:extLst>
                <a:ext uri="{FF2B5EF4-FFF2-40B4-BE49-F238E27FC236}">
                  <a16:creationId xmlns:a16="http://schemas.microsoft.com/office/drawing/2014/main" id="{9DBE3646-A5FF-4F44-A63B-512977BED250}"/>
                </a:ext>
              </a:extLst>
            </p:cNvPr>
            <p:cNvSpPr>
              <a:spLocks noGrp="1"/>
            </p:cNvSpPr>
            <p:nvPr/>
          </p:nvSpPr>
          <p:spPr>
            <a:xfrm>
              <a:off x="23133050" y="6347222"/>
              <a:ext cx="236680" cy="6096"/>
            </a:xfrm>
            <a:prstGeom prst="rect">
              <a:avLst/>
            </a:prstGeom>
            <a:solidFill>
              <a:srgbClr val="D2E5E8"/>
            </a:solidFill>
            <a:ln w="0">
              <a:noFill/>
              <a:prstDash val="solid"/>
            </a:ln>
          </p:spPr>
        </p:sp>
        <p:sp>
          <p:nvSpPr>
            <p:cNvPr id="4849" name="dense-map-9-cell-135">
              <a:extLst>
                <a:ext uri="{FF2B5EF4-FFF2-40B4-BE49-F238E27FC236}">
                  <a16:creationId xmlns:a16="http://schemas.microsoft.com/office/drawing/2014/main" id="{CF42AFB4-66B2-4F00-A0A5-BB10BD365C0B}"/>
                </a:ext>
              </a:extLst>
            </p:cNvPr>
            <p:cNvSpPr>
              <a:spLocks noGrp="1"/>
            </p:cNvSpPr>
            <p:nvPr/>
          </p:nvSpPr>
          <p:spPr>
            <a:xfrm>
              <a:off x="23133050" y="6353175"/>
              <a:ext cx="236680" cy="6096"/>
            </a:xfrm>
            <a:prstGeom prst="rect">
              <a:avLst/>
            </a:prstGeom>
            <a:solidFill>
              <a:srgbClr val="DCE8ED"/>
            </a:solidFill>
            <a:ln w="0">
              <a:noFill/>
              <a:prstDash val="solid"/>
            </a:ln>
          </p:spPr>
        </p:sp>
        <p:sp>
          <p:nvSpPr>
            <p:cNvPr id="4850" name="dense-map-9-cell-134">
              <a:extLst>
                <a:ext uri="{FF2B5EF4-FFF2-40B4-BE49-F238E27FC236}">
                  <a16:creationId xmlns:a16="http://schemas.microsoft.com/office/drawing/2014/main" id="{41A77BD8-DD33-4408-880A-A0F08F460A52}"/>
                </a:ext>
              </a:extLst>
            </p:cNvPr>
            <p:cNvSpPr>
              <a:spLocks noGrp="1"/>
            </p:cNvSpPr>
            <p:nvPr/>
          </p:nvSpPr>
          <p:spPr>
            <a:xfrm>
              <a:off x="23133050" y="6359128"/>
              <a:ext cx="236680" cy="6096"/>
            </a:xfrm>
            <a:prstGeom prst="rect">
              <a:avLst/>
            </a:prstGeom>
            <a:solidFill>
              <a:srgbClr val="DCE8ED"/>
            </a:solidFill>
            <a:ln w="0">
              <a:noFill/>
              <a:prstDash val="solid"/>
            </a:ln>
          </p:spPr>
        </p:sp>
        <p:sp>
          <p:nvSpPr>
            <p:cNvPr id="4851" name="dense-map-9-cell-133">
              <a:extLst>
                <a:ext uri="{FF2B5EF4-FFF2-40B4-BE49-F238E27FC236}">
                  <a16:creationId xmlns:a16="http://schemas.microsoft.com/office/drawing/2014/main" id="{AA47C0B6-5B36-467A-AB68-07116178A51A}"/>
                </a:ext>
              </a:extLst>
            </p:cNvPr>
            <p:cNvSpPr>
              <a:spLocks noGrp="1"/>
            </p:cNvSpPr>
            <p:nvPr/>
          </p:nvSpPr>
          <p:spPr>
            <a:xfrm>
              <a:off x="23133050" y="6365081"/>
              <a:ext cx="236680" cy="6096"/>
            </a:xfrm>
            <a:prstGeom prst="rect">
              <a:avLst/>
            </a:prstGeom>
            <a:solidFill>
              <a:srgbClr val="DCE8ED"/>
            </a:solidFill>
            <a:ln w="0">
              <a:noFill/>
              <a:prstDash val="solid"/>
            </a:ln>
          </p:spPr>
        </p:sp>
        <p:sp>
          <p:nvSpPr>
            <p:cNvPr id="4852" name="dense-map-9-cell-132">
              <a:extLst>
                <a:ext uri="{FF2B5EF4-FFF2-40B4-BE49-F238E27FC236}">
                  <a16:creationId xmlns:a16="http://schemas.microsoft.com/office/drawing/2014/main" id="{D4D3B7A1-F979-4182-A0AE-0D26DF558063}"/>
                </a:ext>
              </a:extLst>
            </p:cNvPr>
            <p:cNvSpPr>
              <a:spLocks noGrp="1"/>
            </p:cNvSpPr>
            <p:nvPr/>
          </p:nvSpPr>
          <p:spPr>
            <a:xfrm>
              <a:off x="23133050" y="6371034"/>
              <a:ext cx="236680" cy="6096"/>
            </a:xfrm>
            <a:prstGeom prst="rect">
              <a:avLst/>
            </a:prstGeom>
            <a:solidFill>
              <a:srgbClr val="DCE8ED"/>
            </a:solidFill>
            <a:ln w="0">
              <a:noFill/>
              <a:prstDash val="solid"/>
            </a:ln>
          </p:spPr>
        </p:sp>
        <p:sp>
          <p:nvSpPr>
            <p:cNvPr id="4853" name="dense-map-9-cell-131">
              <a:extLst>
                <a:ext uri="{FF2B5EF4-FFF2-40B4-BE49-F238E27FC236}">
                  <a16:creationId xmlns:a16="http://schemas.microsoft.com/office/drawing/2014/main" id="{E91BCB67-C93C-4B57-AAE2-A15AE749993E}"/>
                </a:ext>
              </a:extLst>
            </p:cNvPr>
            <p:cNvSpPr>
              <a:spLocks noGrp="1"/>
            </p:cNvSpPr>
            <p:nvPr/>
          </p:nvSpPr>
          <p:spPr>
            <a:xfrm>
              <a:off x="23133050" y="6376988"/>
              <a:ext cx="236680" cy="6096"/>
            </a:xfrm>
            <a:prstGeom prst="rect">
              <a:avLst/>
            </a:prstGeom>
            <a:solidFill>
              <a:srgbClr val="DCE8ED"/>
            </a:solidFill>
            <a:ln w="0">
              <a:noFill/>
              <a:prstDash val="solid"/>
            </a:ln>
          </p:spPr>
        </p:sp>
        <p:sp>
          <p:nvSpPr>
            <p:cNvPr id="4854" name="dense-map-9-cell-130">
              <a:extLst>
                <a:ext uri="{FF2B5EF4-FFF2-40B4-BE49-F238E27FC236}">
                  <a16:creationId xmlns:a16="http://schemas.microsoft.com/office/drawing/2014/main" id="{CD42FAA8-7AFA-4F34-B40D-4B9041B25649}"/>
                </a:ext>
              </a:extLst>
            </p:cNvPr>
            <p:cNvSpPr>
              <a:spLocks noGrp="1"/>
            </p:cNvSpPr>
            <p:nvPr/>
          </p:nvSpPr>
          <p:spPr>
            <a:xfrm>
              <a:off x="23133050" y="6382941"/>
              <a:ext cx="236680" cy="6096"/>
            </a:xfrm>
            <a:prstGeom prst="rect">
              <a:avLst/>
            </a:prstGeom>
            <a:solidFill>
              <a:srgbClr val="DCE8ED"/>
            </a:solidFill>
            <a:ln w="0">
              <a:noFill/>
              <a:prstDash val="solid"/>
            </a:ln>
          </p:spPr>
        </p:sp>
        <p:sp>
          <p:nvSpPr>
            <p:cNvPr id="4855" name="dense-map-9-cell-129">
              <a:extLst>
                <a:ext uri="{FF2B5EF4-FFF2-40B4-BE49-F238E27FC236}">
                  <a16:creationId xmlns:a16="http://schemas.microsoft.com/office/drawing/2014/main" id="{51D509F6-570A-4850-80A3-451CC6FECF37}"/>
                </a:ext>
              </a:extLst>
            </p:cNvPr>
            <p:cNvSpPr>
              <a:spLocks noGrp="1"/>
            </p:cNvSpPr>
            <p:nvPr/>
          </p:nvSpPr>
          <p:spPr>
            <a:xfrm>
              <a:off x="23133050" y="6388894"/>
              <a:ext cx="236680" cy="6096"/>
            </a:xfrm>
            <a:prstGeom prst="rect">
              <a:avLst/>
            </a:prstGeom>
            <a:solidFill>
              <a:srgbClr val="DCE8ED"/>
            </a:solidFill>
            <a:ln w="0">
              <a:noFill/>
              <a:prstDash val="solid"/>
            </a:ln>
          </p:spPr>
        </p:sp>
        <p:sp>
          <p:nvSpPr>
            <p:cNvPr id="4856" name="dense-map-9-cell-128">
              <a:extLst>
                <a:ext uri="{FF2B5EF4-FFF2-40B4-BE49-F238E27FC236}">
                  <a16:creationId xmlns:a16="http://schemas.microsoft.com/office/drawing/2014/main" id="{C110E5E0-BCC8-4600-80A8-7DC0A5D98FC6}"/>
                </a:ext>
              </a:extLst>
            </p:cNvPr>
            <p:cNvSpPr>
              <a:spLocks noGrp="1"/>
            </p:cNvSpPr>
            <p:nvPr/>
          </p:nvSpPr>
          <p:spPr>
            <a:xfrm>
              <a:off x="23133050" y="6394847"/>
              <a:ext cx="236680" cy="6096"/>
            </a:xfrm>
            <a:prstGeom prst="rect">
              <a:avLst/>
            </a:prstGeom>
            <a:solidFill>
              <a:srgbClr val="DCE8ED"/>
            </a:solidFill>
            <a:ln w="0">
              <a:noFill/>
              <a:prstDash val="solid"/>
            </a:ln>
          </p:spPr>
        </p:sp>
        <p:sp>
          <p:nvSpPr>
            <p:cNvPr id="4857" name="dense-map-9-cell-127">
              <a:extLst>
                <a:ext uri="{FF2B5EF4-FFF2-40B4-BE49-F238E27FC236}">
                  <a16:creationId xmlns:a16="http://schemas.microsoft.com/office/drawing/2014/main" id="{97F166CB-C541-4DEB-BD1B-07B15B92D7D6}"/>
                </a:ext>
              </a:extLst>
            </p:cNvPr>
            <p:cNvSpPr>
              <a:spLocks noGrp="1"/>
            </p:cNvSpPr>
            <p:nvPr/>
          </p:nvSpPr>
          <p:spPr>
            <a:xfrm>
              <a:off x="23133050" y="6400800"/>
              <a:ext cx="236680" cy="6096"/>
            </a:xfrm>
            <a:prstGeom prst="rect">
              <a:avLst/>
            </a:prstGeom>
            <a:solidFill>
              <a:srgbClr val="DCE8ED"/>
            </a:solidFill>
            <a:ln w="0">
              <a:noFill/>
              <a:prstDash val="solid"/>
            </a:ln>
          </p:spPr>
        </p:sp>
        <p:sp>
          <p:nvSpPr>
            <p:cNvPr id="4858" name="dense-map-9-cell-126">
              <a:extLst>
                <a:ext uri="{FF2B5EF4-FFF2-40B4-BE49-F238E27FC236}">
                  <a16:creationId xmlns:a16="http://schemas.microsoft.com/office/drawing/2014/main" id="{5AFCC797-08F1-413E-9084-8ABE852384C5}"/>
                </a:ext>
              </a:extLst>
            </p:cNvPr>
            <p:cNvSpPr>
              <a:spLocks noGrp="1"/>
            </p:cNvSpPr>
            <p:nvPr/>
          </p:nvSpPr>
          <p:spPr>
            <a:xfrm>
              <a:off x="23133050" y="6406753"/>
              <a:ext cx="236680" cy="6096"/>
            </a:xfrm>
            <a:prstGeom prst="rect">
              <a:avLst/>
            </a:prstGeom>
            <a:solidFill>
              <a:srgbClr val="DCE8ED"/>
            </a:solidFill>
            <a:ln w="0">
              <a:noFill/>
              <a:prstDash val="solid"/>
            </a:ln>
          </p:spPr>
        </p:sp>
        <p:sp>
          <p:nvSpPr>
            <p:cNvPr id="4859" name="dense-map-9-cell-125">
              <a:extLst>
                <a:ext uri="{FF2B5EF4-FFF2-40B4-BE49-F238E27FC236}">
                  <a16:creationId xmlns:a16="http://schemas.microsoft.com/office/drawing/2014/main" id="{C7C1C6EE-AB2E-4B59-BA0D-14C05706AFD2}"/>
                </a:ext>
              </a:extLst>
            </p:cNvPr>
            <p:cNvSpPr>
              <a:spLocks noGrp="1"/>
            </p:cNvSpPr>
            <p:nvPr/>
          </p:nvSpPr>
          <p:spPr>
            <a:xfrm>
              <a:off x="23133050" y="6412706"/>
              <a:ext cx="236680" cy="6096"/>
            </a:xfrm>
            <a:prstGeom prst="rect">
              <a:avLst/>
            </a:prstGeom>
            <a:solidFill>
              <a:srgbClr val="DCE8ED"/>
            </a:solidFill>
            <a:ln w="0">
              <a:noFill/>
              <a:prstDash val="solid"/>
            </a:ln>
          </p:spPr>
        </p:sp>
        <p:sp>
          <p:nvSpPr>
            <p:cNvPr id="4860" name="dense-map-9-cell-124">
              <a:extLst>
                <a:ext uri="{FF2B5EF4-FFF2-40B4-BE49-F238E27FC236}">
                  <a16:creationId xmlns:a16="http://schemas.microsoft.com/office/drawing/2014/main" id="{D6D13002-1E27-4D1F-8C84-477B48EE2815}"/>
                </a:ext>
              </a:extLst>
            </p:cNvPr>
            <p:cNvSpPr>
              <a:spLocks noGrp="1"/>
            </p:cNvSpPr>
            <p:nvPr/>
          </p:nvSpPr>
          <p:spPr>
            <a:xfrm>
              <a:off x="23133050" y="6418659"/>
              <a:ext cx="236680" cy="6096"/>
            </a:xfrm>
            <a:prstGeom prst="rect">
              <a:avLst/>
            </a:prstGeom>
            <a:solidFill>
              <a:srgbClr val="DCE8ED"/>
            </a:solidFill>
            <a:ln w="0">
              <a:noFill/>
              <a:prstDash val="solid"/>
            </a:ln>
          </p:spPr>
        </p:sp>
        <p:sp>
          <p:nvSpPr>
            <p:cNvPr id="4861" name="dense-map-9-cell-123">
              <a:extLst>
                <a:ext uri="{FF2B5EF4-FFF2-40B4-BE49-F238E27FC236}">
                  <a16:creationId xmlns:a16="http://schemas.microsoft.com/office/drawing/2014/main" id="{1B122B48-C6C0-42EF-B03B-1BB6BD2282F2}"/>
                </a:ext>
              </a:extLst>
            </p:cNvPr>
            <p:cNvSpPr>
              <a:spLocks noGrp="1"/>
            </p:cNvSpPr>
            <p:nvPr/>
          </p:nvSpPr>
          <p:spPr>
            <a:xfrm>
              <a:off x="23133050" y="6424613"/>
              <a:ext cx="236680" cy="6096"/>
            </a:xfrm>
            <a:prstGeom prst="rect">
              <a:avLst/>
            </a:prstGeom>
            <a:solidFill>
              <a:srgbClr val="DCE8ED"/>
            </a:solidFill>
            <a:ln w="0">
              <a:noFill/>
              <a:prstDash val="solid"/>
            </a:ln>
          </p:spPr>
        </p:sp>
        <p:sp>
          <p:nvSpPr>
            <p:cNvPr id="4862" name="dense-map-9-cell-122">
              <a:extLst>
                <a:ext uri="{FF2B5EF4-FFF2-40B4-BE49-F238E27FC236}">
                  <a16:creationId xmlns:a16="http://schemas.microsoft.com/office/drawing/2014/main" id="{FBFDD07F-E043-4701-AB72-06FD9277822E}"/>
                </a:ext>
              </a:extLst>
            </p:cNvPr>
            <p:cNvSpPr>
              <a:spLocks noGrp="1"/>
            </p:cNvSpPr>
            <p:nvPr/>
          </p:nvSpPr>
          <p:spPr>
            <a:xfrm>
              <a:off x="23133050" y="6430566"/>
              <a:ext cx="236680" cy="6096"/>
            </a:xfrm>
            <a:prstGeom prst="rect">
              <a:avLst/>
            </a:prstGeom>
            <a:solidFill>
              <a:srgbClr val="DCE8ED"/>
            </a:solidFill>
            <a:ln w="0">
              <a:noFill/>
              <a:prstDash val="solid"/>
            </a:ln>
          </p:spPr>
        </p:sp>
        <p:sp>
          <p:nvSpPr>
            <p:cNvPr id="4863" name="dense-map-9-cell-121">
              <a:extLst>
                <a:ext uri="{FF2B5EF4-FFF2-40B4-BE49-F238E27FC236}">
                  <a16:creationId xmlns:a16="http://schemas.microsoft.com/office/drawing/2014/main" id="{E74E12C9-AB80-4D82-A872-E77456D1EAD4}"/>
                </a:ext>
              </a:extLst>
            </p:cNvPr>
            <p:cNvSpPr>
              <a:spLocks noGrp="1"/>
            </p:cNvSpPr>
            <p:nvPr/>
          </p:nvSpPr>
          <p:spPr>
            <a:xfrm>
              <a:off x="23133050" y="6436519"/>
              <a:ext cx="236680" cy="6096"/>
            </a:xfrm>
            <a:prstGeom prst="rect">
              <a:avLst/>
            </a:prstGeom>
            <a:solidFill>
              <a:srgbClr val="DCE8ED"/>
            </a:solidFill>
            <a:ln w="0">
              <a:noFill/>
              <a:prstDash val="solid"/>
            </a:ln>
          </p:spPr>
        </p:sp>
        <p:sp>
          <p:nvSpPr>
            <p:cNvPr id="4864" name="dense-map-9-cell-120">
              <a:extLst>
                <a:ext uri="{FF2B5EF4-FFF2-40B4-BE49-F238E27FC236}">
                  <a16:creationId xmlns:a16="http://schemas.microsoft.com/office/drawing/2014/main" id="{56688C08-7B9A-4E92-8BB3-81BB3AF4E069}"/>
                </a:ext>
              </a:extLst>
            </p:cNvPr>
            <p:cNvSpPr>
              <a:spLocks noGrp="1"/>
            </p:cNvSpPr>
            <p:nvPr/>
          </p:nvSpPr>
          <p:spPr>
            <a:xfrm>
              <a:off x="23133050" y="6442472"/>
              <a:ext cx="236680" cy="6096"/>
            </a:xfrm>
            <a:prstGeom prst="rect">
              <a:avLst/>
            </a:prstGeom>
            <a:solidFill>
              <a:srgbClr val="DCE8ED"/>
            </a:solidFill>
            <a:ln w="0">
              <a:noFill/>
              <a:prstDash val="solid"/>
            </a:ln>
          </p:spPr>
        </p:sp>
        <p:sp>
          <p:nvSpPr>
            <p:cNvPr id="4865" name="dense-map-9-cell-119">
              <a:extLst>
                <a:ext uri="{FF2B5EF4-FFF2-40B4-BE49-F238E27FC236}">
                  <a16:creationId xmlns:a16="http://schemas.microsoft.com/office/drawing/2014/main" id="{5C06396B-3BD2-4540-9D61-498A2F5069BC}"/>
                </a:ext>
              </a:extLst>
            </p:cNvPr>
            <p:cNvSpPr>
              <a:spLocks noGrp="1"/>
            </p:cNvSpPr>
            <p:nvPr/>
          </p:nvSpPr>
          <p:spPr>
            <a:xfrm>
              <a:off x="23133050" y="6448425"/>
              <a:ext cx="236680" cy="6096"/>
            </a:xfrm>
            <a:prstGeom prst="rect">
              <a:avLst/>
            </a:prstGeom>
            <a:solidFill>
              <a:srgbClr val="DCE8ED"/>
            </a:solidFill>
            <a:ln w="0">
              <a:noFill/>
              <a:prstDash val="solid"/>
            </a:ln>
          </p:spPr>
        </p:sp>
        <p:sp>
          <p:nvSpPr>
            <p:cNvPr id="4866" name="dense-map-9-cell-118">
              <a:extLst>
                <a:ext uri="{FF2B5EF4-FFF2-40B4-BE49-F238E27FC236}">
                  <a16:creationId xmlns:a16="http://schemas.microsoft.com/office/drawing/2014/main" id="{F59F516D-F688-4DD1-840D-867961C27F6C}"/>
                </a:ext>
              </a:extLst>
            </p:cNvPr>
            <p:cNvSpPr>
              <a:spLocks noGrp="1"/>
            </p:cNvSpPr>
            <p:nvPr/>
          </p:nvSpPr>
          <p:spPr>
            <a:xfrm>
              <a:off x="23133050" y="6454378"/>
              <a:ext cx="236680" cy="6096"/>
            </a:xfrm>
            <a:prstGeom prst="rect">
              <a:avLst/>
            </a:prstGeom>
            <a:solidFill>
              <a:srgbClr val="DCE8ED"/>
            </a:solidFill>
            <a:ln w="0">
              <a:noFill/>
              <a:prstDash val="solid"/>
            </a:ln>
          </p:spPr>
        </p:sp>
        <p:sp>
          <p:nvSpPr>
            <p:cNvPr id="4867" name="dense-map-9-cell-117">
              <a:extLst>
                <a:ext uri="{FF2B5EF4-FFF2-40B4-BE49-F238E27FC236}">
                  <a16:creationId xmlns:a16="http://schemas.microsoft.com/office/drawing/2014/main" id="{5868CEF8-68D5-426F-A2E8-E859B3220393}"/>
                </a:ext>
              </a:extLst>
            </p:cNvPr>
            <p:cNvSpPr>
              <a:spLocks noGrp="1"/>
            </p:cNvSpPr>
            <p:nvPr/>
          </p:nvSpPr>
          <p:spPr>
            <a:xfrm>
              <a:off x="23133050" y="6460331"/>
              <a:ext cx="236680" cy="6096"/>
            </a:xfrm>
            <a:prstGeom prst="rect">
              <a:avLst/>
            </a:prstGeom>
            <a:solidFill>
              <a:srgbClr val="DCE8ED"/>
            </a:solidFill>
            <a:ln w="0">
              <a:noFill/>
              <a:prstDash val="solid"/>
            </a:ln>
          </p:spPr>
        </p:sp>
        <p:sp>
          <p:nvSpPr>
            <p:cNvPr id="4868" name="dense-map-9-cell-116">
              <a:extLst>
                <a:ext uri="{FF2B5EF4-FFF2-40B4-BE49-F238E27FC236}">
                  <a16:creationId xmlns:a16="http://schemas.microsoft.com/office/drawing/2014/main" id="{ADEAFE4C-DFBC-4CA2-93D8-C03D77A95F12}"/>
                </a:ext>
              </a:extLst>
            </p:cNvPr>
            <p:cNvSpPr>
              <a:spLocks noGrp="1"/>
            </p:cNvSpPr>
            <p:nvPr/>
          </p:nvSpPr>
          <p:spPr>
            <a:xfrm>
              <a:off x="23133050" y="6466284"/>
              <a:ext cx="236680" cy="6096"/>
            </a:xfrm>
            <a:prstGeom prst="rect">
              <a:avLst/>
            </a:prstGeom>
            <a:solidFill>
              <a:srgbClr val="DCE8ED"/>
            </a:solidFill>
            <a:ln w="0">
              <a:noFill/>
              <a:prstDash val="solid"/>
            </a:ln>
          </p:spPr>
        </p:sp>
        <p:sp>
          <p:nvSpPr>
            <p:cNvPr id="4869" name="dense-map-9-cell-115">
              <a:extLst>
                <a:ext uri="{FF2B5EF4-FFF2-40B4-BE49-F238E27FC236}">
                  <a16:creationId xmlns:a16="http://schemas.microsoft.com/office/drawing/2014/main" id="{7474ADDA-0D85-4EBB-9102-D52AC2018375}"/>
                </a:ext>
              </a:extLst>
            </p:cNvPr>
            <p:cNvSpPr>
              <a:spLocks noGrp="1"/>
            </p:cNvSpPr>
            <p:nvPr/>
          </p:nvSpPr>
          <p:spPr>
            <a:xfrm>
              <a:off x="23133050" y="6472238"/>
              <a:ext cx="236680" cy="6096"/>
            </a:xfrm>
            <a:prstGeom prst="rect">
              <a:avLst/>
            </a:prstGeom>
            <a:solidFill>
              <a:srgbClr val="DCE8ED"/>
            </a:solidFill>
            <a:ln w="0">
              <a:noFill/>
              <a:prstDash val="solid"/>
            </a:ln>
          </p:spPr>
        </p:sp>
        <p:sp>
          <p:nvSpPr>
            <p:cNvPr id="4870" name="dense-map-9-cell-114">
              <a:extLst>
                <a:ext uri="{FF2B5EF4-FFF2-40B4-BE49-F238E27FC236}">
                  <a16:creationId xmlns:a16="http://schemas.microsoft.com/office/drawing/2014/main" id="{454CED69-7A6B-4BEC-93FB-56875B99BE4C}"/>
                </a:ext>
              </a:extLst>
            </p:cNvPr>
            <p:cNvSpPr>
              <a:spLocks noGrp="1"/>
            </p:cNvSpPr>
            <p:nvPr/>
          </p:nvSpPr>
          <p:spPr>
            <a:xfrm>
              <a:off x="23133050" y="6478191"/>
              <a:ext cx="236680" cy="6096"/>
            </a:xfrm>
            <a:prstGeom prst="rect">
              <a:avLst/>
            </a:prstGeom>
            <a:solidFill>
              <a:srgbClr val="DCE8ED"/>
            </a:solidFill>
            <a:ln w="0">
              <a:noFill/>
              <a:prstDash val="solid"/>
            </a:ln>
          </p:spPr>
        </p:sp>
        <p:sp>
          <p:nvSpPr>
            <p:cNvPr id="4871" name="dense-map-9-cell-113">
              <a:extLst>
                <a:ext uri="{FF2B5EF4-FFF2-40B4-BE49-F238E27FC236}">
                  <a16:creationId xmlns:a16="http://schemas.microsoft.com/office/drawing/2014/main" id="{8DE39264-0833-497E-AC80-0F767029E939}"/>
                </a:ext>
              </a:extLst>
            </p:cNvPr>
            <p:cNvSpPr>
              <a:spLocks noGrp="1"/>
            </p:cNvSpPr>
            <p:nvPr/>
          </p:nvSpPr>
          <p:spPr>
            <a:xfrm>
              <a:off x="23133050" y="6484144"/>
              <a:ext cx="236680" cy="6096"/>
            </a:xfrm>
            <a:prstGeom prst="rect">
              <a:avLst/>
            </a:prstGeom>
            <a:solidFill>
              <a:srgbClr val="DAD5CC"/>
            </a:solidFill>
            <a:ln w="0">
              <a:noFill/>
              <a:prstDash val="solid"/>
            </a:ln>
          </p:spPr>
        </p:sp>
        <p:sp>
          <p:nvSpPr>
            <p:cNvPr id="4872" name="dense-map-9-cell-112">
              <a:extLst>
                <a:ext uri="{FF2B5EF4-FFF2-40B4-BE49-F238E27FC236}">
                  <a16:creationId xmlns:a16="http://schemas.microsoft.com/office/drawing/2014/main" id="{2DC8FD7E-99F8-4AC2-8A5D-D874CA922F91}"/>
                </a:ext>
              </a:extLst>
            </p:cNvPr>
            <p:cNvSpPr>
              <a:spLocks noGrp="1"/>
            </p:cNvSpPr>
            <p:nvPr/>
          </p:nvSpPr>
          <p:spPr>
            <a:xfrm>
              <a:off x="23133050" y="6490097"/>
              <a:ext cx="236680" cy="6096"/>
            </a:xfrm>
            <a:prstGeom prst="rect">
              <a:avLst/>
            </a:prstGeom>
            <a:solidFill>
              <a:srgbClr val="9FB699"/>
            </a:solidFill>
            <a:ln w="0">
              <a:noFill/>
              <a:prstDash val="solid"/>
            </a:ln>
          </p:spPr>
        </p:sp>
        <p:sp>
          <p:nvSpPr>
            <p:cNvPr id="4873" name="dense-map-9-cell-111">
              <a:extLst>
                <a:ext uri="{FF2B5EF4-FFF2-40B4-BE49-F238E27FC236}">
                  <a16:creationId xmlns:a16="http://schemas.microsoft.com/office/drawing/2014/main" id="{44B7487C-EBEB-4F0F-95DE-2D6CBC3DBA61}"/>
                </a:ext>
              </a:extLst>
            </p:cNvPr>
            <p:cNvSpPr>
              <a:spLocks noGrp="1"/>
            </p:cNvSpPr>
            <p:nvPr/>
          </p:nvSpPr>
          <p:spPr>
            <a:xfrm>
              <a:off x="23133050" y="6496050"/>
              <a:ext cx="236680" cy="6096"/>
            </a:xfrm>
            <a:prstGeom prst="rect">
              <a:avLst/>
            </a:prstGeom>
            <a:solidFill>
              <a:srgbClr val="D8AB85"/>
            </a:solidFill>
            <a:ln w="0">
              <a:noFill/>
              <a:prstDash val="solid"/>
            </a:ln>
          </p:spPr>
        </p:sp>
        <p:sp>
          <p:nvSpPr>
            <p:cNvPr id="4874" name="dense-map-9-cell-110">
              <a:extLst>
                <a:ext uri="{FF2B5EF4-FFF2-40B4-BE49-F238E27FC236}">
                  <a16:creationId xmlns:a16="http://schemas.microsoft.com/office/drawing/2014/main" id="{3E916957-2E3B-4B1F-973E-BCD248A83C6B}"/>
                </a:ext>
              </a:extLst>
            </p:cNvPr>
            <p:cNvSpPr>
              <a:spLocks noGrp="1"/>
            </p:cNvSpPr>
            <p:nvPr/>
          </p:nvSpPr>
          <p:spPr>
            <a:xfrm>
              <a:off x="23133050" y="6502003"/>
              <a:ext cx="236680" cy="6096"/>
            </a:xfrm>
            <a:prstGeom prst="rect">
              <a:avLst/>
            </a:prstGeom>
            <a:solidFill>
              <a:srgbClr val="889B6A"/>
            </a:solidFill>
            <a:ln w="0">
              <a:noFill/>
              <a:prstDash val="solid"/>
            </a:ln>
          </p:spPr>
        </p:sp>
        <p:sp>
          <p:nvSpPr>
            <p:cNvPr id="4875" name="dense-map-9-cell-109">
              <a:extLst>
                <a:ext uri="{FF2B5EF4-FFF2-40B4-BE49-F238E27FC236}">
                  <a16:creationId xmlns:a16="http://schemas.microsoft.com/office/drawing/2014/main" id="{77AEE258-DF60-4150-BDEF-C153215E21A8}"/>
                </a:ext>
              </a:extLst>
            </p:cNvPr>
            <p:cNvSpPr>
              <a:spLocks noGrp="1"/>
            </p:cNvSpPr>
            <p:nvPr/>
          </p:nvSpPr>
          <p:spPr>
            <a:xfrm>
              <a:off x="23133050" y="6507956"/>
              <a:ext cx="236680" cy="6096"/>
            </a:xfrm>
            <a:prstGeom prst="rect">
              <a:avLst/>
            </a:prstGeom>
            <a:solidFill>
              <a:srgbClr val="91813E"/>
            </a:solidFill>
            <a:ln w="0">
              <a:noFill/>
              <a:prstDash val="solid"/>
            </a:ln>
          </p:spPr>
        </p:sp>
        <p:sp>
          <p:nvSpPr>
            <p:cNvPr id="4876" name="dense-map-9-cell-108">
              <a:extLst>
                <a:ext uri="{FF2B5EF4-FFF2-40B4-BE49-F238E27FC236}">
                  <a16:creationId xmlns:a16="http://schemas.microsoft.com/office/drawing/2014/main" id="{B9706564-60FE-47C8-9DFC-5972616F92BC}"/>
                </a:ext>
              </a:extLst>
            </p:cNvPr>
            <p:cNvSpPr>
              <a:spLocks noGrp="1"/>
            </p:cNvSpPr>
            <p:nvPr/>
          </p:nvSpPr>
          <p:spPr>
            <a:xfrm>
              <a:off x="23133050" y="6513909"/>
              <a:ext cx="236680" cy="6096"/>
            </a:xfrm>
            <a:prstGeom prst="rect">
              <a:avLst/>
            </a:prstGeom>
            <a:solidFill>
              <a:srgbClr val="93752A"/>
            </a:solidFill>
            <a:ln w="0">
              <a:noFill/>
              <a:prstDash val="solid"/>
            </a:ln>
          </p:spPr>
        </p:sp>
        <p:sp>
          <p:nvSpPr>
            <p:cNvPr id="4877" name="dense-map-9-cell-107">
              <a:extLst>
                <a:ext uri="{FF2B5EF4-FFF2-40B4-BE49-F238E27FC236}">
                  <a16:creationId xmlns:a16="http://schemas.microsoft.com/office/drawing/2014/main" id="{8B71FDA1-4BEF-44F8-9D8C-89D2A77A4282}"/>
                </a:ext>
              </a:extLst>
            </p:cNvPr>
            <p:cNvSpPr>
              <a:spLocks noGrp="1"/>
            </p:cNvSpPr>
            <p:nvPr/>
          </p:nvSpPr>
          <p:spPr>
            <a:xfrm>
              <a:off x="23133050" y="6519863"/>
              <a:ext cx="236680" cy="6096"/>
            </a:xfrm>
            <a:prstGeom prst="rect">
              <a:avLst/>
            </a:prstGeom>
            <a:solidFill>
              <a:srgbClr val="937225"/>
            </a:solidFill>
            <a:ln w="0">
              <a:noFill/>
              <a:prstDash val="solid"/>
            </a:ln>
          </p:spPr>
        </p:sp>
        <p:sp>
          <p:nvSpPr>
            <p:cNvPr id="4878" name="dense-map-9-cell-106">
              <a:extLst>
                <a:ext uri="{FF2B5EF4-FFF2-40B4-BE49-F238E27FC236}">
                  <a16:creationId xmlns:a16="http://schemas.microsoft.com/office/drawing/2014/main" id="{E0612206-ECBE-4AB2-8A19-B7C2AC751132}"/>
                </a:ext>
              </a:extLst>
            </p:cNvPr>
            <p:cNvSpPr>
              <a:spLocks noGrp="1"/>
            </p:cNvSpPr>
            <p:nvPr/>
          </p:nvSpPr>
          <p:spPr>
            <a:xfrm>
              <a:off x="23133050" y="6525816"/>
              <a:ext cx="236680" cy="6096"/>
            </a:xfrm>
            <a:prstGeom prst="rect">
              <a:avLst/>
            </a:prstGeom>
            <a:solidFill>
              <a:srgbClr val="937224"/>
            </a:solidFill>
            <a:ln w="0">
              <a:noFill/>
              <a:prstDash val="solid"/>
            </a:ln>
          </p:spPr>
        </p:sp>
        <p:sp>
          <p:nvSpPr>
            <p:cNvPr id="4879" name="dense-map-9-cell-105">
              <a:extLst>
                <a:ext uri="{FF2B5EF4-FFF2-40B4-BE49-F238E27FC236}">
                  <a16:creationId xmlns:a16="http://schemas.microsoft.com/office/drawing/2014/main" id="{155C7CE3-F8F2-4BDC-B8BC-110B7BAF135D}"/>
                </a:ext>
              </a:extLst>
            </p:cNvPr>
            <p:cNvSpPr>
              <a:spLocks noGrp="1"/>
            </p:cNvSpPr>
            <p:nvPr/>
          </p:nvSpPr>
          <p:spPr>
            <a:xfrm>
              <a:off x="23133050" y="6531769"/>
              <a:ext cx="236680" cy="6096"/>
            </a:xfrm>
            <a:prstGeom prst="rect">
              <a:avLst/>
            </a:prstGeom>
            <a:solidFill>
              <a:srgbClr val="937224"/>
            </a:solidFill>
            <a:ln w="0">
              <a:noFill/>
              <a:prstDash val="solid"/>
            </a:ln>
          </p:spPr>
        </p:sp>
        <p:sp>
          <p:nvSpPr>
            <p:cNvPr id="4880" name="dense-map-9-cell-104">
              <a:extLst>
                <a:ext uri="{FF2B5EF4-FFF2-40B4-BE49-F238E27FC236}">
                  <a16:creationId xmlns:a16="http://schemas.microsoft.com/office/drawing/2014/main" id="{67B9BD2C-71D2-48D9-BA18-41412FA7D86B}"/>
                </a:ext>
              </a:extLst>
            </p:cNvPr>
            <p:cNvSpPr>
              <a:spLocks noGrp="1"/>
            </p:cNvSpPr>
            <p:nvPr/>
          </p:nvSpPr>
          <p:spPr>
            <a:xfrm>
              <a:off x="23133050" y="6537722"/>
              <a:ext cx="236680" cy="6096"/>
            </a:xfrm>
            <a:prstGeom prst="rect">
              <a:avLst/>
            </a:prstGeom>
            <a:solidFill>
              <a:srgbClr val="937224"/>
            </a:solidFill>
            <a:ln w="0">
              <a:noFill/>
              <a:prstDash val="solid"/>
            </a:ln>
          </p:spPr>
        </p:sp>
        <p:sp>
          <p:nvSpPr>
            <p:cNvPr id="4881" name="dense-map-9-cell-103">
              <a:extLst>
                <a:ext uri="{FF2B5EF4-FFF2-40B4-BE49-F238E27FC236}">
                  <a16:creationId xmlns:a16="http://schemas.microsoft.com/office/drawing/2014/main" id="{9B07FE0A-902F-4A8C-AC84-BE7027ABE3ED}"/>
                </a:ext>
              </a:extLst>
            </p:cNvPr>
            <p:cNvSpPr>
              <a:spLocks noGrp="1"/>
            </p:cNvSpPr>
            <p:nvPr/>
          </p:nvSpPr>
          <p:spPr>
            <a:xfrm>
              <a:off x="23133050" y="6543675"/>
              <a:ext cx="236680" cy="6096"/>
            </a:xfrm>
            <a:prstGeom prst="rect">
              <a:avLst/>
            </a:prstGeom>
            <a:solidFill>
              <a:srgbClr val="937224"/>
            </a:solidFill>
            <a:ln w="0">
              <a:noFill/>
              <a:prstDash val="solid"/>
            </a:ln>
          </p:spPr>
        </p:sp>
        <p:sp>
          <p:nvSpPr>
            <p:cNvPr id="4882" name="dense-map-9-cell-102">
              <a:extLst>
                <a:ext uri="{FF2B5EF4-FFF2-40B4-BE49-F238E27FC236}">
                  <a16:creationId xmlns:a16="http://schemas.microsoft.com/office/drawing/2014/main" id="{D7891133-D4D9-4A71-8023-FFEA2A58D9E2}"/>
                </a:ext>
              </a:extLst>
            </p:cNvPr>
            <p:cNvSpPr>
              <a:spLocks noGrp="1"/>
            </p:cNvSpPr>
            <p:nvPr/>
          </p:nvSpPr>
          <p:spPr>
            <a:xfrm>
              <a:off x="23133050" y="6549628"/>
              <a:ext cx="236680" cy="6096"/>
            </a:xfrm>
            <a:prstGeom prst="rect">
              <a:avLst/>
            </a:prstGeom>
            <a:solidFill>
              <a:srgbClr val="937224"/>
            </a:solidFill>
            <a:ln w="0">
              <a:noFill/>
              <a:prstDash val="solid"/>
            </a:ln>
          </p:spPr>
        </p:sp>
        <p:sp>
          <p:nvSpPr>
            <p:cNvPr id="4883" name="dense-map-9-cell-101">
              <a:extLst>
                <a:ext uri="{FF2B5EF4-FFF2-40B4-BE49-F238E27FC236}">
                  <a16:creationId xmlns:a16="http://schemas.microsoft.com/office/drawing/2014/main" id="{0E2237E1-CBF4-4FDF-A3AD-DB76176A5D88}"/>
                </a:ext>
              </a:extLst>
            </p:cNvPr>
            <p:cNvSpPr>
              <a:spLocks noGrp="1"/>
            </p:cNvSpPr>
            <p:nvPr/>
          </p:nvSpPr>
          <p:spPr>
            <a:xfrm>
              <a:off x="23133050" y="6555581"/>
              <a:ext cx="236680" cy="6096"/>
            </a:xfrm>
            <a:prstGeom prst="rect">
              <a:avLst/>
            </a:prstGeom>
            <a:solidFill>
              <a:srgbClr val="937224"/>
            </a:solidFill>
            <a:ln w="0">
              <a:noFill/>
              <a:prstDash val="solid"/>
            </a:ln>
          </p:spPr>
        </p:sp>
        <p:sp>
          <p:nvSpPr>
            <p:cNvPr id="4884" name="dense-map-9-cell-100">
              <a:extLst>
                <a:ext uri="{FF2B5EF4-FFF2-40B4-BE49-F238E27FC236}">
                  <a16:creationId xmlns:a16="http://schemas.microsoft.com/office/drawing/2014/main" id="{75943E86-D3BE-4697-B167-2628112F9756}"/>
                </a:ext>
              </a:extLst>
            </p:cNvPr>
            <p:cNvSpPr>
              <a:spLocks noGrp="1"/>
            </p:cNvSpPr>
            <p:nvPr/>
          </p:nvSpPr>
          <p:spPr>
            <a:xfrm>
              <a:off x="23133050" y="6561534"/>
              <a:ext cx="236680" cy="6096"/>
            </a:xfrm>
            <a:prstGeom prst="rect">
              <a:avLst/>
            </a:prstGeom>
            <a:solidFill>
              <a:srgbClr val="937224"/>
            </a:solidFill>
            <a:ln w="0">
              <a:noFill/>
              <a:prstDash val="solid"/>
            </a:ln>
          </p:spPr>
        </p:sp>
        <p:sp>
          <p:nvSpPr>
            <p:cNvPr id="4885" name="dense-map-9-cell-99">
              <a:extLst>
                <a:ext uri="{FF2B5EF4-FFF2-40B4-BE49-F238E27FC236}">
                  <a16:creationId xmlns:a16="http://schemas.microsoft.com/office/drawing/2014/main" id="{85657A7B-0493-4D1A-A57E-76C7E0718947}"/>
                </a:ext>
              </a:extLst>
            </p:cNvPr>
            <p:cNvSpPr>
              <a:spLocks noGrp="1"/>
            </p:cNvSpPr>
            <p:nvPr/>
          </p:nvSpPr>
          <p:spPr>
            <a:xfrm>
              <a:off x="23133050" y="6567488"/>
              <a:ext cx="236680" cy="6096"/>
            </a:xfrm>
            <a:prstGeom prst="rect">
              <a:avLst/>
            </a:prstGeom>
            <a:solidFill>
              <a:srgbClr val="937224"/>
            </a:solidFill>
            <a:ln w="0">
              <a:noFill/>
              <a:prstDash val="solid"/>
            </a:ln>
          </p:spPr>
        </p:sp>
        <p:sp>
          <p:nvSpPr>
            <p:cNvPr id="4886" name="dense-map-9-cell-98">
              <a:extLst>
                <a:ext uri="{FF2B5EF4-FFF2-40B4-BE49-F238E27FC236}">
                  <a16:creationId xmlns:a16="http://schemas.microsoft.com/office/drawing/2014/main" id="{82F0239B-B6F1-41FE-B55B-08E748EDC7A3}"/>
                </a:ext>
              </a:extLst>
            </p:cNvPr>
            <p:cNvSpPr>
              <a:spLocks noGrp="1"/>
            </p:cNvSpPr>
            <p:nvPr/>
          </p:nvSpPr>
          <p:spPr>
            <a:xfrm>
              <a:off x="23133050" y="6573441"/>
              <a:ext cx="236680" cy="6096"/>
            </a:xfrm>
            <a:prstGeom prst="rect">
              <a:avLst/>
            </a:prstGeom>
            <a:solidFill>
              <a:srgbClr val="937224"/>
            </a:solidFill>
            <a:ln w="0">
              <a:noFill/>
              <a:prstDash val="solid"/>
            </a:ln>
          </p:spPr>
        </p:sp>
        <p:sp>
          <p:nvSpPr>
            <p:cNvPr id="4887" name="dense-map-9-cell-97">
              <a:extLst>
                <a:ext uri="{FF2B5EF4-FFF2-40B4-BE49-F238E27FC236}">
                  <a16:creationId xmlns:a16="http://schemas.microsoft.com/office/drawing/2014/main" id="{D06DB5CE-C224-4B61-8599-DF7355D3A045}"/>
                </a:ext>
              </a:extLst>
            </p:cNvPr>
            <p:cNvSpPr>
              <a:spLocks noGrp="1"/>
            </p:cNvSpPr>
            <p:nvPr/>
          </p:nvSpPr>
          <p:spPr>
            <a:xfrm>
              <a:off x="23133050" y="6579394"/>
              <a:ext cx="236680" cy="6096"/>
            </a:xfrm>
            <a:prstGeom prst="rect">
              <a:avLst/>
            </a:prstGeom>
            <a:solidFill>
              <a:srgbClr val="937224"/>
            </a:solidFill>
            <a:ln w="0">
              <a:noFill/>
              <a:prstDash val="solid"/>
            </a:ln>
          </p:spPr>
        </p:sp>
        <p:sp>
          <p:nvSpPr>
            <p:cNvPr id="4888" name="dense-map-9-cell-96">
              <a:extLst>
                <a:ext uri="{FF2B5EF4-FFF2-40B4-BE49-F238E27FC236}">
                  <a16:creationId xmlns:a16="http://schemas.microsoft.com/office/drawing/2014/main" id="{DC9825BA-AD49-45C4-91C5-29E0F194CA9D}"/>
                </a:ext>
              </a:extLst>
            </p:cNvPr>
            <p:cNvSpPr>
              <a:spLocks noGrp="1"/>
            </p:cNvSpPr>
            <p:nvPr/>
          </p:nvSpPr>
          <p:spPr>
            <a:xfrm>
              <a:off x="23133050" y="6585347"/>
              <a:ext cx="236680" cy="6096"/>
            </a:xfrm>
            <a:prstGeom prst="rect">
              <a:avLst/>
            </a:prstGeom>
            <a:solidFill>
              <a:srgbClr val="84762C"/>
            </a:solidFill>
            <a:ln w="0">
              <a:noFill/>
              <a:prstDash val="solid"/>
            </a:ln>
          </p:spPr>
        </p:sp>
        <p:sp>
          <p:nvSpPr>
            <p:cNvPr id="4889" name="dense-map-9-cell-95">
              <a:extLst>
                <a:ext uri="{FF2B5EF4-FFF2-40B4-BE49-F238E27FC236}">
                  <a16:creationId xmlns:a16="http://schemas.microsoft.com/office/drawing/2014/main" id="{C9F7891C-DA38-4C47-9710-DA876037A386}"/>
                </a:ext>
              </a:extLst>
            </p:cNvPr>
            <p:cNvSpPr>
              <a:spLocks noGrp="1"/>
            </p:cNvSpPr>
            <p:nvPr/>
          </p:nvSpPr>
          <p:spPr>
            <a:xfrm>
              <a:off x="23133050" y="6591300"/>
              <a:ext cx="236680" cy="6096"/>
            </a:xfrm>
            <a:prstGeom prst="rect">
              <a:avLst/>
            </a:prstGeom>
            <a:solidFill>
              <a:srgbClr val="797A31"/>
            </a:solidFill>
            <a:ln w="0">
              <a:noFill/>
              <a:prstDash val="solid"/>
            </a:ln>
          </p:spPr>
        </p:sp>
        <p:sp>
          <p:nvSpPr>
            <p:cNvPr id="4890" name="dense-map-9-cell-94">
              <a:extLst>
                <a:ext uri="{FF2B5EF4-FFF2-40B4-BE49-F238E27FC236}">
                  <a16:creationId xmlns:a16="http://schemas.microsoft.com/office/drawing/2014/main" id="{46AA4822-ADBD-4C9C-82EE-2D6108198A11}"/>
                </a:ext>
              </a:extLst>
            </p:cNvPr>
            <p:cNvSpPr>
              <a:spLocks noGrp="1"/>
            </p:cNvSpPr>
            <p:nvPr/>
          </p:nvSpPr>
          <p:spPr>
            <a:xfrm>
              <a:off x="23133050" y="6597253"/>
              <a:ext cx="236680" cy="6096"/>
            </a:xfrm>
            <a:prstGeom prst="rect">
              <a:avLst/>
            </a:prstGeom>
            <a:solidFill>
              <a:srgbClr val="6F7D37"/>
            </a:solidFill>
            <a:ln w="0">
              <a:noFill/>
              <a:prstDash val="solid"/>
            </a:ln>
          </p:spPr>
        </p:sp>
        <p:sp>
          <p:nvSpPr>
            <p:cNvPr id="4891" name="dense-map-9-cell-93">
              <a:extLst>
                <a:ext uri="{FF2B5EF4-FFF2-40B4-BE49-F238E27FC236}">
                  <a16:creationId xmlns:a16="http://schemas.microsoft.com/office/drawing/2014/main" id="{89C18A82-8BE2-4BDD-8D15-12EAD6DE6DE0}"/>
                </a:ext>
              </a:extLst>
            </p:cNvPr>
            <p:cNvSpPr>
              <a:spLocks noGrp="1"/>
            </p:cNvSpPr>
            <p:nvPr/>
          </p:nvSpPr>
          <p:spPr>
            <a:xfrm>
              <a:off x="23133050" y="6603206"/>
              <a:ext cx="236680" cy="6096"/>
            </a:xfrm>
            <a:prstGeom prst="rect">
              <a:avLst/>
            </a:prstGeom>
            <a:solidFill>
              <a:srgbClr val="698040"/>
            </a:solidFill>
            <a:ln w="0">
              <a:noFill/>
              <a:prstDash val="solid"/>
            </a:ln>
          </p:spPr>
        </p:sp>
        <p:sp>
          <p:nvSpPr>
            <p:cNvPr id="4892" name="dense-map-9-cell-92">
              <a:extLst>
                <a:ext uri="{FF2B5EF4-FFF2-40B4-BE49-F238E27FC236}">
                  <a16:creationId xmlns:a16="http://schemas.microsoft.com/office/drawing/2014/main" id="{DF2CD27D-E9CF-4DE0-A7A2-0B252EBA6CB4}"/>
                </a:ext>
              </a:extLst>
            </p:cNvPr>
            <p:cNvSpPr>
              <a:spLocks noGrp="1"/>
            </p:cNvSpPr>
            <p:nvPr/>
          </p:nvSpPr>
          <p:spPr>
            <a:xfrm>
              <a:off x="23133050" y="6609159"/>
              <a:ext cx="236680" cy="6096"/>
            </a:xfrm>
            <a:prstGeom prst="rect">
              <a:avLst/>
            </a:prstGeom>
            <a:solidFill>
              <a:srgbClr val="618547"/>
            </a:solidFill>
            <a:ln w="0">
              <a:noFill/>
              <a:prstDash val="solid"/>
            </a:ln>
          </p:spPr>
        </p:sp>
        <p:sp>
          <p:nvSpPr>
            <p:cNvPr id="4893" name="dense-map-9-cell-91">
              <a:extLst>
                <a:ext uri="{FF2B5EF4-FFF2-40B4-BE49-F238E27FC236}">
                  <a16:creationId xmlns:a16="http://schemas.microsoft.com/office/drawing/2014/main" id="{92AE7297-6C82-4B6F-8CB2-411E6675FA11}"/>
                </a:ext>
              </a:extLst>
            </p:cNvPr>
            <p:cNvSpPr>
              <a:spLocks noGrp="1"/>
            </p:cNvSpPr>
            <p:nvPr/>
          </p:nvSpPr>
          <p:spPr>
            <a:xfrm>
              <a:off x="23133050" y="6615113"/>
              <a:ext cx="236680" cy="6096"/>
            </a:xfrm>
            <a:prstGeom prst="rect">
              <a:avLst/>
            </a:prstGeom>
            <a:solidFill>
              <a:srgbClr val="5E8B50"/>
            </a:solidFill>
            <a:ln w="0">
              <a:noFill/>
              <a:prstDash val="solid"/>
            </a:ln>
          </p:spPr>
        </p:sp>
        <p:sp>
          <p:nvSpPr>
            <p:cNvPr id="4894" name="dense-map-9-cell-90">
              <a:extLst>
                <a:ext uri="{FF2B5EF4-FFF2-40B4-BE49-F238E27FC236}">
                  <a16:creationId xmlns:a16="http://schemas.microsoft.com/office/drawing/2014/main" id="{85AB6FA6-39B5-44C5-A0D5-CB3F14009C10}"/>
                </a:ext>
              </a:extLst>
            </p:cNvPr>
            <p:cNvSpPr>
              <a:spLocks noGrp="1"/>
            </p:cNvSpPr>
            <p:nvPr/>
          </p:nvSpPr>
          <p:spPr>
            <a:xfrm>
              <a:off x="23133050" y="6621066"/>
              <a:ext cx="236680" cy="6096"/>
            </a:xfrm>
            <a:prstGeom prst="rect">
              <a:avLst/>
            </a:prstGeom>
            <a:solidFill>
              <a:srgbClr val="5FA67E"/>
            </a:solidFill>
            <a:ln w="0">
              <a:noFill/>
              <a:prstDash val="solid"/>
            </a:ln>
          </p:spPr>
        </p:sp>
        <p:sp>
          <p:nvSpPr>
            <p:cNvPr id="4895" name="dense-map-9-cell-89">
              <a:extLst>
                <a:ext uri="{FF2B5EF4-FFF2-40B4-BE49-F238E27FC236}">
                  <a16:creationId xmlns:a16="http://schemas.microsoft.com/office/drawing/2014/main" id="{04F1115B-DF84-4D69-A49C-614B80EE4A2E}"/>
                </a:ext>
              </a:extLst>
            </p:cNvPr>
            <p:cNvSpPr>
              <a:spLocks noGrp="1"/>
            </p:cNvSpPr>
            <p:nvPr/>
          </p:nvSpPr>
          <p:spPr>
            <a:xfrm>
              <a:off x="23133050" y="6627019"/>
              <a:ext cx="236680" cy="6096"/>
            </a:xfrm>
            <a:prstGeom prst="rect">
              <a:avLst/>
            </a:prstGeom>
            <a:solidFill>
              <a:srgbClr val="60AF8F"/>
            </a:solidFill>
            <a:ln w="0">
              <a:noFill/>
              <a:prstDash val="solid"/>
            </a:ln>
          </p:spPr>
        </p:sp>
        <p:sp>
          <p:nvSpPr>
            <p:cNvPr id="4896" name="dense-map-9-cell-88">
              <a:extLst>
                <a:ext uri="{FF2B5EF4-FFF2-40B4-BE49-F238E27FC236}">
                  <a16:creationId xmlns:a16="http://schemas.microsoft.com/office/drawing/2014/main" id="{603E5D43-9941-4B7B-AE4E-DE7F75C6DBB6}"/>
                </a:ext>
              </a:extLst>
            </p:cNvPr>
            <p:cNvSpPr>
              <a:spLocks noGrp="1"/>
            </p:cNvSpPr>
            <p:nvPr/>
          </p:nvSpPr>
          <p:spPr>
            <a:xfrm>
              <a:off x="23133050" y="6632972"/>
              <a:ext cx="236680" cy="6096"/>
            </a:xfrm>
            <a:prstGeom prst="rect">
              <a:avLst/>
            </a:prstGeom>
            <a:solidFill>
              <a:srgbClr val="60AF8F"/>
            </a:solidFill>
            <a:ln w="0">
              <a:noFill/>
              <a:prstDash val="solid"/>
            </a:ln>
          </p:spPr>
        </p:sp>
        <p:sp>
          <p:nvSpPr>
            <p:cNvPr id="4897" name="dense-map-9-cell-87">
              <a:extLst>
                <a:ext uri="{FF2B5EF4-FFF2-40B4-BE49-F238E27FC236}">
                  <a16:creationId xmlns:a16="http://schemas.microsoft.com/office/drawing/2014/main" id="{2C8B37C9-622D-4E57-87ED-1444F97BABAB}"/>
                </a:ext>
              </a:extLst>
            </p:cNvPr>
            <p:cNvSpPr>
              <a:spLocks noGrp="1"/>
            </p:cNvSpPr>
            <p:nvPr/>
          </p:nvSpPr>
          <p:spPr>
            <a:xfrm>
              <a:off x="23133050" y="6638925"/>
              <a:ext cx="236680" cy="6096"/>
            </a:xfrm>
            <a:prstGeom prst="rect">
              <a:avLst/>
            </a:prstGeom>
            <a:solidFill>
              <a:srgbClr val="60B293"/>
            </a:solidFill>
            <a:ln w="0">
              <a:noFill/>
              <a:prstDash val="solid"/>
            </a:ln>
          </p:spPr>
        </p:sp>
        <p:sp>
          <p:nvSpPr>
            <p:cNvPr id="4898" name="dense-map-9-cell-86">
              <a:extLst>
                <a:ext uri="{FF2B5EF4-FFF2-40B4-BE49-F238E27FC236}">
                  <a16:creationId xmlns:a16="http://schemas.microsoft.com/office/drawing/2014/main" id="{45907DA2-EA2F-4332-9BAF-E7FDE6B9F6BC}"/>
                </a:ext>
              </a:extLst>
            </p:cNvPr>
            <p:cNvSpPr>
              <a:spLocks noGrp="1"/>
            </p:cNvSpPr>
            <p:nvPr/>
          </p:nvSpPr>
          <p:spPr>
            <a:xfrm>
              <a:off x="23133050" y="6644878"/>
              <a:ext cx="236680" cy="6096"/>
            </a:xfrm>
            <a:prstGeom prst="rect">
              <a:avLst/>
            </a:prstGeom>
            <a:solidFill>
              <a:srgbClr val="60B89D"/>
            </a:solidFill>
            <a:ln w="0">
              <a:noFill/>
              <a:prstDash val="solid"/>
            </a:ln>
          </p:spPr>
        </p:sp>
        <p:sp>
          <p:nvSpPr>
            <p:cNvPr id="4899" name="dense-map-9-cell-85">
              <a:extLst>
                <a:ext uri="{FF2B5EF4-FFF2-40B4-BE49-F238E27FC236}">
                  <a16:creationId xmlns:a16="http://schemas.microsoft.com/office/drawing/2014/main" id="{381D4ADD-127E-44EF-B6A8-D6F7564B5DCC}"/>
                </a:ext>
              </a:extLst>
            </p:cNvPr>
            <p:cNvSpPr>
              <a:spLocks noGrp="1"/>
            </p:cNvSpPr>
            <p:nvPr/>
          </p:nvSpPr>
          <p:spPr>
            <a:xfrm>
              <a:off x="23133050" y="6650831"/>
              <a:ext cx="236680" cy="6096"/>
            </a:xfrm>
            <a:prstGeom prst="rect">
              <a:avLst/>
            </a:prstGeom>
            <a:solidFill>
              <a:srgbClr val="60BDA7"/>
            </a:solidFill>
            <a:ln w="0">
              <a:noFill/>
              <a:prstDash val="solid"/>
            </a:ln>
          </p:spPr>
        </p:sp>
        <p:sp>
          <p:nvSpPr>
            <p:cNvPr id="4900" name="dense-map-9-cell-84">
              <a:extLst>
                <a:ext uri="{FF2B5EF4-FFF2-40B4-BE49-F238E27FC236}">
                  <a16:creationId xmlns:a16="http://schemas.microsoft.com/office/drawing/2014/main" id="{78C69CEB-DF19-4A7A-BA4A-478DC7973C52}"/>
                </a:ext>
              </a:extLst>
            </p:cNvPr>
            <p:cNvSpPr>
              <a:spLocks noGrp="1"/>
            </p:cNvSpPr>
            <p:nvPr/>
          </p:nvSpPr>
          <p:spPr>
            <a:xfrm>
              <a:off x="23133050" y="6656784"/>
              <a:ext cx="236680" cy="6096"/>
            </a:xfrm>
            <a:prstGeom prst="rect">
              <a:avLst/>
            </a:prstGeom>
            <a:solidFill>
              <a:srgbClr val="61BEA9"/>
            </a:solidFill>
            <a:ln w="0">
              <a:noFill/>
              <a:prstDash val="solid"/>
            </a:ln>
          </p:spPr>
        </p:sp>
        <p:sp>
          <p:nvSpPr>
            <p:cNvPr id="4901" name="dense-map-9-cell-83">
              <a:extLst>
                <a:ext uri="{FF2B5EF4-FFF2-40B4-BE49-F238E27FC236}">
                  <a16:creationId xmlns:a16="http://schemas.microsoft.com/office/drawing/2014/main" id="{2648E9F6-198C-4500-B1FD-4D4467B7111F}"/>
                </a:ext>
              </a:extLst>
            </p:cNvPr>
            <p:cNvSpPr>
              <a:spLocks noGrp="1"/>
            </p:cNvSpPr>
            <p:nvPr/>
          </p:nvSpPr>
          <p:spPr>
            <a:xfrm>
              <a:off x="23133050" y="6662738"/>
              <a:ext cx="236680" cy="6096"/>
            </a:xfrm>
            <a:prstGeom prst="rect">
              <a:avLst/>
            </a:prstGeom>
            <a:solidFill>
              <a:srgbClr val="61BEA9"/>
            </a:solidFill>
            <a:ln w="0">
              <a:noFill/>
              <a:prstDash val="solid"/>
            </a:ln>
          </p:spPr>
        </p:sp>
        <p:sp>
          <p:nvSpPr>
            <p:cNvPr id="4902" name="dense-map-9-cell-82">
              <a:extLst>
                <a:ext uri="{FF2B5EF4-FFF2-40B4-BE49-F238E27FC236}">
                  <a16:creationId xmlns:a16="http://schemas.microsoft.com/office/drawing/2014/main" id="{023746F4-A2B3-4392-9CD1-7CC7B9A4D92A}"/>
                </a:ext>
              </a:extLst>
            </p:cNvPr>
            <p:cNvSpPr>
              <a:spLocks noGrp="1"/>
            </p:cNvSpPr>
            <p:nvPr/>
          </p:nvSpPr>
          <p:spPr>
            <a:xfrm>
              <a:off x="23133050" y="6668691"/>
              <a:ext cx="236680" cy="6096"/>
            </a:xfrm>
            <a:prstGeom prst="rect">
              <a:avLst/>
            </a:prstGeom>
            <a:solidFill>
              <a:srgbClr val="61BEA9"/>
            </a:solidFill>
            <a:ln w="0">
              <a:noFill/>
              <a:prstDash val="solid"/>
            </a:ln>
          </p:spPr>
        </p:sp>
        <p:sp>
          <p:nvSpPr>
            <p:cNvPr id="4903" name="dense-map-9-cell-81">
              <a:extLst>
                <a:ext uri="{FF2B5EF4-FFF2-40B4-BE49-F238E27FC236}">
                  <a16:creationId xmlns:a16="http://schemas.microsoft.com/office/drawing/2014/main" id="{216F92FA-4AB7-492B-B49C-C3AF9915EA4D}"/>
                </a:ext>
              </a:extLst>
            </p:cNvPr>
            <p:cNvSpPr>
              <a:spLocks noGrp="1"/>
            </p:cNvSpPr>
            <p:nvPr/>
          </p:nvSpPr>
          <p:spPr>
            <a:xfrm>
              <a:off x="23133050" y="6674644"/>
              <a:ext cx="236680" cy="6096"/>
            </a:xfrm>
            <a:prstGeom prst="rect">
              <a:avLst/>
            </a:prstGeom>
            <a:solidFill>
              <a:srgbClr val="62BFA9"/>
            </a:solidFill>
            <a:ln w="0">
              <a:noFill/>
              <a:prstDash val="solid"/>
            </a:ln>
          </p:spPr>
        </p:sp>
        <p:sp>
          <p:nvSpPr>
            <p:cNvPr id="4904" name="dense-map-9-cell-80">
              <a:extLst>
                <a:ext uri="{FF2B5EF4-FFF2-40B4-BE49-F238E27FC236}">
                  <a16:creationId xmlns:a16="http://schemas.microsoft.com/office/drawing/2014/main" id="{B5BA675A-F610-4C25-9534-33752B9945FB}"/>
                </a:ext>
              </a:extLst>
            </p:cNvPr>
            <p:cNvSpPr>
              <a:spLocks noGrp="1"/>
            </p:cNvSpPr>
            <p:nvPr/>
          </p:nvSpPr>
          <p:spPr>
            <a:xfrm>
              <a:off x="23133050" y="6680597"/>
              <a:ext cx="236680" cy="6096"/>
            </a:xfrm>
            <a:prstGeom prst="rect">
              <a:avLst/>
            </a:prstGeom>
            <a:solidFill>
              <a:srgbClr val="60BEA8"/>
            </a:solidFill>
            <a:ln w="0">
              <a:noFill/>
              <a:prstDash val="solid"/>
            </a:ln>
          </p:spPr>
        </p:sp>
        <p:sp>
          <p:nvSpPr>
            <p:cNvPr id="4905" name="dense-map-9-cell-79">
              <a:extLst>
                <a:ext uri="{FF2B5EF4-FFF2-40B4-BE49-F238E27FC236}">
                  <a16:creationId xmlns:a16="http://schemas.microsoft.com/office/drawing/2014/main" id="{EA16E6EB-70EB-449C-A200-1A0020A14916}"/>
                </a:ext>
              </a:extLst>
            </p:cNvPr>
            <p:cNvSpPr>
              <a:spLocks noGrp="1"/>
            </p:cNvSpPr>
            <p:nvPr/>
          </p:nvSpPr>
          <p:spPr>
            <a:xfrm>
              <a:off x="23133050" y="6686550"/>
              <a:ext cx="236680" cy="6096"/>
            </a:xfrm>
            <a:prstGeom prst="rect">
              <a:avLst/>
            </a:prstGeom>
            <a:solidFill>
              <a:srgbClr val="57BBA3"/>
            </a:solidFill>
            <a:ln w="0">
              <a:noFill/>
              <a:prstDash val="solid"/>
            </a:ln>
          </p:spPr>
        </p:sp>
        <p:sp>
          <p:nvSpPr>
            <p:cNvPr id="4906" name="dense-map-9-cell-78">
              <a:extLst>
                <a:ext uri="{FF2B5EF4-FFF2-40B4-BE49-F238E27FC236}">
                  <a16:creationId xmlns:a16="http://schemas.microsoft.com/office/drawing/2014/main" id="{D0AC00DF-87A0-4081-8F40-E4DA045DBD88}"/>
                </a:ext>
              </a:extLst>
            </p:cNvPr>
            <p:cNvSpPr>
              <a:spLocks noGrp="1"/>
            </p:cNvSpPr>
            <p:nvPr/>
          </p:nvSpPr>
          <p:spPr>
            <a:xfrm>
              <a:off x="23133050" y="6692503"/>
              <a:ext cx="236680" cy="6096"/>
            </a:xfrm>
            <a:prstGeom prst="rect">
              <a:avLst/>
            </a:prstGeom>
            <a:solidFill>
              <a:srgbClr val="4EB89E"/>
            </a:solidFill>
            <a:ln w="0">
              <a:noFill/>
              <a:prstDash val="solid"/>
            </a:ln>
          </p:spPr>
        </p:sp>
        <p:sp>
          <p:nvSpPr>
            <p:cNvPr id="4907" name="dense-map-9-cell-77">
              <a:extLst>
                <a:ext uri="{FF2B5EF4-FFF2-40B4-BE49-F238E27FC236}">
                  <a16:creationId xmlns:a16="http://schemas.microsoft.com/office/drawing/2014/main" id="{5B55034E-100A-423F-B0A0-267C2A326E8B}"/>
                </a:ext>
              </a:extLst>
            </p:cNvPr>
            <p:cNvSpPr>
              <a:spLocks noGrp="1"/>
            </p:cNvSpPr>
            <p:nvPr/>
          </p:nvSpPr>
          <p:spPr>
            <a:xfrm>
              <a:off x="23133050" y="6698456"/>
              <a:ext cx="236680" cy="6096"/>
            </a:xfrm>
            <a:prstGeom prst="rect">
              <a:avLst/>
            </a:prstGeom>
            <a:solidFill>
              <a:srgbClr val="41B497"/>
            </a:solidFill>
            <a:ln w="0">
              <a:noFill/>
              <a:prstDash val="solid"/>
            </a:ln>
          </p:spPr>
        </p:sp>
        <p:sp>
          <p:nvSpPr>
            <p:cNvPr id="4908" name="dense-map-9-cell-76">
              <a:extLst>
                <a:ext uri="{FF2B5EF4-FFF2-40B4-BE49-F238E27FC236}">
                  <a16:creationId xmlns:a16="http://schemas.microsoft.com/office/drawing/2014/main" id="{EC0603DF-163E-4C02-8B91-31D4EEAFF149}"/>
                </a:ext>
              </a:extLst>
            </p:cNvPr>
            <p:cNvSpPr>
              <a:spLocks noGrp="1"/>
            </p:cNvSpPr>
            <p:nvPr/>
          </p:nvSpPr>
          <p:spPr>
            <a:xfrm>
              <a:off x="23133050" y="6704409"/>
              <a:ext cx="236680" cy="6096"/>
            </a:xfrm>
            <a:prstGeom prst="rect">
              <a:avLst/>
            </a:prstGeom>
            <a:solidFill>
              <a:srgbClr val="34B090"/>
            </a:solidFill>
            <a:ln w="0">
              <a:noFill/>
              <a:prstDash val="solid"/>
            </a:ln>
          </p:spPr>
        </p:sp>
        <p:sp>
          <p:nvSpPr>
            <p:cNvPr id="4909" name="dense-map-9-cell-75">
              <a:extLst>
                <a:ext uri="{FF2B5EF4-FFF2-40B4-BE49-F238E27FC236}">
                  <a16:creationId xmlns:a16="http://schemas.microsoft.com/office/drawing/2014/main" id="{DA3FBCB3-AEF5-4957-90F9-48360430AEF9}"/>
                </a:ext>
              </a:extLst>
            </p:cNvPr>
            <p:cNvSpPr>
              <a:spLocks noGrp="1"/>
            </p:cNvSpPr>
            <p:nvPr/>
          </p:nvSpPr>
          <p:spPr>
            <a:xfrm>
              <a:off x="23133050" y="6710363"/>
              <a:ext cx="236680" cy="6096"/>
            </a:xfrm>
            <a:prstGeom prst="rect">
              <a:avLst/>
            </a:prstGeom>
            <a:solidFill>
              <a:srgbClr val="2AAC8A"/>
            </a:solidFill>
            <a:ln w="0">
              <a:noFill/>
              <a:prstDash val="solid"/>
            </a:ln>
          </p:spPr>
        </p:sp>
        <p:sp>
          <p:nvSpPr>
            <p:cNvPr id="4910" name="dense-map-9-cell-74">
              <a:extLst>
                <a:ext uri="{FF2B5EF4-FFF2-40B4-BE49-F238E27FC236}">
                  <a16:creationId xmlns:a16="http://schemas.microsoft.com/office/drawing/2014/main" id="{5B9B4BCD-ED4B-4D4F-857A-65889F27667F}"/>
                </a:ext>
              </a:extLst>
            </p:cNvPr>
            <p:cNvSpPr>
              <a:spLocks noGrp="1"/>
            </p:cNvSpPr>
            <p:nvPr/>
          </p:nvSpPr>
          <p:spPr>
            <a:xfrm>
              <a:off x="23133050" y="6716316"/>
              <a:ext cx="236680" cy="6096"/>
            </a:xfrm>
            <a:prstGeom prst="rect">
              <a:avLst/>
            </a:prstGeom>
            <a:solidFill>
              <a:srgbClr val="22A986"/>
            </a:solidFill>
            <a:ln w="0">
              <a:noFill/>
              <a:prstDash val="solid"/>
            </a:ln>
          </p:spPr>
        </p:sp>
        <p:sp>
          <p:nvSpPr>
            <p:cNvPr id="4911" name="dense-map-9-cell-73">
              <a:extLst>
                <a:ext uri="{FF2B5EF4-FFF2-40B4-BE49-F238E27FC236}">
                  <a16:creationId xmlns:a16="http://schemas.microsoft.com/office/drawing/2014/main" id="{F4374742-808A-4C13-BA91-31071A026D52}"/>
                </a:ext>
              </a:extLst>
            </p:cNvPr>
            <p:cNvSpPr>
              <a:spLocks noGrp="1"/>
            </p:cNvSpPr>
            <p:nvPr/>
          </p:nvSpPr>
          <p:spPr>
            <a:xfrm>
              <a:off x="23133050" y="6722269"/>
              <a:ext cx="236680" cy="6096"/>
            </a:xfrm>
            <a:prstGeom prst="rect">
              <a:avLst/>
            </a:prstGeom>
            <a:solidFill>
              <a:srgbClr val="20A985"/>
            </a:solidFill>
            <a:ln w="0">
              <a:noFill/>
              <a:prstDash val="solid"/>
            </a:ln>
          </p:spPr>
        </p:sp>
        <p:sp>
          <p:nvSpPr>
            <p:cNvPr id="4912" name="dense-map-9-cell-72">
              <a:extLst>
                <a:ext uri="{FF2B5EF4-FFF2-40B4-BE49-F238E27FC236}">
                  <a16:creationId xmlns:a16="http://schemas.microsoft.com/office/drawing/2014/main" id="{76FB1C06-CD83-4554-8535-38FE3B236652}"/>
                </a:ext>
              </a:extLst>
            </p:cNvPr>
            <p:cNvSpPr>
              <a:spLocks noGrp="1"/>
            </p:cNvSpPr>
            <p:nvPr/>
          </p:nvSpPr>
          <p:spPr>
            <a:xfrm>
              <a:off x="23133050" y="6728222"/>
              <a:ext cx="236680" cy="6096"/>
            </a:xfrm>
            <a:prstGeom prst="rect">
              <a:avLst/>
            </a:prstGeom>
            <a:solidFill>
              <a:srgbClr val="20A985"/>
            </a:solidFill>
            <a:ln w="0">
              <a:noFill/>
              <a:prstDash val="solid"/>
            </a:ln>
          </p:spPr>
        </p:sp>
        <p:sp>
          <p:nvSpPr>
            <p:cNvPr id="4913" name="dense-map-9-cell-71">
              <a:extLst>
                <a:ext uri="{FF2B5EF4-FFF2-40B4-BE49-F238E27FC236}">
                  <a16:creationId xmlns:a16="http://schemas.microsoft.com/office/drawing/2014/main" id="{2104DB18-EC9B-4CF1-B374-7A3477667499}"/>
                </a:ext>
              </a:extLst>
            </p:cNvPr>
            <p:cNvSpPr>
              <a:spLocks noGrp="1"/>
            </p:cNvSpPr>
            <p:nvPr/>
          </p:nvSpPr>
          <p:spPr>
            <a:xfrm>
              <a:off x="23133050" y="6734175"/>
              <a:ext cx="236680" cy="6096"/>
            </a:xfrm>
            <a:prstGeom prst="rect">
              <a:avLst/>
            </a:prstGeom>
            <a:solidFill>
              <a:srgbClr val="20A985"/>
            </a:solidFill>
            <a:ln w="0">
              <a:noFill/>
              <a:prstDash val="solid"/>
            </a:ln>
          </p:spPr>
        </p:sp>
        <p:sp>
          <p:nvSpPr>
            <p:cNvPr id="4914" name="dense-map-9-cell-70">
              <a:extLst>
                <a:ext uri="{FF2B5EF4-FFF2-40B4-BE49-F238E27FC236}">
                  <a16:creationId xmlns:a16="http://schemas.microsoft.com/office/drawing/2014/main" id="{33D204EA-0ADF-4943-8410-B709F82F3957}"/>
                </a:ext>
              </a:extLst>
            </p:cNvPr>
            <p:cNvSpPr>
              <a:spLocks noGrp="1"/>
            </p:cNvSpPr>
            <p:nvPr/>
          </p:nvSpPr>
          <p:spPr>
            <a:xfrm>
              <a:off x="23133050" y="6740128"/>
              <a:ext cx="236680" cy="6096"/>
            </a:xfrm>
            <a:prstGeom prst="rect">
              <a:avLst/>
            </a:prstGeom>
            <a:solidFill>
              <a:srgbClr val="20A985"/>
            </a:solidFill>
            <a:ln w="0">
              <a:noFill/>
              <a:prstDash val="solid"/>
            </a:ln>
          </p:spPr>
        </p:sp>
        <p:sp>
          <p:nvSpPr>
            <p:cNvPr id="4915" name="dense-map-9-cell-69">
              <a:extLst>
                <a:ext uri="{FF2B5EF4-FFF2-40B4-BE49-F238E27FC236}">
                  <a16:creationId xmlns:a16="http://schemas.microsoft.com/office/drawing/2014/main" id="{76F3EA1E-AC6C-4D63-8D91-D7392BCA0EDA}"/>
                </a:ext>
              </a:extLst>
            </p:cNvPr>
            <p:cNvSpPr>
              <a:spLocks noGrp="1"/>
            </p:cNvSpPr>
            <p:nvPr/>
          </p:nvSpPr>
          <p:spPr>
            <a:xfrm>
              <a:off x="23133050" y="6746081"/>
              <a:ext cx="236680" cy="6096"/>
            </a:xfrm>
            <a:prstGeom prst="rect">
              <a:avLst/>
            </a:prstGeom>
            <a:solidFill>
              <a:srgbClr val="20A985"/>
            </a:solidFill>
            <a:ln w="0">
              <a:noFill/>
              <a:prstDash val="solid"/>
            </a:ln>
          </p:spPr>
        </p:sp>
        <p:sp>
          <p:nvSpPr>
            <p:cNvPr id="4916" name="dense-map-9-cell-68">
              <a:extLst>
                <a:ext uri="{FF2B5EF4-FFF2-40B4-BE49-F238E27FC236}">
                  <a16:creationId xmlns:a16="http://schemas.microsoft.com/office/drawing/2014/main" id="{089CBC03-EAD7-49A2-9EAA-28AE49CDED41}"/>
                </a:ext>
              </a:extLst>
            </p:cNvPr>
            <p:cNvSpPr>
              <a:spLocks noGrp="1"/>
            </p:cNvSpPr>
            <p:nvPr/>
          </p:nvSpPr>
          <p:spPr>
            <a:xfrm>
              <a:off x="23133050" y="6752034"/>
              <a:ext cx="236680" cy="6096"/>
            </a:xfrm>
            <a:prstGeom prst="rect">
              <a:avLst/>
            </a:prstGeom>
            <a:solidFill>
              <a:srgbClr val="20A985"/>
            </a:solidFill>
            <a:ln w="0">
              <a:noFill/>
              <a:prstDash val="solid"/>
            </a:ln>
          </p:spPr>
        </p:sp>
        <p:sp>
          <p:nvSpPr>
            <p:cNvPr id="4917" name="dense-map-9-cell-67">
              <a:extLst>
                <a:ext uri="{FF2B5EF4-FFF2-40B4-BE49-F238E27FC236}">
                  <a16:creationId xmlns:a16="http://schemas.microsoft.com/office/drawing/2014/main" id="{810F5CB2-57AB-4A0A-85B9-27D469E5E693}"/>
                </a:ext>
              </a:extLst>
            </p:cNvPr>
            <p:cNvSpPr>
              <a:spLocks noGrp="1"/>
            </p:cNvSpPr>
            <p:nvPr/>
          </p:nvSpPr>
          <p:spPr>
            <a:xfrm>
              <a:off x="23133050" y="6757988"/>
              <a:ext cx="236680" cy="6096"/>
            </a:xfrm>
            <a:prstGeom prst="rect">
              <a:avLst/>
            </a:prstGeom>
            <a:solidFill>
              <a:srgbClr val="20A985"/>
            </a:solidFill>
            <a:ln w="0">
              <a:noFill/>
              <a:prstDash val="solid"/>
            </a:ln>
          </p:spPr>
        </p:sp>
        <p:sp>
          <p:nvSpPr>
            <p:cNvPr id="4918" name="dense-map-9-cell-66">
              <a:extLst>
                <a:ext uri="{FF2B5EF4-FFF2-40B4-BE49-F238E27FC236}">
                  <a16:creationId xmlns:a16="http://schemas.microsoft.com/office/drawing/2014/main" id="{4E3114C0-293C-476C-BA2C-8E549FD01D59}"/>
                </a:ext>
              </a:extLst>
            </p:cNvPr>
            <p:cNvSpPr>
              <a:spLocks noGrp="1"/>
            </p:cNvSpPr>
            <p:nvPr/>
          </p:nvSpPr>
          <p:spPr>
            <a:xfrm>
              <a:off x="23133050" y="6763941"/>
              <a:ext cx="236680" cy="6096"/>
            </a:xfrm>
            <a:prstGeom prst="rect">
              <a:avLst/>
            </a:prstGeom>
            <a:solidFill>
              <a:srgbClr val="20A985"/>
            </a:solidFill>
            <a:ln w="0">
              <a:noFill/>
              <a:prstDash val="solid"/>
            </a:ln>
          </p:spPr>
        </p:sp>
        <p:sp>
          <p:nvSpPr>
            <p:cNvPr id="4919" name="dense-map-9-cell-65">
              <a:extLst>
                <a:ext uri="{FF2B5EF4-FFF2-40B4-BE49-F238E27FC236}">
                  <a16:creationId xmlns:a16="http://schemas.microsoft.com/office/drawing/2014/main" id="{BA6934AB-2EDD-4963-B0DC-1FC006CB470E}"/>
                </a:ext>
              </a:extLst>
            </p:cNvPr>
            <p:cNvSpPr>
              <a:spLocks noGrp="1"/>
            </p:cNvSpPr>
            <p:nvPr/>
          </p:nvSpPr>
          <p:spPr>
            <a:xfrm>
              <a:off x="23133050" y="6769894"/>
              <a:ext cx="236680" cy="6096"/>
            </a:xfrm>
            <a:prstGeom prst="rect">
              <a:avLst/>
            </a:prstGeom>
            <a:solidFill>
              <a:srgbClr val="20A985"/>
            </a:solidFill>
            <a:ln w="0">
              <a:noFill/>
              <a:prstDash val="solid"/>
            </a:ln>
          </p:spPr>
        </p:sp>
        <p:sp>
          <p:nvSpPr>
            <p:cNvPr id="4920" name="dense-map-9-cell-64">
              <a:extLst>
                <a:ext uri="{FF2B5EF4-FFF2-40B4-BE49-F238E27FC236}">
                  <a16:creationId xmlns:a16="http://schemas.microsoft.com/office/drawing/2014/main" id="{0EFBD525-F1A6-41E1-92E4-B4AFE1AD23F6}"/>
                </a:ext>
              </a:extLst>
            </p:cNvPr>
            <p:cNvSpPr>
              <a:spLocks noGrp="1"/>
            </p:cNvSpPr>
            <p:nvPr/>
          </p:nvSpPr>
          <p:spPr>
            <a:xfrm>
              <a:off x="23133050" y="6775847"/>
              <a:ext cx="236680" cy="6096"/>
            </a:xfrm>
            <a:prstGeom prst="rect">
              <a:avLst/>
            </a:prstGeom>
            <a:solidFill>
              <a:srgbClr val="20A985"/>
            </a:solidFill>
            <a:ln w="0">
              <a:noFill/>
              <a:prstDash val="solid"/>
            </a:ln>
          </p:spPr>
        </p:sp>
        <p:sp>
          <p:nvSpPr>
            <p:cNvPr id="4921" name="dense-map-9-cell-63">
              <a:extLst>
                <a:ext uri="{FF2B5EF4-FFF2-40B4-BE49-F238E27FC236}">
                  <a16:creationId xmlns:a16="http://schemas.microsoft.com/office/drawing/2014/main" id="{003DE174-9596-4C7E-8917-7AADAC886EE2}"/>
                </a:ext>
              </a:extLst>
            </p:cNvPr>
            <p:cNvSpPr>
              <a:spLocks noGrp="1"/>
            </p:cNvSpPr>
            <p:nvPr/>
          </p:nvSpPr>
          <p:spPr>
            <a:xfrm>
              <a:off x="23133050" y="6781800"/>
              <a:ext cx="236680" cy="6096"/>
            </a:xfrm>
            <a:prstGeom prst="rect">
              <a:avLst/>
            </a:prstGeom>
            <a:solidFill>
              <a:srgbClr val="20A985"/>
            </a:solidFill>
            <a:ln w="0">
              <a:noFill/>
              <a:prstDash val="solid"/>
            </a:ln>
          </p:spPr>
        </p:sp>
        <p:sp>
          <p:nvSpPr>
            <p:cNvPr id="4922" name="dense-map-9-cell-62">
              <a:extLst>
                <a:ext uri="{FF2B5EF4-FFF2-40B4-BE49-F238E27FC236}">
                  <a16:creationId xmlns:a16="http://schemas.microsoft.com/office/drawing/2014/main" id="{CB5B3688-A2BF-4028-909E-027BFDFA9D91}"/>
                </a:ext>
              </a:extLst>
            </p:cNvPr>
            <p:cNvSpPr>
              <a:spLocks noGrp="1"/>
            </p:cNvSpPr>
            <p:nvPr/>
          </p:nvSpPr>
          <p:spPr>
            <a:xfrm>
              <a:off x="23133050" y="6787753"/>
              <a:ext cx="236680" cy="6096"/>
            </a:xfrm>
            <a:prstGeom prst="rect">
              <a:avLst/>
            </a:prstGeom>
            <a:solidFill>
              <a:srgbClr val="20A985"/>
            </a:solidFill>
            <a:ln w="0">
              <a:noFill/>
              <a:prstDash val="solid"/>
            </a:ln>
          </p:spPr>
        </p:sp>
        <p:sp>
          <p:nvSpPr>
            <p:cNvPr id="4923" name="dense-map-9-cell-61">
              <a:extLst>
                <a:ext uri="{FF2B5EF4-FFF2-40B4-BE49-F238E27FC236}">
                  <a16:creationId xmlns:a16="http://schemas.microsoft.com/office/drawing/2014/main" id="{A39E36F6-EAB6-4F53-8CE4-A9360F17E2E6}"/>
                </a:ext>
              </a:extLst>
            </p:cNvPr>
            <p:cNvSpPr>
              <a:spLocks noGrp="1"/>
            </p:cNvSpPr>
            <p:nvPr/>
          </p:nvSpPr>
          <p:spPr>
            <a:xfrm>
              <a:off x="23133050" y="6793706"/>
              <a:ext cx="236680" cy="6096"/>
            </a:xfrm>
            <a:prstGeom prst="rect">
              <a:avLst/>
            </a:prstGeom>
            <a:solidFill>
              <a:srgbClr val="20A985"/>
            </a:solidFill>
            <a:ln w="0">
              <a:noFill/>
              <a:prstDash val="solid"/>
            </a:ln>
          </p:spPr>
        </p:sp>
        <p:sp>
          <p:nvSpPr>
            <p:cNvPr id="4924" name="dense-map-9-cell-60">
              <a:extLst>
                <a:ext uri="{FF2B5EF4-FFF2-40B4-BE49-F238E27FC236}">
                  <a16:creationId xmlns:a16="http://schemas.microsoft.com/office/drawing/2014/main" id="{716DCA45-B56E-41E0-BFC5-1680315733A5}"/>
                </a:ext>
              </a:extLst>
            </p:cNvPr>
            <p:cNvSpPr>
              <a:spLocks noGrp="1"/>
            </p:cNvSpPr>
            <p:nvPr/>
          </p:nvSpPr>
          <p:spPr>
            <a:xfrm>
              <a:off x="23133050" y="6799659"/>
              <a:ext cx="236680" cy="6096"/>
            </a:xfrm>
            <a:prstGeom prst="rect">
              <a:avLst/>
            </a:prstGeom>
            <a:solidFill>
              <a:srgbClr val="20A985"/>
            </a:solidFill>
            <a:ln w="0">
              <a:noFill/>
              <a:prstDash val="solid"/>
            </a:ln>
          </p:spPr>
        </p:sp>
        <p:sp>
          <p:nvSpPr>
            <p:cNvPr id="4925" name="dense-map-9-cell-59">
              <a:extLst>
                <a:ext uri="{FF2B5EF4-FFF2-40B4-BE49-F238E27FC236}">
                  <a16:creationId xmlns:a16="http://schemas.microsoft.com/office/drawing/2014/main" id="{98F0CDC2-9193-4511-AA78-09AFCAA6CC8D}"/>
                </a:ext>
              </a:extLst>
            </p:cNvPr>
            <p:cNvSpPr>
              <a:spLocks noGrp="1"/>
            </p:cNvSpPr>
            <p:nvPr/>
          </p:nvSpPr>
          <p:spPr>
            <a:xfrm>
              <a:off x="23133050" y="6805613"/>
              <a:ext cx="236680" cy="6096"/>
            </a:xfrm>
            <a:prstGeom prst="rect">
              <a:avLst/>
            </a:prstGeom>
            <a:solidFill>
              <a:srgbClr val="20A985"/>
            </a:solidFill>
            <a:ln w="0">
              <a:noFill/>
              <a:prstDash val="solid"/>
            </a:ln>
          </p:spPr>
        </p:sp>
        <p:sp>
          <p:nvSpPr>
            <p:cNvPr id="4926" name="dense-map-9-cell-58">
              <a:extLst>
                <a:ext uri="{FF2B5EF4-FFF2-40B4-BE49-F238E27FC236}">
                  <a16:creationId xmlns:a16="http://schemas.microsoft.com/office/drawing/2014/main" id="{DC4AFAF3-8915-4742-95E1-BC1C3B500EC0}"/>
                </a:ext>
              </a:extLst>
            </p:cNvPr>
            <p:cNvSpPr>
              <a:spLocks noGrp="1"/>
            </p:cNvSpPr>
            <p:nvPr/>
          </p:nvSpPr>
          <p:spPr>
            <a:xfrm>
              <a:off x="23133050" y="6811566"/>
              <a:ext cx="236680" cy="6096"/>
            </a:xfrm>
            <a:prstGeom prst="rect">
              <a:avLst/>
            </a:prstGeom>
            <a:solidFill>
              <a:srgbClr val="20A985"/>
            </a:solidFill>
            <a:ln w="0">
              <a:noFill/>
              <a:prstDash val="solid"/>
            </a:ln>
          </p:spPr>
        </p:sp>
        <p:sp>
          <p:nvSpPr>
            <p:cNvPr id="4927" name="dense-map-9-cell-57">
              <a:extLst>
                <a:ext uri="{FF2B5EF4-FFF2-40B4-BE49-F238E27FC236}">
                  <a16:creationId xmlns:a16="http://schemas.microsoft.com/office/drawing/2014/main" id="{7093E7BF-7901-42F3-A173-5BDFF78C3DA9}"/>
                </a:ext>
              </a:extLst>
            </p:cNvPr>
            <p:cNvSpPr>
              <a:spLocks noGrp="1"/>
            </p:cNvSpPr>
            <p:nvPr/>
          </p:nvSpPr>
          <p:spPr>
            <a:xfrm>
              <a:off x="23133050" y="6817519"/>
              <a:ext cx="236680" cy="6096"/>
            </a:xfrm>
            <a:prstGeom prst="rect">
              <a:avLst/>
            </a:prstGeom>
            <a:solidFill>
              <a:srgbClr val="20A985"/>
            </a:solidFill>
            <a:ln w="0">
              <a:noFill/>
              <a:prstDash val="solid"/>
            </a:ln>
          </p:spPr>
        </p:sp>
        <p:sp>
          <p:nvSpPr>
            <p:cNvPr id="4928" name="dense-map-9-cell-56">
              <a:extLst>
                <a:ext uri="{FF2B5EF4-FFF2-40B4-BE49-F238E27FC236}">
                  <a16:creationId xmlns:a16="http://schemas.microsoft.com/office/drawing/2014/main" id="{B6290A2A-18E6-40E5-B9AE-3D4D7B968BEC}"/>
                </a:ext>
              </a:extLst>
            </p:cNvPr>
            <p:cNvSpPr>
              <a:spLocks noGrp="1"/>
            </p:cNvSpPr>
            <p:nvPr/>
          </p:nvSpPr>
          <p:spPr>
            <a:xfrm>
              <a:off x="23133050" y="6823472"/>
              <a:ext cx="236680" cy="6096"/>
            </a:xfrm>
            <a:prstGeom prst="rect">
              <a:avLst/>
            </a:prstGeom>
            <a:solidFill>
              <a:srgbClr val="2AAC8A"/>
            </a:solidFill>
            <a:ln w="0">
              <a:noFill/>
              <a:prstDash val="solid"/>
            </a:ln>
          </p:spPr>
        </p:sp>
        <p:sp>
          <p:nvSpPr>
            <p:cNvPr id="4929" name="dense-map-9-cell-55">
              <a:extLst>
                <a:ext uri="{FF2B5EF4-FFF2-40B4-BE49-F238E27FC236}">
                  <a16:creationId xmlns:a16="http://schemas.microsoft.com/office/drawing/2014/main" id="{F8513CCE-929D-47E2-AA9E-446A58AF2284}"/>
                </a:ext>
              </a:extLst>
            </p:cNvPr>
            <p:cNvSpPr>
              <a:spLocks noGrp="1"/>
            </p:cNvSpPr>
            <p:nvPr/>
          </p:nvSpPr>
          <p:spPr>
            <a:xfrm>
              <a:off x="23133050" y="6829425"/>
              <a:ext cx="236680" cy="6096"/>
            </a:xfrm>
            <a:prstGeom prst="rect">
              <a:avLst/>
            </a:prstGeom>
            <a:solidFill>
              <a:srgbClr val="41B497"/>
            </a:solidFill>
            <a:ln w="0">
              <a:noFill/>
              <a:prstDash val="solid"/>
            </a:ln>
          </p:spPr>
        </p:sp>
        <p:sp>
          <p:nvSpPr>
            <p:cNvPr id="4930" name="dense-map-9-cell-54">
              <a:extLst>
                <a:ext uri="{FF2B5EF4-FFF2-40B4-BE49-F238E27FC236}">
                  <a16:creationId xmlns:a16="http://schemas.microsoft.com/office/drawing/2014/main" id="{F71361BA-A92A-492C-86CF-578CFB1630A5}"/>
                </a:ext>
              </a:extLst>
            </p:cNvPr>
            <p:cNvSpPr>
              <a:spLocks noGrp="1"/>
            </p:cNvSpPr>
            <p:nvPr/>
          </p:nvSpPr>
          <p:spPr>
            <a:xfrm>
              <a:off x="23133050" y="6835378"/>
              <a:ext cx="236680" cy="6096"/>
            </a:xfrm>
            <a:prstGeom prst="rect">
              <a:avLst/>
            </a:prstGeom>
            <a:solidFill>
              <a:srgbClr val="46B1A0"/>
            </a:solidFill>
            <a:ln w="0">
              <a:noFill/>
              <a:prstDash val="solid"/>
            </a:ln>
          </p:spPr>
        </p:sp>
        <p:sp>
          <p:nvSpPr>
            <p:cNvPr id="4931" name="dense-map-9-cell-53">
              <a:extLst>
                <a:ext uri="{FF2B5EF4-FFF2-40B4-BE49-F238E27FC236}">
                  <a16:creationId xmlns:a16="http://schemas.microsoft.com/office/drawing/2014/main" id="{BC8A9AD1-A2B6-496C-9C1E-2DEB2FAB0AEF}"/>
                </a:ext>
              </a:extLst>
            </p:cNvPr>
            <p:cNvSpPr>
              <a:spLocks noGrp="1"/>
            </p:cNvSpPr>
            <p:nvPr/>
          </p:nvSpPr>
          <p:spPr>
            <a:xfrm>
              <a:off x="23133050" y="6841331"/>
              <a:ext cx="236680" cy="6096"/>
            </a:xfrm>
            <a:prstGeom prst="rect">
              <a:avLst/>
            </a:prstGeom>
            <a:solidFill>
              <a:srgbClr val="55AFAC"/>
            </a:solidFill>
            <a:ln w="0">
              <a:noFill/>
              <a:prstDash val="solid"/>
            </a:ln>
          </p:spPr>
        </p:sp>
        <p:sp>
          <p:nvSpPr>
            <p:cNvPr id="4932" name="dense-map-9-cell-52">
              <a:extLst>
                <a:ext uri="{FF2B5EF4-FFF2-40B4-BE49-F238E27FC236}">
                  <a16:creationId xmlns:a16="http://schemas.microsoft.com/office/drawing/2014/main" id="{568AEE83-0F6D-488B-A461-EE910A255D29}"/>
                </a:ext>
              </a:extLst>
            </p:cNvPr>
            <p:cNvSpPr>
              <a:spLocks noGrp="1"/>
            </p:cNvSpPr>
            <p:nvPr/>
          </p:nvSpPr>
          <p:spPr>
            <a:xfrm>
              <a:off x="23133050" y="6847284"/>
              <a:ext cx="236680" cy="6096"/>
            </a:xfrm>
            <a:prstGeom prst="rect">
              <a:avLst/>
            </a:prstGeom>
            <a:solidFill>
              <a:srgbClr val="55A7B4"/>
            </a:solidFill>
            <a:ln w="0">
              <a:noFill/>
              <a:prstDash val="solid"/>
            </a:ln>
          </p:spPr>
        </p:sp>
        <p:sp>
          <p:nvSpPr>
            <p:cNvPr id="4933" name="dense-map-9-cell-51">
              <a:extLst>
                <a:ext uri="{FF2B5EF4-FFF2-40B4-BE49-F238E27FC236}">
                  <a16:creationId xmlns:a16="http://schemas.microsoft.com/office/drawing/2014/main" id="{0977C259-F756-4141-971D-C115747A8D35}"/>
                </a:ext>
              </a:extLst>
            </p:cNvPr>
            <p:cNvSpPr>
              <a:spLocks noGrp="1"/>
            </p:cNvSpPr>
            <p:nvPr/>
          </p:nvSpPr>
          <p:spPr>
            <a:xfrm>
              <a:off x="23133050" y="6853238"/>
              <a:ext cx="236680" cy="6096"/>
            </a:xfrm>
            <a:prstGeom prst="rect">
              <a:avLst/>
            </a:prstGeom>
            <a:solidFill>
              <a:srgbClr val="499EBF"/>
            </a:solidFill>
            <a:ln w="0">
              <a:noFill/>
              <a:prstDash val="solid"/>
            </a:ln>
          </p:spPr>
        </p:sp>
        <p:sp>
          <p:nvSpPr>
            <p:cNvPr id="4934" name="dense-map-9-cell-50">
              <a:extLst>
                <a:ext uri="{FF2B5EF4-FFF2-40B4-BE49-F238E27FC236}">
                  <a16:creationId xmlns:a16="http://schemas.microsoft.com/office/drawing/2014/main" id="{59068730-74AA-42A0-9F76-CDECF5254503}"/>
                </a:ext>
              </a:extLst>
            </p:cNvPr>
            <p:cNvSpPr>
              <a:spLocks noGrp="1"/>
            </p:cNvSpPr>
            <p:nvPr/>
          </p:nvSpPr>
          <p:spPr>
            <a:xfrm>
              <a:off x="23133050" y="6859191"/>
              <a:ext cx="236680" cy="6096"/>
            </a:xfrm>
            <a:prstGeom prst="rect">
              <a:avLst/>
            </a:prstGeom>
            <a:solidFill>
              <a:srgbClr val="2D8FB7"/>
            </a:solidFill>
            <a:ln w="0">
              <a:noFill/>
              <a:prstDash val="solid"/>
            </a:ln>
          </p:spPr>
        </p:sp>
        <p:sp>
          <p:nvSpPr>
            <p:cNvPr id="4935" name="dense-map-9-cell-49">
              <a:extLst>
                <a:ext uri="{FF2B5EF4-FFF2-40B4-BE49-F238E27FC236}">
                  <a16:creationId xmlns:a16="http://schemas.microsoft.com/office/drawing/2014/main" id="{00C69437-2EBA-484A-8ECC-D43858EF0D50}"/>
                </a:ext>
              </a:extLst>
            </p:cNvPr>
            <p:cNvSpPr>
              <a:spLocks noGrp="1"/>
            </p:cNvSpPr>
            <p:nvPr/>
          </p:nvSpPr>
          <p:spPr>
            <a:xfrm>
              <a:off x="23133050" y="6865144"/>
              <a:ext cx="236680" cy="6096"/>
            </a:xfrm>
            <a:prstGeom prst="rect">
              <a:avLst/>
            </a:prstGeom>
            <a:solidFill>
              <a:srgbClr val="1682B1"/>
            </a:solidFill>
            <a:ln w="0">
              <a:noFill/>
              <a:prstDash val="solid"/>
            </a:ln>
          </p:spPr>
        </p:sp>
        <p:sp>
          <p:nvSpPr>
            <p:cNvPr id="4936" name="dense-map-9-cell-48">
              <a:extLst>
                <a:ext uri="{FF2B5EF4-FFF2-40B4-BE49-F238E27FC236}">
                  <a16:creationId xmlns:a16="http://schemas.microsoft.com/office/drawing/2014/main" id="{FAA5D872-62F8-4918-8454-8C14D1379986}"/>
                </a:ext>
              </a:extLst>
            </p:cNvPr>
            <p:cNvSpPr>
              <a:spLocks noGrp="1"/>
            </p:cNvSpPr>
            <p:nvPr/>
          </p:nvSpPr>
          <p:spPr>
            <a:xfrm>
              <a:off x="23133050" y="6871097"/>
              <a:ext cx="236680" cy="6096"/>
            </a:xfrm>
            <a:prstGeom prst="rect">
              <a:avLst/>
            </a:prstGeom>
            <a:solidFill>
              <a:srgbClr val="067AAD"/>
            </a:solidFill>
            <a:ln w="0">
              <a:noFill/>
              <a:prstDash val="solid"/>
            </a:ln>
          </p:spPr>
        </p:sp>
        <p:sp>
          <p:nvSpPr>
            <p:cNvPr id="4937" name="dense-map-9-cell-47">
              <a:extLst>
                <a:ext uri="{FF2B5EF4-FFF2-40B4-BE49-F238E27FC236}">
                  <a16:creationId xmlns:a16="http://schemas.microsoft.com/office/drawing/2014/main" id="{31D0A976-87FA-4BFE-8DB6-8858B531A93B}"/>
                </a:ext>
              </a:extLst>
            </p:cNvPr>
            <p:cNvSpPr>
              <a:spLocks noGrp="1"/>
            </p:cNvSpPr>
            <p:nvPr/>
          </p:nvSpPr>
          <p:spPr>
            <a:xfrm>
              <a:off x="23133050" y="6877050"/>
              <a:ext cx="236680" cy="6096"/>
            </a:xfrm>
            <a:prstGeom prst="rect">
              <a:avLst/>
            </a:prstGeom>
            <a:solidFill>
              <a:srgbClr val="0077AB"/>
            </a:solidFill>
            <a:ln w="0">
              <a:noFill/>
              <a:prstDash val="solid"/>
            </a:ln>
          </p:spPr>
        </p:sp>
        <p:sp>
          <p:nvSpPr>
            <p:cNvPr id="4938" name="dense-map-9-cell-46">
              <a:extLst>
                <a:ext uri="{FF2B5EF4-FFF2-40B4-BE49-F238E27FC236}">
                  <a16:creationId xmlns:a16="http://schemas.microsoft.com/office/drawing/2014/main" id="{EAE36BF9-3ED4-467B-8E7B-48F3AA2E5CC5}"/>
                </a:ext>
              </a:extLst>
            </p:cNvPr>
            <p:cNvSpPr>
              <a:spLocks noGrp="1"/>
            </p:cNvSpPr>
            <p:nvPr/>
          </p:nvSpPr>
          <p:spPr>
            <a:xfrm>
              <a:off x="23133050" y="6883003"/>
              <a:ext cx="236680" cy="6096"/>
            </a:xfrm>
            <a:prstGeom prst="rect">
              <a:avLst/>
            </a:prstGeom>
            <a:solidFill>
              <a:srgbClr val="0077AB"/>
            </a:solidFill>
            <a:ln w="0">
              <a:noFill/>
              <a:prstDash val="solid"/>
            </a:ln>
          </p:spPr>
        </p:sp>
        <p:sp>
          <p:nvSpPr>
            <p:cNvPr id="4939" name="dense-map-9-cell-45">
              <a:extLst>
                <a:ext uri="{FF2B5EF4-FFF2-40B4-BE49-F238E27FC236}">
                  <a16:creationId xmlns:a16="http://schemas.microsoft.com/office/drawing/2014/main" id="{645EACF3-64BF-4FC2-A6B9-852333B8B0A4}"/>
                </a:ext>
              </a:extLst>
            </p:cNvPr>
            <p:cNvSpPr>
              <a:spLocks noGrp="1"/>
            </p:cNvSpPr>
            <p:nvPr/>
          </p:nvSpPr>
          <p:spPr>
            <a:xfrm>
              <a:off x="23133050" y="6888956"/>
              <a:ext cx="236680" cy="6096"/>
            </a:xfrm>
            <a:prstGeom prst="rect">
              <a:avLst/>
            </a:prstGeom>
            <a:solidFill>
              <a:srgbClr val="0078AA"/>
            </a:solidFill>
            <a:ln w="0">
              <a:noFill/>
              <a:prstDash val="solid"/>
            </a:ln>
          </p:spPr>
        </p:sp>
        <p:sp>
          <p:nvSpPr>
            <p:cNvPr id="4940" name="dense-map-9-cell-44">
              <a:extLst>
                <a:ext uri="{FF2B5EF4-FFF2-40B4-BE49-F238E27FC236}">
                  <a16:creationId xmlns:a16="http://schemas.microsoft.com/office/drawing/2014/main" id="{8503CEB8-2A5D-4465-B790-CD5A6D321183}"/>
                </a:ext>
              </a:extLst>
            </p:cNvPr>
            <p:cNvSpPr>
              <a:spLocks noGrp="1"/>
            </p:cNvSpPr>
            <p:nvPr/>
          </p:nvSpPr>
          <p:spPr>
            <a:xfrm>
              <a:off x="23133050" y="6894909"/>
              <a:ext cx="236680" cy="6096"/>
            </a:xfrm>
            <a:prstGeom prst="rect">
              <a:avLst/>
            </a:prstGeom>
            <a:solidFill>
              <a:srgbClr val="0076AD"/>
            </a:solidFill>
            <a:ln w="0">
              <a:noFill/>
              <a:prstDash val="solid"/>
            </a:ln>
          </p:spPr>
        </p:sp>
        <p:sp>
          <p:nvSpPr>
            <p:cNvPr id="4941" name="dense-map-9-cell-43">
              <a:extLst>
                <a:ext uri="{FF2B5EF4-FFF2-40B4-BE49-F238E27FC236}">
                  <a16:creationId xmlns:a16="http://schemas.microsoft.com/office/drawing/2014/main" id="{095CC109-4A03-4342-993B-1B264713F430}"/>
                </a:ext>
              </a:extLst>
            </p:cNvPr>
            <p:cNvSpPr>
              <a:spLocks noGrp="1"/>
            </p:cNvSpPr>
            <p:nvPr/>
          </p:nvSpPr>
          <p:spPr>
            <a:xfrm>
              <a:off x="23133050" y="6900863"/>
              <a:ext cx="236680" cy="6096"/>
            </a:xfrm>
            <a:prstGeom prst="rect">
              <a:avLst/>
            </a:prstGeom>
            <a:solidFill>
              <a:srgbClr val="0076AC"/>
            </a:solidFill>
            <a:ln w="0">
              <a:noFill/>
              <a:prstDash val="solid"/>
            </a:ln>
          </p:spPr>
        </p:sp>
        <p:sp>
          <p:nvSpPr>
            <p:cNvPr id="4942" name="dense-map-9-cell-42">
              <a:extLst>
                <a:ext uri="{FF2B5EF4-FFF2-40B4-BE49-F238E27FC236}">
                  <a16:creationId xmlns:a16="http://schemas.microsoft.com/office/drawing/2014/main" id="{0F0A1085-81C2-40A1-B79F-BA6CB681428E}"/>
                </a:ext>
              </a:extLst>
            </p:cNvPr>
            <p:cNvSpPr>
              <a:spLocks noGrp="1"/>
            </p:cNvSpPr>
            <p:nvPr/>
          </p:nvSpPr>
          <p:spPr>
            <a:xfrm>
              <a:off x="23133050" y="6906816"/>
              <a:ext cx="236680" cy="6096"/>
            </a:xfrm>
            <a:prstGeom prst="rect">
              <a:avLst/>
            </a:prstGeom>
            <a:solidFill>
              <a:srgbClr val="0072B2"/>
            </a:solidFill>
            <a:ln w="0">
              <a:noFill/>
              <a:prstDash val="solid"/>
            </a:ln>
          </p:spPr>
        </p:sp>
        <p:sp>
          <p:nvSpPr>
            <p:cNvPr id="4943" name="dense-map-9-cell-41">
              <a:extLst>
                <a:ext uri="{FF2B5EF4-FFF2-40B4-BE49-F238E27FC236}">
                  <a16:creationId xmlns:a16="http://schemas.microsoft.com/office/drawing/2014/main" id="{E3F04D74-62D1-4AA8-9B8B-5CF3C5586003}"/>
                </a:ext>
              </a:extLst>
            </p:cNvPr>
            <p:cNvSpPr>
              <a:spLocks noGrp="1"/>
            </p:cNvSpPr>
            <p:nvPr/>
          </p:nvSpPr>
          <p:spPr>
            <a:xfrm>
              <a:off x="23133050" y="6912769"/>
              <a:ext cx="236680" cy="6096"/>
            </a:xfrm>
            <a:prstGeom prst="rect">
              <a:avLst/>
            </a:prstGeom>
            <a:solidFill>
              <a:srgbClr val="0072B2"/>
            </a:solidFill>
            <a:ln w="0">
              <a:noFill/>
              <a:prstDash val="solid"/>
            </a:ln>
          </p:spPr>
        </p:sp>
        <p:sp>
          <p:nvSpPr>
            <p:cNvPr id="4944" name="dense-map-9-cell-40">
              <a:extLst>
                <a:ext uri="{FF2B5EF4-FFF2-40B4-BE49-F238E27FC236}">
                  <a16:creationId xmlns:a16="http://schemas.microsoft.com/office/drawing/2014/main" id="{D9F8485B-9425-4AD3-800E-FF15DCCE1703}"/>
                </a:ext>
              </a:extLst>
            </p:cNvPr>
            <p:cNvSpPr>
              <a:spLocks noGrp="1"/>
            </p:cNvSpPr>
            <p:nvPr/>
          </p:nvSpPr>
          <p:spPr>
            <a:xfrm>
              <a:off x="23133050" y="6918722"/>
              <a:ext cx="236680" cy="6096"/>
            </a:xfrm>
            <a:prstGeom prst="rect">
              <a:avLst/>
            </a:prstGeom>
            <a:solidFill>
              <a:srgbClr val="0072B2"/>
            </a:solidFill>
            <a:ln w="0">
              <a:noFill/>
              <a:prstDash val="solid"/>
            </a:ln>
          </p:spPr>
        </p:sp>
        <p:sp>
          <p:nvSpPr>
            <p:cNvPr id="4945" name="dense-map-9-cell-39">
              <a:extLst>
                <a:ext uri="{FF2B5EF4-FFF2-40B4-BE49-F238E27FC236}">
                  <a16:creationId xmlns:a16="http://schemas.microsoft.com/office/drawing/2014/main" id="{04B81CB2-2007-43F1-8717-6BE3C0E8880D}"/>
                </a:ext>
              </a:extLst>
            </p:cNvPr>
            <p:cNvSpPr>
              <a:spLocks noGrp="1"/>
            </p:cNvSpPr>
            <p:nvPr/>
          </p:nvSpPr>
          <p:spPr>
            <a:xfrm>
              <a:off x="23133050" y="6924675"/>
              <a:ext cx="236680" cy="6096"/>
            </a:xfrm>
            <a:prstGeom prst="rect">
              <a:avLst/>
            </a:prstGeom>
            <a:solidFill>
              <a:srgbClr val="0072B2"/>
            </a:solidFill>
            <a:ln w="0">
              <a:noFill/>
              <a:prstDash val="solid"/>
            </a:ln>
          </p:spPr>
        </p:sp>
        <p:sp>
          <p:nvSpPr>
            <p:cNvPr id="4946" name="dense-map-9-cell-38">
              <a:extLst>
                <a:ext uri="{FF2B5EF4-FFF2-40B4-BE49-F238E27FC236}">
                  <a16:creationId xmlns:a16="http://schemas.microsoft.com/office/drawing/2014/main" id="{10F5921F-E674-40A4-BCEC-144F54849F77}"/>
                </a:ext>
              </a:extLst>
            </p:cNvPr>
            <p:cNvSpPr>
              <a:spLocks noGrp="1"/>
            </p:cNvSpPr>
            <p:nvPr/>
          </p:nvSpPr>
          <p:spPr>
            <a:xfrm>
              <a:off x="23133050" y="6930628"/>
              <a:ext cx="236680" cy="6096"/>
            </a:xfrm>
            <a:prstGeom prst="rect">
              <a:avLst/>
            </a:prstGeom>
            <a:solidFill>
              <a:srgbClr val="0072B2"/>
            </a:solidFill>
            <a:ln w="0">
              <a:noFill/>
              <a:prstDash val="solid"/>
            </a:ln>
          </p:spPr>
        </p:sp>
        <p:sp>
          <p:nvSpPr>
            <p:cNvPr id="4947" name="dense-map-9-cell-37">
              <a:extLst>
                <a:ext uri="{FF2B5EF4-FFF2-40B4-BE49-F238E27FC236}">
                  <a16:creationId xmlns:a16="http://schemas.microsoft.com/office/drawing/2014/main" id="{91ECE63B-0CEF-4F91-BFB0-0A97F13CC031}"/>
                </a:ext>
              </a:extLst>
            </p:cNvPr>
            <p:cNvSpPr>
              <a:spLocks noGrp="1"/>
            </p:cNvSpPr>
            <p:nvPr/>
          </p:nvSpPr>
          <p:spPr>
            <a:xfrm>
              <a:off x="23133050" y="6936581"/>
              <a:ext cx="236680" cy="6096"/>
            </a:xfrm>
            <a:prstGeom prst="rect">
              <a:avLst/>
            </a:prstGeom>
            <a:solidFill>
              <a:srgbClr val="0776B4"/>
            </a:solidFill>
            <a:ln w="0">
              <a:noFill/>
              <a:prstDash val="solid"/>
            </a:ln>
          </p:spPr>
        </p:sp>
        <p:sp>
          <p:nvSpPr>
            <p:cNvPr id="4948" name="dense-map-9-cell-36">
              <a:extLst>
                <a:ext uri="{FF2B5EF4-FFF2-40B4-BE49-F238E27FC236}">
                  <a16:creationId xmlns:a16="http://schemas.microsoft.com/office/drawing/2014/main" id="{730C7FF5-A672-4FCC-9F14-1F8FCDF1BC70}"/>
                </a:ext>
              </a:extLst>
            </p:cNvPr>
            <p:cNvSpPr>
              <a:spLocks noGrp="1"/>
            </p:cNvSpPr>
            <p:nvPr/>
          </p:nvSpPr>
          <p:spPr>
            <a:xfrm>
              <a:off x="23133050" y="6942534"/>
              <a:ext cx="236680" cy="6096"/>
            </a:xfrm>
            <a:prstGeom prst="rect">
              <a:avLst/>
            </a:prstGeom>
            <a:solidFill>
              <a:srgbClr val="1D82BA"/>
            </a:solidFill>
            <a:ln w="0">
              <a:noFill/>
              <a:prstDash val="solid"/>
            </a:ln>
          </p:spPr>
        </p:sp>
        <p:sp>
          <p:nvSpPr>
            <p:cNvPr id="4949" name="dense-map-9-cell-35">
              <a:extLst>
                <a:ext uri="{FF2B5EF4-FFF2-40B4-BE49-F238E27FC236}">
                  <a16:creationId xmlns:a16="http://schemas.microsoft.com/office/drawing/2014/main" id="{A6B161C5-70EE-4BBA-A322-888B742F16CB}"/>
                </a:ext>
              </a:extLst>
            </p:cNvPr>
            <p:cNvSpPr>
              <a:spLocks noGrp="1"/>
            </p:cNvSpPr>
            <p:nvPr/>
          </p:nvSpPr>
          <p:spPr>
            <a:xfrm>
              <a:off x="23133050" y="6948488"/>
              <a:ext cx="236680" cy="6096"/>
            </a:xfrm>
            <a:prstGeom prst="rect">
              <a:avLst/>
            </a:prstGeom>
            <a:solidFill>
              <a:srgbClr val="4899C5"/>
            </a:solidFill>
            <a:ln w="0">
              <a:noFill/>
              <a:prstDash val="solid"/>
            </a:ln>
          </p:spPr>
        </p:sp>
        <p:sp>
          <p:nvSpPr>
            <p:cNvPr id="4950" name="dense-map-9-cell-34">
              <a:extLst>
                <a:ext uri="{FF2B5EF4-FFF2-40B4-BE49-F238E27FC236}">
                  <a16:creationId xmlns:a16="http://schemas.microsoft.com/office/drawing/2014/main" id="{7636B19A-5605-4A92-85D7-668120F76EDD}"/>
                </a:ext>
              </a:extLst>
            </p:cNvPr>
            <p:cNvSpPr>
              <a:spLocks noGrp="1"/>
            </p:cNvSpPr>
            <p:nvPr/>
          </p:nvSpPr>
          <p:spPr>
            <a:xfrm>
              <a:off x="23133050" y="6954441"/>
              <a:ext cx="236680" cy="6096"/>
            </a:xfrm>
            <a:prstGeom prst="rect">
              <a:avLst/>
            </a:prstGeom>
            <a:solidFill>
              <a:srgbClr val="7EB5D4"/>
            </a:solidFill>
            <a:ln w="0">
              <a:noFill/>
              <a:prstDash val="solid"/>
            </a:ln>
          </p:spPr>
        </p:sp>
        <p:sp>
          <p:nvSpPr>
            <p:cNvPr id="4951" name="dense-map-9-cell-33">
              <a:extLst>
                <a:ext uri="{FF2B5EF4-FFF2-40B4-BE49-F238E27FC236}">
                  <a16:creationId xmlns:a16="http://schemas.microsoft.com/office/drawing/2014/main" id="{9EC6B29A-DB71-460E-BB44-B736DC75DD19}"/>
                </a:ext>
              </a:extLst>
            </p:cNvPr>
            <p:cNvSpPr>
              <a:spLocks noGrp="1"/>
            </p:cNvSpPr>
            <p:nvPr/>
          </p:nvSpPr>
          <p:spPr>
            <a:xfrm>
              <a:off x="23133050" y="6960394"/>
              <a:ext cx="236680" cy="6096"/>
            </a:xfrm>
            <a:prstGeom prst="rect">
              <a:avLst/>
            </a:prstGeom>
            <a:solidFill>
              <a:srgbClr val="B0D0E1"/>
            </a:solidFill>
            <a:ln w="0">
              <a:noFill/>
              <a:prstDash val="solid"/>
            </a:ln>
          </p:spPr>
        </p:sp>
        <p:sp>
          <p:nvSpPr>
            <p:cNvPr id="4952" name="dense-map-9-cell-32">
              <a:extLst>
                <a:ext uri="{FF2B5EF4-FFF2-40B4-BE49-F238E27FC236}">
                  <a16:creationId xmlns:a16="http://schemas.microsoft.com/office/drawing/2014/main" id="{92E2D1CF-C121-473F-8702-82A71D7B4492}"/>
                </a:ext>
              </a:extLst>
            </p:cNvPr>
            <p:cNvSpPr>
              <a:spLocks noGrp="1"/>
            </p:cNvSpPr>
            <p:nvPr/>
          </p:nvSpPr>
          <p:spPr>
            <a:xfrm>
              <a:off x="23133050" y="6966347"/>
              <a:ext cx="236680" cy="6096"/>
            </a:xfrm>
            <a:prstGeom prst="rect">
              <a:avLst/>
            </a:prstGeom>
            <a:solidFill>
              <a:srgbClr val="D3E3EB"/>
            </a:solidFill>
            <a:ln w="0">
              <a:noFill/>
              <a:prstDash val="solid"/>
            </a:ln>
          </p:spPr>
        </p:sp>
        <p:sp>
          <p:nvSpPr>
            <p:cNvPr id="4953" name="dense-map-9-cell-31">
              <a:extLst>
                <a:ext uri="{FF2B5EF4-FFF2-40B4-BE49-F238E27FC236}">
                  <a16:creationId xmlns:a16="http://schemas.microsoft.com/office/drawing/2014/main" id="{18136041-583C-4982-9694-3863860DD789}"/>
                </a:ext>
              </a:extLst>
            </p:cNvPr>
            <p:cNvSpPr>
              <a:spLocks noGrp="1"/>
            </p:cNvSpPr>
            <p:nvPr/>
          </p:nvSpPr>
          <p:spPr>
            <a:xfrm>
              <a:off x="23133050" y="6972300"/>
              <a:ext cx="236680" cy="6096"/>
            </a:xfrm>
            <a:prstGeom prst="rect">
              <a:avLst/>
            </a:prstGeom>
            <a:solidFill>
              <a:srgbClr val="DCE8ED"/>
            </a:solidFill>
            <a:ln w="0">
              <a:noFill/>
              <a:prstDash val="solid"/>
            </a:ln>
          </p:spPr>
        </p:sp>
        <p:sp>
          <p:nvSpPr>
            <p:cNvPr id="4954" name="dense-map-9-cell-30">
              <a:extLst>
                <a:ext uri="{FF2B5EF4-FFF2-40B4-BE49-F238E27FC236}">
                  <a16:creationId xmlns:a16="http://schemas.microsoft.com/office/drawing/2014/main" id="{8EE5383C-A1F7-4597-B351-4CFDF9309341}"/>
                </a:ext>
              </a:extLst>
            </p:cNvPr>
            <p:cNvSpPr>
              <a:spLocks noGrp="1"/>
            </p:cNvSpPr>
            <p:nvPr/>
          </p:nvSpPr>
          <p:spPr>
            <a:xfrm>
              <a:off x="23133050" y="6978253"/>
              <a:ext cx="236680" cy="6096"/>
            </a:xfrm>
            <a:prstGeom prst="rect">
              <a:avLst/>
            </a:prstGeom>
            <a:solidFill>
              <a:srgbClr val="DCE8ED"/>
            </a:solidFill>
            <a:ln w="0">
              <a:noFill/>
              <a:prstDash val="solid"/>
            </a:ln>
          </p:spPr>
        </p:sp>
        <p:sp>
          <p:nvSpPr>
            <p:cNvPr id="4955" name="dense-map-9-cell-29">
              <a:extLst>
                <a:ext uri="{FF2B5EF4-FFF2-40B4-BE49-F238E27FC236}">
                  <a16:creationId xmlns:a16="http://schemas.microsoft.com/office/drawing/2014/main" id="{A40E99EB-410D-46B0-B86B-A31B601049DD}"/>
                </a:ext>
              </a:extLst>
            </p:cNvPr>
            <p:cNvSpPr>
              <a:spLocks noGrp="1"/>
            </p:cNvSpPr>
            <p:nvPr/>
          </p:nvSpPr>
          <p:spPr>
            <a:xfrm>
              <a:off x="23133050" y="6984206"/>
              <a:ext cx="236680" cy="6096"/>
            </a:xfrm>
            <a:prstGeom prst="rect">
              <a:avLst/>
            </a:prstGeom>
            <a:solidFill>
              <a:srgbClr val="DCE8ED"/>
            </a:solidFill>
            <a:ln w="0">
              <a:noFill/>
              <a:prstDash val="solid"/>
            </a:ln>
          </p:spPr>
        </p:sp>
        <p:sp>
          <p:nvSpPr>
            <p:cNvPr id="4956" name="dense-map-9-cell-28">
              <a:extLst>
                <a:ext uri="{FF2B5EF4-FFF2-40B4-BE49-F238E27FC236}">
                  <a16:creationId xmlns:a16="http://schemas.microsoft.com/office/drawing/2014/main" id="{4CE50222-C089-4C34-B48E-DBDBAE19598B}"/>
                </a:ext>
              </a:extLst>
            </p:cNvPr>
            <p:cNvSpPr>
              <a:spLocks noGrp="1"/>
            </p:cNvSpPr>
            <p:nvPr/>
          </p:nvSpPr>
          <p:spPr>
            <a:xfrm>
              <a:off x="23133050" y="6990159"/>
              <a:ext cx="236680" cy="6096"/>
            </a:xfrm>
            <a:prstGeom prst="rect">
              <a:avLst/>
            </a:prstGeom>
            <a:solidFill>
              <a:srgbClr val="DCE8ED"/>
            </a:solidFill>
            <a:ln w="0">
              <a:noFill/>
              <a:prstDash val="solid"/>
            </a:ln>
          </p:spPr>
        </p:sp>
        <p:sp>
          <p:nvSpPr>
            <p:cNvPr id="4957" name="dense-map-9-cell-27">
              <a:extLst>
                <a:ext uri="{FF2B5EF4-FFF2-40B4-BE49-F238E27FC236}">
                  <a16:creationId xmlns:a16="http://schemas.microsoft.com/office/drawing/2014/main" id="{D395CB9D-D1B1-4CC1-A0AD-AC4738A9D41F}"/>
                </a:ext>
              </a:extLst>
            </p:cNvPr>
            <p:cNvSpPr>
              <a:spLocks noGrp="1"/>
            </p:cNvSpPr>
            <p:nvPr/>
          </p:nvSpPr>
          <p:spPr>
            <a:xfrm>
              <a:off x="23133050" y="6996113"/>
              <a:ext cx="236680" cy="6096"/>
            </a:xfrm>
            <a:prstGeom prst="rect">
              <a:avLst/>
            </a:prstGeom>
            <a:solidFill>
              <a:srgbClr val="DCE8ED"/>
            </a:solidFill>
            <a:ln w="0">
              <a:noFill/>
              <a:prstDash val="solid"/>
            </a:ln>
          </p:spPr>
        </p:sp>
        <p:sp>
          <p:nvSpPr>
            <p:cNvPr id="4958" name="dense-map-9-cell-26">
              <a:extLst>
                <a:ext uri="{FF2B5EF4-FFF2-40B4-BE49-F238E27FC236}">
                  <a16:creationId xmlns:a16="http://schemas.microsoft.com/office/drawing/2014/main" id="{445AA504-674C-450C-9B69-1BD89794AEF8}"/>
                </a:ext>
              </a:extLst>
            </p:cNvPr>
            <p:cNvSpPr>
              <a:spLocks noGrp="1"/>
            </p:cNvSpPr>
            <p:nvPr/>
          </p:nvSpPr>
          <p:spPr>
            <a:xfrm>
              <a:off x="23133050" y="7002066"/>
              <a:ext cx="236680" cy="6096"/>
            </a:xfrm>
            <a:prstGeom prst="rect">
              <a:avLst/>
            </a:prstGeom>
            <a:solidFill>
              <a:srgbClr val="DCE8ED"/>
            </a:solidFill>
            <a:ln w="0">
              <a:noFill/>
              <a:prstDash val="solid"/>
            </a:ln>
          </p:spPr>
        </p:sp>
        <p:sp>
          <p:nvSpPr>
            <p:cNvPr id="4959" name="dense-map-9-cell-25">
              <a:extLst>
                <a:ext uri="{FF2B5EF4-FFF2-40B4-BE49-F238E27FC236}">
                  <a16:creationId xmlns:a16="http://schemas.microsoft.com/office/drawing/2014/main" id="{5C2875E3-3DCE-4BA2-95AC-575CFB474AFD}"/>
                </a:ext>
              </a:extLst>
            </p:cNvPr>
            <p:cNvSpPr>
              <a:spLocks noGrp="1"/>
            </p:cNvSpPr>
            <p:nvPr/>
          </p:nvSpPr>
          <p:spPr>
            <a:xfrm>
              <a:off x="23133050" y="7008019"/>
              <a:ext cx="236680" cy="6096"/>
            </a:xfrm>
            <a:prstGeom prst="rect">
              <a:avLst/>
            </a:prstGeom>
            <a:solidFill>
              <a:srgbClr val="DCE8ED"/>
            </a:solidFill>
            <a:ln w="0">
              <a:noFill/>
              <a:prstDash val="solid"/>
            </a:ln>
          </p:spPr>
        </p:sp>
        <p:sp>
          <p:nvSpPr>
            <p:cNvPr id="4960" name="dense-map-9-cell-24">
              <a:extLst>
                <a:ext uri="{FF2B5EF4-FFF2-40B4-BE49-F238E27FC236}">
                  <a16:creationId xmlns:a16="http://schemas.microsoft.com/office/drawing/2014/main" id="{D13C00BA-EE89-4ED2-BEAC-CB8F8925E2E5}"/>
                </a:ext>
              </a:extLst>
            </p:cNvPr>
            <p:cNvSpPr>
              <a:spLocks noGrp="1"/>
            </p:cNvSpPr>
            <p:nvPr/>
          </p:nvSpPr>
          <p:spPr>
            <a:xfrm>
              <a:off x="23133050" y="7013972"/>
              <a:ext cx="236680" cy="6096"/>
            </a:xfrm>
            <a:prstGeom prst="rect">
              <a:avLst/>
            </a:prstGeom>
            <a:solidFill>
              <a:srgbClr val="DCE8ED"/>
            </a:solidFill>
            <a:ln w="0">
              <a:noFill/>
              <a:prstDash val="solid"/>
            </a:ln>
          </p:spPr>
        </p:sp>
        <p:sp>
          <p:nvSpPr>
            <p:cNvPr id="4961" name="dense-map-9-cell-23">
              <a:extLst>
                <a:ext uri="{FF2B5EF4-FFF2-40B4-BE49-F238E27FC236}">
                  <a16:creationId xmlns:a16="http://schemas.microsoft.com/office/drawing/2014/main" id="{C440DE12-E04E-4094-9533-B61C5C720E71}"/>
                </a:ext>
              </a:extLst>
            </p:cNvPr>
            <p:cNvSpPr>
              <a:spLocks noGrp="1"/>
            </p:cNvSpPr>
            <p:nvPr/>
          </p:nvSpPr>
          <p:spPr>
            <a:xfrm>
              <a:off x="23133050" y="7019925"/>
              <a:ext cx="236680" cy="6096"/>
            </a:xfrm>
            <a:prstGeom prst="rect">
              <a:avLst/>
            </a:prstGeom>
            <a:solidFill>
              <a:srgbClr val="DAE7EC"/>
            </a:solidFill>
            <a:ln w="0">
              <a:noFill/>
              <a:prstDash val="solid"/>
            </a:ln>
          </p:spPr>
        </p:sp>
        <p:sp>
          <p:nvSpPr>
            <p:cNvPr id="4962" name="dense-map-9-cell-22">
              <a:extLst>
                <a:ext uri="{FF2B5EF4-FFF2-40B4-BE49-F238E27FC236}">
                  <a16:creationId xmlns:a16="http://schemas.microsoft.com/office/drawing/2014/main" id="{1D0B232E-7113-4FF4-8D49-2D6F3CD7B09A}"/>
                </a:ext>
              </a:extLst>
            </p:cNvPr>
            <p:cNvSpPr>
              <a:spLocks noGrp="1"/>
            </p:cNvSpPr>
            <p:nvPr/>
          </p:nvSpPr>
          <p:spPr>
            <a:xfrm>
              <a:off x="23133050" y="7025878"/>
              <a:ext cx="236680" cy="6096"/>
            </a:xfrm>
            <a:prstGeom prst="rect">
              <a:avLst/>
            </a:prstGeom>
            <a:solidFill>
              <a:srgbClr val="DCE8ED"/>
            </a:solidFill>
            <a:ln w="0">
              <a:noFill/>
              <a:prstDash val="solid"/>
            </a:ln>
          </p:spPr>
        </p:sp>
        <p:sp>
          <p:nvSpPr>
            <p:cNvPr id="4963" name="dense-map-9-cell-21">
              <a:extLst>
                <a:ext uri="{FF2B5EF4-FFF2-40B4-BE49-F238E27FC236}">
                  <a16:creationId xmlns:a16="http://schemas.microsoft.com/office/drawing/2014/main" id="{AA55D593-55B6-429E-941D-8E4EEEEDDDA6}"/>
                </a:ext>
              </a:extLst>
            </p:cNvPr>
            <p:cNvSpPr>
              <a:spLocks noGrp="1"/>
            </p:cNvSpPr>
            <p:nvPr/>
          </p:nvSpPr>
          <p:spPr>
            <a:xfrm>
              <a:off x="23133050" y="7031831"/>
              <a:ext cx="236680" cy="6096"/>
            </a:xfrm>
            <a:prstGeom prst="rect">
              <a:avLst/>
            </a:prstGeom>
            <a:solidFill>
              <a:srgbClr val="DCE8ED"/>
            </a:solidFill>
            <a:ln w="0">
              <a:noFill/>
              <a:prstDash val="solid"/>
            </a:ln>
          </p:spPr>
        </p:sp>
        <p:sp>
          <p:nvSpPr>
            <p:cNvPr id="4964" name="dense-map-9-cell-20">
              <a:extLst>
                <a:ext uri="{FF2B5EF4-FFF2-40B4-BE49-F238E27FC236}">
                  <a16:creationId xmlns:a16="http://schemas.microsoft.com/office/drawing/2014/main" id="{CD9FD94E-57C8-4F01-905C-62F514E68929}"/>
                </a:ext>
              </a:extLst>
            </p:cNvPr>
            <p:cNvSpPr>
              <a:spLocks noGrp="1"/>
            </p:cNvSpPr>
            <p:nvPr/>
          </p:nvSpPr>
          <p:spPr>
            <a:xfrm>
              <a:off x="23133050" y="7037784"/>
              <a:ext cx="236680" cy="6096"/>
            </a:xfrm>
            <a:prstGeom prst="rect">
              <a:avLst/>
            </a:prstGeom>
            <a:solidFill>
              <a:srgbClr val="DCE8ED"/>
            </a:solidFill>
            <a:ln w="0">
              <a:noFill/>
              <a:prstDash val="solid"/>
            </a:ln>
          </p:spPr>
        </p:sp>
        <p:sp>
          <p:nvSpPr>
            <p:cNvPr id="4965" name="dense-map-9-cell-19">
              <a:extLst>
                <a:ext uri="{FF2B5EF4-FFF2-40B4-BE49-F238E27FC236}">
                  <a16:creationId xmlns:a16="http://schemas.microsoft.com/office/drawing/2014/main" id="{3CEAB8FC-87F1-4986-B423-371BB23BB156}"/>
                </a:ext>
              </a:extLst>
            </p:cNvPr>
            <p:cNvSpPr>
              <a:spLocks noGrp="1"/>
            </p:cNvSpPr>
            <p:nvPr/>
          </p:nvSpPr>
          <p:spPr>
            <a:xfrm>
              <a:off x="23133050" y="7043738"/>
              <a:ext cx="236680" cy="6096"/>
            </a:xfrm>
            <a:prstGeom prst="rect">
              <a:avLst/>
            </a:prstGeom>
            <a:solidFill>
              <a:srgbClr val="DCE8ED"/>
            </a:solidFill>
            <a:ln w="0">
              <a:noFill/>
              <a:prstDash val="solid"/>
            </a:ln>
          </p:spPr>
        </p:sp>
        <p:sp>
          <p:nvSpPr>
            <p:cNvPr id="4966" name="dense-map-9-cell-18">
              <a:extLst>
                <a:ext uri="{FF2B5EF4-FFF2-40B4-BE49-F238E27FC236}">
                  <a16:creationId xmlns:a16="http://schemas.microsoft.com/office/drawing/2014/main" id="{F930AF92-B3E5-4B15-B1D2-2C7DAEB05BCE}"/>
                </a:ext>
              </a:extLst>
            </p:cNvPr>
            <p:cNvSpPr>
              <a:spLocks noGrp="1"/>
            </p:cNvSpPr>
            <p:nvPr/>
          </p:nvSpPr>
          <p:spPr>
            <a:xfrm>
              <a:off x="23133050" y="7049691"/>
              <a:ext cx="236680" cy="6096"/>
            </a:xfrm>
            <a:prstGeom prst="rect">
              <a:avLst/>
            </a:prstGeom>
            <a:solidFill>
              <a:srgbClr val="DBE8ED"/>
            </a:solidFill>
            <a:ln w="0">
              <a:noFill/>
              <a:prstDash val="solid"/>
            </a:ln>
          </p:spPr>
        </p:sp>
        <p:sp>
          <p:nvSpPr>
            <p:cNvPr id="4967" name="dense-map-9-cell-17">
              <a:extLst>
                <a:ext uri="{FF2B5EF4-FFF2-40B4-BE49-F238E27FC236}">
                  <a16:creationId xmlns:a16="http://schemas.microsoft.com/office/drawing/2014/main" id="{AF0252C2-9AED-4A87-8D1D-8A7E7D86BDBA}"/>
                </a:ext>
              </a:extLst>
            </p:cNvPr>
            <p:cNvSpPr>
              <a:spLocks noGrp="1"/>
            </p:cNvSpPr>
            <p:nvPr/>
          </p:nvSpPr>
          <p:spPr>
            <a:xfrm>
              <a:off x="23133050" y="7055644"/>
              <a:ext cx="236680" cy="6096"/>
            </a:xfrm>
            <a:prstGeom prst="rect">
              <a:avLst/>
            </a:prstGeom>
            <a:solidFill>
              <a:srgbClr val="DCE8ED"/>
            </a:solidFill>
            <a:ln w="0">
              <a:noFill/>
              <a:prstDash val="solid"/>
            </a:ln>
          </p:spPr>
        </p:sp>
        <p:sp>
          <p:nvSpPr>
            <p:cNvPr id="4968" name="dense-map-9-cell-16">
              <a:extLst>
                <a:ext uri="{FF2B5EF4-FFF2-40B4-BE49-F238E27FC236}">
                  <a16:creationId xmlns:a16="http://schemas.microsoft.com/office/drawing/2014/main" id="{CCF148A7-809D-45B7-B6D3-19F953474F5A}"/>
                </a:ext>
              </a:extLst>
            </p:cNvPr>
            <p:cNvSpPr>
              <a:spLocks noGrp="1"/>
            </p:cNvSpPr>
            <p:nvPr/>
          </p:nvSpPr>
          <p:spPr>
            <a:xfrm>
              <a:off x="23133050" y="7061597"/>
              <a:ext cx="236680" cy="6096"/>
            </a:xfrm>
            <a:prstGeom prst="rect">
              <a:avLst/>
            </a:prstGeom>
            <a:solidFill>
              <a:srgbClr val="DCE8ED"/>
            </a:solidFill>
            <a:ln w="0">
              <a:noFill/>
              <a:prstDash val="solid"/>
            </a:ln>
          </p:spPr>
        </p:sp>
        <p:sp>
          <p:nvSpPr>
            <p:cNvPr id="4969" name="dense-map-9-cell-15">
              <a:extLst>
                <a:ext uri="{FF2B5EF4-FFF2-40B4-BE49-F238E27FC236}">
                  <a16:creationId xmlns:a16="http://schemas.microsoft.com/office/drawing/2014/main" id="{99D4D777-5274-4B20-8FE8-05933F840270}"/>
                </a:ext>
              </a:extLst>
            </p:cNvPr>
            <p:cNvSpPr>
              <a:spLocks noGrp="1"/>
            </p:cNvSpPr>
            <p:nvPr/>
          </p:nvSpPr>
          <p:spPr>
            <a:xfrm>
              <a:off x="23133050" y="7067550"/>
              <a:ext cx="236680" cy="6096"/>
            </a:xfrm>
            <a:prstGeom prst="rect">
              <a:avLst/>
            </a:prstGeom>
            <a:solidFill>
              <a:srgbClr val="DCE8ED"/>
            </a:solidFill>
            <a:ln w="0">
              <a:noFill/>
              <a:prstDash val="solid"/>
            </a:ln>
          </p:spPr>
        </p:sp>
        <p:sp>
          <p:nvSpPr>
            <p:cNvPr id="4970" name="dense-map-9-cell-14">
              <a:extLst>
                <a:ext uri="{FF2B5EF4-FFF2-40B4-BE49-F238E27FC236}">
                  <a16:creationId xmlns:a16="http://schemas.microsoft.com/office/drawing/2014/main" id="{A301FE60-6EC2-42F8-9541-6C88A28F44C6}"/>
                </a:ext>
              </a:extLst>
            </p:cNvPr>
            <p:cNvSpPr>
              <a:spLocks noGrp="1"/>
            </p:cNvSpPr>
            <p:nvPr/>
          </p:nvSpPr>
          <p:spPr>
            <a:xfrm>
              <a:off x="23133050" y="7073503"/>
              <a:ext cx="236680" cy="6096"/>
            </a:xfrm>
            <a:prstGeom prst="rect">
              <a:avLst/>
            </a:prstGeom>
            <a:solidFill>
              <a:srgbClr val="DCE8ED"/>
            </a:solidFill>
            <a:ln w="0">
              <a:noFill/>
              <a:prstDash val="solid"/>
            </a:ln>
          </p:spPr>
        </p:sp>
        <p:sp>
          <p:nvSpPr>
            <p:cNvPr id="4971" name="dense-map-9-cell-13">
              <a:extLst>
                <a:ext uri="{FF2B5EF4-FFF2-40B4-BE49-F238E27FC236}">
                  <a16:creationId xmlns:a16="http://schemas.microsoft.com/office/drawing/2014/main" id="{3C34A1B3-D659-4665-9627-697161049AF7}"/>
                </a:ext>
              </a:extLst>
            </p:cNvPr>
            <p:cNvSpPr>
              <a:spLocks noGrp="1"/>
            </p:cNvSpPr>
            <p:nvPr/>
          </p:nvSpPr>
          <p:spPr>
            <a:xfrm>
              <a:off x="23133050" y="7079456"/>
              <a:ext cx="236680" cy="6096"/>
            </a:xfrm>
            <a:prstGeom prst="rect">
              <a:avLst/>
            </a:prstGeom>
            <a:solidFill>
              <a:srgbClr val="DCE8ED"/>
            </a:solidFill>
            <a:ln w="0">
              <a:noFill/>
              <a:prstDash val="solid"/>
            </a:ln>
          </p:spPr>
        </p:sp>
        <p:sp>
          <p:nvSpPr>
            <p:cNvPr id="4972" name="dense-map-9-cell-12">
              <a:extLst>
                <a:ext uri="{FF2B5EF4-FFF2-40B4-BE49-F238E27FC236}">
                  <a16:creationId xmlns:a16="http://schemas.microsoft.com/office/drawing/2014/main" id="{673D1C04-9589-43A3-9215-FC79E2CFCCBD}"/>
                </a:ext>
              </a:extLst>
            </p:cNvPr>
            <p:cNvSpPr>
              <a:spLocks noGrp="1"/>
            </p:cNvSpPr>
            <p:nvPr/>
          </p:nvSpPr>
          <p:spPr>
            <a:xfrm>
              <a:off x="23133050" y="7085409"/>
              <a:ext cx="236680" cy="6096"/>
            </a:xfrm>
            <a:prstGeom prst="rect">
              <a:avLst/>
            </a:prstGeom>
            <a:solidFill>
              <a:srgbClr val="DCE8ED"/>
            </a:solidFill>
            <a:ln w="0">
              <a:noFill/>
              <a:prstDash val="solid"/>
            </a:ln>
          </p:spPr>
        </p:sp>
        <p:sp>
          <p:nvSpPr>
            <p:cNvPr id="4973" name="dense-map-9-cell-11">
              <a:extLst>
                <a:ext uri="{FF2B5EF4-FFF2-40B4-BE49-F238E27FC236}">
                  <a16:creationId xmlns:a16="http://schemas.microsoft.com/office/drawing/2014/main" id="{EDA3B96E-BAA4-4C9D-84F9-F2C4FB1CFE19}"/>
                </a:ext>
              </a:extLst>
            </p:cNvPr>
            <p:cNvSpPr>
              <a:spLocks noGrp="1"/>
            </p:cNvSpPr>
            <p:nvPr/>
          </p:nvSpPr>
          <p:spPr>
            <a:xfrm>
              <a:off x="23133050" y="7091363"/>
              <a:ext cx="236680" cy="6096"/>
            </a:xfrm>
            <a:prstGeom prst="rect">
              <a:avLst/>
            </a:prstGeom>
            <a:solidFill>
              <a:srgbClr val="DCE8ED"/>
            </a:solidFill>
            <a:ln w="0">
              <a:noFill/>
              <a:prstDash val="solid"/>
            </a:ln>
          </p:spPr>
        </p:sp>
        <p:sp>
          <p:nvSpPr>
            <p:cNvPr id="4974" name="dense-map-9-cell-10">
              <a:extLst>
                <a:ext uri="{FF2B5EF4-FFF2-40B4-BE49-F238E27FC236}">
                  <a16:creationId xmlns:a16="http://schemas.microsoft.com/office/drawing/2014/main" id="{2C7A5316-29B7-4E91-88A7-C4C624640E23}"/>
                </a:ext>
              </a:extLst>
            </p:cNvPr>
            <p:cNvSpPr>
              <a:spLocks noGrp="1"/>
            </p:cNvSpPr>
            <p:nvPr/>
          </p:nvSpPr>
          <p:spPr>
            <a:xfrm>
              <a:off x="23133050" y="7097316"/>
              <a:ext cx="236680" cy="6096"/>
            </a:xfrm>
            <a:prstGeom prst="rect">
              <a:avLst/>
            </a:prstGeom>
            <a:solidFill>
              <a:srgbClr val="DCE8ED"/>
            </a:solidFill>
            <a:ln w="0">
              <a:noFill/>
              <a:prstDash val="solid"/>
            </a:ln>
          </p:spPr>
        </p:sp>
        <p:sp>
          <p:nvSpPr>
            <p:cNvPr id="4975" name="dense-map-9-cell-9">
              <a:extLst>
                <a:ext uri="{FF2B5EF4-FFF2-40B4-BE49-F238E27FC236}">
                  <a16:creationId xmlns:a16="http://schemas.microsoft.com/office/drawing/2014/main" id="{EDD6920B-F599-43BE-9628-2B6C3770F623}"/>
                </a:ext>
              </a:extLst>
            </p:cNvPr>
            <p:cNvSpPr>
              <a:spLocks noGrp="1"/>
            </p:cNvSpPr>
            <p:nvPr/>
          </p:nvSpPr>
          <p:spPr>
            <a:xfrm>
              <a:off x="23133050" y="7103269"/>
              <a:ext cx="236680" cy="6096"/>
            </a:xfrm>
            <a:prstGeom prst="rect">
              <a:avLst/>
            </a:prstGeom>
            <a:solidFill>
              <a:srgbClr val="DCE8ED"/>
            </a:solidFill>
            <a:ln w="0">
              <a:noFill/>
              <a:prstDash val="solid"/>
            </a:ln>
          </p:spPr>
        </p:sp>
        <p:sp>
          <p:nvSpPr>
            <p:cNvPr id="4976" name="dense-map-9-cell-8">
              <a:extLst>
                <a:ext uri="{FF2B5EF4-FFF2-40B4-BE49-F238E27FC236}">
                  <a16:creationId xmlns:a16="http://schemas.microsoft.com/office/drawing/2014/main" id="{92A88A3C-5EC8-4390-851C-DFAD195E5EFE}"/>
                </a:ext>
              </a:extLst>
            </p:cNvPr>
            <p:cNvSpPr>
              <a:spLocks noGrp="1"/>
            </p:cNvSpPr>
            <p:nvPr/>
          </p:nvSpPr>
          <p:spPr>
            <a:xfrm>
              <a:off x="23133050" y="7109222"/>
              <a:ext cx="236680" cy="6096"/>
            </a:xfrm>
            <a:prstGeom prst="rect">
              <a:avLst/>
            </a:prstGeom>
            <a:solidFill>
              <a:srgbClr val="DCE8ED"/>
            </a:solidFill>
            <a:ln w="0">
              <a:noFill/>
              <a:prstDash val="solid"/>
            </a:ln>
          </p:spPr>
        </p:sp>
        <p:sp>
          <p:nvSpPr>
            <p:cNvPr id="4977" name="dense-map-9-cell-7">
              <a:extLst>
                <a:ext uri="{FF2B5EF4-FFF2-40B4-BE49-F238E27FC236}">
                  <a16:creationId xmlns:a16="http://schemas.microsoft.com/office/drawing/2014/main" id="{547E8EE8-EF78-4494-ADAB-7A826FB8FB37}"/>
                </a:ext>
              </a:extLst>
            </p:cNvPr>
            <p:cNvSpPr>
              <a:spLocks noGrp="1"/>
            </p:cNvSpPr>
            <p:nvPr/>
          </p:nvSpPr>
          <p:spPr>
            <a:xfrm>
              <a:off x="23133050" y="7115175"/>
              <a:ext cx="236680" cy="6096"/>
            </a:xfrm>
            <a:prstGeom prst="rect">
              <a:avLst/>
            </a:prstGeom>
            <a:solidFill>
              <a:srgbClr val="DCE8ED"/>
            </a:solidFill>
            <a:ln w="0">
              <a:noFill/>
              <a:prstDash val="solid"/>
            </a:ln>
          </p:spPr>
        </p:sp>
        <p:sp>
          <p:nvSpPr>
            <p:cNvPr id="4978" name="dense-map-9-cell-6">
              <a:extLst>
                <a:ext uri="{FF2B5EF4-FFF2-40B4-BE49-F238E27FC236}">
                  <a16:creationId xmlns:a16="http://schemas.microsoft.com/office/drawing/2014/main" id="{363DFB0F-4EC8-4D13-A549-61801B63EED8}"/>
                </a:ext>
              </a:extLst>
            </p:cNvPr>
            <p:cNvSpPr>
              <a:spLocks noGrp="1"/>
            </p:cNvSpPr>
            <p:nvPr/>
          </p:nvSpPr>
          <p:spPr>
            <a:xfrm>
              <a:off x="23133050" y="7121128"/>
              <a:ext cx="236680" cy="6096"/>
            </a:xfrm>
            <a:prstGeom prst="rect">
              <a:avLst/>
            </a:prstGeom>
            <a:solidFill>
              <a:srgbClr val="DCE8ED"/>
            </a:solidFill>
            <a:ln w="0">
              <a:noFill/>
              <a:prstDash val="solid"/>
            </a:ln>
          </p:spPr>
        </p:sp>
        <p:sp>
          <p:nvSpPr>
            <p:cNvPr id="4979" name="dense-map-9-cell-5">
              <a:extLst>
                <a:ext uri="{FF2B5EF4-FFF2-40B4-BE49-F238E27FC236}">
                  <a16:creationId xmlns:a16="http://schemas.microsoft.com/office/drawing/2014/main" id="{4AD6B6A2-A435-4321-AA02-0D98FAB60B97}"/>
                </a:ext>
              </a:extLst>
            </p:cNvPr>
            <p:cNvSpPr>
              <a:spLocks noGrp="1"/>
            </p:cNvSpPr>
            <p:nvPr/>
          </p:nvSpPr>
          <p:spPr>
            <a:xfrm>
              <a:off x="23133050" y="7127081"/>
              <a:ext cx="236680" cy="6096"/>
            </a:xfrm>
            <a:prstGeom prst="rect">
              <a:avLst/>
            </a:prstGeom>
            <a:solidFill>
              <a:srgbClr val="DCE8ED"/>
            </a:solidFill>
            <a:ln w="0">
              <a:noFill/>
              <a:prstDash val="solid"/>
            </a:ln>
          </p:spPr>
        </p:sp>
        <p:sp>
          <p:nvSpPr>
            <p:cNvPr id="4980" name="dense-map-9-cell-4">
              <a:extLst>
                <a:ext uri="{FF2B5EF4-FFF2-40B4-BE49-F238E27FC236}">
                  <a16:creationId xmlns:a16="http://schemas.microsoft.com/office/drawing/2014/main" id="{E9190735-8B60-4FF9-86AE-1B92D1A8A192}"/>
                </a:ext>
              </a:extLst>
            </p:cNvPr>
            <p:cNvSpPr>
              <a:spLocks noGrp="1"/>
            </p:cNvSpPr>
            <p:nvPr/>
          </p:nvSpPr>
          <p:spPr>
            <a:xfrm>
              <a:off x="23133050" y="7133034"/>
              <a:ext cx="236680" cy="6096"/>
            </a:xfrm>
            <a:prstGeom prst="rect">
              <a:avLst/>
            </a:prstGeom>
            <a:solidFill>
              <a:srgbClr val="DBE8ED"/>
            </a:solidFill>
            <a:ln w="0">
              <a:noFill/>
              <a:prstDash val="solid"/>
            </a:ln>
          </p:spPr>
        </p:sp>
        <p:sp>
          <p:nvSpPr>
            <p:cNvPr id="4981" name="dense-map-9-cell-3">
              <a:extLst>
                <a:ext uri="{FF2B5EF4-FFF2-40B4-BE49-F238E27FC236}">
                  <a16:creationId xmlns:a16="http://schemas.microsoft.com/office/drawing/2014/main" id="{5E87EC5F-9550-449C-9C6E-045BFF0A05E0}"/>
                </a:ext>
              </a:extLst>
            </p:cNvPr>
            <p:cNvSpPr>
              <a:spLocks noGrp="1"/>
            </p:cNvSpPr>
            <p:nvPr/>
          </p:nvSpPr>
          <p:spPr>
            <a:xfrm>
              <a:off x="23133050" y="7138988"/>
              <a:ext cx="236680" cy="6096"/>
            </a:xfrm>
            <a:prstGeom prst="rect">
              <a:avLst/>
            </a:prstGeom>
            <a:solidFill>
              <a:srgbClr val="DCE8ED"/>
            </a:solidFill>
            <a:ln w="0">
              <a:noFill/>
              <a:prstDash val="solid"/>
            </a:ln>
          </p:spPr>
        </p:sp>
        <p:sp>
          <p:nvSpPr>
            <p:cNvPr id="4982" name="dense-map-9-cell-2">
              <a:extLst>
                <a:ext uri="{FF2B5EF4-FFF2-40B4-BE49-F238E27FC236}">
                  <a16:creationId xmlns:a16="http://schemas.microsoft.com/office/drawing/2014/main" id="{3FF30EE1-6524-45E5-A5F5-769FE1723A76}"/>
                </a:ext>
              </a:extLst>
            </p:cNvPr>
            <p:cNvSpPr>
              <a:spLocks noGrp="1"/>
            </p:cNvSpPr>
            <p:nvPr/>
          </p:nvSpPr>
          <p:spPr>
            <a:xfrm>
              <a:off x="23133050" y="7144941"/>
              <a:ext cx="236680" cy="6096"/>
            </a:xfrm>
            <a:prstGeom prst="rect">
              <a:avLst/>
            </a:prstGeom>
            <a:solidFill>
              <a:srgbClr val="DCE8ED"/>
            </a:solidFill>
            <a:ln w="0">
              <a:noFill/>
              <a:prstDash val="solid"/>
            </a:ln>
          </p:spPr>
        </p:sp>
        <p:sp>
          <p:nvSpPr>
            <p:cNvPr id="4983" name="dense-map-9-cell-1">
              <a:extLst>
                <a:ext uri="{FF2B5EF4-FFF2-40B4-BE49-F238E27FC236}">
                  <a16:creationId xmlns:a16="http://schemas.microsoft.com/office/drawing/2014/main" id="{3EFECB53-E0B5-4B40-AEBD-4F8934493D5D}"/>
                </a:ext>
              </a:extLst>
            </p:cNvPr>
            <p:cNvSpPr>
              <a:spLocks noGrp="1"/>
            </p:cNvSpPr>
            <p:nvPr/>
          </p:nvSpPr>
          <p:spPr>
            <a:xfrm>
              <a:off x="23133050" y="7150894"/>
              <a:ext cx="236680" cy="6096"/>
            </a:xfrm>
            <a:prstGeom prst="rect">
              <a:avLst/>
            </a:prstGeom>
            <a:solidFill>
              <a:srgbClr val="DCE8ED"/>
            </a:solidFill>
            <a:ln w="0">
              <a:noFill/>
              <a:prstDash val="solid"/>
            </a:ln>
          </p:spPr>
        </p:sp>
        <p:sp>
          <p:nvSpPr>
            <p:cNvPr id="4984" name="dense-map-9-cell-0">
              <a:extLst>
                <a:ext uri="{FF2B5EF4-FFF2-40B4-BE49-F238E27FC236}">
                  <a16:creationId xmlns:a16="http://schemas.microsoft.com/office/drawing/2014/main" id="{DBEEB6BC-601F-4F88-B92A-06B640EFCDEB}"/>
                </a:ext>
              </a:extLst>
            </p:cNvPr>
            <p:cNvSpPr>
              <a:spLocks noGrp="1"/>
            </p:cNvSpPr>
            <p:nvPr/>
          </p:nvSpPr>
          <p:spPr>
            <a:xfrm>
              <a:off x="23133050" y="7156847"/>
              <a:ext cx="236680" cy="6096"/>
            </a:xfrm>
            <a:prstGeom prst="rect">
              <a:avLst/>
            </a:prstGeom>
            <a:solidFill>
              <a:srgbClr val="DCE8ED"/>
            </a:solidFill>
            <a:ln w="0">
              <a:noFill/>
              <a:prstDash val="solid"/>
            </a:ln>
          </p:spPr>
        </p:sp>
        <p:sp>
          <p:nvSpPr>
            <p:cNvPr id="4985" name="dense-map-8-cell-191">
              <a:extLst>
                <a:ext uri="{FF2B5EF4-FFF2-40B4-BE49-F238E27FC236}">
                  <a16:creationId xmlns:a16="http://schemas.microsoft.com/office/drawing/2014/main" id="{304A218E-A2D0-42A1-9A33-055426F5B7DC}"/>
                </a:ext>
              </a:extLst>
            </p:cNvPr>
            <p:cNvSpPr>
              <a:spLocks noGrp="1"/>
            </p:cNvSpPr>
            <p:nvPr/>
          </p:nvSpPr>
          <p:spPr>
            <a:xfrm>
              <a:off x="22896513" y="6019800"/>
              <a:ext cx="236680" cy="6096"/>
            </a:xfrm>
            <a:prstGeom prst="rect">
              <a:avLst/>
            </a:prstGeom>
            <a:solidFill>
              <a:srgbClr val="DCE8ED"/>
            </a:solidFill>
            <a:ln w="0">
              <a:noFill/>
              <a:prstDash val="solid"/>
            </a:ln>
          </p:spPr>
        </p:sp>
        <p:sp>
          <p:nvSpPr>
            <p:cNvPr id="4986" name="dense-map-8-cell-190">
              <a:extLst>
                <a:ext uri="{FF2B5EF4-FFF2-40B4-BE49-F238E27FC236}">
                  <a16:creationId xmlns:a16="http://schemas.microsoft.com/office/drawing/2014/main" id="{400AF678-1B0F-49BA-A601-29EAA0920F21}"/>
                </a:ext>
              </a:extLst>
            </p:cNvPr>
            <p:cNvSpPr>
              <a:spLocks noGrp="1"/>
            </p:cNvSpPr>
            <p:nvPr/>
          </p:nvSpPr>
          <p:spPr>
            <a:xfrm>
              <a:off x="22896513" y="6025753"/>
              <a:ext cx="236680" cy="6096"/>
            </a:xfrm>
            <a:prstGeom prst="rect">
              <a:avLst/>
            </a:prstGeom>
            <a:solidFill>
              <a:srgbClr val="DCE8ED"/>
            </a:solidFill>
            <a:ln w="0">
              <a:noFill/>
              <a:prstDash val="solid"/>
            </a:ln>
          </p:spPr>
        </p:sp>
        <p:sp>
          <p:nvSpPr>
            <p:cNvPr id="4987" name="dense-map-8-cell-189">
              <a:extLst>
                <a:ext uri="{FF2B5EF4-FFF2-40B4-BE49-F238E27FC236}">
                  <a16:creationId xmlns:a16="http://schemas.microsoft.com/office/drawing/2014/main" id="{451AF185-3E1C-4D48-A430-732D7BDF6D15}"/>
                </a:ext>
              </a:extLst>
            </p:cNvPr>
            <p:cNvSpPr>
              <a:spLocks noGrp="1"/>
            </p:cNvSpPr>
            <p:nvPr/>
          </p:nvSpPr>
          <p:spPr>
            <a:xfrm>
              <a:off x="22896513" y="6031706"/>
              <a:ext cx="236680" cy="6096"/>
            </a:xfrm>
            <a:prstGeom prst="rect">
              <a:avLst/>
            </a:prstGeom>
            <a:solidFill>
              <a:srgbClr val="DCE8EC"/>
            </a:solidFill>
            <a:ln w="0">
              <a:noFill/>
              <a:prstDash val="solid"/>
            </a:ln>
          </p:spPr>
        </p:sp>
        <p:sp>
          <p:nvSpPr>
            <p:cNvPr id="4988" name="dense-map-8-cell-188">
              <a:extLst>
                <a:ext uri="{FF2B5EF4-FFF2-40B4-BE49-F238E27FC236}">
                  <a16:creationId xmlns:a16="http://schemas.microsoft.com/office/drawing/2014/main" id="{F5925434-EE22-4CEA-9596-4D8366F1C101}"/>
                </a:ext>
              </a:extLst>
            </p:cNvPr>
            <p:cNvSpPr>
              <a:spLocks noGrp="1"/>
            </p:cNvSpPr>
            <p:nvPr/>
          </p:nvSpPr>
          <p:spPr>
            <a:xfrm>
              <a:off x="22896513" y="6037659"/>
              <a:ext cx="236680" cy="6096"/>
            </a:xfrm>
            <a:prstGeom prst="rect">
              <a:avLst/>
            </a:prstGeom>
            <a:solidFill>
              <a:srgbClr val="D5B7CE"/>
            </a:solidFill>
            <a:ln w="0">
              <a:noFill/>
              <a:prstDash val="solid"/>
            </a:ln>
          </p:spPr>
        </p:sp>
        <p:sp>
          <p:nvSpPr>
            <p:cNvPr id="4989" name="dense-map-8-cell-187">
              <a:extLst>
                <a:ext uri="{FF2B5EF4-FFF2-40B4-BE49-F238E27FC236}">
                  <a16:creationId xmlns:a16="http://schemas.microsoft.com/office/drawing/2014/main" id="{7B3665E7-EAA5-48CC-91EE-BA1FE9F530ED}"/>
                </a:ext>
              </a:extLst>
            </p:cNvPr>
            <p:cNvSpPr>
              <a:spLocks noGrp="1"/>
            </p:cNvSpPr>
            <p:nvPr/>
          </p:nvSpPr>
          <p:spPr>
            <a:xfrm>
              <a:off x="22896513" y="6043613"/>
              <a:ext cx="236680" cy="6096"/>
            </a:xfrm>
            <a:prstGeom prst="rect">
              <a:avLst/>
            </a:prstGeom>
            <a:solidFill>
              <a:srgbClr val="CD7EAA"/>
            </a:solidFill>
            <a:ln w="0">
              <a:noFill/>
              <a:prstDash val="solid"/>
            </a:ln>
          </p:spPr>
        </p:sp>
        <p:sp>
          <p:nvSpPr>
            <p:cNvPr id="4990" name="dense-map-8-cell-186">
              <a:extLst>
                <a:ext uri="{FF2B5EF4-FFF2-40B4-BE49-F238E27FC236}">
                  <a16:creationId xmlns:a16="http://schemas.microsoft.com/office/drawing/2014/main" id="{E00B23B7-555B-4380-9E2E-023DF78D8381}"/>
                </a:ext>
              </a:extLst>
            </p:cNvPr>
            <p:cNvSpPr>
              <a:spLocks noGrp="1"/>
            </p:cNvSpPr>
            <p:nvPr/>
          </p:nvSpPr>
          <p:spPr>
            <a:xfrm>
              <a:off x="22896513" y="6049566"/>
              <a:ext cx="236680" cy="6096"/>
            </a:xfrm>
            <a:prstGeom prst="rect">
              <a:avLst/>
            </a:prstGeom>
            <a:solidFill>
              <a:srgbClr val="CC79A7"/>
            </a:solidFill>
            <a:ln w="0">
              <a:noFill/>
              <a:prstDash val="solid"/>
            </a:ln>
          </p:spPr>
        </p:sp>
        <p:sp>
          <p:nvSpPr>
            <p:cNvPr id="4991" name="dense-map-8-cell-185">
              <a:extLst>
                <a:ext uri="{FF2B5EF4-FFF2-40B4-BE49-F238E27FC236}">
                  <a16:creationId xmlns:a16="http://schemas.microsoft.com/office/drawing/2014/main" id="{2135EF09-B417-431F-8B8E-146C914926B4}"/>
                </a:ext>
              </a:extLst>
            </p:cNvPr>
            <p:cNvSpPr>
              <a:spLocks noGrp="1"/>
            </p:cNvSpPr>
            <p:nvPr/>
          </p:nvSpPr>
          <p:spPr>
            <a:xfrm>
              <a:off x="22896513" y="6055519"/>
              <a:ext cx="236680" cy="6096"/>
            </a:xfrm>
            <a:prstGeom prst="rect">
              <a:avLst/>
            </a:prstGeom>
            <a:solidFill>
              <a:srgbClr val="CC79A7"/>
            </a:solidFill>
            <a:ln w="0">
              <a:noFill/>
              <a:prstDash val="solid"/>
            </a:ln>
          </p:spPr>
        </p:sp>
        <p:sp>
          <p:nvSpPr>
            <p:cNvPr id="4992" name="dense-map-8-cell-184">
              <a:extLst>
                <a:ext uri="{FF2B5EF4-FFF2-40B4-BE49-F238E27FC236}">
                  <a16:creationId xmlns:a16="http://schemas.microsoft.com/office/drawing/2014/main" id="{E2637945-8EF7-4783-B67E-2DDAD80FD993}"/>
                </a:ext>
              </a:extLst>
            </p:cNvPr>
            <p:cNvSpPr>
              <a:spLocks noGrp="1"/>
            </p:cNvSpPr>
            <p:nvPr/>
          </p:nvSpPr>
          <p:spPr>
            <a:xfrm>
              <a:off x="22896513" y="6061472"/>
              <a:ext cx="236680" cy="6096"/>
            </a:xfrm>
            <a:prstGeom prst="rect">
              <a:avLst/>
            </a:prstGeom>
            <a:solidFill>
              <a:srgbClr val="CC79A7"/>
            </a:solidFill>
            <a:ln w="0">
              <a:noFill/>
              <a:prstDash val="solid"/>
            </a:ln>
          </p:spPr>
        </p:sp>
        <p:sp>
          <p:nvSpPr>
            <p:cNvPr id="4993" name="dense-map-8-cell-183">
              <a:extLst>
                <a:ext uri="{FF2B5EF4-FFF2-40B4-BE49-F238E27FC236}">
                  <a16:creationId xmlns:a16="http://schemas.microsoft.com/office/drawing/2014/main" id="{556B2A01-8AD7-417D-86F2-6AF5D5DBF66C}"/>
                </a:ext>
              </a:extLst>
            </p:cNvPr>
            <p:cNvSpPr>
              <a:spLocks noGrp="1"/>
            </p:cNvSpPr>
            <p:nvPr/>
          </p:nvSpPr>
          <p:spPr>
            <a:xfrm>
              <a:off x="22896513" y="6067425"/>
              <a:ext cx="236680" cy="6096"/>
            </a:xfrm>
            <a:prstGeom prst="rect">
              <a:avLst/>
            </a:prstGeom>
            <a:solidFill>
              <a:srgbClr val="CC79A7"/>
            </a:solidFill>
            <a:ln w="0">
              <a:noFill/>
              <a:prstDash val="solid"/>
            </a:ln>
          </p:spPr>
        </p:sp>
        <p:sp>
          <p:nvSpPr>
            <p:cNvPr id="4994" name="dense-map-8-cell-182">
              <a:extLst>
                <a:ext uri="{FF2B5EF4-FFF2-40B4-BE49-F238E27FC236}">
                  <a16:creationId xmlns:a16="http://schemas.microsoft.com/office/drawing/2014/main" id="{2256B716-1F47-411F-960A-D0AFA730E842}"/>
                </a:ext>
              </a:extLst>
            </p:cNvPr>
            <p:cNvSpPr>
              <a:spLocks noGrp="1"/>
            </p:cNvSpPr>
            <p:nvPr/>
          </p:nvSpPr>
          <p:spPr>
            <a:xfrm>
              <a:off x="22896513" y="6073378"/>
              <a:ext cx="236680" cy="6096"/>
            </a:xfrm>
            <a:prstGeom prst="rect">
              <a:avLst/>
            </a:prstGeom>
            <a:solidFill>
              <a:srgbClr val="CC79A7"/>
            </a:solidFill>
            <a:ln w="0">
              <a:noFill/>
              <a:prstDash val="solid"/>
            </a:ln>
          </p:spPr>
        </p:sp>
        <p:sp>
          <p:nvSpPr>
            <p:cNvPr id="4995" name="dense-map-8-cell-181">
              <a:extLst>
                <a:ext uri="{FF2B5EF4-FFF2-40B4-BE49-F238E27FC236}">
                  <a16:creationId xmlns:a16="http://schemas.microsoft.com/office/drawing/2014/main" id="{22BF752F-EBA2-4091-ADF5-FEA1158D0CF2}"/>
                </a:ext>
              </a:extLst>
            </p:cNvPr>
            <p:cNvSpPr>
              <a:spLocks noGrp="1"/>
            </p:cNvSpPr>
            <p:nvPr/>
          </p:nvSpPr>
          <p:spPr>
            <a:xfrm>
              <a:off x="22896513" y="6079331"/>
              <a:ext cx="236680" cy="6096"/>
            </a:xfrm>
            <a:prstGeom prst="rect">
              <a:avLst/>
            </a:prstGeom>
            <a:solidFill>
              <a:srgbClr val="CC79A7"/>
            </a:solidFill>
            <a:ln w="0">
              <a:noFill/>
              <a:prstDash val="solid"/>
            </a:ln>
          </p:spPr>
        </p:sp>
        <p:sp>
          <p:nvSpPr>
            <p:cNvPr id="4996" name="dense-map-8-cell-180">
              <a:extLst>
                <a:ext uri="{FF2B5EF4-FFF2-40B4-BE49-F238E27FC236}">
                  <a16:creationId xmlns:a16="http://schemas.microsoft.com/office/drawing/2014/main" id="{81EFF0A1-61A2-4D5A-8B96-432C7D1B72E0}"/>
                </a:ext>
              </a:extLst>
            </p:cNvPr>
            <p:cNvSpPr>
              <a:spLocks noGrp="1"/>
            </p:cNvSpPr>
            <p:nvPr/>
          </p:nvSpPr>
          <p:spPr>
            <a:xfrm>
              <a:off x="22896513" y="6085284"/>
              <a:ext cx="236680" cy="6096"/>
            </a:xfrm>
            <a:prstGeom prst="rect">
              <a:avLst/>
            </a:prstGeom>
            <a:solidFill>
              <a:srgbClr val="CC79A7"/>
            </a:solidFill>
            <a:ln w="0">
              <a:noFill/>
              <a:prstDash val="solid"/>
            </a:ln>
          </p:spPr>
        </p:sp>
        <p:sp>
          <p:nvSpPr>
            <p:cNvPr id="4997" name="dense-map-8-cell-179">
              <a:extLst>
                <a:ext uri="{FF2B5EF4-FFF2-40B4-BE49-F238E27FC236}">
                  <a16:creationId xmlns:a16="http://schemas.microsoft.com/office/drawing/2014/main" id="{D1B3BE7E-04ED-4BA7-BC79-0F5E69BBB7BD}"/>
                </a:ext>
              </a:extLst>
            </p:cNvPr>
            <p:cNvSpPr>
              <a:spLocks noGrp="1"/>
            </p:cNvSpPr>
            <p:nvPr/>
          </p:nvSpPr>
          <p:spPr>
            <a:xfrm>
              <a:off x="22896513" y="6091238"/>
              <a:ext cx="236680" cy="6096"/>
            </a:xfrm>
            <a:prstGeom prst="rect">
              <a:avLst/>
            </a:prstGeom>
            <a:solidFill>
              <a:srgbClr val="CC79A7"/>
            </a:solidFill>
            <a:ln w="0">
              <a:noFill/>
              <a:prstDash val="solid"/>
            </a:ln>
          </p:spPr>
        </p:sp>
        <p:sp>
          <p:nvSpPr>
            <p:cNvPr id="4998" name="dense-map-8-cell-178">
              <a:extLst>
                <a:ext uri="{FF2B5EF4-FFF2-40B4-BE49-F238E27FC236}">
                  <a16:creationId xmlns:a16="http://schemas.microsoft.com/office/drawing/2014/main" id="{AE4F7A34-BBB9-48AD-B21B-F142F68FADB1}"/>
                </a:ext>
              </a:extLst>
            </p:cNvPr>
            <p:cNvSpPr>
              <a:spLocks noGrp="1"/>
            </p:cNvSpPr>
            <p:nvPr/>
          </p:nvSpPr>
          <p:spPr>
            <a:xfrm>
              <a:off x="22896513" y="6097191"/>
              <a:ext cx="236680" cy="6096"/>
            </a:xfrm>
            <a:prstGeom prst="rect">
              <a:avLst/>
            </a:prstGeom>
            <a:solidFill>
              <a:srgbClr val="CC79A7"/>
            </a:solidFill>
            <a:ln w="0">
              <a:noFill/>
              <a:prstDash val="solid"/>
            </a:ln>
          </p:spPr>
        </p:sp>
        <p:sp>
          <p:nvSpPr>
            <p:cNvPr id="4999" name="dense-map-8-cell-177">
              <a:extLst>
                <a:ext uri="{FF2B5EF4-FFF2-40B4-BE49-F238E27FC236}">
                  <a16:creationId xmlns:a16="http://schemas.microsoft.com/office/drawing/2014/main" id="{9020147C-EDDD-4BE6-8474-34BA5028B70B}"/>
                </a:ext>
              </a:extLst>
            </p:cNvPr>
            <p:cNvSpPr>
              <a:spLocks noGrp="1"/>
            </p:cNvSpPr>
            <p:nvPr/>
          </p:nvSpPr>
          <p:spPr>
            <a:xfrm>
              <a:off x="22896513" y="6103144"/>
              <a:ext cx="236680" cy="6096"/>
            </a:xfrm>
            <a:prstGeom prst="rect">
              <a:avLst/>
            </a:prstGeom>
            <a:solidFill>
              <a:srgbClr val="CC7AA8"/>
            </a:solidFill>
            <a:ln w="0">
              <a:noFill/>
              <a:prstDash val="solid"/>
            </a:ln>
          </p:spPr>
        </p:sp>
        <p:sp>
          <p:nvSpPr>
            <p:cNvPr id="5000" name="dense-map-8-cell-176">
              <a:extLst>
                <a:ext uri="{FF2B5EF4-FFF2-40B4-BE49-F238E27FC236}">
                  <a16:creationId xmlns:a16="http://schemas.microsoft.com/office/drawing/2014/main" id="{5196811F-DFB3-4008-ACF7-323C57B61465}"/>
                </a:ext>
              </a:extLst>
            </p:cNvPr>
            <p:cNvSpPr>
              <a:spLocks noGrp="1"/>
            </p:cNvSpPr>
            <p:nvPr/>
          </p:nvSpPr>
          <p:spPr>
            <a:xfrm>
              <a:off x="22896513" y="6109097"/>
              <a:ext cx="236680" cy="6096"/>
            </a:xfrm>
            <a:prstGeom prst="rect">
              <a:avLst/>
            </a:prstGeom>
            <a:solidFill>
              <a:srgbClr val="CD82AD"/>
            </a:solidFill>
            <a:ln w="0">
              <a:noFill/>
              <a:prstDash val="solid"/>
            </a:ln>
          </p:spPr>
        </p:sp>
        <p:sp>
          <p:nvSpPr>
            <p:cNvPr id="5001" name="dense-map-8-cell-175">
              <a:extLst>
                <a:ext uri="{FF2B5EF4-FFF2-40B4-BE49-F238E27FC236}">
                  <a16:creationId xmlns:a16="http://schemas.microsoft.com/office/drawing/2014/main" id="{E775ABAA-B1BD-4DDB-9441-3A596ABCBD46}"/>
                </a:ext>
              </a:extLst>
            </p:cNvPr>
            <p:cNvSpPr>
              <a:spLocks noGrp="1"/>
            </p:cNvSpPr>
            <p:nvPr/>
          </p:nvSpPr>
          <p:spPr>
            <a:xfrm>
              <a:off x="22896513" y="6115050"/>
              <a:ext cx="236680" cy="6096"/>
            </a:xfrm>
            <a:prstGeom prst="rect">
              <a:avLst/>
            </a:prstGeom>
            <a:solidFill>
              <a:srgbClr val="D091B6"/>
            </a:solidFill>
            <a:ln w="0">
              <a:noFill/>
              <a:prstDash val="solid"/>
            </a:ln>
          </p:spPr>
        </p:sp>
        <p:sp>
          <p:nvSpPr>
            <p:cNvPr id="5002" name="dense-map-8-cell-174">
              <a:extLst>
                <a:ext uri="{FF2B5EF4-FFF2-40B4-BE49-F238E27FC236}">
                  <a16:creationId xmlns:a16="http://schemas.microsoft.com/office/drawing/2014/main" id="{D6CC3A13-A2EC-44E6-96E5-A2FBC29185F8}"/>
                </a:ext>
              </a:extLst>
            </p:cNvPr>
            <p:cNvSpPr>
              <a:spLocks noGrp="1"/>
            </p:cNvSpPr>
            <p:nvPr/>
          </p:nvSpPr>
          <p:spPr>
            <a:xfrm>
              <a:off x="22896513" y="6121003"/>
              <a:ext cx="236680" cy="6096"/>
            </a:xfrm>
            <a:prstGeom prst="rect">
              <a:avLst/>
            </a:prstGeom>
            <a:solidFill>
              <a:srgbClr val="D2A6C3"/>
            </a:solidFill>
            <a:ln w="0">
              <a:noFill/>
              <a:prstDash val="solid"/>
            </a:ln>
          </p:spPr>
        </p:sp>
        <p:sp>
          <p:nvSpPr>
            <p:cNvPr id="5003" name="dense-map-8-cell-173">
              <a:extLst>
                <a:ext uri="{FF2B5EF4-FFF2-40B4-BE49-F238E27FC236}">
                  <a16:creationId xmlns:a16="http://schemas.microsoft.com/office/drawing/2014/main" id="{CDA21739-57E8-497B-9AB0-329CB41F84C8}"/>
                </a:ext>
              </a:extLst>
            </p:cNvPr>
            <p:cNvSpPr>
              <a:spLocks noGrp="1"/>
            </p:cNvSpPr>
            <p:nvPr/>
          </p:nvSpPr>
          <p:spPr>
            <a:xfrm>
              <a:off x="22896513" y="6126956"/>
              <a:ext cx="236680" cy="6096"/>
            </a:xfrm>
            <a:prstGeom prst="rect">
              <a:avLst/>
            </a:prstGeom>
            <a:solidFill>
              <a:srgbClr val="D6BBD1"/>
            </a:solidFill>
            <a:ln w="0">
              <a:noFill/>
              <a:prstDash val="solid"/>
            </a:ln>
          </p:spPr>
        </p:sp>
        <p:sp>
          <p:nvSpPr>
            <p:cNvPr id="5004" name="dense-map-8-cell-172">
              <a:extLst>
                <a:ext uri="{FF2B5EF4-FFF2-40B4-BE49-F238E27FC236}">
                  <a16:creationId xmlns:a16="http://schemas.microsoft.com/office/drawing/2014/main" id="{B9427EF5-B640-4B1B-B5F8-A2BBD0987597}"/>
                </a:ext>
              </a:extLst>
            </p:cNvPr>
            <p:cNvSpPr>
              <a:spLocks noGrp="1"/>
            </p:cNvSpPr>
            <p:nvPr/>
          </p:nvSpPr>
          <p:spPr>
            <a:xfrm>
              <a:off x="22896513" y="6132909"/>
              <a:ext cx="236680" cy="6096"/>
            </a:xfrm>
            <a:prstGeom prst="rect">
              <a:avLst/>
            </a:prstGeom>
            <a:solidFill>
              <a:srgbClr val="D8D0DE"/>
            </a:solidFill>
            <a:ln w="0">
              <a:noFill/>
              <a:prstDash val="solid"/>
            </a:ln>
          </p:spPr>
        </p:sp>
        <p:sp>
          <p:nvSpPr>
            <p:cNvPr id="5005" name="dense-map-8-cell-171">
              <a:extLst>
                <a:ext uri="{FF2B5EF4-FFF2-40B4-BE49-F238E27FC236}">
                  <a16:creationId xmlns:a16="http://schemas.microsoft.com/office/drawing/2014/main" id="{83D72605-F85E-444D-B918-B57FF7D2ACD2}"/>
                </a:ext>
              </a:extLst>
            </p:cNvPr>
            <p:cNvSpPr>
              <a:spLocks noGrp="1"/>
            </p:cNvSpPr>
            <p:nvPr/>
          </p:nvSpPr>
          <p:spPr>
            <a:xfrm>
              <a:off x="22896513" y="6138863"/>
              <a:ext cx="236680" cy="6096"/>
            </a:xfrm>
            <a:prstGeom prst="rect">
              <a:avLst/>
            </a:prstGeom>
            <a:solidFill>
              <a:srgbClr val="DBE0E2"/>
            </a:solidFill>
            <a:ln w="0">
              <a:noFill/>
              <a:prstDash val="solid"/>
            </a:ln>
          </p:spPr>
        </p:sp>
        <p:sp>
          <p:nvSpPr>
            <p:cNvPr id="5006" name="dense-map-8-cell-170">
              <a:extLst>
                <a:ext uri="{FF2B5EF4-FFF2-40B4-BE49-F238E27FC236}">
                  <a16:creationId xmlns:a16="http://schemas.microsoft.com/office/drawing/2014/main" id="{0ACA61AF-2C8D-47BB-B1FA-0B40E9FD13C6}"/>
                </a:ext>
              </a:extLst>
            </p:cNvPr>
            <p:cNvSpPr>
              <a:spLocks noGrp="1"/>
            </p:cNvSpPr>
            <p:nvPr/>
          </p:nvSpPr>
          <p:spPr>
            <a:xfrm>
              <a:off x="22896513" y="6144816"/>
              <a:ext cx="236680" cy="6096"/>
            </a:xfrm>
            <a:prstGeom prst="rect">
              <a:avLst/>
            </a:prstGeom>
            <a:solidFill>
              <a:srgbClr val="DCE7EC"/>
            </a:solidFill>
            <a:ln w="0">
              <a:noFill/>
              <a:prstDash val="solid"/>
            </a:ln>
          </p:spPr>
        </p:sp>
        <p:sp>
          <p:nvSpPr>
            <p:cNvPr id="5007" name="dense-map-8-cell-169">
              <a:extLst>
                <a:ext uri="{FF2B5EF4-FFF2-40B4-BE49-F238E27FC236}">
                  <a16:creationId xmlns:a16="http://schemas.microsoft.com/office/drawing/2014/main" id="{73F9CFCD-03A5-4E14-A5CC-F17A08347C12}"/>
                </a:ext>
              </a:extLst>
            </p:cNvPr>
            <p:cNvSpPr>
              <a:spLocks noGrp="1"/>
            </p:cNvSpPr>
            <p:nvPr/>
          </p:nvSpPr>
          <p:spPr>
            <a:xfrm>
              <a:off x="22896513" y="6150769"/>
              <a:ext cx="236680" cy="6096"/>
            </a:xfrm>
            <a:prstGeom prst="rect">
              <a:avLst/>
            </a:prstGeom>
            <a:solidFill>
              <a:srgbClr val="DCE8ED"/>
            </a:solidFill>
            <a:ln w="0">
              <a:noFill/>
              <a:prstDash val="solid"/>
            </a:ln>
          </p:spPr>
        </p:sp>
        <p:sp>
          <p:nvSpPr>
            <p:cNvPr id="5008" name="dense-map-8-cell-168">
              <a:extLst>
                <a:ext uri="{FF2B5EF4-FFF2-40B4-BE49-F238E27FC236}">
                  <a16:creationId xmlns:a16="http://schemas.microsoft.com/office/drawing/2014/main" id="{9A4BFCEB-4E1F-44AD-A0E4-ADD73614567D}"/>
                </a:ext>
              </a:extLst>
            </p:cNvPr>
            <p:cNvSpPr>
              <a:spLocks noGrp="1"/>
            </p:cNvSpPr>
            <p:nvPr/>
          </p:nvSpPr>
          <p:spPr>
            <a:xfrm>
              <a:off x="22896513" y="6156722"/>
              <a:ext cx="236680" cy="6096"/>
            </a:xfrm>
            <a:prstGeom prst="rect">
              <a:avLst/>
            </a:prstGeom>
            <a:solidFill>
              <a:srgbClr val="DCE8ED"/>
            </a:solidFill>
            <a:ln w="0">
              <a:noFill/>
              <a:prstDash val="solid"/>
            </a:ln>
          </p:spPr>
        </p:sp>
        <p:sp>
          <p:nvSpPr>
            <p:cNvPr id="5009" name="dense-map-8-cell-167">
              <a:extLst>
                <a:ext uri="{FF2B5EF4-FFF2-40B4-BE49-F238E27FC236}">
                  <a16:creationId xmlns:a16="http://schemas.microsoft.com/office/drawing/2014/main" id="{17BDDA74-A06C-4D3C-8503-5AA9FE402F5A}"/>
                </a:ext>
              </a:extLst>
            </p:cNvPr>
            <p:cNvSpPr>
              <a:spLocks noGrp="1"/>
            </p:cNvSpPr>
            <p:nvPr/>
          </p:nvSpPr>
          <p:spPr>
            <a:xfrm>
              <a:off x="22896513" y="6162675"/>
              <a:ext cx="236680" cy="6096"/>
            </a:xfrm>
            <a:prstGeom prst="rect">
              <a:avLst/>
            </a:prstGeom>
            <a:solidFill>
              <a:srgbClr val="DCE8ED"/>
            </a:solidFill>
            <a:ln w="0">
              <a:noFill/>
              <a:prstDash val="solid"/>
            </a:ln>
          </p:spPr>
        </p:sp>
        <p:sp>
          <p:nvSpPr>
            <p:cNvPr id="5010" name="dense-map-8-cell-166">
              <a:extLst>
                <a:ext uri="{FF2B5EF4-FFF2-40B4-BE49-F238E27FC236}">
                  <a16:creationId xmlns:a16="http://schemas.microsoft.com/office/drawing/2014/main" id="{2F2A8516-7C2E-47AD-8EFC-737472A0EDDE}"/>
                </a:ext>
              </a:extLst>
            </p:cNvPr>
            <p:cNvSpPr>
              <a:spLocks noGrp="1"/>
            </p:cNvSpPr>
            <p:nvPr/>
          </p:nvSpPr>
          <p:spPr>
            <a:xfrm>
              <a:off x="22896513" y="6168628"/>
              <a:ext cx="236680" cy="6096"/>
            </a:xfrm>
            <a:prstGeom prst="rect">
              <a:avLst/>
            </a:prstGeom>
            <a:solidFill>
              <a:srgbClr val="DCE8ED"/>
            </a:solidFill>
            <a:ln w="0">
              <a:noFill/>
              <a:prstDash val="solid"/>
            </a:ln>
          </p:spPr>
        </p:sp>
        <p:sp>
          <p:nvSpPr>
            <p:cNvPr id="5011" name="dense-map-8-cell-165">
              <a:extLst>
                <a:ext uri="{FF2B5EF4-FFF2-40B4-BE49-F238E27FC236}">
                  <a16:creationId xmlns:a16="http://schemas.microsoft.com/office/drawing/2014/main" id="{BAF71D1E-5ED4-4657-9DDF-FA906A9C00F4}"/>
                </a:ext>
              </a:extLst>
            </p:cNvPr>
            <p:cNvSpPr>
              <a:spLocks noGrp="1"/>
            </p:cNvSpPr>
            <p:nvPr/>
          </p:nvSpPr>
          <p:spPr>
            <a:xfrm>
              <a:off x="22896513" y="6174581"/>
              <a:ext cx="236680" cy="6096"/>
            </a:xfrm>
            <a:prstGeom prst="rect">
              <a:avLst/>
            </a:prstGeom>
            <a:solidFill>
              <a:srgbClr val="DCE8ED"/>
            </a:solidFill>
            <a:ln w="0">
              <a:noFill/>
              <a:prstDash val="solid"/>
            </a:ln>
          </p:spPr>
        </p:sp>
        <p:sp>
          <p:nvSpPr>
            <p:cNvPr id="5012" name="dense-map-8-cell-164">
              <a:extLst>
                <a:ext uri="{FF2B5EF4-FFF2-40B4-BE49-F238E27FC236}">
                  <a16:creationId xmlns:a16="http://schemas.microsoft.com/office/drawing/2014/main" id="{4B366407-8184-49C7-8D4E-6D2BC714CF4F}"/>
                </a:ext>
              </a:extLst>
            </p:cNvPr>
            <p:cNvSpPr>
              <a:spLocks noGrp="1"/>
            </p:cNvSpPr>
            <p:nvPr/>
          </p:nvSpPr>
          <p:spPr>
            <a:xfrm>
              <a:off x="22896513" y="6180534"/>
              <a:ext cx="236680" cy="6096"/>
            </a:xfrm>
            <a:prstGeom prst="rect">
              <a:avLst/>
            </a:prstGeom>
            <a:solidFill>
              <a:srgbClr val="DCE8ED"/>
            </a:solidFill>
            <a:ln w="0">
              <a:noFill/>
              <a:prstDash val="solid"/>
            </a:ln>
          </p:spPr>
        </p:sp>
        <p:sp>
          <p:nvSpPr>
            <p:cNvPr id="5013" name="dense-map-8-cell-163">
              <a:extLst>
                <a:ext uri="{FF2B5EF4-FFF2-40B4-BE49-F238E27FC236}">
                  <a16:creationId xmlns:a16="http://schemas.microsoft.com/office/drawing/2014/main" id="{7ACA80CB-8140-403A-AE29-EBAEA4016B42}"/>
                </a:ext>
              </a:extLst>
            </p:cNvPr>
            <p:cNvSpPr>
              <a:spLocks noGrp="1"/>
            </p:cNvSpPr>
            <p:nvPr/>
          </p:nvSpPr>
          <p:spPr>
            <a:xfrm>
              <a:off x="22896513" y="6186488"/>
              <a:ext cx="236680" cy="6096"/>
            </a:xfrm>
            <a:prstGeom prst="rect">
              <a:avLst/>
            </a:prstGeom>
            <a:solidFill>
              <a:srgbClr val="DCE8ED"/>
            </a:solidFill>
            <a:ln w="0">
              <a:noFill/>
              <a:prstDash val="solid"/>
            </a:ln>
          </p:spPr>
        </p:sp>
        <p:sp>
          <p:nvSpPr>
            <p:cNvPr id="5014" name="dense-map-8-cell-162">
              <a:extLst>
                <a:ext uri="{FF2B5EF4-FFF2-40B4-BE49-F238E27FC236}">
                  <a16:creationId xmlns:a16="http://schemas.microsoft.com/office/drawing/2014/main" id="{A7BF47F4-D15E-47A8-8EE7-21D0D43F5499}"/>
                </a:ext>
              </a:extLst>
            </p:cNvPr>
            <p:cNvSpPr>
              <a:spLocks noGrp="1"/>
            </p:cNvSpPr>
            <p:nvPr/>
          </p:nvSpPr>
          <p:spPr>
            <a:xfrm>
              <a:off x="22896513" y="6192441"/>
              <a:ext cx="236680" cy="6096"/>
            </a:xfrm>
            <a:prstGeom prst="rect">
              <a:avLst/>
            </a:prstGeom>
            <a:solidFill>
              <a:srgbClr val="DCE8ED"/>
            </a:solidFill>
            <a:ln w="0">
              <a:noFill/>
              <a:prstDash val="solid"/>
            </a:ln>
          </p:spPr>
        </p:sp>
        <p:sp>
          <p:nvSpPr>
            <p:cNvPr id="5015" name="dense-map-8-cell-161">
              <a:extLst>
                <a:ext uri="{FF2B5EF4-FFF2-40B4-BE49-F238E27FC236}">
                  <a16:creationId xmlns:a16="http://schemas.microsoft.com/office/drawing/2014/main" id="{C956EEEF-E979-4D04-8222-2CDE090DEBBB}"/>
                </a:ext>
              </a:extLst>
            </p:cNvPr>
            <p:cNvSpPr>
              <a:spLocks noGrp="1"/>
            </p:cNvSpPr>
            <p:nvPr/>
          </p:nvSpPr>
          <p:spPr>
            <a:xfrm>
              <a:off x="22896513" y="6198394"/>
              <a:ext cx="236680" cy="6096"/>
            </a:xfrm>
            <a:prstGeom prst="rect">
              <a:avLst/>
            </a:prstGeom>
            <a:solidFill>
              <a:srgbClr val="DCE8ED"/>
            </a:solidFill>
            <a:ln w="0">
              <a:noFill/>
              <a:prstDash val="solid"/>
            </a:ln>
          </p:spPr>
        </p:sp>
        <p:sp>
          <p:nvSpPr>
            <p:cNvPr id="5016" name="dense-map-8-cell-160">
              <a:extLst>
                <a:ext uri="{FF2B5EF4-FFF2-40B4-BE49-F238E27FC236}">
                  <a16:creationId xmlns:a16="http://schemas.microsoft.com/office/drawing/2014/main" id="{00C20AE9-6055-4B14-8924-687B4B7ADF29}"/>
                </a:ext>
              </a:extLst>
            </p:cNvPr>
            <p:cNvSpPr>
              <a:spLocks noGrp="1"/>
            </p:cNvSpPr>
            <p:nvPr/>
          </p:nvSpPr>
          <p:spPr>
            <a:xfrm>
              <a:off x="22896513" y="6204347"/>
              <a:ext cx="236680" cy="6096"/>
            </a:xfrm>
            <a:prstGeom prst="rect">
              <a:avLst/>
            </a:prstGeom>
            <a:solidFill>
              <a:srgbClr val="DCE8ED"/>
            </a:solidFill>
            <a:ln w="0">
              <a:noFill/>
              <a:prstDash val="solid"/>
            </a:ln>
          </p:spPr>
        </p:sp>
        <p:sp>
          <p:nvSpPr>
            <p:cNvPr id="5017" name="dense-map-8-cell-159">
              <a:extLst>
                <a:ext uri="{FF2B5EF4-FFF2-40B4-BE49-F238E27FC236}">
                  <a16:creationId xmlns:a16="http://schemas.microsoft.com/office/drawing/2014/main" id="{83DC484F-3CF3-43CA-BF13-7FE78A96A05F}"/>
                </a:ext>
              </a:extLst>
            </p:cNvPr>
            <p:cNvSpPr>
              <a:spLocks noGrp="1"/>
            </p:cNvSpPr>
            <p:nvPr/>
          </p:nvSpPr>
          <p:spPr>
            <a:xfrm>
              <a:off x="22896513" y="6210300"/>
              <a:ext cx="236680" cy="6096"/>
            </a:xfrm>
            <a:prstGeom prst="rect">
              <a:avLst/>
            </a:prstGeom>
            <a:solidFill>
              <a:srgbClr val="DCE8ED"/>
            </a:solidFill>
            <a:ln w="0">
              <a:noFill/>
              <a:prstDash val="solid"/>
            </a:ln>
          </p:spPr>
        </p:sp>
        <p:sp>
          <p:nvSpPr>
            <p:cNvPr id="5018" name="dense-map-8-cell-158">
              <a:extLst>
                <a:ext uri="{FF2B5EF4-FFF2-40B4-BE49-F238E27FC236}">
                  <a16:creationId xmlns:a16="http://schemas.microsoft.com/office/drawing/2014/main" id="{7277B4FF-C097-4154-8531-B878657B0E4C}"/>
                </a:ext>
              </a:extLst>
            </p:cNvPr>
            <p:cNvSpPr>
              <a:spLocks noGrp="1"/>
            </p:cNvSpPr>
            <p:nvPr/>
          </p:nvSpPr>
          <p:spPr>
            <a:xfrm>
              <a:off x="22896513" y="6216253"/>
              <a:ext cx="236680" cy="6096"/>
            </a:xfrm>
            <a:prstGeom prst="rect">
              <a:avLst/>
            </a:prstGeom>
            <a:solidFill>
              <a:srgbClr val="DCE8ED"/>
            </a:solidFill>
            <a:ln w="0">
              <a:noFill/>
              <a:prstDash val="solid"/>
            </a:ln>
          </p:spPr>
        </p:sp>
        <p:sp>
          <p:nvSpPr>
            <p:cNvPr id="5019" name="dense-map-8-cell-157">
              <a:extLst>
                <a:ext uri="{FF2B5EF4-FFF2-40B4-BE49-F238E27FC236}">
                  <a16:creationId xmlns:a16="http://schemas.microsoft.com/office/drawing/2014/main" id="{30B1634D-C0F9-448C-9C73-4678905D2670}"/>
                </a:ext>
              </a:extLst>
            </p:cNvPr>
            <p:cNvSpPr>
              <a:spLocks noGrp="1"/>
            </p:cNvSpPr>
            <p:nvPr/>
          </p:nvSpPr>
          <p:spPr>
            <a:xfrm>
              <a:off x="22896513" y="6222206"/>
              <a:ext cx="236680" cy="6096"/>
            </a:xfrm>
            <a:prstGeom prst="rect">
              <a:avLst/>
            </a:prstGeom>
            <a:solidFill>
              <a:srgbClr val="DCE8ED"/>
            </a:solidFill>
            <a:ln w="0">
              <a:noFill/>
              <a:prstDash val="solid"/>
            </a:ln>
          </p:spPr>
        </p:sp>
        <p:sp>
          <p:nvSpPr>
            <p:cNvPr id="5020" name="dense-map-8-cell-156">
              <a:extLst>
                <a:ext uri="{FF2B5EF4-FFF2-40B4-BE49-F238E27FC236}">
                  <a16:creationId xmlns:a16="http://schemas.microsoft.com/office/drawing/2014/main" id="{6945CB0E-0A78-4A64-8BD9-56585480EAE6}"/>
                </a:ext>
              </a:extLst>
            </p:cNvPr>
            <p:cNvSpPr>
              <a:spLocks noGrp="1"/>
            </p:cNvSpPr>
            <p:nvPr/>
          </p:nvSpPr>
          <p:spPr>
            <a:xfrm>
              <a:off x="22896513" y="6228159"/>
              <a:ext cx="236680" cy="6096"/>
            </a:xfrm>
            <a:prstGeom prst="rect">
              <a:avLst/>
            </a:prstGeom>
            <a:solidFill>
              <a:srgbClr val="DCE8ED"/>
            </a:solidFill>
            <a:ln w="0">
              <a:noFill/>
              <a:prstDash val="solid"/>
            </a:ln>
          </p:spPr>
        </p:sp>
        <p:sp>
          <p:nvSpPr>
            <p:cNvPr id="5021" name="dense-map-8-cell-155">
              <a:extLst>
                <a:ext uri="{FF2B5EF4-FFF2-40B4-BE49-F238E27FC236}">
                  <a16:creationId xmlns:a16="http://schemas.microsoft.com/office/drawing/2014/main" id="{376D7AC5-1088-4FFB-8DF2-915CB7E5B31E}"/>
                </a:ext>
              </a:extLst>
            </p:cNvPr>
            <p:cNvSpPr>
              <a:spLocks noGrp="1"/>
            </p:cNvSpPr>
            <p:nvPr/>
          </p:nvSpPr>
          <p:spPr>
            <a:xfrm>
              <a:off x="22896513" y="6234113"/>
              <a:ext cx="236680" cy="6096"/>
            </a:xfrm>
            <a:prstGeom prst="rect">
              <a:avLst/>
            </a:prstGeom>
            <a:solidFill>
              <a:srgbClr val="DCE8ED"/>
            </a:solidFill>
            <a:ln w="0">
              <a:noFill/>
              <a:prstDash val="solid"/>
            </a:ln>
          </p:spPr>
        </p:sp>
        <p:sp>
          <p:nvSpPr>
            <p:cNvPr id="5022" name="dense-map-8-cell-154">
              <a:extLst>
                <a:ext uri="{FF2B5EF4-FFF2-40B4-BE49-F238E27FC236}">
                  <a16:creationId xmlns:a16="http://schemas.microsoft.com/office/drawing/2014/main" id="{85D0CB0E-AFF4-48C7-AD37-06B7F2ECD677}"/>
                </a:ext>
              </a:extLst>
            </p:cNvPr>
            <p:cNvSpPr>
              <a:spLocks noGrp="1"/>
            </p:cNvSpPr>
            <p:nvPr/>
          </p:nvSpPr>
          <p:spPr>
            <a:xfrm>
              <a:off x="22896513" y="6240066"/>
              <a:ext cx="236680" cy="6096"/>
            </a:xfrm>
            <a:prstGeom prst="rect">
              <a:avLst/>
            </a:prstGeom>
            <a:solidFill>
              <a:srgbClr val="DCE8ED"/>
            </a:solidFill>
            <a:ln w="0">
              <a:noFill/>
              <a:prstDash val="solid"/>
            </a:ln>
          </p:spPr>
        </p:sp>
        <p:sp>
          <p:nvSpPr>
            <p:cNvPr id="5023" name="dense-map-8-cell-153">
              <a:extLst>
                <a:ext uri="{FF2B5EF4-FFF2-40B4-BE49-F238E27FC236}">
                  <a16:creationId xmlns:a16="http://schemas.microsoft.com/office/drawing/2014/main" id="{F668155C-F12F-47B3-84E4-0D58A9EA20ED}"/>
                </a:ext>
              </a:extLst>
            </p:cNvPr>
            <p:cNvSpPr>
              <a:spLocks noGrp="1"/>
            </p:cNvSpPr>
            <p:nvPr/>
          </p:nvSpPr>
          <p:spPr>
            <a:xfrm>
              <a:off x="22896513" y="6246019"/>
              <a:ext cx="236680" cy="6096"/>
            </a:xfrm>
            <a:prstGeom prst="rect">
              <a:avLst/>
            </a:prstGeom>
            <a:solidFill>
              <a:srgbClr val="DCE8ED"/>
            </a:solidFill>
            <a:ln w="0">
              <a:noFill/>
              <a:prstDash val="solid"/>
            </a:ln>
          </p:spPr>
        </p:sp>
        <p:sp>
          <p:nvSpPr>
            <p:cNvPr id="5024" name="dense-map-8-cell-152">
              <a:extLst>
                <a:ext uri="{FF2B5EF4-FFF2-40B4-BE49-F238E27FC236}">
                  <a16:creationId xmlns:a16="http://schemas.microsoft.com/office/drawing/2014/main" id="{01D32256-EA3C-470F-B745-C524E7A944E1}"/>
                </a:ext>
              </a:extLst>
            </p:cNvPr>
            <p:cNvSpPr>
              <a:spLocks noGrp="1"/>
            </p:cNvSpPr>
            <p:nvPr/>
          </p:nvSpPr>
          <p:spPr>
            <a:xfrm>
              <a:off x="22896513" y="6251972"/>
              <a:ext cx="236680" cy="6096"/>
            </a:xfrm>
            <a:prstGeom prst="rect">
              <a:avLst/>
            </a:prstGeom>
            <a:solidFill>
              <a:srgbClr val="DCE8ED"/>
            </a:solidFill>
            <a:ln w="0">
              <a:noFill/>
              <a:prstDash val="solid"/>
            </a:ln>
          </p:spPr>
        </p:sp>
        <p:sp>
          <p:nvSpPr>
            <p:cNvPr id="5025" name="dense-map-8-cell-151">
              <a:extLst>
                <a:ext uri="{FF2B5EF4-FFF2-40B4-BE49-F238E27FC236}">
                  <a16:creationId xmlns:a16="http://schemas.microsoft.com/office/drawing/2014/main" id="{25242056-5030-4804-9096-AC7E4BA936D9}"/>
                </a:ext>
              </a:extLst>
            </p:cNvPr>
            <p:cNvSpPr>
              <a:spLocks noGrp="1"/>
            </p:cNvSpPr>
            <p:nvPr/>
          </p:nvSpPr>
          <p:spPr>
            <a:xfrm>
              <a:off x="22896513" y="6257925"/>
              <a:ext cx="236680" cy="6096"/>
            </a:xfrm>
            <a:prstGeom prst="rect">
              <a:avLst/>
            </a:prstGeom>
            <a:solidFill>
              <a:srgbClr val="DCE8ED"/>
            </a:solidFill>
            <a:ln w="0">
              <a:noFill/>
              <a:prstDash val="solid"/>
            </a:ln>
          </p:spPr>
        </p:sp>
        <p:sp>
          <p:nvSpPr>
            <p:cNvPr id="5026" name="dense-map-8-cell-150">
              <a:extLst>
                <a:ext uri="{FF2B5EF4-FFF2-40B4-BE49-F238E27FC236}">
                  <a16:creationId xmlns:a16="http://schemas.microsoft.com/office/drawing/2014/main" id="{737FD342-CF32-462E-B81C-679DEDAC5472}"/>
                </a:ext>
              </a:extLst>
            </p:cNvPr>
            <p:cNvSpPr>
              <a:spLocks noGrp="1"/>
            </p:cNvSpPr>
            <p:nvPr/>
          </p:nvSpPr>
          <p:spPr>
            <a:xfrm>
              <a:off x="22896513" y="6263878"/>
              <a:ext cx="236680" cy="6096"/>
            </a:xfrm>
            <a:prstGeom prst="rect">
              <a:avLst/>
            </a:prstGeom>
            <a:solidFill>
              <a:srgbClr val="DCE8ED"/>
            </a:solidFill>
            <a:ln w="0">
              <a:noFill/>
              <a:prstDash val="solid"/>
            </a:ln>
          </p:spPr>
        </p:sp>
        <p:sp>
          <p:nvSpPr>
            <p:cNvPr id="5027" name="dense-map-8-cell-149">
              <a:extLst>
                <a:ext uri="{FF2B5EF4-FFF2-40B4-BE49-F238E27FC236}">
                  <a16:creationId xmlns:a16="http://schemas.microsoft.com/office/drawing/2014/main" id="{14B9C13F-C3E3-4B7B-9691-63D193073827}"/>
                </a:ext>
              </a:extLst>
            </p:cNvPr>
            <p:cNvSpPr>
              <a:spLocks noGrp="1"/>
            </p:cNvSpPr>
            <p:nvPr/>
          </p:nvSpPr>
          <p:spPr>
            <a:xfrm>
              <a:off x="22896513" y="6269831"/>
              <a:ext cx="236680" cy="6096"/>
            </a:xfrm>
            <a:prstGeom prst="rect">
              <a:avLst/>
            </a:prstGeom>
            <a:solidFill>
              <a:srgbClr val="DCE8ED"/>
            </a:solidFill>
            <a:ln w="0">
              <a:noFill/>
              <a:prstDash val="solid"/>
            </a:ln>
          </p:spPr>
        </p:sp>
        <p:sp>
          <p:nvSpPr>
            <p:cNvPr id="5028" name="dense-map-8-cell-148">
              <a:extLst>
                <a:ext uri="{FF2B5EF4-FFF2-40B4-BE49-F238E27FC236}">
                  <a16:creationId xmlns:a16="http://schemas.microsoft.com/office/drawing/2014/main" id="{D6062574-2990-44E9-87AD-37025AABD2A5}"/>
                </a:ext>
              </a:extLst>
            </p:cNvPr>
            <p:cNvSpPr>
              <a:spLocks noGrp="1"/>
            </p:cNvSpPr>
            <p:nvPr/>
          </p:nvSpPr>
          <p:spPr>
            <a:xfrm>
              <a:off x="22896513" y="6275784"/>
              <a:ext cx="236680" cy="6096"/>
            </a:xfrm>
            <a:prstGeom prst="rect">
              <a:avLst/>
            </a:prstGeom>
            <a:solidFill>
              <a:srgbClr val="DCE8ED"/>
            </a:solidFill>
            <a:ln w="0">
              <a:noFill/>
              <a:prstDash val="solid"/>
            </a:ln>
          </p:spPr>
        </p:sp>
        <p:sp>
          <p:nvSpPr>
            <p:cNvPr id="5029" name="dense-map-8-cell-147">
              <a:extLst>
                <a:ext uri="{FF2B5EF4-FFF2-40B4-BE49-F238E27FC236}">
                  <a16:creationId xmlns:a16="http://schemas.microsoft.com/office/drawing/2014/main" id="{06493D8C-A3D8-419E-8189-5B679008D0AD}"/>
                </a:ext>
              </a:extLst>
            </p:cNvPr>
            <p:cNvSpPr>
              <a:spLocks noGrp="1"/>
            </p:cNvSpPr>
            <p:nvPr/>
          </p:nvSpPr>
          <p:spPr>
            <a:xfrm>
              <a:off x="22896513" y="6281738"/>
              <a:ext cx="236680" cy="6096"/>
            </a:xfrm>
            <a:prstGeom prst="rect">
              <a:avLst/>
            </a:prstGeom>
            <a:solidFill>
              <a:srgbClr val="DCE8ED"/>
            </a:solidFill>
            <a:ln w="0">
              <a:noFill/>
              <a:prstDash val="solid"/>
            </a:ln>
          </p:spPr>
        </p:sp>
        <p:sp>
          <p:nvSpPr>
            <p:cNvPr id="5030" name="dense-map-8-cell-146">
              <a:extLst>
                <a:ext uri="{FF2B5EF4-FFF2-40B4-BE49-F238E27FC236}">
                  <a16:creationId xmlns:a16="http://schemas.microsoft.com/office/drawing/2014/main" id="{0F1E08B1-F157-41A8-B960-ACC943E9D718}"/>
                </a:ext>
              </a:extLst>
            </p:cNvPr>
            <p:cNvSpPr>
              <a:spLocks noGrp="1"/>
            </p:cNvSpPr>
            <p:nvPr/>
          </p:nvSpPr>
          <p:spPr>
            <a:xfrm>
              <a:off x="22896513" y="6287691"/>
              <a:ext cx="236680" cy="6096"/>
            </a:xfrm>
            <a:prstGeom prst="rect">
              <a:avLst/>
            </a:prstGeom>
            <a:solidFill>
              <a:srgbClr val="DCE8ED"/>
            </a:solidFill>
            <a:ln w="0">
              <a:noFill/>
              <a:prstDash val="solid"/>
            </a:ln>
          </p:spPr>
        </p:sp>
        <p:sp>
          <p:nvSpPr>
            <p:cNvPr id="5031" name="dense-map-8-cell-145">
              <a:extLst>
                <a:ext uri="{FF2B5EF4-FFF2-40B4-BE49-F238E27FC236}">
                  <a16:creationId xmlns:a16="http://schemas.microsoft.com/office/drawing/2014/main" id="{C2A4D925-135E-4251-8DBF-587B9DB52478}"/>
                </a:ext>
              </a:extLst>
            </p:cNvPr>
            <p:cNvSpPr>
              <a:spLocks noGrp="1"/>
            </p:cNvSpPr>
            <p:nvPr/>
          </p:nvSpPr>
          <p:spPr>
            <a:xfrm>
              <a:off x="22896513" y="6293644"/>
              <a:ext cx="236680" cy="6096"/>
            </a:xfrm>
            <a:prstGeom prst="rect">
              <a:avLst/>
            </a:prstGeom>
            <a:solidFill>
              <a:srgbClr val="DCE8ED"/>
            </a:solidFill>
            <a:ln w="0">
              <a:noFill/>
              <a:prstDash val="solid"/>
            </a:ln>
          </p:spPr>
        </p:sp>
        <p:sp>
          <p:nvSpPr>
            <p:cNvPr id="5032" name="dense-map-8-cell-144">
              <a:extLst>
                <a:ext uri="{FF2B5EF4-FFF2-40B4-BE49-F238E27FC236}">
                  <a16:creationId xmlns:a16="http://schemas.microsoft.com/office/drawing/2014/main" id="{C323E3FF-34ED-4C72-9C1C-BACD8D50F621}"/>
                </a:ext>
              </a:extLst>
            </p:cNvPr>
            <p:cNvSpPr>
              <a:spLocks noGrp="1"/>
            </p:cNvSpPr>
            <p:nvPr/>
          </p:nvSpPr>
          <p:spPr>
            <a:xfrm>
              <a:off x="22896513" y="6299597"/>
              <a:ext cx="236680" cy="6096"/>
            </a:xfrm>
            <a:prstGeom prst="rect">
              <a:avLst/>
            </a:prstGeom>
            <a:solidFill>
              <a:srgbClr val="DCE8ED"/>
            </a:solidFill>
            <a:ln w="0">
              <a:noFill/>
              <a:prstDash val="solid"/>
            </a:ln>
          </p:spPr>
        </p:sp>
        <p:sp>
          <p:nvSpPr>
            <p:cNvPr id="5033" name="dense-map-8-cell-143">
              <a:extLst>
                <a:ext uri="{FF2B5EF4-FFF2-40B4-BE49-F238E27FC236}">
                  <a16:creationId xmlns:a16="http://schemas.microsoft.com/office/drawing/2014/main" id="{5E79EDD2-D040-42ED-98C4-E5155C70D124}"/>
                </a:ext>
              </a:extLst>
            </p:cNvPr>
            <p:cNvSpPr>
              <a:spLocks noGrp="1"/>
            </p:cNvSpPr>
            <p:nvPr/>
          </p:nvSpPr>
          <p:spPr>
            <a:xfrm>
              <a:off x="22896513" y="6305550"/>
              <a:ext cx="236680" cy="6096"/>
            </a:xfrm>
            <a:prstGeom prst="rect">
              <a:avLst/>
            </a:prstGeom>
            <a:solidFill>
              <a:srgbClr val="DCE8ED"/>
            </a:solidFill>
            <a:ln w="0">
              <a:noFill/>
              <a:prstDash val="solid"/>
            </a:ln>
          </p:spPr>
        </p:sp>
        <p:sp>
          <p:nvSpPr>
            <p:cNvPr id="5034" name="dense-map-8-cell-142">
              <a:extLst>
                <a:ext uri="{FF2B5EF4-FFF2-40B4-BE49-F238E27FC236}">
                  <a16:creationId xmlns:a16="http://schemas.microsoft.com/office/drawing/2014/main" id="{6B640377-F343-40A6-9E74-817676139781}"/>
                </a:ext>
              </a:extLst>
            </p:cNvPr>
            <p:cNvSpPr>
              <a:spLocks noGrp="1"/>
            </p:cNvSpPr>
            <p:nvPr/>
          </p:nvSpPr>
          <p:spPr>
            <a:xfrm>
              <a:off x="22896513" y="6311503"/>
              <a:ext cx="236680" cy="6096"/>
            </a:xfrm>
            <a:prstGeom prst="rect">
              <a:avLst/>
            </a:prstGeom>
            <a:solidFill>
              <a:srgbClr val="DBE7EC"/>
            </a:solidFill>
            <a:ln w="0">
              <a:noFill/>
              <a:prstDash val="solid"/>
            </a:ln>
          </p:spPr>
        </p:sp>
        <p:sp>
          <p:nvSpPr>
            <p:cNvPr id="5035" name="dense-map-8-cell-141">
              <a:extLst>
                <a:ext uri="{FF2B5EF4-FFF2-40B4-BE49-F238E27FC236}">
                  <a16:creationId xmlns:a16="http://schemas.microsoft.com/office/drawing/2014/main" id="{16B9EEA5-D685-4F05-833D-1AA4D32D25A1}"/>
                </a:ext>
              </a:extLst>
            </p:cNvPr>
            <p:cNvSpPr>
              <a:spLocks noGrp="1"/>
            </p:cNvSpPr>
            <p:nvPr/>
          </p:nvSpPr>
          <p:spPr>
            <a:xfrm>
              <a:off x="22896513" y="6317456"/>
              <a:ext cx="236680" cy="6096"/>
            </a:xfrm>
            <a:prstGeom prst="rect">
              <a:avLst/>
            </a:prstGeom>
            <a:solidFill>
              <a:srgbClr val="D1E1E3"/>
            </a:solidFill>
            <a:ln w="0">
              <a:noFill/>
              <a:prstDash val="solid"/>
            </a:ln>
          </p:spPr>
        </p:sp>
        <p:sp>
          <p:nvSpPr>
            <p:cNvPr id="5036" name="dense-map-8-cell-140">
              <a:extLst>
                <a:ext uri="{FF2B5EF4-FFF2-40B4-BE49-F238E27FC236}">
                  <a16:creationId xmlns:a16="http://schemas.microsoft.com/office/drawing/2014/main" id="{641A8443-CC6D-4B84-90F9-C492C7FD884A}"/>
                </a:ext>
              </a:extLst>
            </p:cNvPr>
            <p:cNvSpPr>
              <a:spLocks noGrp="1"/>
            </p:cNvSpPr>
            <p:nvPr/>
          </p:nvSpPr>
          <p:spPr>
            <a:xfrm>
              <a:off x="22896513" y="6323409"/>
              <a:ext cx="236680" cy="6096"/>
            </a:xfrm>
            <a:prstGeom prst="rect">
              <a:avLst/>
            </a:prstGeom>
            <a:solidFill>
              <a:srgbClr val="DAC5B1"/>
            </a:solidFill>
            <a:ln w="0">
              <a:noFill/>
              <a:prstDash val="solid"/>
            </a:ln>
          </p:spPr>
        </p:sp>
        <p:sp>
          <p:nvSpPr>
            <p:cNvPr id="5037" name="dense-map-8-cell-139">
              <a:extLst>
                <a:ext uri="{FF2B5EF4-FFF2-40B4-BE49-F238E27FC236}">
                  <a16:creationId xmlns:a16="http://schemas.microsoft.com/office/drawing/2014/main" id="{873208E9-37A5-495B-93B7-C732E5FDD4EC}"/>
                </a:ext>
              </a:extLst>
            </p:cNvPr>
            <p:cNvSpPr>
              <a:spLocks noGrp="1"/>
            </p:cNvSpPr>
            <p:nvPr/>
          </p:nvSpPr>
          <p:spPr>
            <a:xfrm>
              <a:off x="22896513" y="6329363"/>
              <a:ext cx="236680" cy="6096"/>
            </a:xfrm>
            <a:prstGeom prst="rect">
              <a:avLst/>
            </a:prstGeom>
            <a:solidFill>
              <a:srgbClr val="D9AB84"/>
            </a:solidFill>
            <a:ln w="0">
              <a:noFill/>
              <a:prstDash val="solid"/>
            </a:ln>
          </p:spPr>
        </p:sp>
        <p:sp>
          <p:nvSpPr>
            <p:cNvPr id="5038" name="dense-map-8-cell-138">
              <a:extLst>
                <a:ext uri="{FF2B5EF4-FFF2-40B4-BE49-F238E27FC236}">
                  <a16:creationId xmlns:a16="http://schemas.microsoft.com/office/drawing/2014/main" id="{06EEDDC9-4184-43B2-A12B-8A4E5F309AEA}"/>
                </a:ext>
              </a:extLst>
            </p:cNvPr>
            <p:cNvSpPr>
              <a:spLocks noGrp="1"/>
            </p:cNvSpPr>
            <p:nvPr/>
          </p:nvSpPr>
          <p:spPr>
            <a:xfrm>
              <a:off x="22896513" y="6335316"/>
              <a:ext cx="236680" cy="6096"/>
            </a:xfrm>
            <a:prstGeom prst="rect">
              <a:avLst/>
            </a:prstGeom>
            <a:solidFill>
              <a:srgbClr val="D89056"/>
            </a:solidFill>
            <a:ln w="0">
              <a:noFill/>
              <a:prstDash val="solid"/>
            </a:ln>
          </p:spPr>
        </p:sp>
        <p:sp>
          <p:nvSpPr>
            <p:cNvPr id="5039" name="dense-map-8-cell-137">
              <a:extLst>
                <a:ext uri="{FF2B5EF4-FFF2-40B4-BE49-F238E27FC236}">
                  <a16:creationId xmlns:a16="http://schemas.microsoft.com/office/drawing/2014/main" id="{1CB1F5D9-CC88-4A5D-9859-7F9842F6436F}"/>
                </a:ext>
              </a:extLst>
            </p:cNvPr>
            <p:cNvSpPr>
              <a:spLocks noGrp="1"/>
            </p:cNvSpPr>
            <p:nvPr/>
          </p:nvSpPr>
          <p:spPr>
            <a:xfrm>
              <a:off x="22896513" y="6341269"/>
              <a:ext cx="236680" cy="6096"/>
            </a:xfrm>
            <a:prstGeom prst="rect">
              <a:avLst/>
            </a:prstGeom>
            <a:solidFill>
              <a:srgbClr val="D6782D"/>
            </a:solidFill>
            <a:ln w="0">
              <a:noFill/>
              <a:prstDash val="solid"/>
            </a:ln>
          </p:spPr>
        </p:sp>
        <p:sp>
          <p:nvSpPr>
            <p:cNvPr id="5040" name="dense-map-8-cell-136">
              <a:extLst>
                <a:ext uri="{FF2B5EF4-FFF2-40B4-BE49-F238E27FC236}">
                  <a16:creationId xmlns:a16="http://schemas.microsoft.com/office/drawing/2014/main" id="{FD7CCA9B-D743-45D1-8BBA-8444BDC44433}"/>
                </a:ext>
              </a:extLst>
            </p:cNvPr>
            <p:cNvSpPr>
              <a:spLocks noGrp="1"/>
            </p:cNvSpPr>
            <p:nvPr/>
          </p:nvSpPr>
          <p:spPr>
            <a:xfrm>
              <a:off x="22896513" y="6347222"/>
              <a:ext cx="236680" cy="6096"/>
            </a:xfrm>
            <a:prstGeom prst="rect">
              <a:avLst/>
            </a:prstGeom>
            <a:solidFill>
              <a:srgbClr val="D5660E"/>
            </a:solidFill>
            <a:ln w="0">
              <a:noFill/>
              <a:prstDash val="solid"/>
            </a:ln>
          </p:spPr>
        </p:sp>
        <p:sp>
          <p:nvSpPr>
            <p:cNvPr id="5041" name="dense-map-8-cell-135">
              <a:extLst>
                <a:ext uri="{FF2B5EF4-FFF2-40B4-BE49-F238E27FC236}">
                  <a16:creationId xmlns:a16="http://schemas.microsoft.com/office/drawing/2014/main" id="{730DE3E8-4731-4423-9949-9112EB82E399}"/>
                </a:ext>
              </a:extLst>
            </p:cNvPr>
            <p:cNvSpPr>
              <a:spLocks noGrp="1"/>
            </p:cNvSpPr>
            <p:nvPr/>
          </p:nvSpPr>
          <p:spPr>
            <a:xfrm>
              <a:off x="22896513" y="6353175"/>
              <a:ext cx="236680" cy="6096"/>
            </a:xfrm>
            <a:prstGeom prst="rect">
              <a:avLst/>
            </a:prstGeom>
            <a:solidFill>
              <a:srgbClr val="D55E00"/>
            </a:solidFill>
            <a:ln w="0">
              <a:noFill/>
              <a:prstDash val="solid"/>
            </a:ln>
          </p:spPr>
        </p:sp>
        <p:sp>
          <p:nvSpPr>
            <p:cNvPr id="5042" name="dense-map-8-cell-134">
              <a:extLst>
                <a:ext uri="{FF2B5EF4-FFF2-40B4-BE49-F238E27FC236}">
                  <a16:creationId xmlns:a16="http://schemas.microsoft.com/office/drawing/2014/main" id="{28C9934E-2B35-48AA-BBDD-8E31B0A56938}"/>
                </a:ext>
              </a:extLst>
            </p:cNvPr>
            <p:cNvSpPr>
              <a:spLocks noGrp="1"/>
            </p:cNvSpPr>
            <p:nvPr/>
          </p:nvSpPr>
          <p:spPr>
            <a:xfrm>
              <a:off x="22896513" y="6359128"/>
              <a:ext cx="236680" cy="6096"/>
            </a:xfrm>
            <a:prstGeom prst="rect">
              <a:avLst/>
            </a:prstGeom>
            <a:solidFill>
              <a:srgbClr val="D55E00"/>
            </a:solidFill>
            <a:ln w="0">
              <a:noFill/>
              <a:prstDash val="solid"/>
            </a:ln>
          </p:spPr>
        </p:sp>
        <p:sp>
          <p:nvSpPr>
            <p:cNvPr id="5043" name="dense-map-8-cell-133">
              <a:extLst>
                <a:ext uri="{FF2B5EF4-FFF2-40B4-BE49-F238E27FC236}">
                  <a16:creationId xmlns:a16="http://schemas.microsoft.com/office/drawing/2014/main" id="{7109ACA7-9874-4BA5-B2A5-A90767347F25}"/>
                </a:ext>
              </a:extLst>
            </p:cNvPr>
            <p:cNvSpPr>
              <a:spLocks noGrp="1"/>
            </p:cNvSpPr>
            <p:nvPr/>
          </p:nvSpPr>
          <p:spPr>
            <a:xfrm>
              <a:off x="22896513" y="6365081"/>
              <a:ext cx="236680" cy="6096"/>
            </a:xfrm>
            <a:prstGeom prst="rect">
              <a:avLst/>
            </a:prstGeom>
            <a:solidFill>
              <a:srgbClr val="D55E00"/>
            </a:solidFill>
            <a:ln w="0">
              <a:noFill/>
              <a:prstDash val="solid"/>
            </a:ln>
          </p:spPr>
        </p:sp>
        <p:sp>
          <p:nvSpPr>
            <p:cNvPr id="5044" name="dense-map-8-cell-132">
              <a:extLst>
                <a:ext uri="{FF2B5EF4-FFF2-40B4-BE49-F238E27FC236}">
                  <a16:creationId xmlns:a16="http://schemas.microsoft.com/office/drawing/2014/main" id="{628A39B2-8FD4-4E5C-9302-D8303962E2AB}"/>
                </a:ext>
              </a:extLst>
            </p:cNvPr>
            <p:cNvSpPr>
              <a:spLocks noGrp="1"/>
            </p:cNvSpPr>
            <p:nvPr/>
          </p:nvSpPr>
          <p:spPr>
            <a:xfrm>
              <a:off x="22896513" y="6371034"/>
              <a:ext cx="236680" cy="6096"/>
            </a:xfrm>
            <a:prstGeom prst="rect">
              <a:avLst/>
            </a:prstGeom>
            <a:solidFill>
              <a:srgbClr val="D55E00"/>
            </a:solidFill>
            <a:ln w="0">
              <a:noFill/>
              <a:prstDash val="solid"/>
            </a:ln>
          </p:spPr>
        </p:sp>
        <p:sp>
          <p:nvSpPr>
            <p:cNvPr id="5045" name="dense-map-8-cell-131">
              <a:extLst>
                <a:ext uri="{FF2B5EF4-FFF2-40B4-BE49-F238E27FC236}">
                  <a16:creationId xmlns:a16="http://schemas.microsoft.com/office/drawing/2014/main" id="{7F8801F7-72AC-4237-916F-354E510EFA69}"/>
                </a:ext>
              </a:extLst>
            </p:cNvPr>
            <p:cNvSpPr>
              <a:spLocks noGrp="1"/>
            </p:cNvSpPr>
            <p:nvPr/>
          </p:nvSpPr>
          <p:spPr>
            <a:xfrm>
              <a:off x="22896513" y="6376988"/>
              <a:ext cx="236680" cy="6096"/>
            </a:xfrm>
            <a:prstGeom prst="rect">
              <a:avLst/>
            </a:prstGeom>
            <a:solidFill>
              <a:srgbClr val="D55E00"/>
            </a:solidFill>
            <a:ln w="0">
              <a:noFill/>
              <a:prstDash val="solid"/>
            </a:ln>
          </p:spPr>
        </p:sp>
        <p:sp>
          <p:nvSpPr>
            <p:cNvPr id="5046" name="dense-map-8-cell-130">
              <a:extLst>
                <a:ext uri="{FF2B5EF4-FFF2-40B4-BE49-F238E27FC236}">
                  <a16:creationId xmlns:a16="http://schemas.microsoft.com/office/drawing/2014/main" id="{57190774-0FC4-4BB9-8B83-13852DC31522}"/>
                </a:ext>
              </a:extLst>
            </p:cNvPr>
            <p:cNvSpPr>
              <a:spLocks noGrp="1"/>
            </p:cNvSpPr>
            <p:nvPr/>
          </p:nvSpPr>
          <p:spPr>
            <a:xfrm>
              <a:off x="22896513" y="6382941"/>
              <a:ext cx="236680" cy="6096"/>
            </a:xfrm>
            <a:prstGeom prst="rect">
              <a:avLst/>
            </a:prstGeom>
            <a:solidFill>
              <a:srgbClr val="D55E00"/>
            </a:solidFill>
            <a:ln w="0">
              <a:noFill/>
              <a:prstDash val="solid"/>
            </a:ln>
          </p:spPr>
        </p:sp>
        <p:sp>
          <p:nvSpPr>
            <p:cNvPr id="5047" name="dense-map-8-cell-129">
              <a:extLst>
                <a:ext uri="{FF2B5EF4-FFF2-40B4-BE49-F238E27FC236}">
                  <a16:creationId xmlns:a16="http://schemas.microsoft.com/office/drawing/2014/main" id="{C0D9F9AC-B0F9-4F45-9A1B-263BB52D4A1D}"/>
                </a:ext>
              </a:extLst>
            </p:cNvPr>
            <p:cNvSpPr>
              <a:spLocks noGrp="1"/>
            </p:cNvSpPr>
            <p:nvPr/>
          </p:nvSpPr>
          <p:spPr>
            <a:xfrm>
              <a:off x="22896513" y="6388894"/>
              <a:ext cx="236680" cy="6096"/>
            </a:xfrm>
            <a:prstGeom prst="rect">
              <a:avLst/>
            </a:prstGeom>
            <a:solidFill>
              <a:srgbClr val="D55E00"/>
            </a:solidFill>
            <a:ln w="0">
              <a:noFill/>
              <a:prstDash val="solid"/>
            </a:ln>
          </p:spPr>
        </p:sp>
        <p:sp>
          <p:nvSpPr>
            <p:cNvPr id="5048" name="dense-map-8-cell-128">
              <a:extLst>
                <a:ext uri="{FF2B5EF4-FFF2-40B4-BE49-F238E27FC236}">
                  <a16:creationId xmlns:a16="http://schemas.microsoft.com/office/drawing/2014/main" id="{78FC4CA3-4556-46A5-A22E-0E279D80D789}"/>
                </a:ext>
              </a:extLst>
            </p:cNvPr>
            <p:cNvSpPr>
              <a:spLocks noGrp="1"/>
            </p:cNvSpPr>
            <p:nvPr/>
          </p:nvSpPr>
          <p:spPr>
            <a:xfrm>
              <a:off x="22896513" y="6394847"/>
              <a:ext cx="236680" cy="6096"/>
            </a:xfrm>
            <a:prstGeom prst="rect">
              <a:avLst/>
            </a:prstGeom>
            <a:solidFill>
              <a:srgbClr val="D55E00"/>
            </a:solidFill>
            <a:ln w="0">
              <a:noFill/>
              <a:prstDash val="solid"/>
            </a:ln>
          </p:spPr>
        </p:sp>
        <p:sp>
          <p:nvSpPr>
            <p:cNvPr id="5049" name="dense-map-8-cell-127">
              <a:extLst>
                <a:ext uri="{FF2B5EF4-FFF2-40B4-BE49-F238E27FC236}">
                  <a16:creationId xmlns:a16="http://schemas.microsoft.com/office/drawing/2014/main" id="{EE699324-D1D9-45FF-BC87-AD840B57AD15}"/>
                </a:ext>
              </a:extLst>
            </p:cNvPr>
            <p:cNvSpPr>
              <a:spLocks noGrp="1"/>
            </p:cNvSpPr>
            <p:nvPr/>
          </p:nvSpPr>
          <p:spPr>
            <a:xfrm>
              <a:off x="22896513" y="6400800"/>
              <a:ext cx="236680" cy="6096"/>
            </a:xfrm>
            <a:prstGeom prst="rect">
              <a:avLst/>
            </a:prstGeom>
            <a:solidFill>
              <a:srgbClr val="D55E00"/>
            </a:solidFill>
            <a:ln w="0">
              <a:noFill/>
              <a:prstDash val="solid"/>
            </a:ln>
          </p:spPr>
        </p:sp>
        <p:sp>
          <p:nvSpPr>
            <p:cNvPr id="5050" name="dense-map-8-cell-126">
              <a:extLst>
                <a:ext uri="{FF2B5EF4-FFF2-40B4-BE49-F238E27FC236}">
                  <a16:creationId xmlns:a16="http://schemas.microsoft.com/office/drawing/2014/main" id="{954E1F62-D30B-4E96-81BD-E21D7E926DAA}"/>
                </a:ext>
              </a:extLst>
            </p:cNvPr>
            <p:cNvSpPr>
              <a:spLocks noGrp="1"/>
            </p:cNvSpPr>
            <p:nvPr/>
          </p:nvSpPr>
          <p:spPr>
            <a:xfrm>
              <a:off x="22896513" y="6406753"/>
              <a:ext cx="236680" cy="6096"/>
            </a:xfrm>
            <a:prstGeom prst="rect">
              <a:avLst/>
            </a:prstGeom>
            <a:solidFill>
              <a:srgbClr val="D55E00"/>
            </a:solidFill>
            <a:ln w="0">
              <a:noFill/>
              <a:prstDash val="solid"/>
            </a:ln>
          </p:spPr>
        </p:sp>
        <p:sp>
          <p:nvSpPr>
            <p:cNvPr id="5051" name="dense-map-8-cell-125">
              <a:extLst>
                <a:ext uri="{FF2B5EF4-FFF2-40B4-BE49-F238E27FC236}">
                  <a16:creationId xmlns:a16="http://schemas.microsoft.com/office/drawing/2014/main" id="{5DFD0E65-837C-49B7-A788-EE49DF5380D2}"/>
                </a:ext>
              </a:extLst>
            </p:cNvPr>
            <p:cNvSpPr>
              <a:spLocks noGrp="1"/>
            </p:cNvSpPr>
            <p:nvPr/>
          </p:nvSpPr>
          <p:spPr>
            <a:xfrm>
              <a:off x="22896513" y="6412706"/>
              <a:ext cx="236680" cy="6096"/>
            </a:xfrm>
            <a:prstGeom prst="rect">
              <a:avLst/>
            </a:prstGeom>
            <a:solidFill>
              <a:srgbClr val="D55E00"/>
            </a:solidFill>
            <a:ln w="0">
              <a:noFill/>
              <a:prstDash val="solid"/>
            </a:ln>
          </p:spPr>
        </p:sp>
        <p:sp>
          <p:nvSpPr>
            <p:cNvPr id="5052" name="dense-map-8-cell-124">
              <a:extLst>
                <a:ext uri="{FF2B5EF4-FFF2-40B4-BE49-F238E27FC236}">
                  <a16:creationId xmlns:a16="http://schemas.microsoft.com/office/drawing/2014/main" id="{645597D0-AC21-4579-ABA6-6B6FC8020F45}"/>
                </a:ext>
              </a:extLst>
            </p:cNvPr>
            <p:cNvSpPr>
              <a:spLocks noGrp="1"/>
            </p:cNvSpPr>
            <p:nvPr/>
          </p:nvSpPr>
          <p:spPr>
            <a:xfrm>
              <a:off x="22896513" y="6418659"/>
              <a:ext cx="236680" cy="6096"/>
            </a:xfrm>
            <a:prstGeom prst="rect">
              <a:avLst/>
            </a:prstGeom>
            <a:solidFill>
              <a:srgbClr val="D55E00"/>
            </a:solidFill>
            <a:ln w="0">
              <a:noFill/>
              <a:prstDash val="solid"/>
            </a:ln>
          </p:spPr>
        </p:sp>
        <p:sp>
          <p:nvSpPr>
            <p:cNvPr id="5053" name="dense-map-8-cell-123">
              <a:extLst>
                <a:ext uri="{FF2B5EF4-FFF2-40B4-BE49-F238E27FC236}">
                  <a16:creationId xmlns:a16="http://schemas.microsoft.com/office/drawing/2014/main" id="{01F5C722-6072-4464-B06C-BA2FD6C0F0A9}"/>
                </a:ext>
              </a:extLst>
            </p:cNvPr>
            <p:cNvSpPr>
              <a:spLocks noGrp="1"/>
            </p:cNvSpPr>
            <p:nvPr/>
          </p:nvSpPr>
          <p:spPr>
            <a:xfrm>
              <a:off x="22896513" y="6424613"/>
              <a:ext cx="236680" cy="6096"/>
            </a:xfrm>
            <a:prstGeom prst="rect">
              <a:avLst/>
            </a:prstGeom>
            <a:solidFill>
              <a:srgbClr val="D55E00"/>
            </a:solidFill>
            <a:ln w="0">
              <a:noFill/>
              <a:prstDash val="solid"/>
            </a:ln>
          </p:spPr>
        </p:sp>
        <p:sp>
          <p:nvSpPr>
            <p:cNvPr id="5054" name="dense-map-8-cell-122">
              <a:extLst>
                <a:ext uri="{FF2B5EF4-FFF2-40B4-BE49-F238E27FC236}">
                  <a16:creationId xmlns:a16="http://schemas.microsoft.com/office/drawing/2014/main" id="{FA1CCD2D-DA3E-4D50-95B6-2FD0C1C0818E}"/>
                </a:ext>
              </a:extLst>
            </p:cNvPr>
            <p:cNvSpPr>
              <a:spLocks noGrp="1"/>
            </p:cNvSpPr>
            <p:nvPr/>
          </p:nvSpPr>
          <p:spPr>
            <a:xfrm>
              <a:off x="22896513" y="6430566"/>
              <a:ext cx="236680" cy="6096"/>
            </a:xfrm>
            <a:prstGeom prst="rect">
              <a:avLst/>
            </a:prstGeom>
            <a:solidFill>
              <a:srgbClr val="D55E00"/>
            </a:solidFill>
            <a:ln w="0">
              <a:noFill/>
              <a:prstDash val="solid"/>
            </a:ln>
          </p:spPr>
        </p:sp>
        <p:sp>
          <p:nvSpPr>
            <p:cNvPr id="5055" name="dense-map-8-cell-121">
              <a:extLst>
                <a:ext uri="{FF2B5EF4-FFF2-40B4-BE49-F238E27FC236}">
                  <a16:creationId xmlns:a16="http://schemas.microsoft.com/office/drawing/2014/main" id="{09DF9B1A-A35E-48BC-8B20-AC51717052CA}"/>
                </a:ext>
              </a:extLst>
            </p:cNvPr>
            <p:cNvSpPr>
              <a:spLocks noGrp="1"/>
            </p:cNvSpPr>
            <p:nvPr/>
          </p:nvSpPr>
          <p:spPr>
            <a:xfrm>
              <a:off x="22896513" y="6436519"/>
              <a:ext cx="236680" cy="6096"/>
            </a:xfrm>
            <a:prstGeom prst="rect">
              <a:avLst/>
            </a:prstGeom>
            <a:solidFill>
              <a:srgbClr val="D55E00"/>
            </a:solidFill>
            <a:ln w="0">
              <a:noFill/>
              <a:prstDash val="solid"/>
            </a:ln>
          </p:spPr>
        </p:sp>
        <p:sp>
          <p:nvSpPr>
            <p:cNvPr id="5056" name="dense-map-8-cell-120">
              <a:extLst>
                <a:ext uri="{FF2B5EF4-FFF2-40B4-BE49-F238E27FC236}">
                  <a16:creationId xmlns:a16="http://schemas.microsoft.com/office/drawing/2014/main" id="{DFDA466C-4C74-4BF4-BE3F-5E87FB0D3465}"/>
                </a:ext>
              </a:extLst>
            </p:cNvPr>
            <p:cNvSpPr>
              <a:spLocks noGrp="1"/>
            </p:cNvSpPr>
            <p:nvPr/>
          </p:nvSpPr>
          <p:spPr>
            <a:xfrm>
              <a:off x="22896513" y="6442472"/>
              <a:ext cx="236680" cy="6096"/>
            </a:xfrm>
            <a:prstGeom prst="rect">
              <a:avLst/>
            </a:prstGeom>
            <a:solidFill>
              <a:srgbClr val="D56207"/>
            </a:solidFill>
            <a:ln w="0">
              <a:noFill/>
              <a:prstDash val="solid"/>
            </a:ln>
          </p:spPr>
        </p:sp>
        <p:sp>
          <p:nvSpPr>
            <p:cNvPr id="5057" name="dense-map-8-cell-119">
              <a:extLst>
                <a:ext uri="{FF2B5EF4-FFF2-40B4-BE49-F238E27FC236}">
                  <a16:creationId xmlns:a16="http://schemas.microsoft.com/office/drawing/2014/main" id="{91E731E8-3448-4F47-B01E-CEEA1EE934D5}"/>
                </a:ext>
              </a:extLst>
            </p:cNvPr>
            <p:cNvSpPr>
              <a:spLocks noGrp="1"/>
            </p:cNvSpPr>
            <p:nvPr/>
          </p:nvSpPr>
          <p:spPr>
            <a:xfrm>
              <a:off x="22896513" y="6448425"/>
              <a:ext cx="236680" cy="6096"/>
            </a:xfrm>
            <a:prstGeom prst="rect">
              <a:avLst/>
            </a:prstGeom>
            <a:solidFill>
              <a:srgbClr val="D66E1B"/>
            </a:solidFill>
            <a:ln w="0">
              <a:noFill/>
              <a:prstDash val="solid"/>
            </a:ln>
          </p:spPr>
        </p:sp>
        <p:sp>
          <p:nvSpPr>
            <p:cNvPr id="5058" name="dense-map-8-cell-118">
              <a:extLst>
                <a:ext uri="{FF2B5EF4-FFF2-40B4-BE49-F238E27FC236}">
                  <a16:creationId xmlns:a16="http://schemas.microsoft.com/office/drawing/2014/main" id="{C4251340-52F3-4843-81EF-6BB032A29560}"/>
                </a:ext>
              </a:extLst>
            </p:cNvPr>
            <p:cNvSpPr>
              <a:spLocks noGrp="1"/>
            </p:cNvSpPr>
            <p:nvPr/>
          </p:nvSpPr>
          <p:spPr>
            <a:xfrm>
              <a:off x="22896513" y="6454378"/>
              <a:ext cx="236680" cy="6096"/>
            </a:xfrm>
            <a:prstGeom prst="rect">
              <a:avLst/>
            </a:prstGeom>
            <a:solidFill>
              <a:srgbClr val="D77E36"/>
            </a:solidFill>
            <a:ln w="0">
              <a:noFill/>
              <a:prstDash val="solid"/>
            </a:ln>
          </p:spPr>
        </p:sp>
        <p:sp>
          <p:nvSpPr>
            <p:cNvPr id="5059" name="dense-map-8-cell-117">
              <a:extLst>
                <a:ext uri="{FF2B5EF4-FFF2-40B4-BE49-F238E27FC236}">
                  <a16:creationId xmlns:a16="http://schemas.microsoft.com/office/drawing/2014/main" id="{C7A9F09B-7774-4D90-898D-8C6191608788}"/>
                </a:ext>
              </a:extLst>
            </p:cNvPr>
            <p:cNvSpPr>
              <a:spLocks noGrp="1"/>
            </p:cNvSpPr>
            <p:nvPr/>
          </p:nvSpPr>
          <p:spPr>
            <a:xfrm>
              <a:off x="22896513" y="6460331"/>
              <a:ext cx="236680" cy="6096"/>
            </a:xfrm>
            <a:prstGeom prst="rect">
              <a:avLst/>
            </a:prstGeom>
            <a:solidFill>
              <a:srgbClr val="9EAFB2"/>
            </a:solidFill>
            <a:ln w="0">
              <a:noFill/>
              <a:prstDash val="solid"/>
            </a:ln>
          </p:spPr>
        </p:sp>
        <p:sp>
          <p:nvSpPr>
            <p:cNvPr id="5060" name="dense-map-8-cell-116">
              <a:extLst>
                <a:ext uri="{FF2B5EF4-FFF2-40B4-BE49-F238E27FC236}">
                  <a16:creationId xmlns:a16="http://schemas.microsoft.com/office/drawing/2014/main" id="{B727A858-E7BE-4E4F-8346-B74E288CF5FB}"/>
                </a:ext>
              </a:extLst>
            </p:cNvPr>
            <p:cNvSpPr>
              <a:spLocks noGrp="1"/>
            </p:cNvSpPr>
            <p:nvPr/>
          </p:nvSpPr>
          <p:spPr>
            <a:xfrm>
              <a:off x="22896513" y="6466284"/>
              <a:ext cx="236680" cy="6096"/>
            </a:xfrm>
            <a:prstGeom prst="rect">
              <a:avLst/>
            </a:prstGeom>
            <a:solidFill>
              <a:srgbClr val="AEB2C1"/>
            </a:solidFill>
            <a:ln w="0">
              <a:noFill/>
              <a:prstDash val="solid"/>
            </a:ln>
          </p:spPr>
        </p:sp>
        <p:sp>
          <p:nvSpPr>
            <p:cNvPr id="5061" name="dense-map-8-cell-115">
              <a:extLst>
                <a:ext uri="{FF2B5EF4-FFF2-40B4-BE49-F238E27FC236}">
                  <a16:creationId xmlns:a16="http://schemas.microsoft.com/office/drawing/2014/main" id="{4B671607-544A-478D-A826-584A382C07E3}"/>
                </a:ext>
              </a:extLst>
            </p:cNvPr>
            <p:cNvSpPr>
              <a:spLocks noGrp="1"/>
            </p:cNvSpPr>
            <p:nvPr/>
          </p:nvSpPr>
          <p:spPr>
            <a:xfrm>
              <a:off x="22896513" y="6472238"/>
              <a:ext cx="236680" cy="6096"/>
            </a:xfrm>
            <a:prstGeom prst="rect">
              <a:avLst/>
            </a:prstGeom>
            <a:solidFill>
              <a:srgbClr val="6FC3B0"/>
            </a:solidFill>
            <a:ln w="0">
              <a:noFill/>
              <a:prstDash val="solid"/>
            </a:ln>
          </p:spPr>
        </p:sp>
        <p:sp>
          <p:nvSpPr>
            <p:cNvPr id="5062" name="dense-map-8-cell-114">
              <a:extLst>
                <a:ext uri="{FF2B5EF4-FFF2-40B4-BE49-F238E27FC236}">
                  <a16:creationId xmlns:a16="http://schemas.microsoft.com/office/drawing/2014/main" id="{69016A39-314B-41E8-A052-718F16511A64}"/>
                </a:ext>
              </a:extLst>
            </p:cNvPr>
            <p:cNvSpPr>
              <a:spLocks noGrp="1"/>
            </p:cNvSpPr>
            <p:nvPr/>
          </p:nvSpPr>
          <p:spPr>
            <a:xfrm>
              <a:off x="22896513" y="6478191"/>
              <a:ext cx="236680" cy="6096"/>
            </a:xfrm>
            <a:prstGeom prst="rect">
              <a:avLst/>
            </a:prstGeom>
            <a:solidFill>
              <a:srgbClr val="7EC8B9"/>
            </a:solidFill>
            <a:ln w="0">
              <a:noFill/>
              <a:prstDash val="solid"/>
            </a:ln>
          </p:spPr>
        </p:sp>
        <p:sp>
          <p:nvSpPr>
            <p:cNvPr id="5063" name="dense-map-8-cell-113">
              <a:extLst>
                <a:ext uri="{FF2B5EF4-FFF2-40B4-BE49-F238E27FC236}">
                  <a16:creationId xmlns:a16="http://schemas.microsoft.com/office/drawing/2014/main" id="{177FBA43-A64C-488E-BDBA-6CD69DA16D14}"/>
                </a:ext>
              </a:extLst>
            </p:cNvPr>
            <p:cNvSpPr>
              <a:spLocks noGrp="1"/>
            </p:cNvSpPr>
            <p:nvPr/>
          </p:nvSpPr>
          <p:spPr>
            <a:xfrm>
              <a:off x="22896513" y="6484144"/>
              <a:ext cx="236680" cy="6096"/>
            </a:xfrm>
            <a:prstGeom prst="rect">
              <a:avLst/>
            </a:prstGeom>
            <a:solidFill>
              <a:srgbClr val="81C9BA"/>
            </a:solidFill>
            <a:ln w="0">
              <a:noFill/>
              <a:prstDash val="solid"/>
            </a:ln>
          </p:spPr>
        </p:sp>
        <p:sp>
          <p:nvSpPr>
            <p:cNvPr id="5064" name="dense-map-8-cell-112">
              <a:extLst>
                <a:ext uri="{FF2B5EF4-FFF2-40B4-BE49-F238E27FC236}">
                  <a16:creationId xmlns:a16="http://schemas.microsoft.com/office/drawing/2014/main" id="{196216C0-55C0-455D-BAE6-C62041FB0D95}"/>
                </a:ext>
              </a:extLst>
            </p:cNvPr>
            <p:cNvSpPr>
              <a:spLocks noGrp="1"/>
            </p:cNvSpPr>
            <p:nvPr/>
          </p:nvSpPr>
          <p:spPr>
            <a:xfrm>
              <a:off x="22896513" y="6490097"/>
              <a:ext cx="236680" cy="6096"/>
            </a:xfrm>
            <a:prstGeom prst="rect">
              <a:avLst/>
            </a:prstGeom>
            <a:solidFill>
              <a:srgbClr val="81C9BA"/>
            </a:solidFill>
            <a:ln w="0">
              <a:noFill/>
              <a:prstDash val="solid"/>
            </a:ln>
          </p:spPr>
        </p:sp>
        <p:sp>
          <p:nvSpPr>
            <p:cNvPr id="5065" name="dense-map-8-cell-111">
              <a:extLst>
                <a:ext uri="{FF2B5EF4-FFF2-40B4-BE49-F238E27FC236}">
                  <a16:creationId xmlns:a16="http://schemas.microsoft.com/office/drawing/2014/main" id="{D262AFAE-2EEA-4E23-8539-973943CB9865}"/>
                </a:ext>
              </a:extLst>
            </p:cNvPr>
            <p:cNvSpPr>
              <a:spLocks noGrp="1"/>
            </p:cNvSpPr>
            <p:nvPr/>
          </p:nvSpPr>
          <p:spPr>
            <a:xfrm>
              <a:off x="22896513" y="6496050"/>
              <a:ext cx="236680" cy="6096"/>
            </a:xfrm>
            <a:prstGeom prst="rect">
              <a:avLst/>
            </a:prstGeom>
            <a:solidFill>
              <a:srgbClr val="81C9BA"/>
            </a:solidFill>
            <a:ln w="0">
              <a:noFill/>
              <a:prstDash val="solid"/>
            </a:ln>
          </p:spPr>
        </p:sp>
        <p:sp>
          <p:nvSpPr>
            <p:cNvPr id="5066" name="dense-map-8-cell-110">
              <a:extLst>
                <a:ext uri="{FF2B5EF4-FFF2-40B4-BE49-F238E27FC236}">
                  <a16:creationId xmlns:a16="http://schemas.microsoft.com/office/drawing/2014/main" id="{CF6C6592-5F54-4CF4-991E-B68A51FBBB76}"/>
                </a:ext>
              </a:extLst>
            </p:cNvPr>
            <p:cNvSpPr>
              <a:spLocks noGrp="1"/>
            </p:cNvSpPr>
            <p:nvPr/>
          </p:nvSpPr>
          <p:spPr>
            <a:xfrm>
              <a:off x="22896513" y="6502003"/>
              <a:ext cx="236680" cy="6096"/>
            </a:xfrm>
            <a:prstGeom prst="rect">
              <a:avLst/>
            </a:prstGeom>
            <a:solidFill>
              <a:srgbClr val="81C9BA"/>
            </a:solidFill>
            <a:ln w="0">
              <a:noFill/>
              <a:prstDash val="solid"/>
            </a:ln>
          </p:spPr>
        </p:sp>
        <p:sp>
          <p:nvSpPr>
            <p:cNvPr id="5067" name="dense-map-8-cell-109">
              <a:extLst>
                <a:ext uri="{FF2B5EF4-FFF2-40B4-BE49-F238E27FC236}">
                  <a16:creationId xmlns:a16="http://schemas.microsoft.com/office/drawing/2014/main" id="{FBE6E0B7-C22B-47C4-B7DB-3224D36047B8}"/>
                </a:ext>
              </a:extLst>
            </p:cNvPr>
            <p:cNvSpPr>
              <a:spLocks noGrp="1"/>
            </p:cNvSpPr>
            <p:nvPr/>
          </p:nvSpPr>
          <p:spPr>
            <a:xfrm>
              <a:off x="22896513" y="6507956"/>
              <a:ext cx="236680" cy="6096"/>
            </a:xfrm>
            <a:prstGeom prst="rect">
              <a:avLst/>
            </a:prstGeom>
            <a:solidFill>
              <a:srgbClr val="81C9BA"/>
            </a:solidFill>
            <a:ln w="0">
              <a:noFill/>
              <a:prstDash val="solid"/>
            </a:ln>
          </p:spPr>
        </p:sp>
        <p:sp>
          <p:nvSpPr>
            <p:cNvPr id="5068" name="dense-map-8-cell-108">
              <a:extLst>
                <a:ext uri="{FF2B5EF4-FFF2-40B4-BE49-F238E27FC236}">
                  <a16:creationId xmlns:a16="http://schemas.microsoft.com/office/drawing/2014/main" id="{C7F7B4BC-BFA0-4ABE-BB85-089045A5EE16}"/>
                </a:ext>
              </a:extLst>
            </p:cNvPr>
            <p:cNvSpPr>
              <a:spLocks noGrp="1"/>
            </p:cNvSpPr>
            <p:nvPr/>
          </p:nvSpPr>
          <p:spPr>
            <a:xfrm>
              <a:off x="22896513" y="6513909"/>
              <a:ext cx="236680" cy="6096"/>
            </a:xfrm>
            <a:prstGeom prst="rect">
              <a:avLst/>
            </a:prstGeom>
            <a:solidFill>
              <a:srgbClr val="81C9BA"/>
            </a:solidFill>
            <a:ln w="0">
              <a:noFill/>
              <a:prstDash val="solid"/>
            </a:ln>
          </p:spPr>
        </p:sp>
        <p:sp>
          <p:nvSpPr>
            <p:cNvPr id="5069" name="dense-map-8-cell-107">
              <a:extLst>
                <a:ext uri="{FF2B5EF4-FFF2-40B4-BE49-F238E27FC236}">
                  <a16:creationId xmlns:a16="http://schemas.microsoft.com/office/drawing/2014/main" id="{CF02F561-A7F1-4565-966B-3A19DEF0A962}"/>
                </a:ext>
              </a:extLst>
            </p:cNvPr>
            <p:cNvSpPr>
              <a:spLocks noGrp="1"/>
            </p:cNvSpPr>
            <p:nvPr/>
          </p:nvSpPr>
          <p:spPr>
            <a:xfrm>
              <a:off x="22896513" y="6519863"/>
              <a:ext cx="236680" cy="6096"/>
            </a:xfrm>
            <a:prstGeom prst="rect">
              <a:avLst/>
            </a:prstGeom>
            <a:solidFill>
              <a:srgbClr val="81C9BA"/>
            </a:solidFill>
            <a:ln w="0">
              <a:noFill/>
              <a:prstDash val="solid"/>
            </a:ln>
          </p:spPr>
        </p:sp>
        <p:sp>
          <p:nvSpPr>
            <p:cNvPr id="5070" name="dense-map-8-cell-106">
              <a:extLst>
                <a:ext uri="{FF2B5EF4-FFF2-40B4-BE49-F238E27FC236}">
                  <a16:creationId xmlns:a16="http://schemas.microsoft.com/office/drawing/2014/main" id="{000571AF-E768-4888-AEDC-C60F83D39970}"/>
                </a:ext>
              </a:extLst>
            </p:cNvPr>
            <p:cNvSpPr>
              <a:spLocks noGrp="1"/>
            </p:cNvSpPr>
            <p:nvPr/>
          </p:nvSpPr>
          <p:spPr>
            <a:xfrm>
              <a:off x="22896513" y="6525816"/>
              <a:ext cx="236680" cy="6096"/>
            </a:xfrm>
            <a:prstGeom prst="rect">
              <a:avLst/>
            </a:prstGeom>
            <a:solidFill>
              <a:srgbClr val="81C9BA"/>
            </a:solidFill>
            <a:ln w="0">
              <a:noFill/>
              <a:prstDash val="solid"/>
            </a:ln>
          </p:spPr>
        </p:sp>
        <p:sp>
          <p:nvSpPr>
            <p:cNvPr id="5071" name="dense-map-8-cell-105">
              <a:extLst>
                <a:ext uri="{FF2B5EF4-FFF2-40B4-BE49-F238E27FC236}">
                  <a16:creationId xmlns:a16="http://schemas.microsoft.com/office/drawing/2014/main" id="{9C92BB0B-47EE-4C18-9696-A6A086882075}"/>
                </a:ext>
              </a:extLst>
            </p:cNvPr>
            <p:cNvSpPr>
              <a:spLocks noGrp="1"/>
            </p:cNvSpPr>
            <p:nvPr/>
          </p:nvSpPr>
          <p:spPr>
            <a:xfrm>
              <a:off x="22896513" y="6531769"/>
              <a:ext cx="236680" cy="6096"/>
            </a:xfrm>
            <a:prstGeom prst="rect">
              <a:avLst/>
            </a:prstGeom>
            <a:solidFill>
              <a:srgbClr val="81C9BA"/>
            </a:solidFill>
            <a:ln w="0">
              <a:noFill/>
              <a:prstDash val="solid"/>
            </a:ln>
          </p:spPr>
        </p:sp>
        <p:sp>
          <p:nvSpPr>
            <p:cNvPr id="5072" name="dense-map-8-cell-104">
              <a:extLst>
                <a:ext uri="{FF2B5EF4-FFF2-40B4-BE49-F238E27FC236}">
                  <a16:creationId xmlns:a16="http://schemas.microsoft.com/office/drawing/2014/main" id="{071078FD-C3F8-4858-B1D2-A2E7F1262A8B}"/>
                </a:ext>
              </a:extLst>
            </p:cNvPr>
            <p:cNvSpPr>
              <a:spLocks noGrp="1"/>
            </p:cNvSpPr>
            <p:nvPr/>
          </p:nvSpPr>
          <p:spPr>
            <a:xfrm>
              <a:off x="22896513" y="6537722"/>
              <a:ext cx="236680" cy="6096"/>
            </a:xfrm>
            <a:prstGeom prst="rect">
              <a:avLst/>
            </a:prstGeom>
            <a:solidFill>
              <a:srgbClr val="81C9BA"/>
            </a:solidFill>
            <a:ln w="0">
              <a:noFill/>
              <a:prstDash val="solid"/>
            </a:ln>
          </p:spPr>
        </p:sp>
        <p:sp>
          <p:nvSpPr>
            <p:cNvPr id="5073" name="dense-map-8-cell-103">
              <a:extLst>
                <a:ext uri="{FF2B5EF4-FFF2-40B4-BE49-F238E27FC236}">
                  <a16:creationId xmlns:a16="http://schemas.microsoft.com/office/drawing/2014/main" id="{69F7F7E1-E849-47D0-BE71-82D6941EB43E}"/>
                </a:ext>
              </a:extLst>
            </p:cNvPr>
            <p:cNvSpPr>
              <a:spLocks noGrp="1"/>
            </p:cNvSpPr>
            <p:nvPr/>
          </p:nvSpPr>
          <p:spPr>
            <a:xfrm>
              <a:off x="22896513" y="6543675"/>
              <a:ext cx="236680" cy="6096"/>
            </a:xfrm>
            <a:prstGeom prst="rect">
              <a:avLst/>
            </a:prstGeom>
            <a:solidFill>
              <a:srgbClr val="81C9BA"/>
            </a:solidFill>
            <a:ln w="0">
              <a:noFill/>
              <a:prstDash val="solid"/>
            </a:ln>
          </p:spPr>
        </p:sp>
        <p:sp>
          <p:nvSpPr>
            <p:cNvPr id="5074" name="dense-map-8-cell-102">
              <a:extLst>
                <a:ext uri="{FF2B5EF4-FFF2-40B4-BE49-F238E27FC236}">
                  <a16:creationId xmlns:a16="http://schemas.microsoft.com/office/drawing/2014/main" id="{B4BA2DD0-C283-45A9-B3C0-9CAA8E41A32B}"/>
                </a:ext>
              </a:extLst>
            </p:cNvPr>
            <p:cNvSpPr>
              <a:spLocks noGrp="1"/>
            </p:cNvSpPr>
            <p:nvPr/>
          </p:nvSpPr>
          <p:spPr>
            <a:xfrm>
              <a:off x="22896513" y="6549628"/>
              <a:ext cx="236680" cy="6096"/>
            </a:xfrm>
            <a:prstGeom prst="rect">
              <a:avLst/>
            </a:prstGeom>
            <a:solidFill>
              <a:srgbClr val="81C9BA"/>
            </a:solidFill>
            <a:ln w="0">
              <a:noFill/>
              <a:prstDash val="solid"/>
            </a:ln>
          </p:spPr>
        </p:sp>
        <p:sp>
          <p:nvSpPr>
            <p:cNvPr id="5075" name="dense-map-8-cell-101">
              <a:extLst>
                <a:ext uri="{FF2B5EF4-FFF2-40B4-BE49-F238E27FC236}">
                  <a16:creationId xmlns:a16="http://schemas.microsoft.com/office/drawing/2014/main" id="{8DAB513E-228B-4914-870D-CC9F6D6DA06C}"/>
                </a:ext>
              </a:extLst>
            </p:cNvPr>
            <p:cNvSpPr>
              <a:spLocks noGrp="1"/>
            </p:cNvSpPr>
            <p:nvPr/>
          </p:nvSpPr>
          <p:spPr>
            <a:xfrm>
              <a:off x="22896513" y="6555581"/>
              <a:ext cx="236680" cy="6096"/>
            </a:xfrm>
            <a:prstGeom prst="rect">
              <a:avLst/>
            </a:prstGeom>
            <a:solidFill>
              <a:srgbClr val="81C9BA"/>
            </a:solidFill>
            <a:ln w="0">
              <a:noFill/>
              <a:prstDash val="solid"/>
            </a:ln>
          </p:spPr>
        </p:sp>
        <p:sp>
          <p:nvSpPr>
            <p:cNvPr id="5076" name="dense-map-8-cell-100">
              <a:extLst>
                <a:ext uri="{FF2B5EF4-FFF2-40B4-BE49-F238E27FC236}">
                  <a16:creationId xmlns:a16="http://schemas.microsoft.com/office/drawing/2014/main" id="{7B060428-E175-43EE-88F7-1583CB840280}"/>
                </a:ext>
              </a:extLst>
            </p:cNvPr>
            <p:cNvSpPr>
              <a:spLocks noGrp="1"/>
            </p:cNvSpPr>
            <p:nvPr/>
          </p:nvSpPr>
          <p:spPr>
            <a:xfrm>
              <a:off x="22896513" y="6561534"/>
              <a:ext cx="236680" cy="6096"/>
            </a:xfrm>
            <a:prstGeom prst="rect">
              <a:avLst/>
            </a:prstGeom>
            <a:solidFill>
              <a:srgbClr val="81C9BA"/>
            </a:solidFill>
            <a:ln w="0">
              <a:noFill/>
              <a:prstDash val="solid"/>
            </a:ln>
          </p:spPr>
        </p:sp>
        <p:sp>
          <p:nvSpPr>
            <p:cNvPr id="5077" name="dense-map-8-cell-99">
              <a:extLst>
                <a:ext uri="{FF2B5EF4-FFF2-40B4-BE49-F238E27FC236}">
                  <a16:creationId xmlns:a16="http://schemas.microsoft.com/office/drawing/2014/main" id="{1BED67DB-2AD8-4554-AF4A-2AE96322CC7F}"/>
                </a:ext>
              </a:extLst>
            </p:cNvPr>
            <p:cNvSpPr>
              <a:spLocks noGrp="1"/>
            </p:cNvSpPr>
            <p:nvPr/>
          </p:nvSpPr>
          <p:spPr>
            <a:xfrm>
              <a:off x="22896513" y="6567488"/>
              <a:ext cx="236680" cy="6096"/>
            </a:xfrm>
            <a:prstGeom prst="rect">
              <a:avLst/>
            </a:prstGeom>
            <a:solidFill>
              <a:srgbClr val="81C9BA"/>
            </a:solidFill>
            <a:ln w="0">
              <a:noFill/>
              <a:prstDash val="solid"/>
            </a:ln>
          </p:spPr>
        </p:sp>
        <p:sp>
          <p:nvSpPr>
            <p:cNvPr id="5078" name="dense-map-8-cell-98">
              <a:extLst>
                <a:ext uri="{FF2B5EF4-FFF2-40B4-BE49-F238E27FC236}">
                  <a16:creationId xmlns:a16="http://schemas.microsoft.com/office/drawing/2014/main" id="{8271F586-D470-42DD-BDA8-187739047E93}"/>
                </a:ext>
              </a:extLst>
            </p:cNvPr>
            <p:cNvSpPr>
              <a:spLocks noGrp="1"/>
            </p:cNvSpPr>
            <p:nvPr/>
          </p:nvSpPr>
          <p:spPr>
            <a:xfrm>
              <a:off x="22896513" y="6573441"/>
              <a:ext cx="236680" cy="6096"/>
            </a:xfrm>
            <a:prstGeom prst="rect">
              <a:avLst/>
            </a:prstGeom>
            <a:solidFill>
              <a:srgbClr val="81C9BA"/>
            </a:solidFill>
            <a:ln w="0">
              <a:noFill/>
              <a:prstDash val="solid"/>
            </a:ln>
          </p:spPr>
        </p:sp>
        <p:sp>
          <p:nvSpPr>
            <p:cNvPr id="5079" name="dense-map-8-cell-97">
              <a:extLst>
                <a:ext uri="{FF2B5EF4-FFF2-40B4-BE49-F238E27FC236}">
                  <a16:creationId xmlns:a16="http://schemas.microsoft.com/office/drawing/2014/main" id="{FA478CB2-947E-42A2-B007-16E5149DCEDC}"/>
                </a:ext>
              </a:extLst>
            </p:cNvPr>
            <p:cNvSpPr>
              <a:spLocks noGrp="1"/>
            </p:cNvSpPr>
            <p:nvPr/>
          </p:nvSpPr>
          <p:spPr>
            <a:xfrm>
              <a:off x="22896513" y="6579394"/>
              <a:ext cx="236680" cy="6096"/>
            </a:xfrm>
            <a:prstGeom prst="rect">
              <a:avLst/>
            </a:prstGeom>
            <a:solidFill>
              <a:srgbClr val="81C9BA"/>
            </a:solidFill>
            <a:ln w="0">
              <a:noFill/>
              <a:prstDash val="solid"/>
            </a:ln>
          </p:spPr>
        </p:sp>
        <p:sp>
          <p:nvSpPr>
            <p:cNvPr id="5080" name="dense-map-8-cell-96">
              <a:extLst>
                <a:ext uri="{FF2B5EF4-FFF2-40B4-BE49-F238E27FC236}">
                  <a16:creationId xmlns:a16="http://schemas.microsoft.com/office/drawing/2014/main" id="{B8B5D95C-BB26-4BBE-97CD-29F565DA4109}"/>
                </a:ext>
              </a:extLst>
            </p:cNvPr>
            <p:cNvSpPr>
              <a:spLocks noGrp="1"/>
            </p:cNvSpPr>
            <p:nvPr/>
          </p:nvSpPr>
          <p:spPr>
            <a:xfrm>
              <a:off x="22896513" y="6585347"/>
              <a:ext cx="236680" cy="6096"/>
            </a:xfrm>
            <a:prstGeom prst="rect">
              <a:avLst/>
            </a:prstGeom>
            <a:solidFill>
              <a:srgbClr val="81C9BA"/>
            </a:solidFill>
            <a:ln w="0">
              <a:noFill/>
              <a:prstDash val="solid"/>
            </a:ln>
          </p:spPr>
        </p:sp>
        <p:sp>
          <p:nvSpPr>
            <p:cNvPr id="5081" name="dense-map-8-cell-95">
              <a:extLst>
                <a:ext uri="{FF2B5EF4-FFF2-40B4-BE49-F238E27FC236}">
                  <a16:creationId xmlns:a16="http://schemas.microsoft.com/office/drawing/2014/main" id="{A054D31D-C70B-4997-9911-454C949EFEBB}"/>
                </a:ext>
              </a:extLst>
            </p:cNvPr>
            <p:cNvSpPr>
              <a:spLocks noGrp="1"/>
            </p:cNvSpPr>
            <p:nvPr/>
          </p:nvSpPr>
          <p:spPr>
            <a:xfrm>
              <a:off x="22896513" y="6591300"/>
              <a:ext cx="236680" cy="6096"/>
            </a:xfrm>
            <a:prstGeom prst="rect">
              <a:avLst/>
            </a:prstGeom>
            <a:solidFill>
              <a:srgbClr val="81C9BA"/>
            </a:solidFill>
            <a:ln w="0">
              <a:noFill/>
              <a:prstDash val="solid"/>
            </a:ln>
          </p:spPr>
        </p:sp>
        <p:sp>
          <p:nvSpPr>
            <p:cNvPr id="5082" name="dense-map-8-cell-94">
              <a:extLst>
                <a:ext uri="{FF2B5EF4-FFF2-40B4-BE49-F238E27FC236}">
                  <a16:creationId xmlns:a16="http://schemas.microsoft.com/office/drawing/2014/main" id="{540B45B3-5F1D-41FC-BBC0-ED52D7BE3365}"/>
                </a:ext>
              </a:extLst>
            </p:cNvPr>
            <p:cNvSpPr>
              <a:spLocks noGrp="1"/>
            </p:cNvSpPr>
            <p:nvPr/>
          </p:nvSpPr>
          <p:spPr>
            <a:xfrm>
              <a:off x="22896513" y="6597253"/>
              <a:ext cx="236680" cy="6096"/>
            </a:xfrm>
            <a:prstGeom prst="rect">
              <a:avLst/>
            </a:prstGeom>
            <a:solidFill>
              <a:srgbClr val="81C9BA"/>
            </a:solidFill>
            <a:ln w="0">
              <a:noFill/>
              <a:prstDash val="solid"/>
            </a:ln>
          </p:spPr>
        </p:sp>
        <p:sp>
          <p:nvSpPr>
            <p:cNvPr id="5083" name="dense-map-8-cell-93">
              <a:extLst>
                <a:ext uri="{FF2B5EF4-FFF2-40B4-BE49-F238E27FC236}">
                  <a16:creationId xmlns:a16="http://schemas.microsoft.com/office/drawing/2014/main" id="{3EE70D4D-CB09-456E-9499-3522CF74841F}"/>
                </a:ext>
              </a:extLst>
            </p:cNvPr>
            <p:cNvSpPr>
              <a:spLocks noGrp="1"/>
            </p:cNvSpPr>
            <p:nvPr/>
          </p:nvSpPr>
          <p:spPr>
            <a:xfrm>
              <a:off x="22896513" y="6603206"/>
              <a:ext cx="236680" cy="6096"/>
            </a:xfrm>
            <a:prstGeom prst="rect">
              <a:avLst/>
            </a:prstGeom>
            <a:solidFill>
              <a:srgbClr val="81C9BA"/>
            </a:solidFill>
            <a:ln w="0">
              <a:noFill/>
              <a:prstDash val="solid"/>
            </a:ln>
          </p:spPr>
        </p:sp>
        <p:sp>
          <p:nvSpPr>
            <p:cNvPr id="5084" name="dense-map-8-cell-92">
              <a:extLst>
                <a:ext uri="{FF2B5EF4-FFF2-40B4-BE49-F238E27FC236}">
                  <a16:creationId xmlns:a16="http://schemas.microsoft.com/office/drawing/2014/main" id="{63887D1F-6DAE-4BF8-9B53-31EF682A0109}"/>
                </a:ext>
              </a:extLst>
            </p:cNvPr>
            <p:cNvSpPr>
              <a:spLocks noGrp="1"/>
            </p:cNvSpPr>
            <p:nvPr/>
          </p:nvSpPr>
          <p:spPr>
            <a:xfrm>
              <a:off x="22896513" y="6609159"/>
              <a:ext cx="236680" cy="6096"/>
            </a:xfrm>
            <a:prstGeom prst="rect">
              <a:avLst/>
            </a:prstGeom>
            <a:solidFill>
              <a:srgbClr val="81C9BA"/>
            </a:solidFill>
            <a:ln w="0">
              <a:noFill/>
              <a:prstDash val="solid"/>
            </a:ln>
          </p:spPr>
        </p:sp>
        <p:sp>
          <p:nvSpPr>
            <p:cNvPr id="5085" name="dense-map-8-cell-91">
              <a:extLst>
                <a:ext uri="{FF2B5EF4-FFF2-40B4-BE49-F238E27FC236}">
                  <a16:creationId xmlns:a16="http://schemas.microsoft.com/office/drawing/2014/main" id="{772B721D-97E6-44C8-A638-0B2FBDB3FAA0}"/>
                </a:ext>
              </a:extLst>
            </p:cNvPr>
            <p:cNvSpPr>
              <a:spLocks noGrp="1"/>
            </p:cNvSpPr>
            <p:nvPr/>
          </p:nvSpPr>
          <p:spPr>
            <a:xfrm>
              <a:off x="22896513" y="6615113"/>
              <a:ext cx="236680" cy="6096"/>
            </a:xfrm>
            <a:prstGeom prst="rect">
              <a:avLst/>
            </a:prstGeom>
            <a:solidFill>
              <a:srgbClr val="81C9BA"/>
            </a:solidFill>
            <a:ln w="0">
              <a:noFill/>
              <a:prstDash val="solid"/>
            </a:ln>
          </p:spPr>
        </p:sp>
        <p:sp>
          <p:nvSpPr>
            <p:cNvPr id="5086" name="dense-map-8-cell-90">
              <a:extLst>
                <a:ext uri="{FF2B5EF4-FFF2-40B4-BE49-F238E27FC236}">
                  <a16:creationId xmlns:a16="http://schemas.microsoft.com/office/drawing/2014/main" id="{C96E28A8-5575-4DC3-9468-39BE957F2E94}"/>
                </a:ext>
              </a:extLst>
            </p:cNvPr>
            <p:cNvSpPr>
              <a:spLocks noGrp="1"/>
            </p:cNvSpPr>
            <p:nvPr/>
          </p:nvSpPr>
          <p:spPr>
            <a:xfrm>
              <a:off x="22896513" y="6621066"/>
              <a:ext cx="236680" cy="6096"/>
            </a:xfrm>
            <a:prstGeom prst="rect">
              <a:avLst/>
            </a:prstGeom>
            <a:solidFill>
              <a:srgbClr val="81C9BA"/>
            </a:solidFill>
            <a:ln w="0">
              <a:noFill/>
              <a:prstDash val="solid"/>
            </a:ln>
          </p:spPr>
        </p:sp>
        <p:sp>
          <p:nvSpPr>
            <p:cNvPr id="5087" name="dense-map-8-cell-89">
              <a:extLst>
                <a:ext uri="{FF2B5EF4-FFF2-40B4-BE49-F238E27FC236}">
                  <a16:creationId xmlns:a16="http://schemas.microsoft.com/office/drawing/2014/main" id="{B08F2CF9-7B0F-494A-AAB3-300AF41A2C4C}"/>
                </a:ext>
              </a:extLst>
            </p:cNvPr>
            <p:cNvSpPr>
              <a:spLocks noGrp="1"/>
            </p:cNvSpPr>
            <p:nvPr/>
          </p:nvSpPr>
          <p:spPr>
            <a:xfrm>
              <a:off x="22896513" y="6627019"/>
              <a:ext cx="236680" cy="6096"/>
            </a:xfrm>
            <a:prstGeom prst="rect">
              <a:avLst/>
            </a:prstGeom>
            <a:solidFill>
              <a:srgbClr val="81C9BA"/>
            </a:solidFill>
            <a:ln w="0">
              <a:noFill/>
              <a:prstDash val="solid"/>
            </a:ln>
          </p:spPr>
        </p:sp>
        <p:sp>
          <p:nvSpPr>
            <p:cNvPr id="5088" name="dense-map-8-cell-88">
              <a:extLst>
                <a:ext uri="{FF2B5EF4-FFF2-40B4-BE49-F238E27FC236}">
                  <a16:creationId xmlns:a16="http://schemas.microsoft.com/office/drawing/2014/main" id="{58792F19-60CD-4DF7-A879-344214AC3400}"/>
                </a:ext>
              </a:extLst>
            </p:cNvPr>
            <p:cNvSpPr>
              <a:spLocks noGrp="1"/>
            </p:cNvSpPr>
            <p:nvPr/>
          </p:nvSpPr>
          <p:spPr>
            <a:xfrm>
              <a:off x="22896513" y="6632972"/>
              <a:ext cx="236680" cy="6096"/>
            </a:xfrm>
            <a:prstGeom prst="rect">
              <a:avLst/>
            </a:prstGeom>
            <a:solidFill>
              <a:srgbClr val="81C9BA"/>
            </a:solidFill>
            <a:ln w="0">
              <a:noFill/>
              <a:prstDash val="solid"/>
            </a:ln>
          </p:spPr>
        </p:sp>
        <p:sp>
          <p:nvSpPr>
            <p:cNvPr id="5089" name="dense-map-8-cell-87">
              <a:extLst>
                <a:ext uri="{FF2B5EF4-FFF2-40B4-BE49-F238E27FC236}">
                  <a16:creationId xmlns:a16="http://schemas.microsoft.com/office/drawing/2014/main" id="{B43EF1FD-BD7F-4777-99BC-44A785B5ACA6}"/>
                </a:ext>
              </a:extLst>
            </p:cNvPr>
            <p:cNvSpPr>
              <a:spLocks noGrp="1"/>
            </p:cNvSpPr>
            <p:nvPr/>
          </p:nvSpPr>
          <p:spPr>
            <a:xfrm>
              <a:off x="22896513" y="6638925"/>
              <a:ext cx="236680" cy="6096"/>
            </a:xfrm>
            <a:prstGeom prst="rect">
              <a:avLst/>
            </a:prstGeom>
            <a:solidFill>
              <a:srgbClr val="81C9BA"/>
            </a:solidFill>
            <a:ln w="0">
              <a:noFill/>
              <a:prstDash val="solid"/>
            </a:ln>
          </p:spPr>
        </p:sp>
        <p:sp>
          <p:nvSpPr>
            <p:cNvPr id="5090" name="dense-map-8-cell-86">
              <a:extLst>
                <a:ext uri="{FF2B5EF4-FFF2-40B4-BE49-F238E27FC236}">
                  <a16:creationId xmlns:a16="http://schemas.microsoft.com/office/drawing/2014/main" id="{105C3901-6357-4EC1-9F6E-EAEF4114FFEB}"/>
                </a:ext>
              </a:extLst>
            </p:cNvPr>
            <p:cNvSpPr>
              <a:spLocks noGrp="1"/>
            </p:cNvSpPr>
            <p:nvPr/>
          </p:nvSpPr>
          <p:spPr>
            <a:xfrm>
              <a:off x="22896513" y="6644878"/>
              <a:ext cx="236680" cy="6096"/>
            </a:xfrm>
            <a:prstGeom prst="rect">
              <a:avLst/>
            </a:prstGeom>
            <a:solidFill>
              <a:srgbClr val="81C9BA"/>
            </a:solidFill>
            <a:ln w="0">
              <a:noFill/>
              <a:prstDash val="solid"/>
            </a:ln>
          </p:spPr>
        </p:sp>
        <p:sp>
          <p:nvSpPr>
            <p:cNvPr id="5091" name="dense-map-8-cell-85">
              <a:extLst>
                <a:ext uri="{FF2B5EF4-FFF2-40B4-BE49-F238E27FC236}">
                  <a16:creationId xmlns:a16="http://schemas.microsoft.com/office/drawing/2014/main" id="{206AD96C-D482-4B3B-83D2-FBDAF9D00498}"/>
                </a:ext>
              </a:extLst>
            </p:cNvPr>
            <p:cNvSpPr>
              <a:spLocks noGrp="1"/>
            </p:cNvSpPr>
            <p:nvPr/>
          </p:nvSpPr>
          <p:spPr>
            <a:xfrm>
              <a:off x="22896513" y="6650831"/>
              <a:ext cx="236680" cy="6096"/>
            </a:xfrm>
            <a:prstGeom prst="rect">
              <a:avLst/>
            </a:prstGeom>
            <a:solidFill>
              <a:srgbClr val="79C7B6"/>
            </a:solidFill>
            <a:ln w="0">
              <a:noFill/>
              <a:prstDash val="solid"/>
            </a:ln>
          </p:spPr>
        </p:sp>
        <p:sp>
          <p:nvSpPr>
            <p:cNvPr id="5092" name="dense-map-8-cell-84">
              <a:extLst>
                <a:ext uri="{FF2B5EF4-FFF2-40B4-BE49-F238E27FC236}">
                  <a16:creationId xmlns:a16="http://schemas.microsoft.com/office/drawing/2014/main" id="{28C5E025-99D3-4378-95F7-D01BE85BF32C}"/>
                </a:ext>
              </a:extLst>
            </p:cNvPr>
            <p:cNvSpPr>
              <a:spLocks noGrp="1"/>
            </p:cNvSpPr>
            <p:nvPr/>
          </p:nvSpPr>
          <p:spPr>
            <a:xfrm>
              <a:off x="22896513" y="6656784"/>
              <a:ext cx="236680" cy="6096"/>
            </a:xfrm>
            <a:prstGeom prst="rect">
              <a:avLst/>
            </a:prstGeom>
            <a:solidFill>
              <a:srgbClr val="67C1AC"/>
            </a:solidFill>
            <a:ln w="0">
              <a:noFill/>
              <a:prstDash val="solid"/>
            </a:ln>
          </p:spPr>
        </p:sp>
        <p:sp>
          <p:nvSpPr>
            <p:cNvPr id="5093" name="dense-map-8-cell-83">
              <a:extLst>
                <a:ext uri="{FF2B5EF4-FFF2-40B4-BE49-F238E27FC236}">
                  <a16:creationId xmlns:a16="http://schemas.microsoft.com/office/drawing/2014/main" id="{06E27EA2-2B0C-4F84-95A1-5EC7610BA954}"/>
                </a:ext>
              </a:extLst>
            </p:cNvPr>
            <p:cNvSpPr>
              <a:spLocks noGrp="1"/>
            </p:cNvSpPr>
            <p:nvPr/>
          </p:nvSpPr>
          <p:spPr>
            <a:xfrm>
              <a:off x="22896513" y="6662738"/>
              <a:ext cx="236680" cy="6096"/>
            </a:xfrm>
            <a:prstGeom prst="rect">
              <a:avLst/>
            </a:prstGeom>
            <a:solidFill>
              <a:srgbClr val="53BAA1"/>
            </a:solidFill>
            <a:ln w="0">
              <a:noFill/>
              <a:prstDash val="solid"/>
            </a:ln>
          </p:spPr>
        </p:sp>
        <p:sp>
          <p:nvSpPr>
            <p:cNvPr id="5094" name="dense-map-8-cell-82">
              <a:extLst>
                <a:ext uri="{FF2B5EF4-FFF2-40B4-BE49-F238E27FC236}">
                  <a16:creationId xmlns:a16="http://schemas.microsoft.com/office/drawing/2014/main" id="{C942802F-65A0-4AA4-9427-EF7D5A73D3D6}"/>
                </a:ext>
              </a:extLst>
            </p:cNvPr>
            <p:cNvSpPr>
              <a:spLocks noGrp="1"/>
            </p:cNvSpPr>
            <p:nvPr/>
          </p:nvSpPr>
          <p:spPr>
            <a:xfrm>
              <a:off x="22896513" y="6668691"/>
              <a:ext cx="236680" cy="6096"/>
            </a:xfrm>
            <a:prstGeom prst="rect">
              <a:avLst/>
            </a:prstGeom>
            <a:solidFill>
              <a:srgbClr val="39B193"/>
            </a:solidFill>
            <a:ln w="0">
              <a:noFill/>
              <a:prstDash val="solid"/>
            </a:ln>
          </p:spPr>
        </p:sp>
        <p:sp>
          <p:nvSpPr>
            <p:cNvPr id="5095" name="dense-map-8-cell-81">
              <a:extLst>
                <a:ext uri="{FF2B5EF4-FFF2-40B4-BE49-F238E27FC236}">
                  <a16:creationId xmlns:a16="http://schemas.microsoft.com/office/drawing/2014/main" id="{4BB0B341-623F-4CA0-A8A0-806382DB554B}"/>
                </a:ext>
              </a:extLst>
            </p:cNvPr>
            <p:cNvSpPr>
              <a:spLocks noGrp="1"/>
            </p:cNvSpPr>
            <p:nvPr/>
          </p:nvSpPr>
          <p:spPr>
            <a:xfrm>
              <a:off x="22896513" y="6674644"/>
              <a:ext cx="236680" cy="6096"/>
            </a:xfrm>
            <a:prstGeom prst="rect">
              <a:avLst/>
            </a:prstGeom>
            <a:solidFill>
              <a:srgbClr val="21A985"/>
            </a:solidFill>
            <a:ln w="0">
              <a:noFill/>
              <a:prstDash val="solid"/>
            </a:ln>
          </p:spPr>
        </p:sp>
        <p:sp>
          <p:nvSpPr>
            <p:cNvPr id="5096" name="dense-map-8-cell-80">
              <a:extLst>
                <a:ext uri="{FF2B5EF4-FFF2-40B4-BE49-F238E27FC236}">
                  <a16:creationId xmlns:a16="http://schemas.microsoft.com/office/drawing/2014/main" id="{39BAEB91-33D9-43B8-86A4-073E70FC255F}"/>
                </a:ext>
              </a:extLst>
            </p:cNvPr>
            <p:cNvSpPr>
              <a:spLocks noGrp="1"/>
            </p:cNvSpPr>
            <p:nvPr/>
          </p:nvSpPr>
          <p:spPr>
            <a:xfrm>
              <a:off x="22896513" y="6680597"/>
              <a:ext cx="236680" cy="6096"/>
            </a:xfrm>
            <a:prstGeom prst="rect">
              <a:avLst/>
            </a:prstGeom>
            <a:solidFill>
              <a:srgbClr val="0EA37B"/>
            </a:solidFill>
            <a:ln w="0">
              <a:noFill/>
              <a:prstDash val="solid"/>
            </a:ln>
          </p:spPr>
        </p:sp>
        <p:sp>
          <p:nvSpPr>
            <p:cNvPr id="5097" name="dense-map-8-cell-79">
              <a:extLst>
                <a:ext uri="{FF2B5EF4-FFF2-40B4-BE49-F238E27FC236}">
                  <a16:creationId xmlns:a16="http://schemas.microsoft.com/office/drawing/2014/main" id="{EA81B3F5-5A2A-40D1-A722-21F69DB694C8}"/>
                </a:ext>
              </a:extLst>
            </p:cNvPr>
            <p:cNvSpPr>
              <a:spLocks noGrp="1"/>
            </p:cNvSpPr>
            <p:nvPr/>
          </p:nvSpPr>
          <p:spPr>
            <a:xfrm>
              <a:off x="22896513" y="6686550"/>
              <a:ext cx="236680" cy="6096"/>
            </a:xfrm>
            <a:prstGeom prst="rect">
              <a:avLst/>
            </a:prstGeom>
            <a:solidFill>
              <a:srgbClr val="029F74"/>
            </a:solidFill>
            <a:ln w="0">
              <a:noFill/>
              <a:prstDash val="solid"/>
            </a:ln>
          </p:spPr>
        </p:sp>
        <p:sp>
          <p:nvSpPr>
            <p:cNvPr id="5098" name="dense-map-8-cell-78">
              <a:extLst>
                <a:ext uri="{FF2B5EF4-FFF2-40B4-BE49-F238E27FC236}">
                  <a16:creationId xmlns:a16="http://schemas.microsoft.com/office/drawing/2014/main" id="{7680482B-34EA-4935-AEE8-58A5AD65C2B0}"/>
                </a:ext>
              </a:extLst>
            </p:cNvPr>
            <p:cNvSpPr>
              <a:spLocks noGrp="1"/>
            </p:cNvSpPr>
            <p:nvPr/>
          </p:nvSpPr>
          <p:spPr>
            <a:xfrm>
              <a:off x="22896513" y="6692503"/>
              <a:ext cx="236680" cy="6096"/>
            </a:xfrm>
            <a:prstGeom prst="rect">
              <a:avLst/>
            </a:prstGeom>
            <a:solidFill>
              <a:srgbClr val="009E73"/>
            </a:solidFill>
            <a:ln w="0">
              <a:noFill/>
              <a:prstDash val="solid"/>
            </a:ln>
          </p:spPr>
        </p:sp>
        <p:sp>
          <p:nvSpPr>
            <p:cNvPr id="5099" name="dense-map-8-cell-77">
              <a:extLst>
                <a:ext uri="{FF2B5EF4-FFF2-40B4-BE49-F238E27FC236}">
                  <a16:creationId xmlns:a16="http://schemas.microsoft.com/office/drawing/2014/main" id="{EED62B95-A1DB-4CA8-8B82-423FE73894A7}"/>
                </a:ext>
              </a:extLst>
            </p:cNvPr>
            <p:cNvSpPr>
              <a:spLocks noGrp="1"/>
            </p:cNvSpPr>
            <p:nvPr/>
          </p:nvSpPr>
          <p:spPr>
            <a:xfrm>
              <a:off x="22896513" y="6698456"/>
              <a:ext cx="236680" cy="6096"/>
            </a:xfrm>
            <a:prstGeom prst="rect">
              <a:avLst/>
            </a:prstGeom>
            <a:solidFill>
              <a:srgbClr val="009E73"/>
            </a:solidFill>
            <a:ln w="0">
              <a:noFill/>
              <a:prstDash val="solid"/>
            </a:ln>
          </p:spPr>
        </p:sp>
        <p:sp>
          <p:nvSpPr>
            <p:cNvPr id="5100" name="dense-map-8-cell-76">
              <a:extLst>
                <a:ext uri="{FF2B5EF4-FFF2-40B4-BE49-F238E27FC236}">
                  <a16:creationId xmlns:a16="http://schemas.microsoft.com/office/drawing/2014/main" id="{CE23ACEF-45C3-4930-8ECA-76A5659B2454}"/>
                </a:ext>
              </a:extLst>
            </p:cNvPr>
            <p:cNvSpPr>
              <a:spLocks noGrp="1"/>
            </p:cNvSpPr>
            <p:nvPr/>
          </p:nvSpPr>
          <p:spPr>
            <a:xfrm>
              <a:off x="22896513" y="6704409"/>
              <a:ext cx="236680" cy="6096"/>
            </a:xfrm>
            <a:prstGeom prst="rect">
              <a:avLst/>
            </a:prstGeom>
            <a:solidFill>
              <a:srgbClr val="009E73"/>
            </a:solidFill>
            <a:ln w="0">
              <a:noFill/>
              <a:prstDash val="solid"/>
            </a:ln>
          </p:spPr>
        </p:sp>
        <p:sp>
          <p:nvSpPr>
            <p:cNvPr id="5101" name="dense-map-8-cell-75">
              <a:extLst>
                <a:ext uri="{FF2B5EF4-FFF2-40B4-BE49-F238E27FC236}">
                  <a16:creationId xmlns:a16="http://schemas.microsoft.com/office/drawing/2014/main" id="{83CE3F9A-249B-410D-9B99-52BBB2A8019E}"/>
                </a:ext>
              </a:extLst>
            </p:cNvPr>
            <p:cNvSpPr>
              <a:spLocks noGrp="1"/>
            </p:cNvSpPr>
            <p:nvPr/>
          </p:nvSpPr>
          <p:spPr>
            <a:xfrm>
              <a:off x="22896513" y="6710363"/>
              <a:ext cx="236680" cy="6096"/>
            </a:xfrm>
            <a:prstGeom prst="rect">
              <a:avLst/>
            </a:prstGeom>
            <a:solidFill>
              <a:srgbClr val="009E73"/>
            </a:solidFill>
            <a:ln w="0">
              <a:noFill/>
              <a:prstDash val="solid"/>
            </a:ln>
          </p:spPr>
        </p:sp>
        <p:sp>
          <p:nvSpPr>
            <p:cNvPr id="5102" name="dense-map-8-cell-74">
              <a:extLst>
                <a:ext uri="{FF2B5EF4-FFF2-40B4-BE49-F238E27FC236}">
                  <a16:creationId xmlns:a16="http://schemas.microsoft.com/office/drawing/2014/main" id="{ADB4F62A-5CBF-4218-93BC-56337A2E9D42}"/>
                </a:ext>
              </a:extLst>
            </p:cNvPr>
            <p:cNvSpPr>
              <a:spLocks noGrp="1"/>
            </p:cNvSpPr>
            <p:nvPr/>
          </p:nvSpPr>
          <p:spPr>
            <a:xfrm>
              <a:off x="22896513" y="6716316"/>
              <a:ext cx="236680" cy="6096"/>
            </a:xfrm>
            <a:prstGeom prst="rect">
              <a:avLst/>
            </a:prstGeom>
            <a:solidFill>
              <a:srgbClr val="009E73"/>
            </a:solidFill>
            <a:ln w="0">
              <a:noFill/>
              <a:prstDash val="solid"/>
            </a:ln>
          </p:spPr>
        </p:sp>
        <p:sp>
          <p:nvSpPr>
            <p:cNvPr id="5103" name="dense-map-8-cell-73">
              <a:extLst>
                <a:ext uri="{FF2B5EF4-FFF2-40B4-BE49-F238E27FC236}">
                  <a16:creationId xmlns:a16="http://schemas.microsoft.com/office/drawing/2014/main" id="{C3C121C1-03C6-48AA-B710-B1D9169D8A47}"/>
                </a:ext>
              </a:extLst>
            </p:cNvPr>
            <p:cNvSpPr>
              <a:spLocks noGrp="1"/>
            </p:cNvSpPr>
            <p:nvPr/>
          </p:nvSpPr>
          <p:spPr>
            <a:xfrm>
              <a:off x="22896513" y="6722269"/>
              <a:ext cx="236680" cy="6096"/>
            </a:xfrm>
            <a:prstGeom prst="rect">
              <a:avLst/>
            </a:prstGeom>
            <a:solidFill>
              <a:srgbClr val="009E73"/>
            </a:solidFill>
            <a:ln w="0">
              <a:noFill/>
              <a:prstDash val="solid"/>
            </a:ln>
          </p:spPr>
        </p:sp>
        <p:sp>
          <p:nvSpPr>
            <p:cNvPr id="5104" name="dense-map-8-cell-72">
              <a:extLst>
                <a:ext uri="{FF2B5EF4-FFF2-40B4-BE49-F238E27FC236}">
                  <a16:creationId xmlns:a16="http://schemas.microsoft.com/office/drawing/2014/main" id="{BF98F47D-146B-42C2-8008-87C8B75EBB56}"/>
                </a:ext>
              </a:extLst>
            </p:cNvPr>
            <p:cNvSpPr>
              <a:spLocks noGrp="1"/>
            </p:cNvSpPr>
            <p:nvPr/>
          </p:nvSpPr>
          <p:spPr>
            <a:xfrm>
              <a:off x="22896513" y="6728222"/>
              <a:ext cx="236680" cy="6096"/>
            </a:xfrm>
            <a:prstGeom prst="rect">
              <a:avLst/>
            </a:prstGeom>
            <a:solidFill>
              <a:srgbClr val="009E73"/>
            </a:solidFill>
            <a:ln w="0">
              <a:noFill/>
              <a:prstDash val="solid"/>
            </a:ln>
          </p:spPr>
        </p:sp>
        <p:sp>
          <p:nvSpPr>
            <p:cNvPr id="5105" name="dense-map-8-cell-71">
              <a:extLst>
                <a:ext uri="{FF2B5EF4-FFF2-40B4-BE49-F238E27FC236}">
                  <a16:creationId xmlns:a16="http://schemas.microsoft.com/office/drawing/2014/main" id="{76F77CF0-5420-485C-B856-7B90301BEC9E}"/>
                </a:ext>
              </a:extLst>
            </p:cNvPr>
            <p:cNvSpPr>
              <a:spLocks noGrp="1"/>
            </p:cNvSpPr>
            <p:nvPr/>
          </p:nvSpPr>
          <p:spPr>
            <a:xfrm>
              <a:off x="22896513" y="6734175"/>
              <a:ext cx="236680" cy="6096"/>
            </a:xfrm>
            <a:prstGeom prst="rect">
              <a:avLst/>
            </a:prstGeom>
            <a:solidFill>
              <a:srgbClr val="009E73"/>
            </a:solidFill>
            <a:ln w="0">
              <a:noFill/>
              <a:prstDash val="solid"/>
            </a:ln>
          </p:spPr>
        </p:sp>
        <p:sp>
          <p:nvSpPr>
            <p:cNvPr id="5106" name="dense-map-8-cell-70">
              <a:extLst>
                <a:ext uri="{FF2B5EF4-FFF2-40B4-BE49-F238E27FC236}">
                  <a16:creationId xmlns:a16="http://schemas.microsoft.com/office/drawing/2014/main" id="{5465D194-7AB3-48DD-9EC5-A13D71415CEE}"/>
                </a:ext>
              </a:extLst>
            </p:cNvPr>
            <p:cNvSpPr>
              <a:spLocks noGrp="1"/>
            </p:cNvSpPr>
            <p:nvPr/>
          </p:nvSpPr>
          <p:spPr>
            <a:xfrm>
              <a:off x="22896513" y="6740128"/>
              <a:ext cx="236680" cy="6096"/>
            </a:xfrm>
            <a:prstGeom prst="rect">
              <a:avLst/>
            </a:prstGeom>
            <a:solidFill>
              <a:srgbClr val="009E73"/>
            </a:solidFill>
            <a:ln w="0">
              <a:noFill/>
              <a:prstDash val="solid"/>
            </a:ln>
          </p:spPr>
        </p:sp>
        <p:sp>
          <p:nvSpPr>
            <p:cNvPr id="5107" name="dense-map-8-cell-69">
              <a:extLst>
                <a:ext uri="{FF2B5EF4-FFF2-40B4-BE49-F238E27FC236}">
                  <a16:creationId xmlns:a16="http://schemas.microsoft.com/office/drawing/2014/main" id="{BF0215F2-CDAC-4F45-B1FE-83ACC948EE71}"/>
                </a:ext>
              </a:extLst>
            </p:cNvPr>
            <p:cNvSpPr>
              <a:spLocks noGrp="1"/>
            </p:cNvSpPr>
            <p:nvPr/>
          </p:nvSpPr>
          <p:spPr>
            <a:xfrm>
              <a:off x="22896513" y="6746081"/>
              <a:ext cx="236680" cy="6096"/>
            </a:xfrm>
            <a:prstGeom prst="rect">
              <a:avLst/>
            </a:prstGeom>
            <a:solidFill>
              <a:srgbClr val="009E73"/>
            </a:solidFill>
            <a:ln w="0">
              <a:noFill/>
              <a:prstDash val="solid"/>
            </a:ln>
          </p:spPr>
        </p:sp>
        <p:sp>
          <p:nvSpPr>
            <p:cNvPr id="5108" name="dense-map-8-cell-68">
              <a:extLst>
                <a:ext uri="{FF2B5EF4-FFF2-40B4-BE49-F238E27FC236}">
                  <a16:creationId xmlns:a16="http://schemas.microsoft.com/office/drawing/2014/main" id="{D8158EB8-70F8-4C6A-B003-4238F3E0ACA5}"/>
                </a:ext>
              </a:extLst>
            </p:cNvPr>
            <p:cNvSpPr>
              <a:spLocks noGrp="1"/>
            </p:cNvSpPr>
            <p:nvPr/>
          </p:nvSpPr>
          <p:spPr>
            <a:xfrm>
              <a:off x="22896513" y="6752034"/>
              <a:ext cx="236680" cy="6096"/>
            </a:xfrm>
            <a:prstGeom prst="rect">
              <a:avLst/>
            </a:prstGeom>
            <a:solidFill>
              <a:srgbClr val="009E73"/>
            </a:solidFill>
            <a:ln w="0">
              <a:noFill/>
              <a:prstDash val="solid"/>
            </a:ln>
          </p:spPr>
        </p:sp>
        <p:sp>
          <p:nvSpPr>
            <p:cNvPr id="5109" name="dense-map-8-cell-67">
              <a:extLst>
                <a:ext uri="{FF2B5EF4-FFF2-40B4-BE49-F238E27FC236}">
                  <a16:creationId xmlns:a16="http://schemas.microsoft.com/office/drawing/2014/main" id="{61408D4E-8BA5-4594-B103-A3AF6A716EDE}"/>
                </a:ext>
              </a:extLst>
            </p:cNvPr>
            <p:cNvSpPr>
              <a:spLocks noGrp="1"/>
            </p:cNvSpPr>
            <p:nvPr/>
          </p:nvSpPr>
          <p:spPr>
            <a:xfrm>
              <a:off x="22896513" y="6757988"/>
              <a:ext cx="236680" cy="6096"/>
            </a:xfrm>
            <a:prstGeom prst="rect">
              <a:avLst/>
            </a:prstGeom>
            <a:solidFill>
              <a:srgbClr val="009E73"/>
            </a:solidFill>
            <a:ln w="0">
              <a:noFill/>
              <a:prstDash val="solid"/>
            </a:ln>
          </p:spPr>
        </p:sp>
        <p:sp>
          <p:nvSpPr>
            <p:cNvPr id="5110" name="dense-map-8-cell-66">
              <a:extLst>
                <a:ext uri="{FF2B5EF4-FFF2-40B4-BE49-F238E27FC236}">
                  <a16:creationId xmlns:a16="http://schemas.microsoft.com/office/drawing/2014/main" id="{D65CA87F-4BCF-4EF3-8481-00F148F16DC0}"/>
                </a:ext>
              </a:extLst>
            </p:cNvPr>
            <p:cNvSpPr>
              <a:spLocks noGrp="1"/>
            </p:cNvSpPr>
            <p:nvPr/>
          </p:nvSpPr>
          <p:spPr>
            <a:xfrm>
              <a:off x="22896513" y="6763941"/>
              <a:ext cx="236680" cy="6096"/>
            </a:xfrm>
            <a:prstGeom prst="rect">
              <a:avLst/>
            </a:prstGeom>
            <a:solidFill>
              <a:srgbClr val="009E73"/>
            </a:solidFill>
            <a:ln w="0">
              <a:noFill/>
              <a:prstDash val="solid"/>
            </a:ln>
          </p:spPr>
        </p:sp>
        <p:sp>
          <p:nvSpPr>
            <p:cNvPr id="5111" name="dense-map-8-cell-65">
              <a:extLst>
                <a:ext uri="{FF2B5EF4-FFF2-40B4-BE49-F238E27FC236}">
                  <a16:creationId xmlns:a16="http://schemas.microsoft.com/office/drawing/2014/main" id="{39EB7750-F465-4967-8479-370E9F98198B}"/>
                </a:ext>
              </a:extLst>
            </p:cNvPr>
            <p:cNvSpPr>
              <a:spLocks noGrp="1"/>
            </p:cNvSpPr>
            <p:nvPr/>
          </p:nvSpPr>
          <p:spPr>
            <a:xfrm>
              <a:off x="22896513" y="6769894"/>
              <a:ext cx="236680" cy="6096"/>
            </a:xfrm>
            <a:prstGeom prst="rect">
              <a:avLst/>
            </a:prstGeom>
            <a:solidFill>
              <a:srgbClr val="009E73"/>
            </a:solidFill>
            <a:ln w="0">
              <a:noFill/>
              <a:prstDash val="solid"/>
            </a:ln>
          </p:spPr>
        </p:sp>
        <p:sp>
          <p:nvSpPr>
            <p:cNvPr id="5112" name="dense-map-8-cell-64">
              <a:extLst>
                <a:ext uri="{FF2B5EF4-FFF2-40B4-BE49-F238E27FC236}">
                  <a16:creationId xmlns:a16="http://schemas.microsoft.com/office/drawing/2014/main" id="{CF176E3E-D380-4A48-8386-8B13216C9FDF}"/>
                </a:ext>
              </a:extLst>
            </p:cNvPr>
            <p:cNvSpPr>
              <a:spLocks noGrp="1"/>
            </p:cNvSpPr>
            <p:nvPr/>
          </p:nvSpPr>
          <p:spPr>
            <a:xfrm>
              <a:off x="22896513" y="6775847"/>
              <a:ext cx="236680" cy="6096"/>
            </a:xfrm>
            <a:prstGeom prst="rect">
              <a:avLst/>
            </a:prstGeom>
            <a:solidFill>
              <a:srgbClr val="009E73"/>
            </a:solidFill>
            <a:ln w="0">
              <a:noFill/>
              <a:prstDash val="solid"/>
            </a:ln>
          </p:spPr>
        </p:sp>
        <p:sp>
          <p:nvSpPr>
            <p:cNvPr id="5113" name="dense-map-8-cell-63">
              <a:extLst>
                <a:ext uri="{FF2B5EF4-FFF2-40B4-BE49-F238E27FC236}">
                  <a16:creationId xmlns:a16="http://schemas.microsoft.com/office/drawing/2014/main" id="{E033F57A-A1CB-4721-AF67-6EB0BA2F7DFF}"/>
                </a:ext>
              </a:extLst>
            </p:cNvPr>
            <p:cNvSpPr>
              <a:spLocks noGrp="1"/>
            </p:cNvSpPr>
            <p:nvPr/>
          </p:nvSpPr>
          <p:spPr>
            <a:xfrm>
              <a:off x="22896513" y="6781800"/>
              <a:ext cx="236680" cy="6096"/>
            </a:xfrm>
            <a:prstGeom prst="rect">
              <a:avLst/>
            </a:prstGeom>
            <a:solidFill>
              <a:srgbClr val="009E73"/>
            </a:solidFill>
            <a:ln w="0">
              <a:noFill/>
              <a:prstDash val="solid"/>
            </a:ln>
          </p:spPr>
        </p:sp>
        <p:sp>
          <p:nvSpPr>
            <p:cNvPr id="5114" name="dense-map-8-cell-62">
              <a:extLst>
                <a:ext uri="{FF2B5EF4-FFF2-40B4-BE49-F238E27FC236}">
                  <a16:creationId xmlns:a16="http://schemas.microsoft.com/office/drawing/2014/main" id="{8FEA0743-FD7B-4BD2-ACF5-495188D9AC39}"/>
                </a:ext>
              </a:extLst>
            </p:cNvPr>
            <p:cNvSpPr>
              <a:spLocks noGrp="1"/>
            </p:cNvSpPr>
            <p:nvPr/>
          </p:nvSpPr>
          <p:spPr>
            <a:xfrm>
              <a:off x="22896513" y="6787753"/>
              <a:ext cx="236680" cy="6096"/>
            </a:xfrm>
            <a:prstGeom prst="rect">
              <a:avLst/>
            </a:prstGeom>
            <a:solidFill>
              <a:srgbClr val="009E73"/>
            </a:solidFill>
            <a:ln w="0">
              <a:noFill/>
              <a:prstDash val="solid"/>
            </a:ln>
          </p:spPr>
        </p:sp>
        <p:sp>
          <p:nvSpPr>
            <p:cNvPr id="5115" name="dense-map-8-cell-61">
              <a:extLst>
                <a:ext uri="{FF2B5EF4-FFF2-40B4-BE49-F238E27FC236}">
                  <a16:creationId xmlns:a16="http://schemas.microsoft.com/office/drawing/2014/main" id="{F8AAD1B3-7E96-4BC7-B0E3-384E95A09427}"/>
                </a:ext>
              </a:extLst>
            </p:cNvPr>
            <p:cNvSpPr>
              <a:spLocks noGrp="1"/>
            </p:cNvSpPr>
            <p:nvPr/>
          </p:nvSpPr>
          <p:spPr>
            <a:xfrm>
              <a:off x="22896513" y="6793706"/>
              <a:ext cx="236680" cy="6096"/>
            </a:xfrm>
            <a:prstGeom prst="rect">
              <a:avLst/>
            </a:prstGeom>
            <a:solidFill>
              <a:srgbClr val="0DA27A"/>
            </a:solidFill>
            <a:ln w="0">
              <a:noFill/>
              <a:prstDash val="solid"/>
            </a:ln>
          </p:spPr>
        </p:sp>
        <p:sp>
          <p:nvSpPr>
            <p:cNvPr id="5116" name="dense-map-8-cell-60">
              <a:extLst>
                <a:ext uri="{FF2B5EF4-FFF2-40B4-BE49-F238E27FC236}">
                  <a16:creationId xmlns:a16="http://schemas.microsoft.com/office/drawing/2014/main" id="{6AC6FDC4-83EF-4B2C-977C-D6E111E74936}"/>
                </a:ext>
              </a:extLst>
            </p:cNvPr>
            <p:cNvSpPr>
              <a:spLocks noGrp="1"/>
            </p:cNvSpPr>
            <p:nvPr/>
          </p:nvSpPr>
          <p:spPr>
            <a:xfrm>
              <a:off x="22896513" y="6799659"/>
              <a:ext cx="236680" cy="6096"/>
            </a:xfrm>
            <a:prstGeom prst="rect">
              <a:avLst/>
            </a:prstGeom>
            <a:solidFill>
              <a:srgbClr val="2BAC8B"/>
            </a:solidFill>
            <a:ln w="0">
              <a:noFill/>
              <a:prstDash val="solid"/>
            </a:ln>
          </p:spPr>
        </p:sp>
        <p:sp>
          <p:nvSpPr>
            <p:cNvPr id="5117" name="dense-map-8-cell-59">
              <a:extLst>
                <a:ext uri="{FF2B5EF4-FFF2-40B4-BE49-F238E27FC236}">
                  <a16:creationId xmlns:a16="http://schemas.microsoft.com/office/drawing/2014/main" id="{B4F7F268-4894-4C27-8A77-5077B8D8C3A2}"/>
                </a:ext>
              </a:extLst>
            </p:cNvPr>
            <p:cNvSpPr>
              <a:spLocks noGrp="1"/>
            </p:cNvSpPr>
            <p:nvPr/>
          </p:nvSpPr>
          <p:spPr>
            <a:xfrm>
              <a:off x="22896513" y="6805613"/>
              <a:ext cx="236680" cy="6096"/>
            </a:xfrm>
            <a:prstGeom prst="rect">
              <a:avLst/>
            </a:prstGeom>
            <a:solidFill>
              <a:srgbClr val="50B9A0"/>
            </a:solidFill>
            <a:ln w="0">
              <a:noFill/>
              <a:prstDash val="solid"/>
            </a:ln>
          </p:spPr>
        </p:sp>
        <p:sp>
          <p:nvSpPr>
            <p:cNvPr id="5118" name="dense-map-8-cell-58">
              <a:extLst>
                <a:ext uri="{FF2B5EF4-FFF2-40B4-BE49-F238E27FC236}">
                  <a16:creationId xmlns:a16="http://schemas.microsoft.com/office/drawing/2014/main" id="{9DCF079C-2F42-4C7F-854A-7C9D08C91486}"/>
                </a:ext>
              </a:extLst>
            </p:cNvPr>
            <p:cNvSpPr>
              <a:spLocks noGrp="1"/>
            </p:cNvSpPr>
            <p:nvPr/>
          </p:nvSpPr>
          <p:spPr>
            <a:xfrm>
              <a:off x="22896513" y="6811566"/>
              <a:ext cx="236680" cy="6096"/>
            </a:xfrm>
            <a:prstGeom prst="rect">
              <a:avLst/>
            </a:prstGeom>
            <a:solidFill>
              <a:srgbClr val="7BC7B7"/>
            </a:solidFill>
            <a:ln w="0">
              <a:noFill/>
              <a:prstDash val="solid"/>
            </a:ln>
          </p:spPr>
        </p:sp>
        <p:sp>
          <p:nvSpPr>
            <p:cNvPr id="5119" name="dense-map-8-cell-57">
              <a:extLst>
                <a:ext uri="{FF2B5EF4-FFF2-40B4-BE49-F238E27FC236}">
                  <a16:creationId xmlns:a16="http://schemas.microsoft.com/office/drawing/2014/main" id="{A08B5BE5-FD28-4947-8003-B601D669053A}"/>
                </a:ext>
              </a:extLst>
            </p:cNvPr>
            <p:cNvSpPr>
              <a:spLocks noGrp="1"/>
            </p:cNvSpPr>
            <p:nvPr/>
          </p:nvSpPr>
          <p:spPr>
            <a:xfrm>
              <a:off x="22896513" y="6817519"/>
              <a:ext cx="236680" cy="6096"/>
            </a:xfrm>
            <a:prstGeom prst="rect">
              <a:avLst/>
            </a:prstGeom>
            <a:solidFill>
              <a:srgbClr val="A3D5CD"/>
            </a:solidFill>
            <a:ln w="0">
              <a:noFill/>
              <a:prstDash val="solid"/>
            </a:ln>
          </p:spPr>
        </p:sp>
        <p:sp>
          <p:nvSpPr>
            <p:cNvPr id="5120" name="dense-map-8-cell-56">
              <a:extLst>
                <a:ext uri="{FF2B5EF4-FFF2-40B4-BE49-F238E27FC236}">
                  <a16:creationId xmlns:a16="http://schemas.microsoft.com/office/drawing/2014/main" id="{A544059F-681E-462E-9C38-9779B476E859}"/>
                </a:ext>
              </a:extLst>
            </p:cNvPr>
            <p:cNvSpPr>
              <a:spLocks noGrp="1"/>
            </p:cNvSpPr>
            <p:nvPr/>
          </p:nvSpPr>
          <p:spPr>
            <a:xfrm>
              <a:off x="22896513" y="6823472"/>
              <a:ext cx="236680" cy="6096"/>
            </a:xfrm>
            <a:prstGeom prst="rect">
              <a:avLst/>
            </a:prstGeom>
            <a:solidFill>
              <a:srgbClr val="D5DDE7"/>
            </a:solidFill>
            <a:ln w="0">
              <a:noFill/>
              <a:prstDash val="solid"/>
            </a:ln>
          </p:spPr>
        </p:sp>
        <p:sp>
          <p:nvSpPr>
            <p:cNvPr id="5121" name="dense-map-8-cell-55">
              <a:extLst>
                <a:ext uri="{FF2B5EF4-FFF2-40B4-BE49-F238E27FC236}">
                  <a16:creationId xmlns:a16="http://schemas.microsoft.com/office/drawing/2014/main" id="{4C93C38E-8C63-4CFB-B3D4-F11AC84E727A}"/>
                </a:ext>
              </a:extLst>
            </p:cNvPr>
            <p:cNvSpPr>
              <a:spLocks noGrp="1"/>
            </p:cNvSpPr>
            <p:nvPr/>
          </p:nvSpPr>
          <p:spPr>
            <a:xfrm>
              <a:off x="22896513" y="6829425"/>
              <a:ext cx="236680" cy="6096"/>
            </a:xfrm>
            <a:prstGeom prst="rect">
              <a:avLst/>
            </a:prstGeom>
            <a:solidFill>
              <a:srgbClr val="DBE7EC"/>
            </a:solidFill>
            <a:ln w="0">
              <a:noFill/>
              <a:prstDash val="solid"/>
            </a:ln>
          </p:spPr>
        </p:sp>
        <p:sp>
          <p:nvSpPr>
            <p:cNvPr id="5122" name="dense-map-8-cell-54">
              <a:extLst>
                <a:ext uri="{FF2B5EF4-FFF2-40B4-BE49-F238E27FC236}">
                  <a16:creationId xmlns:a16="http://schemas.microsoft.com/office/drawing/2014/main" id="{38B8D74D-DDB6-4681-8B4D-8A5B449ACFDB}"/>
                </a:ext>
              </a:extLst>
            </p:cNvPr>
            <p:cNvSpPr>
              <a:spLocks noGrp="1"/>
            </p:cNvSpPr>
            <p:nvPr/>
          </p:nvSpPr>
          <p:spPr>
            <a:xfrm>
              <a:off x="22896513" y="6835378"/>
              <a:ext cx="236680" cy="6096"/>
            </a:xfrm>
            <a:prstGeom prst="rect">
              <a:avLst/>
            </a:prstGeom>
            <a:solidFill>
              <a:srgbClr val="DCE8ED"/>
            </a:solidFill>
            <a:ln w="0">
              <a:noFill/>
              <a:prstDash val="solid"/>
            </a:ln>
          </p:spPr>
        </p:sp>
        <p:sp>
          <p:nvSpPr>
            <p:cNvPr id="5123" name="dense-map-8-cell-53">
              <a:extLst>
                <a:ext uri="{FF2B5EF4-FFF2-40B4-BE49-F238E27FC236}">
                  <a16:creationId xmlns:a16="http://schemas.microsoft.com/office/drawing/2014/main" id="{1791E417-AFBD-4F45-BF3D-B95D4FA10ED8}"/>
                </a:ext>
              </a:extLst>
            </p:cNvPr>
            <p:cNvSpPr>
              <a:spLocks noGrp="1"/>
            </p:cNvSpPr>
            <p:nvPr/>
          </p:nvSpPr>
          <p:spPr>
            <a:xfrm>
              <a:off x="22896513" y="6841331"/>
              <a:ext cx="236680" cy="6096"/>
            </a:xfrm>
            <a:prstGeom prst="rect">
              <a:avLst/>
            </a:prstGeom>
            <a:solidFill>
              <a:srgbClr val="DCE8ED"/>
            </a:solidFill>
            <a:ln w="0">
              <a:noFill/>
              <a:prstDash val="solid"/>
            </a:ln>
          </p:spPr>
        </p:sp>
        <p:sp>
          <p:nvSpPr>
            <p:cNvPr id="5124" name="dense-map-8-cell-52">
              <a:extLst>
                <a:ext uri="{FF2B5EF4-FFF2-40B4-BE49-F238E27FC236}">
                  <a16:creationId xmlns:a16="http://schemas.microsoft.com/office/drawing/2014/main" id="{9F5CA0F2-1341-4FFD-8688-F8BE6EF6CB6D}"/>
                </a:ext>
              </a:extLst>
            </p:cNvPr>
            <p:cNvSpPr>
              <a:spLocks noGrp="1"/>
            </p:cNvSpPr>
            <p:nvPr/>
          </p:nvSpPr>
          <p:spPr>
            <a:xfrm>
              <a:off x="22896513" y="6847284"/>
              <a:ext cx="236680" cy="6096"/>
            </a:xfrm>
            <a:prstGeom prst="rect">
              <a:avLst/>
            </a:prstGeom>
            <a:solidFill>
              <a:srgbClr val="DCE8ED"/>
            </a:solidFill>
            <a:ln w="0">
              <a:noFill/>
              <a:prstDash val="solid"/>
            </a:ln>
          </p:spPr>
        </p:sp>
        <p:sp>
          <p:nvSpPr>
            <p:cNvPr id="5125" name="dense-map-8-cell-51">
              <a:extLst>
                <a:ext uri="{FF2B5EF4-FFF2-40B4-BE49-F238E27FC236}">
                  <a16:creationId xmlns:a16="http://schemas.microsoft.com/office/drawing/2014/main" id="{4CE2BD1F-0FD5-4FF0-B88D-5B699AC9FF28}"/>
                </a:ext>
              </a:extLst>
            </p:cNvPr>
            <p:cNvSpPr>
              <a:spLocks noGrp="1"/>
            </p:cNvSpPr>
            <p:nvPr/>
          </p:nvSpPr>
          <p:spPr>
            <a:xfrm>
              <a:off x="22896513" y="6853238"/>
              <a:ext cx="236680" cy="6096"/>
            </a:xfrm>
            <a:prstGeom prst="rect">
              <a:avLst/>
            </a:prstGeom>
            <a:solidFill>
              <a:srgbClr val="DCE8ED"/>
            </a:solidFill>
            <a:ln w="0">
              <a:noFill/>
              <a:prstDash val="solid"/>
            </a:ln>
          </p:spPr>
        </p:sp>
        <p:sp>
          <p:nvSpPr>
            <p:cNvPr id="5126" name="dense-map-8-cell-50">
              <a:extLst>
                <a:ext uri="{FF2B5EF4-FFF2-40B4-BE49-F238E27FC236}">
                  <a16:creationId xmlns:a16="http://schemas.microsoft.com/office/drawing/2014/main" id="{7E8BBA0A-CF83-487A-948D-15FB895054C5}"/>
                </a:ext>
              </a:extLst>
            </p:cNvPr>
            <p:cNvSpPr>
              <a:spLocks noGrp="1"/>
            </p:cNvSpPr>
            <p:nvPr/>
          </p:nvSpPr>
          <p:spPr>
            <a:xfrm>
              <a:off x="22896513" y="6859191"/>
              <a:ext cx="236680" cy="6096"/>
            </a:xfrm>
            <a:prstGeom prst="rect">
              <a:avLst/>
            </a:prstGeom>
            <a:solidFill>
              <a:srgbClr val="DCE8ED"/>
            </a:solidFill>
            <a:ln w="0">
              <a:noFill/>
              <a:prstDash val="solid"/>
            </a:ln>
          </p:spPr>
        </p:sp>
        <p:sp>
          <p:nvSpPr>
            <p:cNvPr id="5127" name="dense-map-8-cell-49">
              <a:extLst>
                <a:ext uri="{FF2B5EF4-FFF2-40B4-BE49-F238E27FC236}">
                  <a16:creationId xmlns:a16="http://schemas.microsoft.com/office/drawing/2014/main" id="{64C89A8D-BB09-49CC-A7D7-7782125828D6}"/>
                </a:ext>
              </a:extLst>
            </p:cNvPr>
            <p:cNvSpPr>
              <a:spLocks noGrp="1"/>
            </p:cNvSpPr>
            <p:nvPr/>
          </p:nvSpPr>
          <p:spPr>
            <a:xfrm>
              <a:off x="22896513" y="6865144"/>
              <a:ext cx="236680" cy="6096"/>
            </a:xfrm>
            <a:prstGeom prst="rect">
              <a:avLst/>
            </a:prstGeom>
            <a:solidFill>
              <a:srgbClr val="DCE8ED"/>
            </a:solidFill>
            <a:ln w="0">
              <a:noFill/>
              <a:prstDash val="solid"/>
            </a:ln>
          </p:spPr>
        </p:sp>
        <p:sp>
          <p:nvSpPr>
            <p:cNvPr id="5128" name="dense-map-8-cell-48">
              <a:extLst>
                <a:ext uri="{FF2B5EF4-FFF2-40B4-BE49-F238E27FC236}">
                  <a16:creationId xmlns:a16="http://schemas.microsoft.com/office/drawing/2014/main" id="{2288CDFF-7E48-44A6-A88C-F81F8ED43AC1}"/>
                </a:ext>
              </a:extLst>
            </p:cNvPr>
            <p:cNvSpPr>
              <a:spLocks noGrp="1"/>
            </p:cNvSpPr>
            <p:nvPr/>
          </p:nvSpPr>
          <p:spPr>
            <a:xfrm>
              <a:off x="22896513" y="6871097"/>
              <a:ext cx="236680" cy="6096"/>
            </a:xfrm>
            <a:prstGeom prst="rect">
              <a:avLst/>
            </a:prstGeom>
            <a:solidFill>
              <a:srgbClr val="DCE8ED"/>
            </a:solidFill>
            <a:ln w="0">
              <a:noFill/>
              <a:prstDash val="solid"/>
            </a:ln>
          </p:spPr>
        </p:sp>
        <p:sp>
          <p:nvSpPr>
            <p:cNvPr id="5129" name="dense-map-8-cell-47">
              <a:extLst>
                <a:ext uri="{FF2B5EF4-FFF2-40B4-BE49-F238E27FC236}">
                  <a16:creationId xmlns:a16="http://schemas.microsoft.com/office/drawing/2014/main" id="{05BD42B6-046B-4F26-AEF6-C6C3589A26C3}"/>
                </a:ext>
              </a:extLst>
            </p:cNvPr>
            <p:cNvSpPr>
              <a:spLocks noGrp="1"/>
            </p:cNvSpPr>
            <p:nvPr/>
          </p:nvSpPr>
          <p:spPr>
            <a:xfrm>
              <a:off x="22896513" y="6877050"/>
              <a:ext cx="236680" cy="6096"/>
            </a:xfrm>
            <a:prstGeom prst="rect">
              <a:avLst/>
            </a:prstGeom>
            <a:solidFill>
              <a:srgbClr val="DCE8ED"/>
            </a:solidFill>
            <a:ln w="0">
              <a:noFill/>
              <a:prstDash val="solid"/>
            </a:ln>
          </p:spPr>
        </p:sp>
        <p:sp>
          <p:nvSpPr>
            <p:cNvPr id="5130" name="dense-map-8-cell-46">
              <a:extLst>
                <a:ext uri="{FF2B5EF4-FFF2-40B4-BE49-F238E27FC236}">
                  <a16:creationId xmlns:a16="http://schemas.microsoft.com/office/drawing/2014/main" id="{6A2E03E1-67F9-4240-BFF8-E1BFFFC99433}"/>
                </a:ext>
              </a:extLst>
            </p:cNvPr>
            <p:cNvSpPr>
              <a:spLocks noGrp="1"/>
            </p:cNvSpPr>
            <p:nvPr/>
          </p:nvSpPr>
          <p:spPr>
            <a:xfrm>
              <a:off x="22896513" y="6883003"/>
              <a:ext cx="236680" cy="6096"/>
            </a:xfrm>
            <a:prstGeom prst="rect">
              <a:avLst/>
            </a:prstGeom>
            <a:solidFill>
              <a:srgbClr val="DCE8ED"/>
            </a:solidFill>
            <a:ln w="0">
              <a:noFill/>
              <a:prstDash val="solid"/>
            </a:ln>
          </p:spPr>
        </p:sp>
        <p:sp>
          <p:nvSpPr>
            <p:cNvPr id="5131" name="dense-map-8-cell-45">
              <a:extLst>
                <a:ext uri="{FF2B5EF4-FFF2-40B4-BE49-F238E27FC236}">
                  <a16:creationId xmlns:a16="http://schemas.microsoft.com/office/drawing/2014/main" id="{651CE489-6CEF-4ECD-88A4-9F4649EC7FAB}"/>
                </a:ext>
              </a:extLst>
            </p:cNvPr>
            <p:cNvSpPr>
              <a:spLocks noGrp="1"/>
            </p:cNvSpPr>
            <p:nvPr/>
          </p:nvSpPr>
          <p:spPr>
            <a:xfrm>
              <a:off x="22896513" y="6888956"/>
              <a:ext cx="236680" cy="6096"/>
            </a:xfrm>
            <a:prstGeom prst="rect">
              <a:avLst/>
            </a:prstGeom>
            <a:solidFill>
              <a:srgbClr val="DCE8ED"/>
            </a:solidFill>
            <a:ln w="0">
              <a:noFill/>
              <a:prstDash val="solid"/>
            </a:ln>
          </p:spPr>
        </p:sp>
        <p:sp>
          <p:nvSpPr>
            <p:cNvPr id="5132" name="dense-map-8-cell-44">
              <a:extLst>
                <a:ext uri="{FF2B5EF4-FFF2-40B4-BE49-F238E27FC236}">
                  <a16:creationId xmlns:a16="http://schemas.microsoft.com/office/drawing/2014/main" id="{3A94C685-51AE-4D85-A08B-AF446866B93B}"/>
                </a:ext>
              </a:extLst>
            </p:cNvPr>
            <p:cNvSpPr>
              <a:spLocks noGrp="1"/>
            </p:cNvSpPr>
            <p:nvPr/>
          </p:nvSpPr>
          <p:spPr>
            <a:xfrm>
              <a:off x="22896513" y="6894909"/>
              <a:ext cx="236680" cy="6096"/>
            </a:xfrm>
            <a:prstGeom prst="rect">
              <a:avLst/>
            </a:prstGeom>
            <a:solidFill>
              <a:srgbClr val="DCE8ED"/>
            </a:solidFill>
            <a:ln w="0">
              <a:noFill/>
              <a:prstDash val="solid"/>
            </a:ln>
          </p:spPr>
        </p:sp>
        <p:sp>
          <p:nvSpPr>
            <p:cNvPr id="5133" name="dense-map-8-cell-43">
              <a:extLst>
                <a:ext uri="{FF2B5EF4-FFF2-40B4-BE49-F238E27FC236}">
                  <a16:creationId xmlns:a16="http://schemas.microsoft.com/office/drawing/2014/main" id="{3B1E285D-9CF3-44EB-AA5B-00B9163D052B}"/>
                </a:ext>
              </a:extLst>
            </p:cNvPr>
            <p:cNvSpPr>
              <a:spLocks noGrp="1"/>
            </p:cNvSpPr>
            <p:nvPr/>
          </p:nvSpPr>
          <p:spPr>
            <a:xfrm>
              <a:off x="22896513" y="6900863"/>
              <a:ext cx="236680" cy="6096"/>
            </a:xfrm>
            <a:prstGeom prst="rect">
              <a:avLst/>
            </a:prstGeom>
            <a:solidFill>
              <a:srgbClr val="DCE8ED"/>
            </a:solidFill>
            <a:ln w="0">
              <a:noFill/>
              <a:prstDash val="solid"/>
            </a:ln>
          </p:spPr>
        </p:sp>
        <p:sp>
          <p:nvSpPr>
            <p:cNvPr id="5134" name="dense-map-8-cell-42">
              <a:extLst>
                <a:ext uri="{FF2B5EF4-FFF2-40B4-BE49-F238E27FC236}">
                  <a16:creationId xmlns:a16="http://schemas.microsoft.com/office/drawing/2014/main" id="{6DE20B36-2518-4AF4-B1BA-C880FA5F6D4F}"/>
                </a:ext>
              </a:extLst>
            </p:cNvPr>
            <p:cNvSpPr>
              <a:spLocks noGrp="1"/>
            </p:cNvSpPr>
            <p:nvPr/>
          </p:nvSpPr>
          <p:spPr>
            <a:xfrm>
              <a:off x="22896513" y="6906816"/>
              <a:ext cx="236680" cy="6096"/>
            </a:xfrm>
            <a:prstGeom prst="rect">
              <a:avLst/>
            </a:prstGeom>
            <a:solidFill>
              <a:srgbClr val="DCE8ED"/>
            </a:solidFill>
            <a:ln w="0">
              <a:noFill/>
              <a:prstDash val="solid"/>
            </a:ln>
          </p:spPr>
        </p:sp>
        <p:sp>
          <p:nvSpPr>
            <p:cNvPr id="5135" name="dense-map-8-cell-41">
              <a:extLst>
                <a:ext uri="{FF2B5EF4-FFF2-40B4-BE49-F238E27FC236}">
                  <a16:creationId xmlns:a16="http://schemas.microsoft.com/office/drawing/2014/main" id="{92ED90F6-B4C1-4547-B585-EA16D20AE497}"/>
                </a:ext>
              </a:extLst>
            </p:cNvPr>
            <p:cNvSpPr>
              <a:spLocks noGrp="1"/>
            </p:cNvSpPr>
            <p:nvPr/>
          </p:nvSpPr>
          <p:spPr>
            <a:xfrm>
              <a:off x="22896513" y="6912769"/>
              <a:ext cx="236680" cy="6096"/>
            </a:xfrm>
            <a:prstGeom prst="rect">
              <a:avLst/>
            </a:prstGeom>
            <a:solidFill>
              <a:srgbClr val="DCE8ED"/>
            </a:solidFill>
            <a:ln w="0">
              <a:noFill/>
              <a:prstDash val="solid"/>
            </a:ln>
          </p:spPr>
        </p:sp>
        <p:sp>
          <p:nvSpPr>
            <p:cNvPr id="5136" name="dense-map-8-cell-40">
              <a:extLst>
                <a:ext uri="{FF2B5EF4-FFF2-40B4-BE49-F238E27FC236}">
                  <a16:creationId xmlns:a16="http://schemas.microsoft.com/office/drawing/2014/main" id="{090BF8DA-E46D-4A3C-BDAA-623FBCCD39B8}"/>
                </a:ext>
              </a:extLst>
            </p:cNvPr>
            <p:cNvSpPr>
              <a:spLocks noGrp="1"/>
            </p:cNvSpPr>
            <p:nvPr/>
          </p:nvSpPr>
          <p:spPr>
            <a:xfrm>
              <a:off x="22896513" y="6918722"/>
              <a:ext cx="236680" cy="6096"/>
            </a:xfrm>
            <a:prstGeom prst="rect">
              <a:avLst/>
            </a:prstGeom>
            <a:solidFill>
              <a:srgbClr val="DCE8ED"/>
            </a:solidFill>
            <a:ln w="0">
              <a:noFill/>
              <a:prstDash val="solid"/>
            </a:ln>
          </p:spPr>
        </p:sp>
        <p:sp>
          <p:nvSpPr>
            <p:cNvPr id="5137" name="dense-map-8-cell-39">
              <a:extLst>
                <a:ext uri="{FF2B5EF4-FFF2-40B4-BE49-F238E27FC236}">
                  <a16:creationId xmlns:a16="http://schemas.microsoft.com/office/drawing/2014/main" id="{5961A79D-D3E8-4A5A-93B4-3BA3AA8E1BF5}"/>
                </a:ext>
              </a:extLst>
            </p:cNvPr>
            <p:cNvSpPr>
              <a:spLocks noGrp="1"/>
            </p:cNvSpPr>
            <p:nvPr/>
          </p:nvSpPr>
          <p:spPr>
            <a:xfrm>
              <a:off x="22896513" y="6924675"/>
              <a:ext cx="236680" cy="6096"/>
            </a:xfrm>
            <a:prstGeom prst="rect">
              <a:avLst/>
            </a:prstGeom>
            <a:solidFill>
              <a:srgbClr val="DCE8ED"/>
            </a:solidFill>
            <a:ln w="0">
              <a:noFill/>
              <a:prstDash val="solid"/>
            </a:ln>
          </p:spPr>
        </p:sp>
        <p:sp>
          <p:nvSpPr>
            <p:cNvPr id="5138" name="dense-map-8-cell-38">
              <a:extLst>
                <a:ext uri="{FF2B5EF4-FFF2-40B4-BE49-F238E27FC236}">
                  <a16:creationId xmlns:a16="http://schemas.microsoft.com/office/drawing/2014/main" id="{13113C2D-5995-4180-8BC6-FC1AB07A235C}"/>
                </a:ext>
              </a:extLst>
            </p:cNvPr>
            <p:cNvSpPr>
              <a:spLocks noGrp="1"/>
            </p:cNvSpPr>
            <p:nvPr/>
          </p:nvSpPr>
          <p:spPr>
            <a:xfrm>
              <a:off x="22896513" y="6930628"/>
              <a:ext cx="236680" cy="6096"/>
            </a:xfrm>
            <a:prstGeom prst="rect">
              <a:avLst/>
            </a:prstGeom>
            <a:solidFill>
              <a:srgbClr val="DCE8ED"/>
            </a:solidFill>
            <a:ln w="0">
              <a:noFill/>
              <a:prstDash val="solid"/>
            </a:ln>
          </p:spPr>
        </p:sp>
        <p:sp>
          <p:nvSpPr>
            <p:cNvPr id="5139" name="dense-map-8-cell-37">
              <a:extLst>
                <a:ext uri="{FF2B5EF4-FFF2-40B4-BE49-F238E27FC236}">
                  <a16:creationId xmlns:a16="http://schemas.microsoft.com/office/drawing/2014/main" id="{846FDCE8-1A49-421C-8DB0-C48156BA080A}"/>
                </a:ext>
              </a:extLst>
            </p:cNvPr>
            <p:cNvSpPr>
              <a:spLocks noGrp="1"/>
            </p:cNvSpPr>
            <p:nvPr/>
          </p:nvSpPr>
          <p:spPr>
            <a:xfrm>
              <a:off x="22896513" y="6936581"/>
              <a:ext cx="236680" cy="6096"/>
            </a:xfrm>
            <a:prstGeom prst="rect">
              <a:avLst/>
            </a:prstGeom>
            <a:solidFill>
              <a:srgbClr val="DCE8ED"/>
            </a:solidFill>
            <a:ln w="0">
              <a:noFill/>
              <a:prstDash val="solid"/>
            </a:ln>
          </p:spPr>
        </p:sp>
        <p:sp>
          <p:nvSpPr>
            <p:cNvPr id="5140" name="dense-map-8-cell-36">
              <a:extLst>
                <a:ext uri="{FF2B5EF4-FFF2-40B4-BE49-F238E27FC236}">
                  <a16:creationId xmlns:a16="http://schemas.microsoft.com/office/drawing/2014/main" id="{FCEDF39E-B26F-484E-81AD-E61FBB518C89}"/>
                </a:ext>
              </a:extLst>
            </p:cNvPr>
            <p:cNvSpPr>
              <a:spLocks noGrp="1"/>
            </p:cNvSpPr>
            <p:nvPr/>
          </p:nvSpPr>
          <p:spPr>
            <a:xfrm>
              <a:off x="22896513" y="6942534"/>
              <a:ext cx="236680" cy="6096"/>
            </a:xfrm>
            <a:prstGeom prst="rect">
              <a:avLst/>
            </a:prstGeom>
            <a:solidFill>
              <a:srgbClr val="DCE8ED"/>
            </a:solidFill>
            <a:ln w="0">
              <a:noFill/>
              <a:prstDash val="solid"/>
            </a:ln>
          </p:spPr>
        </p:sp>
        <p:sp>
          <p:nvSpPr>
            <p:cNvPr id="5141" name="dense-map-8-cell-35">
              <a:extLst>
                <a:ext uri="{FF2B5EF4-FFF2-40B4-BE49-F238E27FC236}">
                  <a16:creationId xmlns:a16="http://schemas.microsoft.com/office/drawing/2014/main" id="{EEB084B5-C93C-4E9B-B6A7-C3D94CCCC472}"/>
                </a:ext>
              </a:extLst>
            </p:cNvPr>
            <p:cNvSpPr>
              <a:spLocks noGrp="1"/>
            </p:cNvSpPr>
            <p:nvPr/>
          </p:nvSpPr>
          <p:spPr>
            <a:xfrm>
              <a:off x="22896513" y="6948488"/>
              <a:ext cx="236680" cy="6096"/>
            </a:xfrm>
            <a:prstGeom prst="rect">
              <a:avLst/>
            </a:prstGeom>
            <a:solidFill>
              <a:srgbClr val="DCE8ED"/>
            </a:solidFill>
            <a:ln w="0">
              <a:noFill/>
              <a:prstDash val="solid"/>
            </a:ln>
          </p:spPr>
        </p:sp>
        <p:sp>
          <p:nvSpPr>
            <p:cNvPr id="5142" name="dense-map-8-cell-34">
              <a:extLst>
                <a:ext uri="{FF2B5EF4-FFF2-40B4-BE49-F238E27FC236}">
                  <a16:creationId xmlns:a16="http://schemas.microsoft.com/office/drawing/2014/main" id="{318EB28F-699C-4EC8-A79A-8819AE858AA5}"/>
                </a:ext>
              </a:extLst>
            </p:cNvPr>
            <p:cNvSpPr>
              <a:spLocks noGrp="1"/>
            </p:cNvSpPr>
            <p:nvPr/>
          </p:nvSpPr>
          <p:spPr>
            <a:xfrm>
              <a:off x="22896513" y="6954441"/>
              <a:ext cx="236680" cy="6096"/>
            </a:xfrm>
            <a:prstGeom prst="rect">
              <a:avLst/>
            </a:prstGeom>
            <a:solidFill>
              <a:srgbClr val="DCE8ED"/>
            </a:solidFill>
            <a:ln w="0">
              <a:noFill/>
              <a:prstDash val="solid"/>
            </a:ln>
          </p:spPr>
        </p:sp>
        <p:sp>
          <p:nvSpPr>
            <p:cNvPr id="5143" name="dense-map-8-cell-33">
              <a:extLst>
                <a:ext uri="{FF2B5EF4-FFF2-40B4-BE49-F238E27FC236}">
                  <a16:creationId xmlns:a16="http://schemas.microsoft.com/office/drawing/2014/main" id="{CF2A2EA6-F7A4-40EB-B78B-A764B3E62F29}"/>
                </a:ext>
              </a:extLst>
            </p:cNvPr>
            <p:cNvSpPr>
              <a:spLocks noGrp="1"/>
            </p:cNvSpPr>
            <p:nvPr/>
          </p:nvSpPr>
          <p:spPr>
            <a:xfrm>
              <a:off x="22896513" y="6960394"/>
              <a:ext cx="236680" cy="6096"/>
            </a:xfrm>
            <a:prstGeom prst="rect">
              <a:avLst/>
            </a:prstGeom>
            <a:solidFill>
              <a:srgbClr val="DCE8ED"/>
            </a:solidFill>
            <a:ln w="0">
              <a:noFill/>
              <a:prstDash val="solid"/>
            </a:ln>
          </p:spPr>
        </p:sp>
        <p:sp>
          <p:nvSpPr>
            <p:cNvPr id="5144" name="dense-map-8-cell-32">
              <a:extLst>
                <a:ext uri="{FF2B5EF4-FFF2-40B4-BE49-F238E27FC236}">
                  <a16:creationId xmlns:a16="http://schemas.microsoft.com/office/drawing/2014/main" id="{E5DFC769-F71C-4CA4-92E8-6C72B0585D20}"/>
                </a:ext>
              </a:extLst>
            </p:cNvPr>
            <p:cNvSpPr>
              <a:spLocks noGrp="1"/>
            </p:cNvSpPr>
            <p:nvPr/>
          </p:nvSpPr>
          <p:spPr>
            <a:xfrm>
              <a:off x="22896513" y="6966347"/>
              <a:ext cx="236680" cy="6096"/>
            </a:xfrm>
            <a:prstGeom prst="rect">
              <a:avLst/>
            </a:prstGeom>
            <a:solidFill>
              <a:srgbClr val="DCE8ED"/>
            </a:solidFill>
            <a:ln w="0">
              <a:noFill/>
              <a:prstDash val="solid"/>
            </a:ln>
          </p:spPr>
        </p:sp>
        <p:sp>
          <p:nvSpPr>
            <p:cNvPr id="5145" name="dense-map-8-cell-31">
              <a:extLst>
                <a:ext uri="{FF2B5EF4-FFF2-40B4-BE49-F238E27FC236}">
                  <a16:creationId xmlns:a16="http://schemas.microsoft.com/office/drawing/2014/main" id="{E6C3E274-158A-4C1D-BE7C-B8D655BAAFCA}"/>
                </a:ext>
              </a:extLst>
            </p:cNvPr>
            <p:cNvSpPr>
              <a:spLocks noGrp="1"/>
            </p:cNvSpPr>
            <p:nvPr/>
          </p:nvSpPr>
          <p:spPr>
            <a:xfrm>
              <a:off x="22896513" y="6972300"/>
              <a:ext cx="236680" cy="6096"/>
            </a:xfrm>
            <a:prstGeom prst="rect">
              <a:avLst/>
            </a:prstGeom>
            <a:solidFill>
              <a:srgbClr val="DCE8ED"/>
            </a:solidFill>
            <a:ln w="0">
              <a:noFill/>
              <a:prstDash val="solid"/>
            </a:ln>
          </p:spPr>
        </p:sp>
        <p:sp>
          <p:nvSpPr>
            <p:cNvPr id="5146" name="dense-map-8-cell-30">
              <a:extLst>
                <a:ext uri="{FF2B5EF4-FFF2-40B4-BE49-F238E27FC236}">
                  <a16:creationId xmlns:a16="http://schemas.microsoft.com/office/drawing/2014/main" id="{B26452B3-82B0-4E75-B125-27C774A97E7C}"/>
                </a:ext>
              </a:extLst>
            </p:cNvPr>
            <p:cNvSpPr>
              <a:spLocks noGrp="1"/>
            </p:cNvSpPr>
            <p:nvPr/>
          </p:nvSpPr>
          <p:spPr>
            <a:xfrm>
              <a:off x="22896513" y="6978253"/>
              <a:ext cx="236680" cy="6096"/>
            </a:xfrm>
            <a:prstGeom prst="rect">
              <a:avLst/>
            </a:prstGeom>
            <a:solidFill>
              <a:srgbClr val="DCE8ED"/>
            </a:solidFill>
            <a:ln w="0">
              <a:noFill/>
              <a:prstDash val="solid"/>
            </a:ln>
          </p:spPr>
        </p:sp>
        <p:sp>
          <p:nvSpPr>
            <p:cNvPr id="5147" name="dense-map-8-cell-29">
              <a:extLst>
                <a:ext uri="{FF2B5EF4-FFF2-40B4-BE49-F238E27FC236}">
                  <a16:creationId xmlns:a16="http://schemas.microsoft.com/office/drawing/2014/main" id="{33D12F74-4594-40FD-9176-9BADB1BAF0DB}"/>
                </a:ext>
              </a:extLst>
            </p:cNvPr>
            <p:cNvSpPr>
              <a:spLocks noGrp="1"/>
            </p:cNvSpPr>
            <p:nvPr/>
          </p:nvSpPr>
          <p:spPr>
            <a:xfrm>
              <a:off x="22896513" y="6984206"/>
              <a:ext cx="236680" cy="6096"/>
            </a:xfrm>
            <a:prstGeom prst="rect">
              <a:avLst/>
            </a:prstGeom>
            <a:solidFill>
              <a:srgbClr val="DCE8ED"/>
            </a:solidFill>
            <a:ln w="0">
              <a:noFill/>
              <a:prstDash val="solid"/>
            </a:ln>
          </p:spPr>
        </p:sp>
        <p:sp>
          <p:nvSpPr>
            <p:cNvPr id="5148" name="dense-map-8-cell-28">
              <a:extLst>
                <a:ext uri="{FF2B5EF4-FFF2-40B4-BE49-F238E27FC236}">
                  <a16:creationId xmlns:a16="http://schemas.microsoft.com/office/drawing/2014/main" id="{1C8B43B4-F5BA-4494-8DDA-40ECAD711690}"/>
                </a:ext>
              </a:extLst>
            </p:cNvPr>
            <p:cNvSpPr>
              <a:spLocks noGrp="1"/>
            </p:cNvSpPr>
            <p:nvPr/>
          </p:nvSpPr>
          <p:spPr>
            <a:xfrm>
              <a:off x="22896513" y="6990159"/>
              <a:ext cx="236680" cy="6096"/>
            </a:xfrm>
            <a:prstGeom prst="rect">
              <a:avLst/>
            </a:prstGeom>
            <a:solidFill>
              <a:srgbClr val="DAE7EC"/>
            </a:solidFill>
            <a:ln w="0">
              <a:noFill/>
              <a:prstDash val="solid"/>
            </a:ln>
          </p:spPr>
        </p:sp>
        <p:sp>
          <p:nvSpPr>
            <p:cNvPr id="5149" name="dense-map-8-cell-27">
              <a:extLst>
                <a:ext uri="{FF2B5EF4-FFF2-40B4-BE49-F238E27FC236}">
                  <a16:creationId xmlns:a16="http://schemas.microsoft.com/office/drawing/2014/main" id="{AB89A1DF-3FF6-415C-A4F4-2B057B390CE4}"/>
                </a:ext>
              </a:extLst>
            </p:cNvPr>
            <p:cNvSpPr>
              <a:spLocks noGrp="1"/>
            </p:cNvSpPr>
            <p:nvPr/>
          </p:nvSpPr>
          <p:spPr>
            <a:xfrm>
              <a:off x="22896513" y="6996113"/>
              <a:ext cx="236680" cy="6096"/>
            </a:xfrm>
            <a:prstGeom prst="rect">
              <a:avLst/>
            </a:prstGeom>
            <a:solidFill>
              <a:srgbClr val="CDDEE5"/>
            </a:solidFill>
            <a:ln w="0">
              <a:noFill/>
              <a:prstDash val="solid"/>
            </a:ln>
          </p:spPr>
        </p:sp>
        <p:sp>
          <p:nvSpPr>
            <p:cNvPr id="5150" name="dense-map-8-cell-26">
              <a:extLst>
                <a:ext uri="{FF2B5EF4-FFF2-40B4-BE49-F238E27FC236}">
                  <a16:creationId xmlns:a16="http://schemas.microsoft.com/office/drawing/2014/main" id="{4143CAEB-2F2B-411A-9D75-CFC00F0E2567}"/>
                </a:ext>
              </a:extLst>
            </p:cNvPr>
            <p:cNvSpPr>
              <a:spLocks noGrp="1"/>
            </p:cNvSpPr>
            <p:nvPr/>
          </p:nvSpPr>
          <p:spPr>
            <a:xfrm>
              <a:off x="22896513" y="7002066"/>
              <a:ext cx="236680" cy="6096"/>
            </a:xfrm>
            <a:prstGeom prst="rect">
              <a:avLst/>
            </a:prstGeom>
            <a:solidFill>
              <a:srgbClr val="A4CADE"/>
            </a:solidFill>
            <a:ln w="0">
              <a:noFill/>
              <a:prstDash val="solid"/>
            </a:ln>
          </p:spPr>
        </p:sp>
        <p:sp>
          <p:nvSpPr>
            <p:cNvPr id="5151" name="dense-map-8-cell-25">
              <a:extLst>
                <a:ext uri="{FF2B5EF4-FFF2-40B4-BE49-F238E27FC236}">
                  <a16:creationId xmlns:a16="http://schemas.microsoft.com/office/drawing/2014/main" id="{BD92DE01-D726-4B99-904C-BE76F5E2F399}"/>
                </a:ext>
              </a:extLst>
            </p:cNvPr>
            <p:cNvSpPr>
              <a:spLocks noGrp="1"/>
            </p:cNvSpPr>
            <p:nvPr/>
          </p:nvSpPr>
          <p:spPr>
            <a:xfrm>
              <a:off x="22896513" y="7008019"/>
              <a:ext cx="236680" cy="6096"/>
            </a:xfrm>
            <a:prstGeom prst="rect">
              <a:avLst/>
            </a:prstGeom>
            <a:solidFill>
              <a:srgbClr val="7BB4D3"/>
            </a:solidFill>
            <a:ln w="0">
              <a:noFill/>
              <a:prstDash val="solid"/>
            </a:ln>
          </p:spPr>
        </p:sp>
        <p:sp>
          <p:nvSpPr>
            <p:cNvPr id="5152" name="dense-map-8-cell-24">
              <a:extLst>
                <a:ext uri="{FF2B5EF4-FFF2-40B4-BE49-F238E27FC236}">
                  <a16:creationId xmlns:a16="http://schemas.microsoft.com/office/drawing/2014/main" id="{F5DC9C87-485D-4317-BE73-33385F71DD3A}"/>
                </a:ext>
              </a:extLst>
            </p:cNvPr>
            <p:cNvSpPr>
              <a:spLocks noGrp="1"/>
            </p:cNvSpPr>
            <p:nvPr/>
          </p:nvSpPr>
          <p:spPr>
            <a:xfrm>
              <a:off x="22896513" y="7013972"/>
              <a:ext cx="236680" cy="6096"/>
            </a:xfrm>
            <a:prstGeom prst="rect">
              <a:avLst/>
            </a:prstGeom>
            <a:solidFill>
              <a:srgbClr val="519DC8"/>
            </a:solidFill>
            <a:ln w="0">
              <a:noFill/>
              <a:prstDash val="solid"/>
            </a:ln>
          </p:spPr>
        </p:sp>
        <p:sp>
          <p:nvSpPr>
            <p:cNvPr id="5153" name="dense-map-8-cell-23">
              <a:extLst>
                <a:ext uri="{FF2B5EF4-FFF2-40B4-BE49-F238E27FC236}">
                  <a16:creationId xmlns:a16="http://schemas.microsoft.com/office/drawing/2014/main" id="{848EB669-B890-4F10-9931-09DC967E685B}"/>
                </a:ext>
              </a:extLst>
            </p:cNvPr>
            <p:cNvSpPr>
              <a:spLocks noGrp="1"/>
            </p:cNvSpPr>
            <p:nvPr/>
          </p:nvSpPr>
          <p:spPr>
            <a:xfrm>
              <a:off x="22896513" y="7019925"/>
              <a:ext cx="236680" cy="6096"/>
            </a:xfrm>
            <a:prstGeom prst="rect">
              <a:avLst/>
            </a:prstGeom>
            <a:solidFill>
              <a:srgbClr val="2A88BD"/>
            </a:solidFill>
            <a:ln w="0">
              <a:noFill/>
              <a:prstDash val="solid"/>
            </a:ln>
          </p:spPr>
        </p:sp>
        <p:sp>
          <p:nvSpPr>
            <p:cNvPr id="5154" name="dense-map-8-cell-22">
              <a:extLst>
                <a:ext uri="{FF2B5EF4-FFF2-40B4-BE49-F238E27FC236}">
                  <a16:creationId xmlns:a16="http://schemas.microsoft.com/office/drawing/2014/main" id="{DD7BBE36-1665-4678-9EE7-1A3FA0815E66}"/>
                </a:ext>
              </a:extLst>
            </p:cNvPr>
            <p:cNvSpPr>
              <a:spLocks noGrp="1"/>
            </p:cNvSpPr>
            <p:nvPr/>
          </p:nvSpPr>
          <p:spPr>
            <a:xfrm>
              <a:off x="22896513" y="7025878"/>
              <a:ext cx="236680" cy="6096"/>
            </a:xfrm>
            <a:prstGeom prst="rect">
              <a:avLst/>
            </a:prstGeom>
            <a:solidFill>
              <a:srgbClr val="0D79B6"/>
            </a:solidFill>
            <a:ln w="0">
              <a:noFill/>
              <a:prstDash val="solid"/>
            </a:ln>
          </p:spPr>
        </p:sp>
        <p:sp>
          <p:nvSpPr>
            <p:cNvPr id="5155" name="dense-map-8-cell-21">
              <a:extLst>
                <a:ext uri="{FF2B5EF4-FFF2-40B4-BE49-F238E27FC236}">
                  <a16:creationId xmlns:a16="http://schemas.microsoft.com/office/drawing/2014/main" id="{5F076F75-8D7E-402F-9BCB-D822F84A4E7D}"/>
                </a:ext>
              </a:extLst>
            </p:cNvPr>
            <p:cNvSpPr>
              <a:spLocks noGrp="1"/>
            </p:cNvSpPr>
            <p:nvPr/>
          </p:nvSpPr>
          <p:spPr>
            <a:xfrm>
              <a:off x="22896513" y="7031831"/>
              <a:ext cx="236680" cy="6096"/>
            </a:xfrm>
            <a:prstGeom prst="rect">
              <a:avLst/>
            </a:prstGeom>
            <a:solidFill>
              <a:srgbClr val="0072B2"/>
            </a:solidFill>
            <a:ln w="0">
              <a:noFill/>
              <a:prstDash val="solid"/>
            </a:ln>
          </p:spPr>
        </p:sp>
        <p:sp>
          <p:nvSpPr>
            <p:cNvPr id="5156" name="dense-map-8-cell-20">
              <a:extLst>
                <a:ext uri="{FF2B5EF4-FFF2-40B4-BE49-F238E27FC236}">
                  <a16:creationId xmlns:a16="http://schemas.microsoft.com/office/drawing/2014/main" id="{AA0F0AF0-39CE-47E4-BA6E-BF87A19D61D4}"/>
                </a:ext>
              </a:extLst>
            </p:cNvPr>
            <p:cNvSpPr>
              <a:spLocks noGrp="1"/>
            </p:cNvSpPr>
            <p:nvPr/>
          </p:nvSpPr>
          <p:spPr>
            <a:xfrm>
              <a:off x="22896513" y="7037784"/>
              <a:ext cx="236680" cy="6096"/>
            </a:xfrm>
            <a:prstGeom prst="rect">
              <a:avLst/>
            </a:prstGeom>
            <a:solidFill>
              <a:srgbClr val="0072B2"/>
            </a:solidFill>
            <a:ln w="0">
              <a:noFill/>
              <a:prstDash val="solid"/>
            </a:ln>
          </p:spPr>
        </p:sp>
        <p:sp>
          <p:nvSpPr>
            <p:cNvPr id="5157" name="dense-map-8-cell-19">
              <a:extLst>
                <a:ext uri="{FF2B5EF4-FFF2-40B4-BE49-F238E27FC236}">
                  <a16:creationId xmlns:a16="http://schemas.microsoft.com/office/drawing/2014/main" id="{DA792D20-87DA-435C-87AD-E6ED68A78488}"/>
                </a:ext>
              </a:extLst>
            </p:cNvPr>
            <p:cNvSpPr>
              <a:spLocks noGrp="1"/>
            </p:cNvSpPr>
            <p:nvPr/>
          </p:nvSpPr>
          <p:spPr>
            <a:xfrm>
              <a:off x="22896513" y="7043738"/>
              <a:ext cx="236680" cy="6096"/>
            </a:xfrm>
            <a:prstGeom prst="rect">
              <a:avLst/>
            </a:prstGeom>
            <a:solidFill>
              <a:srgbClr val="0072B2"/>
            </a:solidFill>
            <a:ln w="0">
              <a:noFill/>
              <a:prstDash val="solid"/>
            </a:ln>
          </p:spPr>
        </p:sp>
        <p:sp>
          <p:nvSpPr>
            <p:cNvPr id="5158" name="dense-map-8-cell-18">
              <a:extLst>
                <a:ext uri="{FF2B5EF4-FFF2-40B4-BE49-F238E27FC236}">
                  <a16:creationId xmlns:a16="http://schemas.microsoft.com/office/drawing/2014/main" id="{747D6D40-DFE2-4AB0-ADE8-90FE98C8DF6E}"/>
                </a:ext>
              </a:extLst>
            </p:cNvPr>
            <p:cNvSpPr>
              <a:spLocks noGrp="1"/>
            </p:cNvSpPr>
            <p:nvPr/>
          </p:nvSpPr>
          <p:spPr>
            <a:xfrm>
              <a:off x="22896513" y="7049691"/>
              <a:ext cx="236680" cy="6096"/>
            </a:xfrm>
            <a:prstGeom prst="rect">
              <a:avLst/>
            </a:prstGeom>
            <a:solidFill>
              <a:srgbClr val="0072B2"/>
            </a:solidFill>
            <a:ln w="0">
              <a:noFill/>
              <a:prstDash val="solid"/>
            </a:ln>
          </p:spPr>
        </p:sp>
        <p:sp>
          <p:nvSpPr>
            <p:cNvPr id="5159" name="dense-map-8-cell-17">
              <a:extLst>
                <a:ext uri="{FF2B5EF4-FFF2-40B4-BE49-F238E27FC236}">
                  <a16:creationId xmlns:a16="http://schemas.microsoft.com/office/drawing/2014/main" id="{B2D4B4C3-8B14-49C7-B96C-4BC01DFB7991}"/>
                </a:ext>
              </a:extLst>
            </p:cNvPr>
            <p:cNvSpPr>
              <a:spLocks noGrp="1"/>
            </p:cNvSpPr>
            <p:nvPr/>
          </p:nvSpPr>
          <p:spPr>
            <a:xfrm>
              <a:off x="22896513" y="7055644"/>
              <a:ext cx="236680" cy="6096"/>
            </a:xfrm>
            <a:prstGeom prst="rect">
              <a:avLst/>
            </a:prstGeom>
            <a:solidFill>
              <a:srgbClr val="0072B2"/>
            </a:solidFill>
            <a:ln w="0">
              <a:noFill/>
              <a:prstDash val="solid"/>
            </a:ln>
          </p:spPr>
        </p:sp>
        <p:sp>
          <p:nvSpPr>
            <p:cNvPr id="5160" name="dense-map-8-cell-16">
              <a:extLst>
                <a:ext uri="{FF2B5EF4-FFF2-40B4-BE49-F238E27FC236}">
                  <a16:creationId xmlns:a16="http://schemas.microsoft.com/office/drawing/2014/main" id="{0A7C5A6A-8F44-4BD0-B0D9-23A21A51C566}"/>
                </a:ext>
              </a:extLst>
            </p:cNvPr>
            <p:cNvSpPr>
              <a:spLocks noGrp="1"/>
            </p:cNvSpPr>
            <p:nvPr/>
          </p:nvSpPr>
          <p:spPr>
            <a:xfrm>
              <a:off x="22896513" y="7061597"/>
              <a:ext cx="236680" cy="6096"/>
            </a:xfrm>
            <a:prstGeom prst="rect">
              <a:avLst/>
            </a:prstGeom>
            <a:solidFill>
              <a:srgbClr val="0072B2"/>
            </a:solidFill>
            <a:ln w="0">
              <a:noFill/>
              <a:prstDash val="solid"/>
            </a:ln>
          </p:spPr>
        </p:sp>
        <p:sp>
          <p:nvSpPr>
            <p:cNvPr id="5161" name="dense-map-8-cell-15">
              <a:extLst>
                <a:ext uri="{FF2B5EF4-FFF2-40B4-BE49-F238E27FC236}">
                  <a16:creationId xmlns:a16="http://schemas.microsoft.com/office/drawing/2014/main" id="{8075ED72-3D7B-423F-8E4A-44269AB8413D}"/>
                </a:ext>
              </a:extLst>
            </p:cNvPr>
            <p:cNvSpPr>
              <a:spLocks noGrp="1"/>
            </p:cNvSpPr>
            <p:nvPr/>
          </p:nvSpPr>
          <p:spPr>
            <a:xfrm>
              <a:off x="22896513" y="7067550"/>
              <a:ext cx="236680" cy="6096"/>
            </a:xfrm>
            <a:prstGeom prst="rect">
              <a:avLst/>
            </a:prstGeom>
            <a:solidFill>
              <a:srgbClr val="0072B2"/>
            </a:solidFill>
            <a:ln w="0">
              <a:noFill/>
              <a:prstDash val="solid"/>
            </a:ln>
          </p:spPr>
        </p:sp>
        <p:sp>
          <p:nvSpPr>
            <p:cNvPr id="5162" name="dense-map-8-cell-14">
              <a:extLst>
                <a:ext uri="{FF2B5EF4-FFF2-40B4-BE49-F238E27FC236}">
                  <a16:creationId xmlns:a16="http://schemas.microsoft.com/office/drawing/2014/main" id="{1703C181-FF51-4EDD-8465-1456BF8C9256}"/>
                </a:ext>
              </a:extLst>
            </p:cNvPr>
            <p:cNvSpPr>
              <a:spLocks noGrp="1"/>
            </p:cNvSpPr>
            <p:nvPr/>
          </p:nvSpPr>
          <p:spPr>
            <a:xfrm>
              <a:off x="22896513" y="7073503"/>
              <a:ext cx="236680" cy="6096"/>
            </a:xfrm>
            <a:prstGeom prst="rect">
              <a:avLst/>
            </a:prstGeom>
            <a:solidFill>
              <a:srgbClr val="0072B2"/>
            </a:solidFill>
            <a:ln w="0">
              <a:noFill/>
              <a:prstDash val="solid"/>
            </a:ln>
          </p:spPr>
        </p:sp>
        <p:sp>
          <p:nvSpPr>
            <p:cNvPr id="5163" name="dense-map-8-cell-13">
              <a:extLst>
                <a:ext uri="{FF2B5EF4-FFF2-40B4-BE49-F238E27FC236}">
                  <a16:creationId xmlns:a16="http://schemas.microsoft.com/office/drawing/2014/main" id="{B65D6F87-204A-4990-880B-5143CBBDDACE}"/>
                </a:ext>
              </a:extLst>
            </p:cNvPr>
            <p:cNvSpPr>
              <a:spLocks noGrp="1"/>
            </p:cNvSpPr>
            <p:nvPr/>
          </p:nvSpPr>
          <p:spPr>
            <a:xfrm>
              <a:off x="22896513" y="7079456"/>
              <a:ext cx="236680" cy="6096"/>
            </a:xfrm>
            <a:prstGeom prst="rect">
              <a:avLst/>
            </a:prstGeom>
            <a:solidFill>
              <a:srgbClr val="0072B2"/>
            </a:solidFill>
            <a:ln w="0">
              <a:noFill/>
              <a:prstDash val="solid"/>
            </a:ln>
          </p:spPr>
        </p:sp>
        <p:sp>
          <p:nvSpPr>
            <p:cNvPr id="5164" name="dense-map-8-cell-12">
              <a:extLst>
                <a:ext uri="{FF2B5EF4-FFF2-40B4-BE49-F238E27FC236}">
                  <a16:creationId xmlns:a16="http://schemas.microsoft.com/office/drawing/2014/main" id="{A0EA1988-7E52-4B5E-BCD3-C18581AEA938}"/>
                </a:ext>
              </a:extLst>
            </p:cNvPr>
            <p:cNvSpPr>
              <a:spLocks noGrp="1"/>
            </p:cNvSpPr>
            <p:nvPr/>
          </p:nvSpPr>
          <p:spPr>
            <a:xfrm>
              <a:off x="22896513" y="7085409"/>
              <a:ext cx="236680" cy="6096"/>
            </a:xfrm>
            <a:prstGeom prst="rect">
              <a:avLst/>
            </a:prstGeom>
            <a:solidFill>
              <a:srgbClr val="0072B2"/>
            </a:solidFill>
            <a:ln w="0">
              <a:noFill/>
              <a:prstDash val="solid"/>
            </a:ln>
          </p:spPr>
        </p:sp>
        <p:sp>
          <p:nvSpPr>
            <p:cNvPr id="5165" name="dense-map-8-cell-11">
              <a:extLst>
                <a:ext uri="{FF2B5EF4-FFF2-40B4-BE49-F238E27FC236}">
                  <a16:creationId xmlns:a16="http://schemas.microsoft.com/office/drawing/2014/main" id="{2FF44130-8545-4A95-8C42-787C9AFC0DB7}"/>
                </a:ext>
              </a:extLst>
            </p:cNvPr>
            <p:cNvSpPr>
              <a:spLocks noGrp="1"/>
            </p:cNvSpPr>
            <p:nvPr/>
          </p:nvSpPr>
          <p:spPr>
            <a:xfrm>
              <a:off x="22896513" y="7091363"/>
              <a:ext cx="236680" cy="6096"/>
            </a:xfrm>
            <a:prstGeom prst="rect">
              <a:avLst/>
            </a:prstGeom>
            <a:solidFill>
              <a:srgbClr val="0072B2"/>
            </a:solidFill>
            <a:ln w="0">
              <a:noFill/>
              <a:prstDash val="solid"/>
            </a:ln>
          </p:spPr>
        </p:sp>
        <p:sp>
          <p:nvSpPr>
            <p:cNvPr id="5166" name="dense-map-8-cell-10">
              <a:extLst>
                <a:ext uri="{FF2B5EF4-FFF2-40B4-BE49-F238E27FC236}">
                  <a16:creationId xmlns:a16="http://schemas.microsoft.com/office/drawing/2014/main" id="{5F5C7EEE-FAE6-4DC3-A613-8B4117DA74C7}"/>
                </a:ext>
              </a:extLst>
            </p:cNvPr>
            <p:cNvSpPr>
              <a:spLocks noGrp="1"/>
            </p:cNvSpPr>
            <p:nvPr/>
          </p:nvSpPr>
          <p:spPr>
            <a:xfrm>
              <a:off x="22896513" y="7097316"/>
              <a:ext cx="236680" cy="6096"/>
            </a:xfrm>
            <a:prstGeom prst="rect">
              <a:avLst/>
            </a:prstGeom>
            <a:solidFill>
              <a:srgbClr val="0977B4"/>
            </a:solidFill>
            <a:ln w="0">
              <a:noFill/>
              <a:prstDash val="solid"/>
            </a:ln>
          </p:spPr>
        </p:sp>
        <p:sp>
          <p:nvSpPr>
            <p:cNvPr id="5167" name="dense-map-8-cell-9">
              <a:extLst>
                <a:ext uri="{FF2B5EF4-FFF2-40B4-BE49-F238E27FC236}">
                  <a16:creationId xmlns:a16="http://schemas.microsoft.com/office/drawing/2014/main" id="{42E25246-E190-4B74-9E34-F7A3A0A11EEA}"/>
                </a:ext>
              </a:extLst>
            </p:cNvPr>
            <p:cNvSpPr>
              <a:spLocks noGrp="1"/>
            </p:cNvSpPr>
            <p:nvPr/>
          </p:nvSpPr>
          <p:spPr>
            <a:xfrm>
              <a:off x="22896513" y="7103269"/>
              <a:ext cx="236680" cy="6096"/>
            </a:xfrm>
            <a:prstGeom prst="rect">
              <a:avLst/>
            </a:prstGeom>
            <a:solidFill>
              <a:srgbClr val="318CBF"/>
            </a:solidFill>
            <a:ln w="0">
              <a:noFill/>
              <a:prstDash val="solid"/>
            </a:ln>
          </p:spPr>
        </p:sp>
        <p:sp>
          <p:nvSpPr>
            <p:cNvPr id="5168" name="dense-map-8-cell-8">
              <a:extLst>
                <a:ext uri="{FF2B5EF4-FFF2-40B4-BE49-F238E27FC236}">
                  <a16:creationId xmlns:a16="http://schemas.microsoft.com/office/drawing/2014/main" id="{DFD25B8D-B373-476A-B2CF-4825E6120241}"/>
                </a:ext>
              </a:extLst>
            </p:cNvPr>
            <p:cNvSpPr>
              <a:spLocks noGrp="1"/>
            </p:cNvSpPr>
            <p:nvPr/>
          </p:nvSpPr>
          <p:spPr>
            <a:xfrm>
              <a:off x="22896513" y="7109222"/>
              <a:ext cx="236680" cy="6096"/>
            </a:xfrm>
            <a:prstGeom prst="rect">
              <a:avLst/>
            </a:prstGeom>
            <a:solidFill>
              <a:srgbClr val="68AACE"/>
            </a:solidFill>
            <a:ln w="0">
              <a:noFill/>
              <a:prstDash val="solid"/>
            </a:ln>
          </p:spPr>
        </p:sp>
        <p:sp>
          <p:nvSpPr>
            <p:cNvPr id="5169" name="dense-map-8-cell-7">
              <a:extLst>
                <a:ext uri="{FF2B5EF4-FFF2-40B4-BE49-F238E27FC236}">
                  <a16:creationId xmlns:a16="http://schemas.microsoft.com/office/drawing/2014/main" id="{CF05ED6B-F113-48C6-96E7-89668DC4CA50}"/>
                </a:ext>
              </a:extLst>
            </p:cNvPr>
            <p:cNvSpPr>
              <a:spLocks noGrp="1"/>
            </p:cNvSpPr>
            <p:nvPr/>
          </p:nvSpPr>
          <p:spPr>
            <a:xfrm>
              <a:off x="22896513" y="7115175"/>
              <a:ext cx="236680" cy="6096"/>
            </a:xfrm>
            <a:prstGeom prst="rect">
              <a:avLst/>
            </a:prstGeom>
            <a:solidFill>
              <a:srgbClr val="A2C9DD"/>
            </a:solidFill>
            <a:ln w="0">
              <a:noFill/>
              <a:prstDash val="solid"/>
            </a:ln>
          </p:spPr>
        </p:sp>
        <p:sp>
          <p:nvSpPr>
            <p:cNvPr id="5170" name="dense-map-8-cell-6">
              <a:extLst>
                <a:ext uri="{FF2B5EF4-FFF2-40B4-BE49-F238E27FC236}">
                  <a16:creationId xmlns:a16="http://schemas.microsoft.com/office/drawing/2014/main" id="{4A2DD265-EB78-402D-9CA9-BB71101C54BA}"/>
                </a:ext>
              </a:extLst>
            </p:cNvPr>
            <p:cNvSpPr>
              <a:spLocks noGrp="1"/>
            </p:cNvSpPr>
            <p:nvPr/>
          </p:nvSpPr>
          <p:spPr>
            <a:xfrm>
              <a:off x="22896513" y="7121128"/>
              <a:ext cx="236680" cy="6096"/>
            </a:xfrm>
            <a:prstGeom prst="rect">
              <a:avLst/>
            </a:prstGeom>
            <a:solidFill>
              <a:srgbClr val="D2E1E8"/>
            </a:solidFill>
            <a:ln w="0">
              <a:noFill/>
              <a:prstDash val="solid"/>
            </a:ln>
          </p:spPr>
        </p:sp>
        <p:sp>
          <p:nvSpPr>
            <p:cNvPr id="5171" name="dense-map-8-cell-5">
              <a:extLst>
                <a:ext uri="{FF2B5EF4-FFF2-40B4-BE49-F238E27FC236}">
                  <a16:creationId xmlns:a16="http://schemas.microsoft.com/office/drawing/2014/main" id="{CD5EF0A8-1355-4296-B11F-1466857A5FEC}"/>
                </a:ext>
              </a:extLst>
            </p:cNvPr>
            <p:cNvSpPr>
              <a:spLocks noGrp="1"/>
            </p:cNvSpPr>
            <p:nvPr/>
          </p:nvSpPr>
          <p:spPr>
            <a:xfrm>
              <a:off x="22896513" y="7127081"/>
              <a:ext cx="236680" cy="6096"/>
            </a:xfrm>
            <a:prstGeom prst="rect">
              <a:avLst/>
            </a:prstGeom>
            <a:solidFill>
              <a:srgbClr val="DCE8ED"/>
            </a:solidFill>
            <a:ln w="0">
              <a:noFill/>
              <a:prstDash val="solid"/>
            </a:ln>
          </p:spPr>
        </p:sp>
        <p:sp>
          <p:nvSpPr>
            <p:cNvPr id="5172" name="dense-map-8-cell-4">
              <a:extLst>
                <a:ext uri="{FF2B5EF4-FFF2-40B4-BE49-F238E27FC236}">
                  <a16:creationId xmlns:a16="http://schemas.microsoft.com/office/drawing/2014/main" id="{66A1EBEC-EEA8-4285-8865-3933E20C1A90}"/>
                </a:ext>
              </a:extLst>
            </p:cNvPr>
            <p:cNvSpPr>
              <a:spLocks noGrp="1"/>
            </p:cNvSpPr>
            <p:nvPr/>
          </p:nvSpPr>
          <p:spPr>
            <a:xfrm>
              <a:off x="22896513" y="7133034"/>
              <a:ext cx="236680" cy="6096"/>
            </a:xfrm>
            <a:prstGeom prst="rect">
              <a:avLst/>
            </a:prstGeom>
            <a:solidFill>
              <a:srgbClr val="DCE8ED"/>
            </a:solidFill>
            <a:ln w="0">
              <a:noFill/>
              <a:prstDash val="solid"/>
            </a:ln>
          </p:spPr>
        </p:sp>
        <p:sp>
          <p:nvSpPr>
            <p:cNvPr id="5173" name="dense-map-8-cell-3">
              <a:extLst>
                <a:ext uri="{FF2B5EF4-FFF2-40B4-BE49-F238E27FC236}">
                  <a16:creationId xmlns:a16="http://schemas.microsoft.com/office/drawing/2014/main" id="{CCDA4CFE-7C44-40D6-82A7-7A8DDA61F4E6}"/>
                </a:ext>
              </a:extLst>
            </p:cNvPr>
            <p:cNvSpPr>
              <a:spLocks noGrp="1"/>
            </p:cNvSpPr>
            <p:nvPr/>
          </p:nvSpPr>
          <p:spPr>
            <a:xfrm>
              <a:off x="22896513" y="7138988"/>
              <a:ext cx="236680" cy="6096"/>
            </a:xfrm>
            <a:prstGeom prst="rect">
              <a:avLst/>
            </a:prstGeom>
            <a:solidFill>
              <a:srgbClr val="DCE8ED"/>
            </a:solidFill>
            <a:ln w="0">
              <a:noFill/>
              <a:prstDash val="solid"/>
            </a:ln>
          </p:spPr>
        </p:sp>
        <p:sp>
          <p:nvSpPr>
            <p:cNvPr id="5174" name="dense-map-8-cell-2">
              <a:extLst>
                <a:ext uri="{FF2B5EF4-FFF2-40B4-BE49-F238E27FC236}">
                  <a16:creationId xmlns:a16="http://schemas.microsoft.com/office/drawing/2014/main" id="{20637D16-D1F7-4971-87D1-4BA347F6128E}"/>
                </a:ext>
              </a:extLst>
            </p:cNvPr>
            <p:cNvSpPr>
              <a:spLocks noGrp="1"/>
            </p:cNvSpPr>
            <p:nvPr/>
          </p:nvSpPr>
          <p:spPr>
            <a:xfrm>
              <a:off x="22896513" y="7144941"/>
              <a:ext cx="236680" cy="6096"/>
            </a:xfrm>
            <a:prstGeom prst="rect">
              <a:avLst/>
            </a:prstGeom>
            <a:solidFill>
              <a:srgbClr val="DCE8ED"/>
            </a:solidFill>
            <a:ln w="0">
              <a:noFill/>
              <a:prstDash val="solid"/>
            </a:ln>
          </p:spPr>
        </p:sp>
        <p:sp>
          <p:nvSpPr>
            <p:cNvPr id="5175" name="dense-map-8-cell-1">
              <a:extLst>
                <a:ext uri="{FF2B5EF4-FFF2-40B4-BE49-F238E27FC236}">
                  <a16:creationId xmlns:a16="http://schemas.microsoft.com/office/drawing/2014/main" id="{458DEF4D-8F32-41F0-A530-6AD378488D5A}"/>
                </a:ext>
              </a:extLst>
            </p:cNvPr>
            <p:cNvSpPr>
              <a:spLocks noGrp="1"/>
            </p:cNvSpPr>
            <p:nvPr/>
          </p:nvSpPr>
          <p:spPr>
            <a:xfrm>
              <a:off x="22896513" y="7150894"/>
              <a:ext cx="236680" cy="6096"/>
            </a:xfrm>
            <a:prstGeom prst="rect">
              <a:avLst/>
            </a:prstGeom>
            <a:solidFill>
              <a:srgbClr val="DCE8ED"/>
            </a:solidFill>
            <a:ln w="0">
              <a:noFill/>
              <a:prstDash val="solid"/>
            </a:ln>
          </p:spPr>
        </p:sp>
        <p:sp>
          <p:nvSpPr>
            <p:cNvPr id="5176" name="dense-map-8-cell-0">
              <a:extLst>
                <a:ext uri="{FF2B5EF4-FFF2-40B4-BE49-F238E27FC236}">
                  <a16:creationId xmlns:a16="http://schemas.microsoft.com/office/drawing/2014/main" id="{C2C440B7-CE97-49D7-A05B-0AECF8926D2A}"/>
                </a:ext>
              </a:extLst>
            </p:cNvPr>
            <p:cNvSpPr>
              <a:spLocks noGrp="1"/>
            </p:cNvSpPr>
            <p:nvPr/>
          </p:nvSpPr>
          <p:spPr>
            <a:xfrm>
              <a:off x="22896513" y="7156847"/>
              <a:ext cx="236680" cy="6096"/>
            </a:xfrm>
            <a:prstGeom prst="rect">
              <a:avLst/>
            </a:prstGeom>
            <a:solidFill>
              <a:srgbClr val="DCE8ED"/>
            </a:solidFill>
            <a:ln w="0">
              <a:noFill/>
              <a:prstDash val="solid"/>
            </a:ln>
          </p:spPr>
        </p:sp>
        <p:sp>
          <p:nvSpPr>
            <p:cNvPr id="5177" name="dense-map-7-cell-191">
              <a:extLst>
                <a:ext uri="{FF2B5EF4-FFF2-40B4-BE49-F238E27FC236}">
                  <a16:creationId xmlns:a16="http://schemas.microsoft.com/office/drawing/2014/main" id="{F62DAE98-1587-4D37-8DA7-29CAA65FF5ED}"/>
                </a:ext>
              </a:extLst>
            </p:cNvPr>
            <p:cNvSpPr>
              <a:spLocks noGrp="1"/>
            </p:cNvSpPr>
            <p:nvPr/>
          </p:nvSpPr>
          <p:spPr>
            <a:xfrm>
              <a:off x="22659975" y="6019800"/>
              <a:ext cx="236680" cy="6096"/>
            </a:xfrm>
            <a:prstGeom prst="rect">
              <a:avLst/>
            </a:prstGeom>
            <a:solidFill>
              <a:srgbClr val="DCE8ED"/>
            </a:solidFill>
            <a:ln w="0">
              <a:noFill/>
              <a:prstDash val="solid"/>
            </a:ln>
          </p:spPr>
        </p:sp>
        <p:sp>
          <p:nvSpPr>
            <p:cNvPr id="5178" name="dense-map-7-cell-190">
              <a:extLst>
                <a:ext uri="{FF2B5EF4-FFF2-40B4-BE49-F238E27FC236}">
                  <a16:creationId xmlns:a16="http://schemas.microsoft.com/office/drawing/2014/main" id="{9296CA87-2034-464E-B316-2D0314698FC1}"/>
                </a:ext>
              </a:extLst>
            </p:cNvPr>
            <p:cNvSpPr>
              <a:spLocks noGrp="1"/>
            </p:cNvSpPr>
            <p:nvPr/>
          </p:nvSpPr>
          <p:spPr>
            <a:xfrm>
              <a:off x="22659975" y="6025753"/>
              <a:ext cx="236680" cy="6096"/>
            </a:xfrm>
            <a:prstGeom prst="rect">
              <a:avLst/>
            </a:prstGeom>
            <a:solidFill>
              <a:srgbClr val="DCE8ED"/>
            </a:solidFill>
            <a:ln w="0">
              <a:noFill/>
              <a:prstDash val="solid"/>
            </a:ln>
          </p:spPr>
        </p:sp>
        <p:sp>
          <p:nvSpPr>
            <p:cNvPr id="5179" name="dense-map-7-cell-189">
              <a:extLst>
                <a:ext uri="{FF2B5EF4-FFF2-40B4-BE49-F238E27FC236}">
                  <a16:creationId xmlns:a16="http://schemas.microsoft.com/office/drawing/2014/main" id="{CD40EB0B-DB67-49FE-8B73-EC931CBDD760}"/>
                </a:ext>
              </a:extLst>
            </p:cNvPr>
            <p:cNvSpPr>
              <a:spLocks noGrp="1"/>
            </p:cNvSpPr>
            <p:nvPr/>
          </p:nvSpPr>
          <p:spPr>
            <a:xfrm>
              <a:off x="22659975" y="6031706"/>
              <a:ext cx="236680" cy="6096"/>
            </a:xfrm>
            <a:prstGeom prst="rect">
              <a:avLst/>
            </a:prstGeom>
            <a:solidFill>
              <a:srgbClr val="DCE8ED"/>
            </a:solidFill>
            <a:ln w="0">
              <a:noFill/>
              <a:prstDash val="solid"/>
            </a:ln>
          </p:spPr>
        </p:sp>
        <p:sp>
          <p:nvSpPr>
            <p:cNvPr id="5180" name="dense-map-7-cell-188">
              <a:extLst>
                <a:ext uri="{FF2B5EF4-FFF2-40B4-BE49-F238E27FC236}">
                  <a16:creationId xmlns:a16="http://schemas.microsoft.com/office/drawing/2014/main" id="{F74851DC-7F7E-42B4-8267-1250CA7A1544}"/>
                </a:ext>
              </a:extLst>
            </p:cNvPr>
            <p:cNvSpPr>
              <a:spLocks noGrp="1"/>
            </p:cNvSpPr>
            <p:nvPr/>
          </p:nvSpPr>
          <p:spPr>
            <a:xfrm>
              <a:off x="22659975" y="6037659"/>
              <a:ext cx="236680" cy="6096"/>
            </a:xfrm>
            <a:prstGeom prst="rect">
              <a:avLst/>
            </a:prstGeom>
            <a:solidFill>
              <a:srgbClr val="DCE7ED"/>
            </a:solidFill>
            <a:ln w="0">
              <a:noFill/>
              <a:prstDash val="solid"/>
            </a:ln>
          </p:spPr>
        </p:sp>
        <p:sp>
          <p:nvSpPr>
            <p:cNvPr id="5181" name="dense-map-7-cell-187">
              <a:extLst>
                <a:ext uri="{FF2B5EF4-FFF2-40B4-BE49-F238E27FC236}">
                  <a16:creationId xmlns:a16="http://schemas.microsoft.com/office/drawing/2014/main" id="{E8574D78-383C-4CA2-889A-6768ABBB58E7}"/>
                </a:ext>
              </a:extLst>
            </p:cNvPr>
            <p:cNvSpPr>
              <a:spLocks noGrp="1"/>
            </p:cNvSpPr>
            <p:nvPr/>
          </p:nvSpPr>
          <p:spPr>
            <a:xfrm>
              <a:off x="22659975" y="6043613"/>
              <a:ext cx="236680" cy="6096"/>
            </a:xfrm>
            <a:prstGeom prst="rect">
              <a:avLst/>
            </a:prstGeom>
            <a:solidFill>
              <a:srgbClr val="D6BBD1"/>
            </a:solidFill>
            <a:ln w="0">
              <a:noFill/>
              <a:prstDash val="solid"/>
            </a:ln>
          </p:spPr>
        </p:sp>
        <p:sp>
          <p:nvSpPr>
            <p:cNvPr id="5182" name="dense-map-7-cell-186">
              <a:extLst>
                <a:ext uri="{FF2B5EF4-FFF2-40B4-BE49-F238E27FC236}">
                  <a16:creationId xmlns:a16="http://schemas.microsoft.com/office/drawing/2014/main" id="{A664E149-CD06-4088-8DA0-5759A4A1279B}"/>
                </a:ext>
              </a:extLst>
            </p:cNvPr>
            <p:cNvSpPr>
              <a:spLocks noGrp="1"/>
            </p:cNvSpPr>
            <p:nvPr/>
          </p:nvSpPr>
          <p:spPr>
            <a:xfrm>
              <a:off x="22659975" y="6049566"/>
              <a:ext cx="236680" cy="6096"/>
            </a:xfrm>
            <a:prstGeom prst="rect">
              <a:avLst/>
            </a:prstGeom>
            <a:solidFill>
              <a:srgbClr val="CE8AB2"/>
            </a:solidFill>
            <a:ln w="0">
              <a:noFill/>
              <a:prstDash val="solid"/>
            </a:ln>
          </p:spPr>
        </p:sp>
        <p:sp>
          <p:nvSpPr>
            <p:cNvPr id="5183" name="dense-map-7-cell-185">
              <a:extLst>
                <a:ext uri="{FF2B5EF4-FFF2-40B4-BE49-F238E27FC236}">
                  <a16:creationId xmlns:a16="http://schemas.microsoft.com/office/drawing/2014/main" id="{20A3DA57-9AD8-4E56-A5EC-5BBBA7F86DE5}"/>
                </a:ext>
              </a:extLst>
            </p:cNvPr>
            <p:cNvSpPr>
              <a:spLocks noGrp="1"/>
            </p:cNvSpPr>
            <p:nvPr/>
          </p:nvSpPr>
          <p:spPr>
            <a:xfrm>
              <a:off x="22659975" y="6055519"/>
              <a:ext cx="236680" cy="6096"/>
            </a:xfrm>
            <a:prstGeom prst="rect">
              <a:avLst/>
            </a:prstGeom>
            <a:solidFill>
              <a:srgbClr val="CD7FAB"/>
            </a:solidFill>
            <a:ln w="0">
              <a:noFill/>
              <a:prstDash val="solid"/>
            </a:ln>
          </p:spPr>
        </p:sp>
        <p:sp>
          <p:nvSpPr>
            <p:cNvPr id="5184" name="dense-map-7-cell-184">
              <a:extLst>
                <a:ext uri="{FF2B5EF4-FFF2-40B4-BE49-F238E27FC236}">
                  <a16:creationId xmlns:a16="http://schemas.microsoft.com/office/drawing/2014/main" id="{733E2912-FCF5-4B6A-88C4-083636CE3861}"/>
                </a:ext>
              </a:extLst>
            </p:cNvPr>
            <p:cNvSpPr>
              <a:spLocks noGrp="1"/>
            </p:cNvSpPr>
            <p:nvPr/>
          </p:nvSpPr>
          <p:spPr>
            <a:xfrm>
              <a:off x="22659975" y="6061472"/>
              <a:ext cx="236680" cy="6096"/>
            </a:xfrm>
            <a:prstGeom prst="rect">
              <a:avLst/>
            </a:prstGeom>
            <a:solidFill>
              <a:srgbClr val="CC7AA8"/>
            </a:solidFill>
            <a:ln w="0">
              <a:noFill/>
              <a:prstDash val="solid"/>
            </a:ln>
          </p:spPr>
        </p:sp>
        <p:sp>
          <p:nvSpPr>
            <p:cNvPr id="5185" name="dense-map-7-cell-183">
              <a:extLst>
                <a:ext uri="{FF2B5EF4-FFF2-40B4-BE49-F238E27FC236}">
                  <a16:creationId xmlns:a16="http://schemas.microsoft.com/office/drawing/2014/main" id="{0F0C9554-91DB-4E3A-994E-BD44161C1217}"/>
                </a:ext>
              </a:extLst>
            </p:cNvPr>
            <p:cNvSpPr>
              <a:spLocks noGrp="1"/>
            </p:cNvSpPr>
            <p:nvPr/>
          </p:nvSpPr>
          <p:spPr>
            <a:xfrm>
              <a:off x="22659975" y="6067425"/>
              <a:ext cx="236680" cy="6096"/>
            </a:xfrm>
            <a:prstGeom prst="rect">
              <a:avLst/>
            </a:prstGeom>
            <a:solidFill>
              <a:srgbClr val="CC79A7"/>
            </a:solidFill>
            <a:ln w="0">
              <a:noFill/>
              <a:prstDash val="solid"/>
            </a:ln>
          </p:spPr>
        </p:sp>
        <p:sp>
          <p:nvSpPr>
            <p:cNvPr id="5186" name="dense-map-7-cell-182">
              <a:extLst>
                <a:ext uri="{FF2B5EF4-FFF2-40B4-BE49-F238E27FC236}">
                  <a16:creationId xmlns:a16="http://schemas.microsoft.com/office/drawing/2014/main" id="{908487D6-B8E5-4469-AB2B-3D2BC7E69611}"/>
                </a:ext>
              </a:extLst>
            </p:cNvPr>
            <p:cNvSpPr>
              <a:spLocks noGrp="1"/>
            </p:cNvSpPr>
            <p:nvPr/>
          </p:nvSpPr>
          <p:spPr>
            <a:xfrm>
              <a:off x="22659975" y="6073378"/>
              <a:ext cx="236680" cy="6096"/>
            </a:xfrm>
            <a:prstGeom prst="rect">
              <a:avLst/>
            </a:prstGeom>
            <a:solidFill>
              <a:srgbClr val="CC79A7"/>
            </a:solidFill>
            <a:ln w="0">
              <a:noFill/>
              <a:prstDash val="solid"/>
            </a:ln>
          </p:spPr>
        </p:sp>
        <p:sp>
          <p:nvSpPr>
            <p:cNvPr id="5187" name="dense-map-7-cell-181">
              <a:extLst>
                <a:ext uri="{FF2B5EF4-FFF2-40B4-BE49-F238E27FC236}">
                  <a16:creationId xmlns:a16="http://schemas.microsoft.com/office/drawing/2014/main" id="{C53E35C3-2174-4CB0-88DB-C3D5A8131830}"/>
                </a:ext>
              </a:extLst>
            </p:cNvPr>
            <p:cNvSpPr>
              <a:spLocks noGrp="1"/>
            </p:cNvSpPr>
            <p:nvPr/>
          </p:nvSpPr>
          <p:spPr>
            <a:xfrm>
              <a:off x="22659975" y="6079331"/>
              <a:ext cx="236680" cy="6096"/>
            </a:xfrm>
            <a:prstGeom prst="rect">
              <a:avLst/>
            </a:prstGeom>
            <a:solidFill>
              <a:srgbClr val="CC79A7"/>
            </a:solidFill>
            <a:ln w="0">
              <a:noFill/>
              <a:prstDash val="solid"/>
            </a:ln>
          </p:spPr>
        </p:sp>
        <p:sp>
          <p:nvSpPr>
            <p:cNvPr id="5188" name="dense-map-7-cell-180">
              <a:extLst>
                <a:ext uri="{FF2B5EF4-FFF2-40B4-BE49-F238E27FC236}">
                  <a16:creationId xmlns:a16="http://schemas.microsoft.com/office/drawing/2014/main" id="{7995FD5B-EF6A-4D86-86FB-771B2B714D8B}"/>
                </a:ext>
              </a:extLst>
            </p:cNvPr>
            <p:cNvSpPr>
              <a:spLocks noGrp="1"/>
            </p:cNvSpPr>
            <p:nvPr/>
          </p:nvSpPr>
          <p:spPr>
            <a:xfrm>
              <a:off x="22659975" y="6085284"/>
              <a:ext cx="236680" cy="6096"/>
            </a:xfrm>
            <a:prstGeom prst="rect">
              <a:avLst/>
            </a:prstGeom>
            <a:solidFill>
              <a:srgbClr val="CC79A7"/>
            </a:solidFill>
            <a:ln w="0">
              <a:noFill/>
              <a:prstDash val="solid"/>
            </a:ln>
          </p:spPr>
        </p:sp>
        <p:sp>
          <p:nvSpPr>
            <p:cNvPr id="5189" name="dense-map-7-cell-179">
              <a:extLst>
                <a:ext uri="{FF2B5EF4-FFF2-40B4-BE49-F238E27FC236}">
                  <a16:creationId xmlns:a16="http://schemas.microsoft.com/office/drawing/2014/main" id="{24A1619B-C367-4605-AEAA-694D13A1D994}"/>
                </a:ext>
              </a:extLst>
            </p:cNvPr>
            <p:cNvSpPr>
              <a:spLocks noGrp="1"/>
            </p:cNvSpPr>
            <p:nvPr/>
          </p:nvSpPr>
          <p:spPr>
            <a:xfrm>
              <a:off x="22659975" y="6091238"/>
              <a:ext cx="236680" cy="6096"/>
            </a:xfrm>
            <a:prstGeom prst="rect">
              <a:avLst/>
            </a:prstGeom>
            <a:solidFill>
              <a:srgbClr val="CC79A7"/>
            </a:solidFill>
            <a:ln w="0">
              <a:noFill/>
              <a:prstDash val="solid"/>
            </a:ln>
          </p:spPr>
        </p:sp>
        <p:sp>
          <p:nvSpPr>
            <p:cNvPr id="5190" name="dense-map-7-cell-178">
              <a:extLst>
                <a:ext uri="{FF2B5EF4-FFF2-40B4-BE49-F238E27FC236}">
                  <a16:creationId xmlns:a16="http://schemas.microsoft.com/office/drawing/2014/main" id="{42C4C873-4CB5-4F2D-BA1F-0592C58F2634}"/>
                </a:ext>
              </a:extLst>
            </p:cNvPr>
            <p:cNvSpPr>
              <a:spLocks noGrp="1"/>
            </p:cNvSpPr>
            <p:nvPr/>
          </p:nvSpPr>
          <p:spPr>
            <a:xfrm>
              <a:off x="22659975" y="6097191"/>
              <a:ext cx="236680" cy="6096"/>
            </a:xfrm>
            <a:prstGeom prst="rect">
              <a:avLst/>
            </a:prstGeom>
            <a:solidFill>
              <a:srgbClr val="CC79A7"/>
            </a:solidFill>
            <a:ln w="0">
              <a:noFill/>
              <a:prstDash val="solid"/>
            </a:ln>
          </p:spPr>
        </p:sp>
        <p:sp>
          <p:nvSpPr>
            <p:cNvPr id="5191" name="dense-map-7-cell-177">
              <a:extLst>
                <a:ext uri="{FF2B5EF4-FFF2-40B4-BE49-F238E27FC236}">
                  <a16:creationId xmlns:a16="http://schemas.microsoft.com/office/drawing/2014/main" id="{3ED9D039-AEB3-4748-827C-24043C01D305}"/>
                </a:ext>
              </a:extLst>
            </p:cNvPr>
            <p:cNvSpPr>
              <a:spLocks noGrp="1"/>
            </p:cNvSpPr>
            <p:nvPr/>
          </p:nvSpPr>
          <p:spPr>
            <a:xfrm>
              <a:off x="22659975" y="6103144"/>
              <a:ext cx="236680" cy="6096"/>
            </a:xfrm>
            <a:prstGeom prst="rect">
              <a:avLst/>
            </a:prstGeom>
            <a:solidFill>
              <a:srgbClr val="CC79A7"/>
            </a:solidFill>
            <a:ln w="0">
              <a:noFill/>
              <a:prstDash val="solid"/>
            </a:ln>
          </p:spPr>
        </p:sp>
        <p:sp>
          <p:nvSpPr>
            <p:cNvPr id="5192" name="dense-map-7-cell-176">
              <a:extLst>
                <a:ext uri="{FF2B5EF4-FFF2-40B4-BE49-F238E27FC236}">
                  <a16:creationId xmlns:a16="http://schemas.microsoft.com/office/drawing/2014/main" id="{37658DB8-5188-41B6-BF0B-9AA575FDE716}"/>
                </a:ext>
              </a:extLst>
            </p:cNvPr>
            <p:cNvSpPr>
              <a:spLocks noGrp="1"/>
            </p:cNvSpPr>
            <p:nvPr/>
          </p:nvSpPr>
          <p:spPr>
            <a:xfrm>
              <a:off x="22659975" y="6109097"/>
              <a:ext cx="236680" cy="6096"/>
            </a:xfrm>
            <a:prstGeom prst="rect">
              <a:avLst/>
            </a:prstGeom>
            <a:solidFill>
              <a:srgbClr val="CC7AA8"/>
            </a:solidFill>
            <a:ln w="0">
              <a:noFill/>
              <a:prstDash val="solid"/>
            </a:ln>
          </p:spPr>
        </p:sp>
        <p:sp>
          <p:nvSpPr>
            <p:cNvPr id="5193" name="dense-map-7-cell-175">
              <a:extLst>
                <a:ext uri="{FF2B5EF4-FFF2-40B4-BE49-F238E27FC236}">
                  <a16:creationId xmlns:a16="http://schemas.microsoft.com/office/drawing/2014/main" id="{24C973EC-2E86-4A5C-995A-2DB2BDD60CAB}"/>
                </a:ext>
              </a:extLst>
            </p:cNvPr>
            <p:cNvSpPr>
              <a:spLocks noGrp="1"/>
            </p:cNvSpPr>
            <p:nvPr/>
          </p:nvSpPr>
          <p:spPr>
            <a:xfrm>
              <a:off x="22659975" y="6115050"/>
              <a:ext cx="236680" cy="6096"/>
            </a:xfrm>
            <a:prstGeom prst="rect">
              <a:avLst/>
            </a:prstGeom>
            <a:solidFill>
              <a:srgbClr val="CD80AC"/>
            </a:solidFill>
            <a:ln w="0">
              <a:noFill/>
              <a:prstDash val="solid"/>
            </a:ln>
          </p:spPr>
        </p:sp>
        <p:sp>
          <p:nvSpPr>
            <p:cNvPr id="5194" name="dense-map-7-cell-174">
              <a:extLst>
                <a:ext uri="{FF2B5EF4-FFF2-40B4-BE49-F238E27FC236}">
                  <a16:creationId xmlns:a16="http://schemas.microsoft.com/office/drawing/2014/main" id="{7651A4C2-A259-4427-A893-AE0A104B7C06}"/>
                </a:ext>
              </a:extLst>
            </p:cNvPr>
            <p:cNvSpPr>
              <a:spLocks noGrp="1"/>
            </p:cNvSpPr>
            <p:nvPr/>
          </p:nvSpPr>
          <p:spPr>
            <a:xfrm>
              <a:off x="22659975" y="6121003"/>
              <a:ext cx="236680" cy="6096"/>
            </a:xfrm>
            <a:prstGeom prst="rect">
              <a:avLst/>
            </a:prstGeom>
            <a:solidFill>
              <a:srgbClr val="CF8EB4"/>
            </a:solidFill>
            <a:ln w="0">
              <a:noFill/>
              <a:prstDash val="solid"/>
            </a:ln>
          </p:spPr>
        </p:sp>
        <p:sp>
          <p:nvSpPr>
            <p:cNvPr id="5195" name="dense-map-7-cell-173">
              <a:extLst>
                <a:ext uri="{FF2B5EF4-FFF2-40B4-BE49-F238E27FC236}">
                  <a16:creationId xmlns:a16="http://schemas.microsoft.com/office/drawing/2014/main" id="{112ED6A7-50A5-4A55-BE85-A82C558459D5}"/>
                </a:ext>
              </a:extLst>
            </p:cNvPr>
            <p:cNvSpPr>
              <a:spLocks noGrp="1"/>
            </p:cNvSpPr>
            <p:nvPr/>
          </p:nvSpPr>
          <p:spPr>
            <a:xfrm>
              <a:off x="22659975" y="6126956"/>
              <a:ext cx="236680" cy="6096"/>
            </a:xfrm>
            <a:prstGeom prst="rect">
              <a:avLst/>
            </a:prstGeom>
            <a:solidFill>
              <a:srgbClr val="D2A2C1"/>
            </a:solidFill>
            <a:ln w="0">
              <a:noFill/>
              <a:prstDash val="solid"/>
            </a:ln>
          </p:spPr>
        </p:sp>
        <p:sp>
          <p:nvSpPr>
            <p:cNvPr id="5196" name="dense-map-7-cell-172">
              <a:extLst>
                <a:ext uri="{FF2B5EF4-FFF2-40B4-BE49-F238E27FC236}">
                  <a16:creationId xmlns:a16="http://schemas.microsoft.com/office/drawing/2014/main" id="{8D390F2F-2523-4F9F-B1C5-D91A52B17E48}"/>
                </a:ext>
              </a:extLst>
            </p:cNvPr>
            <p:cNvSpPr>
              <a:spLocks noGrp="1"/>
            </p:cNvSpPr>
            <p:nvPr/>
          </p:nvSpPr>
          <p:spPr>
            <a:xfrm>
              <a:off x="22659975" y="6132909"/>
              <a:ext cx="236680" cy="6096"/>
            </a:xfrm>
            <a:prstGeom prst="rect">
              <a:avLst/>
            </a:prstGeom>
            <a:solidFill>
              <a:srgbClr val="D5B7CE"/>
            </a:solidFill>
            <a:ln w="0">
              <a:noFill/>
              <a:prstDash val="solid"/>
            </a:ln>
          </p:spPr>
        </p:sp>
        <p:sp>
          <p:nvSpPr>
            <p:cNvPr id="5197" name="dense-map-7-cell-171">
              <a:extLst>
                <a:ext uri="{FF2B5EF4-FFF2-40B4-BE49-F238E27FC236}">
                  <a16:creationId xmlns:a16="http://schemas.microsoft.com/office/drawing/2014/main" id="{1BBC438C-35B3-455E-BB24-BD33A244C7CF}"/>
                </a:ext>
              </a:extLst>
            </p:cNvPr>
            <p:cNvSpPr>
              <a:spLocks noGrp="1"/>
            </p:cNvSpPr>
            <p:nvPr/>
          </p:nvSpPr>
          <p:spPr>
            <a:xfrm>
              <a:off x="22659975" y="6138863"/>
              <a:ext cx="236680" cy="6096"/>
            </a:xfrm>
            <a:prstGeom prst="rect">
              <a:avLst/>
            </a:prstGeom>
            <a:solidFill>
              <a:srgbClr val="D8CCDB"/>
            </a:solidFill>
            <a:ln w="0">
              <a:noFill/>
              <a:prstDash val="solid"/>
            </a:ln>
          </p:spPr>
        </p:sp>
        <p:sp>
          <p:nvSpPr>
            <p:cNvPr id="5198" name="dense-map-7-cell-170">
              <a:extLst>
                <a:ext uri="{FF2B5EF4-FFF2-40B4-BE49-F238E27FC236}">
                  <a16:creationId xmlns:a16="http://schemas.microsoft.com/office/drawing/2014/main" id="{7B22C534-D53C-461C-91E1-DE6AF516BE7B}"/>
                </a:ext>
              </a:extLst>
            </p:cNvPr>
            <p:cNvSpPr>
              <a:spLocks noGrp="1"/>
            </p:cNvSpPr>
            <p:nvPr/>
          </p:nvSpPr>
          <p:spPr>
            <a:xfrm>
              <a:off x="22659975" y="6144816"/>
              <a:ext cx="236680" cy="6096"/>
            </a:xfrm>
            <a:prstGeom prst="rect">
              <a:avLst/>
            </a:prstGeom>
            <a:solidFill>
              <a:srgbClr val="DBE3EA"/>
            </a:solidFill>
            <a:ln w="0">
              <a:noFill/>
              <a:prstDash val="solid"/>
            </a:ln>
          </p:spPr>
        </p:sp>
        <p:sp>
          <p:nvSpPr>
            <p:cNvPr id="5199" name="dense-map-7-cell-169">
              <a:extLst>
                <a:ext uri="{FF2B5EF4-FFF2-40B4-BE49-F238E27FC236}">
                  <a16:creationId xmlns:a16="http://schemas.microsoft.com/office/drawing/2014/main" id="{7F6946EB-B3B9-4377-BA06-0EC19E73DA9B}"/>
                </a:ext>
              </a:extLst>
            </p:cNvPr>
            <p:cNvSpPr>
              <a:spLocks noGrp="1"/>
            </p:cNvSpPr>
            <p:nvPr/>
          </p:nvSpPr>
          <p:spPr>
            <a:xfrm>
              <a:off x="22659975" y="6150769"/>
              <a:ext cx="236680" cy="6096"/>
            </a:xfrm>
            <a:prstGeom prst="rect">
              <a:avLst/>
            </a:prstGeom>
            <a:solidFill>
              <a:srgbClr val="DCE7EC"/>
            </a:solidFill>
            <a:ln w="0">
              <a:noFill/>
              <a:prstDash val="solid"/>
            </a:ln>
          </p:spPr>
        </p:sp>
        <p:sp>
          <p:nvSpPr>
            <p:cNvPr id="5200" name="dense-map-7-cell-168">
              <a:extLst>
                <a:ext uri="{FF2B5EF4-FFF2-40B4-BE49-F238E27FC236}">
                  <a16:creationId xmlns:a16="http://schemas.microsoft.com/office/drawing/2014/main" id="{A611A75B-F667-4E01-B3BA-FE3FC24DF307}"/>
                </a:ext>
              </a:extLst>
            </p:cNvPr>
            <p:cNvSpPr>
              <a:spLocks noGrp="1"/>
            </p:cNvSpPr>
            <p:nvPr/>
          </p:nvSpPr>
          <p:spPr>
            <a:xfrm>
              <a:off x="22659975" y="6156722"/>
              <a:ext cx="236680" cy="6096"/>
            </a:xfrm>
            <a:prstGeom prst="rect">
              <a:avLst/>
            </a:prstGeom>
            <a:solidFill>
              <a:srgbClr val="DCE8ED"/>
            </a:solidFill>
            <a:ln w="0">
              <a:noFill/>
              <a:prstDash val="solid"/>
            </a:ln>
          </p:spPr>
        </p:sp>
        <p:sp>
          <p:nvSpPr>
            <p:cNvPr id="5201" name="dense-map-7-cell-167">
              <a:extLst>
                <a:ext uri="{FF2B5EF4-FFF2-40B4-BE49-F238E27FC236}">
                  <a16:creationId xmlns:a16="http://schemas.microsoft.com/office/drawing/2014/main" id="{86A8BA78-8DD0-4F91-B214-3C066FAC261D}"/>
                </a:ext>
              </a:extLst>
            </p:cNvPr>
            <p:cNvSpPr>
              <a:spLocks noGrp="1"/>
            </p:cNvSpPr>
            <p:nvPr/>
          </p:nvSpPr>
          <p:spPr>
            <a:xfrm>
              <a:off x="22659975" y="6162675"/>
              <a:ext cx="236680" cy="6096"/>
            </a:xfrm>
            <a:prstGeom prst="rect">
              <a:avLst/>
            </a:prstGeom>
            <a:solidFill>
              <a:srgbClr val="DCE8ED"/>
            </a:solidFill>
            <a:ln w="0">
              <a:noFill/>
              <a:prstDash val="solid"/>
            </a:ln>
          </p:spPr>
        </p:sp>
        <p:sp>
          <p:nvSpPr>
            <p:cNvPr id="5202" name="dense-map-7-cell-166">
              <a:extLst>
                <a:ext uri="{FF2B5EF4-FFF2-40B4-BE49-F238E27FC236}">
                  <a16:creationId xmlns:a16="http://schemas.microsoft.com/office/drawing/2014/main" id="{04A89060-6085-4F84-AF34-4EB28C50B6E6}"/>
                </a:ext>
              </a:extLst>
            </p:cNvPr>
            <p:cNvSpPr>
              <a:spLocks noGrp="1"/>
            </p:cNvSpPr>
            <p:nvPr/>
          </p:nvSpPr>
          <p:spPr>
            <a:xfrm>
              <a:off x="22659975" y="6168628"/>
              <a:ext cx="236680" cy="6096"/>
            </a:xfrm>
            <a:prstGeom prst="rect">
              <a:avLst/>
            </a:prstGeom>
            <a:solidFill>
              <a:srgbClr val="DCE8ED"/>
            </a:solidFill>
            <a:ln w="0">
              <a:noFill/>
              <a:prstDash val="solid"/>
            </a:ln>
          </p:spPr>
        </p:sp>
        <p:sp>
          <p:nvSpPr>
            <p:cNvPr id="5203" name="dense-map-7-cell-165">
              <a:extLst>
                <a:ext uri="{FF2B5EF4-FFF2-40B4-BE49-F238E27FC236}">
                  <a16:creationId xmlns:a16="http://schemas.microsoft.com/office/drawing/2014/main" id="{A31D9D3F-353F-4DF8-B191-EF59EF427454}"/>
                </a:ext>
              </a:extLst>
            </p:cNvPr>
            <p:cNvSpPr>
              <a:spLocks noGrp="1"/>
            </p:cNvSpPr>
            <p:nvPr/>
          </p:nvSpPr>
          <p:spPr>
            <a:xfrm>
              <a:off x="22659975" y="6174581"/>
              <a:ext cx="236680" cy="6096"/>
            </a:xfrm>
            <a:prstGeom prst="rect">
              <a:avLst/>
            </a:prstGeom>
            <a:solidFill>
              <a:srgbClr val="DCE8ED"/>
            </a:solidFill>
            <a:ln w="0">
              <a:noFill/>
              <a:prstDash val="solid"/>
            </a:ln>
          </p:spPr>
        </p:sp>
        <p:sp>
          <p:nvSpPr>
            <p:cNvPr id="5204" name="dense-map-7-cell-164">
              <a:extLst>
                <a:ext uri="{FF2B5EF4-FFF2-40B4-BE49-F238E27FC236}">
                  <a16:creationId xmlns:a16="http://schemas.microsoft.com/office/drawing/2014/main" id="{3EC1CD2E-3A2F-46D1-A871-DB38C17CE621}"/>
                </a:ext>
              </a:extLst>
            </p:cNvPr>
            <p:cNvSpPr>
              <a:spLocks noGrp="1"/>
            </p:cNvSpPr>
            <p:nvPr/>
          </p:nvSpPr>
          <p:spPr>
            <a:xfrm>
              <a:off x="22659975" y="6180534"/>
              <a:ext cx="236680" cy="6096"/>
            </a:xfrm>
            <a:prstGeom prst="rect">
              <a:avLst/>
            </a:prstGeom>
            <a:solidFill>
              <a:srgbClr val="DCE8ED"/>
            </a:solidFill>
            <a:ln w="0">
              <a:noFill/>
              <a:prstDash val="solid"/>
            </a:ln>
          </p:spPr>
        </p:sp>
        <p:sp>
          <p:nvSpPr>
            <p:cNvPr id="5205" name="dense-map-7-cell-163">
              <a:extLst>
                <a:ext uri="{FF2B5EF4-FFF2-40B4-BE49-F238E27FC236}">
                  <a16:creationId xmlns:a16="http://schemas.microsoft.com/office/drawing/2014/main" id="{4C95D5DF-7106-4B26-83B0-DBD5CD6214E6}"/>
                </a:ext>
              </a:extLst>
            </p:cNvPr>
            <p:cNvSpPr>
              <a:spLocks noGrp="1"/>
            </p:cNvSpPr>
            <p:nvPr/>
          </p:nvSpPr>
          <p:spPr>
            <a:xfrm>
              <a:off x="22659975" y="6186488"/>
              <a:ext cx="236680" cy="6096"/>
            </a:xfrm>
            <a:prstGeom prst="rect">
              <a:avLst/>
            </a:prstGeom>
            <a:solidFill>
              <a:srgbClr val="DCE8ED"/>
            </a:solidFill>
            <a:ln w="0">
              <a:noFill/>
              <a:prstDash val="solid"/>
            </a:ln>
          </p:spPr>
        </p:sp>
        <p:sp>
          <p:nvSpPr>
            <p:cNvPr id="5206" name="dense-map-7-cell-162">
              <a:extLst>
                <a:ext uri="{FF2B5EF4-FFF2-40B4-BE49-F238E27FC236}">
                  <a16:creationId xmlns:a16="http://schemas.microsoft.com/office/drawing/2014/main" id="{2CF2897C-F092-443F-A154-FBD2371735F1}"/>
                </a:ext>
              </a:extLst>
            </p:cNvPr>
            <p:cNvSpPr>
              <a:spLocks noGrp="1"/>
            </p:cNvSpPr>
            <p:nvPr/>
          </p:nvSpPr>
          <p:spPr>
            <a:xfrm>
              <a:off x="22659975" y="6192441"/>
              <a:ext cx="236680" cy="6096"/>
            </a:xfrm>
            <a:prstGeom prst="rect">
              <a:avLst/>
            </a:prstGeom>
            <a:solidFill>
              <a:srgbClr val="DCE8ED"/>
            </a:solidFill>
            <a:ln w="0">
              <a:noFill/>
              <a:prstDash val="solid"/>
            </a:ln>
          </p:spPr>
        </p:sp>
        <p:sp>
          <p:nvSpPr>
            <p:cNvPr id="5207" name="dense-map-7-cell-161">
              <a:extLst>
                <a:ext uri="{FF2B5EF4-FFF2-40B4-BE49-F238E27FC236}">
                  <a16:creationId xmlns:a16="http://schemas.microsoft.com/office/drawing/2014/main" id="{B21E6688-E12B-450F-9C2C-94096F6BD3EA}"/>
                </a:ext>
              </a:extLst>
            </p:cNvPr>
            <p:cNvSpPr>
              <a:spLocks noGrp="1"/>
            </p:cNvSpPr>
            <p:nvPr/>
          </p:nvSpPr>
          <p:spPr>
            <a:xfrm>
              <a:off x="22659975" y="6198394"/>
              <a:ext cx="236680" cy="6096"/>
            </a:xfrm>
            <a:prstGeom prst="rect">
              <a:avLst/>
            </a:prstGeom>
            <a:solidFill>
              <a:srgbClr val="DCE8ED"/>
            </a:solidFill>
            <a:ln w="0">
              <a:noFill/>
              <a:prstDash val="solid"/>
            </a:ln>
          </p:spPr>
        </p:sp>
        <p:sp>
          <p:nvSpPr>
            <p:cNvPr id="5208" name="dense-map-7-cell-160">
              <a:extLst>
                <a:ext uri="{FF2B5EF4-FFF2-40B4-BE49-F238E27FC236}">
                  <a16:creationId xmlns:a16="http://schemas.microsoft.com/office/drawing/2014/main" id="{DD32B7F7-3DA6-470C-A0FA-B0DB8B83708E}"/>
                </a:ext>
              </a:extLst>
            </p:cNvPr>
            <p:cNvSpPr>
              <a:spLocks noGrp="1"/>
            </p:cNvSpPr>
            <p:nvPr/>
          </p:nvSpPr>
          <p:spPr>
            <a:xfrm>
              <a:off x="22659975" y="6204347"/>
              <a:ext cx="236680" cy="6096"/>
            </a:xfrm>
            <a:prstGeom prst="rect">
              <a:avLst/>
            </a:prstGeom>
            <a:solidFill>
              <a:srgbClr val="DCE8ED"/>
            </a:solidFill>
            <a:ln w="0">
              <a:noFill/>
              <a:prstDash val="solid"/>
            </a:ln>
          </p:spPr>
        </p:sp>
        <p:sp>
          <p:nvSpPr>
            <p:cNvPr id="5209" name="dense-map-7-cell-159">
              <a:extLst>
                <a:ext uri="{FF2B5EF4-FFF2-40B4-BE49-F238E27FC236}">
                  <a16:creationId xmlns:a16="http://schemas.microsoft.com/office/drawing/2014/main" id="{61D2442F-6598-47DA-8622-7864F77D1411}"/>
                </a:ext>
              </a:extLst>
            </p:cNvPr>
            <p:cNvSpPr>
              <a:spLocks noGrp="1"/>
            </p:cNvSpPr>
            <p:nvPr/>
          </p:nvSpPr>
          <p:spPr>
            <a:xfrm>
              <a:off x="22659975" y="6210300"/>
              <a:ext cx="236680" cy="6096"/>
            </a:xfrm>
            <a:prstGeom prst="rect">
              <a:avLst/>
            </a:prstGeom>
            <a:solidFill>
              <a:srgbClr val="DCE8ED"/>
            </a:solidFill>
            <a:ln w="0">
              <a:noFill/>
              <a:prstDash val="solid"/>
            </a:ln>
          </p:spPr>
        </p:sp>
        <p:sp>
          <p:nvSpPr>
            <p:cNvPr id="5210" name="dense-map-7-cell-158">
              <a:extLst>
                <a:ext uri="{FF2B5EF4-FFF2-40B4-BE49-F238E27FC236}">
                  <a16:creationId xmlns:a16="http://schemas.microsoft.com/office/drawing/2014/main" id="{D9097ECC-E5C8-4AA4-A048-AB99C850F9A0}"/>
                </a:ext>
              </a:extLst>
            </p:cNvPr>
            <p:cNvSpPr>
              <a:spLocks noGrp="1"/>
            </p:cNvSpPr>
            <p:nvPr/>
          </p:nvSpPr>
          <p:spPr>
            <a:xfrm>
              <a:off x="22659975" y="6216253"/>
              <a:ext cx="236680" cy="6096"/>
            </a:xfrm>
            <a:prstGeom prst="rect">
              <a:avLst/>
            </a:prstGeom>
            <a:solidFill>
              <a:srgbClr val="DCE8ED"/>
            </a:solidFill>
            <a:ln w="0">
              <a:noFill/>
              <a:prstDash val="solid"/>
            </a:ln>
          </p:spPr>
        </p:sp>
        <p:sp>
          <p:nvSpPr>
            <p:cNvPr id="5211" name="dense-map-7-cell-157">
              <a:extLst>
                <a:ext uri="{FF2B5EF4-FFF2-40B4-BE49-F238E27FC236}">
                  <a16:creationId xmlns:a16="http://schemas.microsoft.com/office/drawing/2014/main" id="{18172EEC-75DB-442B-99E7-567290301F6C}"/>
                </a:ext>
              </a:extLst>
            </p:cNvPr>
            <p:cNvSpPr>
              <a:spLocks noGrp="1"/>
            </p:cNvSpPr>
            <p:nvPr/>
          </p:nvSpPr>
          <p:spPr>
            <a:xfrm>
              <a:off x="22659975" y="6222206"/>
              <a:ext cx="236680" cy="6096"/>
            </a:xfrm>
            <a:prstGeom prst="rect">
              <a:avLst/>
            </a:prstGeom>
            <a:solidFill>
              <a:srgbClr val="DCE4E6"/>
            </a:solidFill>
            <a:ln w="0">
              <a:noFill/>
              <a:prstDash val="solid"/>
            </a:ln>
          </p:spPr>
        </p:sp>
        <p:sp>
          <p:nvSpPr>
            <p:cNvPr id="5212" name="dense-map-7-cell-156">
              <a:extLst>
                <a:ext uri="{FF2B5EF4-FFF2-40B4-BE49-F238E27FC236}">
                  <a16:creationId xmlns:a16="http://schemas.microsoft.com/office/drawing/2014/main" id="{81F792C7-5AC4-4996-BDB8-D8C724520305}"/>
                </a:ext>
              </a:extLst>
            </p:cNvPr>
            <p:cNvSpPr>
              <a:spLocks noGrp="1"/>
            </p:cNvSpPr>
            <p:nvPr/>
          </p:nvSpPr>
          <p:spPr>
            <a:xfrm>
              <a:off x="22659975" y="6228159"/>
              <a:ext cx="236680" cy="6096"/>
            </a:xfrm>
            <a:prstGeom prst="rect">
              <a:avLst/>
            </a:prstGeom>
            <a:solidFill>
              <a:srgbClr val="DCE7EB"/>
            </a:solidFill>
            <a:ln w="0">
              <a:noFill/>
              <a:prstDash val="solid"/>
            </a:ln>
          </p:spPr>
        </p:sp>
        <p:sp>
          <p:nvSpPr>
            <p:cNvPr id="5213" name="dense-map-7-cell-155">
              <a:extLst>
                <a:ext uri="{FF2B5EF4-FFF2-40B4-BE49-F238E27FC236}">
                  <a16:creationId xmlns:a16="http://schemas.microsoft.com/office/drawing/2014/main" id="{962D62A9-9525-4CB1-B9CF-1DE86BEF3D13}"/>
                </a:ext>
              </a:extLst>
            </p:cNvPr>
            <p:cNvSpPr>
              <a:spLocks noGrp="1"/>
            </p:cNvSpPr>
            <p:nvPr/>
          </p:nvSpPr>
          <p:spPr>
            <a:xfrm>
              <a:off x="22659975" y="6234113"/>
              <a:ext cx="236680" cy="6096"/>
            </a:xfrm>
            <a:prstGeom prst="rect">
              <a:avLst/>
            </a:prstGeom>
            <a:solidFill>
              <a:srgbClr val="DCE8ED"/>
            </a:solidFill>
            <a:ln w="0">
              <a:noFill/>
              <a:prstDash val="solid"/>
            </a:ln>
          </p:spPr>
        </p:sp>
        <p:sp>
          <p:nvSpPr>
            <p:cNvPr id="5214" name="dense-map-7-cell-154">
              <a:extLst>
                <a:ext uri="{FF2B5EF4-FFF2-40B4-BE49-F238E27FC236}">
                  <a16:creationId xmlns:a16="http://schemas.microsoft.com/office/drawing/2014/main" id="{B93A9CF5-0B00-4359-A050-1068B67012DF}"/>
                </a:ext>
              </a:extLst>
            </p:cNvPr>
            <p:cNvSpPr>
              <a:spLocks noGrp="1"/>
            </p:cNvSpPr>
            <p:nvPr/>
          </p:nvSpPr>
          <p:spPr>
            <a:xfrm>
              <a:off x="22659975" y="6240066"/>
              <a:ext cx="236680" cy="6096"/>
            </a:xfrm>
            <a:prstGeom prst="rect">
              <a:avLst/>
            </a:prstGeom>
            <a:solidFill>
              <a:srgbClr val="DCE8ED"/>
            </a:solidFill>
            <a:ln w="0">
              <a:noFill/>
              <a:prstDash val="solid"/>
            </a:ln>
          </p:spPr>
        </p:sp>
        <p:sp>
          <p:nvSpPr>
            <p:cNvPr id="5215" name="dense-map-7-cell-153">
              <a:extLst>
                <a:ext uri="{FF2B5EF4-FFF2-40B4-BE49-F238E27FC236}">
                  <a16:creationId xmlns:a16="http://schemas.microsoft.com/office/drawing/2014/main" id="{43DB1D77-DBF7-4E11-BFA6-2EF053689633}"/>
                </a:ext>
              </a:extLst>
            </p:cNvPr>
            <p:cNvSpPr>
              <a:spLocks noGrp="1"/>
            </p:cNvSpPr>
            <p:nvPr/>
          </p:nvSpPr>
          <p:spPr>
            <a:xfrm>
              <a:off x="22659975" y="6246019"/>
              <a:ext cx="236680" cy="6096"/>
            </a:xfrm>
            <a:prstGeom prst="rect">
              <a:avLst/>
            </a:prstGeom>
            <a:solidFill>
              <a:srgbClr val="DCE8ED"/>
            </a:solidFill>
            <a:ln w="0">
              <a:noFill/>
              <a:prstDash val="solid"/>
            </a:ln>
          </p:spPr>
        </p:sp>
        <p:sp>
          <p:nvSpPr>
            <p:cNvPr id="5216" name="dense-map-7-cell-152">
              <a:extLst>
                <a:ext uri="{FF2B5EF4-FFF2-40B4-BE49-F238E27FC236}">
                  <a16:creationId xmlns:a16="http://schemas.microsoft.com/office/drawing/2014/main" id="{2A1DEBC6-1575-4935-8F3C-E9F5FE7B0620}"/>
                </a:ext>
              </a:extLst>
            </p:cNvPr>
            <p:cNvSpPr>
              <a:spLocks noGrp="1"/>
            </p:cNvSpPr>
            <p:nvPr/>
          </p:nvSpPr>
          <p:spPr>
            <a:xfrm>
              <a:off x="22659975" y="6251972"/>
              <a:ext cx="236680" cy="6096"/>
            </a:xfrm>
            <a:prstGeom prst="rect">
              <a:avLst/>
            </a:prstGeom>
            <a:solidFill>
              <a:srgbClr val="DCE8ED"/>
            </a:solidFill>
            <a:ln w="0">
              <a:noFill/>
              <a:prstDash val="solid"/>
            </a:ln>
          </p:spPr>
        </p:sp>
        <p:sp>
          <p:nvSpPr>
            <p:cNvPr id="5217" name="dense-map-7-cell-151">
              <a:extLst>
                <a:ext uri="{FF2B5EF4-FFF2-40B4-BE49-F238E27FC236}">
                  <a16:creationId xmlns:a16="http://schemas.microsoft.com/office/drawing/2014/main" id="{40FFD3D5-830A-45EE-B359-E0F89CBB14FA}"/>
                </a:ext>
              </a:extLst>
            </p:cNvPr>
            <p:cNvSpPr>
              <a:spLocks noGrp="1"/>
            </p:cNvSpPr>
            <p:nvPr/>
          </p:nvSpPr>
          <p:spPr>
            <a:xfrm>
              <a:off x="22659975" y="6257925"/>
              <a:ext cx="236680" cy="6096"/>
            </a:xfrm>
            <a:prstGeom prst="rect">
              <a:avLst/>
            </a:prstGeom>
            <a:solidFill>
              <a:srgbClr val="DCE8ED"/>
            </a:solidFill>
            <a:ln w="0">
              <a:noFill/>
              <a:prstDash val="solid"/>
            </a:ln>
          </p:spPr>
        </p:sp>
        <p:sp>
          <p:nvSpPr>
            <p:cNvPr id="5218" name="dense-map-7-cell-150">
              <a:extLst>
                <a:ext uri="{FF2B5EF4-FFF2-40B4-BE49-F238E27FC236}">
                  <a16:creationId xmlns:a16="http://schemas.microsoft.com/office/drawing/2014/main" id="{D749B4E2-2C25-40ED-B178-6398C9C36F55}"/>
                </a:ext>
              </a:extLst>
            </p:cNvPr>
            <p:cNvSpPr>
              <a:spLocks noGrp="1"/>
            </p:cNvSpPr>
            <p:nvPr/>
          </p:nvSpPr>
          <p:spPr>
            <a:xfrm>
              <a:off x="22659975" y="6263878"/>
              <a:ext cx="236680" cy="6096"/>
            </a:xfrm>
            <a:prstGeom prst="rect">
              <a:avLst/>
            </a:prstGeom>
            <a:solidFill>
              <a:srgbClr val="DAE7EC"/>
            </a:solidFill>
            <a:ln w="0">
              <a:noFill/>
              <a:prstDash val="solid"/>
            </a:ln>
          </p:spPr>
        </p:sp>
        <p:sp>
          <p:nvSpPr>
            <p:cNvPr id="5219" name="dense-map-7-cell-149">
              <a:extLst>
                <a:ext uri="{FF2B5EF4-FFF2-40B4-BE49-F238E27FC236}">
                  <a16:creationId xmlns:a16="http://schemas.microsoft.com/office/drawing/2014/main" id="{9E214359-41BC-49A1-870D-B0ACB1CB547A}"/>
                </a:ext>
              </a:extLst>
            </p:cNvPr>
            <p:cNvSpPr>
              <a:spLocks noGrp="1"/>
            </p:cNvSpPr>
            <p:nvPr/>
          </p:nvSpPr>
          <p:spPr>
            <a:xfrm>
              <a:off x="22659975" y="6269831"/>
              <a:ext cx="236680" cy="6096"/>
            </a:xfrm>
            <a:prstGeom prst="rect">
              <a:avLst/>
            </a:prstGeom>
            <a:solidFill>
              <a:srgbClr val="D3E5E8"/>
            </a:solidFill>
            <a:ln w="0">
              <a:noFill/>
              <a:prstDash val="solid"/>
            </a:ln>
          </p:spPr>
        </p:sp>
        <p:sp>
          <p:nvSpPr>
            <p:cNvPr id="5220" name="dense-map-7-cell-148">
              <a:extLst>
                <a:ext uri="{FF2B5EF4-FFF2-40B4-BE49-F238E27FC236}">
                  <a16:creationId xmlns:a16="http://schemas.microsoft.com/office/drawing/2014/main" id="{854C8858-0B44-4D44-AC26-2B97B11B3B2C}"/>
                </a:ext>
              </a:extLst>
            </p:cNvPr>
            <p:cNvSpPr>
              <a:spLocks noGrp="1"/>
            </p:cNvSpPr>
            <p:nvPr/>
          </p:nvSpPr>
          <p:spPr>
            <a:xfrm>
              <a:off x="22659975" y="6275784"/>
              <a:ext cx="236680" cy="6096"/>
            </a:xfrm>
            <a:prstGeom prst="rect">
              <a:avLst/>
            </a:prstGeom>
            <a:solidFill>
              <a:srgbClr val="DCE8ED"/>
            </a:solidFill>
            <a:ln w="0">
              <a:noFill/>
              <a:prstDash val="solid"/>
            </a:ln>
          </p:spPr>
        </p:sp>
        <p:sp>
          <p:nvSpPr>
            <p:cNvPr id="5221" name="dense-map-7-cell-147">
              <a:extLst>
                <a:ext uri="{FF2B5EF4-FFF2-40B4-BE49-F238E27FC236}">
                  <a16:creationId xmlns:a16="http://schemas.microsoft.com/office/drawing/2014/main" id="{FEFB356E-996A-4D0D-94E2-A36BEA547F2B}"/>
                </a:ext>
              </a:extLst>
            </p:cNvPr>
            <p:cNvSpPr>
              <a:spLocks noGrp="1"/>
            </p:cNvSpPr>
            <p:nvPr/>
          </p:nvSpPr>
          <p:spPr>
            <a:xfrm>
              <a:off x="22659975" y="6281738"/>
              <a:ext cx="236680" cy="6096"/>
            </a:xfrm>
            <a:prstGeom prst="rect">
              <a:avLst/>
            </a:prstGeom>
            <a:solidFill>
              <a:srgbClr val="DCE8ED"/>
            </a:solidFill>
            <a:ln w="0">
              <a:noFill/>
              <a:prstDash val="solid"/>
            </a:ln>
          </p:spPr>
        </p:sp>
        <p:sp>
          <p:nvSpPr>
            <p:cNvPr id="5222" name="dense-map-7-cell-146">
              <a:extLst>
                <a:ext uri="{FF2B5EF4-FFF2-40B4-BE49-F238E27FC236}">
                  <a16:creationId xmlns:a16="http://schemas.microsoft.com/office/drawing/2014/main" id="{3DD9BF10-7695-495D-990E-B46D0677E5D5}"/>
                </a:ext>
              </a:extLst>
            </p:cNvPr>
            <p:cNvSpPr>
              <a:spLocks noGrp="1"/>
            </p:cNvSpPr>
            <p:nvPr/>
          </p:nvSpPr>
          <p:spPr>
            <a:xfrm>
              <a:off x="22659975" y="6287691"/>
              <a:ext cx="236680" cy="6096"/>
            </a:xfrm>
            <a:prstGeom prst="rect">
              <a:avLst/>
            </a:prstGeom>
            <a:solidFill>
              <a:srgbClr val="DCE8ED"/>
            </a:solidFill>
            <a:ln w="0">
              <a:noFill/>
              <a:prstDash val="solid"/>
            </a:ln>
          </p:spPr>
        </p:sp>
        <p:sp>
          <p:nvSpPr>
            <p:cNvPr id="5223" name="dense-map-7-cell-145">
              <a:extLst>
                <a:ext uri="{FF2B5EF4-FFF2-40B4-BE49-F238E27FC236}">
                  <a16:creationId xmlns:a16="http://schemas.microsoft.com/office/drawing/2014/main" id="{488BE760-64BE-4279-8A1D-23DA53768699}"/>
                </a:ext>
              </a:extLst>
            </p:cNvPr>
            <p:cNvSpPr>
              <a:spLocks noGrp="1"/>
            </p:cNvSpPr>
            <p:nvPr/>
          </p:nvSpPr>
          <p:spPr>
            <a:xfrm>
              <a:off x="22659975" y="6293644"/>
              <a:ext cx="236680" cy="6096"/>
            </a:xfrm>
            <a:prstGeom prst="rect">
              <a:avLst/>
            </a:prstGeom>
            <a:solidFill>
              <a:srgbClr val="DCE8ED"/>
            </a:solidFill>
            <a:ln w="0">
              <a:noFill/>
              <a:prstDash val="solid"/>
            </a:ln>
          </p:spPr>
        </p:sp>
        <p:sp>
          <p:nvSpPr>
            <p:cNvPr id="5224" name="dense-map-7-cell-144">
              <a:extLst>
                <a:ext uri="{FF2B5EF4-FFF2-40B4-BE49-F238E27FC236}">
                  <a16:creationId xmlns:a16="http://schemas.microsoft.com/office/drawing/2014/main" id="{D56CBB86-3F9D-4826-8F91-85AFAD9BE0D1}"/>
                </a:ext>
              </a:extLst>
            </p:cNvPr>
            <p:cNvSpPr>
              <a:spLocks noGrp="1"/>
            </p:cNvSpPr>
            <p:nvPr/>
          </p:nvSpPr>
          <p:spPr>
            <a:xfrm>
              <a:off x="22659975" y="6299597"/>
              <a:ext cx="236680" cy="6096"/>
            </a:xfrm>
            <a:prstGeom prst="rect">
              <a:avLst/>
            </a:prstGeom>
            <a:solidFill>
              <a:srgbClr val="DCE8ED"/>
            </a:solidFill>
            <a:ln w="0">
              <a:noFill/>
              <a:prstDash val="solid"/>
            </a:ln>
          </p:spPr>
        </p:sp>
        <p:sp>
          <p:nvSpPr>
            <p:cNvPr id="5225" name="dense-map-7-cell-143">
              <a:extLst>
                <a:ext uri="{FF2B5EF4-FFF2-40B4-BE49-F238E27FC236}">
                  <a16:creationId xmlns:a16="http://schemas.microsoft.com/office/drawing/2014/main" id="{7B44C25A-BFA2-4FE5-98CD-5C88675A4858}"/>
                </a:ext>
              </a:extLst>
            </p:cNvPr>
            <p:cNvSpPr>
              <a:spLocks noGrp="1"/>
            </p:cNvSpPr>
            <p:nvPr/>
          </p:nvSpPr>
          <p:spPr>
            <a:xfrm>
              <a:off x="22659975" y="6305550"/>
              <a:ext cx="236680" cy="6096"/>
            </a:xfrm>
            <a:prstGeom prst="rect">
              <a:avLst/>
            </a:prstGeom>
            <a:solidFill>
              <a:srgbClr val="DCE8ED"/>
            </a:solidFill>
            <a:ln w="0">
              <a:noFill/>
              <a:prstDash val="solid"/>
            </a:ln>
          </p:spPr>
        </p:sp>
        <p:sp>
          <p:nvSpPr>
            <p:cNvPr id="5226" name="dense-map-7-cell-142">
              <a:extLst>
                <a:ext uri="{FF2B5EF4-FFF2-40B4-BE49-F238E27FC236}">
                  <a16:creationId xmlns:a16="http://schemas.microsoft.com/office/drawing/2014/main" id="{EA022B13-704D-4BFE-AD04-6A9A385261DF}"/>
                </a:ext>
              </a:extLst>
            </p:cNvPr>
            <p:cNvSpPr>
              <a:spLocks noGrp="1"/>
            </p:cNvSpPr>
            <p:nvPr/>
          </p:nvSpPr>
          <p:spPr>
            <a:xfrm>
              <a:off x="22659975" y="6311503"/>
              <a:ext cx="236680" cy="6096"/>
            </a:xfrm>
            <a:prstGeom prst="rect">
              <a:avLst/>
            </a:prstGeom>
            <a:solidFill>
              <a:srgbClr val="DCE8ED"/>
            </a:solidFill>
            <a:ln w="0">
              <a:noFill/>
              <a:prstDash val="solid"/>
            </a:ln>
          </p:spPr>
        </p:sp>
        <p:sp>
          <p:nvSpPr>
            <p:cNvPr id="5227" name="dense-map-7-cell-141">
              <a:extLst>
                <a:ext uri="{FF2B5EF4-FFF2-40B4-BE49-F238E27FC236}">
                  <a16:creationId xmlns:a16="http://schemas.microsoft.com/office/drawing/2014/main" id="{60F583A7-131A-434A-883C-5B59004DEEDB}"/>
                </a:ext>
              </a:extLst>
            </p:cNvPr>
            <p:cNvSpPr>
              <a:spLocks noGrp="1"/>
            </p:cNvSpPr>
            <p:nvPr/>
          </p:nvSpPr>
          <p:spPr>
            <a:xfrm>
              <a:off x="22659975" y="6317456"/>
              <a:ext cx="236680" cy="6096"/>
            </a:xfrm>
            <a:prstGeom prst="rect">
              <a:avLst/>
            </a:prstGeom>
            <a:solidFill>
              <a:srgbClr val="DBE7ED"/>
            </a:solidFill>
            <a:ln w="0">
              <a:noFill/>
              <a:prstDash val="solid"/>
            </a:ln>
          </p:spPr>
        </p:sp>
        <p:sp>
          <p:nvSpPr>
            <p:cNvPr id="5228" name="dense-map-7-cell-140">
              <a:extLst>
                <a:ext uri="{FF2B5EF4-FFF2-40B4-BE49-F238E27FC236}">
                  <a16:creationId xmlns:a16="http://schemas.microsoft.com/office/drawing/2014/main" id="{C8AEDEA8-40E7-4C30-9D5C-6E3358ECFB3F}"/>
                </a:ext>
              </a:extLst>
            </p:cNvPr>
            <p:cNvSpPr>
              <a:spLocks noGrp="1"/>
            </p:cNvSpPr>
            <p:nvPr/>
          </p:nvSpPr>
          <p:spPr>
            <a:xfrm>
              <a:off x="22659975" y="6323409"/>
              <a:ext cx="236680" cy="6096"/>
            </a:xfrm>
            <a:prstGeom prst="rect">
              <a:avLst/>
            </a:prstGeom>
            <a:solidFill>
              <a:srgbClr val="DCE8ED"/>
            </a:solidFill>
            <a:ln w="0">
              <a:noFill/>
              <a:prstDash val="solid"/>
            </a:ln>
          </p:spPr>
        </p:sp>
        <p:sp>
          <p:nvSpPr>
            <p:cNvPr id="5229" name="dense-map-7-cell-139">
              <a:extLst>
                <a:ext uri="{FF2B5EF4-FFF2-40B4-BE49-F238E27FC236}">
                  <a16:creationId xmlns:a16="http://schemas.microsoft.com/office/drawing/2014/main" id="{62D20E9C-AE47-495D-878E-724390D9A581}"/>
                </a:ext>
              </a:extLst>
            </p:cNvPr>
            <p:cNvSpPr>
              <a:spLocks noGrp="1"/>
            </p:cNvSpPr>
            <p:nvPr/>
          </p:nvSpPr>
          <p:spPr>
            <a:xfrm>
              <a:off x="22659975" y="6329363"/>
              <a:ext cx="236680" cy="6096"/>
            </a:xfrm>
            <a:prstGeom prst="rect">
              <a:avLst/>
            </a:prstGeom>
            <a:solidFill>
              <a:srgbClr val="DCE8ED"/>
            </a:solidFill>
            <a:ln w="0">
              <a:noFill/>
              <a:prstDash val="solid"/>
            </a:ln>
          </p:spPr>
        </p:sp>
        <p:sp>
          <p:nvSpPr>
            <p:cNvPr id="5230" name="dense-map-7-cell-138">
              <a:extLst>
                <a:ext uri="{FF2B5EF4-FFF2-40B4-BE49-F238E27FC236}">
                  <a16:creationId xmlns:a16="http://schemas.microsoft.com/office/drawing/2014/main" id="{1040DB23-10A8-46D8-B07C-4F2CC1A565E9}"/>
                </a:ext>
              </a:extLst>
            </p:cNvPr>
            <p:cNvSpPr>
              <a:spLocks noGrp="1"/>
            </p:cNvSpPr>
            <p:nvPr/>
          </p:nvSpPr>
          <p:spPr>
            <a:xfrm>
              <a:off x="22659975" y="6335316"/>
              <a:ext cx="236680" cy="6096"/>
            </a:xfrm>
            <a:prstGeom prst="rect">
              <a:avLst/>
            </a:prstGeom>
            <a:solidFill>
              <a:srgbClr val="DCE8ED"/>
            </a:solidFill>
            <a:ln w="0">
              <a:noFill/>
              <a:prstDash val="solid"/>
            </a:ln>
          </p:spPr>
        </p:sp>
        <p:sp>
          <p:nvSpPr>
            <p:cNvPr id="5231" name="dense-map-7-cell-137">
              <a:extLst>
                <a:ext uri="{FF2B5EF4-FFF2-40B4-BE49-F238E27FC236}">
                  <a16:creationId xmlns:a16="http://schemas.microsoft.com/office/drawing/2014/main" id="{E3C9EDAB-2975-43F2-8441-C8F2C01031E7}"/>
                </a:ext>
              </a:extLst>
            </p:cNvPr>
            <p:cNvSpPr>
              <a:spLocks noGrp="1"/>
            </p:cNvSpPr>
            <p:nvPr/>
          </p:nvSpPr>
          <p:spPr>
            <a:xfrm>
              <a:off x="22659975" y="6341269"/>
              <a:ext cx="236680" cy="6096"/>
            </a:xfrm>
            <a:prstGeom prst="rect">
              <a:avLst/>
            </a:prstGeom>
            <a:solidFill>
              <a:srgbClr val="DCE8ED"/>
            </a:solidFill>
            <a:ln w="0">
              <a:noFill/>
              <a:prstDash val="solid"/>
            </a:ln>
          </p:spPr>
        </p:sp>
        <p:sp>
          <p:nvSpPr>
            <p:cNvPr id="5232" name="dense-map-7-cell-136">
              <a:extLst>
                <a:ext uri="{FF2B5EF4-FFF2-40B4-BE49-F238E27FC236}">
                  <a16:creationId xmlns:a16="http://schemas.microsoft.com/office/drawing/2014/main" id="{56ACF9DA-92AD-4BA6-8E82-E5360D42B2EE}"/>
                </a:ext>
              </a:extLst>
            </p:cNvPr>
            <p:cNvSpPr>
              <a:spLocks noGrp="1"/>
            </p:cNvSpPr>
            <p:nvPr/>
          </p:nvSpPr>
          <p:spPr>
            <a:xfrm>
              <a:off x="22659975" y="6347222"/>
              <a:ext cx="236680" cy="6096"/>
            </a:xfrm>
            <a:prstGeom prst="rect">
              <a:avLst/>
            </a:prstGeom>
            <a:solidFill>
              <a:srgbClr val="DCE8ED"/>
            </a:solidFill>
            <a:ln w="0">
              <a:noFill/>
              <a:prstDash val="solid"/>
            </a:ln>
          </p:spPr>
        </p:sp>
        <p:sp>
          <p:nvSpPr>
            <p:cNvPr id="5233" name="dense-map-7-cell-135">
              <a:extLst>
                <a:ext uri="{FF2B5EF4-FFF2-40B4-BE49-F238E27FC236}">
                  <a16:creationId xmlns:a16="http://schemas.microsoft.com/office/drawing/2014/main" id="{8C18BB9E-2A00-45FE-B8F4-BC56FC527108}"/>
                </a:ext>
              </a:extLst>
            </p:cNvPr>
            <p:cNvSpPr>
              <a:spLocks noGrp="1"/>
            </p:cNvSpPr>
            <p:nvPr/>
          </p:nvSpPr>
          <p:spPr>
            <a:xfrm>
              <a:off x="22659975" y="6353175"/>
              <a:ext cx="236680" cy="6096"/>
            </a:xfrm>
            <a:prstGeom prst="rect">
              <a:avLst/>
            </a:prstGeom>
            <a:solidFill>
              <a:srgbClr val="DCE8ED"/>
            </a:solidFill>
            <a:ln w="0">
              <a:noFill/>
              <a:prstDash val="solid"/>
            </a:ln>
          </p:spPr>
        </p:sp>
        <p:sp>
          <p:nvSpPr>
            <p:cNvPr id="5234" name="dense-map-7-cell-134">
              <a:extLst>
                <a:ext uri="{FF2B5EF4-FFF2-40B4-BE49-F238E27FC236}">
                  <a16:creationId xmlns:a16="http://schemas.microsoft.com/office/drawing/2014/main" id="{53C63C83-33FC-4AAD-8891-F0331EF6E900}"/>
                </a:ext>
              </a:extLst>
            </p:cNvPr>
            <p:cNvSpPr>
              <a:spLocks noGrp="1"/>
            </p:cNvSpPr>
            <p:nvPr/>
          </p:nvSpPr>
          <p:spPr>
            <a:xfrm>
              <a:off x="22659975" y="6359128"/>
              <a:ext cx="236680" cy="6096"/>
            </a:xfrm>
            <a:prstGeom prst="rect">
              <a:avLst/>
            </a:prstGeom>
            <a:solidFill>
              <a:srgbClr val="DCE8ED"/>
            </a:solidFill>
            <a:ln w="0">
              <a:noFill/>
              <a:prstDash val="solid"/>
            </a:ln>
          </p:spPr>
        </p:sp>
        <p:sp>
          <p:nvSpPr>
            <p:cNvPr id="5235" name="dense-map-7-cell-133">
              <a:extLst>
                <a:ext uri="{FF2B5EF4-FFF2-40B4-BE49-F238E27FC236}">
                  <a16:creationId xmlns:a16="http://schemas.microsoft.com/office/drawing/2014/main" id="{DE06D045-8CAB-4A34-A89C-75691EEDC7BC}"/>
                </a:ext>
              </a:extLst>
            </p:cNvPr>
            <p:cNvSpPr>
              <a:spLocks noGrp="1"/>
            </p:cNvSpPr>
            <p:nvPr/>
          </p:nvSpPr>
          <p:spPr>
            <a:xfrm>
              <a:off x="22659975" y="6365081"/>
              <a:ext cx="236680" cy="6096"/>
            </a:xfrm>
            <a:prstGeom prst="rect">
              <a:avLst/>
            </a:prstGeom>
            <a:solidFill>
              <a:srgbClr val="DCE8ED"/>
            </a:solidFill>
            <a:ln w="0">
              <a:noFill/>
              <a:prstDash val="solid"/>
            </a:ln>
          </p:spPr>
        </p:sp>
        <p:sp>
          <p:nvSpPr>
            <p:cNvPr id="5236" name="dense-map-7-cell-132">
              <a:extLst>
                <a:ext uri="{FF2B5EF4-FFF2-40B4-BE49-F238E27FC236}">
                  <a16:creationId xmlns:a16="http://schemas.microsoft.com/office/drawing/2014/main" id="{AAC0039F-FB71-4BAE-BAC6-CEEF3C733E87}"/>
                </a:ext>
              </a:extLst>
            </p:cNvPr>
            <p:cNvSpPr>
              <a:spLocks noGrp="1"/>
            </p:cNvSpPr>
            <p:nvPr/>
          </p:nvSpPr>
          <p:spPr>
            <a:xfrm>
              <a:off x="22659975" y="6371034"/>
              <a:ext cx="236680" cy="6096"/>
            </a:xfrm>
            <a:prstGeom prst="rect">
              <a:avLst/>
            </a:prstGeom>
            <a:solidFill>
              <a:srgbClr val="DCE8ED"/>
            </a:solidFill>
            <a:ln w="0">
              <a:noFill/>
              <a:prstDash val="solid"/>
            </a:ln>
          </p:spPr>
        </p:sp>
        <p:sp>
          <p:nvSpPr>
            <p:cNvPr id="5237" name="dense-map-7-cell-131">
              <a:extLst>
                <a:ext uri="{FF2B5EF4-FFF2-40B4-BE49-F238E27FC236}">
                  <a16:creationId xmlns:a16="http://schemas.microsoft.com/office/drawing/2014/main" id="{2714F2DD-5759-4C29-B97F-5CBC319FC7B0}"/>
                </a:ext>
              </a:extLst>
            </p:cNvPr>
            <p:cNvSpPr>
              <a:spLocks noGrp="1"/>
            </p:cNvSpPr>
            <p:nvPr/>
          </p:nvSpPr>
          <p:spPr>
            <a:xfrm>
              <a:off x="22659975" y="6376988"/>
              <a:ext cx="236680" cy="6096"/>
            </a:xfrm>
            <a:prstGeom prst="rect">
              <a:avLst/>
            </a:prstGeom>
            <a:solidFill>
              <a:srgbClr val="DCE8ED"/>
            </a:solidFill>
            <a:ln w="0">
              <a:noFill/>
              <a:prstDash val="solid"/>
            </a:ln>
          </p:spPr>
        </p:sp>
        <p:sp>
          <p:nvSpPr>
            <p:cNvPr id="5238" name="dense-map-7-cell-130">
              <a:extLst>
                <a:ext uri="{FF2B5EF4-FFF2-40B4-BE49-F238E27FC236}">
                  <a16:creationId xmlns:a16="http://schemas.microsoft.com/office/drawing/2014/main" id="{1281570C-36F1-4637-BCB5-FA2944FECAF1}"/>
                </a:ext>
              </a:extLst>
            </p:cNvPr>
            <p:cNvSpPr>
              <a:spLocks noGrp="1"/>
            </p:cNvSpPr>
            <p:nvPr/>
          </p:nvSpPr>
          <p:spPr>
            <a:xfrm>
              <a:off x="22659975" y="6382941"/>
              <a:ext cx="236680" cy="6096"/>
            </a:xfrm>
            <a:prstGeom prst="rect">
              <a:avLst/>
            </a:prstGeom>
            <a:solidFill>
              <a:srgbClr val="DCE8ED"/>
            </a:solidFill>
            <a:ln w="0">
              <a:noFill/>
              <a:prstDash val="solid"/>
            </a:ln>
          </p:spPr>
        </p:sp>
        <p:sp>
          <p:nvSpPr>
            <p:cNvPr id="5239" name="dense-map-7-cell-129">
              <a:extLst>
                <a:ext uri="{FF2B5EF4-FFF2-40B4-BE49-F238E27FC236}">
                  <a16:creationId xmlns:a16="http://schemas.microsoft.com/office/drawing/2014/main" id="{6CA9B888-6959-4A1B-9864-EAA4251CF431}"/>
                </a:ext>
              </a:extLst>
            </p:cNvPr>
            <p:cNvSpPr>
              <a:spLocks noGrp="1"/>
            </p:cNvSpPr>
            <p:nvPr/>
          </p:nvSpPr>
          <p:spPr>
            <a:xfrm>
              <a:off x="22659975" y="6388894"/>
              <a:ext cx="236680" cy="6096"/>
            </a:xfrm>
            <a:prstGeom prst="rect">
              <a:avLst/>
            </a:prstGeom>
            <a:solidFill>
              <a:srgbClr val="DCE8ED"/>
            </a:solidFill>
            <a:ln w="0">
              <a:noFill/>
              <a:prstDash val="solid"/>
            </a:ln>
          </p:spPr>
        </p:sp>
        <p:sp>
          <p:nvSpPr>
            <p:cNvPr id="5240" name="dense-map-7-cell-128">
              <a:extLst>
                <a:ext uri="{FF2B5EF4-FFF2-40B4-BE49-F238E27FC236}">
                  <a16:creationId xmlns:a16="http://schemas.microsoft.com/office/drawing/2014/main" id="{BC709AE5-CF50-42D7-93FB-09CB2AAE2BEC}"/>
                </a:ext>
              </a:extLst>
            </p:cNvPr>
            <p:cNvSpPr>
              <a:spLocks noGrp="1"/>
            </p:cNvSpPr>
            <p:nvPr/>
          </p:nvSpPr>
          <p:spPr>
            <a:xfrm>
              <a:off x="22659975" y="6394847"/>
              <a:ext cx="236680" cy="6096"/>
            </a:xfrm>
            <a:prstGeom prst="rect">
              <a:avLst/>
            </a:prstGeom>
            <a:solidFill>
              <a:srgbClr val="DCE8ED"/>
            </a:solidFill>
            <a:ln w="0">
              <a:noFill/>
              <a:prstDash val="solid"/>
            </a:ln>
          </p:spPr>
        </p:sp>
        <p:sp>
          <p:nvSpPr>
            <p:cNvPr id="5241" name="dense-map-7-cell-127">
              <a:extLst>
                <a:ext uri="{FF2B5EF4-FFF2-40B4-BE49-F238E27FC236}">
                  <a16:creationId xmlns:a16="http://schemas.microsoft.com/office/drawing/2014/main" id="{08F39161-01CA-462C-8447-AE942D68DAEE}"/>
                </a:ext>
              </a:extLst>
            </p:cNvPr>
            <p:cNvSpPr>
              <a:spLocks noGrp="1"/>
            </p:cNvSpPr>
            <p:nvPr/>
          </p:nvSpPr>
          <p:spPr>
            <a:xfrm>
              <a:off x="22659975" y="6400800"/>
              <a:ext cx="236680" cy="6096"/>
            </a:xfrm>
            <a:prstGeom prst="rect">
              <a:avLst/>
            </a:prstGeom>
            <a:solidFill>
              <a:srgbClr val="DCE8ED"/>
            </a:solidFill>
            <a:ln w="0">
              <a:noFill/>
              <a:prstDash val="solid"/>
            </a:ln>
          </p:spPr>
        </p:sp>
        <p:sp>
          <p:nvSpPr>
            <p:cNvPr id="5242" name="dense-map-7-cell-126">
              <a:extLst>
                <a:ext uri="{FF2B5EF4-FFF2-40B4-BE49-F238E27FC236}">
                  <a16:creationId xmlns:a16="http://schemas.microsoft.com/office/drawing/2014/main" id="{749A8055-454E-4A88-A607-90C4EE700E9C}"/>
                </a:ext>
              </a:extLst>
            </p:cNvPr>
            <p:cNvSpPr>
              <a:spLocks noGrp="1"/>
            </p:cNvSpPr>
            <p:nvPr/>
          </p:nvSpPr>
          <p:spPr>
            <a:xfrm>
              <a:off x="22659975" y="6406753"/>
              <a:ext cx="236680" cy="6096"/>
            </a:xfrm>
            <a:prstGeom prst="rect">
              <a:avLst/>
            </a:prstGeom>
            <a:solidFill>
              <a:srgbClr val="D3D3C8"/>
            </a:solidFill>
            <a:ln w="0">
              <a:noFill/>
              <a:prstDash val="solid"/>
            </a:ln>
          </p:spPr>
        </p:sp>
        <p:sp>
          <p:nvSpPr>
            <p:cNvPr id="5243" name="dense-map-7-cell-125">
              <a:extLst>
                <a:ext uri="{FF2B5EF4-FFF2-40B4-BE49-F238E27FC236}">
                  <a16:creationId xmlns:a16="http://schemas.microsoft.com/office/drawing/2014/main" id="{B0329963-4C6F-421E-81D5-29328C2776CE}"/>
                </a:ext>
              </a:extLst>
            </p:cNvPr>
            <p:cNvSpPr>
              <a:spLocks noGrp="1"/>
            </p:cNvSpPr>
            <p:nvPr/>
          </p:nvSpPr>
          <p:spPr>
            <a:xfrm>
              <a:off x="22659975" y="6412706"/>
              <a:ext cx="236680" cy="6096"/>
            </a:xfrm>
            <a:prstGeom prst="rect">
              <a:avLst/>
            </a:prstGeom>
            <a:solidFill>
              <a:srgbClr val="A6B79B"/>
            </a:solidFill>
            <a:ln w="0">
              <a:noFill/>
              <a:prstDash val="solid"/>
            </a:ln>
          </p:spPr>
        </p:sp>
        <p:sp>
          <p:nvSpPr>
            <p:cNvPr id="5244" name="dense-map-7-cell-124">
              <a:extLst>
                <a:ext uri="{FF2B5EF4-FFF2-40B4-BE49-F238E27FC236}">
                  <a16:creationId xmlns:a16="http://schemas.microsoft.com/office/drawing/2014/main" id="{1B4AEC2A-04FE-4728-98CD-F09E787739C3}"/>
                </a:ext>
              </a:extLst>
            </p:cNvPr>
            <p:cNvSpPr>
              <a:spLocks noGrp="1"/>
            </p:cNvSpPr>
            <p:nvPr/>
          </p:nvSpPr>
          <p:spPr>
            <a:xfrm>
              <a:off x="22659975" y="6418659"/>
              <a:ext cx="236680" cy="6096"/>
            </a:xfrm>
            <a:prstGeom prst="rect">
              <a:avLst/>
            </a:prstGeom>
            <a:solidFill>
              <a:srgbClr val="CD9660"/>
            </a:solidFill>
            <a:ln w="0">
              <a:noFill/>
              <a:prstDash val="solid"/>
            </a:ln>
          </p:spPr>
        </p:sp>
        <p:sp>
          <p:nvSpPr>
            <p:cNvPr id="5245" name="dense-map-7-cell-123">
              <a:extLst>
                <a:ext uri="{FF2B5EF4-FFF2-40B4-BE49-F238E27FC236}">
                  <a16:creationId xmlns:a16="http://schemas.microsoft.com/office/drawing/2014/main" id="{B3947824-8F0C-4718-BD13-D13891C19329}"/>
                </a:ext>
              </a:extLst>
            </p:cNvPr>
            <p:cNvSpPr>
              <a:spLocks noGrp="1"/>
            </p:cNvSpPr>
            <p:nvPr/>
          </p:nvSpPr>
          <p:spPr>
            <a:xfrm>
              <a:off x="22659975" y="6424613"/>
              <a:ext cx="236680" cy="6096"/>
            </a:xfrm>
            <a:prstGeom prst="rect">
              <a:avLst/>
            </a:prstGeom>
            <a:solidFill>
              <a:srgbClr val="888748"/>
            </a:solidFill>
            <a:ln w="0">
              <a:noFill/>
              <a:prstDash val="solid"/>
            </a:ln>
          </p:spPr>
        </p:sp>
        <p:sp>
          <p:nvSpPr>
            <p:cNvPr id="5246" name="dense-map-7-cell-122">
              <a:extLst>
                <a:ext uri="{FF2B5EF4-FFF2-40B4-BE49-F238E27FC236}">
                  <a16:creationId xmlns:a16="http://schemas.microsoft.com/office/drawing/2014/main" id="{9F721503-4B40-47B7-BB42-34D3A97D5C75}"/>
                </a:ext>
              </a:extLst>
            </p:cNvPr>
            <p:cNvSpPr>
              <a:spLocks noGrp="1"/>
            </p:cNvSpPr>
            <p:nvPr/>
          </p:nvSpPr>
          <p:spPr>
            <a:xfrm>
              <a:off x="22659975" y="6430566"/>
              <a:ext cx="236680" cy="6096"/>
            </a:xfrm>
            <a:prstGeom prst="rect">
              <a:avLst/>
            </a:prstGeom>
            <a:solidFill>
              <a:srgbClr val="917931"/>
            </a:solidFill>
            <a:ln w="0">
              <a:noFill/>
              <a:prstDash val="solid"/>
            </a:ln>
          </p:spPr>
        </p:sp>
        <p:sp>
          <p:nvSpPr>
            <p:cNvPr id="5247" name="dense-map-7-cell-121">
              <a:extLst>
                <a:ext uri="{FF2B5EF4-FFF2-40B4-BE49-F238E27FC236}">
                  <a16:creationId xmlns:a16="http://schemas.microsoft.com/office/drawing/2014/main" id="{B3B6B474-45CE-4C01-B084-E5C2C09337F2}"/>
                </a:ext>
              </a:extLst>
            </p:cNvPr>
            <p:cNvSpPr>
              <a:spLocks noGrp="1"/>
            </p:cNvSpPr>
            <p:nvPr/>
          </p:nvSpPr>
          <p:spPr>
            <a:xfrm>
              <a:off x="22659975" y="6436519"/>
              <a:ext cx="236680" cy="6096"/>
            </a:xfrm>
            <a:prstGeom prst="rect">
              <a:avLst/>
            </a:prstGeom>
            <a:solidFill>
              <a:srgbClr val="937326"/>
            </a:solidFill>
            <a:ln w="0">
              <a:noFill/>
              <a:prstDash val="solid"/>
            </a:ln>
          </p:spPr>
        </p:sp>
        <p:sp>
          <p:nvSpPr>
            <p:cNvPr id="5248" name="dense-map-7-cell-120">
              <a:extLst>
                <a:ext uri="{FF2B5EF4-FFF2-40B4-BE49-F238E27FC236}">
                  <a16:creationId xmlns:a16="http://schemas.microsoft.com/office/drawing/2014/main" id="{A94F9CEF-A7D5-45E2-859D-DF94320E82B3}"/>
                </a:ext>
              </a:extLst>
            </p:cNvPr>
            <p:cNvSpPr>
              <a:spLocks noGrp="1"/>
            </p:cNvSpPr>
            <p:nvPr/>
          </p:nvSpPr>
          <p:spPr>
            <a:xfrm>
              <a:off x="22659975" y="6442472"/>
              <a:ext cx="236680" cy="6096"/>
            </a:xfrm>
            <a:prstGeom prst="rect">
              <a:avLst/>
            </a:prstGeom>
            <a:solidFill>
              <a:srgbClr val="937224"/>
            </a:solidFill>
            <a:ln w="0">
              <a:noFill/>
              <a:prstDash val="solid"/>
            </a:ln>
          </p:spPr>
        </p:sp>
        <p:sp>
          <p:nvSpPr>
            <p:cNvPr id="5249" name="dense-map-7-cell-119">
              <a:extLst>
                <a:ext uri="{FF2B5EF4-FFF2-40B4-BE49-F238E27FC236}">
                  <a16:creationId xmlns:a16="http://schemas.microsoft.com/office/drawing/2014/main" id="{EC7434F0-B16B-4441-AB3C-3E5562D38507}"/>
                </a:ext>
              </a:extLst>
            </p:cNvPr>
            <p:cNvSpPr>
              <a:spLocks noGrp="1"/>
            </p:cNvSpPr>
            <p:nvPr/>
          </p:nvSpPr>
          <p:spPr>
            <a:xfrm>
              <a:off x="22659975" y="6448425"/>
              <a:ext cx="236680" cy="6096"/>
            </a:xfrm>
            <a:prstGeom prst="rect">
              <a:avLst/>
            </a:prstGeom>
            <a:solidFill>
              <a:srgbClr val="937224"/>
            </a:solidFill>
            <a:ln w="0">
              <a:noFill/>
              <a:prstDash val="solid"/>
            </a:ln>
          </p:spPr>
        </p:sp>
        <p:sp>
          <p:nvSpPr>
            <p:cNvPr id="5250" name="dense-map-7-cell-118">
              <a:extLst>
                <a:ext uri="{FF2B5EF4-FFF2-40B4-BE49-F238E27FC236}">
                  <a16:creationId xmlns:a16="http://schemas.microsoft.com/office/drawing/2014/main" id="{430D1E3F-EE0F-4D2E-9BD5-C8D1D7C8B6F0}"/>
                </a:ext>
              </a:extLst>
            </p:cNvPr>
            <p:cNvSpPr>
              <a:spLocks noGrp="1"/>
            </p:cNvSpPr>
            <p:nvPr/>
          </p:nvSpPr>
          <p:spPr>
            <a:xfrm>
              <a:off x="22659975" y="6454378"/>
              <a:ext cx="236680" cy="6096"/>
            </a:xfrm>
            <a:prstGeom prst="rect">
              <a:avLst/>
            </a:prstGeom>
            <a:solidFill>
              <a:srgbClr val="937224"/>
            </a:solidFill>
            <a:ln w="0">
              <a:noFill/>
              <a:prstDash val="solid"/>
            </a:ln>
          </p:spPr>
        </p:sp>
        <p:sp>
          <p:nvSpPr>
            <p:cNvPr id="5251" name="dense-map-7-cell-117">
              <a:extLst>
                <a:ext uri="{FF2B5EF4-FFF2-40B4-BE49-F238E27FC236}">
                  <a16:creationId xmlns:a16="http://schemas.microsoft.com/office/drawing/2014/main" id="{E2A6D87F-938A-455C-8D12-4C79131B4DA7}"/>
                </a:ext>
              </a:extLst>
            </p:cNvPr>
            <p:cNvSpPr>
              <a:spLocks noGrp="1"/>
            </p:cNvSpPr>
            <p:nvPr/>
          </p:nvSpPr>
          <p:spPr>
            <a:xfrm>
              <a:off x="22659975" y="6460331"/>
              <a:ext cx="236680" cy="6096"/>
            </a:xfrm>
            <a:prstGeom prst="rect">
              <a:avLst/>
            </a:prstGeom>
            <a:solidFill>
              <a:srgbClr val="937224"/>
            </a:solidFill>
            <a:ln w="0">
              <a:noFill/>
              <a:prstDash val="solid"/>
            </a:ln>
          </p:spPr>
        </p:sp>
        <p:sp>
          <p:nvSpPr>
            <p:cNvPr id="5252" name="dense-map-7-cell-116">
              <a:extLst>
                <a:ext uri="{FF2B5EF4-FFF2-40B4-BE49-F238E27FC236}">
                  <a16:creationId xmlns:a16="http://schemas.microsoft.com/office/drawing/2014/main" id="{071A6956-6F5D-4AF4-AB6C-68215801D631}"/>
                </a:ext>
              </a:extLst>
            </p:cNvPr>
            <p:cNvSpPr>
              <a:spLocks noGrp="1"/>
            </p:cNvSpPr>
            <p:nvPr/>
          </p:nvSpPr>
          <p:spPr>
            <a:xfrm>
              <a:off x="22659975" y="6466284"/>
              <a:ext cx="236680" cy="6096"/>
            </a:xfrm>
            <a:prstGeom prst="rect">
              <a:avLst/>
            </a:prstGeom>
            <a:solidFill>
              <a:srgbClr val="937224"/>
            </a:solidFill>
            <a:ln w="0">
              <a:noFill/>
              <a:prstDash val="solid"/>
            </a:ln>
          </p:spPr>
        </p:sp>
        <p:sp>
          <p:nvSpPr>
            <p:cNvPr id="5253" name="dense-map-7-cell-115">
              <a:extLst>
                <a:ext uri="{FF2B5EF4-FFF2-40B4-BE49-F238E27FC236}">
                  <a16:creationId xmlns:a16="http://schemas.microsoft.com/office/drawing/2014/main" id="{56EDA94D-AEB4-4625-8595-A5CBC2736CED}"/>
                </a:ext>
              </a:extLst>
            </p:cNvPr>
            <p:cNvSpPr>
              <a:spLocks noGrp="1"/>
            </p:cNvSpPr>
            <p:nvPr/>
          </p:nvSpPr>
          <p:spPr>
            <a:xfrm>
              <a:off x="22659975" y="6472238"/>
              <a:ext cx="236680" cy="6096"/>
            </a:xfrm>
            <a:prstGeom prst="rect">
              <a:avLst/>
            </a:prstGeom>
            <a:solidFill>
              <a:srgbClr val="937224"/>
            </a:solidFill>
            <a:ln w="0">
              <a:noFill/>
              <a:prstDash val="solid"/>
            </a:ln>
          </p:spPr>
        </p:sp>
        <p:sp>
          <p:nvSpPr>
            <p:cNvPr id="5254" name="dense-map-7-cell-114">
              <a:extLst>
                <a:ext uri="{FF2B5EF4-FFF2-40B4-BE49-F238E27FC236}">
                  <a16:creationId xmlns:a16="http://schemas.microsoft.com/office/drawing/2014/main" id="{DBE841CA-8CE5-453C-9B9C-31729E593DA2}"/>
                </a:ext>
              </a:extLst>
            </p:cNvPr>
            <p:cNvSpPr>
              <a:spLocks noGrp="1"/>
            </p:cNvSpPr>
            <p:nvPr/>
          </p:nvSpPr>
          <p:spPr>
            <a:xfrm>
              <a:off x="22659975" y="6478191"/>
              <a:ext cx="236680" cy="6096"/>
            </a:xfrm>
            <a:prstGeom prst="rect">
              <a:avLst/>
            </a:prstGeom>
            <a:solidFill>
              <a:srgbClr val="937224"/>
            </a:solidFill>
            <a:ln w="0">
              <a:noFill/>
              <a:prstDash val="solid"/>
            </a:ln>
          </p:spPr>
        </p:sp>
        <p:sp>
          <p:nvSpPr>
            <p:cNvPr id="5255" name="dense-map-7-cell-113">
              <a:extLst>
                <a:ext uri="{FF2B5EF4-FFF2-40B4-BE49-F238E27FC236}">
                  <a16:creationId xmlns:a16="http://schemas.microsoft.com/office/drawing/2014/main" id="{061D8A6E-F241-4977-A987-2B58B0FE44A5}"/>
                </a:ext>
              </a:extLst>
            </p:cNvPr>
            <p:cNvSpPr>
              <a:spLocks noGrp="1"/>
            </p:cNvSpPr>
            <p:nvPr/>
          </p:nvSpPr>
          <p:spPr>
            <a:xfrm>
              <a:off x="22659975" y="6484144"/>
              <a:ext cx="236680" cy="6096"/>
            </a:xfrm>
            <a:prstGeom prst="rect">
              <a:avLst/>
            </a:prstGeom>
            <a:solidFill>
              <a:srgbClr val="8D7427"/>
            </a:solidFill>
            <a:ln w="0">
              <a:noFill/>
              <a:prstDash val="solid"/>
            </a:ln>
          </p:spPr>
        </p:sp>
        <p:sp>
          <p:nvSpPr>
            <p:cNvPr id="5256" name="dense-map-7-cell-112">
              <a:extLst>
                <a:ext uri="{FF2B5EF4-FFF2-40B4-BE49-F238E27FC236}">
                  <a16:creationId xmlns:a16="http://schemas.microsoft.com/office/drawing/2014/main" id="{183A2D84-40A6-49A6-B03A-F72F2EA84583}"/>
                </a:ext>
              </a:extLst>
            </p:cNvPr>
            <p:cNvSpPr>
              <a:spLocks noGrp="1"/>
            </p:cNvSpPr>
            <p:nvPr/>
          </p:nvSpPr>
          <p:spPr>
            <a:xfrm>
              <a:off x="22659975" y="6490097"/>
              <a:ext cx="236680" cy="6096"/>
            </a:xfrm>
            <a:prstGeom prst="rect">
              <a:avLst/>
            </a:prstGeom>
            <a:solidFill>
              <a:srgbClr val="85762B"/>
            </a:solidFill>
            <a:ln w="0">
              <a:noFill/>
              <a:prstDash val="solid"/>
            </a:ln>
          </p:spPr>
        </p:sp>
        <p:sp>
          <p:nvSpPr>
            <p:cNvPr id="5257" name="dense-map-7-cell-111">
              <a:extLst>
                <a:ext uri="{FF2B5EF4-FFF2-40B4-BE49-F238E27FC236}">
                  <a16:creationId xmlns:a16="http://schemas.microsoft.com/office/drawing/2014/main" id="{C464F88D-D74C-4AFA-BB91-93950A20E780}"/>
                </a:ext>
              </a:extLst>
            </p:cNvPr>
            <p:cNvSpPr>
              <a:spLocks noGrp="1"/>
            </p:cNvSpPr>
            <p:nvPr/>
          </p:nvSpPr>
          <p:spPr>
            <a:xfrm>
              <a:off x="22659975" y="6496050"/>
              <a:ext cx="236680" cy="6096"/>
            </a:xfrm>
            <a:prstGeom prst="rect">
              <a:avLst/>
            </a:prstGeom>
            <a:solidFill>
              <a:srgbClr val="7B7931"/>
            </a:solidFill>
            <a:ln w="0">
              <a:noFill/>
              <a:prstDash val="solid"/>
            </a:ln>
          </p:spPr>
        </p:sp>
        <p:sp>
          <p:nvSpPr>
            <p:cNvPr id="5258" name="dense-map-7-cell-110">
              <a:extLst>
                <a:ext uri="{FF2B5EF4-FFF2-40B4-BE49-F238E27FC236}">
                  <a16:creationId xmlns:a16="http://schemas.microsoft.com/office/drawing/2014/main" id="{1DC8B708-8880-4379-8A38-AD10833A5DB7}"/>
                </a:ext>
              </a:extLst>
            </p:cNvPr>
            <p:cNvSpPr>
              <a:spLocks noGrp="1"/>
            </p:cNvSpPr>
            <p:nvPr/>
          </p:nvSpPr>
          <p:spPr>
            <a:xfrm>
              <a:off x="22659975" y="6502003"/>
              <a:ext cx="236680" cy="6096"/>
            </a:xfrm>
            <a:prstGeom prst="rect">
              <a:avLst/>
            </a:prstGeom>
            <a:solidFill>
              <a:srgbClr val="717C36"/>
            </a:solidFill>
            <a:ln w="0">
              <a:noFill/>
              <a:prstDash val="solid"/>
            </a:ln>
          </p:spPr>
        </p:sp>
        <p:sp>
          <p:nvSpPr>
            <p:cNvPr id="5259" name="dense-map-7-cell-109">
              <a:extLst>
                <a:ext uri="{FF2B5EF4-FFF2-40B4-BE49-F238E27FC236}">
                  <a16:creationId xmlns:a16="http://schemas.microsoft.com/office/drawing/2014/main" id="{71C8A4E1-DD66-425A-8D23-B76FEF6E1707}"/>
                </a:ext>
              </a:extLst>
            </p:cNvPr>
            <p:cNvSpPr>
              <a:spLocks noGrp="1"/>
            </p:cNvSpPr>
            <p:nvPr/>
          </p:nvSpPr>
          <p:spPr>
            <a:xfrm>
              <a:off x="22659975" y="6507956"/>
              <a:ext cx="236680" cy="6096"/>
            </a:xfrm>
            <a:prstGeom prst="rect">
              <a:avLst/>
            </a:prstGeom>
            <a:solidFill>
              <a:srgbClr val="687F3B"/>
            </a:solidFill>
            <a:ln w="0">
              <a:noFill/>
              <a:prstDash val="solid"/>
            </a:ln>
          </p:spPr>
        </p:sp>
        <p:sp>
          <p:nvSpPr>
            <p:cNvPr id="5260" name="dense-map-7-cell-108">
              <a:extLst>
                <a:ext uri="{FF2B5EF4-FFF2-40B4-BE49-F238E27FC236}">
                  <a16:creationId xmlns:a16="http://schemas.microsoft.com/office/drawing/2014/main" id="{69D1350E-6776-4153-99FC-A992C5EC6609}"/>
                </a:ext>
              </a:extLst>
            </p:cNvPr>
            <p:cNvSpPr>
              <a:spLocks noGrp="1"/>
            </p:cNvSpPr>
            <p:nvPr/>
          </p:nvSpPr>
          <p:spPr>
            <a:xfrm>
              <a:off x="22659975" y="6513909"/>
              <a:ext cx="236680" cy="6096"/>
            </a:xfrm>
            <a:prstGeom prst="rect">
              <a:avLst/>
            </a:prstGeom>
            <a:solidFill>
              <a:srgbClr val="61813F"/>
            </a:solidFill>
            <a:ln w="0">
              <a:noFill/>
              <a:prstDash val="solid"/>
            </a:ln>
          </p:spPr>
        </p:sp>
        <p:sp>
          <p:nvSpPr>
            <p:cNvPr id="5261" name="dense-map-7-cell-107">
              <a:extLst>
                <a:ext uri="{FF2B5EF4-FFF2-40B4-BE49-F238E27FC236}">
                  <a16:creationId xmlns:a16="http://schemas.microsoft.com/office/drawing/2014/main" id="{53DD613A-34B5-49C0-8682-7DDD889DCE05}"/>
                </a:ext>
              </a:extLst>
            </p:cNvPr>
            <p:cNvSpPr>
              <a:spLocks noGrp="1"/>
            </p:cNvSpPr>
            <p:nvPr/>
          </p:nvSpPr>
          <p:spPr>
            <a:xfrm>
              <a:off x="22659975" y="6519863"/>
              <a:ext cx="236680" cy="6096"/>
            </a:xfrm>
            <a:prstGeom prst="rect">
              <a:avLst/>
            </a:prstGeom>
            <a:solidFill>
              <a:srgbClr val="5E8240"/>
            </a:solidFill>
            <a:ln w="0">
              <a:noFill/>
              <a:prstDash val="solid"/>
            </a:ln>
          </p:spPr>
        </p:sp>
        <p:sp>
          <p:nvSpPr>
            <p:cNvPr id="5262" name="dense-map-7-cell-106">
              <a:extLst>
                <a:ext uri="{FF2B5EF4-FFF2-40B4-BE49-F238E27FC236}">
                  <a16:creationId xmlns:a16="http://schemas.microsoft.com/office/drawing/2014/main" id="{F547EF05-A9D3-481A-B10B-7B67916FCB0C}"/>
                </a:ext>
              </a:extLst>
            </p:cNvPr>
            <p:cNvSpPr>
              <a:spLocks noGrp="1"/>
            </p:cNvSpPr>
            <p:nvPr/>
          </p:nvSpPr>
          <p:spPr>
            <a:xfrm>
              <a:off x="22659975" y="6525816"/>
              <a:ext cx="236680" cy="6096"/>
            </a:xfrm>
            <a:prstGeom prst="rect">
              <a:avLst/>
            </a:prstGeom>
            <a:solidFill>
              <a:srgbClr val="5E8444"/>
            </a:solidFill>
            <a:ln w="0">
              <a:noFill/>
              <a:prstDash val="solid"/>
            </a:ln>
          </p:spPr>
        </p:sp>
        <p:sp>
          <p:nvSpPr>
            <p:cNvPr id="5263" name="dense-map-7-cell-105">
              <a:extLst>
                <a:ext uri="{FF2B5EF4-FFF2-40B4-BE49-F238E27FC236}">
                  <a16:creationId xmlns:a16="http://schemas.microsoft.com/office/drawing/2014/main" id="{BC515DAF-3997-4FC2-95FC-73E516003154}"/>
                </a:ext>
              </a:extLst>
            </p:cNvPr>
            <p:cNvSpPr>
              <a:spLocks noGrp="1"/>
            </p:cNvSpPr>
            <p:nvPr/>
          </p:nvSpPr>
          <p:spPr>
            <a:xfrm>
              <a:off x="22659975" y="6531769"/>
              <a:ext cx="236680" cy="6096"/>
            </a:xfrm>
            <a:prstGeom prst="rect">
              <a:avLst/>
            </a:prstGeom>
            <a:solidFill>
              <a:srgbClr val="5E894D"/>
            </a:solidFill>
            <a:ln w="0">
              <a:noFill/>
              <a:prstDash val="solid"/>
            </a:ln>
          </p:spPr>
        </p:sp>
        <p:sp>
          <p:nvSpPr>
            <p:cNvPr id="5264" name="dense-map-7-cell-104">
              <a:extLst>
                <a:ext uri="{FF2B5EF4-FFF2-40B4-BE49-F238E27FC236}">
                  <a16:creationId xmlns:a16="http://schemas.microsoft.com/office/drawing/2014/main" id="{60E366FA-AA61-4581-9E6B-EF279FD4C47C}"/>
                </a:ext>
              </a:extLst>
            </p:cNvPr>
            <p:cNvSpPr>
              <a:spLocks noGrp="1"/>
            </p:cNvSpPr>
            <p:nvPr/>
          </p:nvSpPr>
          <p:spPr>
            <a:xfrm>
              <a:off x="22659975" y="6537722"/>
              <a:ext cx="236680" cy="6096"/>
            </a:xfrm>
            <a:prstGeom prst="rect">
              <a:avLst/>
            </a:prstGeom>
            <a:solidFill>
              <a:srgbClr val="5E915A"/>
            </a:solidFill>
            <a:ln w="0">
              <a:noFill/>
              <a:prstDash val="solid"/>
            </a:ln>
          </p:spPr>
        </p:sp>
        <p:sp>
          <p:nvSpPr>
            <p:cNvPr id="5265" name="dense-map-7-cell-103">
              <a:extLst>
                <a:ext uri="{FF2B5EF4-FFF2-40B4-BE49-F238E27FC236}">
                  <a16:creationId xmlns:a16="http://schemas.microsoft.com/office/drawing/2014/main" id="{50DE04FB-5841-47D7-8AAF-5C1BA5EBF105}"/>
                </a:ext>
              </a:extLst>
            </p:cNvPr>
            <p:cNvSpPr>
              <a:spLocks noGrp="1"/>
            </p:cNvSpPr>
            <p:nvPr/>
          </p:nvSpPr>
          <p:spPr>
            <a:xfrm>
              <a:off x="22659975" y="6543675"/>
              <a:ext cx="236680" cy="6096"/>
            </a:xfrm>
            <a:prstGeom prst="rect">
              <a:avLst/>
            </a:prstGeom>
            <a:solidFill>
              <a:srgbClr val="60AF8E"/>
            </a:solidFill>
            <a:ln w="0">
              <a:noFill/>
              <a:prstDash val="solid"/>
            </a:ln>
          </p:spPr>
        </p:sp>
        <p:sp>
          <p:nvSpPr>
            <p:cNvPr id="5266" name="dense-map-7-cell-102">
              <a:extLst>
                <a:ext uri="{FF2B5EF4-FFF2-40B4-BE49-F238E27FC236}">
                  <a16:creationId xmlns:a16="http://schemas.microsoft.com/office/drawing/2014/main" id="{E958F3A2-E926-46B3-93A7-146B2CDD1349}"/>
                </a:ext>
              </a:extLst>
            </p:cNvPr>
            <p:cNvSpPr>
              <a:spLocks noGrp="1"/>
            </p:cNvSpPr>
            <p:nvPr/>
          </p:nvSpPr>
          <p:spPr>
            <a:xfrm>
              <a:off x="22659975" y="6549628"/>
              <a:ext cx="236680" cy="6096"/>
            </a:xfrm>
            <a:prstGeom prst="rect">
              <a:avLst/>
            </a:prstGeom>
            <a:solidFill>
              <a:srgbClr val="60BBA3"/>
            </a:solidFill>
            <a:ln w="0">
              <a:noFill/>
              <a:prstDash val="solid"/>
            </a:ln>
          </p:spPr>
        </p:sp>
        <p:sp>
          <p:nvSpPr>
            <p:cNvPr id="5267" name="dense-map-7-cell-101">
              <a:extLst>
                <a:ext uri="{FF2B5EF4-FFF2-40B4-BE49-F238E27FC236}">
                  <a16:creationId xmlns:a16="http://schemas.microsoft.com/office/drawing/2014/main" id="{8FEB8DE1-E973-48D3-A457-545D89B537D2}"/>
                </a:ext>
              </a:extLst>
            </p:cNvPr>
            <p:cNvSpPr>
              <a:spLocks noGrp="1"/>
            </p:cNvSpPr>
            <p:nvPr/>
          </p:nvSpPr>
          <p:spPr>
            <a:xfrm>
              <a:off x="22659975" y="6555581"/>
              <a:ext cx="236680" cy="6096"/>
            </a:xfrm>
            <a:prstGeom prst="rect">
              <a:avLst/>
            </a:prstGeom>
            <a:solidFill>
              <a:srgbClr val="60BEA7"/>
            </a:solidFill>
            <a:ln w="0">
              <a:noFill/>
              <a:prstDash val="solid"/>
            </a:ln>
          </p:spPr>
        </p:sp>
        <p:sp>
          <p:nvSpPr>
            <p:cNvPr id="5268" name="dense-map-7-cell-100">
              <a:extLst>
                <a:ext uri="{FF2B5EF4-FFF2-40B4-BE49-F238E27FC236}">
                  <a16:creationId xmlns:a16="http://schemas.microsoft.com/office/drawing/2014/main" id="{75E16147-AB6C-4294-B309-F310A38807C3}"/>
                </a:ext>
              </a:extLst>
            </p:cNvPr>
            <p:cNvSpPr>
              <a:spLocks noGrp="1"/>
            </p:cNvSpPr>
            <p:nvPr/>
          </p:nvSpPr>
          <p:spPr>
            <a:xfrm>
              <a:off x="22659975" y="6561534"/>
              <a:ext cx="236680" cy="6096"/>
            </a:xfrm>
            <a:prstGeom prst="rect">
              <a:avLst/>
            </a:prstGeom>
            <a:solidFill>
              <a:srgbClr val="61BEA9"/>
            </a:solidFill>
            <a:ln w="0">
              <a:noFill/>
              <a:prstDash val="solid"/>
            </a:ln>
          </p:spPr>
        </p:sp>
        <p:sp>
          <p:nvSpPr>
            <p:cNvPr id="5269" name="dense-map-7-cell-99">
              <a:extLst>
                <a:ext uri="{FF2B5EF4-FFF2-40B4-BE49-F238E27FC236}">
                  <a16:creationId xmlns:a16="http://schemas.microsoft.com/office/drawing/2014/main" id="{F4E077E3-C8AA-4C9F-B89F-9AF228EF2D81}"/>
                </a:ext>
              </a:extLst>
            </p:cNvPr>
            <p:cNvSpPr>
              <a:spLocks noGrp="1"/>
            </p:cNvSpPr>
            <p:nvPr/>
          </p:nvSpPr>
          <p:spPr>
            <a:xfrm>
              <a:off x="22659975" y="6567488"/>
              <a:ext cx="236680" cy="6096"/>
            </a:xfrm>
            <a:prstGeom prst="rect">
              <a:avLst/>
            </a:prstGeom>
            <a:solidFill>
              <a:srgbClr val="61BEA9"/>
            </a:solidFill>
            <a:ln w="0">
              <a:noFill/>
              <a:prstDash val="solid"/>
            </a:ln>
          </p:spPr>
        </p:sp>
        <p:sp>
          <p:nvSpPr>
            <p:cNvPr id="5270" name="dense-map-7-cell-98">
              <a:extLst>
                <a:ext uri="{FF2B5EF4-FFF2-40B4-BE49-F238E27FC236}">
                  <a16:creationId xmlns:a16="http://schemas.microsoft.com/office/drawing/2014/main" id="{562EFAF7-8CB7-462C-AE28-0CF29F2001B5}"/>
                </a:ext>
              </a:extLst>
            </p:cNvPr>
            <p:cNvSpPr>
              <a:spLocks noGrp="1"/>
            </p:cNvSpPr>
            <p:nvPr/>
          </p:nvSpPr>
          <p:spPr>
            <a:xfrm>
              <a:off x="22659975" y="6573441"/>
              <a:ext cx="236680" cy="6096"/>
            </a:xfrm>
            <a:prstGeom prst="rect">
              <a:avLst/>
            </a:prstGeom>
            <a:solidFill>
              <a:srgbClr val="61BEA9"/>
            </a:solidFill>
            <a:ln w="0">
              <a:noFill/>
              <a:prstDash val="solid"/>
            </a:ln>
          </p:spPr>
        </p:sp>
        <p:sp>
          <p:nvSpPr>
            <p:cNvPr id="5271" name="dense-map-7-cell-97">
              <a:extLst>
                <a:ext uri="{FF2B5EF4-FFF2-40B4-BE49-F238E27FC236}">
                  <a16:creationId xmlns:a16="http://schemas.microsoft.com/office/drawing/2014/main" id="{D2E48B15-A485-481D-8AC9-94EF90F35EC2}"/>
                </a:ext>
              </a:extLst>
            </p:cNvPr>
            <p:cNvSpPr>
              <a:spLocks noGrp="1"/>
            </p:cNvSpPr>
            <p:nvPr/>
          </p:nvSpPr>
          <p:spPr>
            <a:xfrm>
              <a:off x="22659975" y="6579394"/>
              <a:ext cx="236680" cy="6096"/>
            </a:xfrm>
            <a:prstGeom prst="rect">
              <a:avLst/>
            </a:prstGeom>
            <a:solidFill>
              <a:srgbClr val="62BFA9"/>
            </a:solidFill>
            <a:ln w="0">
              <a:noFill/>
              <a:prstDash val="solid"/>
            </a:ln>
          </p:spPr>
        </p:sp>
        <p:sp>
          <p:nvSpPr>
            <p:cNvPr id="5272" name="dense-map-7-cell-96">
              <a:extLst>
                <a:ext uri="{FF2B5EF4-FFF2-40B4-BE49-F238E27FC236}">
                  <a16:creationId xmlns:a16="http://schemas.microsoft.com/office/drawing/2014/main" id="{867A27E4-E52A-438A-A9DD-780A2214C8BA}"/>
                </a:ext>
              </a:extLst>
            </p:cNvPr>
            <p:cNvSpPr>
              <a:spLocks noGrp="1"/>
            </p:cNvSpPr>
            <p:nvPr/>
          </p:nvSpPr>
          <p:spPr>
            <a:xfrm>
              <a:off x="22659975" y="6585347"/>
              <a:ext cx="236680" cy="6096"/>
            </a:xfrm>
            <a:prstGeom prst="rect">
              <a:avLst/>
            </a:prstGeom>
            <a:solidFill>
              <a:srgbClr val="65C0AB"/>
            </a:solidFill>
            <a:ln w="0">
              <a:noFill/>
              <a:prstDash val="solid"/>
            </a:ln>
          </p:spPr>
        </p:sp>
        <p:sp>
          <p:nvSpPr>
            <p:cNvPr id="5273" name="dense-map-7-cell-95">
              <a:extLst>
                <a:ext uri="{FF2B5EF4-FFF2-40B4-BE49-F238E27FC236}">
                  <a16:creationId xmlns:a16="http://schemas.microsoft.com/office/drawing/2014/main" id="{32159731-1EC9-4571-9D13-213855DF75F6}"/>
                </a:ext>
              </a:extLst>
            </p:cNvPr>
            <p:cNvSpPr>
              <a:spLocks noGrp="1"/>
            </p:cNvSpPr>
            <p:nvPr/>
          </p:nvSpPr>
          <p:spPr>
            <a:xfrm>
              <a:off x="22659975" y="6591300"/>
              <a:ext cx="236680" cy="6096"/>
            </a:xfrm>
            <a:prstGeom prst="rect">
              <a:avLst/>
            </a:prstGeom>
            <a:solidFill>
              <a:srgbClr val="6AC2AE"/>
            </a:solidFill>
            <a:ln w="0">
              <a:noFill/>
              <a:prstDash val="solid"/>
            </a:ln>
          </p:spPr>
        </p:sp>
        <p:sp>
          <p:nvSpPr>
            <p:cNvPr id="5274" name="dense-map-7-cell-94">
              <a:extLst>
                <a:ext uri="{FF2B5EF4-FFF2-40B4-BE49-F238E27FC236}">
                  <a16:creationId xmlns:a16="http://schemas.microsoft.com/office/drawing/2014/main" id="{660B0573-7332-4C04-AE05-BA22BB719194}"/>
                </a:ext>
              </a:extLst>
            </p:cNvPr>
            <p:cNvSpPr>
              <a:spLocks noGrp="1"/>
            </p:cNvSpPr>
            <p:nvPr/>
          </p:nvSpPr>
          <p:spPr>
            <a:xfrm>
              <a:off x="22659975" y="6597253"/>
              <a:ext cx="236680" cy="6096"/>
            </a:xfrm>
            <a:prstGeom prst="rect">
              <a:avLst/>
            </a:prstGeom>
            <a:solidFill>
              <a:srgbClr val="6FC3B1"/>
            </a:solidFill>
            <a:ln w="0">
              <a:noFill/>
              <a:prstDash val="solid"/>
            </a:ln>
          </p:spPr>
        </p:sp>
        <p:sp>
          <p:nvSpPr>
            <p:cNvPr id="5275" name="dense-map-7-cell-93">
              <a:extLst>
                <a:ext uri="{FF2B5EF4-FFF2-40B4-BE49-F238E27FC236}">
                  <a16:creationId xmlns:a16="http://schemas.microsoft.com/office/drawing/2014/main" id="{42904BDB-3713-4FEA-ADD4-044091E21075}"/>
                </a:ext>
              </a:extLst>
            </p:cNvPr>
            <p:cNvSpPr>
              <a:spLocks noGrp="1"/>
            </p:cNvSpPr>
            <p:nvPr/>
          </p:nvSpPr>
          <p:spPr>
            <a:xfrm>
              <a:off x="22659975" y="6603206"/>
              <a:ext cx="236680" cy="6096"/>
            </a:xfrm>
            <a:prstGeom prst="rect">
              <a:avLst/>
            </a:prstGeom>
            <a:solidFill>
              <a:srgbClr val="6FC3B0"/>
            </a:solidFill>
            <a:ln w="0">
              <a:noFill/>
              <a:prstDash val="solid"/>
            </a:ln>
          </p:spPr>
        </p:sp>
        <p:sp>
          <p:nvSpPr>
            <p:cNvPr id="5276" name="dense-map-7-cell-92">
              <a:extLst>
                <a:ext uri="{FF2B5EF4-FFF2-40B4-BE49-F238E27FC236}">
                  <a16:creationId xmlns:a16="http://schemas.microsoft.com/office/drawing/2014/main" id="{B721FAF9-A95D-4CE3-8921-470979D93C96}"/>
                </a:ext>
              </a:extLst>
            </p:cNvPr>
            <p:cNvSpPr>
              <a:spLocks noGrp="1"/>
            </p:cNvSpPr>
            <p:nvPr/>
          </p:nvSpPr>
          <p:spPr>
            <a:xfrm>
              <a:off x="22659975" y="6609159"/>
              <a:ext cx="236680" cy="6096"/>
            </a:xfrm>
            <a:prstGeom prst="rect">
              <a:avLst/>
            </a:prstGeom>
            <a:solidFill>
              <a:srgbClr val="66C0AC"/>
            </a:solidFill>
            <a:ln w="0">
              <a:noFill/>
              <a:prstDash val="solid"/>
            </a:ln>
          </p:spPr>
        </p:sp>
        <p:sp>
          <p:nvSpPr>
            <p:cNvPr id="5277" name="dense-map-7-cell-91">
              <a:extLst>
                <a:ext uri="{FF2B5EF4-FFF2-40B4-BE49-F238E27FC236}">
                  <a16:creationId xmlns:a16="http://schemas.microsoft.com/office/drawing/2014/main" id="{53530D76-6C4E-4183-A93C-C34D733AA2C8}"/>
                </a:ext>
              </a:extLst>
            </p:cNvPr>
            <p:cNvSpPr>
              <a:spLocks noGrp="1"/>
            </p:cNvSpPr>
            <p:nvPr/>
          </p:nvSpPr>
          <p:spPr>
            <a:xfrm>
              <a:off x="22659975" y="6615113"/>
              <a:ext cx="236680" cy="6096"/>
            </a:xfrm>
            <a:prstGeom prst="rect">
              <a:avLst/>
            </a:prstGeom>
            <a:solidFill>
              <a:srgbClr val="5ABCA5"/>
            </a:solidFill>
            <a:ln w="0">
              <a:noFill/>
              <a:prstDash val="solid"/>
            </a:ln>
          </p:spPr>
        </p:sp>
        <p:sp>
          <p:nvSpPr>
            <p:cNvPr id="5278" name="dense-map-7-cell-90">
              <a:extLst>
                <a:ext uri="{FF2B5EF4-FFF2-40B4-BE49-F238E27FC236}">
                  <a16:creationId xmlns:a16="http://schemas.microsoft.com/office/drawing/2014/main" id="{D7BA0E4F-3026-4AE0-A674-5458CFF5E3F9}"/>
                </a:ext>
              </a:extLst>
            </p:cNvPr>
            <p:cNvSpPr>
              <a:spLocks noGrp="1"/>
            </p:cNvSpPr>
            <p:nvPr/>
          </p:nvSpPr>
          <p:spPr>
            <a:xfrm>
              <a:off x="22659975" y="6621066"/>
              <a:ext cx="236680" cy="6096"/>
            </a:xfrm>
            <a:prstGeom prst="rect">
              <a:avLst/>
            </a:prstGeom>
            <a:solidFill>
              <a:srgbClr val="48B69B"/>
            </a:solidFill>
            <a:ln w="0">
              <a:noFill/>
              <a:prstDash val="solid"/>
            </a:ln>
          </p:spPr>
        </p:sp>
        <p:sp>
          <p:nvSpPr>
            <p:cNvPr id="5279" name="dense-map-7-cell-89">
              <a:extLst>
                <a:ext uri="{FF2B5EF4-FFF2-40B4-BE49-F238E27FC236}">
                  <a16:creationId xmlns:a16="http://schemas.microsoft.com/office/drawing/2014/main" id="{FA533D27-C0F1-4B6B-8EB8-DD3DBF76C631}"/>
                </a:ext>
              </a:extLst>
            </p:cNvPr>
            <p:cNvSpPr>
              <a:spLocks noGrp="1"/>
            </p:cNvSpPr>
            <p:nvPr/>
          </p:nvSpPr>
          <p:spPr>
            <a:xfrm>
              <a:off x="22659975" y="6627019"/>
              <a:ext cx="236680" cy="6096"/>
            </a:xfrm>
            <a:prstGeom prst="rect">
              <a:avLst/>
            </a:prstGeom>
            <a:solidFill>
              <a:srgbClr val="37B091"/>
            </a:solidFill>
            <a:ln w="0">
              <a:noFill/>
              <a:prstDash val="solid"/>
            </a:ln>
          </p:spPr>
        </p:sp>
        <p:sp>
          <p:nvSpPr>
            <p:cNvPr id="5280" name="dense-map-7-cell-88">
              <a:extLst>
                <a:ext uri="{FF2B5EF4-FFF2-40B4-BE49-F238E27FC236}">
                  <a16:creationId xmlns:a16="http://schemas.microsoft.com/office/drawing/2014/main" id="{DA488075-CCF5-4440-AD6B-9025A935C127}"/>
                </a:ext>
              </a:extLst>
            </p:cNvPr>
            <p:cNvSpPr>
              <a:spLocks noGrp="1"/>
            </p:cNvSpPr>
            <p:nvPr/>
          </p:nvSpPr>
          <p:spPr>
            <a:xfrm>
              <a:off x="22659975" y="6632972"/>
              <a:ext cx="236680" cy="6096"/>
            </a:xfrm>
            <a:prstGeom prst="rect">
              <a:avLst/>
            </a:prstGeom>
            <a:solidFill>
              <a:srgbClr val="2AAC8A"/>
            </a:solidFill>
            <a:ln w="0">
              <a:noFill/>
              <a:prstDash val="solid"/>
            </a:ln>
          </p:spPr>
        </p:sp>
        <p:sp>
          <p:nvSpPr>
            <p:cNvPr id="5281" name="dense-map-7-cell-87">
              <a:extLst>
                <a:ext uri="{FF2B5EF4-FFF2-40B4-BE49-F238E27FC236}">
                  <a16:creationId xmlns:a16="http://schemas.microsoft.com/office/drawing/2014/main" id="{65D50FF4-DAD4-4664-B94D-56AB53E472C4}"/>
                </a:ext>
              </a:extLst>
            </p:cNvPr>
            <p:cNvSpPr>
              <a:spLocks noGrp="1"/>
            </p:cNvSpPr>
            <p:nvPr/>
          </p:nvSpPr>
          <p:spPr>
            <a:xfrm>
              <a:off x="22659975" y="6638925"/>
              <a:ext cx="236680" cy="6096"/>
            </a:xfrm>
            <a:prstGeom prst="rect">
              <a:avLst/>
            </a:prstGeom>
            <a:solidFill>
              <a:srgbClr val="22A986"/>
            </a:solidFill>
            <a:ln w="0">
              <a:noFill/>
              <a:prstDash val="solid"/>
            </a:ln>
          </p:spPr>
        </p:sp>
        <p:sp>
          <p:nvSpPr>
            <p:cNvPr id="5282" name="dense-map-7-cell-86">
              <a:extLst>
                <a:ext uri="{FF2B5EF4-FFF2-40B4-BE49-F238E27FC236}">
                  <a16:creationId xmlns:a16="http://schemas.microsoft.com/office/drawing/2014/main" id="{C243B39F-D08E-4C3E-BDE4-1791DA010431}"/>
                </a:ext>
              </a:extLst>
            </p:cNvPr>
            <p:cNvSpPr>
              <a:spLocks noGrp="1"/>
            </p:cNvSpPr>
            <p:nvPr/>
          </p:nvSpPr>
          <p:spPr>
            <a:xfrm>
              <a:off x="22659975" y="6644878"/>
              <a:ext cx="236680" cy="6096"/>
            </a:xfrm>
            <a:prstGeom prst="rect">
              <a:avLst/>
            </a:prstGeom>
            <a:solidFill>
              <a:srgbClr val="20A985"/>
            </a:solidFill>
            <a:ln w="0">
              <a:noFill/>
              <a:prstDash val="solid"/>
            </a:ln>
          </p:spPr>
        </p:sp>
        <p:sp>
          <p:nvSpPr>
            <p:cNvPr id="5283" name="dense-map-7-cell-85">
              <a:extLst>
                <a:ext uri="{FF2B5EF4-FFF2-40B4-BE49-F238E27FC236}">
                  <a16:creationId xmlns:a16="http://schemas.microsoft.com/office/drawing/2014/main" id="{7B88E859-19A4-4F20-9F82-2F7359B1CB00}"/>
                </a:ext>
              </a:extLst>
            </p:cNvPr>
            <p:cNvSpPr>
              <a:spLocks noGrp="1"/>
            </p:cNvSpPr>
            <p:nvPr/>
          </p:nvSpPr>
          <p:spPr>
            <a:xfrm>
              <a:off x="22659975" y="6650831"/>
              <a:ext cx="236680" cy="6096"/>
            </a:xfrm>
            <a:prstGeom prst="rect">
              <a:avLst/>
            </a:prstGeom>
            <a:solidFill>
              <a:srgbClr val="20A985"/>
            </a:solidFill>
            <a:ln w="0">
              <a:noFill/>
              <a:prstDash val="solid"/>
            </a:ln>
          </p:spPr>
        </p:sp>
        <p:sp>
          <p:nvSpPr>
            <p:cNvPr id="5284" name="dense-map-7-cell-84">
              <a:extLst>
                <a:ext uri="{FF2B5EF4-FFF2-40B4-BE49-F238E27FC236}">
                  <a16:creationId xmlns:a16="http://schemas.microsoft.com/office/drawing/2014/main" id="{878E4B27-8BE4-42CC-B575-C55CB3413918}"/>
                </a:ext>
              </a:extLst>
            </p:cNvPr>
            <p:cNvSpPr>
              <a:spLocks noGrp="1"/>
            </p:cNvSpPr>
            <p:nvPr/>
          </p:nvSpPr>
          <p:spPr>
            <a:xfrm>
              <a:off x="22659975" y="6656784"/>
              <a:ext cx="236680" cy="6096"/>
            </a:xfrm>
            <a:prstGeom prst="rect">
              <a:avLst/>
            </a:prstGeom>
            <a:solidFill>
              <a:srgbClr val="20A985"/>
            </a:solidFill>
            <a:ln w="0">
              <a:noFill/>
              <a:prstDash val="solid"/>
            </a:ln>
          </p:spPr>
        </p:sp>
        <p:sp>
          <p:nvSpPr>
            <p:cNvPr id="5285" name="dense-map-7-cell-83">
              <a:extLst>
                <a:ext uri="{FF2B5EF4-FFF2-40B4-BE49-F238E27FC236}">
                  <a16:creationId xmlns:a16="http://schemas.microsoft.com/office/drawing/2014/main" id="{AB002CD1-0F7E-4954-862F-2B0F3D4150F9}"/>
                </a:ext>
              </a:extLst>
            </p:cNvPr>
            <p:cNvSpPr>
              <a:spLocks noGrp="1"/>
            </p:cNvSpPr>
            <p:nvPr/>
          </p:nvSpPr>
          <p:spPr>
            <a:xfrm>
              <a:off x="22659975" y="6662738"/>
              <a:ext cx="236680" cy="6096"/>
            </a:xfrm>
            <a:prstGeom prst="rect">
              <a:avLst/>
            </a:prstGeom>
            <a:solidFill>
              <a:srgbClr val="20A985"/>
            </a:solidFill>
            <a:ln w="0">
              <a:noFill/>
              <a:prstDash val="solid"/>
            </a:ln>
          </p:spPr>
        </p:sp>
        <p:sp>
          <p:nvSpPr>
            <p:cNvPr id="5286" name="dense-map-7-cell-82">
              <a:extLst>
                <a:ext uri="{FF2B5EF4-FFF2-40B4-BE49-F238E27FC236}">
                  <a16:creationId xmlns:a16="http://schemas.microsoft.com/office/drawing/2014/main" id="{CDDF8137-9EB9-49ED-ABED-FB1DA8AF0769}"/>
                </a:ext>
              </a:extLst>
            </p:cNvPr>
            <p:cNvSpPr>
              <a:spLocks noGrp="1"/>
            </p:cNvSpPr>
            <p:nvPr/>
          </p:nvSpPr>
          <p:spPr>
            <a:xfrm>
              <a:off x="22659975" y="6668691"/>
              <a:ext cx="236680" cy="6096"/>
            </a:xfrm>
            <a:prstGeom prst="rect">
              <a:avLst/>
            </a:prstGeom>
            <a:solidFill>
              <a:srgbClr val="20A985"/>
            </a:solidFill>
            <a:ln w="0">
              <a:noFill/>
              <a:prstDash val="solid"/>
            </a:ln>
          </p:spPr>
        </p:sp>
        <p:sp>
          <p:nvSpPr>
            <p:cNvPr id="5287" name="dense-map-7-cell-81">
              <a:extLst>
                <a:ext uri="{FF2B5EF4-FFF2-40B4-BE49-F238E27FC236}">
                  <a16:creationId xmlns:a16="http://schemas.microsoft.com/office/drawing/2014/main" id="{0D65FE6C-2093-4FE9-9444-B2288EABDB76}"/>
                </a:ext>
              </a:extLst>
            </p:cNvPr>
            <p:cNvSpPr>
              <a:spLocks noGrp="1"/>
            </p:cNvSpPr>
            <p:nvPr/>
          </p:nvSpPr>
          <p:spPr>
            <a:xfrm>
              <a:off x="22659975" y="6674644"/>
              <a:ext cx="236680" cy="6096"/>
            </a:xfrm>
            <a:prstGeom prst="rect">
              <a:avLst/>
            </a:prstGeom>
            <a:solidFill>
              <a:srgbClr val="20A985"/>
            </a:solidFill>
            <a:ln w="0">
              <a:noFill/>
              <a:prstDash val="solid"/>
            </a:ln>
          </p:spPr>
        </p:sp>
        <p:sp>
          <p:nvSpPr>
            <p:cNvPr id="5288" name="dense-map-7-cell-80">
              <a:extLst>
                <a:ext uri="{FF2B5EF4-FFF2-40B4-BE49-F238E27FC236}">
                  <a16:creationId xmlns:a16="http://schemas.microsoft.com/office/drawing/2014/main" id="{990F0A61-7C1E-41C6-87AE-BC7003B0890B}"/>
                </a:ext>
              </a:extLst>
            </p:cNvPr>
            <p:cNvSpPr>
              <a:spLocks noGrp="1"/>
            </p:cNvSpPr>
            <p:nvPr/>
          </p:nvSpPr>
          <p:spPr>
            <a:xfrm>
              <a:off x="22659975" y="6680597"/>
              <a:ext cx="236680" cy="6096"/>
            </a:xfrm>
            <a:prstGeom prst="rect">
              <a:avLst/>
            </a:prstGeom>
            <a:solidFill>
              <a:srgbClr val="20A985"/>
            </a:solidFill>
            <a:ln w="0">
              <a:noFill/>
              <a:prstDash val="solid"/>
            </a:ln>
          </p:spPr>
        </p:sp>
        <p:sp>
          <p:nvSpPr>
            <p:cNvPr id="5289" name="dense-map-7-cell-79">
              <a:extLst>
                <a:ext uri="{FF2B5EF4-FFF2-40B4-BE49-F238E27FC236}">
                  <a16:creationId xmlns:a16="http://schemas.microsoft.com/office/drawing/2014/main" id="{BA746F7E-80A3-4A5A-9E9C-16D6CE3D3FF8}"/>
                </a:ext>
              </a:extLst>
            </p:cNvPr>
            <p:cNvSpPr>
              <a:spLocks noGrp="1"/>
            </p:cNvSpPr>
            <p:nvPr/>
          </p:nvSpPr>
          <p:spPr>
            <a:xfrm>
              <a:off x="22659975" y="6686550"/>
              <a:ext cx="236680" cy="6096"/>
            </a:xfrm>
            <a:prstGeom prst="rect">
              <a:avLst/>
            </a:prstGeom>
            <a:solidFill>
              <a:srgbClr val="20A985"/>
            </a:solidFill>
            <a:ln w="0">
              <a:noFill/>
              <a:prstDash val="solid"/>
            </a:ln>
          </p:spPr>
        </p:sp>
        <p:sp>
          <p:nvSpPr>
            <p:cNvPr id="5290" name="dense-map-7-cell-78">
              <a:extLst>
                <a:ext uri="{FF2B5EF4-FFF2-40B4-BE49-F238E27FC236}">
                  <a16:creationId xmlns:a16="http://schemas.microsoft.com/office/drawing/2014/main" id="{4AA8DBE2-943E-4736-A5CE-A7CB4337213A}"/>
                </a:ext>
              </a:extLst>
            </p:cNvPr>
            <p:cNvSpPr>
              <a:spLocks noGrp="1"/>
            </p:cNvSpPr>
            <p:nvPr/>
          </p:nvSpPr>
          <p:spPr>
            <a:xfrm>
              <a:off x="22659975" y="6692503"/>
              <a:ext cx="236680" cy="6096"/>
            </a:xfrm>
            <a:prstGeom prst="rect">
              <a:avLst/>
            </a:prstGeom>
            <a:solidFill>
              <a:srgbClr val="20A985"/>
            </a:solidFill>
            <a:ln w="0">
              <a:noFill/>
              <a:prstDash val="solid"/>
            </a:ln>
          </p:spPr>
        </p:sp>
        <p:sp>
          <p:nvSpPr>
            <p:cNvPr id="5291" name="dense-map-7-cell-77">
              <a:extLst>
                <a:ext uri="{FF2B5EF4-FFF2-40B4-BE49-F238E27FC236}">
                  <a16:creationId xmlns:a16="http://schemas.microsoft.com/office/drawing/2014/main" id="{74A94278-7C92-4FA6-B432-9F562760485A}"/>
                </a:ext>
              </a:extLst>
            </p:cNvPr>
            <p:cNvSpPr>
              <a:spLocks noGrp="1"/>
            </p:cNvSpPr>
            <p:nvPr/>
          </p:nvSpPr>
          <p:spPr>
            <a:xfrm>
              <a:off x="22659975" y="6698456"/>
              <a:ext cx="236680" cy="6096"/>
            </a:xfrm>
            <a:prstGeom prst="rect">
              <a:avLst/>
            </a:prstGeom>
            <a:solidFill>
              <a:srgbClr val="20A985"/>
            </a:solidFill>
            <a:ln w="0">
              <a:noFill/>
              <a:prstDash val="solid"/>
            </a:ln>
          </p:spPr>
        </p:sp>
        <p:sp>
          <p:nvSpPr>
            <p:cNvPr id="5292" name="dense-map-7-cell-76">
              <a:extLst>
                <a:ext uri="{FF2B5EF4-FFF2-40B4-BE49-F238E27FC236}">
                  <a16:creationId xmlns:a16="http://schemas.microsoft.com/office/drawing/2014/main" id="{384FBE62-0466-4C0F-B922-FC4644EA6257}"/>
                </a:ext>
              </a:extLst>
            </p:cNvPr>
            <p:cNvSpPr>
              <a:spLocks noGrp="1"/>
            </p:cNvSpPr>
            <p:nvPr/>
          </p:nvSpPr>
          <p:spPr>
            <a:xfrm>
              <a:off x="22659975" y="6704409"/>
              <a:ext cx="236680" cy="6096"/>
            </a:xfrm>
            <a:prstGeom prst="rect">
              <a:avLst/>
            </a:prstGeom>
            <a:solidFill>
              <a:srgbClr val="20A985"/>
            </a:solidFill>
            <a:ln w="0">
              <a:noFill/>
              <a:prstDash val="solid"/>
            </a:ln>
          </p:spPr>
        </p:sp>
        <p:sp>
          <p:nvSpPr>
            <p:cNvPr id="5293" name="dense-map-7-cell-75">
              <a:extLst>
                <a:ext uri="{FF2B5EF4-FFF2-40B4-BE49-F238E27FC236}">
                  <a16:creationId xmlns:a16="http://schemas.microsoft.com/office/drawing/2014/main" id="{BE0CC0FF-3D78-434B-A9E2-8226BAEBD017}"/>
                </a:ext>
              </a:extLst>
            </p:cNvPr>
            <p:cNvSpPr>
              <a:spLocks noGrp="1"/>
            </p:cNvSpPr>
            <p:nvPr/>
          </p:nvSpPr>
          <p:spPr>
            <a:xfrm>
              <a:off x="22659975" y="6710363"/>
              <a:ext cx="236680" cy="6096"/>
            </a:xfrm>
            <a:prstGeom prst="rect">
              <a:avLst/>
            </a:prstGeom>
            <a:solidFill>
              <a:srgbClr val="20A985"/>
            </a:solidFill>
            <a:ln w="0">
              <a:noFill/>
              <a:prstDash val="solid"/>
            </a:ln>
          </p:spPr>
        </p:sp>
        <p:sp>
          <p:nvSpPr>
            <p:cNvPr id="5294" name="dense-map-7-cell-74">
              <a:extLst>
                <a:ext uri="{FF2B5EF4-FFF2-40B4-BE49-F238E27FC236}">
                  <a16:creationId xmlns:a16="http://schemas.microsoft.com/office/drawing/2014/main" id="{8A33780E-E603-4F6A-A889-0A25DAC7AE0A}"/>
                </a:ext>
              </a:extLst>
            </p:cNvPr>
            <p:cNvSpPr>
              <a:spLocks noGrp="1"/>
            </p:cNvSpPr>
            <p:nvPr/>
          </p:nvSpPr>
          <p:spPr>
            <a:xfrm>
              <a:off x="22659975" y="6716316"/>
              <a:ext cx="236680" cy="6096"/>
            </a:xfrm>
            <a:prstGeom prst="rect">
              <a:avLst/>
            </a:prstGeom>
            <a:solidFill>
              <a:srgbClr val="20A985"/>
            </a:solidFill>
            <a:ln w="0">
              <a:noFill/>
              <a:prstDash val="solid"/>
            </a:ln>
          </p:spPr>
        </p:sp>
        <p:sp>
          <p:nvSpPr>
            <p:cNvPr id="5295" name="dense-map-7-cell-73">
              <a:extLst>
                <a:ext uri="{FF2B5EF4-FFF2-40B4-BE49-F238E27FC236}">
                  <a16:creationId xmlns:a16="http://schemas.microsoft.com/office/drawing/2014/main" id="{4011EA97-73E7-46BB-95A4-65AF1E031C27}"/>
                </a:ext>
              </a:extLst>
            </p:cNvPr>
            <p:cNvSpPr>
              <a:spLocks noGrp="1"/>
            </p:cNvSpPr>
            <p:nvPr/>
          </p:nvSpPr>
          <p:spPr>
            <a:xfrm>
              <a:off x="22659975" y="6722269"/>
              <a:ext cx="236680" cy="6096"/>
            </a:xfrm>
            <a:prstGeom prst="rect">
              <a:avLst/>
            </a:prstGeom>
            <a:solidFill>
              <a:srgbClr val="20A985"/>
            </a:solidFill>
            <a:ln w="0">
              <a:noFill/>
              <a:prstDash val="solid"/>
            </a:ln>
          </p:spPr>
        </p:sp>
        <p:sp>
          <p:nvSpPr>
            <p:cNvPr id="5296" name="dense-map-7-cell-72">
              <a:extLst>
                <a:ext uri="{FF2B5EF4-FFF2-40B4-BE49-F238E27FC236}">
                  <a16:creationId xmlns:a16="http://schemas.microsoft.com/office/drawing/2014/main" id="{631986E4-E965-42C9-8779-AA10C4A7C0B5}"/>
                </a:ext>
              </a:extLst>
            </p:cNvPr>
            <p:cNvSpPr>
              <a:spLocks noGrp="1"/>
            </p:cNvSpPr>
            <p:nvPr/>
          </p:nvSpPr>
          <p:spPr>
            <a:xfrm>
              <a:off x="22659975" y="6728222"/>
              <a:ext cx="236680" cy="6096"/>
            </a:xfrm>
            <a:prstGeom prst="rect">
              <a:avLst/>
            </a:prstGeom>
            <a:solidFill>
              <a:srgbClr val="20A985"/>
            </a:solidFill>
            <a:ln w="0">
              <a:noFill/>
              <a:prstDash val="solid"/>
            </a:ln>
          </p:spPr>
        </p:sp>
        <p:sp>
          <p:nvSpPr>
            <p:cNvPr id="5297" name="dense-map-7-cell-71">
              <a:extLst>
                <a:ext uri="{FF2B5EF4-FFF2-40B4-BE49-F238E27FC236}">
                  <a16:creationId xmlns:a16="http://schemas.microsoft.com/office/drawing/2014/main" id="{612CE1D4-E2CE-4C77-A0EE-EF20FEBBA58F}"/>
                </a:ext>
              </a:extLst>
            </p:cNvPr>
            <p:cNvSpPr>
              <a:spLocks noGrp="1"/>
            </p:cNvSpPr>
            <p:nvPr/>
          </p:nvSpPr>
          <p:spPr>
            <a:xfrm>
              <a:off x="22659975" y="6734175"/>
              <a:ext cx="236680" cy="6096"/>
            </a:xfrm>
            <a:prstGeom prst="rect">
              <a:avLst/>
            </a:prstGeom>
            <a:solidFill>
              <a:srgbClr val="20A985"/>
            </a:solidFill>
            <a:ln w="0">
              <a:noFill/>
              <a:prstDash val="solid"/>
            </a:ln>
          </p:spPr>
        </p:sp>
        <p:sp>
          <p:nvSpPr>
            <p:cNvPr id="5298" name="dense-map-7-cell-70">
              <a:extLst>
                <a:ext uri="{FF2B5EF4-FFF2-40B4-BE49-F238E27FC236}">
                  <a16:creationId xmlns:a16="http://schemas.microsoft.com/office/drawing/2014/main" id="{A9E410D8-A52C-441C-A0F9-D2B22D2D2355}"/>
                </a:ext>
              </a:extLst>
            </p:cNvPr>
            <p:cNvSpPr>
              <a:spLocks noGrp="1"/>
            </p:cNvSpPr>
            <p:nvPr/>
          </p:nvSpPr>
          <p:spPr>
            <a:xfrm>
              <a:off x="22659975" y="6740128"/>
              <a:ext cx="236680" cy="6096"/>
            </a:xfrm>
            <a:prstGeom prst="rect">
              <a:avLst/>
            </a:prstGeom>
            <a:solidFill>
              <a:srgbClr val="21A986"/>
            </a:solidFill>
            <a:ln w="0">
              <a:noFill/>
              <a:prstDash val="solid"/>
            </a:ln>
          </p:spPr>
        </p:sp>
        <p:sp>
          <p:nvSpPr>
            <p:cNvPr id="5299" name="dense-map-7-cell-69">
              <a:extLst>
                <a:ext uri="{FF2B5EF4-FFF2-40B4-BE49-F238E27FC236}">
                  <a16:creationId xmlns:a16="http://schemas.microsoft.com/office/drawing/2014/main" id="{DFC83ADA-8BEF-454F-8DA5-7ABD3606D9F9}"/>
                </a:ext>
              </a:extLst>
            </p:cNvPr>
            <p:cNvSpPr>
              <a:spLocks noGrp="1"/>
            </p:cNvSpPr>
            <p:nvPr/>
          </p:nvSpPr>
          <p:spPr>
            <a:xfrm>
              <a:off x="22659975" y="6746081"/>
              <a:ext cx="236680" cy="6096"/>
            </a:xfrm>
            <a:prstGeom prst="rect">
              <a:avLst/>
            </a:prstGeom>
            <a:solidFill>
              <a:srgbClr val="2DAD8C"/>
            </a:solidFill>
            <a:ln w="0">
              <a:noFill/>
              <a:prstDash val="solid"/>
            </a:ln>
          </p:spPr>
        </p:sp>
        <p:sp>
          <p:nvSpPr>
            <p:cNvPr id="5300" name="dense-map-7-cell-68">
              <a:extLst>
                <a:ext uri="{FF2B5EF4-FFF2-40B4-BE49-F238E27FC236}">
                  <a16:creationId xmlns:a16="http://schemas.microsoft.com/office/drawing/2014/main" id="{6BFA68BC-8B89-4E0E-9292-704127B7F821}"/>
                </a:ext>
              </a:extLst>
            </p:cNvPr>
            <p:cNvSpPr>
              <a:spLocks noGrp="1"/>
            </p:cNvSpPr>
            <p:nvPr/>
          </p:nvSpPr>
          <p:spPr>
            <a:xfrm>
              <a:off x="22659975" y="6752034"/>
              <a:ext cx="236680" cy="6096"/>
            </a:xfrm>
            <a:prstGeom prst="rect">
              <a:avLst/>
            </a:prstGeom>
            <a:solidFill>
              <a:srgbClr val="44B599"/>
            </a:solidFill>
            <a:ln w="0">
              <a:noFill/>
              <a:prstDash val="solid"/>
            </a:ln>
          </p:spPr>
        </p:sp>
        <p:sp>
          <p:nvSpPr>
            <p:cNvPr id="5301" name="dense-map-7-cell-67">
              <a:extLst>
                <a:ext uri="{FF2B5EF4-FFF2-40B4-BE49-F238E27FC236}">
                  <a16:creationId xmlns:a16="http://schemas.microsoft.com/office/drawing/2014/main" id="{2A2099F7-EA5B-4866-A2C4-5B8E068C8BB6}"/>
                </a:ext>
              </a:extLst>
            </p:cNvPr>
            <p:cNvSpPr>
              <a:spLocks noGrp="1"/>
            </p:cNvSpPr>
            <p:nvPr/>
          </p:nvSpPr>
          <p:spPr>
            <a:xfrm>
              <a:off x="22659975" y="6757988"/>
              <a:ext cx="236680" cy="6096"/>
            </a:xfrm>
            <a:prstGeom prst="rect">
              <a:avLst/>
            </a:prstGeom>
            <a:solidFill>
              <a:srgbClr val="61BEA9"/>
            </a:solidFill>
            <a:ln w="0">
              <a:noFill/>
              <a:prstDash val="solid"/>
            </a:ln>
          </p:spPr>
        </p:sp>
        <p:sp>
          <p:nvSpPr>
            <p:cNvPr id="5302" name="dense-map-7-cell-66">
              <a:extLst>
                <a:ext uri="{FF2B5EF4-FFF2-40B4-BE49-F238E27FC236}">
                  <a16:creationId xmlns:a16="http://schemas.microsoft.com/office/drawing/2014/main" id="{7C6A909B-BBAF-4EED-AE5C-0F17317EAA6C}"/>
                </a:ext>
              </a:extLst>
            </p:cNvPr>
            <p:cNvSpPr>
              <a:spLocks noGrp="1"/>
            </p:cNvSpPr>
            <p:nvPr/>
          </p:nvSpPr>
          <p:spPr>
            <a:xfrm>
              <a:off x="22659975" y="6763941"/>
              <a:ext cx="236680" cy="6096"/>
            </a:xfrm>
            <a:prstGeom prst="rect">
              <a:avLst/>
            </a:prstGeom>
            <a:solidFill>
              <a:srgbClr val="80C9BA"/>
            </a:solidFill>
            <a:ln w="0">
              <a:noFill/>
              <a:prstDash val="solid"/>
            </a:ln>
          </p:spPr>
        </p:sp>
        <p:sp>
          <p:nvSpPr>
            <p:cNvPr id="5303" name="dense-map-7-cell-65">
              <a:extLst>
                <a:ext uri="{FF2B5EF4-FFF2-40B4-BE49-F238E27FC236}">
                  <a16:creationId xmlns:a16="http://schemas.microsoft.com/office/drawing/2014/main" id="{9BA7756E-7468-4643-81D7-DFF1E9C51065}"/>
                </a:ext>
              </a:extLst>
            </p:cNvPr>
            <p:cNvSpPr>
              <a:spLocks noGrp="1"/>
            </p:cNvSpPr>
            <p:nvPr/>
          </p:nvSpPr>
          <p:spPr>
            <a:xfrm>
              <a:off x="22659975" y="6769894"/>
              <a:ext cx="236680" cy="6096"/>
            </a:xfrm>
            <a:prstGeom prst="rect">
              <a:avLst/>
            </a:prstGeom>
            <a:solidFill>
              <a:srgbClr val="A0D4CC"/>
            </a:solidFill>
            <a:ln w="0">
              <a:noFill/>
              <a:prstDash val="solid"/>
            </a:ln>
          </p:spPr>
        </p:sp>
        <p:sp>
          <p:nvSpPr>
            <p:cNvPr id="5304" name="dense-map-7-cell-64">
              <a:extLst>
                <a:ext uri="{FF2B5EF4-FFF2-40B4-BE49-F238E27FC236}">
                  <a16:creationId xmlns:a16="http://schemas.microsoft.com/office/drawing/2014/main" id="{7BDD358D-1CDC-4659-BBBF-54AB95A04E87}"/>
                </a:ext>
              </a:extLst>
            </p:cNvPr>
            <p:cNvSpPr>
              <a:spLocks noGrp="1"/>
            </p:cNvSpPr>
            <p:nvPr/>
          </p:nvSpPr>
          <p:spPr>
            <a:xfrm>
              <a:off x="22659975" y="6775847"/>
              <a:ext cx="236680" cy="6096"/>
            </a:xfrm>
            <a:prstGeom prst="rect">
              <a:avLst/>
            </a:prstGeom>
            <a:solidFill>
              <a:srgbClr val="C5E0E0"/>
            </a:solidFill>
            <a:ln w="0">
              <a:noFill/>
              <a:prstDash val="solid"/>
            </a:ln>
          </p:spPr>
        </p:sp>
        <p:sp>
          <p:nvSpPr>
            <p:cNvPr id="5305" name="dense-map-7-cell-63">
              <a:extLst>
                <a:ext uri="{FF2B5EF4-FFF2-40B4-BE49-F238E27FC236}">
                  <a16:creationId xmlns:a16="http://schemas.microsoft.com/office/drawing/2014/main" id="{7A3E2A2D-C3BE-441F-B866-53F1A424E4D9}"/>
                </a:ext>
              </a:extLst>
            </p:cNvPr>
            <p:cNvSpPr>
              <a:spLocks noGrp="1"/>
            </p:cNvSpPr>
            <p:nvPr/>
          </p:nvSpPr>
          <p:spPr>
            <a:xfrm>
              <a:off x="22659975" y="6781800"/>
              <a:ext cx="236680" cy="6096"/>
            </a:xfrm>
            <a:prstGeom prst="rect">
              <a:avLst/>
            </a:prstGeom>
            <a:solidFill>
              <a:srgbClr val="C4E0E0"/>
            </a:solidFill>
            <a:ln w="0">
              <a:noFill/>
              <a:prstDash val="solid"/>
            </a:ln>
          </p:spPr>
        </p:sp>
        <p:sp>
          <p:nvSpPr>
            <p:cNvPr id="5306" name="dense-map-7-cell-62">
              <a:extLst>
                <a:ext uri="{FF2B5EF4-FFF2-40B4-BE49-F238E27FC236}">
                  <a16:creationId xmlns:a16="http://schemas.microsoft.com/office/drawing/2014/main" id="{F8CA25D0-3F5E-47AB-B3E9-3446DE38537A}"/>
                </a:ext>
              </a:extLst>
            </p:cNvPr>
            <p:cNvSpPr>
              <a:spLocks noGrp="1"/>
            </p:cNvSpPr>
            <p:nvPr/>
          </p:nvSpPr>
          <p:spPr>
            <a:xfrm>
              <a:off x="22659975" y="6787753"/>
              <a:ext cx="236680" cy="6096"/>
            </a:xfrm>
            <a:prstGeom prst="rect">
              <a:avLst/>
            </a:prstGeom>
            <a:solidFill>
              <a:srgbClr val="C5E0E0"/>
            </a:solidFill>
            <a:ln w="0">
              <a:noFill/>
              <a:prstDash val="solid"/>
            </a:ln>
          </p:spPr>
        </p:sp>
        <p:sp>
          <p:nvSpPr>
            <p:cNvPr id="5307" name="dense-map-7-cell-61">
              <a:extLst>
                <a:ext uri="{FF2B5EF4-FFF2-40B4-BE49-F238E27FC236}">
                  <a16:creationId xmlns:a16="http://schemas.microsoft.com/office/drawing/2014/main" id="{68776778-D68F-497C-9366-FA4AD50FC6F1}"/>
                </a:ext>
              </a:extLst>
            </p:cNvPr>
            <p:cNvSpPr>
              <a:spLocks noGrp="1"/>
            </p:cNvSpPr>
            <p:nvPr/>
          </p:nvSpPr>
          <p:spPr>
            <a:xfrm>
              <a:off x="22659975" y="6793706"/>
              <a:ext cx="236680" cy="6096"/>
            </a:xfrm>
            <a:prstGeom prst="rect">
              <a:avLst/>
            </a:prstGeom>
            <a:solidFill>
              <a:srgbClr val="C4E0E0"/>
            </a:solidFill>
            <a:ln w="0">
              <a:noFill/>
              <a:prstDash val="solid"/>
            </a:ln>
          </p:spPr>
        </p:sp>
        <p:sp>
          <p:nvSpPr>
            <p:cNvPr id="5308" name="dense-map-7-cell-60">
              <a:extLst>
                <a:ext uri="{FF2B5EF4-FFF2-40B4-BE49-F238E27FC236}">
                  <a16:creationId xmlns:a16="http://schemas.microsoft.com/office/drawing/2014/main" id="{753CD472-9ED6-468D-BFB5-2610A67E9499}"/>
                </a:ext>
              </a:extLst>
            </p:cNvPr>
            <p:cNvSpPr>
              <a:spLocks noGrp="1"/>
            </p:cNvSpPr>
            <p:nvPr/>
          </p:nvSpPr>
          <p:spPr>
            <a:xfrm>
              <a:off x="22659975" y="6799659"/>
              <a:ext cx="236680" cy="6096"/>
            </a:xfrm>
            <a:prstGeom prst="rect">
              <a:avLst/>
            </a:prstGeom>
            <a:solidFill>
              <a:srgbClr val="C0DFDE"/>
            </a:solidFill>
            <a:ln w="0">
              <a:noFill/>
              <a:prstDash val="solid"/>
            </a:ln>
          </p:spPr>
        </p:sp>
        <p:sp>
          <p:nvSpPr>
            <p:cNvPr id="5309" name="dense-map-7-cell-59">
              <a:extLst>
                <a:ext uri="{FF2B5EF4-FFF2-40B4-BE49-F238E27FC236}">
                  <a16:creationId xmlns:a16="http://schemas.microsoft.com/office/drawing/2014/main" id="{7280B8F6-CCC5-41F9-9EA9-3299A134CE29}"/>
                </a:ext>
              </a:extLst>
            </p:cNvPr>
            <p:cNvSpPr>
              <a:spLocks noGrp="1"/>
            </p:cNvSpPr>
            <p:nvPr/>
          </p:nvSpPr>
          <p:spPr>
            <a:xfrm>
              <a:off x="22659975" y="6805613"/>
              <a:ext cx="236680" cy="6096"/>
            </a:xfrm>
            <a:prstGeom prst="rect">
              <a:avLst/>
            </a:prstGeom>
            <a:solidFill>
              <a:srgbClr val="C6E1E1"/>
            </a:solidFill>
            <a:ln w="0">
              <a:noFill/>
              <a:prstDash val="solid"/>
            </a:ln>
          </p:spPr>
        </p:sp>
        <p:sp>
          <p:nvSpPr>
            <p:cNvPr id="5310" name="dense-map-7-cell-58">
              <a:extLst>
                <a:ext uri="{FF2B5EF4-FFF2-40B4-BE49-F238E27FC236}">
                  <a16:creationId xmlns:a16="http://schemas.microsoft.com/office/drawing/2014/main" id="{5789E467-C3C3-4A58-8E05-30D1E43F48B7}"/>
                </a:ext>
              </a:extLst>
            </p:cNvPr>
            <p:cNvSpPr>
              <a:spLocks noGrp="1"/>
            </p:cNvSpPr>
            <p:nvPr/>
          </p:nvSpPr>
          <p:spPr>
            <a:xfrm>
              <a:off x="22659975" y="6811566"/>
              <a:ext cx="236680" cy="6096"/>
            </a:xfrm>
            <a:prstGeom prst="rect">
              <a:avLst/>
            </a:prstGeom>
            <a:solidFill>
              <a:srgbClr val="C8E1E2"/>
            </a:solidFill>
            <a:ln w="0">
              <a:noFill/>
              <a:prstDash val="solid"/>
            </a:ln>
          </p:spPr>
        </p:sp>
        <p:sp>
          <p:nvSpPr>
            <p:cNvPr id="5311" name="dense-map-7-cell-57">
              <a:extLst>
                <a:ext uri="{FF2B5EF4-FFF2-40B4-BE49-F238E27FC236}">
                  <a16:creationId xmlns:a16="http://schemas.microsoft.com/office/drawing/2014/main" id="{B6887276-C1DE-400B-A255-8250DAA7397C}"/>
                </a:ext>
              </a:extLst>
            </p:cNvPr>
            <p:cNvSpPr>
              <a:spLocks noGrp="1"/>
            </p:cNvSpPr>
            <p:nvPr/>
          </p:nvSpPr>
          <p:spPr>
            <a:xfrm>
              <a:off x="22659975" y="6817519"/>
              <a:ext cx="236680" cy="6096"/>
            </a:xfrm>
            <a:prstGeom prst="rect">
              <a:avLst/>
            </a:prstGeom>
            <a:solidFill>
              <a:srgbClr val="D3E5E8"/>
            </a:solidFill>
            <a:ln w="0">
              <a:noFill/>
              <a:prstDash val="solid"/>
            </a:ln>
          </p:spPr>
        </p:sp>
        <p:sp>
          <p:nvSpPr>
            <p:cNvPr id="5312" name="dense-map-7-cell-56">
              <a:extLst>
                <a:ext uri="{FF2B5EF4-FFF2-40B4-BE49-F238E27FC236}">
                  <a16:creationId xmlns:a16="http://schemas.microsoft.com/office/drawing/2014/main" id="{D643A070-4DEB-4C62-8B7B-17DCDC4A0D46}"/>
                </a:ext>
              </a:extLst>
            </p:cNvPr>
            <p:cNvSpPr>
              <a:spLocks noGrp="1"/>
            </p:cNvSpPr>
            <p:nvPr/>
          </p:nvSpPr>
          <p:spPr>
            <a:xfrm>
              <a:off x="22659975" y="6823472"/>
              <a:ext cx="236680" cy="6096"/>
            </a:xfrm>
            <a:prstGeom prst="rect">
              <a:avLst/>
            </a:prstGeom>
            <a:solidFill>
              <a:srgbClr val="DCE8ED"/>
            </a:solidFill>
            <a:ln w="0">
              <a:noFill/>
              <a:prstDash val="solid"/>
            </a:ln>
          </p:spPr>
        </p:sp>
        <p:sp>
          <p:nvSpPr>
            <p:cNvPr id="5313" name="dense-map-7-cell-55">
              <a:extLst>
                <a:ext uri="{FF2B5EF4-FFF2-40B4-BE49-F238E27FC236}">
                  <a16:creationId xmlns:a16="http://schemas.microsoft.com/office/drawing/2014/main" id="{B64C076E-0363-4C5F-A633-9B62F3DDB38F}"/>
                </a:ext>
              </a:extLst>
            </p:cNvPr>
            <p:cNvSpPr>
              <a:spLocks noGrp="1"/>
            </p:cNvSpPr>
            <p:nvPr/>
          </p:nvSpPr>
          <p:spPr>
            <a:xfrm>
              <a:off x="22659975" y="6829425"/>
              <a:ext cx="236680" cy="6096"/>
            </a:xfrm>
            <a:prstGeom prst="rect">
              <a:avLst/>
            </a:prstGeom>
            <a:solidFill>
              <a:srgbClr val="DBE0E8"/>
            </a:solidFill>
            <a:ln w="0">
              <a:noFill/>
              <a:prstDash val="solid"/>
            </a:ln>
          </p:spPr>
        </p:sp>
        <p:sp>
          <p:nvSpPr>
            <p:cNvPr id="5314" name="dense-map-7-cell-54">
              <a:extLst>
                <a:ext uri="{FF2B5EF4-FFF2-40B4-BE49-F238E27FC236}">
                  <a16:creationId xmlns:a16="http://schemas.microsoft.com/office/drawing/2014/main" id="{D14A813C-3071-4F49-92BE-57C89ABE66B1}"/>
                </a:ext>
              </a:extLst>
            </p:cNvPr>
            <p:cNvSpPr>
              <a:spLocks noGrp="1"/>
            </p:cNvSpPr>
            <p:nvPr/>
          </p:nvSpPr>
          <p:spPr>
            <a:xfrm>
              <a:off x="22659975" y="6835378"/>
              <a:ext cx="236680" cy="6096"/>
            </a:xfrm>
            <a:prstGeom prst="rect">
              <a:avLst/>
            </a:prstGeom>
            <a:solidFill>
              <a:srgbClr val="DCE8ED"/>
            </a:solidFill>
            <a:ln w="0">
              <a:noFill/>
              <a:prstDash val="solid"/>
            </a:ln>
          </p:spPr>
        </p:sp>
        <p:sp>
          <p:nvSpPr>
            <p:cNvPr id="5315" name="dense-map-7-cell-53">
              <a:extLst>
                <a:ext uri="{FF2B5EF4-FFF2-40B4-BE49-F238E27FC236}">
                  <a16:creationId xmlns:a16="http://schemas.microsoft.com/office/drawing/2014/main" id="{D8921031-5BB8-4AFC-9D22-1AC53EE7C66C}"/>
                </a:ext>
              </a:extLst>
            </p:cNvPr>
            <p:cNvSpPr>
              <a:spLocks noGrp="1"/>
            </p:cNvSpPr>
            <p:nvPr/>
          </p:nvSpPr>
          <p:spPr>
            <a:xfrm>
              <a:off x="22659975" y="6841331"/>
              <a:ext cx="236680" cy="6096"/>
            </a:xfrm>
            <a:prstGeom prst="rect">
              <a:avLst/>
            </a:prstGeom>
            <a:solidFill>
              <a:srgbClr val="DCE8ED"/>
            </a:solidFill>
            <a:ln w="0">
              <a:noFill/>
              <a:prstDash val="solid"/>
            </a:ln>
          </p:spPr>
        </p:sp>
        <p:sp>
          <p:nvSpPr>
            <p:cNvPr id="5316" name="dense-map-7-cell-52">
              <a:extLst>
                <a:ext uri="{FF2B5EF4-FFF2-40B4-BE49-F238E27FC236}">
                  <a16:creationId xmlns:a16="http://schemas.microsoft.com/office/drawing/2014/main" id="{97855104-553E-4AF3-BC1D-6C4524D2AAA8}"/>
                </a:ext>
              </a:extLst>
            </p:cNvPr>
            <p:cNvSpPr>
              <a:spLocks noGrp="1"/>
            </p:cNvSpPr>
            <p:nvPr/>
          </p:nvSpPr>
          <p:spPr>
            <a:xfrm>
              <a:off x="22659975" y="6847284"/>
              <a:ext cx="236680" cy="6096"/>
            </a:xfrm>
            <a:prstGeom prst="rect">
              <a:avLst/>
            </a:prstGeom>
            <a:solidFill>
              <a:srgbClr val="DCE8ED"/>
            </a:solidFill>
            <a:ln w="0">
              <a:noFill/>
              <a:prstDash val="solid"/>
            </a:ln>
          </p:spPr>
        </p:sp>
        <p:sp>
          <p:nvSpPr>
            <p:cNvPr id="5317" name="dense-map-7-cell-51">
              <a:extLst>
                <a:ext uri="{FF2B5EF4-FFF2-40B4-BE49-F238E27FC236}">
                  <a16:creationId xmlns:a16="http://schemas.microsoft.com/office/drawing/2014/main" id="{F06B0D79-4BBE-4072-879B-0192EE80A7F6}"/>
                </a:ext>
              </a:extLst>
            </p:cNvPr>
            <p:cNvSpPr>
              <a:spLocks noGrp="1"/>
            </p:cNvSpPr>
            <p:nvPr/>
          </p:nvSpPr>
          <p:spPr>
            <a:xfrm>
              <a:off x="22659975" y="6853238"/>
              <a:ext cx="236680" cy="6096"/>
            </a:xfrm>
            <a:prstGeom prst="rect">
              <a:avLst/>
            </a:prstGeom>
            <a:solidFill>
              <a:srgbClr val="DCE8ED"/>
            </a:solidFill>
            <a:ln w="0">
              <a:noFill/>
              <a:prstDash val="solid"/>
            </a:ln>
          </p:spPr>
        </p:sp>
        <p:sp>
          <p:nvSpPr>
            <p:cNvPr id="5318" name="dense-map-7-cell-50">
              <a:extLst>
                <a:ext uri="{FF2B5EF4-FFF2-40B4-BE49-F238E27FC236}">
                  <a16:creationId xmlns:a16="http://schemas.microsoft.com/office/drawing/2014/main" id="{D0A3CE58-F80A-4A3F-AEDC-2A562913E04B}"/>
                </a:ext>
              </a:extLst>
            </p:cNvPr>
            <p:cNvSpPr>
              <a:spLocks noGrp="1"/>
            </p:cNvSpPr>
            <p:nvPr/>
          </p:nvSpPr>
          <p:spPr>
            <a:xfrm>
              <a:off x="22659975" y="6859191"/>
              <a:ext cx="236680" cy="6096"/>
            </a:xfrm>
            <a:prstGeom prst="rect">
              <a:avLst/>
            </a:prstGeom>
            <a:solidFill>
              <a:srgbClr val="DCE8ED"/>
            </a:solidFill>
            <a:ln w="0">
              <a:noFill/>
              <a:prstDash val="solid"/>
            </a:ln>
          </p:spPr>
        </p:sp>
        <p:sp>
          <p:nvSpPr>
            <p:cNvPr id="5319" name="dense-map-7-cell-49">
              <a:extLst>
                <a:ext uri="{FF2B5EF4-FFF2-40B4-BE49-F238E27FC236}">
                  <a16:creationId xmlns:a16="http://schemas.microsoft.com/office/drawing/2014/main" id="{26052CBE-CD06-440D-8407-5EFF52965348}"/>
                </a:ext>
              </a:extLst>
            </p:cNvPr>
            <p:cNvSpPr>
              <a:spLocks noGrp="1"/>
            </p:cNvSpPr>
            <p:nvPr/>
          </p:nvSpPr>
          <p:spPr>
            <a:xfrm>
              <a:off x="22659975" y="6865144"/>
              <a:ext cx="236680" cy="6096"/>
            </a:xfrm>
            <a:prstGeom prst="rect">
              <a:avLst/>
            </a:prstGeom>
            <a:solidFill>
              <a:srgbClr val="DCE8ED"/>
            </a:solidFill>
            <a:ln w="0">
              <a:noFill/>
              <a:prstDash val="solid"/>
            </a:ln>
          </p:spPr>
        </p:sp>
        <p:sp>
          <p:nvSpPr>
            <p:cNvPr id="5320" name="dense-map-7-cell-48">
              <a:extLst>
                <a:ext uri="{FF2B5EF4-FFF2-40B4-BE49-F238E27FC236}">
                  <a16:creationId xmlns:a16="http://schemas.microsoft.com/office/drawing/2014/main" id="{A539F2B0-DB67-4EE9-928D-E582FB508B7C}"/>
                </a:ext>
              </a:extLst>
            </p:cNvPr>
            <p:cNvSpPr>
              <a:spLocks noGrp="1"/>
            </p:cNvSpPr>
            <p:nvPr/>
          </p:nvSpPr>
          <p:spPr>
            <a:xfrm>
              <a:off x="22659975" y="6871097"/>
              <a:ext cx="236680" cy="6096"/>
            </a:xfrm>
            <a:prstGeom prst="rect">
              <a:avLst/>
            </a:prstGeom>
            <a:solidFill>
              <a:srgbClr val="DCE8ED"/>
            </a:solidFill>
            <a:ln w="0">
              <a:noFill/>
              <a:prstDash val="solid"/>
            </a:ln>
          </p:spPr>
        </p:sp>
        <p:sp>
          <p:nvSpPr>
            <p:cNvPr id="5321" name="dense-map-7-cell-47">
              <a:extLst>
                <a:ext uri="{FF2B5EF4-FFF2-40B4-BE49-F238E27FC236}">
                  <a16:creationId xmlns:a16="http://schemas.microsoft.com/office/drawing/2014/main" id="{80A5610B-D51E-4589-B345-EF009158B20E}"/>
                </a:ext>
              </a:extLst>
            </p:cNvPr>
            <p:cNvSpPr>
              <a:spLocks noGrp="1"/>
            </p:cNvSpPr>
            <p:nvPr/>
          </p:nvSpPr>
          <p:spPr>
            <a:xfrm>
              <a:off x="22659975" y="6877050"/>
              <a:ext cx="236680" cy="6096"/>
            </a:xfrm>
            <a:prstGeom prst="rect">
              <a:avLst/>
            </a:prstGeom>
            <a:solidFill>
              <a:srgbClr val="DCE8ED"/>
            </a:solidFill>
            <a:ln w="0">
              <a:noFill/>
              <a:prstDash val="solid"/>
            </a:ln>
          </p:spPr>
        </p:sp>
        <p:sp>
          <p:nvSpPr>
            <p:cNvPr id="5322" name="dense-map-7-cell-46">
              <a:extLst>
                <a:ext uri="{FF2B5EF4-FFF2-40B4-BE49-F238E27FC236}">
                  <a16:creationId xmlns:a16="http://schemas.microsoft.com/office/drawing/2014/main" id="{30CE49D6-4245-4FAD-B60A-1EBCE7A414C5}"/>
                </a:ext>
              </a:extLst>
            </p:cNvPr>
            <p:cNvSpPr>
              <a:spLocks noGrp="1"/>
            </p:cNvSpPr>
            <p:nvPr/>
          </p:nvSpPr>
          <p:spPr>
            <a:xfrm>
              <a:off x="22659975" y="6883003"/>
              <a:ext cx="236680" cy="6096"/>
            </a:xfrm>
            <a:prstGeom prst="rect">
              <a:avLst/>
            </a:prstGeom>
            <a:solidFill>
              <a:srgbClr val="DCE8ED"/>
            </a:solidFill>
            <a:ln w="0">
              <a:noFill/>
              <a:prstDash val="solid"/>
            </a:ln>
          </p:spPr>
        </p:sp>
        <p:sp>
          <p:nvSpPr>
            <p:cNvPr id="5323" name="dense-map-7-cell-45">
              <a:extLst>
                <a:ext uri="{FF2B5EF4-FFF2-40B4-BE49-F238E27FC236}">
                  <a16:creationId xmlns:a16="http://schemas.microsoft.com/office/drawing/2014/main" id="{1A494186-961F-4FF4-B8EF-81B3CA499A45}"/>
                </a:ext>
              </a:extLst>
            </p:cNvPr>
            <p:cNvSpPr>
              <a:spLocks noGrp="1"/>
            </p:cNvSpPr>
            <p:nvPr/>
          </p:nvSpPr>
          <p:spPr>
            <a:xfrm>
              <a:off x="22659975" y="6888956"/>
              <a:ext cx="236680" cy="6096"/>
            </a:xfrm>
            <a:prstGeom prst="rect">
              <a:avLst/>
            </a:prstGeom>
            <a:solidFill>
              <a:srgbClr val="DCE8ED"/>
            </a:solidFill>
            <a:ln w="0">
              <a:noFill/>
              <a:prstDash val="solid"/>
            </a:ln>
          </p:spPr>
        </p:sp>
        <p:sp>
          <p:nvSpPr>
            <p:cNvPr id="5324" name="dense-map-7-cell-44">
              <a:extLst>
                <a:ext uri="{FF2B5EF4-FFF2-40B4-BE49-F238E27FC236}">
                  <a16:creationId xmlns:a16="http://schemas.microsoft.com/office/drawing/2014/main" id="{B823C7CD-FB6A-40B5-A6D7-9F4D112E7343}"/>
                </a:ext>
              </a:extLst>
            </p:cNvPr>
            <p:cNvSpPr>
              <a:spLocks noGrp="1"/>
            </p:cNvSpPr>
            <p:nvPr/>
          </p:nvSpPr>
          <p:spPr>
            <a:xfrm>
              <a:off x="22659975" y="6894909"/>
              <a:ext cx="236680" cy="6096"/>
            </a:xfrm>
            <a:prstGeom prst="rect">
              <a:avLst/>
            </a:prstGeom>
            <a:solidFill>
              <a:srgbClr val="DCE8ED"/>
            </a:solidFill>
            <a:ln w="0">
              <a:noFill/>
              <a:prstDash val="solid"/>
            </a:ln>
          </p:spPr>
        </p:sp>
        <p:sp>
          <p:nvSpPr>
            <p:cNvPr id="5325" name="dense-map-7-cell-43">
              <a:extLst>
                <a:ext uri="{FF2B5EF4-FFF2-40B4-BE49-F238E27FC236}">
                  <a16:creationId xmlns:a16="http://schemas.microsoft.com/office/drawing/2014/main" id="{304482D4-A031-47AA-A785-2C58837427ED}"/>
                </a:ext>
              </a:extLst>
            </p:cNvPr>
            <p:cNvSpPr>
              <a:spLocks noGrp="1"/>
            </p:cNvSpPr>
            <p:nvPr/>
          </p:nvSpPr>
          <p:spPr>
            <a:xfrm>
              <a:off x="22659975" y="6900863"/>
              <a:ext cx="236680" cy="6096"/>
            </a:xfrm>
            <a:prstGeom prst="rect">
              <a:avLst/>
            </a:prstGeom>
            <a:solidFill>
              <a:srgbClr val="DCE8ED"/>
            </a:solidFill>
            <a:ln w="0">
              <a:noFill/>
              <a:prstDash val="solid"/>
            </a:ln>
          </p:spPr>
        </p:sp>
        <p:sp>
          <p:nvSpPr>
            <p:cNvPr id="5326" name="dense-map-7-cell-42">
              <a:extLst>
                <a:ext uri="{FF2B5EF4-FFF2-40B4-BE49-F238E27FC236}">
                  <a16:creationId xmlns:a16="http://schemas.microsoft.com/office/drawing/2014/main" id="{64089B79-D2C8-482E-9EA9-7D831563F99E}"/>
                </a:ext>
              </a:extLst>
            </p:cNvPr>
            <p:cNvSpPr>
              <a:spLocks noGrp="1"/>
            </p:cNvSpPr>
            <p:nvPr/>
          </p:nvSpPr>
          <p:spPr>
            <a:xfrm>
              <a:off x="22659975" y="6906816"/>
              <a:ext cx="236680" cy="6096"/>
            </a:xfrm>
            <a:prstGeom prst="rect">
              <a:avLst/>
            </a:prstGeom>
            <a:solidFill>
              <a:srgbClr val="DCE8ED"/>
            </a:solidFill>
            <a:ln w="0">
              <a:noFill/>
              <a:prstDash val="solid"/>
            </a:ln>
          </p:spPr>
        </p:sp>
        <p:sp>
          <p:nvSpPr>
            <p:cNvPr id="5327" name="dense-map-7-cell-41">
              <a:extLst>
                <a:ext uri="{FF2B5EF4-FFF2-40B4-BE49-F238E27FC236}">
                  <a16:creationId xmlns:a16="http://schemas.microsoft.com/office/drawing/2014/main" id="{53F2CADE-B413-4645-93E6-8E00E8F9F112}"/>
                </a:ext>
              </a:extLst>
            </p:cNvPr>
            <p:cNvSpPr>
              <a:spLocks noGrp="1"/>
            </p:cNvSpPr>
            <p:nvPr/>
          </p:nvSpPr>
          <p:spPr>
            <a:xfrm>
              <a:off x="22659975" y="6912769"/>
              <a:ext cx="236680" cy="6096"/>
            </a:xfrm>
            <a:prstGeom prst="rect">
              <a:avLst/>
            </a:prstGeom>
            <a:solidFill>
              <a:srgbClr val="DCE8ED"/>
            </a:solidFill>
            <a:ln w="0">
              <a:noFill/>
              <a:prstDash val="solid"/>
            </a:ln>
          </p:spPr>
        </p:sp>
        <p:sp>
          <p:nvSpPr>
            <p:cNvPr id="5328" name="dense-map-7-cell-40">
              <a:extLst>
                <a:ext uri="{FF2B5EF4-FFF2-40B4-BE49-F238E27FC236}">
                  <a16:creationId xmlns:a16="http://schemas.microsoft.com/office/drawing/2014/main" id="{D5814721-6ED4-43C8-9872-C10280E34A05}"/>
                </a:ext>
              </a:extLst>
            </p:cNvPr>
            <p:cNvSpPr>
              <a:spLocks noGrp="1"/>
            </p:cNvSpPr>
            <p:nvPr/>
          </p:nvSpPr>
          <p:spPr>
            <a:xfrm>
              <a:off x="22659975" y="6918722"/>
              <a:ext cx="236680" cy="6096"/>
            </a:xfrm>
            <a:prstGeom prst="rect">
              <a:avLst/>
            </a:prstGeom>
            <a:solidFill>
              <a:srgbClr val="DCE8ED"/>
            </a:solidFill>
            <a:ln w="0">
              <a:noFill/>
              <a:prstDash val="solid"/>
            </a:ln>
          </p:spPr>
        </p:sp>
        <p:sp>
          <p:nvSpPr>
            <p:cNvPr id="5329" name="dense-map-7-cell-39">
              <a:extLst>
                <a:ext uri="{FF2B5EF4-FFF2-40B4-BE49-F238E27FC236}">
                  <a16:creationId xmlns:a16="http://schemas.microsoft.com/office/drawing/2014/main" id="{40FCF0E5-90D7-4956-A08F-138CC8E5BE21}"/>
                </a:ext>
              </a:extLst>
            </p:cNvPr>
            <p:cNvSpPr>
              <a:spLocks noGrp="1"/>
            </p:cNvSpPr>
            <p:nvPr/>
          </p:nvSpPr>
          <p:spPr>
            <a:xfrm>
              <a:off x="22659975" y="6924675"/>
              <a:ext cx="236680" cy="6096"/>
            </a:xfrm>
            <a:prstGeom prst="rect">
              <a:avLst/>
            </a:prstGeom>
            <a:solidFill>
              <a:srgbClr val="DCE8ED"/>
            </a:solidFill>
            <a:ln w="0">
              <a:noFill/>
              <a:prstDash val="solid"/>
            </a:ln>
          </p:spPr>
        </p:sp>
        <p:sp>
          <p:nvSpPr>
            <p:cNvPr id="5330" name="dense-map-7-cell-38">
              <a:extLst>
                <a:ext uri="{FF2B5EF4-FFF2-40B4-BE49-F238E27FC236}">
                  <a16:creationId xmlns:a16="http://schemas.microsoft.com/office/drawing/2014/main" id="{A16F7E4A-201B-4BC9-BAD8-740563B37309}"/>
                </a:ext>
              </a:extLst>
            </p:cNvPr>
            <p:cNvSpPr>
              <a:spLocks noGrp="1"/>
            </p:cNvSpPr>
            <p:nvPr/>
          </p:nvSpPr>
          <p:spPr>
            <a:xfrm>
              <a:off x="22659975" y="6930628"/>
              <a:ext cx="236680" cy="6096"/>
            </a:xfrm>
            <a:prstGeom prst="rect">
              <a:avLst/>
            </a:prstGeom>
            <a:solidFill>
              <a:srgbClr val="DCE8ED"/>
            </a:solidFill>
            <a:ln w="0">
              <a:noFill/>
              <a:prstDash val="solid"/>
            </a:ln>
          </p:spPr>
        </p:sp>
        <p:sp>
          <p:nvSpPr>
            <p:cNvPr id="5331" name="dense-map-7-cell-37">
              <a:extLst>
                <a:ext uri="{FF2B5EF4-FFF2-40B4-BE49-F238E27FC236}">
                  <a16:creationId xmlns:a16="http://schemas.microsoft.com/office/drawing/2014/main" id="{4D81976D-3EC7-4246-A1E0-45D2DB9ACF39}"/>
                </a:ext>
              </a:extLst>
            </p:cNvPr>
            <p:cNvSpPr>
              <a:spLocks noGrp="1"/>
            </p:cNvSpPr>
            <p:nvPr/>
          </p:nvSpPr>
          <p:spPr>
            <a:xfrm>
              <a:off x="22659975" y="6936581"/>
              <a:ext cx="236680" cy="6096"/>
            </a:xfrm>
            <a:prstGeom prst="rect">
              <a:avLst/>
            </a:prstGeom>
            <a:solidFill>
              <a:srgbClr val="DCE8ED"/>
            </a:solidFill>
            <a:ln w="0">
              <a:noFill/>
              <a:prstDash val="solid"/>
            </a:ln>
          </p:spPr>
        </p:sp>
        <p:sp>
          <p:nvSpPr>
            <p:cNvPr id="5332" name="dense-map-7-cell-36">
              <a:extLst>
                <a:ext uri="{FF2B5EF4-FFF2-40B4-BE49-F238E27FC236}">
                  <a16:creationId xmlns:a16="http://schemas.microsoft.com/office/drawing/2014/main" id="{CABFBAB7-2733-404F-BA06-77D90C4E1BE9}"/>
                </a:ext>
              </a:extLst>
            </p:cNvPr>
            <p:cNvSpPr>
              <a:spLocks noGrp="1"/>
            </p:cNvSpPr>
            <p:nvPr/>
          </p:nvSpPr>
          <p:spPr>
            <a:xfrm>
              <a:off x="22659975" y="6942534"/>
              <a:ext cx="236680" cy="6096"/>
            </a:xfrm>
            <a:prstGeom prst="rect">
              <a:avLst/>
            </a:prstGeom>
            <a:solidFill>
              <a:srgbClr val="DBE8EC"/>
            </a:solidFill>
            <a:ln w="0">
              <a:noFill/>
              <a:prstDash val="solid"/>
            </a:ln>
          </p:spPr>
        </p:sp>
        <p:sp>
          <p:nvSpPr>
            <p:cNvPr id="5333" name="dense-map-7-cell-35">
              <a:extLst>
                <a:ext uri="{FF2B5EF4-FFF2-40B4-BE49-F238E27FC236}">
                  <a16:creationId xmlns:a16="http://schemas.microsoft.com/office/drawing/2014/main" id="{3F911F47-46B7-4F38-92C7-708024ECAD20}"/>
                </a:ext>
              </a:extLst>
            </p:cNvPr>
            <p:cNvSpPr>
              <a:spLocks noGrp="1"/>
            </p:cNvSpPr>
            <p:nvPr/>
          </p:nvSpPr>
          <p:spPr>
            <a:xfrm>
              <a:off x="22659975" y="6948488"/>
              <a:ext cx="236680" cy="6096"/>
            </a:xfrm>
            <a:prstGeom prst="rect">
              <a:avLst/>
            </a:prstGeom>
            <a:solidFill>
              <a:srgbClr val="DCE8ED"/>
            </a:solidFill>
            <a:ln w="0">
              <a:noFill/>
              <a:prstDash val="solid"/>
            </a:ln>
          </p:spPr>
        </p:sp>
        <p:sp>
          <p:nvSpPr>
            <p:cNvPr id="5334" name="dense-map-7-cell-34">
              <a:extLst>
                <a:ext uri="{FF2B5EF4-FFF2-40B4-BE49-F238E27FC236}">
                  <a16:creationId xmlns:a16="http://schemas.microsoft.com/office/drawing/2014/main" id="{DE7A07CF-BBB5-4060-B26C-920E955CEC7F}"/>
                </a:ext>
              </a:extLst>
            </p:cNvPr>
            <p:cNvSpPr>
              <a:spLocks noGrp="1"/>
            </p:cNvSpPr>
            <p:nvPr/>
          </p:nvSpPr>
          <p:spPr>
            <a:xfrm>
              <a:off x="22659975" y="6954441"/>
              <a:ext cx="236680" cy="6096"/>
            </a:xfrm>
            <a:prstGeom prst="rect">
              <a:avLst/>
            </a:prstGeom>
            <a:solidFill>
              <a:srgbClr val="DBE8EC"/>
            </a:solidFill>
            <a:ln w="0">
              <a:noFill/>
              <a:prstDash val="solid"/>
            </a:ln>
          </p:spPr>
        </p:sp>
        <p:sp>
          <p:nvSpPr>
            <p:cNvPr id="5335" name="dense-map-7-cell-33">
              <a:extLst>
                <a:ext uri="{FF2B5EF4-FFF2-40B4-BE49-F238E27FC236}">
                  <a16:creationId xmlns:a16="http://schemas.microsoft.com/office/drawing/2014/main" id="{334CBFEF-4540-4505-BCAA-1FF16C95AD3E}"/>
                </a:ext>
              </a:extLst>
            </p:cNvPr>
            <p:cNvSpPr>
              <a:spLocks noGrp="1"/>
            </p:cNvSpPr>
            <p:nvPr/>
          </p:nvSpPr>
          <p:spPr>
            <a:xfrm>
              <a:off x="22659975" y="6960394"/>
              <a:ext cx="236680" cy="6096"/>
            </a:xfrm>
            <a:prstGeom prst="rect">
              <a:avLst/>
            </a:prstGeom>
            <a:solidFill>
              <a:srgbClr val="DBE8ED"/>
            </a:solidFill>
            <a:ln w="0">
              <a:noFill/>
              <a:prstDash val="solid"/>
            </a:ln>
          </p:spPr>
        </p:sp>
        <p:sp>
          <p:nvSpPr>
            <p:cNvPr id="5336" name="dense-map-7-cell-32">
              <a:extLst>
                <a:ext uri="{FF2B5EF4-FFF2-40B4-BE49-F238E27FC236}">
                  <a16:creationId xmlns:a16="http://schemas.microsoft.com/office/drawing/2014/main" id="{A48C5D79-69F3-46FE-A0CD-715AD8EA4E2F}"/>
                </a:ext>
              </a:extLst>
            </p:cNvPr>
            <p:cNvSpPr>
              <a:spLocks noGrp="1"/>
            </p:cNvSpPr>
            <p:nvPr/>
          </p:nvSpPr>
          <p:spPr>
            <a:xfrm>
              <a:off x="22659975" y="6966347"/>
              <a:ext cx="236680" cy="6096"/>
            </a:xfrm>
            <a:prstGeom prst="rect">
              <a:avLst/>
            </a:prstGeom>
            <a:solidFill>
              <a:srgbClr val="DBE7ED"/>
            </a:solidFill>
            <a:ln w="0">
              <a:noFill/>
              <a:prstDash val="solid"/>
            </a:ln>
          </p:spPr>
        </p:sp>
        <p:sp>
          <p:nvSpPr>
            <p:cNvPr id="5337" name="dense-map-7-cell-31">
              <a:extLst>
                <a:ext uri="{FF2B5EF4-FFF2-40B4-BE49-F238E27FC236}">
                  <a16:creationId xmlns:a16="http://schemas.microsoft.com/office/drawing/2014/main" id="{A327A2CC-7010-4694-A49F-A578207A780A}"/>
                </a:ext>
              </a:extLst>
            </p:cNvPr>
            <p:cNvSpPr>
              <a:spLocks noGrp="1"/>
            </p:cNvSpPr>
            <p:nvPr/>
          </p:nvSpPr>
          <p:spPr>
            <a:xfrm>
              <a:off x="22659975" y="6972300"/>
              <a:ext cx="236680" cy="6096"/>
            </a:xfrm>
            <a:prstGeom prst="rect">
              <a:avLst/>
            </a:prstGeom>
            <a:solidFill>
              <a:srgbClr val="D7E5EC"/>
            </a:solidFill>
            <a:ln w="0">
              <a:noFill/>
              <a:prstDash val="solid"/>
            </a:ln>
          </p:spPr>
        </p:sp>
        <p:sp>
          <p:nvSpPr>
            <p:cNvPr id="5338" name="dense-map-7-cell-30">
              <a:extLst>
                <a:ext uri="{FF2B5EF4-FFF2-40B4-BE49-F238E27FC236}">
                  <a16:creationId xmlns:a16="http://schemas.microsoft.com/office/drawing/2014/main" id="{60774CE1-556E-4C9F-997A-20951DE2847B}"/>
                </a:ext>
              </a:extLst>
            </p:cNvPr>
            <p:cNvSpPr>
              <a:spLocks noGrp="1"/>
            </p:cNvSpPr>
            <p:nvPr/>
          </p:nvSpPr>
          <p:spPr>
            <a:xfrm>
              <a:off x="22659975" y="6978253"/>
              <a:ext cx="236680" cy="6096"/>
            </a:xfrm>
            <a:prstGeom prst="rect">
              <a:avLst/>
            </a:prstGeom>
            <a:solidFill>
              <a:srgbClr val="CCDFE9"/>
            </a:solidFill>
            <a:ln w="0">
              <a:noFill/>
              <a:prstDash val="solid"/>
            </a:ln>
          </p:spPr>
        </p:sp>
        <p:sp>
          <p:nvSpPr>
            <p:cNvPr id="5339" name="dense-map-7-cell-29">
              <a:extLst>
                <a:ext uri="{FF2B5EF4-FFF2-40B4-BE49-F238E27FC236}">
                  <a16:creationId xmlns:a16="http://schemas.microsoft.com/office/drawing/2014/main" id="{4B088FA5-EAE6-453D-9C09-E4231798245E}"/>
                </a:ext>
              </a:extLst>
            </p:cNvPr>
            <p:cNvSpPr>
              <a:spLocks noGrp="1"/>
            </p:cNvSpPr>
            <p:nvPr/>
          </p:nvSpPr>
          <p:spPr>
            <a:xfrm>
              <a:off x="22659975" y="6984206"/>
              <a:ext cx="236680" cy="6096"/>
            </a:xfrm>
            <a:prstGeom prst="rect">
              <a:avLst/>
            </a:prstGeom>
            <a:solidFill>
              <a:srgbClr val="C2DAE6"/>
            </a:solidFill>
            <a:ln w="0">
              <a:noFill/>
              <a:prstDash val="solid"/>
            </a:ln>
          </p:spPr>
        </p:sp>
        <p:sp>
          <p:nvSpPr>
            <p:cNvPr id="5340" name="dense-map-7-cell-28">
              <a:extLst>
                <a:ext uri="{FF2B5EF4-FFF2-40B4-BE49-F238E27FC236}">
                  <a16:creationId xmlns:a16="http://schemas.microsoft.com/office/drawing/2014/main" id="{6D84C7A2-BA10-435D-B466-B9149814A563}"/>
                </a:ext>
              </a:extLst>
            </p:cNvPr>
            <p:cNvSpPr>
              <a:spLocks noGrp="1"/>
            </p:cNvSpPr>
            <p:nvPr/>
          </p:nvSpPr>
          <p:spPr>
            <a:xfrm>
              <a:off x="22659975" y="6990159"/>
              <a:ext cx="236680" cy="6096"/>
            </a:xfrm>
            <a:prstGeom prst="rect">
              <a:avLst/>
            </a:prstGeom>
            <a:solidFill>
              <a:srgbClr val="B7D4E3"/>
            </a:solidFill>
            <a:ln w="0">
              <a:noFill/>
              <a:prstDash val="solid"/>
            </a:ln>
          </p:spPr>
        </p:sp>
        <p:sp>
          <p:nvSpPr>
            <p:cNvPr id="5341" name="dense-map-7-cell-27">
              <a:extLst>
                <a:ext uri="{FF2B5EF4-FFF2-40B4-BE49-F238E27FC236}">
                  <a16:creationId xmlns:a16="http://schemas.microsoft.com/office/drawing/2014/main" id="{0A3D18CD-E4BA-419A-8BB2-A126B2848266}"/>
                </a:ext>
              </a:extLst>
            </p:cNvPr>
            <p:cNvSpPr>
              <a:spLocks noGrp="1"/>
            </p:cNvSpPr>
            <p:nvPr/>
          </p:nvSpPr>
          <p:spPr>
            <a:xfrm>
              <a:off x="22659975" y="6996113"/>
              <a:ext cx="236680" cy="6096"/>
            </a:xfrm>
            <a:prstGeom prst="rect">
              <a:avLst/>
            </a:prstGeom>
            <a:solidFill>
              <a:srgbClr val="AECFE1"/>
            </a:solidFill>
            <a:ln w="0">
              <a:noFill/>
              <a:prstDash val="solid"/>
            </a:ln>
          </p:spPr>
        </p:sp>
        <p:sp>
          <p:nvSpPr>
            <p:cNvPr id="5342" name="dense-map-7-cell-26">
              <a:extLst>
                <a:ext uri="{FF2B5EF4-FFF2-40B4-BE49-F238E27FC236}">
                  <a16:creationId xmlns:a16="http://schemas.microsoft.com/office/drawing/2014/main" id="{4CDBCAFC-A04C-4FA1-BF1D-26C24A7AD2C3}"/>
                </a:ext>
              </a:extLst>
            </p:cNvPr>
            <p:cNvSpPr>
              <a:spLocks noGrp="1"/>
            </p:cNvSpPr>
            <p:nvPr/>
          </p:nvSpPr>
          <p:spPr>
            <a:xfrm>
              <a:off x="22659975" y="7002066"/>
              <a:ext cx="236680" cy="6096"/>
            </a:xfrm>
            <a:prstGeom prst="rect">
              <a:avLst/>
            </a:prstGeom>
            <a:solidFill>
              <a:srgbClr val="9BC5DC"/>
            </a:solidFill>
            <a:ln w="0">
              <a:noFill/>
              <a:prstDash val="solid"/>
            </a:ln>
          </p:spPr>
        </p:sp>
        <p:sp>
          <p:nvSpPr>
            <p:cNvPr id="5343" name="dense-map-7-cell-25">
              <a:extLst>
                <a:ext uri="{FF2B5EF4-FFF2-40B4-BE49-F238E27FC236}">
                  <a16:creationId xmlns:a16="http://schemas.microsoft.com/office/drawing/2014/main" id="{00993C28-35D5-42BE-9D96-63C1C6F3673D}"/>
                </a:ext>
              </a:extLst>
            </p:cNvPr>
            <p:cNvSpPr>
              <a:spLocks noGrp="1"/>
            </p:cNvSpPr>
            <p:nvPr/>
          </p:nvSpPr>
          <p:spPr>
            <a:xfrm>
              <a:off x="22659975" y="7008019"/>
              <a:ext cx="236680" cy="6096"/>
            </a:xfrm>
            <a:prstGeom prst="rect">
              <a:avLst/>
            </a:prstGeom>
            <a:solidFill>
              <a:srgbClr val="7BB4D3"/>
            </a:solidFill>
            <a:ln w="0">
              <a:noFill/>
              <a:prstDash val="solid"/>
            </a:ln>
          </p:spPr>
        </p:sp>
        <p:sp>
          <p:nvSpPr>
            <p:cNvPr id="5344" name="dense-map-7-cell-24">
              <a:extLst>
                <a:ext uri="{FF2B5EF4-FFF2-40B4-BE49-F238E27FC236}">
                  <a16:creationId xmlns:a16="http://schemas.microsoft.com/office/drawing/2014/main" id="{F467DBC6-D833-47B5-969B-7DE95DE9C8EA}"/>
                </a:ext>
              </a:extLst>
            </p:cNvPr>
            <p:cNvSpPr>
              <a:spLocks noGrp="1"/>
            </p:cNvSpPr>
            <p:nvPr/>
          </p:nvSpPr>
          <p:spPr>
            <a:xfrm>
              <a:off x="22659975" y="7013972"/>
              <a:ext cx="236680" cy="6096"/>
            </a:xfrm>
            <a:prstGeom prst="rect">
              <a:avLst/>
            </a:prstGeom>
            <a:solidFill>
              <a:srgbClr val="5CA3CB"/>
            </a:solidFill>
            <a:ln w="0">
              <a:noFill/>
              <a:prstDash val="solid"/>
            </a:ln>
          </p:spPr>
        </p:sp>
        <p:sp>
          <p:nvSpPr>
            <p:cNvPr id="5345" name="dense-map-7-cell-23">
              <a:extLst>
                <a:ext uri="{FF2B5EF4-FFF2-40B4-BE49-F238E27FC236}">
                  <a16:creationId xmlns:a16="http://schemas.microsoft.com/office/drawing/2014/main" id="{7D796878-7BC6-40A1-9C60-775646C393A9}"/>
                </a:ext>
              </a:extLst>
            </p:cNvPr>
            <p:cNvSpPr>
              <a:spLocks noGrp="1"/>
            </p:cNvSpPr>
            <p:nvPr/>
          </p:nvSpPr>
          <p:spPr>
            <a:xfrm>
              <a:off x="22659975" y="7019925"/>
              <a:ext cx="236680" cy="6096"/>
            </a:xfrm>
            <a:prstGeom prst="rect">
              <a:avLst/>
            </a:prstGeom>
            <a:solidFill>
              <a:srgbClr val="3D92C2"/>
            </a:solidFill>
            <a:ln w="0">
              <a:noFill/>
              <a:prstDash val="solid"/>
            </a:ln>
          </p:spPr>
        </p:sp>
        <p:sp>
          <p:nvSpPr>
            <p:cNvPr id="5346" name="dense-map-7-cell-22">
              <a:extLst>
                <a:ext uri="{FF2B5EF4-FFF2-40B4-BE49-F238E27FC236}">
                  <a16:creationId xmlns:a16="http://schemas.microsoft.com/office/drawing/2014/main" id="{648E63E9-AA87-483B-A5C8-B84B3FC84B5B}"/>
                </a:ext>
              </a:extLst>
            </p:cNvPr>
            <p:cNvSpPr>
              <a:spLocks noGrp="1"/>
            </p:cNvSpPr>
            <p:nvPr/>
          </p:nvSpPr>
          <p:spPr>
            <a:xfrm>
              <a:off x="22659975" y="7025878"/>
              <a:ext cx="236680" cy="6096"/>
            </a:xfrm>
            <a:prstGeom prst="rect">
              <a:avLst/>
            </a:prstGeom>
            <a:solidFill>
              <a:srgbClr val="1F83BA"/>
            </a:solidFill>
            <a:ln w="0">
              <a:noFill/>
              <a:prstDash val="solid"/>
            </a:ln>
          </p:spPr>
        </p:sp>
        <p:sp>
          <p:nvSpPr>
            <p:cNvPr id="5347" name="dense-map-7-cell-21">
              <a:extLst>
                <a:ext uri="{FF2B5EF4-FFF2-40B4-BE49-F238E27FC236}">
                  <a16:creationId xmlns:a16="http://schemas.microsoft.com/office/drawing/2014/main" id="{AE573F87-0A4D-4002-9302-4F4EC29A64BE}"/>
                </a:ext>
              </a:extLst>
            </p:cNvPr>
            <p:cNvSpPr>
              <a:spLocks noGrp="1"/>
            </p:cNvSpPr>
            <p:nvPr/>
          </p:nvSpPr>
          <p:spPr>
            <a:xfrm>
              <a:off x="22659975" y="7031831"/>
              <a:ext cx="236680" cy="6096"/>
            </a:xfrm>
            <a:prstGeom prst="rect">
              <a:avLst/>
            </a:prstGeom>
            <a:solidFill>
              <a:srgbClr val="0A77B5"/>
            </a:solidFill>
            <a:ln w="0">
              <a:noFill/>
              <a:prstDash val="solid"/>
            </a:ln>
          </p:spPr>
        </p:sp>
        <p:sp>
          <p:nvSpPr>
            <p:cNvPr id="5348" name="dense-map-7-cell-20">
              <a:extLst>
                <a:ext uri="{FF2B5EF4-FFF2-40B4-BE49-F238E27FC236}">
                  <a16:creationId xmlns:a16="http://schemas.microsoft.com/office/drawing/2014/main" id="{198C0282-5639-4E93-8BA5-68DF7B6E4A2D}"/>
                </a:ext>
              </a:extLst>
            </p:cNvPr>
            <p:cNvSpPr>
              <a:spLocks noGrp="1"/>
            </p:cNvSpPr>
            <p:nvPr/>
          </p:nvSpPr>
          <p:spPr>
            <a:xfrm>
              <a:off x="22659975" y="7037784"/>
              <a:ext cx="236680" cy="6096"/>
            </a:xfrm>
            <a:prstGeom prst="rect">
              <a:avLst/>
            </a:prstGeom>
            <a:solidFill>
              <a:srgbClr val="0072B2"/>
            </a:solidFill>
            <a:ln w="0">
              <a:noFill/>
              <a:prstDash val="solid"/>
            </a:ln>
          </p:spPr>
        </p:sp>
        <p:sp>
          <p:nvSpPr>
            <p:cNvPr id="5349" name="dense-map-7-cell-19">
              <a:extLst>
                <a:ext uri="{FF2B5EF4-FFF2-40B4-BE49-F238E27FC236}">
                  <a16:creationId xmlns:a16="http://schemas.microsoft.com/office/drawing/2014/main" id="{F4FB2558-8BCE-4195-9278-13E3E428D632}"/>
                </a:ext>
              </a:extLst>
            </p:cNvPr>
            <p:cNvSpPr>
              <a:spLocks noGrp="1"/>
            </p:cNvSpPr>
            <p:nvPr/>
          </p:nvSpPr>
          <p:spPr>
            <a:xfrm>
              <a:off x="22659975" y="7043738"/>
              <a:ext cx="236680" cy="6096"/>
            </a:xfrm>
            <a:prstGeom prst="rect">
              <a:avLst/>
            </a:prstGeom>
            <a:solidFill>
              <a:srgbClr val="0072B2"/>
            </a:solidFill>
            <a:ln w="0">
              <a:noFill/>
              <a:prstDash val="solid"/>
            </a:ln>
          </p:spPr>
        </p:sp>
        <p:sp>
          <p:nvSpPr>
            <p:cNvPr id="5350" name="dense-map-7-cell-18">
              <a:extLst>
                <a:ext uri="{FF2B5EF4-FFF2-40B4-BE49-F238E27FC236}">
                  <a16:creationId xmlns:a16="http://schemas.microsoft.com/office/drawing/2014/main" id="{20140920-341F-4BCB-A2FF-B7F828FE18D0}"/>
                </a:ext>
              </a:extLst>
            </p:cNvPr>
            <p:cNvSpPr>
              <a:spLocks noGrp="1"/>
            </p:cNvSpPr>
            <p:nvPr/>
          </p:nvSpPr>
          <p:spPr>
            <a:xfrm>
              <a:off x="22659975" y="7049691"/>
              <a:ext cx="236680" cy="6096"/>
            </a:xfrm>
            <a:prstGeom prst="rect">
              <a:avLst/>
            </a:prstGeom>
            <a:solidFill>
              <a:srgbClr val="0072B2"/>
            </a:solidFill>
            <a:ln w="0">
              <a:noFill/>
              <a:prstDash val="solid"/>
            </a:ln>
          </p:spPr>
        </p:sp>
        <p:sp>
          <p:nvSpPr>
            <p:cNvPr id="5351" name="dense-map-7-cell-17">
              <a:extLst>
                <a:ext uri="{FF2B5EF4-FFF2-40B4-BE49-F238E27FC236}">
                  <a16:creationId xmlns:a16="http://schemas.microsoft.com/office/drawing/2014/main" id="{1CD27C70-FBF0-4867-A21B-AD9EE2802238}"/>
                </a:ext>
              </a:extLst>
            </p:cNvPr>
            <p:cNvSpPr>
              <a:spLocks noGrp="1"/>
            </p:cNvSpPr>
            <p:nvPr/>
          </p:nvSpPr>
          <p:spPr>
            <a:xfrm>
              <a:off x="22659975" y="7055644"/>
              <a:ext cx="236680" cy="6096"/>
            </a:xfrm>
            <a:prstGeom prst="rect">
              <a:avLst/>
            </a:prstGeom>
            <a:solidFill>
              <a:srgbClr val="0072B2"/>
            </a:solidFill>
            <a:ln w="0">
              <a:noFill/>
              <a:prstDash val="solid"/>
            </a:ln>
          </p:spPr>
        </p:sp>
        <p:sp>
          <p:nvSpPr>
            <p:cNvPr id="5352" name="dense-map-7-cell-16">
              <a:extLst>
                <a:ext uri="{FF2B5EF4-FFF2-40B4-BE49-F238E27FC236}">
                  <a16:creationId xmlns:a16="http://schemas.microsoft.com/office/drawing/2014/main" id="{FB2DA29E-F0D0-48AF-AFAA-0123A22C4815}"/>
                </a:ext>
              </a:extLst>
            </p:cNvPr>
            <p:cNvSpPr>
              <a:spLocks noGrp="1"/>
            </p:cNvSpPr>
            <p:nvPr/>
          </p:nvSpPr>
          <p:spPr>
            <a:xfrm>
              <a:off x="22659975" y="7061597"/>
              <a:ext cx="236680" cy="6096"/>
            </a:xfrm>
            <a:prstGeom prst="rect">
              <a:avLst/>
            </a:prstGeom>
            <a:solidFill>
              <a:srgbClr val="0072B2"/>
            </a:solidFill>
            <a:ln w="0">
              <a:noFill/>
              <a:prstDash val="solid"/>
            </a:ln>
          </p:spPr>
        </p:sp>
        <p:sp>
          <p:nvSpPr>
            <p:cNvPr id="5353" name="dense-map-7-cell-15">
              <a:extLst>
                <a:ext uri="{FF2B5EF4-FFF2-40B4-BE49-F238E27FC236}">
                  <a16:creationId xmlns:a16="http://schemas.microsoft.com/office/drawing/2014/main" id="{B6E1AE14-9C72-47B0-B7DA-FE16DB31CCD1}"/>
                </a:ext>
              </a:extLst>
            </p:cNvPr>
            <p:cNvSpPr>
              <a:spLocks noGrp="1"/>
            </p:cNvSpPr>
            <p:nvPr/>
          </p:nvSpPr>
          <p:spPr>
            <a:xfrm>
              <a:off x="22659975" y="7067550"/>
              <a:ext cx="236680" cy="6096"/>
            </a:xfrm>
            <a:prstGeom prst="rect">
              <a:avLst/>
            </a:prstGeom>
            <a:solidFill>
              <a:srgbClr val="0072B2"/>
            </a:solidFill>
            <a:ln w="0">
              <a:noFill/>
              <a:prstDash val="solid"/>
            </a:ln>
          </p:spPr>
        </p:sp>
        <p:sp>
          <p:nvSpPr>
            <p:cNvPr id="5354" name="dense-map-7-cell-14">
              <a:extLst>
                <a:ext uri="{FF2B5EF4-FFF2-40B4-BE49-F238E27FC236}">
                  <a16:creationId xmlns:a16="http://schemas.microsoft.com/office/drawing/2014/main" id="{54290000-236A-4A14-879B-1E407517B32B}"/>
                </a:ext>
              </a:extLst>
            </p:cNvPr>
            <p:cNvSpPr>
              <a:spLocks noGrp="1"/>
            </p:cNvSpPr>
            <p:nvPr/>
          </p:nvSpPr>
          <p:spPr>
            <a:xfrm>
              <a:off x="22659975" y="7073503"/>
              <a:ext cx="236680" cy="6096"/>
            </a:xfrm>
            <a:prstGeom prst="rect">
              <a:avLst/>
            </a:prstGeom>
            <a:solidFill>
              <a:srgbClr val="0072B2"/>
            </a:solidFill>
            <a:ln w="0">
              <a:noFill/>
              <a:prstDash val="solid"/>
            </a:ln>
          </p:spPr>
        </p:sp>
        <p:sp>
          <p:nvSpPr>
            <p:cNvPr id="5355" name="dense-map-7-cell-13">
              <a:extLst>
                <a:ext uri="{FF2B5EF4-FFF2-40B4-BE49-F238E27FC236}">
                  <a16:creationId xmlns:a16="http://schemas.microsoft.com/office/drawing/2014/main" id="{7D688192-F4EB-4919-8810-827920F5B924}"/>
                </a:ext>
              </a:extLst>
            </p:cNvPr>
            <p:cNvSpPr>
              <a:spLocks noGrp="1"/>
            </p:cNvSpPr>
            <p:nvPr/>
          </p:nvSpPr>
          <p:spPr>
            <a:xfrm>
              <a:off x="22659975" y="7079456"/>
              <a:ext cx="236680" cy="6096"/>
            </a:xfrm>
            <a:prstGeom prst="rect">
              <a:avLst/>
            </a:prstGeom>
            <a:solidFill>
              <a:srgbClr val="0072B2"/>
            </a:solidFill>
            <a:ln w="0">
              <a:noFill/>
              <a:prstDash val="solid"/>
            </a:ln>
          </p:spPr>
        </p:sp>
        <p:sp>
          <p:nvSpPr>
            <p:cNvPr id="5356" name="dense-map-7-cell-12">
              <a:extLst>
                <a:ext uri="{FF2B5EF4-FFF2-40B4-BE49-F238E27FC236}">
                  <a16:creationId xmlns:a16="http://schemas.microsoft.com/office/drawing/2014/main" id="{C3A9AF92-8D38-4817-858C-BADB7CB33107}"/>
                </a:ext>
              </a:extLst>
            </p:cNvPr>
            <p:cNvSpPr>
              <a:spLocks noGrp="1"/>
            </p:cNvSpPr>
            <p:nvPr/>
          </p:nvSpPr>
          <p:spPr>
            <a:xfrm>
              <a:off x="22659975" y="7085409"/>
              <a:ext cx="236680" cy="6096"/>
            </a:xfrm>
            <a:prstGeom prst="rect">
              <a:avLst/>
            </a:prstGeom>
            <a:solidFill>
              <a:srgbClr val="0072B2"/>
            </a:solidFill>
            <a:ln w="0">
              <a:noFill/>
              <a:prstDash val="solid"/>
            </a:ln>
          </p:spPr>
        </p:sp>
        <p:sp>
          <p:nvSpPr>
            <p:cNvPr id="5357" name="dense-map-7-cell-11">
              <a:extLst>
                <a:ext uri="{FF2B5EF4-FFF2-40B4-BE49-F238E27FC236}">
                  <a16:creationId xmlns:a16="http://schemas.microsoft.com/office/drawing/2014/main" id="{A1B9C563-7563-4B12-894C-174A324B9BAD}"/>
                </a:ext>
              </a:extLst>
            </p:cNvPr>
            <p:cNvSpPr>
              <a:spLocks noGrp="1"/>
            </p:cNvSpPr>
            <p:nvPr/>
          </p:nvSpPr>
          <p:spPr>
            <a:xfrm>
              <a:off x="22659975" y="7091363"/>
              <a:ext cx="236680" cy="6096"/>
            </a:xfrm>
            <a:prstGeom prst="rect">
              <a:avLst/>
            </a:prstGeom>
            <a:solidFill>
              <a:srgbClr val="0072B2"/>
            </a:solidFill>
            <a:ln w="0">
              <a:noFill/>
              <a:prstDash val="solid"/>
            </a:ln>
          </p:spPr>
        </p:sp>
        <p:sp>
          <p:nvSpPr>
            <p:cNvPr id="5358" name="dense-map-7-cell-10">
              <a:extLst>
                <a:ext uri="{FF2B5EF4-FFF2-40B4-BE49-F238E27FC236}">
                  <a16:creationId xmlns:a16="http://schemas.microsoft.com/office/drawing/2014/main" id="{4F3C075B-0F54-49DD-9AF4-0A4B95CC2B7D}"/>
                </a:ext>
              </a:extLst>
            </p:cNvPr>
            <p:cNvSpPr>
              <a:spLocks noGrp="1"/>
            </p:cNvSpPr>
            <p:nvPr/>
          </p:nvSpPr>
          <p:spPr>
            <a:xfrm>
              <a:off x="22659975" y="7097316"/>
              <a:ext cx="236680" cy="6096"/>
            </a:xfrm>
            <a:prstGeom prst="rect">
              <a:avLst/>
            </a:prstGeom>
            <a:solidFill>
              <a:srgbClr val="0072B2"/>
            </a:solidFill>
            <a:ln w="0">
              <a:noFill/>
              <a:prstDash val="solid"/>
            </a:ln>
          </p:spPr>
        </p:sp>
        <p:sp>
          <p:nvSpPr>
            <p:cNvPr id="5359" name="dense-map-7-cell-9">
              <a:extLst>
                <a:ext uri="{FF2B5EF4-FFF2-40B4-BE49-F238E27FC236}">
                  <a16:creationId xmlns:a16="http://schemas.microsoft.com/office/drawing/2014/main" id="{20F1D288-998E-43A6-A2BD-E0B1CE4FF57E}"/>
                </a:ext>
              </a:extLst>
            </p:cNvPr>
            <p:cNvSpPr>
              <a:spLocks noGrp="1"/>
            </p:cNvSpPr>
            <p:nvPr/>
          </p:nvSpPr>
          <p:spPr>
            <a:xfrm>
              <a:off x="22659975" y="7103269"/>
              <a:ext cx="236680" cy="6096"/>
            </a:xfrm>
            <a:prstGeom prst="rect">
              <a:avLst/>
            </a:prstGeom>
            <a:solidFill>
              <a:srgbClr val="0776B4"/>
            </a:solidFill>
            <a:ln w="0">
              <a:noFill/>
              <a:prstDash val="solid"/>
            </a:ln>
          </p:spPr>
        </p:sp>
        <p:sp>
          <p:nvSpPr>
            <p:cNvPr id="5360" name="dense-map-7-cell-8">
              <a:extLst>
                <a:ext uri="{FF2B5EF4-FFF2-40B4-BE49-F238E27FC236}">
                  <a16:creationId xmlns:a16="http://schemas.microsoft.com/office/drawing/2014/main" id="{0A8A1B9F-4C79-4AAF-A2E1-7C8AB3486315}"/>
                </a:ext>
              </a:extLst>
            </p:cNvPr>
            <p:cNvSpPr>
              <a:spLocks noGrp="1"/>
            </p:cNvSpPr>
            <p:nvPr/>
          </p:nvSpPr>
          <p:spPr>
            <a:xfrm>
              <a:off x="22659975" y="7109222"/>
              <a:ext cx="236680" cy="6096"/>
            </a:xfrm>
            <a:prstGeom prst="rect">
              <a:avLst/>
            </a:prstGeom>
            <a:solidFill>
              <a:srgbClr val="2586BC"/>
            </a:solidFill>
            <a:ln w="0">
              <a:noFill/>
              <a:prstDash val="solid"/>
            </a:ln>
          </p:spPr>
        </p:sp>
        <p:sp>
          <p:nvSpPr>
            <p:cNvPr id="5361" name="dense-map-7-cell-7">
              <a:extLst>
                <a:ext uri="{FF2B5EF4-FFF2-40B4-BE49-F238E27FC236}">
                  <a16:creationId xmlns:a16="http://schemas.microsoft.com/office/drawing/2014/main" id="{97CDF45B-0FCE-479D-9831-0F602E730326}"/>
                </a:ext>
              </a:extLst>
            </p:cNvPr>
            <p:cNvSpPr>
              <a:spLocks noGrp="1"/>
            </p:cNvSpPr>
            <p:nvPr/>
          </p:nvSpPr>
          <p:spPr>
            <a:xfrm>
              <a:off x="22659975" y="7115175"/>
              <a:ext cx="236680" cy="6096"/>
            </a:xfrm>
            <a:prstGeom prst="rect">
              <a:avLst/>
            </a:prstGeom>
            <a:solidFill>
              <a:srgbClr val="4E9CC7"/>
            </a:solidFill>
            <a:ln w="0">
              <a:noFill/>
              <a:prstDash val="solid"/>
            </a:ln>
          </p:spPr>
        </p:sp>
        <p:sp>
          <p:nvSpPr>
            <p:cNvPr id="5362" name="dense-map-7-cell-6">
              <a:extLst>
                <a:ext uri="{FF2B5EF4-FFF2-40B4-BE49-F238E27FC236}">
                  <a16:creationId xmlns:a16="http://schemas.microsoft.com/office/drawing/2014/main" id="{5A4DB9F4-F146-4A89-B3C5-8CF7B555DDB3}"/>
                </a:ext>
              </a:extLst>
            </p:cNvPr>
            <p:cNvSpPr>
              <a:spLocks noGrp="1"/>
            </p:cNvSpPr>
            <p:nvPr/>
          </p:nvSpPr>
          <p:spPr>
            <a:xfrm>
              <a:off x="22659975" y="7121128"/>
              <a:ext cx="236680" cy="6096"/>
            </a:xfrm>
            <a:prstGeom prst="rect">
              <a:avLst/>
            </a:prstGeom>
            <a:solidFill>
              <a:srgbClr val="7AB3D3"/>
            </a:solidFill>
            <a:ln w="0">
              <a:noFill/>
              <a:prstDash val="solid"/>
            </a:ln>
          </p:spPr>
        </p:sp>
        <p:sp>
          <p:nvSpPr>
            <p:cNvPr id="5363" name="dense-map-7-cell-5">
              <a:extLst>
                <a:ext uri="{FF2B5EF4-FFF2-40B4-BE49-F238E27FC236}">
                  <a16:creationId xmlns:a16="http://schemas.microsoft.com/office/drawing/2014/main" id="{1F9320B4-5781-4AB0-9192-6FEEA9EA2253}"/>
                </a:ext>
              </a:extLst>
            </p:cNvPr>
            <p:cNvSpPr>
              <a:spLocks noGrp="1"/>
            </p:cNvSpPr>
            <p:nvPr/>
          </p:nvSpPr>
          <p:spPr>
            <a:xfrm>
              <a:off x="22659975" y="7127081"/>
              <a:ext cx="236680" cy="6096"/>
            </a:xfrm>
            <a:prstGeom prst="rect">
              <a:avLst/>
            </a:prstGeom>
            <a:solidFill>
              <a:srgbClr val="B3D2E2"/>
            </a:solidFill>
            <a:ln w="0">
              <a:noFill/>
              <a:prstDash val="solid"/>
            </a:ln>
          </p:spPr>
        </p:sp>
        <p:sp>
          <p:nvSpPr>
            <p:cNvPr id="5364" name="dense-map-7-cell-4">
              <a:extLst>
                <a:ext uri="{FF2B5EF4-FFF2-40B4-BE49-F238E27FC236}">
                  <a16:creationId xmlns:a16="http://schemas.microsoft.com/office/drawing/2014/main" id="{5A53E500-5434-45A2-8243-4B97DDAEB05F}"/>
                </a:ext>
              </a:extLst>
            </p:cNvPr>
            <p:cNvSpPr>
              <a:spLocks noGrp="1"/>
            </p:cNvSpPr>
            <p:nvPr/>
          </p:nvSpPr>
          <p:spPr>
            <a:xfrm>
              <a:off x="22659975" y="7133034"/>
              <a:ext cx="236680" cy="6096"/>
            </a:xfrm>
            <a:prstGeom prst="rect">
              <a:avLst/>
            </a:prstGeom>
            <a:solidFill>
              <a:srgbClr val="DCE8ED"/>
            </a:solidFill>
            <a:ln w="0">
              <a:noFill/>
              <a:prstDash val="solid"/>
            </a:ln>
          </p:spPr>
        </p:sp>
        <p:sp>
          <p:nvSpPr>
            <p:cNvPr id="5365" name="dense-map-7-cell-3">
              <a:extLst>
                <a:ext uri="{FF2B5EF4-FFF2-40B4-BE49-F238E27FC236}">
                  <a16:creationId xmlns:a16="http://schemas.microsoft.com/office/drawing/2014/main" id="{898221FD-5432-4C38-836C-53A3D60C119B}"/>
                </a:ext>
              </a:extLst>
            </p:cNvPr>
            <p:cNvSpPr>
              <a:spLocks noGrp="1"/>
            </p:cNvSpPr>
            <p:nvPr/>
          </p:nvSpPr>
          <p:spPr>
            <a:xfrm>
              <a:off x="22659975" y="7138988"/>
              <a:ext cx="236680" cy="6096"/>
            </a:xfrm>
            <a:prstGeom prst="rect">
              <a:avLst/>
            </a:prstGeom>
            <a:solidFill>
              <a:srgbClr val="DCE8ED"/>
            </a:solidFill>
            <a:ln w="0">
              <a:noFill/>
              <a:prstDash val="solid"/>
            </a:ln>
          </p:spPr>
        </p:sp>
        <p:sp>
          <p:nvSpPr>
            <p:cNvPr id="5366" name="dense-map-7-cell-2">
              <a:extLst>
                <a:ext uri="{FF2B5EF4-FFF2-40B4-BE49-F238E27FC236}">
                  <a16:creationId xmlns:a16="http://schemas.microsoft.com/office/drawing/2014/main" id="{B55202E8-43EC-4ECA-B372-DCEED9FDCC5E}"/>
                </a:ext>
              </a:extLst>
            </p:cNvPr>
            <p:cNvSpPr>
              <a:spLocks noGrp="1"/>
            </p:cNvSpPr>
            <p:nvPr/>
          </p:nvSpPr>
          <p:spPr>
            <a:xfrm>
              <a:off x="22659975" y="7144941"/>
              <a:ext cx="236680" cy="6096"/>
            </a:xfrm>
            <a:prstGeom prst="rect">
              <a:avLst/>
            </a:prstGeom>
            <a:solidFill>
              <a:srgbClr val="DCE8ED"/>
            </a:solidFill>
            <a:ln w="0">
              <a:noFill/>
              <a:prstDash val="solid"/>
            </a:ln>
          </p:spPr>
        </p:sp>
        <p:sp>
          <p:nvSpPr>
            <p:cNvPr id="5367" name="dense-map-7-cell-1">
              <a:extLst>
                <a:ext uri="{FF2B5EF4-FFF2-40B4-BE49-F238E27FC236}">
                  <a16:creationId xmlns:a16="http://schemas.microsoft.com/office/drawing/2014/main" id="{85D53E9B-EF82-4E3E-830D-0D1E97F3E70C}"/>
                </a:ext>
              </a:extLst>
            </p:cNvPr>
            <p:cNvSpPr>
              <a:spLocks noGrp="1"/>
            </p:cNvSpPr>
            <p:nvPr/>
          </p:nvSpPr>
          <p:spPr>
            <a:xfrm>
              <a:off x="22659975" y="7150894"/>
              <a:ext cx="236680" cy="6096"/>
            </a:xfrm>
            <a:prstGeom prst="rect">
              <a:avLst/>
            </a:prstGeom>
            <a:solidFill>
              <a:srgbClr val="DCE8ED"/>
            </a:solidFill>
            <a:ln w="0">
              <a:noFill/>
              <a:prstDash val="solid"/>
            </a:ln>
          </p:spPr>
        </p:sp>
        <p:sp>
          <p:nvSpPr>
            <p:cNvPr id="5368" name="dense-map-7-cell-0">
              <a:extLst>
                <a:ext uri="{FF2B5EF4-FFF2-40B4-BE49-F238E27FC236}">
                  <a16:creationId xmlns:a16="http://schemas.microsoft.com/office/drawing/2014/main" id="{0FB2B918-F0AB-481C-83D4-30D37F1DF009}"/>
                </a:ext>
              </a:extLst>
            </p:cNvPr>
            <p:cNvSpPr>
              <a:spLocks noGrp="1"/>
            </p:cNvSpPr>
            <p:nvPr/>
          </p:nvSpPr>
          <p:spPr>
            <a:xfrm>
              <a:off x="22659975" y="7156847"/>
              <a:ext cx="236680" cy="6096"/>
            </a:xfrm>
            <a:prstGeom prst="rect">
              <a:avLst/>
            </a:prstGeom>
            <a:solidFill>
              <a:srgbClr val="DCE8ED"/>
            </a:solidFill>
            <a:ln w="0">
              <a:noFill/>
              <a:prstDash val="solid"/>
            </a:ln>
          </p:spPr>
        </p:sp>
        <p:sp>
          <p:nvSpPr>
            <p:cNvPr id="5369" name="dense-map-6-cell-191">
              <a:extLst>
                <a:ext uri="{FF2B5EF4-FFF2-40B4-BE49-F238E27FC236}">
                  <a16:creationId xmlns:a16="http://schemas.microsoft.com/office/drawing/2014/main" id="{8BB92054-96E0-40C3-9F06-CA86FFB86100}"/>
                </a:ext>
              </a:extLst>
            </p:cNvPr>
            <p:cNvSpPr>
              <a:spLocks noGrp="1"/>
            </p:cNvSpPr>
            <p:nvPr/>
          </p:nvSpPr>
          <p:spPr>
            <a:xfrm>
              <a:off x="22423438" y="6019800"/>
              <a:ext cx="236680" cy="6096"/>
            </a:xfrm>
            <a:prstGeom prst="rect">
              <a:avLst/>
            </a:prstGeom>
            <a:solidFill>
              <a:srgbClr val="DCE8ED"/>
            </a:solidFill>
            <a:ln w="0">
              <a:noFill/>
              <a:prstDash val="solid"/>
            </a:ln>
          </p:spPr>
        </p:sp>
        <p:sp>
          <p:nvSpPr>
            <p:cNvPr id="5370" name="dense-map-6-cell-190">
              <a:extLst>
                <a:ext uri="{FF2B5EF4-FFF2-40B4-BE49-F238E27FC236}">
                  <a16:creationId xmlns:a16="http://schemas.microsoft.com/office/drawing/2014/main" id="{11BE7650-4066-453E-BBAA-71D1680B4552}"/>
                </a:ext>
              </a:extLst>
            </p:cNvPr>
            <p:cNvSpPr>
              <a:spLocks noGrp="1"/>
            </p:cNvSpPr>
            <p:nvPr/>
          </p:nvSpPr>
          <p:spPr>
            <a:xfrm>
              <a:off x="22423438" y="6025753"/>
              <a:ext cx="236680" cy="6096"/>
            </a:xfrm>
            <a:prstGeom prst="rect">
              <a:avLst/>
            </a:prstGeom>
            <a:solidFill>
              <a:srgbClr val="DCE8ED"/>
            </a:solidFill>
            <a:ln w="0">
              <a:noFill/>
              <a:prstDash val="solid"/>
            </a:ln>
          </p:spPr>
        </p:sp>
        <p:sp>
          <p:nvSpPr>
            <p:cNvPr id="5371" name="dense-map-6-cell-189">
              <a:extLst>
                <a:ext uri="{FF2B5EF4-FFF2-40B4-BE49-F238E27FC236}">
                  <a16:creationId xmlns:a16="http://schemas.microsoft.com/office/drawing/2014/main" id="{7A3302BF-A979-4CA2-9EE9-B181582B4497}"/>
                </a:ext>
              </a:extLst>
            </p:cNvPr>
            <p:cNvSpPr>
              <a:spLocks noGrp="1"/>
            </p:cNvSpPr>
            <p:nvPr/>
          </p:nvSpPr>
          <p:spPr>
            <a:xfrm>
              <a:off x="22423438" y="6031706"/>
              <a:ext cx="236680" cy="6096"/>
            </a:xfrm>
            <a:prstGeom prst="rect">
              <a:avLst/>
            </a:prstGeom>
            <a:solidFill>
              <a:srgbClr val="DCE8ED"/>
            </a:solidFill>
            <a:ln w="0">
              <a:noFill/>
              <a:prstDash val="solid"/>
            </a:ln>
          </p:spPr>
        </p:sp>
        <p:sp>
          <p:nvSpPr>
            <p:cNvPr id="5372" name="dense-map-6-cell-188">
              <a:extLst>
                <a:ext uri="{FF2B5EF4-FFF2-40B4-BE49-F238E27FC236}">
                  <a16:creationId xmlns:a16="http://schemas.microsoft.com/office/drawing/2014/main" id="{80091785-62D9-4BA0-8C44-FE5525E7C371}"/>
                </a:ext>
              </a:extLst>
            </p:cNvPr>
            <p:cNvSpPr>
              <a:spLocks noGrp="1"/>
            </p:cNvSpPr>
            <p:nvPr/>
          </p:nvSpPr>
          <p:spPr>
            <a:xfrm>
              <a:off x="22423438" y="6037659"/>
              <a:ext cx="236680" cy="6096"/>
            </a:xfrm>
            <a:prstGeom prst="rect">
              <a:avLst/>
            </a:prstGeom>
            <a:solidFill>
              <a:srgbClr val="DCE8ED"/>
            </a:solidFill>
            <a:ln w="0">
              <a:noFill/>
              <a:prstDash val="solid"/>
            </a:ln>
          </p:spPr>
        </p:sp>
        <p:sp>
          <p:nvSpPr>
            <p:cNvPr id="5373" name="dense-map-6-cell-187">
              <a:extLst>
                <a:ext uri="{FF2B5EF4-FFF2-40B4-BE49-F238E27FC236}">
                  <a16:creationId xmlns:a16="http://schemas.microsoft.com/office/drawing/2014/main" id="{3193F61C-C25B-445E-8B49-230CD659ADE6}"/>
                </a:ext>
              </a:extLst>
            </p:cNvPr>
            <p:cNvSpPr>
              <a:spLocks noGrp="1"/>
            </p:cNvSpPr>
            <p:nvPr/>
          </p:nvSpPr>
          <p:spPr>
            <a:xfrm>
              <a:off x="22423438" y="6043613"/>
              <a:ext cx="236680" cy="6096"/>
            </a:xfrm>
            <a:prstGeom prst="rect">
              <a:avLst/>
            </a:prstGeom>
            <a:solidFill>
              <a:srgbClr val="DCE7ED"/>
            </a:solidFill>
            <a:ln w="0">
              <a:noFill/>
              <a:prstDash val="solid"/>
            </a:ln>
          </p:spPr>
        </p:sp>
        <p:sp>
          <p:nvSpPr>
            <p:cNvPr id="5374" name="dense-map-6-cell-186">
              <a:extLst>
                <a:ext uri="{FF2B5EF4-FFF2-40B4-BE49-F238E27FC236}">
                  <a16:creationId xmlns:a16="http://schemas.microsoft.com/office/drawing/2014/main" id="{633D211F-52F4-44C3-9FC4-B938BEEF679F}"/>
                </a:ext>
              </a:extLst>
            </p:cNvPr>
            <p:cNvSpPr>
              <a:spLocks noGrp="1"/>
            </p:cNvSpPr>
            <p:nvPr/>
          </p:nvSpPr>
          <p:spPr>
            <a:xfrm>
              <a:off x="22423438" y="6049566"/>
              <a:ext cx="236680" cy="6096"/>
            </a:xfrm>
            <a:prstGeom prst="rect">
              <a:avLst/>
            </a:prstGeom>
            <a:solidFill>
              <a:srgbClr val="D6C0D4"/>
            </a:solidFill>
            <a:ln w="0">
              <a:noFill/>
              <a:prstDash val="solid"/>
            </a:ln>
          </p:spPr>
        </p:sp>
        <p:sp>
          <p:nvSpPr>
            <p:cNvPr id="5375" name="dense-map-6-cell-185">
              <a:extLst>
                <a:ext uri="{FF2B5EF4-FFF2-40B4-BE49-F238E27FC236}">
                  <a16:creationId xmlns:a16="http://schemas.microsoft.com/office/drawing/2014/main" id="{CB0E203D-8066-4496-A053-0DE02D92DECE}"/>
                </a:ext>
              </a:extLst>
            </p:cNvPr>
            <p:cNvSpPr>
              <a:spLocks noGrp="1"/>
            </p:cNvSpPr>
            <p:nvPr/>
          </p:nvSpPr>
          <p:spPr>
            <a:xfrm>
              <a:off x="22423438" y="6055519"/>
              <a:ext cx="236680" cy="6096"/>
            </a:xfrm>
            <a:prstGeom prst="rect">
              <a:avLst/>
            </a:prstGeom>
            <a:solidFill>
              <a:srgbClr val="D096B9"/>
            </a:solidFill>
            <a:ln w="0">
              <a:noFill/>
              <a:prstDash val="solid"/>
            </a:ln>
          </p:spPr>
        </p:sp>
        <p:sp>
          <p:nvSpPr>
            <p:cNvPr id="5376" name="dense-map-6-cell-184">
              <a:extLst>
                <a:ext uri="{FF2B5EF4-FFF2-40B4-BE49-F238E27FC236}">
                  <a16:creationId xmlns:a16="http://schemas.microsoft.com/office/drawing/2014/main" id="{54BEC99E-D563-43D4-B01E-8DBA3B0E3FA4}"/>
                </a:ext>
              </a:extLst>
            </p:cNvPr>
            <p:cNvSpPr>
              <a:spLocks noGrp="1"/>
            </p:cNvSpPr>
            <p:nvPr/>
          </p:nvSpPr>
          <p:spPr>
            <a:xfrm>
              <a:off x="22423438" y="6061472"/>
              <a:ext cx="236680" cy="6096"/>
            </a:xfrm>
            <a:prstGeom prst="rect">
              <a:avLst/>
            </a:prstGeom>
            <a:solidFill>
              <a:srgbClr val="CE85AF"/>
            </a:solidFill>
            <a:ln w="0">
              <a:noFill/>
              <a:prstDash val="solid"/>
            </a:ln>
          </p:spPr>
        </p:sp>
        <p:sp>
          <p:nvSpPr>
            <p:cNvPr id="5377" name="dense-map-6-cell-183">
              <a:extLst>
                <a:ext uri="{FF2B5EF4-FFF2-40B4-BE49-F238E27FC236}">
                  <a16:creationId xmlns:a16="http://schemas.microsoft.com/office/drawing/2014/main" id="{9241C6EE-5FE9-4BEA-99C5-06813C434738}"/>
                </a:ext>
              </a:extLst>
            </p:cNvPr>
            <p:cNvSpPr>
              <a:spLocks noGrp="1"/>
            </p:cNvSpPr>
            <p:nvPr/>
          </p:nvSpPr>
          <p:spPr>
            <a:xfrm>
              <a:off x="22423438" y="6067425"/>
              <a:ext cx="236680" cy="6096"/>
            </a:xfrm>
            <a:prstGeom prst="rect">
              <a:avLst/>
            </a:prstGeom>
            <a:solidFill>
              <a:srgbClr val="CC7CA9"/>
            </a:solidFill>
            <a:ln w="0">
              <a:noFill/>
              <a:prstDash val="solid"/>
            </a:ln>
          </p:spPr>
        </p:sp>
        <p:sp>
          <p:nvSpPr>
            <p:cNvPr id="5378" name="dense-map-6-cell-182">
              <a:extLst>
                <a:ext uri="{FF2B5EF4-FFF2-40B4-BE49-F238E27FC236}">
                  <a16:creationId xmlns:a16="http://schemas.microsoft.com/office/drawing/2014/main" id="{8CB4CF73-E34A-41C0-A14A-901FA525DE28}"/>
                </a:ext>
              </a:extLst>
            </p:cNvPr>
            <p:cNvSpPr>
              <a:spLocks noGrp="1"/>
            </p:cNvSpPr>
            <p:nvPr/>
          </p:nvSpPr>
          <p:spPr>
            <a:xfrm>
              <a:off x="22423438" y="6073378"/>
              <a:ext cx="236680" cy="6096"/>
            </a:xfrm>
            <a:prstGeom prst="rect">
              <a:avLst/>
            </a:prstGeom>
            <a:solidFill>
              <a:srgbClr val="CC79A7"/>
            </a:solidFill>
            <a:ln w="0">
              <a:noFill/>
              <a:prstDash val="solid"/>
            </a:ln>
          </p:spPr>
        </p:sp>
        <p:sp>
          <p:nvSpPr>
            <p:cNvPr id="5379" name="dense-map-6-cell-181">
              <a:extLst>
                <a:ext uri="{FF2B5EF4-FFF2-40B4-BE49-F238E27FC236}">
                  <a16:creationId xmlns:a16="http://schemas.microsoft.com/office/drawing/2014/main" id="{F121F699-B2D9-4F34-89DA-F14D840FDA43}"/>
                </a:ext>
              </a:extLst>
            </p:cNvPr>
            <p:cNvSpPr>
              <a:spLocks noGrp="1"/>
            </p:cNvSpPr>
            <p:nvPr/>
          </p:nvSpPr>
          <p:spPr>
            <a:xfrm>
              <a:off x="22423438" y="6079331"/>
              <a:ext cx="236680" cy="6096"/>
            </a:xfrm>
            <a:prstGeom prst="rect">
              <a:avLst/>
            </a:prstGeom>
            <a:solidFill>
              <a:srgbClr val="CC79A7"/>
            </a:solidFill>
            <a:ln w="0">
              <a:noFill/>
              <a:prstDash val="solid"/>
            </a:ln>
          </p:spPr>
        </p:sp>
        <p:sp>
          <p:nvSpPr>
            <p:cNvPr id="5380" name="dense-map-6-cell-180">
              <a:extLst>
                <a:ext uri="{FF2B5EF4-FFF2-40B4-BE49-F238E27FC236}">
                  <a16:creationId xmlns:a16="http://schemas.microsoft.com/office/drawing/2014/main" id="{B710E689-5098-41EC-BB9B-AF2704C7C6A7}"/>
                </a:ext>
              </a:extLst>
            </p:cNvPr>
            <p:cNvSpPr>
              <a:spLocks noGrp="1"/>
            </p:cNvSpPr>
            <p:nvPr/>
          </p:nvSpPr>
          <p:spPr>
            <a:xfrm>
              <a:off x="22423438" y="6085284"/>
              <a:ext cx="236680" cy="6096"/>
            </a:xfrm>
            <a:prstGeom prst="rect">
              <a:avLst/>
            </a:prstGeom>
            <a:solidFill>
              <a:srgbClr val="CC79A7"/>
            </a:solidFill>
            <a:ln w="0">
              <a:noFill/>
              <a:prstDash val="solid"/>
            </a:ln>
          </p:spPr>
        </p:sp>
        <p:sp>
          <p:nvSpPr>
            <p:cNvPr id="5381" name="dense-map-6-cell-179">
              <a:extLst>
                <a:ext uri="{FF2B5EF4-FFF2-40B4-BE49-F238E27FC236}">
                  <a16:creationId xmlns:a16="http://schemas.microsoft.com/office/drawing/2014/main" id="{0A5C791B-F5E1-4661-8770-4C0FDCDE9FD5}"/>
                </a:ext>
              </a:extLst>
            </p:cNvPr>
            <p:cNvSpPr>
              <a:spLocks noGrp="1"/>
            </p:cNvSpPr>
            <p:nvPr/>
          </p:nvSpPr>
          <p:spPr>
            <a:xfrm>
              <a:off x="22423438" y="6091238"/>
              <a:ext cx="236680" cy="6096"/>
            </a:xfrm>
            <a:prstGeom prst="rect">
              <a:avLst/>
            </a:prstGeom>
            <a:solidFill>
              <a:srgbClr val="CC79A7"/>
            </a:solidFill>
            <a:ln w="0">
              <a:noFill/>
              <a:prstDash val="solid"/>
            </a:ln>
          </p:spPr>
        </p:sp>
        <p:sp>
          <p:nvSpPr>
            <p:cNvPr id="5382" name="dense-map-6-cell-178">
              <a:extLst>
                <a:ext uri="{FF2B5EF4-FFF2-40B4-BE49-F238E27FC236}">
                  <a16:creationId xmlns:a16="http://schemas.microsoft.com/office/drawing/2014/main" id="{F5183A67-1D8A-445E-80B8-093C36D5ED30}"/>
                </a:ext>
              </a:extLst>
            </p:cNvPr>
            <p:cNvSpPr>
              <a:spLocks noGrp="1"/>
            </p:cNvSpPr>
            <p:nvPr/>
          </p:nvSpPr>
          <p:spPr>
            <a:xfrm>
              <a:off x="22423438" y="6097191"/>
              <a:ext cx="236680" cy="6096"/>
            </a:xfrm>
            <a:prstGeom prst="rect">
              <a:avLst/>
            </a:prstGeom>
            <a:solidFill>
              <a:srgbClr val="CC79A7"/>
            </a:solidFill>
            <a:ln w="0">
              <a:noFill/>
              <a:prstDash val="solid"/>
            </a:ln>
          </p:spPr>
        </p:sp>
        <p:sp>
          <p:nvSpPr>
            <p:cNvPr id="5383" name="dense-map-6-cell-177">
              <a:extLst>
                <a:ext uri="{FF2B5EF4-FFF2-40B4-BE49-F238E27FC236}">
                  <a16:creationId xmlns:a16="http://schemas.microsoft.com/office/drawing/2014/main" id="{A79D6D90-2497-4508-9212-CA9CADB1D157}"/>
                </a:ext>
              </a:extLst>
            </p:cNvPr>
            <p:cNvSpPr>
              <a:spLocks noGrp="1"/>
            </p:cNvSpPr>
            <p:nvPr/>
          </p:nvSpPr>
          <p:spPr>
            <a:xfrm>
              <a:off x="22423438" y="6103144"/>
              <a:ext cx="236680" cy="6096"/>
            </a:xfrm>
            <a:prstGeom prst="rect">
              <a:avLst/>
            </a:prstGeom>
            <a:solidFill>
              <a:srgbClr val="CC79A7"/>
            </a:solidFill>
            <a:ln w="0">
              <a:noFill/>
              <a:prstDash val="solid"/>
            </a:ln>
          </p:spPr>
        </p:sp>
        <p:sp>
          <p:nvSpPr>
            <p:cNvPr id="5384" name="dense-map-6-cell-176">
              <a:extLst>
                <a:ext uri="{FF2B5EF4-FFF2-40B4-BE49-F238E27FC236}">
                  <a16:creationId xmlns:a16="http://schemas.microsoft.com/office/drawing/2014/main" id="{D230B3AE-940F-453F-A66A-69E4CA369B92}"/>
                </a:ext>
              </a:extLst>
            </p:cNvPr>
            <p:cNvSpPr>
              <a:spLocks noGrp="1"/>
            </p:cNvSpPr>
            <p:nvPr/>
          </p:nvSpPr>
          <p:spPr>
            <a:xfrm>
              <a:off x="22423438" y="6109097"/>
              <a:ext cx="236680" cy="6096"/>
            </a:xfrm>
            <a:prstGeom prst="rect">
              <a:avLst/>
            </a:prstGeom>
            <a:solidFill>
              <a:srgbClr val="CC79A7"/>
            </a:solidFill>
            <a:ln w="0">
              <a:noFill/>
              <a:prstDash val="solid"/>
            </a:ln>
          </p:spPr>
        </p:sp>
        <p:sp>
          <p:nvSpPr>
            <p:cNvPr id="5385" name="dense-map-6-cell-175">
              <a:extLst>
                <a:ext uri="{FF2B5EF4-FFF2-40B4-BE49-F238E27FC236}">
                  <a16:creationId xmlns:a16="http://schemas.microsoft.com/office/drawing/2014/main" id="{41AC253D-F441-47AA-AFE2-DA6914284295}"/>
                </a:ext>
              </a:extLst>
            </p:cNvPr>
            <p:cNvSpPr>
              <a:spLocks noGrp="1"/>
            </p:cNvSpPr>
            <p:nvPr/>
          </p:nvSpPr>
          <p:spPr>
            <a:xfrm>
              <a:off x="22423438" y="6115050"/>
              <a:ext cx="236680" cy="6096"/>
            </a:xfrm>
            <a:prstGeom prst="rect">
              <a:avLst/>
            </a:prstGeom>
            <a:solidFill>
              <a:srgbClr val="CC7AA7"/>
            </a:solidFill>
            <a:ln w="0">
              <a:noFill/>
              <a:prstDash val="solid"/>
            </a:ln>
          </p:spPr>
        </p:sp>
        <p:sp>
          <p:nvSpPr>
            <p:cNvPr id="5386" name="dense-map-6-cell-174">
              <a:extLst>
                <a:ext uri="{FF2B5EF4-FFF2-40B4-BE49-F238E27FC236}">
                  <a16:creationId xmlns:a16="http://schemas.microsoft.com/office/drawing/2014/main" id="{A383DDF4-10E5-4096-87C5-70F9A1E47E43}"/>
                </a:ext>
              </a:extLst>
            </p:cNvPr>
            <p:cNvSpPr>
              <a:spLocks noGrp="1"/>
            </p:cNvSpPr>
            <p:nvPr/>
          </p:nvSpPr>
          <p:spPr>
            <a:xfrm>
              <a:off x="22423438" y="6121003"/>
              <a:ext cx="236680" cy="6096"/>
            </a:xfrm>
            <a:prstGeom prst="rect">
              <a:avLst/>
            </a:prstGeom>
            <a:solidFill>
              <a:srgbClr val="CD7EAA"/>
            </a:solidFill>
            <a:ln w="0">
              <a:noFill/>
              <a:prstDash val="solid"/>
            </a:ln>
          </p:spPr>
        </p:sp>
        <p:sp>
          <p:nvSpPr>
            <p:cNvPr id="5387" name="dense-map-6-cell-173">
              <a:extLst>
                <a:ext uri="{FF2B5EF4-FFF2-40B4-BE49-F238E27FC236}">
                  <a16:creationId xmlns:a16="http://schemas.microsoft.com/office/drawing/2014/main" id="{78EC5034-EF92-4CAE-9448-2FA7C1689FD9}"/>
                </a:ext>
              </a:extLst>
            </p:cNvPr>
            <p:cNvSpPr>
              <a:spLocks noGrp="1"/>
            </p:cNvSpPr>
            <p:nvPr/>
          </p:nvSpPr>
          <p:spPr>
            <a:xfrm>
              <a:off x="22423438" y="6126956"/>
              <a:ext cx="236680" cy="6096"/>
            </a:xfrm>
            <a:prstGeom prst="rect">
              <a:avLst/>
            </a:prstGeom>
            <a:solidFill>
              <a:srgbClr val="CF8BB2"/>
            </a:solidFill>
            <a:ln w="0">
              <a:noFill/>
              <a:prstDash val="solid"/>
            </a:ln>
          </p:spPr>
        </p:sp>
        <p:sp>
          <p:nvSpPr>
            <p:cNvPr id="5388" name="dense-map-6-cell-172">
              <a:extLst>
                <a:ext uri="{FF2B5EF4-FFF2-40B4-BE49-F238E27FC236}">
                  <a16:creationId xmlns:a16="http://schemas.microsoft.com/office/drawing/2014/main" id="{14F0A320-6913-4189-8E33-A3C04ACE3E08}"/>
                </a:ext>
              </a:extLst>
            </p:cNvPr>
            <p:cNvSpPr>
              <a:spLocks noGrp="1"/>
            </p:cNvSpPr>
            <p:nvPr/>
          </p:nvSpPr>
          <p:spPr>
            <a:xfrm>
              <a:off x="22423438" y="6132909"/>
              <a:ext cx="236680" cy="6096"/>
            </a:xfrm>
            <a:prstGeom prst="rect">
              <a:avLst/>
            </a:prstGeom>
            <a:solidFill>
              <a:srgbClr val="D19EBE"/>
            </a:solidFill>
            <a:ln w="0">
              <a:noFill/>
              <a:prstDash val="solid"/>
            </a:ln>
          </p:spPr>
        </p:sp>
        <p:sp>
          <p:nvSpPr>
            <p:cNvPr id="5389" name="dense-map-6-cell-171">
              <a:extLst>
                <a:ext uri="{FF2B5EF4-FFF2-40B4-BE49-F238E27FC236}">
                  <a16:creationId xmlns:a16="http://schemas.microsoft.com/office/drawing/2014/main" id="{34753DD8-6AB4-4524-812A-426F717881EE}"/>
                </a:ext>
              </a:extLst>
            </p:cNvPr>
            <p:cNvSpPr>
              <a:spLocks noGrp="1"/>
            </p:cNvSpPr>
            <p:nvPr/>
          </p:nvSpPr>
          <p:spPr>
            <a:xfrm>
              <a:off x="22423438" y="6138863"/>
              <a:ext cx="236680" cy="6096"/>
            </a:xfrm>
            <a:prstGeom prst="rect">
              <a:avLst/>
            </a:prstGeom>
            <a:solidFill>
              <a:srgbClr val="D4B3CB"/>
            </a:solidFill>
            <a:ln w="0">
              <a:noFill/>
              <a:prstDash val="solid"/>
            </a:ln>
          </p:spPr>
        </p:sp>
        <p:sp>
          <p:nvSpPr>
            <p:cNvPr id="5390" name="dense-map-6-cell-170">
              <a:extLst>
                <a:ext uri="{FF2B5EF4-FFF2-40B4-BE49-F238E27FC236}">
                  <a16:creationId xmlns:a16="http://schemas.microsoft.com/office/drawing/2014/main" id="{E16F9812-6F54-4CE7-A2B8-BF75507A4D04}"/>
                </a:ext>
              </a:extLst>
            </p:cNvPr>
            <p:cNvSpPr>
              <a:spLocks noGrp="1"/>
            </p:cNvSpPr>
            <p:nvPr/>
          </p:nvSpPr>
          <p:spPr>
            <a:xfrm>
              <a:off x="22423438" y="6144816"/>
              <a:ext cx="236680" cy="6096"/>
            </a:xfrm>
            <a:prstGeom prst="rect">
              <a:avLst/>
            </a:prstGeom>
            <a:solidFill>
              <a:srgbClr val="D7C8D9"/>
            </a:solidFill>
            <a:ln w="0">
              <a:noFill/>
              <a:prstDash val="solid"/>
            </a:ln>
          </p:spPr>
        </p:sp>
        <p:sp>
          <p:nvSpPr>
            <p:cNvPr id="5391" name="dense-map-6-cell-169">
              <a:extLst>
                <a:ext uri="{FF2B5EF4-FFF2-40B4-BE49-F238E27FC236}">
                  <a16:creationId xmlns:a16="http://schemas.microsoft.com/office/drawing/2014/main" id="{5119DBCA-DBC9-4365-B623-58CE8B0C368B}"/>
                </a:ext>
              </a:extLst>
            </p:cNvPr>
            <p:cNvSpPr>
              <a:spLocks noGrp="1"/>
            </p:cNvSpPr>
            <p:nvPr/>
          </p:nvSpPr>
          <p:spPr>
            <a:xfrm>
              <a:off x="22423438" y="6150769"/>
              <a:ext cx="236680" cy="6096"/>
            </a:xfrm>
            <a:prstGeom prst="rect">
              <a:avLst/>
            </a:prstGeom>
            <a:solidFill>
              <a:srgbClr val="DADDE6"/>
            </a:solidFill>
            <a:ln w="0">
              <a:noFill/>
              <a:prstDash val="solid"/>
            </a:ln>
          </p:spPr>
        </p:sp>
        <p:sp>
          <p:nvSpPr>
            <p:cNvPr id="5392" name="dense-map-6-cell-168">
              <a:extLst>
                <a:ext uri="{FF2B5EF4-FFF2-40B4-BE49-F238E27FC236}">
                  <a16:creationId xmlns:a16="http://schemas.microsoft.com/office/drawing/2014/main" id="{D353A02B-46D3-48CD-859C-AA4881C8AE32}"/>
                </a:ext>
              </a:extLst>
            </p:cNvPr>
            <p:cNvSpPr>
              <a:spLocks noGrp="1"/>
            </p:cNvSpPr>
            <p:nvPr/>
          </p:nvSpPr>
          <p:spPr>
            <a:xfrm>
              <a:off x="22423438" y="6156722"/>
              <a:ext cx="236680" cy="6096"/>
            </a:xfrm>
            <a:prstGeom prst="rect">
              <a:avLst/>
            </a:prstGeom>
            <a:solidFill>
              <a:srgbClr val="DCE7EC"/>
            </a:solidFill>
            <a:ln w="0">
              <a:noFill/>
              <a:prstDash val="solid"/>
            </a:ln>
          </p:spPr>
        </p:sp>
        <p:sp>
          <p:nvSpPr>
            <p:cNvPr id="5393" name="dense-map-6-cell-167">
              <a:extLst>
                <a:ext uri="{FF2B5EF4-FFF2-40B4-BE49-F238E27FC236}">
                  <a16:creationId xmlns:a16="http://schemas.microsoft.com/office/drawing/2014/main" id="{5E6259E1-0464-4F79-B461-52D18F6340E2}"/>
                </a:ext>
              </a:extLst>
            </p:cNvPr>
            <p:cNvSpPr>
              <a:spLocks noGrp="1"/>
            </p:cNvSpPr>
            <p:nvPr/>
          </p:nvSpPr>
          <p:spPr>
            <a:xfrm>
              <a:off x="22423438" y="6162675"/>
              <a:ext cx="236680" cy="6096"/>
            </a:xfrm>
            <a:prstGeom prst="rect">
              <a:avLst/>
            </a:prstGeom>
            <a:solidFill>
              <a:srgbClr val="DCE8ED"/>
            </a:solidFill>
            <a:ln w="0">
              <a:noFill/>
              <a:prstDash val="solid"/>
            </a:ln>
          </p:spPr>
        </p:sp>
        <p:sp>
          <p:nvSpPr>
            <p:cNvPr id="5394" name="dense-map-6-cell-166">
              <a:extLst>
                <a:ext uri="{FF2B5EF4-FFF2-40B4-BE49-F238E27FC236}">
                  <a16:creationId xmlns:a16="http://schemas.microsoft.com/office/drawing/2014/main" id="{AD28B77B-1108-4B13-9CFA-12E5E2386042}"/>
                </a:ext>
              </a:extLst>
            </p:cNvPr>
            <p:cNvSpPr>
              <a:spLocks noGrp="1"/>
            </p:cNvSpPr>
            <p:nvPr/>
          </p:nvSpPr>
          <p:spPr>
            <a:xfrm>
              <a:off x="22423438" y="6168628"/>
              <a:ext cx="236680" cy="6096"/>
            </a:xfrm>
            <a:prstGeom prst="rect">
              <a:avLst/>
            </a:prstGeom>
            <a:solidFill>
              <a:srgbClr val="DCE8ED"/>
            </a:solidFill>
            <a:ln w="0">
              <a:noFill/>
              <a:prstDash val="solid"/>
            </a:ln>
          </p:spPr>
        </p:sp>
        <p:sp>
          <p:nvSpPr>
            <p:cNvPr id="5395" name="dense-map-6-cell-165">
              <a:extLst>
                <a:ext uri="{FF2B5EF4-FFF2-40B4-BE49-F238E27FC236}">
                  <a16:creationId xmlns:a16="http://schemas.microsoft.com/office/drawing/2014/main" id="{C60CEA8E-084C-4BCE-B5EB-2255F5F9E15A}"/>
                </a:ext>
              </a:extLst>
            </p:cNvPr>
            <p:cNvSpPr>
              <a:spLocks noGrp="1"/>
            </p:cNvSpPr>
            <p:nvPr/>
          </p:nvSpPr>
          <p:spPr>
            <a:xfrm>
              <a:off x="22423438" y="6174581"/>
              <a:ext cx="236680" cy="6096"/>
            </a:xfrm>
            <a:prstGeom prst="rect">
              <a:avLst/>
            </a:prstGeom>
            <a:solidFill>
              <a:srgbClr val="DCE8ED"/>
            </a:solidFill>
            <a:ln w="0">
              <a:noFill/>
              <a:prstDash val="solid"/>
            </a:ln>
          </p:spPr>
        </p:sp>
        <p:sp>
          <p:nvSpPr>
            <p:cNvPr id="5396" name="dense-map-6-cell-164">
              <a:extLst>
                <a:ext uri="{FF2B5EF4-FFF2-40B4-BE49-F238E27FC236}">
                  <a16:creationId xmlns:a16="http://schemas.microsoft.com/office/drawing/2014/main" id="{5A5AF4BB-9AAB-4C5E-AAD1-95491068ED1B}"/>
                </a:ext>
              </a:extLst>
            </p:cNvPr>
            <p:cNvSpPr>
              <a:spLocks noGrp="1"/>
            </p:cNvSpPr>
            <p:nvPr/>
          </p:nvSpPr>
          <p:spPr>
            <a:xfrm>
              <a:off x="22423438" y="6180534"/>
              <a:ext cx="236680" cy="6096"/>
            </a:xfrm>
            <a:prstGeom prst="rect">
              <a:avLst/>
            </a:prstGeom>
            <a:solidFill>
              <a:srgbClr val="DCE8ED"/>
            </a:solidFill>
            <a:ln w="0">
              <a:noFill/>
              <a:prstDash val="solid"/>
            </a:ln>
          </p:spPr>
        </p:sp>
        <p:sp>
          <p:nvSpPr>
            <p:cNvPr id="5397" name="dense-map-6-cell-163">
              <a:extLst>
                <a:ext uri="{FF2B5EF4-FFF2-40B4-BE49-F238E27FC236}">
                  <a16:creationId xmlns:a16="http://schemas.microsoft.com/office/drawing/2014/main" id="{158DFC18-3CC7-46D3-95ED-C396001741F1}"/>
                </a:ext>
              </a:extLst>
            </p:cNvPr>
            <p:cNvSpPr>
              <a:spLocks noGrp="1"/>
            </p:cNvSpPr>
            <p:nvPr/>
          </p:nvSpPr>
          <p:spPr>
            <a:xfrm>
              <a:off x="22423438" y="6186488"/>
              <a:ext cx="236680" cy="6096"/>
            </a:xfrm>
            <a:prstGeom prst="rect">
              <a:avLst/>
            </a:prstGeom>
            <a:solidFill>
              <a:srgbClr val="DCE8ED"/>
            </a:solidFill>
            <a:ln w="0">
              <a:noFill/>
              <a:prstDash val="solid"/>
            </a:ln>
          </p:spPr>
        </p:sp>
        <p:sp>
          <p:nvSpPr>
            <p:cNvPr id="5398" name="dense-map-6-cell-162">
              <a:extLst>
                <a:ext uri="{FF2B5EF4-FFF2-40B4-BE49-F238E27FC236}">
                  <a16:creationId xmlns:a16="http://schemas.microsoft.com/office/drawing/2014/main" id="{CB579F38-2F98-42EB-80A0-702F74E9C5F0}"/>
                </a:ext>
              </a:extLst>
            </p:cNvPr>
            <p:cNvSpPr>
              <a:spLocks noGrp="1"/>
            </p:cNvSpPr>
            <p:nvPr/>
          </p:nvSpPr>
          <p:spPr>
            <a:xfrm>
              <a:off x="22423438" y="6192441"/>
              <a:ext cx="236680" cy="6096"/>
            </a:xfrm>
            <a:prstGeom prst="rect">
              <a:avLst/>
            </a:prstGeom>
            <a:solidFill>
              <a:srgbClr val="DCE8ED"/>
            </a:solidFill>
            <a:ln w="0">
              <a:noFill/>
              <a:prstDash val="solid"/>
            </a:ln>
          </p:spPr>
        </p:sp>
        <p:sp>
          <p:nvSpPr>
            <p:cNvPr id="5399" name="dense-map-6-cell-161">
              <a:extLst>
                <a:ext uri="{FF2B5EF4-FFF2-40B4-BE49-F238E27FC236}">
                  <a16:creationId xmlns:a16="http://schemas.microsoft.com/office/drawing/2014/main" id="{996C987E-15F8-47AB-9E90-46A941C4EB46}"/>
                </a:ext>
              </a:extLst>
            </p:cNvPr>
            <p:cNvSpPr>
              <a:spLocks noGrp="1"/>
            </p:cNvSpPr>
            <p:nvPr/>
          </p:nvSpPr>
          <p:spPr>
            <a:xfrm>
              <a:off x="22423438" y="6198394"/>
              <a:ext cx="236680" cy="6096"/>
            </a:xfrm>
            <a:prstGeom prst="rect">
              <a:avLst/>
            </a:prstGeom>
            <a:solidFill>
              <a:srgbClr val="DCE8ED"/>
            </a:solidFill>
            <a:ln w="0">
              <a:noFill/>
              <a:prstDash val="solid"/>
            </a:ln>
          </p:spPr>
        </p:sp>
        <p:sp>
          <p:nvSpPr>
            <p:cNvPr id="5400" name="dense-map-6-cell-160">
              <a:extLst>
                <a:ext uri="{FF2B5EF4-FFF2-40B4-BE49-F238E27FC236}">
                  <a16:creationId xmlns:a16="http://schemas.microsoft.com/office/drawing/2014/main" id="{11E665BB-E625-4114-9F03-B35FDA1442A0}"/>
                </a:ext>
              </a:extLst>
            </p:cNvPr>
            <p:cNvSpPr>
              <a:spLocks noGrp="1"/>
            </p:cNvSpPr>
            <p:nvPr/>
          </p:nvSpPr>
          <p:spPr>
            <a:xfrm>
              <a:off x="22423438" y="6204347"/>
              <a:ext cx="236680" cy="6096"/>
            </a:xfrm>
            <a:prstGeom prst="rect">
              <a:avLst/>
            </a:prstGeom>
            <a:solidFill>
              <a:srgbClr val="DCE8ED"/>
            </a:solidFill>
            <a:ln w="0">
              <a:noFill/>
              <a:prstDash val="solid"/>
            </a:ln>
          </p:spPr>
        </p:sp>
        <p:sp>
          <p:nvSpPr>
            <p:cNvPr id="5401" name="dense-map-6-cell-159">
              <a:extLst>
                <a:ext uri="{FF2B5EF4-FFF2-40B4-BE49-F238E27FC236}">
                  <a16:creationId xmlns:a16="http://schemas.microsoft.com/office/drawing/2014/main" id="{B4ED5676-F4C8-4339-899D-94F16924C92C}"/>
                </a:ext>
              </a:extLst>
            </p:cNvPr>
            <p:cNvSpPr>
              <a:spLocks noGrp="1"/>
            </p:cNvSpPr>
            <p:nvPr/>
          </p:nvSpPr>
          <p:spPr>
            <a:xfrm>
              <a:off x="22423438" y="6210300"/>
              <a:ext cx="236680" cy="6096"/>
            </a:xfrm>
            <a:prstGeom prst="rect">
              <a:avLst/>
            </a:prstGeom>
            <a:solidFill>
              <a:srgbClr val="DCE8ED"/>
            </a:solidFill>
            <a:ln w="0">
              <a:noFill/>
              <a:prstDash val="solid"/>
            </a:ln>
          </p:spPr>
        </p:sp>
        <p:sp>
          <p:nvSpPr>
            <p:cNvPr id="5402" name="dense-map-6-cell-158">
              <a:extLst>
                <a:ext uri="{FF2B5EF4-FFF2-40B4-BE49-F238E27FC236}">
                  <a16:creationId xmlns:a16="http://schemas.microsoft.com/office/drawing/2014/main" id="{40115279-CB45-4BB3-B584-FDD4D2C30594}"/>
                </a:ext>
              </a:extLst>
            </p:cNvPr>
            <p:cNvSpPr>
              <a:spLocks noGrp="1"/>
            </p:cNvSpPr>
            <p:nvPr/>
          </p:nvSpPr>
          <p:spPr>
            <a:xfrm>
              <a:off x="22423438" y="6216253"/>
              <a:ext cx="236680" cy="6096"/>
            </a:xfrm>
            <a:prstGeom prst="rect">
              <a:avLst/>
            </a:prstGeom>
            <a:solidFill>
              <a:srgbClr val="DAE7EC"/>
            </a:solidFill>
            <a:ln w="0">
              <a:noFill/>
              <a:prstDash val="solid"/>
            </a:ln>
          </p:spPr>
        </p:sp>
        <p:sp>
          <p:nvSpPr>
            <p:cNvPr id="5403" name="dense-map-6-cell-157">
              <a:extLst>
                <a:ext uri="{FF2B5EF4-FFF2-40B4-BE49-F238E27FC236}">
                  <a16:creationId xmlns:a16="http://schemas.microsoft.com/office/drawing/2014/main" id="{D8C6E7E1-E5D2-4AF3-BAF9-B6581EF2762A}"/>
                </a:ext>
              </a:extLst>
            </p:cNvPr>
            <p:cNvSpPr>
              <a:spLocks noGrp="1"/>
            </p:cNvSpPr>
            <p:nvPr/>
          </p:nvSpPr>
          <p:spPr>
            <a:xfrm>
              <a:off x="22423438" y="6222206"/>
              <a:ext cx="236680" cy="6096"/>
            </a:xfrm>
            <a:prstGeom prst="rect">
              <a:avLst/>
            </a:prstGeom>
            <a:solidFill>
              <a:srgbClr val="D7E6EA"/>
            </a:solidFill>
            <a:ln w="0">
              <a:noFill/>
              <a:prstDash val="solid"/>
            </a:ln>
          </p:spPr>
        </p:sp>
        <p:sp>
          <p:nvSpPr>
            <p:cNvPr id="5404" name="dense-map-6-cell-156">
              <a:extLst>
                <a:ext uri="{FF2B5EF4-FFF2-40B4-BE49-F238E27FC236}">
                  <a16:creationId xmlns:a16="http://schemas.microsoft.com/office/drawing/2014/main" id="{C8023727-0658-42B4-8F91-82E918EC48AD}"/>
                </a:ext>
              </a:extLst>
            </p:cNvPr>
            <p:cNvSpPr>
              <a:spLocks noGrp="1"/>
            </p:cNvSpPr>
            <p:nvPr/>
          </p:nvSpPr>
          <p:spPr>
            <a:xfrm>
              <a:off x="22423438" y="6228159"/>
              <a:ext cx="236680" cy="6096"/>
            </a:xfrm>
            <a:prstGeom prst="rect">
              <a:avLst/>
            </a:prstGeom>
            <a:solidFill>
              <a:srgbClr val="DCE8ED"/>
            </a:solidFill>
            <a:ln w="0">
              <a:noFill/>
              <a:prstDash val="solid"/>
            </a:ln>
          </p:spPr>
        </p:sp>
        <p:sp>
          <p:nvSpPr>
            <p:cNvPr id="5405" name="dense-map-6-cell-155">
              <a:extLst>
                <a:ext uri="{FF2B5EF4-FFF2-40B4-BE49-F238E27FC236}">
                  <a16:creationId xmlns:a16="http://schemas.microsoft.com/office/drawing/2014/main" id="{54F0F285-7484-48DB-A120-2F83068B0801}"/>
                </a:ext>
              </a:extLst>
            </p:cNvPr>
            <p:cNvSpPr>
              <a:spLocks noGrp="1"/>
            </p:cNvSpPr>
            <p:nvPr/>
          </p:nvSpPr>
          <p:spPr>
            <a:xfrm>
              <a:off x="22423438" y="6234113"/>
              <a:ext cx="236680" cy="6096"/>
            </a:xfrm>
            <a:prstGeom prst="rect">
              <a:avLst/>
            </a:prstGeom>
            <a:solidFill>
              <a:srgbClr val="DCE8ED"/>
            </a:solidFill>
            <a:ln w="0">
              <a:noFill/>
              <a:prstDash val="solid"/>
            </a:ln>
          </p:spPr>
        </p:sp>
        <p:sp>
          <p:nvSpPr>
            <p:cNvPr id="5406" name="dense-map-6-cell-154">
              <a:extLst>
                <a:ext uri="{FF2B5EF4-FFF2-40B4-BE49-F238E27FC236}">
                  <a16:creationId xmlns:a16="http://schemas.microsoft.com/office/drawing/2014/main" id="{0B5F50B3-78EC-4DFC-9EB0-59B232D10671}"/>
                </a:ext>
              </a:extLst>
            </p:cNvPr>
            <p:cNvSpPr>
              <a:spLocks noGrp="1"/>
            </p:cNvSpPr>
            <p:nvPr/>
          </p:nvSpPr>
          <p:spPr>
            <a:xfrm>
              <a:off x="22423438" y="6240066"/>
              <a:ext cx="236680" cy="6096"/>
            </a:xfrm>
            <a:prstGeom prst="rect">
              <a:avLst/>
            </a:prstGeom>
            <a:solidFill>
              <a:srgbClr val="DCE8ED"/>
            </a:solidFill>
            <a:ln w="0">
              <a:noFill/>
              <a:prstDash val="solid"/>
            </a:ln>
          </p:spPr>
        </p:sp>
        <p:sp>
          <p:nvSpPr>
            <p:cNvPr id="5407" name="dense-map-6-cell-153">
              <a:extLst>
                <a:ext uri="{FF2B5EF4-FFF2-40B4-BE49-F238E27FC236}">
                  <a16:creationId xmlns:a16="http://schemas.microsoft.com/office/drawing/2014/main" id="{7F00773F-3ED8-494A-A62E-0F4D31BBAC20}"/>
                </a:ext>
              </a:extLst>
            </p:cNvPr>
            <p:cNvSpPr>
              <a:spLocks noGrp="1"/>
            </p:cNvSpPr>
            <p:nvPr/>
          </p:nvSpPr>
          <p:spPr>
            <a:xfrm>
              <a:off x="22423438" y="6246019"/>
              <a:ext cx="236680" cy="6096"/>
            </a:xfrm>
            <a:prstGeom prst="rect">
              <a:avLst/>
            </a:prstGeom>
            <a:solidFill>
              <a:srgbClr val="DCE8ED"/>
            </a:solidFill>
            <a:ln w="0">
              <a:noFill/>
              <a:prstDash val="solid"/>
            </a:ln>
          </p:spPr>
        </p:sp>
        <p:sp>
          <p:nvSpPr>
            <p:cNvPr id="5408" name="dense-map-6-cell-152">
              <a:extLst>
                <a:ext uri="{FF2B5EF4-FFF2-40B4-BE49-F238E27FC236}">
                  <a16:creationId xmlns:a16="http://schemas.microsoft.com/office/drawing/2014/main" id="{DA971BA9-98A2-434A-B52C-18B6A22E75C8}"/>
                </a:ext>
              </a:extLst>
            </p:cNvPr>
            <p:cNvSpPr>
              <a:spLocks noGrp="1"/>
            </p:cNvSpPr>
            <p:nvPr/>
          </p:nvSpPr>
          <p:spPr>
            <a:xfrm>
              <a:off x="22423438" y="6251972"/>
              <a:ext cx="236680" cy="6096"/>
            </a:xfrm>
            <a:prstGeom prst="rect">
              <a:avLst/>
            </a:prstGeom>
            <a:solidFill>
              <a:srgbClr val="DCE8ED"/>
            </a:solidFill>
            <a:ln w="0">
              <a:noFill/>
              <a:prstDash val="solid"/>
            </a:ln>
          </p:spPr>
        </p:sp>
        <p:sp>
          <p:nvSpPr>
            <p:cNvPr id="5409" name="dense-map-6-cell-151">
              <a:extLst>
                <a:ext uri="{FF2B5EF4-FFF2-40B4-BE49-F238E27FC236}">
                  <a16:creationId xmlns:a16="http://schemas.microsoft.com/office/drawing/2014/main" id="{DA17D5A5-BECF-404B-BCDE-25D5AEF6D86E}"/>
                </a:ext>
              </a:extLst>
            </p:cNvPr>
            <p:cNvSpPr>
              <a:spLocks noGrp="1"/>
            </p:cNvSpPr>
            <p:nvPr/>
          </p:nvSpPr>
          <p:spPr>
            <a:xfrm>
              <a:off x="22423438" y="6257925"/>
              <a:ext cx="236680" cy="6096"/>
            </a:xfrm>
            <a:prstGeom prst="rect">
              <a:avLst/>
            </a:prstGeom>
            <a:solidFill>
              <a:srgbClr val="DCE8ED"/>
            </a:solidFill>
            <a:ln w="0">
              <a:noFill/>
              <a:prstDash val="solid"/>
            </a:ln>
          </p:spPr>
        </p:sp>
        <p:sp>
          <p:nvSpPr>
            <p:cNvPr id="5410" name="dense-map-6-cell-150">
              <a:extLst>
                <a:ext uri="{FF2B5EF4-FFF2-40B4-BE49-F238E27FC236}">
                  <a16:creationId xmlns:a16="http://schemas.microsoft.com/office/drawing/2014/main" id="{18382C3A-67A1-4DA3-B478-EC155924A80F}"/>
                </a:ext>
              </a:extLst>
            </p:cNvPr>
            <p:cNvSpPr>
              <a:spLocks noGrp="1"/>
            </p:cNvSpPr>
            <p:nvPr/>
          </p:nvSpPr>
          <p:spPr>
            <a:xfrm>
              <a:off x="22423438" y="6263878"/>
              <a:ext cx="236680" cy="6096"/>
            </a:xfrm>
            <a:prstGeom prst="rect">
              <a:avLst/>
            </a:prstGeom>
            <a:solidFill>
              <a:srgbClr val="DCE8ED"/>
            </a:solidFill>
            <a:ln w="0">
              <a:noFill/>
              <a:prstDash val="solid"/>
            </a:ln>
          </p:spPr>
        </p:sp>
        <p:sp>
          <p:nvSpPr>
            <p:cNvPr id="5411" name="dense-map-6-cell-149">
              <a:extLst>
                <a:ext uri="{FF2B5EF4-FFF2-40B4-BE49-F238E27FC236}">
                  <a16:creationId xmlns:a16="http://schemas.microsoft.com/office/drawing/2014/main" id="{133BB73E-B3AD-457D-AA13-997ADD4008C2}"/>
                </a:ext>
              </a:extLst>
            </p:cNvPr>
            <p:cNvSpPr>
              <a:spLocks noGrp="1"/>
            </p:cNvSpPr>
            <p:nvPr/>
          </p:nvSpPr>
          <p:spPr>
            <a:xfrm>
              <a:off x="22423438" y="6269831"/>
              <a:ext cx="236680" cy="6096"/>
            </a:xfrm>
            <a:prstGeom prst="rect">
              <a:avLst/>
            </a:prstGeom>
            <a:solidFill>
              <a:srgbClr val="DCE8ED"/>
            </a:solidFill>
            <a:ln w="0">
              <a:noFill/>
              <a:prstDash val="solid"/>
            </a:ln>
          </p:spPr>
        </p:sp>
        <p:sp>
          <p:nvSpPr>
            <p:cNvPr id="5412" name="dense-map-6-cell-148">
              <a:extLst>
                <a:ext uri="{FF2B5EF4-FFF2-40B4-BE49-F238E27FC236}">
                  <a16:creationId xmlns:a16="http://schemas.microsoft.com/office/drawing/2014/main" id="{03AA0B24-995D-4F14-A21A-586AE792BB0B}"/>
                </a:ext>
              </a:extLst>
            </p:cNvPr>
            <p:cNvSpPr>
              <a:spLocks noGrp="1"/>
            </p:cNvSpPr>
            <p:nvPr/>
          </p:nvSpPr>
          <p:spPr>
            <a:xfrm>
              <a:off x="22423438" y="6275784"/>
              <a:ext cx="236680" cy="6096"/>
            </a:xfrm>
            <a:prstGeom prst="rect">
              <a:avLst/>
            </a:prstGeom>
            <a:solidFill>
              <a:srgbClr val="DCE8ED"/>
            </a:solidFill>
            <a:ln w="0">
              <a:noFill/>
              <a:prstDash val="solid"/>
            </a:ln>
          </p:spPr>
        </p:sp>
        <p:sp>
          <p:nvSpPr>
            <p:cNvPr id="5413" name="dense-map-6-cell-147">
              <a:extLst>
                <a:ext uri="{FF2B5EF4-FFF2-40B4-BE49-F238E27FC236}">
                  <a16:creationId xmlns:a16="http://schemas.microsoft.com/office/drawing/2014/main" id="{898AB55A-9B13-44BA-9920-20859B56909A}"/>
                </a:ext>
              </a:extLst>
            </p:cNvPr>
            <p:cNvSpPr>
              <a:spLocks noGrp="1"/>
            </p:cNvSpPr>
            <p:nvPr/>
          </p:nvSpPr>
          <p:spPr>
            <a:xfrm>
              <a:off x="22423438" y="6281738"/>
              <a:ext cx="236680" cy="6096"/>
            </a:xfrm>
            <a:prstGeom prst="rect">
              <a:avLst/>
            </a:prstGeom>
            <a:solidFill>
              <a:srgbClr val="DCE8ED"/>
            </a:solidFill>
            <a:ln w="0">
              <a:noFill/>
              <a:prstDash val="solid"/>
            </a:ln>
          </p:spPr>
        </p:sp>
        <p:sp>
          <p:nvSpPr>
            <p:cNvPr id="5414" name="dense-map-6-cell-146">
              <a:extLst>
                <a:ext uri="{FF2B5EF4-FFF2-40B4-BE49-F238E27FC236}">
                  <a16:creationId xmlns:a16="http://schemas.microsoft.com/office/drawing/2014/main" id="{8FAF1944-3529-4A77-98EB-A27242909453}"/>
                </a:ext>
              </a:extLst>
            </p:cNvPr>
            <p:cNvSpPr>
              <a:spLocks noGrp="1"/>
            </p:cNvSpPr>
            <p:nvPr/>
          </p:nvSpPr>
          <p:spPr>
            <a:xfrm>
              <a:off x="22423438" y="6287691"/>
              <a:ext cx="236680" cy="6096"/>
            </a:xfrm>
            <a:prstGeom prst="rect">
              <a:avLst/>
            </a:prstGeom>
            <a:solidFill>
              <a:srgbClr val="DCE8ED"/>
            </a:solidFill>
            <a:ln w="0">
              <a:noFill/>
              <a:prstDash val="solid"/>
            </a:ln>
          </p:spPr>
        </p:sp>
        <p:sp>
          <p:nvSpPr>
            <p:cNvPr id="5415" name="dense-map-6-cell-145">
              <a:extLst>
                <a:ext uri="{FF2B5EF4-FFF2-40B4-BE49-F238E27FC236}">
                  <a16:creationId xmlns:a16="http://schemas.microsoft.com/office/drawing/2014/main" id="{3AA783BA-AE9D-4270-B786-4FE1E8458E54}"/>
                </a:ext>
              </a:extLst>
            </p:cNvPr>
            <p:cNvSpPr>
              <a:spLocks noGrp="1"/>
            </p:cNvSpPr>
            <p:nvPr/>
          </p:nvSpPr>
          <p:spPr>
            <a:xfrm>
              <a:off x="22423438" y="6293644"/>
              <a:ext cx="236680" cy="6096"/>
            </a:xfrm>
            <a:prstGeom prst="rect">
              <a:avLst/>
            </a:prstGeom>
            <a:solidFill>
              <a:srgbClr val="DCE8ED"/>
            </a:solidFill>
            <a:ln w="0">
              <a:noFill/>
              <a:prstDash val="solid"/>
            </a:ln>
          </p:spPr>
        </p:sp>
        <p:sp>
          <p:nvSpPr>
            <p:cNvPr id="5416" name="dense-map-6-cell-144">
              <a:extLst>
                <a:ext uri="{FF2B5EF4-FFF2-40B4-BE49-F238E27FC236}">
                  <a16:creationId xmlns:a16="http://schemas.microsoft.com/office/drawing/2014/main" id="{629D9083-B426-4F26-BCC3-C2E87CED4F2A}"/>
                </a:ext>
              </a:extLst>
            </p:cNvPr>
            <p:cNvSpPr>
              <a:spLocks noGrp="1"/>
            </p:cNvSpPr>
            <p:nvPr/>
          </p:nvSpPr>
          <p:spPr>
            <a:xfrm>
              <a:off x="22423438" y="6299597"/>
              <a:ext cx="236680" cy="6096"/>
            </a:xfrm>
            <a:prstGeom prst="rect">
              <a:avLst/>
            </a:prstGeom>
            <a:solidFill>
              <a:srgbClr val="DCE8ED"/>
            </a:solidFill>
            <a:ln w="0">
              <a:noFill/>
              <a:prstDash val="solid"/>
            </a:ln>
          </p:spPr>
        </p:sp>
        <p:sp>
          <p:nvSpPr>
            <p:cNvPr id="5417" name="dense-map-6-cell-143">
              <a:extLst>
                <a:ext uri="{FF2B5EF4-FFF2-40B4-BE49-F238E27FC236}">
                  <a16:creationId xmlns:a16="http://schemas.microsoft.com/office/drawing/2014/main" id="{3CFFF55C-F13F-4B91-8F0C-6486456CB22F}"/>
                </a:ext>
              </a:extLst>
            </p:cNvPr>
            <p:cNvSpPr>
              <a:spLocks noGrp="1"/>
            </p:cNvSpPr>
            <p:nvPr/>
          </p:nvSpPr>
          <p:spPr>
            <a:xfrm>
              <a:off x="22423438" y="6305550"/>
              <a:ext cx="236680" cy="6096"/>
            </a:xfrm>
            <a:prstGeom prst="rect">
              <a:avLst/>
            </a:prstGeom>
            <a:solidFill>
              <a:srgbClr val="DCE6EA"/>
            </a:solidFill>
            <a:ln w="0">
              <a:noFill/>
              <a:prstDash val="solid"/>
            </a:ln>
          </p:spPr>
        </p:sp>
        <p:sp>
          <p:nvSpPr>
            <p:cNvPr id="5418" name="dense-map-6-cell-142">
              <a:extLst>
                <a:ext uri="{FF2B5EF4-FFF2-40B4-BE49-F238E27FC236}">
                  <a16:creationId xmlns:a16="http://schemas.microsoft.com/office/drawing/2014/main" id="{D2C959EE-7F86-4459-B0FC-108FF2CD8B0D}"/>
                </a:ext>
              </a:extLst>
            </p:cNvPr>
            <p:cNvSpPr>
              <a:spLocks noGrp="1"/>
            </p:cNvSpPr>
            <p:nvPr/>
          </p:nvSpPr>
          <p:spPr>
            <a:xfrm>
              <a:off x="22423438" y="6311503"/>
              <a:ext cx="236680" cy="6096"/>
            </a:xfrm>
            <a:prstGeom prst="rect">
              <a:avLst/>
            </a:prstGeom>
            <a:solidFill>
              <a:srgbClr val="DCE6EA"/>
            </a:solidFill>
            <a:ln w="0">
              <a:noFill/>
              <a:prstDash val="solid"/>
            </a:ln>
          </p:spPr>
        </p:sp>
        <p:sp>
          <p:nvSpPr>
            <p:cNvPr id="5419" name="dense-map-6-cell-141">
              <a:extLst>
                <a:ext uri="{FF2B5EF4-FFF2-40B4-BE49-F238E27FC236}">
                  <a16:creationId xmlns:a16="http://schemas.microsoft.com/office/drawing/2014/main" id="{E6064885-BC4C-4D06-AC49-688B202E7A76}"/>
                </a:ext>
              </a:extLst>
            </p:cNvPr>
            <p:cNvSpPr>
              <a:spLocks noGrp="1"/>
            </p:cNvSpPr>
            <p:nvPr/>
          </p:nvSpPr>
          <p:spPr>
            <a:xfrm>
              <a:off x="22423438" y="6317456"/>
              <a:ext cx="236680" cy="6096"/>
            </a:xfrm>
            <a:prstGeom prst="rect">
              <a:avLst/>
            </a:prstGeom>
            <a:solidFill>
              <a:srgbClr val="DCE8ED"/>
            </a:solidFill>
            <a:ln w="0">
              <a:noFill/>
              <a:prstDash val="solid"/>
            </a:ln>
          </p:spPr>
        </p:sp>
        <p:sp>
          <p:nvSpPr>
            <p:cNvPr id="5420" name="dense-map-6-cell-140">
              <a:extLst>
                <a:ext uri="{FF2B5EF4-FFF2-40B4-BE49-F238E27FC236}">
                  <a16:creationId xmlns:a16="http://schemas.microsoft.com/office/drawing/2014/main" id="{51CA0A3E-7E0B-40A3-AE12-DFE9BBD261A6}"/>
                </a:ext>
              </a:extLst>
            </p:cNvPr>
            <p:cNvSpPr>
              <a:spLocks noGrp="1"/>
            </p:cNvSpPr>
            <p:nvPr/>
          </p:nvSpPr>
          <p:spPr>
            <a:xfrm>
              <a:off x="22423438" y="6323409"/>
              <a:ext cx="236680" cy="6096"/>
            </a:xfrm>
            <a:prstGeom prst="rect">
              <a:avLst/>
            </a:prstGeom>
            <a:solidFill>
              <a:srgbClr val="DAE7EC"/>
            </a:solidFill>
            <a:ln w="0">
              <a:noFill/>
              <a:prstDash val="solid"/>
            </a:ln>
          </p:spPr>
        </p:sp>
        <p:sp>
          <p:nvSpPr>
            <p:cNvPr id="5421" name="dense-map-6-cell-139">
              <a:extLst>
                <a:ext uri="{FF2B5EF4-FFF2-40B4-BE49-F238E27FC236}">
                  <a16:creationId xmlns:a16="http://schemas.microsoft.com/office/drawing/2014/main" id="{23F8740B-4228-4FEA-9EB8-28238BCD93C0}"/>
                </a:ext>
              </a:extLst>
            </p:cNvPr>
            <p:cNvSpPr>
              <a:spLocks noGrp="1"/>
            </p:cNvSpPr>
            <p:nvPr/>
          </p:nvSpPr>
          <p:spPr>
            <a:xfrm>
              <a:off x="22423438" y="6329363"/>
              <a:ext cx="236680" cy="6096"/>
            </a:xfrm>
            <a:prstGeom prst="rect">
              <a:avLst/>
            </a:prstGeom>
            <a:solidFill>
              <a:srgbClr val="DCE8ED"/>
            </a:solidFill>
            <a:ln w="0">
              <a:noFill/>
              <a:prstDash val="solid"/>
            </a:ln>
          </p:spPr>
        </p:sp>
        <p:sp>
          <p:nvSpPr>
            <p:cNvPr id="5422" name="dense-map-6-cell-138">
              <a:extLst>
                <a:ext uri="{FF2B5EF4-FFF2-40B4-BE49-F238E27FC236}">
                  <a16:creationId xmlns:a16="http://schemas.microsoft.com/office/drawing/2014/main" id="{170AA0C6-7ECB-4AC2-B2C9-2803D3016F0D}"/>
                </a:ext>
              </a:extLst>
            </p:cNvPr>
            <p:cNvSpPr>
              <a:spLocks noGrp="1"/>
            </p:cNvSpPr>
            <p:nvPr/>
          </p:nvSpPr>
          <p:spPr>
            <a:xfrm>
              <a:off x="22423438" y="6335316"/>
              <a:ext cx="236680" cy="6096"/>
            </a:xfrm>
            <a:prstGeom prst="rect">
              <a:avLst/>
            </a:prstGeom>
            <a:solidFill>
              <a:srgbClr val="DCE8ED"/>
            </a:solidFill>
            <a:ln w="0">
              <a:noFill/>
              <a:prstDash val="solid"/>
            </a:ln>
          </p:spPr>
        </p:sp>
        <p:sp>
          <p:nvSpPr>
            <p:cNvPr id="5423" name="dense-map-6-cell-137">
              <a:extLst>
                <a:ext uri="{FF2B5EF4-FFF2-40B4-BE49-F238E27FC236}">
                  <a16:creationId xmlns:a16="http://schemas.microsoft.com/office/drawing/2014/main" id="{0F97D238-F082-44E0-918B-6E0C00FDCD3C}"/>
                </a:ext>
              </a:extLst>
            </p:cNvPr>
            <p:cNvSpPr>
              <a:spLocks noGrp="1"/>
            </p:cNvSpPr>
            <p:nvPr/>
          </p:nvSpPr>
          <p:spPr>
            <a:xfrm>
              <a:off x="22423438" y="6341269"/>
              <a:ext cx="236680" cy="6096"/>
            </a:xfrm>
            <a:prstGeom prst="rect">
              <a:avLst/>
            </a:prstGeom>
            <a:solidFill>
              <a:srgbClr val="DCE8ED"/>
            </a:solidFill>
            <a:ln w="0">
              <a:noFill/>
              <a:prstDash val="solid"/>
            </a:ln>
          </p:spPr>
        </p:sp>
        <p:sp>
          <p:nvSpPr>
            <p:cNvPr id="5424" name="dense-map-6-cell-136">
              <a:extLst>
                <a:ext uri="{FF2B5EF4-FFF2-40B4-BE49-F238E27FC236}">
                  <a16:creationId xmlns:a16="http://schemas.microsoft.com/office/drawing/2014/main" id="{4E6A516C-82C8-40AB-AA4F-7120CD2CB0E1}"/>
                </a:ext>
              </a:extLst>
            </p:cNvPr>
            <p:cNvSpPr>
              <a:spLocks noGrp="1"/>
            </p:cNvSpPr>
            <p:nvPr/>
          </p:nvSpPr>
          <p:spPr>
            <a:xfrm>
              <a:off x="22423438" y="6347222"/>
              <a:ext cx="236680" cy="6096"/>
            </a:xfrm>
            <a:prstGeom prst="rect">
              <a:avLst/>
            </a:prstGeom>
            <a:solidFill>
              <a:srgbClr val="DCE8ED"/>
            </a:solidFill>
            <a:ln w="0">
              <a:noFill/>
              <a:prstDash val="solid"/>
            </a:ln>
          </p:spPr>
        </p:sp>
        <p:sp>
          <p:nvSpPr>
            <p:cNvPr id="5425" name="dense-map-6-cell-135">
              <a:extLst>
                <a:ext uri="{FF2B5EF4-FFF2-40B4-BE49-F238E27FC236}">
                  <a16:creationId xmlns:a16="http://schemas.microsoft.com/office/drawing/2014/main" id="{285A203A-AB2D-42FF-A132-1D376A4186FE}"/>
                </a:ext>
              </a:extLst>
            </p:cNvPr>
            <p:cNvSpPr>
              <a:spLocks noGrp="1"/>
            </p:cNvSpPr>
            <p:nvPr/>
          </p:nvSpPr>
          <p:spPr>
            <a:xfrm>
              <a:off x="22423438" y="6353175"/>
              <a:ext cx="236680" cy="6096"/>
            </a:xfrm>
            <a:prstGeom prst="rect">
              <a:avLst/>
            </a:prstGeom>
            <a:solidFill>
              <a:srgbClr val="DCE8ED"/>
            </a:solidFill>
            <a:ln w="0">
              <a:noFill/>
              <a:prstDash val="solid"/>
            </a:ln>
          </p:spPr>
        </p:sp>
        <p:sp>
          <p:nvSpPr>
            <p:cNvPr id="5426" name="dense-map-6-cell-134">
              <a:extLst>
                <a:ext uri="{FF2B5EF4-FFF2-40B4-BE49-F238E27FC236}">
                  <a16:creationId xmlns:a16="http://schemas.microsoft.com/office/drawing/2014/main" id="{6CDD605E-4A77-4415-B289-0A8D8403FE09}"/>
                </a:ext>
              </a:extLst>
            </p:cNvPr>
            <p:cNvSpPr>
              <a:spLocks noGrp="1"/>
            </p:cNvSpPr>
            <p:nvPr/>
          </p:nvSpPr>
          <p:spPr>
            <a:xfrm>
              <a:off x="22423438" y="6359128"/>
              <a:ext cx="236680" cy="6096"/>
            </a:xfrm>
            <a:prstGeom prst="rect">
              <a:avLst/>
            </a:prstGeom>
            <a:solidFill>
              <a:srgbClr val="D1E4E7"/>
            </a:solidFill>
            <a:ln w="0">
              <a:noFill/>
              <a:prstDash val="solid"/>
            </a:ln>
          </p:spPr>
        </p:sp>
        <p:sp>
          <p:nvSpPr>
            <p:cNvPr id="5427" name="dense-map-6-cell-133">
              <a:extLst>
                <a:ext uri="{FF2B5EF4-FFF2-40B4-BE49-F238E27FC236}">
                  <a16:creationId xmlns:a16="http://schemas.microsoft.com/office/drawing/2014/main" id="{F61DA0B1-1BA7-433F-A7C6-F5B5FC840B5A}"/>
                </a:ext>
              </a:extLst>
            </p:cNvPr>
            <p:cNvSpPr>
              <a:spLocks noGrp="1"/>
            </p:cNvSpPr>
            <p:nvPr/>
          </p:nvSpPr>
          <p:spPr>
            <a:xfrm>
              <a:off x="22423438" y="6365081"/>
              <a:ext cx="236680" cy="6096"/>
            </a:xfrm>
            <a:prstGeom prst="rect">
              <a:avLst/>
            </a:prstGeom>
            <a:solidFill>
              <a:srgbClr val="BEDEDD"/>
            </a:solidFill>
            <a:ln w="0">
              <a:noFill/>
              <a:prstDash val="solid"/>
            </a:ln>
          </p:spPr>
        </p:sp>
        <p:sp>
          <p:nvSpPr>
            <p:cNvPr id="5428" name="dense-map-6-cell-132">
              <a:extLst>
                <a:ext uri="{FF2B5EF4-FFF2-40B4-BE49-F238E27FC236}">
                  <a16:creationId xmlns:a16="http://schemas.microsoft.com/office/drawing/2014/main" id="{2D93865B-96F3-4FC5-B97C-410DAB27A24F}"/>
                </a:ext>
              </a:extLst>
            </p:cNvPr>
            <p:cNvSpPr>
              <a:spLocks noGrp="1"/>
            </p:cNvSpPr>
            <p:nvPr/>
          </p:nvSpPr>
          <p:spPr>
            <a:xfrm>
              <a:off x="22423438" y="6371034"/>
              <a:ext cx="236680" cy="6096"/>
            </a:xfrm>
            <a:prstGeom prst="rect">
              <a:avLst/>
            </a:prstGeom>
            <a:solidFill>
              <a:srgbClr val="CEE3E5"/>
            </a:solidFill>
            <a:ln w="0">
              <a:noFill/>
              <a:prstDash val="solid"/>
            </a:ln>
          </p:spPr>
        </p:sp>
        <p:sp>
          <p:nvSpPr>
            <p:cNvPr id="5429" name="dense-map-6-cell-131">
              <a:extLst>
                <a:ext uri="{FF2B5EF4-FFF2-40B4-BE49-F238E27FC236}">
                  <a16:creationId xmlns:a16="http://schemas.microsoft.com/office/drawing/2014/main" id="{B303092C-A5FA-4D32-BC6B-00C6636C7E41}"/>
                </a:ext>
              </a:extLst>
            </p:cNvPr>
            <p:cNvSpPr>
              <a:spLocks noGrp="1"/>
            </p:cNvSpPr>
            <p:nvPr/>
          </p:nvSpPr>
          <p:spPr>
            <a:xfrm>
              <a:off x="22423438" y="6376988"/>
              <a:ext cx="236680" cy="6096"/>
            </a:xfrm>
            <a:prstGeom prst="rect">
              <a:avLst/>
            </a:prstGeom>
            <a:solidFill>
              <a:srgbClr val="A7D6D0"/>
            </a:solidFill>
            <a:ln w="0">
              <a:noFill/>
              <a:prstDash val="solid"/>
            </a:ln>
          </p:spPr>
        </p:sp>
        <p:sp>
          <p:nvSpPr>
            <p:cNvPr id="5430" name="dense-map-6-cell-130">
              <a:extLst>
                <a:ext uri="{FF2B5EF4-FFF2-40B4-BE49-F238E27FC236}">
                  <a16:creationId xmlns:a16="http://schemas.microsoft.com/office/drawing/2014/main" id="{43F2A745-9C11-470D-9798-78D3CD69510E}"/>
                </a:ext>
              </a:extLst>
            </p:cNvPr>
            <p:cNvSpPr>
              <a:spLocks noGrp="1"/>
            </p:cNvSpPr>
            <p:nvPr/>
          </p:nvSpPr>
          <p:spPr>
            <a:xfrm>
              <a:off x="22423438" y="6382941"/>
              <a:ext cx="236680" cy="6096"/>
            </a:xfrm>
            <a:prstGeom prst="rect">
              <a:avLst/>
            </a:prstGeom>
            <a:solidFill>
              <a:srgbClr val="ADD8D3"/>
            </a:solidFill>
            <a:ln w="0">
              <a:noFill/>
              <a:prstDash val="solid"/>
            </a:ln>
          </p:spPr>
        </p:sp>
        <p:sp>
          <p:nvSpPr>
            <p:cNvPr id="5431" name="dense-map-6-cell-129">
              <a:extLst>
                <a:ext uri="{FF2B5EF4-FFF2-40B4-BE49-F238E27FC236}">
                  <a16:creationId xmlns:a16="http://schemas.microsoft.com/office/drawing/2014/main" id="{8899B074-5904-4206-8ACC-209DE2C5D05C}"/>
                </a:ext>
              </a:extLst>
            </p:cNvPr>
            <p:cNvSpPr>
              <a:spLocks noGrp="1"/>
            </p:cNvSpPr>
            <p:nvPr/>
          </p:nvSpPr>
          <p:spPr>
            <a:xfrm>
              <a:off x="22423438" y="6388894"/>
              <a:ext cx="236680" cy="6096"/>
            </a:xfrm>
            <a:prstGeom prst="rect">
              <a:avLst/>
            </a:prstGeom>
            <a:solidFill>
              <a:srgbClr val="AED9D4"/>
            </a:solidFill>
            <a:ln w="0">
              <a:noFill/>
              <a:prstDash val="solid"/>
            </a:ln>
          </p:spPr>
        </p:sp>
        <p:sp>
          <p:nvSpPr>
            <p:cNvPr id="5432" name="dense-map-6-cell-128">
              <a:extLst>
                <a:ext uri="{FF2B5EF4-FFF2-40B4-BE49-F238E27FC236}">
                  <a16:creationId xmlns:a16="http://schemas.microsoft.com/office/drawing/2014/main" id="{2B1BA525-AECC-491E-848E-8750DF32AA98}"/>
                </a:ext>
              </a:extLst>
            </p:cNvPr>
            <p:cNvSpPr>
              <a:spLocks noGrp="1"/>
            </p:cNvSpPr>
            <p:nvPr/>
          </p:nvSpPr>
          <p:spPr>
            <a:xfrm>
              <a:off x="22423438" y="6394847"/>
              <a:ext cx="236680" cy="6096"/>
            </a:xfrm>
            <a:prstGeom prst="rect">
              <a:avLst/>
            </a:prstGeom>
            <a:solidFill>
              <a:srgbClr val="AED9D4"/>
            </a:solidFill>
            <a:ln w="0">
              <a:noFill/>
              <a:prstDash val="solid"/>
            </a:ln>
          </p:spPr>
        </p:sp>
        <p:sp>
          <p:nvSpPr>
            <p:cNvPr id="5433" name="dense-map-6-cell-127">
              <a:extLst>
                <a:ext uri="{FF2B5EF4-FFF2-40B4-BE49-F238E27FC236}">
                  <a16:creationId xmlns:a16="http://schemas.microsoft.com/office/drawing/2014/main" id="{5AB5C058-E7D2-451D-A707-949246662BB2}"/>
                </a:ext>
              </a:extLst>
            </p:cNvPr>
            <p:cNvSpPr>
              <a:spLocks noGrp="1"/>
            </p:cNvSpPr>
            <p:nvPr/>
          </p:nvSpPr>
          <p:spPr>
            <a:xfrm>
              <a:off x="22423438" y="6400800"/>
              <a:ext cx="236680" cy="6096"/>
            </a:xfrm>
            <a:prstGeom prst="rect">
              <a:avLst/>
            </a:prstGeom>
            <a:solidFill>
              <a:srgbClr val="AED9D4"/>
            </a:solidFill>
            <a:ln w="0">
              <a:noFill/>
              <a:prstDash val="solid"/>
            </a:ln>
          </p:spPr>
        </p:sp>
        <p:sp>
          <p:nvSpPr>
            <p:cNvPr id="5434" name="dense-map-6-cell-126">
              <a:extLst>
                <a:ext uri="{FF2B5EF4-FFF2-40B4-BE49-F238E27FC236}">
                  <a16:creationId xmlns:a16="http://schemas.microsoft.com/office/drawing/2014/main" id="{F4595247-22E8-41AC-8B9E-4D4216DD8DC7}"/>
                </a:ext>
              </a:extLst>
            </p:cNvPr>
            <p:cNvSpPr>
              <a:spLocks noGrp="1"/>
            </p:cNvSpPr>
            <p:nvPr/>
          </p:nvSpPr>
          <p:spPr>
            <a:xfrm>
              <a:off x="22423438" y="6406753"/>
              <a:ext cx="236680" cy="6096"/>
            </a:xfrm>
            <a:prstGeom prst="rect">
              <a:avLst/>
            </a:prstGeom>
            <a:solidFill>
              <a:srgbClr val="AED9D4"/>
            </a:solidFill>
            <a:ln w="0">
              <a:noFill/>
              <a:prstDash val="solid"/>
            </a:ln>
          </p:spPr>
        </p:sp>
        <p:sp>
          <p:nvSpPr>
            <p:cNvPr id="5435" name="dense-map-6-cell-125">
              <a:extLst>
                <a:ext uri="{FF2B5EF4-FFF2-40B4-BE49-F238E27FC236}">
                  <a16:creationId xmlns:a16="http://schemas.microsoft.com/office/drawing/2014/main" id="{F6BDAF38-2BC5-4698-BD3E-49370C27F92C}"/>
                </a:ext>
              </a:extLst>
            </p:cNvPr>
            <p:cNvSpPr>
              <a:spLocks noGrp="1"/>
            </p:cNvSpPr>
            <p:nvPr/>
          </p:nvSpPr>
          <p:spPr>
            <a:xfrm>
              <a:off x="22423438" y="6412706"/>
              <a:ext cx="236680" cy="6096"/>
            </a:xfrm>
            <a:prstGeom prst="rect">
              <a:avLst/>
            </a:prstGeom>
            <a:solidFill>
              <a:srgbClr val="AED9D4"/>
            </a:solidFill>
            <a:ln w="0">
              <a:noFill/>
              <a:prstDash val="solid"/>
            </a:ln>
          </p:spPr>
        </p:sp>
        <p:sp>
          <p:nvSpPr>
            <p:cNvPr id="5436" name="dense-map-6-cell-124">
              <a:extLst>
                <a:ext uri="{FF2B5EF4-FFF2-40B4-BE49-F238E27FC236}">
                  <a16:creationId xmlns:a16="http://schemas.microsoft.com/office/drawing/2014/main" id="{32787C82-C65A-4393-B985-381122A82342}"/>
                </a:ext>
              </a:extLst>
            </p:cNvPr>
            <p:cNvSpPr>
              <a:spLocks noGrp="1"/>
            </p:cNvSpPr>
            <p:nvPr/>
          </p:nvSpPr>
          <p:spPr>
            <a:xfrm>
              <a:off x="22423438" y="6418659"/>
              <a:ext cx="236680" cy="6096"/>
            </a:xfrm>
            <a:prstGeom prst="rect">
              <a:avLst/>
            </a:prstGeom>
            <a:solidFill>
              <a:srgbClr val="AED9D4"/>
            </a:solidFill>
            <a:ln w="0">
              <a:noFill/>
              <a:prstDash val="solid"/>
            </a:ln>
          </p:spPr>
        </p:sp>
        <p:sp>
          <p:nvSpPr>
            <p:cNvPr id="5437" name="dense-map-6-cell-123">
              <a:extLst>
                <a:ext uri="{FF2B5EF4-FFF2-40B4-BE49-F238E27FC236}">
                  <a16:creationId xmlns:a16="http://schemas.microsoft.com/office/drawing/2014/main" id="{75E5216D-C43B-4DD8-98BA-0E8B656E0701}"/>
                </a:ext>
              </a:extLst>
            </p:cNvPr>
            <p:cNvSpPr>
              <a:spLocks noGrp="1"/>
            </p:cNvSpPr>
            <p:nvPr/>
          </p:nvSpPr>
          <p:spPr>
            <a:xfrm>
              <a:off x="22423438" y="6424613"/>
              <a:ext cx="236680" cy="6096"/>
            </a:xfrm>
            <a:prstGeom prst="rect">
              <a:avLst/>
            </a:prstGeom>
            <a:solidFill>
              <a:srgbClr val="AED9D4"/>
            </a:solidFill>
            <a:ln w="0">
              <a:noFill/>
              <a:prstDash val="solid"/>
            </a:ln>
          </p:spPr>
        </p:sp>
        <p:sp>
          <p:nvSpPr>
            <p:cNvPr id="5438" name="dense-map-6-cell-122">
              <a:extLst>
                <a:ext uri="{FF2B5EF4-FFF2-40B4-BE49-F238E27FC236}">
                  <a16:creationId xmlns:a16="http://schemas.microsoft.com/office/drawing/2014/main" id="{BFCA86C1-C179-42D2-A29D-B0CC0D4AB01B}"/>
                </a:ext>
              </a:extLst>
            </p:cNvPr>
            <p:cNvSpPr>
              <a:spLocks noGrp="1"/>
            </p:cNvSpPr>
            <p:nvPr/>
          </p:nvSpPr>
          <p:spPr>
            <a:xfrm>
              <a:off x="22423438" y="6430566"/>
              <a:ext cx="236680" cy="6096"/>
            </a:xfrm>
            <a:prstGeom prst="rect">
              <a:avLst/>
            </a:prstGeom>
            <a:solidFill>
              <a:srgbClr val="AED9D4"/>
            </a:solidFill>
            <a:ln w="0">
              <a:noFill/>
              <a:prstDash val="solid"/>
            </a:ln>
          </p:spPr>
        </p:sp>
        <p:sp>
          <p:nvSpPr>
            <p:cNvPr id="5439" name="dense-map-6-cell-121">
              <a:extLst>
                <a:ext uri="{FF2B5EF4-FFF2-40B4-BE49-F238E27FC236}">
                  <a16:creationId xmlns:a16="http://schemas.microsoft.com/office/drawing/2014/main" id="{4B6F4C52-9748-4C29-854A-02D7C4A70087}"/>
                </a:ext>
              </a:extLst>
            </p:cNvPr>
            <p:cNvSpPr>
              <a:spLocks noGrp="1"/>
            </p:cNvSpPr>
            <p:nvPr/>
          </p:nvSpPr>
          <p:spPr>
            <a:xfrm>
              <a:off x="22423438" y="6436519"/>
              <a:ext cx="236680" cy="6096"/>
            </a:xfrm>
            <a:prstGeom prst="rect">
              <a:avLst/>
            </a:prstGeom>
            <a:solidFill>
              <a:srgbClr val="A1D4CC"/>
            </a:solidFill>
            <a:ln w="0">
              <a:noFill/>
              <a:prstDash val="solid"/>
            </a:ln>
          </p:spPr>
        </p:sp>
        <p:sp>
          <p:nvSpPr>
            <p:cNvPr id="5440" name="dense-map-6-cell-120">
              <a:extLst>
                <a:ext uri="{FF2B5EF4-FFF2-40B4-BE49-F238E27FC236}">
                  <a16:creationId xmlns:a16="http://schemas.microsoft.com/office/drawing/2014/main" id="{BB9F5CFE-9122-4CC9-B80E-1C25374B34D5}"/>
                </a:ext>
              </a:extLst>
            </p:cNvPr>
            <p:cNvSpPr>
              <a:spLocks noGrp="1"/>
            </p:cNvSpPr>
            <p:nvPr/>
          </p:nvSpPr>
          <p:spPr>
            <a:xfrm>
              <a:off x="22423438" y="6442472"/>
              <a:ext cx="236680" cy="6096"/>
            </a:xfrm>
            <a:prstGeom prst="rect">
              <a:avLst/>
            </a:prstGeom>
            <a:solidFill>
              <a:srgbClr val="8FCEC2"/>
            </a:solidFill>
            <a:ln w="0">
              <a:noFill/>
              <a:prstDash val="solid"/>
            </a:ln>
          </p:spPr>
        </p:sp>
        <p:sp>
          <p:nvSpPr>
            <p:cNvPr id="5441" name="dense-map-6-cell-119">
              <a:extLst>
                <a:ext uri="{FF2B5EF4-FFF2-40B4-BE49-F238E27FC236}">
                  <a16:creationId xmlns:a16="http://schemas.microsoft.com/office/drawing/2014/main" id="{33BF379C-8C4D-4B76-B631-8DD699B35D0A}"/>
                </a:ext>
              </a:extLst>
            </p:cNvPr>
            <p:cNvSpPr>
              <a:spLocks noGrp="1"/>
            </p:cNvSpPr>
            <p:nvPr/>
          </p:nvSpPr>
          <p:spPr>
            <a:xfrm>
              <a:off x="22423438" y="6448425"/>
              <a:ext cx="236680" cy="6096"/>
            </a:xfrm>
            <a:prstGeom prst="rect">
              <a:avLst/>
            </a:prstGeom>
            <a:solidFill>
              <a:srgbClr val="7BC7B7"/>
            </a:solidFill>
            <a:ln w="0">
              <a:noFill/>
              <a:prstDash val="solid"/>
            </a:ln>
          </p:spPr>
        </p:sp>
        <p:sp>
          <p:nvSpPr>
            <p:cNvPr id="5442" name="dense-map-6-cell-118">
              <a:extLst>
                <a:ext uri="{FF2B5EF4-FFF2-40B4-BE49-F238E27FC236}">
                  <a16:creationId xmlns:a16="http://schemas.microsoft.com/office/drawing/2014/main" id="{56ABC9EE-5175-4793-99D6-93817FCDCBFB}"/>
                </a:ext>
              </a:extLst>
            </p:cNvPr>
            <p:cNvSpPr>
              <a:spLocks noGrp="1"/>
            </p:cNvSpPr>
            <p:nvPr/>
          </p:nvSpPr>
          <p:spPr>
            <a:xfrm>
              <a:off x="22423438" y="6454378"/>
              <a:ext cx="236680" cy="6096"/>
            </a:xfrm>
            <a:prstGeom prst="rect">
              <a:avLst/>
            </a:prstGeom>
            <a:solidFill>
              <a:srgbClr val="66C0AB"/>
            </a:solidFill>
            <a:ln w="0">
              <a:noFill/>
              <a:prstDash val="solid"/>
            </a:ln>
          </p:spPr>
        </p:sp>
        <p:sp>
          <p:nvSpPr>
            <p:cNvPr id="5443" name="dense-map-6-cell-117">
              <a:extLst>
                <a:ext uri="{FF2B5EF4-FFF2-40B4-BE49-F238E27FC236}">
                  <a16:creationId xmlns:a16="http://schemas.microsoft.com/office/drawing/2014/main" id="{DFA4167A-2AAB-4D86-83CE-3DB13F328FE8}"/>
                </a:ext>
              </a:extLst>
            </p:cNvPr>
            <p:cNvSpPr>
              <a:spLocks noGrp="1"/>
            </p:cNvSpPr>
            <p:nvPr/>
          </p:nvSpPr>
          <p:spPr>
            <a:xfrm>
              <a:off x="22423438" y="6460331"/>
              <a:ext cx="236680" cy="6096"/>
            </a:xfrm>
            <a:prstGeom prst="rect">
              <a:avLst/>
            </a:prstGeom>
            <a:solidFill>
              <a:srgbClr val="53BAA1"/>
            </a:solidFill>
            <a:ln w="0">
              <a:noFill/>
              <a:prstDash val="solid"/>
            </a:ln>
          </p:spPr>
        </p:sp>
        <p:sp>
          <p:nvSpPr>
            <p:cNvPr id="5444" name="dense-map-6-cell-116">
              <a:extLst>
                <a:ext uri="{FF2B5EF4-FFF2-40B4-BE49-F238E27FC236}">
                  <a16:creationId xmlns:a16="http://schemas.microsoft.com/office/drawing/2014/main" id="{A4988FCC-EB58-4861-AE31-27B837E18613}"/>
                </a:ext>
              </a:extLst>
            </p:cNvPr>
            <p:cNvSpPr>
              <a:spLocks noGrp="1"/>
            </p:cNvSpPr>
            <p:nvPr/>
          </p:nvSpPr>
          <p:spPr>
            <a:xfrm>
              <a:off x="22423438" y="6466284"/>
              <a:ext cx="236680" cy="6096"/>
            </a:xfrm>
            <a:prstGeom prst="rect">
              <a:avLst/>
            </a:prstGeom>
            <a:solidFill>
              <a:srgbClr val="46B69A"/>
            </a:solidFill>
            <a:ln w="0">
              <a:noFill/>
              <a:prstDash val="solid"/>
            </a:ln>
          </p:spPr>
        </p:sp>
        <p:sp>
          <p:nvSpPr>
            <p:cNvPr id="5445" name="dense-map-6-cell-115">
              <a:extLst>
                <a:ext uri="{FF2B5EF4-FFF2-40B4-BE49-F238E27FC236}">
                  <a16:creationId xmlns:a16="http://schemas.microsoft.com/office/drawing/2014/main" id="{74CEBF3F-8D68-42E9-93F2-DA5509862E76}"/>
                </a:ext>
              </a:extLst>
            </p:cNvPr>
            <p:cNvSpPr>
              <a:spLocks noGrp="1"/>
            </p:cNvSpPr>
            <p:nvPr/>
          </p:nvSpPr>
          <p:spPr>
            <a:xfrm>
              <a:off x="22423438" y="6472238"/>
              <a:ext cx="236680" cy="6096"/>
            </a:xfrm>
            <a:prstGeom prst="rect">
              <a:avLst/>
            </a:prstGeom>
            <a:solidFill>
              <a:srgbClr val="41B497"/>
            </a:solidFill>
            <a:ln w="0">
              <a:noFill/>
              <a:prstDash val="solid"/>
            </a:ln>
          </p:spPr>
        </p:sp>
        <p:sp>
          <p:nvSpPr>
            <p:cNvPr id="5446" name="dense-map-6-cell-114">
              <a:extLst>
                <a:ext uri="{FF2B5EF4-FFF2-40B4-BE49-F238E27FC236}">
                  <a16:creationId xmlns:a16="http://schemas.microsoft.com/office/drawing/2014/main" id="{643CA384-2B1D-42CF-953A-731070DDF3F3}"/>
                </a:ext>
              </a:extLst>
            </p:cNvPr>
            <p:cNvSpPr>
              <a:spLocks noGrp="1"/>
            </p:cNvSpPr>
            <p:nvPr/>
          </p:nvSpPr>
          <p:spPr>
            <a:xfrm>
              <a:off x="22423438" y="6478191"/>
              <a:ext cx="236680" cy="6096"/>
            </a:xfrm>
            <a:prstGeom prst="rect">
              <a:avLst/>
            </a:prstGeom>
            <a:solidFill>
              <a:srgbClr val="37AF94"/>
            </a:solidFill>
            <a:ln w="0">
              <a:noFill/>
              <a:prstDash val="solid"/>
            </a:ln>
          </p:spPr>
        </p:sp>
        <p:sp>
          <p:nvSpPr>
            <p:cNvPr id="5447" name="dense-map-6-cell-113">
              <a:extLst>
                <a:ext uri="{FF2B5EF4-FFF2-40B4-BE49-F238E27FC236}">
                  <a16:creationId xmlns:a16="http://schemas.microsoft.com/office/drawing/2014/main" id="{5A6E1276-5F2D-4416-8EA6-5F241E8DB2BD}"/>
                </a:ext>
              </a:extLst>
            </p:cNvPr>
            <p:cNvSpPr>
              <a:spLocks noGrp="1"/>
            </p:cNvSpPr>
            <p:nvPr/>
          </p:nvSpPr>
          <p:spPr>
            <a:xfrm>
              <a:off x="22423438" y="6484144"/>
              <a:ext cx="236680" cy="6096"/>
            </a:xfrm>
            <a:prstGeom prst="rect">
              <a:avLst/>
            </a:prstGeom>
            <a:solidFill>
              <a:srgbClr val="40B497"/>
            </a:solidFill>
            <a:ln w="0">
              <a:noFill/>
              <a:prstDash val="solid"/>
            </a:ln>
          </p:spPr>
        </p:sp>
        <p:sp>
          <p:nvSpPr>
            <p:cNvPr id="5448" name="dense-map-6-cell-112">
              <a:extLst>
                <a:ext uri="{FF2B5EF4-FFF2-40B4-BE49-F238E27FC236}">
                  <a16:creationId xmlns:a16="http://schemas.microsoft.com/office/drawing/2014/main" id="{8423523F-E6F2-4E27-BDFA-A399F8424545}"/>
                </a:ext>
              </a:extLst>
            </p:cNvPr>
            <p:cNvSpPr>
              <a:spLocks noGrp="1"/>
            </p:cNvSpPr>
            <p:nvPr/>
          </p:nvSpPr>
          <p:spPr>
            <a:xfrm>
              <a:off x="22423438" y="6490097"/>
              <a:ext cx="236680" cy="6096"/>
            </a:xfrm>
            <a:prstGeom prst="rect">
              <a:avLst/>
            </a:prstGeom>
            <a:solidFill>
              <a:srgbClr val="40B192"/>
            </a:solidFill>
            <a:ln w="0">
              <a:noFill/>
              <a:prstDash val="solid"/>
            </a:ln>
          </p:spPr>
        </p:sp>
        <p:sp>
          <p:nvSpPr>
            <p:cNvPr id="5449" name="dense-map-6-cell-111">
              <a:extLst>
                <a:ext uri="{FF2B5EF4-FFF2-40B4-BE49-F238E27FC236}">
                  <a16:creationId xmlns:a16="http://schemas.microsoft.com/office/drawing/2014/main" id="{9E34EC48-13D4-4EC8-912C-8BB53E1D280A}"/>
                </a:ext>
              </a:extLst>
            </p:cNvPr>
            <p:cNvSpPr>
              <a:spLocks noGrp="1"/>
            </p:cNvSpPr>
            <p:nvPr/>
          </p:nvSpPr>
          <p:spPr>
            <a:xfrm>
              <a:off x="22423438" y="6496050"/>
              <a:ext cx="236680" cy="6096"/>
            </a:xfrm>
            <a:prstGeom prst="rect">
              <a:avLst/>
            </a:prstGeom>
            <a:solidFill>
              <a:srgbClr val="40AD8B"/>
            </a:solidFill>
            <a:ln w="0">
              <a:noFill/>
              <a:prstDash val="solid"/>
            </a:ln>
          </p:spPr>
        </p:sp>
        <p:sp>
          <p:nvSpPr>
            <p:cNvPr id="5450" name="dense-map-6-cell-110">
              <a:extLst>
                <a:ext uri="{FF2B5EF4-FFF2-40B4-BE49-F238E27FC236}">
                  <a16:creationId xmlns:a16="http://schemas.microsoft.com/office/drawing/2014/main" id="{802BFBF6-38CB-45DA-9CA6-413BAE6C9D3F}"/>
                </a:ext>
              </a:extLst>
            </p:cNvPr>
            <p:cNvSpPr>
              <a:spLocks noGrp="1"/>
            </p:cNvSpPr>
            <p:nvPr/>
          </p:nvSpPr>
          <p:spPr>
            <a:xfrm>
              <a:off x="22423438" y="6502003"/>
              <a:ext cx="236680" cy="6096"/>
            </a:xfrm>
            <a:prstGeom prst="rect">
              <a:avLst/>
            </a:prstGeom>
            <a:solidFill>
              <a:srgbClr val="3FA075"/>
            </a:solidFill>
            <a:ln w="0">
              <a:noFill/>
              <a:prstDash val="solid"/>
            </a:ln>
          </p:spPr>
        </p:sp>
        <p:sp>
          <p:nvSpPr>
            <p:cNvPr id="5451" name="dense-map-6-cell-109">
              <a:extLst>
                <a:ext uri="{FF2B5EF4-FFF2-40B4-BE49-F238E27FC236}">
                  <a16:creationId xmlns:a16="http://schemas.microsoft.com/office/drawing/2014/main" id="{F2459620-9F24-4298-A654-6B5533377D02}"/>
                </a:ext>
              </a:extLst>
            </p:cNvPr>
            <p:cNvSpPr>
              <a:spLocks noGrp="1"/>
            </p:cNvSpPr>
            <p:nvPr/>
          </p:nvSpPr>
          <p:spPr>
            <a:xfrm>
              <a:off x="22423438" y="6507956"/>
              <a:ext cx="236680" cy="6096"/>
            </a:xfrm>
            <a:prstGeom prst="rect">
              <a:avLst/>
            </a:prstGeom>
            <a:solidFill>
              <a:srgbClr val="3F935F"/>
            </a:solidFill>
            <a:ln w="0">
              <a:noFill/>
              <a:prstDash val="solid"/>
            </a:ln>
          </p:spPr>
        </p:sp>
        <p:sp>
          <p:nvSpPr>
            <p:cNvPr id="5452" name="dense-map-6-cell-108">
              <a:extLst>
                <a:ext uri="{FF2B5EF4-FFF2-40B4-BE49-F238E27FC236}">
                  <a16:creationId xmlns:a16="http://schemas.microsoft.com/office/drawing/2014/main" id="{874CAF7C-FA0F-4282-805A-3B3C97196893}"/>
                </a:ext>
              </a:extLst>
            </p:cNvPr>
            <p:cNvSpPr>
              <a:spLocks noGrp="1"/>
            </p:cNvSpPr>
            <p:nvPr/>
          </p:nvSpPr>
          <p:spPr>
            <a:xfrm>
              <a:off x="22423438" y="6513909"/>
              <a:ext cx="236680" cy="6096"/>
            </a:xfrm>
            <a:prstGeom prst="rect">
              <a:avLst/>
            </a:prstGeom>
            <a:solidFill>
              <a:srgbClr val="3E8F57"/>
            </a:solidFill>
            <a:ln w="0">
              <a:noFill/>
              <a:prstDash val="solid"/>
            </a:ln>
          </p:spPr>
        </p:sp>
        <p:sp>
          <p:nvSpPr>
            <p:cNvPr id="5453" name="dense-map-6-cell-107">
              <a:extLst>
                <a:ext uri="{FF2B5EF4-FFF2-40B4-BE49-F238E27FC236}">
                  <a16:creationId xmlns:a16="http://schemas.microsoft.com/office/drawing/2014/main" id="{33BF7C83-C8CF-4A91-9F92-942FF450638E}"/>
                </a:ext>
              </a:extLst>
            </p:cNvPr>
            <p:cNvSpPr>
              <a:spLocks noGrp="1"/>
            </p:cNvSpPr>
            <p:nvPr/>
          </p:nvSpPr>
          <p:spPr>
            <a:xfrm>
              <a:off x="22423438" y="6519863"/>
              <a:ext cx="236680" cy="6096"/>
            </a:xfrm>
            <a:prstGeom prst="rect">
              <a:avLst/>
            </a:prstGeom>
            <a:solidFill>
              <a:srgbClr val="3E8C53"/>
            </a:solidFill>
            <a:ln w="0">
              <a:noFill/>
              <a:prstDash val="solid"/>
            </a:ln>
          </p:spPr>
        </p:sp>
        <p:sp>
          <p:nvSpPr>
            <p:cNvPr id="5454" name="dense-map-6-cell-106">
              <a:extLst>
                <a:ext uri="{FF2B5EF4-FFF2-40B4-BE49-F238E27FC236}">
                  <a16:creationId xmlns:a16="http://schemas.microsoft.com/office/drawing/2014/main" id="{E9B094C5-EECF-4DAD-BD7F-768B5DC2034A}"/>
                </a:ext>
              </a:extLst>
            </p:cNvPr>
            <p:cNvSpPr>
              <a:spLocks noGrp="1"/>
            </p:cNvSpPr>
            <p:nvPr/>
          </p:nvSpPr>
          <p:spPr>
            <a:xfrm>
              <a:off x="22423438" y="6525816"/>
              <a:ext cx="236680" cy="6096"/>
            </a:xfrm>
            <a:prstGeom prst="rect">
              <a:avLst/>
            </a:prstGeom>
            <a:solidFill>
              <a:srgbClr val="3E8B51"/>
            </a:solidFill>
            <a:ln w="0">
              <a:noFill/>
              <a:prstDash val="solid"/>
            </a:ln>
          </p:spPr>
        </p:sp>
        <p:sp>
          <p:nvSpPr>
            <p:cNvPr id="5455" name="dense-map-6-cell-105">
              <a:extLst>
                <a:ext uri="{FF2B5EF4-FFF2-40B4-BE49-F238E27FC236}">
                  <a16:creationId xmlns:a16="http://schemas.microsoft.com/office/drawing/2014/main" id="{9C9E0E13-5FAB-4CD3-8073-FF969A0AA683}"/>
                </a:ext>
              </a:extLst>
            </p:cNvPr>
            <p:cNvSpPr>
              <a:spLocks noGrp="1"/>
            </p:cNvSpPr>
            <p:nvPr/>
          </p:nvSpPr>
          <p:spPr>
            <a:xfrm>
              <a:off x="22423438" y="6531769"/>
              <a:ext cx="236680" cy="6096"/>
            </a:xfrm>
            <a:prstGeom prst="rect">
              <a:avLst/>
            </a:prstGeom>
            <a:solidFill>
              <a:srgbClr val="418B50"/>
            </a:solidFill>
            <a:ln w="0">
              <a:noFill/>
              <a:prstDash val="solid"/>
            </a:ln>
          </p:spPr>
        </p:sp>
        <p:sp>
          <p:nvSpPr>
            <p:cNvPr id="5456" name="dense-map-6-cell-104">
              <a:extLst>
                <a:ext uri="{FF2B5EF4-FFF2-40B4-BE49-F238E27FC236}">
                  <a16:creationId xmlns:a16="http://schemas.microsoft.com/office/drawing/2014/main" id="{4E066565-00B0-4B04-9B8C-370858D41E59}"/>
                </a:ext>
              </a:extLst>
            </p:cNvPr>
            <p:cNvSpPr>
              <a:spLocks noGrp="1"/>
            </p:cNvSpPr>
            <p:nvPr/>
          </p:nvSpPr>
          <p:spPr>
            <a:xfrm>
              <a:off x="22423438" y="6537722"/>
              <a:ext cx="236680" cy="6096"/>
            </a:xfrm>
            <a:prstGeom prst="rect">
              <a:avLst/>
            </a:prstGeom>
            <a:solidFill>
              <a:srgbClr val="48884C"/>
            </a:solidFill>
            <a:ln w="0">
              <a:noFill/>
              <a:prstDash val="solid"/>
            </a:ln>
          </p:spPr>
        </p:sp>
        <p:sp>
          <p:nvSpPr>
            <p:cNvPr id="5457" name="dense-map-6-cell-103">
              <a:extLst>
                <a:ext uri="{FF2B5EF4-FFF2-40B4-BE49-F238E27FC236}">
                  <a16:creationId xmlns:a16="http://schemas.microsoft.com/office/drawing/2014/main" id="{4544A698-EC87-40C7-931E-511069A42814}"/>
                </a:ext>
              </a:extLst>
            </p:cNvPr>
            <p:cNvSpPr>
              <a:spLocks noGrp="1"/>
            </p:cNvSpPr>
            <p:nvPr/>
          </p:nvSpPr>
          <p:spPr>
            <a:xfrm>
              <a:off x="22423438" y="6543675"/>
              <a:ext cx="236680" cy="6096"/>
            </a:xfrm>
            <a:prstGeom prst="rect">
              <a:avLst/>
            </a:prstGeom>
            <a:solidFill>
              <a:srgbClr val="528547"/>
            </a:solidFill>
            <a:ln w="0">
              <a:noFill/>
              <a:prstDash val="solid"/>
            </a:ln>
          </p:spPr>
        </p:sp>
        <p:sp>
          <p:nvSpPr>
            <p:cNvPr id="5458" name="dense-map-6-cell-102">
              <a:extLst>
                <a:ext uri="{FF2B5EF4-FFF2-40B4-BE49-F238E27FC236}">
                  <a16:creationId xmlns:a16="http://schemas.microsoft.com/office/drawing/2014/main" id="{408879E6-344F-49E9-A32C-2A2E07195A2C}"/>
                </a:ext>
              </a:extLst>
            </p:cNvPr>
            <p:cNvSpPr>
              <a:spLocks noGrp="1"/>
            </p:cNvSpPr>
            <p:nvPr/>
          </p:nvSpPr>
          <p:spPr>
            <a:xfrm>
              <a:off x="22423438" y="6549628"/>
              <a:ext cx="236680" cy="6096"/>
            </a:xfrm>
            <a:prstGeom prst="rect">
              <a:avLst/>
            </a:prstGeom>
            <a:solidFill>
              <a:srgbClr val="5D8241"/>
            </a:solidFill>
            <a:ln w="0">
              <a:noFill/>
              <a:prstDash val="solid"/>
            </a:ln>
          </p:spPr>
        </p:sp>
        <p:sp>
          <p:nvSpPr>
            <p:cNvPr id="5459" name="dense-map-6-cell-101">
              <a:extLst>
                <a:ext uri="{FF2B5EF4-FFF2-40B4-BE49-F238E27FC236}">
                  <a16:creationId xmlns:a16="http://schemas.microsoft.com/office/drawing/2014/main" id="{92EC2846-B8F8-47B0-B0A7-3B03DA3AD8F9}"/>
                </a:ext>
              </a:extLst>
            </p:cNvPr>
            <p:cNvSpPr>
              <a:spLocks noGrp="1"/>
            </p:cNvSpPr>
            <p:nvPr/>
          </p:nvSpPr>
          <p:spPr>
            <a:xfrm>
              <a:off x="22423438" y="6555581"/>
              <a:ext cx="236680" cy="6096"/>
            </a:xfrm>
            <a:prstGeom prst="rect">
              <a:avLst/>
            </a:prstGeom>
            <a:solidFill>
              <a:srgbClr val="64803D"/>
            </a:solidFill>
            <a:ln w="0">
              <a:noFill/>
              <a:prstDash val="solid"/>
            </a:ln>
          </p:spPr>
        </p:sp>
        <p:sp>
          <p:nvSpPr>
            <p:cNvPr id="5460" name="dense-map-6-cell-100">
              <a:extLst>
                <a:ext uri="{FF2B5EF4-FFF2-40B4-BE49-F238E27FC236}">
                  <a16:creationId xmlns:a16="http://schemas.microsoft.com/office/drawing/2014/main" id="{98B13A9F-F4C8-4379-B8DF-8B1894C4A95A}"/>
                </a:ext>
              </a:extLst>
            </p:cNvPr>
            <p:cNvSpPr>
              <a:spLocks noGrp="1"/>
            </p:cNvSpPr>
            <p:nvPr/>
          </p:nvSpPr>
          <p:spPr>
            <a:xfrm>
              <a:off x="22423438" y="6561534"/>
              <a:ext cx="236680" cy="6096"/>
            </a:xfrm>
            <a:prstGeom prst="rect">
              <a:avLst/>
            </a:prstGeom>
            <a:solidFill>
              <a:srgbClr val="65803D"/>
            </a:solidFill>
            <a:ln w="0">
              <a:noFill/>
              <a:prstDash val="solid"/>
            </a:ln>
          </p:spPr>
        </p:sp>
        <p:sp>
          <p:nvSpPr>
            <p:cNvPr id="5461" name="dense-map-6-cell-99">
              <a:extLst>
                <a:ext uri="{FF2B5EF4-FFF2-40B4-BE49-F238E27FC236}">
                  <a16:creationId xmlns:a16="http://schemas.microsoft.com/office/drawing/2014/main" id="{A8F7B5D9-9CBA-49AC-88FE-558DCA90BD8C}"/>
                </a:ext>
              </a:extLst>
            </p:cNvPr>
            <p:cNvSpPr>
              <a:spLocks noGrp="1"/>
            </p:cNvSpPr>
            <p:nvPr/>
          </p:nvSpPr>
          <p:spPr>
            <a:xfrm>
              <a:off x="22423438" y="6567488"/>
              <a:ext cx="236680" cy="6096"/>
            </a:xfrm>
            <a:prstGeom prst="rect">
              <a:avLst/>
            </a:prstGeom>
            <a:solidFill>
              <a:srgbClr val="61813F"/>
            </a:solidFill>
            <a:ln w="0">
              <a:noFill/>
              <a:prstDash val="solid"/>
            </a:ln>
          </p:spPr>
        </p:sp>
        <p:sp>
          <p:nvSpPr>
            <p:cNvPr id="5462" name="dense-map-6-cell-98">
              <a:extLst>
                <a:ext uri="{FF2B5EF4-FFF2-40B4-BE49-F238E27FC236}">
                  <a16:creationId xmlns:a16="http://schemas.microsoft.com/office/drawing/2014/main" id="{F66ED005-BB21-4FE1-A66A-55679E5FFD9E}"/>
                </a:ext>
              </a:extLst>
            </p:cNvPr>
            <p:cNvSpPr>
              <a:spLocks noGrp="1"/>
            </p:cNvSpPr>
            <p:nvPr/>
          </p:nvSpPr>
          <p:spPr>
            <a:xfrm>
              <a:off x="22423438" y="6573441"/>
              <a:ext cx="236680" cy="6096"/>
            </a:xfrm>
            <a:prstGeom prst="rect">
              <a:avLst/>
            </a:prstGeom>
            <a:solidFill>
              <a:srgbClr val="578444"/>
            </a:solidFill>
            <a:ln w="0">
              <a:noFill/>
              <a:prstDash val="solid"/>
            </a:ln>
          </p:spPr>
        </p:sp>
        <p:sp>
          <p:nvSpPr>
            <p:cNvPr id="5463" name="dense-map-6-cell-97">
              <a:extLst>
                <a:ext uri="{FF2B5EF4-FFF2-40B4-BE49-F238E27FC236}">
                  <a16:creationId xmlns:a16="http://schemas.microsoft.com/office/drawing/2014/main" id="{3FC411A0-78E5-4313-93C0-F788A6816D25}"/>
                </a:ext>
              </a:extLst>
            </p:cNvPr>
            <p:cNvSpPr>
              <a:spLocks noGrp="1"/>
            </p:cNvSpPr>
            <p:nvPr/>
          </p:nvSpPr>
          <p:spPr>
            <a:xfrm>
              <a:off x="22423438" y="6579394"/>
              <a:ext cx="236680" cy="6096"/>
            </a:xfrm>
            <a:prstGeom prst="rect">
              <a:avLst/>
            </a:prstGeom>
            <a:solidFill>
              <a:srgbClr val="4C874A"/>
            </a:solidFill>
            <a:ln w="0">
              <a:noFill/>
              <a:prstDash val="solid"/>
            </a:ln>
          </p:spPr>
        </p:sp>
        <p:sp>
          <p:nvSpPr>
            <p:cNvPr id="5464" name="dense-map-6-cell-96">
              <a:extLst>
                <a:ext uri="{FF2B5EF4-FFF2-40B4-BE49-F238E27FC236}">
                  <a16:creationId xmlns:a16="http://schemas.microsoft.com/office/drawing/2014/main" id="{570C91CB-4B0F-4CD7-86C4-4D3B8705918B}"/>
                </a:ext>
              </a:extLst>
            </p:cNvPr>
            <p:cNvSpPr>
              <a:spLocks noGrp="1"/>
            </p:cNvSpPr>
            <p:nvPr/>
          </p:nvSpPr>
          <p:spPr>
            <a:xfrm>
              <a:off x="22423438" y="6585347"/>
              <a:ext cx="236680" cy="6096"/>
            </a:xfrm>
            <a:prstGeom prst="rect">
              <a:avLst/>
            </a:prstGeom>
            <a:solidFill>
              <a:srgbClr val="448A4E"/>
            </a:solidFill>
            <a:ln w="0">
              <a:noFill/>
              <a:prstDash val="solid"/>
            </a:ln>
          </p:spPr>
        </p:sp>
        <p:sp>
          <p:nvSpPr>
            <p:cNvPr id="5465" name="dense-map-6-cell-95">
              <a:extLst>
                <a:ext uri="{FF2B5EF4-FFF2-40B4-BE49-F238E27FC236}">
                  <a16:creationId xmlns:a16="http://schemas.microsoft.com/office/drawing/2014/main" id="{86C45663-20A8-4309-AABD-2B2108D8F089}"/>
                </a:ext>
              </a:extLst>
            </p:cNvPr>
            <p:cNvSpPr>
              <a:spLocks noGrp="1"/>
            </p:cNvSpPr>
            <p:nvPr/>
          </p:nvSpPr>
          <p:spPr>
            <a:xfrm>
              <a:off x="22423438" y="6591300"/>
              <a:ext cx="236680" cy="6096"/>
            </a:xfrm>
            <a:prstGeom prst="rect">
              <a:avLst/>
            </a:prstGeom>
            <a:solidFill>
              <a:srgbClr val="3F8B51"/>
            </a:solidFill>
            <a:ln w="0">
              <a:noFill/>
              <a:prstDash val="solid"/>
            </a:ln>
          </p:spPr>
        </p:sp>
        <p:sp>
          <p:nvSpPr>
            <p:cNvPr id="5466" name="dense-map-6-cell-94">
              <a:extLst>
                <a:ext uri="{FF2B5EF4-FFF2-40B4-BE49-F238E27FC236}">
                  <a16:creationId xmlns:a16="http://schemas.microsoft.com/office/drawing/2014/main" id="{1FDCB20E-A0EF-4E94-8575-69D042CE1403}"/>
                </a:ext>
              </a:extLst>
            </p:cNvPr>
            <p:cNvSpPr>
              <a:spLocks noGrp="1"/>
            </p:cNvSpPr>
            <p:nvPr/>
          </p:nvSpPr>
          <p:spPr>
            <a:xfrm>
              <a:off x="22423438" y="6597253"/>
              <a:ext cx="236680" cy="6096"/>
            </a:xfrm>
            <a:prstGeom prst="rect">
              <a:avLst/>
            </a:prstGeom>
            <a:solidFill>
              <a:srgbClr val="3E8B51"/>
            </a:solidFill>
            <a:ln w="0">
              <a:noFill/>
              <a:prstDash val="solid"/>
            </a:ln>
          </p:spPr>
        </p:sp>
        <p:sp>
          <p:nvSpPr>
            <p:cNvPr id="5467" name="dense-map-6-cell-93">
              <a:extLst>
                <a:ext uri="{FF2B5EF4-FFF2-40B4-BE49-F238E27FC236}">
                  <a16:creationId xmlns:a16="http://schemas.microsoft.com/office/drawing/2014/main" id="{16E489DE-3A7B-4866-A143-7FA8072DC74B}"/>
                </a:ext>
              </a:extLst>
            </p:cNvPr>
            <p:cNvSpPr>
              <a:spLocks noGrp="1"/>
            </p:cNvSpPr>
            <p:nvPr/>
          </p:nvSpPr>
          <p:spPr>
            <a:xfrm>
              <a:off x="22423438" y="6603206"/>
              <a:ext cx="236680" cy="6096"/>
            </a:xfrm>
            <a:prstGeom prst="rect">
              <a:avLst/>
            </a:prstGeom>
            <a:solidFill>
              <a:srgbClr val="3E8B52"/>
            </a:solidFill>
            <a:ln w="0">
              <a:noFill/>
              <a:prstDash val="solid"/>
            </a:ln>
          </p:spPr>
        </p:sp>
        <p:sp>
          <p:nvSpPr>
            <p:cNvPr id="5468" name="dense-map-6-cell-92">
              <a:extLst>
                <a:ext uri="{FF2B5EF4-FFF2-40B4-BE49-F238E27FC236}">
                  <a16:creationId xmlns:a16="http://schemas.microsoft.com/office/drawing/2014/main" id="{ED24B247-3662-4D7F-8ADC-06AEF329495B}"/>
                </a:ext>
              </a:extLst>
            </p:cNvPr>
            <p:cNvSpPr>
              <a:spLocks noGrp="1"/>
            </p:cNvSpPr>
            <p:nvPr/>
          </p:nvSpPr>
          <p:spPr>
            <a:xfrm>
              <a:off x="22423438" y="6609159"/>
              <a:ext cx="236680" cy="6096"/>
            </a:xfrm>
            <a:prstGeom prst="rect">
              <a:avLst/>
            </a:prstGeom>
            <a:solidFill>
              <a:srgbClr val="3E8D54"/>
            </a:solidFill>
            <a:ln w="0">
              <a:noFill/>
              <a:prstDash val="solid"/>
            </a:ln>
          </p:spPr>
        </p:sp>
        <p:sp>
          <p:nvSpPr>
            <p:cNvPr id="5469" name="dense-map-6-cell-91">
              <a:extLst>
                <a:ext uri="{FF2B5EF4-FFF2-40B4-BE49-F238E27FC236}">
                  <a16:creationId xmlns:a16="http://schemas.microsoft.com/office/drawing/2014/main" id="{7541173C-E2E1-4D48-BC54-3EDC387BC302}"/>
                </a:ext>
              </a:extLst>
            </p:cNvPr>
            <p:cNvSpPr>
              <a:spLocks noGrp="1"/>
            </p:cNvSpPr>
            <p:nvPr/>
          </p:nvSpPr>
          <p:spPr>
            <a:xfrm>
              <a:off x="22423438" y="6615113"/>
              <a:ext cx="236680" cy="6096"/>
            </a:xfrm>
            <a:prstGeom prst="rect">
              <a:avLst/>
            </a:prstGeom>
            <a:solidFill>
              <a:srgbClr val="3F905A"/>
            </a:solidFill>
            <a:ln w="0">
              <a:noFill/>
              <a:prstDash val="solid"/>
            </a:ln>
          </p:spPr>
        </p:sp>
        <p:sp>
          <p:nvSpPr>
            <p:cNvPr id="5470" name="dense-map-6-cell-90">
              <a:extLst>
                <a:ext uri="{FF2B5EF4-FFF2-40B4-BE49-F238E27FC236}">
                  <a16:creationId xmlns:a16="http://schemas.microsoft.com/office/drawing/2014/main" id="{56995275-6AFB-4DDC-95C3-0F35AD5E7409}"/>
                </a:ext>
              </a:extLst>
            </p:cNvPr>
            <p:cNvSpPr>
              <a:spLocks noGrp="1"/>
            </p:cNvSpPr>
            <p:nvPr/>
          </p:nvSpPr>
          <p:spPr>
            <a:xfrm>
              <a:off x="22423438" y="6621066"/>
              <a:ext cx="236680" cy="6096"/>
            </a:xfrm>
            <a:prstGeom prst="rect">
              <a:avLst/>
            </a:prstGeom>
            <a:solidFill>
              <a:srgbClr val="3F9663"/>
            </a:solidFill>
            <a:ln w="0">
              <a:noFill/>
              <a:prstDash val="solid"/>
            </a:ln>
          </p:spPr>
        </p:sp>
        <p:sp>
          <p:nvSpPr>
            <p:cNvPr id="5471" name="dense-map-6-cell-89">
              <a:extLst>
                <a:ext uri="{FF2B5EF4-FFF2-40B4-BE49-F238E27FC236}">
                  <a16:creationId xmlns:a16="http://schemas.microsoft.com/office/drawing/2014/main" id="{E15D4F97-368A-4062-8549-82557EED317B}"/>
                </a:ext>
              </a:extLst>
            </p:cNvPr>
            <p:cNvSpPr>
              <a:spLocks noGrp="1"/>
            </p:cNvSpPr>
            <p:nvPr/>
          </p:nvSpPr>
          <p:spPr>
            <a:xfrm>
              <a:off x="22423438" y="6627019"/>
              <a:ext cx="236680" cy="6096"/>
            </a:xfrm>
            <a:prstGeom prst="rect">
              <a:avLst/>
            </a:prstGeom>
            <a:solidFill>
              <a:srgbClr val="3FA279"/>
            </a:solidFill>
            <a:ln w="0">
              <a:noFill/>
              <a:prstDash val="solid"/>
            </a:ln>
          </p:spPr>
        </p:sp>
        <p:sp>
          <p:nvSpPr>
            <p:cNvPr id="5472" name="dense-map-6-cell-88">
              <a:extLst>
                <a:ext uri="{FF2B5EF4-FFF2-40B4-BE49-F238E27FC236}">
                  <a16:creationId xmlns:a16="http://schemas.microsoft.com/office/drawing/2014/main" id="{E3223879-FF6C-477D-A18C-174C6C2C1E05}"/>
                </a:ext>
              </a:extLst>
            </p:cNvPr>
            <p:cNvSpPr>
              <a:spLocks noGrp="1"/>
            </p:cNvSpPr>
            <p:nvPr/>
          </p:nvSpPr>
          <p:spPr>
            <a:xfrm>
              <a:off x="22423438" y="6632972"/>
              <a:ext cx="236680" cy="6096"/>
            </a:xfrm>
            <a:prstGeom prst="rect">
              <a:avLst/>
            </a:prstGeom>
            <a:solidFill>
              <a:srgbClr val="40AE8D"/>
            </a:solidFill>
            <a:ln w="0">
              <a:noFill/>
              <a:prstDash val="solid"/>
            </a:ln>
          </p:spPr>
        </p:sp>
        <p:sp>
          <p:nvSpPr>
            <p:cNvPr id="5473" name="dense-map-6-cell-87">
              <a:extLst>
                <a:ext uri="{FF2B5EF4-FFF2-40B4-BE49-F238E27FC236}">
                  <a16:creationId xmlns:a16="http://schemas.microsoft.com/office/drawing/2014/main" id="{2EE59643-95BC-45CE-B537-FF578F3778C6}"/>
                </a:ext>
              </a:extLst>
            </p:cNvPr>
            <p:cNvSpPr>
              <a:spLocks noGrp="1"/>
            </p:cNvSpPr>
            <p:nvPr/>
          </p:nvSpPr>
          <p:spPr>
            <a:xfrm>
              <a:off x="22423438" y="6638925"/>
              <a:ext cx="236680" cy="6096"/>
            </a:xfrm>
            <a:prstGeom prst="rect">
              <a:avLst/>
            </a:prstGeom>
            <a:solidFill>
              <a:srgbClr val="40B293"/>
            </a:solidFill>
            <a:ln w="0">
              <a:noFill/>
              <a:prstDash val="solid"/>
            </a:ln>
          </p:spPr>
        </p:sp>
        <p:sp>
          <p:nvSpPr>
            <p:cNvPr id="5474" name="dense-map-6-cell-86">
              <a:extLst>
                <a:ext uri="{FF2B5EF4-FFF2-40B4-BE49-F238E27FC236}">
                  <a16:creationId xmlns:a16="http://schemas.microsoft.com/office/drawing/2014/main" id="{F81EABBD-5028-410B-A304-2AD9C3A53366}"/>
                </a:ext>
              </a:extLst>
            </p:cNvPr>
            <p:cNvSpPr>
              <a:spLocks noGrp="1"/>
            </p:cNvSpPr>
            <p:nvPr/>
          </p:nvSpPr>
          <p:spPr>
            <a:xfrm>
              <a:off x="22423438" y="6644878"/>
              <a:ext cx="236680" cy="6096"/>
            </a:xfrm>
            <a:prstGeom prst="rect">
              <a:avLst/>
            </a:prstGeom>
            <a:solidFill>
              <a:srgbClr val="40B497"/>
            </a:solidFill>
            <a:ln w="0">
              <a:noFill/>
              <a:prstDash val="solid"/>
            </a:ln>
          </p:spPr>
        </p:sp>
        <p:sp>
          <p:nvSpPr>
            <p:cNvPr id="5475" name="dense-map-6-cell-85">
              <a:extLst>
                <a:ext uri="{FF2B5EF4-FFF2-40B4-BE49-F238E27FC236}">
                  <a16:creationId xmlns:a16="http://schemas.microsoft.com/office/drawing/2014/main" id="{4D1D3CCA-2198-42FD-AA9A-2FF22559919C}"/>
                </a:ext>
              </a:extLst>
            </p:cNvPr>
            <p:cNvSpPr>
              <a:spLocks noGrp="1"/>
            </p:cNvSpPr>
            <p:nvPr/>
          </p:nvSpPr>
          <p:spPr>
            <a:xfrm>
              <a:off x="22423438" y="6650831"/>
              <a:ext cx="236680" cy="6096"/>
            </a:xfrm>
            <a:prstGeom prst="rect">
              <a:avLst/>
            </a:prstGeom>
            <a:solidFill>
              <a:srgbClr val="40B497"/>
            </a:solidFill>
            <a:ln w="0">
              <a:noFill/>
              <a:prstDash val="solid"/>
            </a:ln>
          </p:spPr>
        </p:sp>
        <p:sp>
          <p:nvSpPr>
            <p:cNvPr id="5476" name="dense-map-6-cell-84">
              <a:extLst>
                <a:ext uri="{FF2B5EF4-FFF2-40B4-BE49-F238E27FC236}">
                  <a16:creationId xmlns:a16="http://schemas.microsoft.com/office/drawing/2014/main" id="{FA8220FC-0514-49F2-AE11-69EF9F0BDA1E}"/>
                </a:ext>
              </a:extLst>
            </p:cNvPr>
            <p:cNvSpPr>
              <a:spLocks noGrp="1"/>
            </p:cNvSpPr>
            <p:nvPr/>
          </p:nvSpPr>
          <p:spPr>
            <a:xfrm>
              <a:off x="22423438" y="6656784"/>
              <a:ext cx="236680" cy="6096"/>
            </a:xfrm>
            <a:prstGeom prst="rect">
              <a:avLst/>
            </a:prstGeom>
            <a:solidFill>
              <a:srgbClr val="40B497"/>
            </a:solidFill>
            <a:ln w="0">
              <a:noFill/>
              <a:prstDash val="solid"/>
            </a:ln>
          </p:spPr>
        </p:sp>
        <p:sp>
          <p:nvSpPr>
            <p:cNvPr id="5477" name="dense-map-6-cell-83">
              <a:extLst>
                <a:ext uri="{FF2B5EF4-FFF2-40B4-BE49-F238E27FC236}">
                  <a16:creationId xmlns:a16="http://schemas.microsoft.com/office/drawing/2014/main" id="{A7182A47-E950-47A8-92A6-A3D941D8517D}"/>
                </a:ext>
              </a:extLst>
            </p:cNvPr>
            <p:cNvSpPr>
              <a:spLocks noGrp="1"/>
            </p:cNvSpPr>
            <p:nvPr/>
          </p:nvSpPr>
          <p:spPr>
            <a:xfrm>
              <a:off x="22423438" y="6662738"/>
              <a:ext cx="236680" cy="6096"/>
            </a:xfrm>
            <a:prstGeom prst="rect">
              <a:avLst/>
            </a:prstGeom>
            <a:solidFill>
              <a:srgbClr val="40B497"/>
            </a:solidFill>
            <a:ln w="0">
              <a:noFill/>
              <a:prstDash val="solid"/>
            </a:ln>
          </p:spPr>
        </p:sp>
        <p:sp>
          <p:nvSpPr>
            <p:cNvPr id="5478" name="dense-map-6-cell-82">
              <a:extLst>
                <a:ext uri="{FF2B5EF4-FFF2-40B4-BE49-F238E27FC236}">
                  <a16:creationId xmlns:a16="http://schemas.microsoft.com/office/drawing/2014/main" id="{67931793-83B2-46E3-929F-B9283FF88009}"/>
                </a:ext>
              </a:extLst>
            </p:cNvPr>
            <p:cNvSpPr>
              <a:spLocks noGrp="1"/>
            </p:cNvSpPr>
            <p:nvPr/>
          </p:nvSpPr>
          <p:spPr>
            <a:xfrm>
              <a:off x="22423438" y="6668691"/>
              <a:ext cx="236680" cy="6096"/>
            </a:xfrm>
            <a:prstGeom prst="rect">
              <a:avLst/>
            </a:prstGeom>
            <a:solidFill>
              <a:srgbClr val="40B497"/>
            </a:solidFill>
            <a:ln w="0">
              <a:noFill/>
              <a:prstDash val="solid"/>
            </a:ln>
          </p:spPr>
        </p:sp>
        <p:sp>
          <p:nvSpPr>
            <p:cNvPr id="5479" name="dense-map-6-cell-81">
              <a:extLst>
                <a:ext uri="{FF2B5EF4-FFF2-40B4-BE49-F238E27FC236}">
                  <a16:creationId xmlns:a16="http://schemas.microsoft.com/office/drawing/2014/main" id="{5C101340-D124-42D1-AC3E-6CF63255A551}"/>
                </a:ext>
              </a:extLst>
            </p:cNvPr>
            <p:cNvSpPr>
              <a:spLocks noGrp="1"/>
            </p:cNvSpPr>
            <p:nvPr/>
          </p:nvSpPr>
          <p:spPr>
            <a:xfrm>
              <a:off x="22423438" y="6674644"/>
              <a:ext cx="236680" cy="6096"/>
            </a:xfrm>
            <a:prstGeom prst="rect">
              <a:avLst/>
            </a:prstGeom>
            <a:solidFill>
              <a:srgbClr val="40B497"/>
            </a:solidFill>
            <a:ln w="0">
              <a:noFill/>
              <a:prstDash val="solid"/>
            </a:ln>
          </p:spPr>
        </p:sp>
        <p:sp>
          <p:nvSpPr>
            <p:cNvPr id="5480" name="dense-map-6-cell-80">
              <a:extLst>
                <a:ext uri="{FF2B5EF4-FFF2-40B4-BE49-F238E27FC236}">
                  <a16:creationId xmlns:a16="http://schemas.microsoft.com/office/drawing/2014/main" id="{CF2C787B-A2C7-4CF1-84FB-1B5BFBC66519}"/>
                </a:ext>
              </a:extLst>
            </p:cNvPr>
            <p:cNvSpPr>
              <a:spLocks noGrp="1"/>
            </p:cNvSpPr>
            <p:nvPr/>
          </p:nvSpPr>
          <p:spPr>
            <a:xfrm>
              <a:off x="22423438" y="6680597"/>
              <a:ext cx="236680" cy="6096"/>
            </a:xfrm>
            <a:prstGeom prst="rect">
              <a:avLst/>
            </a:prstGeom>
            <a:solidFill>
              <a:srgbClr val="40B497"/>
            </a:solidFill>
            <a:ln w="0">
              <a:noFill/>
              <a:prstDash val="solid"/>
            </a:ln>
          </p:spPr>
        </p:sp>
        <p:sp>
          <p:nvSpPr>
            <p:cNvPr id="5481" name="dense-map-6-cell-79">
              <a:extLst>
                <a:ext uri="{FF2B5EF4-FFF2-40B4-BE49-F238E27FC236}">
                  <a16:creationId xmlns:a16="http://schemas.microsoft.com/office/drawing/2014/main" id="{1AC7A374-4B64-4A57-9D28-6195FAA424C4}"/>
                </a:ext>
              </a:extLst>
            </p:cNvPr>
            <p:cNvSpPr>
              <a:spLocks noGrp="1"/>
            </p:cNvSpPr>
            <p:nvPr/>
          </p:nvSpPr>
          <p:spPr>
            <a:xfrm>
              <a:off x="22423438" y="6686550"/>
              <a:ext cx="236680" cy="6096"/>
            </a:xfrm>
            <a:prstGeom prst="rect">
              <a:avLst/>
            </a:prstGeom>
            <a:solidFill>
              <a:srgbClr val="40B497"/>
            </a:solidFill>
            <a:ln w="0">
              <a:noFill/>
              <a:prstDash val="solid"/>
            </a:ln>
          </p:spPr>
        </p:sp>
        <p:sp>
          <p:nvSpPr>
            <p:cNvPr id="5482" name="dense-map-6-cell-78">
              <a:extLst>
                <a:ext uri="{FF2B5EF4-FFF2-40B4-BE49-F238E27FC236}">
                  <a16:creationId xmlns:a16="http://schemas.microsoft.com/office/drawing/2014/main" id="{336AFC87-48DD-48F5-A611-96C2EBADB740}"/>
                </a:ext>
              </a:extLst>
            </p:cNvPr>
            <p:cNvSpPr>
              <a:spLocks noGrp="1"/>
            </p:cNvSpPr>
            <p:nvPr/>
          </p:nvSpPr>
          <p:spPr>
            <a:xfrm>
              <a:off x="22423438" y="6692503"/>
              <a:ext cx="236680" cy="6096"/>
            </a:xfrm>
            <a:prstGeom prst="rect">
              <a:avLst/>
            </a:prstGeom>
            <a:solidFill>
              <a:srgbClr val="42B498"/>
            </a:solidFill>
            <a:ln w="0">
              <a:noFill/>
              <a:prstDash val="solid"/>
            </a:ln>
          </p:spPr>
        </p:sp>
        <p:sp>
          <p:nvSpPr>
            <p:cNvPr id="5483" name="dense-map-6-cell-77">
              <a:extLst>
                <a:ext uri="{FF2B5EF4-FFF2-40B4-BE49-F238E27FC236}">
                  <a16:creationId xmlns:a16="http://schemas.microsoft.com/office/drawing/2014/main" id="{4D50E69E-CF3B-4F0B-9EAF-5191F4B3ADF8}"/>
                </a:ext>
              </a:extLst>
            </p:cNvPr>
            <p:cNvSpPr>
              <a:spLocks noGrp="1"/>
            </p:cNvSpPr>
            <p:nvPr/>
          </p:nvSpPr>
          <p:spPr>
            <a:xfrm>
              <a:off x="22423438" y="6698456"/>
              <a:ext cx="236680" cy="6096"/>
            </a:xfrm>
            <a:prstGeom prst="rect">
              <a:avLst/>
            </a:prstGeom>
            <a:solidFill>
              <a:srgbClr val="4BB79C"/>
            </a:solidFill>
            <a:ln w="0">
              <a:noFill/>
              <a:prstDash val="solid"/>
            </a:ln>
          </p:spPr>
        </p:sp>
        <p:sp>
          <p:nvSpPr>
            <p:cNvPr id="5484" name="dense-map-6-cell-76">
              <a:extLst>
                <a:ext uri="{FF2B5EF4-FFF2-40B4-BE49-F238E27FC236}">
                  <a16:creationId xmlns:a16="http://schemas.microsoft.com/office/drawing/2014/main" id="{C0BED08C-79A7-4D3A-9182-73DECE8B034C}"/>
                </a:ext>
              </a:extLst>
            </p:cNvPr>
            <p:cNvSpPr>
              <a:spLocks noGrp="1"/>
            </p:cNvSpPr>
            <p:nvPr/>
          </p:nvSpPr>
          <p:spPr>
            <a:xfrm>
              <a:off x="22423438" y="6704409"/>
              <a:ext cx="236680" cy="6096"/>
            </a:xfrm>
            <a:prstGeom prst="rect">
              <a:avLst/>
            </a:prstGeom>
            <a:solidFill>
              <a:srgbClr val="5BBDA5"/>
            </a:solidFill>
            <a:ln w="0">
              <a:noFill/>
              <a:prstDash val="solid"/>
            </a:ln>
          </p:spPr>
        </p:sp>
        <p:sp>
          <p:nvSpPr>
            <p:cNvPr id="5485" name="dense-map-6-cell-75">
              <a:extLst>
                <a:ext uri="{FF2B5EF4-FFF2-40B4-BE49-F238E27FC236}">
                  <a16:creationId xmlns:a16="http://schemas.microsoft.com/office/drawing/2014/main" id="{C40CD67A-9C87-40AE-A527-2FCA45DF95BB}"/>
                </a:ext>
              </a:extLst>
            </p:cNvPr>
            <p:cNvSpPr>
              <a:spLocks noGrp="1"/>
            </p:cNvSpPr>
            <p:nvPr/>
          </p:nvSpPr>
          <p:spPr>
            <a:xfrm>
              <a:off x="22423438" y="6710363"/>
              <a:ext cx="236680" cy="6096"/>
            </a:xfrm>
            <a:prstGeom prst="rect">
              <a:avLst/>
            </a:prstGeom>
            <a:solidFill>
              <a:srgbClr val="6EC3B0"/>
            </a:solidFill>
            <a:ln w="0">
              <a:noFill/>
              <a:prstDash val="solid"/>
            </a:ln>
          </p:spPr>
        </p:sp>
        <p:sp>
          <p:nvSpPr>
            <p:cNvPr id="5486" name="dense-map-6-cell-74">
              <a:extLst>
                <a:ext uri="{FF2B5EF4-FFF2-40B4-BE49-F238E27FC236}">
                  <a16:creationId xmlns:a16="http://schemas.microsoft.com/office/drawing/2014/main" id="{CA28DB22-90E5-45C4-93F7-4EEBB7F1F194}"/>
                </a:ext>
              </a:extLst>
            </p:cNvPr>
            <p:cNvSpPr>
              <a:spLocks noGrp="1"/>
            </p:cNvSpPr>
            <p:nvPr/>
          </p:nvSpPr>
          <p:spPr>
            <a:xfrm>
              <a:off x="22423438" y="6716316"/>
              <a:ext cx="236680" cy="6096"/>
            </a:xfrm>
            <a:prstGeom prst="rect">
              <a:avLst/>
            </a:prstGeom>
            <a:solidFill>
              <a:srgbClr val="83CABC"/>
            </a:solidFill>
            <a:ln w="0">
              <a:noFill/>
              <a:prstDash val="solid"/>
            </a:ln>
          </p:spPr>
        </p:sp>
        <p:sp>
          <p:nvSpPr>
            <p:cNvPr id="5487" name="dense-map-6-cell-73">
              <a:extLst>
                <a:ext uri="{FF2B5EF4-FFF2-40B4-BE49-F238E27FC236}">
                  <a16:creationId xmlns:a16="http://schemas.microsoft.com/office/drawing/2014/main" id="{F5A49318-AD60-422A-8BDA-DF0F604CB183}"/>
                </a:ext>
              </a:extLst>
            </p:cNvPr>
            <p:cNvSpPr>
              <a:spLocks noGrp="1"/>
            </p:cNvSpPr>
            <p:nvPr/>
          </p:nvSpPr>
          <p:spPr>
            <a:xfrm>
              <a:off x="22423438" y="6722269"/>
              <a:ext cx="236680" cy="6096"/>
            </a:xfrm>
            <a:prstGeom prst="rect">
              <a:avLst/>
            </a:prstGeom>
            <a:solidFill>
              <a:srgbClr val="99D2C8"/>
            </a:solidFill>
            <a:ln w="0">
              <a:noFill/>
              <a:prstDash val="solid"/>
            </a:ln>
          </p:spPr>
        </p:sp>
        <p:sp>
          <p:nvSpPr>
            <p:cNvPr id="5488" name="dense-map-6-cell-72">
              <a:extLst>
                <a:ext uri="{FF2B5EF4-FFF2-40B4-BE49-F238E27FC236}">
                  <a16:creationId xmlns:a16="http://schemas.microsoft.com/office/drawing/2014/main" id="{83620367-3D96-4251-AA23-D5620F6B1FCC}"/>
                </a:ext>
              </a:extLst>
            </p:cNvPr>
            <p:cNvSpPr>
              <a:spLocks noGrp="1"/>
            </p:cNvSpPr>
            <p:nvPr/>
          </p:nvSpPr>
          <p:spPr>
            <a:xfrm>
              <a:off x="22423438" y="6728222"/>
              <a:ext cx="236680" cy="6096"/>
            </a:xfrm>
            <a:prstGeom prst="rect">
              <a:avLst/>
            </a:prstGeom>
            <a:solidFill>
              <a:srgbClr val="AED9D4"/>
            </a:solidFill>
            <a:ln w="0">
              <a:noFill/>
              <a:prstDash val="solid"/>
            </a:ln>
          </p:spPr>
        </p:sp>
        <p:sp>
          <p:nvSpPr>
            <p:cNvPr id="5489" name="dense-map-6-cell-71">
              <a:extLst>
                <a:ext uri="{FF2B5EF4-FFF2-40B4-BE49-F238E27FC236}">
                  <a16:creationId xmlns:a16="http://schemas.microsoft.com/office/drawing/2014/main" id="{845B8F60-68A1-4CA5-86AE-0109F4645677}"/>
                </a:ext>
              </a:extLst>
            </p:cNvPr>
            <p:cNvSpPr>
              <a:spLocks noGrp="1"/>
            </p:cNvSpPr>
            <p:nvPr/>
          </p:nvSpPr>
          <p:spPr>
            <a:xfrm>
              <a:off x="22423438" y="6734175"/>
              <a:ext cx="236680" cy="6096"/>
            </a:xfrm>
            <a:prstGeom prst="rect">
              <a:avLst/>
            </a:prstGeom>
            <a:solidFill>
              <a:srgbClr val="AED8D3"/>
            </a:solidFill>
            <a:ln w="0">
              <a:noFill/>
              <a:prstDash val="solid"/>
            </a:ln>
          </p:spPr>
        </p:sp>
        <p:sp>
          <p:nvSpPr>
            <p:cNvPr id="5490" name="dense-map-6-cell-70">
              <a:extLst>
                <a:ext uri="{FF2B5EF4-FFF2-40B4-BE49-F238E27FC236}">
                  <a16:creationId xmlns:a16="http://schemas.microsoft.com/office/drawing/2014/main" id="{45976EE5-6530-4C18-9D5E-A465A634B777}"/>
                </a:ext>
              </a:extLst>
            </p:cNvPr>
            <p:cNvSpPr>
              <a:spLocks noGrp="1"/>
            </p:cNvSpPr>
            <p:nvPr/>
          </p:nvSpPr>
          <p:spPr>
            <a:xfrm>
              <a:off x="22423438" y="6740128"/>
              <a:ext cx="236680" cy="6096"/>
            </a:xfrm>
            <a:prstGeom prst="rect">
              <a:avLst/>
            </a:prstGeom>
            <a:solidFill>
              <a:srgbClr val="AED9D4"/>
            </a:solidFill>
            <a:ln w="0">
              <a:noFill/>
              <a:prstDash val="solid"/>
            </a:ln>
          </p:spPr>
        </p:sp>
        <p:sp>
          <p:nvSpPr>
            <p:cNvPr id="5491" name="dense-map-6-cell-69">
              <a:extLst>
                <a:ext uri="{FF2B5EF4-FFF2-40B4-BE49-F238E27FC236}">
                  <a16:creationId xmlns:a16="http://schemas.microsoft.com/office/drawing/2014/main" id="{D5B4670F-8223-4BBE-83EC-EB78AEEFBC16}"/>
                </a:ext>
              </a:extLst>
            </p:cNvPr>
            <p:cNvSpPr>
              <a:spLocks noGrp="1"/>
            </p:cNvSpPr>
            <p:nvPr/>
          </p:nvSpPr>
          <p:spPr>
            <a:xfrm>
              <a:off x="22423438" y="6746081"/>
              <a:ext cx="236680" cy="6096"/>
            </a:xfrm>
            <a:prstGeom prst="rect">
              <a:avLst/>
            </a:prstGeom>
            <a:solidFill>
              <a:srgbClr val="ABD8D2"/>
            </a:solidFill>
            <a:ln w="0">
              <a:noFill/>
              <a:prstDash val="solid"/>
            </a:ln>
          </p:spPr>
        </p:sp>
        <p:sp>
          <p:nvSpPr>
            <p:cNvPr id="5492" name="dense-map-6-cell-68">
              <a:extLst>
                <a:ext uri="{FF2B5EF4-FFF2-40B4-BE49-F238E27FC236}">
                  <a16:creationId xmlns:a16="http://schemas.microsoft.com/office/drawing/2014/main" id="{9A61CC12-4112-4E2B-86F2-397105543A1B}"/>
                </a:ext>
              </a:extLst>
            </p:cNvPr>
            <p:cNvSpPr>
              <a:spLocks noGrp="1"/>
            </p:cNvSpPr>
            <p:nvPr/>
          </p:nvSpPr>
          <p:spPr>
            <a:xfrm>
              <a:off x="22423438" y="6752034"/>
              <a:ext cx="236680" cy="6096"/>
            </a:xfrm>
            <a:prstGeom prst="rect">
              <a:avLst/>
            </a:prstGeom>
            <a:solidFill>
              <a:srgbClr val="A3D5CD"/>
            </a:solidFill>
            <a:ln w="0">
              <a:noFill/>
              <a:prstDash val="solid"/>
            </a:ln>
          </p:spPr>
        </p:sp>
        <p:sp>
          <p:nvSpPr>
            <p:cNvPr id="5493" name="dense-map-6-cell-67">
              <a:extLst>
                <a:ext uri="{FF2B5EF4-FFF2-40B4-BE49-F238E27FC236}">
                  <a16:creationId xmlns:a16="http://schemas.microsoft.com/office/drawing/2014/main" id="{4655AA06-A0DE-46EB-85AA-1CFB7E728A05}"/>
                </a:ext>
              </a:extLst>
            </p:cNvPr>
            <p:cNvSpPr>
              <a:spLocks noGrp="1"/>
            </p:cNvSpPr>
            <p:nvPr/>
          </p:nvSpPr>
          <p:spPr>
            <a:xfrm>
              <a:off x="22423438" y="6757988"/>
              <a:ext cx="236680" cy="6096"/>
            </a:xfrm>
            <a:prstGeom prst="rect">
              <a:avLst/>
            </a:prstGeom>
            <a:solidFill>
              <a:srgbClr val="B3DAD6"/>
            </a:solidFill>
            <a:ln w="0">
              <a:noFill/>
              <a:prstDash val="solid"/>
            </a:ln>
          </p:spPr>
        </p:sp>
        <p:sp>
          <p:nvSpPr>
            <p:cNvPr id="5494" name="dense-map-6-cell-66">
              <a:extLst>
                <a:ext uri="{FF2B5EF4-FFF2-40B4-BE49-F238E27FC236}">
                  <a16:creationId xmlns:a16="http://schemas.microsoft.com/office/drawing/2014/main" id="{15D1E29E-EA98-4B3D-8450-D26BECC4169F}"/>
                </a:ext>
              </a:extLst>
            </p:cNvPr>
            <p:cNvSpPr>
              <a:spLocks noGrp="1"/>
            </p:cNvSpPr>
            <p:nvPr/>
          </p:nvSpPr>
          <p:spPr>
            <a:xfrm>
              <a:off x="22423438" y="6763941"/>
              <a:ext cx="236680" cy="6096"/>
            </a:xfrm>
            <a:prstGeom prst="rect">
              <a:avLst/>
            </a:prstGeom>
            <a:solidFill>
              <a:srgbClr val="B3DAD6"/>
            </a:solidFill>
            <a:ln w="0">
              <a:noFill/>
              <a:prstDash val="solid"/>
            </a:ln>
          </p:spPr>
        </p:sp>
        <p:sp>
          <p:nvSpPr>
            <p:cNvPr id="5495" name="dense-map-6-cell-65">
              <a:extLst>
                <a:ext uri="{FF2B5EF4-FFF2-40B4-BE49-F238E27FC236}">
                  <a16:creationId xmlns:a16="http://schemas.microsoft.com/office/drawing/2014/main" id="{EE373EE9-77D3-40CB-8054-377B1A19DD42}"/>
                </a:ext>
              </a:extLst>
            </p:cNvPr>
            <p:cNvSpPr>
              <a:spLocks noGrp="1"/>
            </p:cNvSpPr>
            <p:nvPr/>
          </p:nvSpPr>
          <p:spPr>
            <a:xfrm>
              <a:off x="22423438" y="6769894"/>
              <a:ext cx="236680" cy="6096"/>
            </a:xfrm>
            <a:prstGeom prst="rect">
              <a:avLst/>
            </a:prstGeom>
            <a:solidFill>
              <a:srgbClr val="D1E4E7"/>
            </a:solidFill>
            <a:ln w="0">
              <a:noFill/>
              <a:prstDash val="solid"/>
            </a:ln>
          </p:spPr>
        </p:sp>
        <p:sp>
          <p:nvSpPr>
            <p:cNvPr id="5496" name="dense-map-6-cell-64">
              <a:extLst>
                <a:ext uri="{FF2B5EF4-FFF2-40B4-BE49-F238E27FC236}">
                  <a16:creationId xmlns:a16="http://schemas.microsoft.com/office/drawing/2014/main" id="{0435D830-82C4-482B-AA50-87DAC2E837D9}"/>
                </a:ext>
              </a:extLst>
            </p:cNvPr>
            <p:cNvSpPr>
              <a:spLocks noGrp="1"/>
            </p:cNvSpPr>
            <p:nvPr/>
          </p:nvSpPr>
          <p:spPr>
            <a:xfrm>
              <a:off x="22423438" y="6775847"/>
              <a:ext cx="236680" cy="6096"/>
            </a:xfrm>
            <a:prstGeom prst="rect">
              <a:avLst/>
            </a:prstGeom>
            <a:solidFill>
              <a:srgbClr val="DCE8ED"/>
            </a:solidFill>
            <a:ln w="0">
              <a:noFill/>
              <a:prstDash val="solid"/>
            </a:ln>
          </p:spPr>
        </p:sp>
        <p:sp>
          <p:nvSpPr>
            <p:cNvPr id="5497" name="dense-map-6-cell-63">
              <a:extLst>
                <a:ext uri="{FF2B5EF4-FFF2-40B4-BE49-F238E27FC236}">
                  <a16:creationId xmlns:a16="http://schemas.microsoft.com/office/drawing/2014/main" id="{0FD5B503-F6F2-4E6C-885A-0239A595B071}"/>
                </a:ext>
              </a:extLst>
            </p:cNvPr>
            <p:cNvSpPr>
              <a:spLocks noGrp="1"/>
            </p:cNvSpPr>
            <p:nvPr/>
          </p:nvSpPr>
          <p:spPr>
            <a:xfrm>
              <a:off x="22423438" y="6781800"/>
              <a:ext cx="236680" cy="6096"/>
            </a:xfrm>
            <a:prstGeom prst="rect">
              <a:avLst/>
            </a:prstGeom>
            <a:solidFill>
              <a:srgbClr val="DCE8ED"/>
            </a:solidFill>
            <a:ln w="0">
              <a:noFill/>
              <a:prstDash val="solid"/>
            </a:ln>
          </p:spPr>
        </p:sp>
        <p:sp>
          <p:nvSpPr>
            <p:cNvPr id="5498" name="dense-map-6-cell-62">
              <a:extLst>
                <a:ext uri="{FF2B5EF4-FFF2-40B4-BE49-F238E27FC236}">
                  <a16:creationId xmlns:a16="http://schemas.microsoft.com/office/drawing/2014/main" id="{9DDD4E2F-1A2C-4FB7-9E1D-2E07AC8AF56A}"/>
                </a:ext>
              </a:extLst>
            </p:cNvPr>
            <p:cNvSpPr>
              <a:spLocks noGrp="1"/>
            </p:cNvSpPr>
            <p:nvPr/>
          </p:nvSpPr>
          <p:spPr>
            <a:xfrm>
              <a:off x="22423438" y="6787753"/>
              <a:ext cx="236680" cy="6096"/>
            </a:xfrm>
            <a:prstGeom prst="rect">
              <a:avLst/>
            </a:prstGeom>
            <a:solidFill>
              <a:srgbClr val="DCE8ED"/>
            </a:solidFill>
            <a:ln w="0">
              <a:noFill/>
              <a:prstDash val="solid"/>
            </a:ln>
          </p:spPr>
        </p:sp>
        <p:sp>
          <p:nvSpPr>
            <p:cNvPr id="5499" name="dense-map-6-cell-61">
              <a:extLst>
                <a:ext uri="{FF2B5EF4-FFF2-40B4-BE49-F238E27FC236}">
                  <a16:creationId xmlns:a16="http://schemas.microsoft.com/office/drawing/2014/main" id="{EB7786A0-8C06-4D29-8C2C-E8CEC62C3252}"/>
                </a:ext>
              </a:extLst>
            </p:cNvPr>
            <p:cNvSpPr>
              <a:spLocks noGrp="1"/>
            </p:cNvSpPr>
            <p:nvPr/>
          </p:nvSpPr>
          <p:spPr>
            <a:xfrm>
              <a:off x="22423438" y="6793706"/>
              <a:ext cx="236680" cy="6096"/>
            </a:xfrm>
            <a:prstGeom prst="rect">
              <a:avLst/>
            </a:prstGeom>
            <a:solidFill>
              <a:srgbClr val="DCE8ED"/>
            </a:solidFill>
            <a:ln w="0">
              <a:noFill/>
              <a:prstDash val="solid"/>
            </a:ln>
          </p:spPr>
        </p:sp>
        <p:sp>
          <p:nvSpPr>
            <p:cNvPr id="5500" name="dense-map-6-cell-60">
              <a:extLst>
                <a:ext uri="{FF2B5EF4-FFF2-40B4-BE49-F238E27FC236}">
                  <a16:creationId xmlns:a16="http://schemas.microsoft.com/office/drawing/2014/main" id="{21B91F1B-0162-45A5-820B-18A47B27D79A}"/>
                </a:ext>
              </a:extLst>
            </p:cNvPr>
            <p:cNvSpPr>
              <a:spLocks noGrp="1"/>
            </p:cNvSpPr>
            <p:nvPr/>
          </p:nvSpPr>
          <p:spPr>
            <a:xfrm>
              <a:off x="22423438" y="6799659"/>
              <a:ext cx="236680" cy="6096"/>
            </a:xfrm>
            <a:prstGeom prst="rect">
              <a:avLst/>
            </a:prstGeom>
            <a:solidFill>
              <a:srgbClr val="DCE8ED"/>
            </a:solidFill>
            <a:ln w="0">
              <a:noFill/>
              <a:prstDash val="solid"/>
            </a:ln>
          </p:spPr>
        </p:sp>
        <p:sp>
          <p:nvSpPr>
            <p:cNvPr id="5501" name="dense-map-6-cell-59">
              <a:extLst>
                <a:ext uri="{FF2B5EF4-FFF2-40B4-BE49-F238E27FC236}">
                  <a16:creationId xmlns:a16="http://schemas.microsoft.com/office/drawing/2014/main" id="{7D7BB96C-D1F9-4446-8EC6-8CC0047CB93A}"/>
                </a:ext>
              </a:extLst>
            </p:cNvPr>
            <p:cNvSpPr>
              <a:spLocks noGrp="1"/>
            </p:cNvSpPr>
            <p:nvPr/>
          </p:nvSpPr>
          <p:spPr>
            <a:xfrm>
              <a:off x="22423438" y="6805613"/>
              <a:ext cx="236680" cy="6096"/>
            </a:xfrm>
            <a:prstGeom prst="rect">
              <a:avLst/>
            </a:prstGeom>
            <a:solidFill>
              <a:srgbClr val="DCE8ED"/>
            </a:solidFill>
            <a:ln w="0">
              <a:noFill/>
              <a:prstDash val="solid"/>
            </a:ln>
          </p:spPr>
        </p:sp>
        <p:sp>
          <p:nvSpPr>
            <p:cNvPr id="5502" name="dense-map-6-cell-58">
              <a:extLst>
                <a:ext uri="{FF2B5EF4-FFF2-40B4-BE49-F238E27FC236}">
                  <a16:creationId xmlns:a16="http://schemas.microsoft.com/office/drawing/2014/main" id="{45EE77FC-AB67-424C-865F-84486DAF1A21}"/>
                </a:ext>
              </a:extLst>
            </p:cNvPr>
            <p:cNvSpPr>
              <a:spLocks noGrp="1"/>
            </p:cNvSpPr>
            <p:nvPr/>
          </p:nvSpPr>
          <p:spPr>
            <a:xfrm>
              <a:off x="22423438" y="6811566"/>
              <a:ext cx="236680" cy="6096"/>
            </a:xfrm>
            <a:prstGeom prst="rect">
              <a:avLst/>
            </a:prstGeom>
            <a:solidFill>
              <a:srgbClr val="DCE8ED"/>
            </a:solidFill>
            <a:ln w="0">
              <a:noFill/>
              <a:prstDash val="solid"/>
            </a:ln>
          </p:spPr>
        </p:sp>
        <p:sp>
          <p:nvSpPr>
            <p:cNvPr id="5503" name="dense-map-6-cell-57">
              <a:extLst>
                <a:ext uri="{FF2B5EF4-FFF2-40B4-BE49-F238E27FC236}">
                  <a16:creationId xmlns:a16="http://schemas.microsoft.com/office/drawing/2014/main" id="{E8B8345E-3CD5-4544-8805-F7BF2AF308F8}"/>
                </a:ext>
              </a:extLst>
            </p:cNvPr>
            <p:cNvSpPr>
              <a:spLocks noGrp="1"/>
            </p:cNvSpPr>
            <p:nvPr/>
          </p:nvSpPr>
          <p:spPr>
            <a:xfrm>
              <a:off x="22423438" y="6817519"/>
              <a:ext cx="236680" cy="6096"/>
            </a:xfrm>
            <a:prstGeom prst="rect">
              <a:avLst/>
            </a:prstGeom>
            <a:solidFill>
              <a:srgbClr val="DCE8ED"/>
            </a:solidFill>
            <a:ln w="0">
              <a:noFill/>
              <a:prstDash val="solid"/>
            </a:ln>
          </p:spPr>
        </p:sp>
        <p:sp>
          <p:nvSpPr>
            <p:cNvPr id="5504" name="dense-map-6-cell-56">
              <a:extLst>
                <a:ext uri="{FF2B5EF4-FFF2-40B4-BE49-F238E27FC236}">
                  <a16:creationId xmlns:a16="http://schemas.microsoft.com/office/drawing/2014/main" id="{889275EC-00DE-4016-A740-B88330F5CA80}"/>
                </a:ext>
              </a:extLst>
            </p:cNvPr>
            <p:cNvSpPr>
              <a:spLocks noGrp="1"/>
            </p:cNvSpPr>
            <p:nvPr/>
          </p:nvSpPr>
          <p:spPr>
            <a:xfrm>
              <a:off x="22423438" y="6823472"/>
              <a:ext cx="236680" cy="6096"/>
            </a:xfrm>
            <a:prstGeom prst="rect">
              <a:avLst/>
            </a:prstGeom>
            <a:solidFill>
              <a:srgbClr val="DCE8ED"/>
            </a:solidFill>
            <a:ln w="0">
              <a:noFill/>
              <a:prstDash val="solid"/>
            </a:ln>
          </p:spPr>
        </p:sp>
        <p:sp>
          <p:nvSpPr>
            <p:cNvPr id="5505" name="dense-map-6-cell-55">
              <a:extLst>
                <a:ext uri="{FF2B5EF4-FFF2-40B4-BE49-F238E27FC236}">
                  <a16:creationId xmlns:a16="http://schemas.microsoft.com/office/drawing/2014/main" id="{816DF007-DC65-4AC0-A037-C24E89B5E406}"/>
                </a:ext>
              </a:extLst>
            </p:cNvPr>
            <p:cNvSpPr>
              <a:spLocks noGrp="1"/>
            </p:cNvSpPr>
            <p:nvPr/>
          </p:nvSpPr>
          <p:spPr>
            <a:xfrm>
              <a:off x="22423438" y="6829425"/>
              <a:ext cx="236680" cy="6096"/>
            </a:xfrm>
            <a:prstGeom prst="rect">
              <a:avLst/>
            </a:prstGeom>
            <a:solidFill>
              <a:srgbClr val="DCE8ED"/>
            </a:solidFill>
            <a:ln w="0">
              <a:noFill/>
              <a:prstDash val="solid"/>
            </a:ln>
          </p:spPr>
        </p:sp>
        <p:sp>
          <p:nvSpPr>
            <p:cNvPr id="5506" name="dense-map-6-cell-54">
              <a:extLst>
                <a:ext uri="{FF2B5EF4-FFF2-40B4-BE49-F238E27FC236}">
                  <a16:creationId xmlns:a16="http://schemas.microsoft.com/office/drawing/2014/main" id="{B212E7BF-70EB-4C75-A2A9-44F8C137E35C}"/>
                </a:ext>
              </a:extLst>
            </p:cNvPr>
            <p:cNvSpPr>
              <a:spLocks noGrp="1"/>
            </p:cNvSpPr>
            <p:nvPr/>
          </p:nvSpPr>
          <p:spPr>
            <a:xfrm>
              <a:off x="22423438" y="6835378"/>
              <a:ext cx="236680" cy="6096"/>
            </a:xfrm>
            <a:prstGeom prst="rect">
              <a:avLst/>
            </a:prstGeom>
            <a:solidFill>
              <a:srgbClr val="DBE3EA"/>
            </a:solidFill>
            <a:ln w="0">
              <a:noFill/>
              <a:prstDash val="solid"/>
            </a:ln>
          </p:spPr>
        </p:sp>
        <p:sp>
          <p:nvSpPr>
            <p:cNvPr id="5507" name="dense-map-6-cell-53">
              <a:extLst>
                <a:ext uri="{FF2B5EF4-FFF2-40B4-BE49-F238E27FC236}">
                  <a16:creationId xmlns:a16="http://schemas.microsoft.com/office/drawing/2014/main" id="{DC4174ED-EB7A-4B4B-923C-E1176B134A93}"/>
                </a:ext>
              </a:extLst>
            </p:cNvPr>
            <p:cNvSpPr>
              <a:spLocks noGrp="1"/>
            </p:cNvSpPr>
            <p:nvPr/>
          </p:nvSpPr>
          <p:spPr>
            <a:xfrm>
              <a:off x="22423438" y="6841331"/>
              <a:ext cx="236680" cy="6096"/>
            </a:xfrm>
            <a:prstGeom prst="rect">
              <a:avLst/>
            </a:prstGeom>
            <a:solidFill>
              <a:srgbClr val="DCE8ED"/>
            </a:solidFill>
            <a:ln w="0">
              <a:noFill/>
              <a:prstDash val="solid"/>
            </a:ln>
          </p:spPr>
        </p:sp>
        <p:sp>
          <p:nvSpPr>
            <p:cNvPr id="5508" name="dense-map-6-cell-52">
              <a:extLst>
                <a:ext uri="{FF2B5EF4-FFF2-40B4-BE49-F238E27FC236}">
                  <a16:creationId xmlns:a16="http://schemas.microsoft.com/office/drawing/2014/main" id="{E6D14BDE-A694-4256-9BB5-0E75A684D72F}"/>
                </a:ext>
              </a:extLst>
            </p:cNvPr>
            <p:cNvSpPr>
              <a:spLocks noGrp="1"/>
            </p:cNvSpPr>
            <p:nvPr/>
          </p:nvSpPr>
          <p:spPr>
            <a:xfrm>
              <a:off x="22423438" y="6847284"/>
              <a:ext cx="236680" cy="6096"/>
            </a:xfrm>
            <a:prstGeom prst="rect">
              <a:avLst/>
            </a:prstGeom>
            <a:solidFill>
              <a:srgbClr val="DCE8ED"/>
            </a:solidFill>
            <a:ln w="0">
              <a:noFill/>
              <a:prstDash val="solid"/>
            </a:ln>
          </p:spPr>
        </p:sp>
        <p:sp>
          <p:nvSpPr>
            <p:cNvPr id="5509" name="dense-map-6-cell-51">
              <a:extLst>
                <a:ext uri="{FF2B5EF4-FFF2-40B4-BE49-F238E27FC236}">
                  <a16:creationId xmlns:a16="http://schemas.microsoft.com/office/drawing/2014/main" id="{167C3ED5-35F3-4614-B1AA-52B132F348E0}"/>
                </a:ext>
              </a:extLst>
            </p:cNvPr>
            <p:cNvSpPr>
              <a:spLocks noGrp="1"/>
            </p:cNvSpPr>
            <p:nvPr/>
          </p:nvSpPr>
          <p:spPr>
            <a:xfrm>
              <a:off x="22423438" y="6853238"/>
              <a:ext cx="236680" cy="6096"/>
            </a:xfrm>
            <a:prstGeom prst="rect">
              <a:avLst/>
            </a:prstGeom>
            <a:solidFill>
              <a:srgbClr val="DCE8ED"/>
            </a:solidFill>
            <a:ln w="0">
              <a:noFill/>
              <a:prstDash val="solid"/>
            </a:ln>
          </p:spPr>
        </p:sp>
        <p:sp>
          <p:nvSpPr>
            <p:cNvPr id="5510" name="dense-map-6-cell-50">
              <a:extLst>
                <a:ext uri="{FF2B5EF4-FFF2-40B4-BE49-F238E27FC236}">
                  <a16:creationId xmlns:a16="http://schemas.microsoft.com/office/drawing/2014/main" id="{35FDC9AB-8CE4-47AB-8B8F-CBD1CEC80A96}"/>
                </a:ext>
              </a:extLst>
            </p:cNvPr>
            <p:cNvSpPr>
              <a:spLocks noGrp="1"/>
            </p:cNvSpPr>
            <p:nvPr/>
          </p:nvSpPr>
          <p:spPr>
            <a:xfrm>
              <a:off x="22423438" y="6859191"/>
              <a:ext cx="236680" cy="6096"/>
            </a:xfrm>
            <a:prstGeom prst="rect">
              <a:avLst/>
            </a:prstGeom>
            <a:solidFill>
              <a:srgbClr val="DCE8ED"/>
            </a:solidFill>
            <a:ln w="0">
              <a:noFill/>
              <a:prstDash val="solid"/>
            </a:ln>
          </p:spPr>
        </p:sp>
        <p:sp>
          <p:nvSpPr>
            <p:cNvPr id="5511" name="dense-map-6-cell-49">
              <a:extLst>
                <a:ext uri="{FF2B5EF4-FFF2-40B4-BE49-F238E27FC236}">
                  <a16:creationId xmlns:a16="http://schemas.microsoft.com/office/drawing/2014/main" id="{4F81AF9C-F1EC-42DE-8151-507A50827CB7}"/>
                </a:ext>
              </a:extLst>
            </p:cNvPr>
            <p:cNvSpPr>
              <a:spLocks noGrp="1"/>
            </p:cNvSpPr>
            <p:nvPr/>
          </p:nvSpPr>
          <p:spPr>
            <a:xfrm>
              <a:off x="22423438" y="6865144"/>
              <a:ext cx="236680" cy="6096"/>
            </a:xfrm>
            <a:prstGeom prst="rect">
              <a:avLst/>
            </a:prstGeom>
            <a:solidFill>
              <a:srgbClr val="DCE8ED"/>
            </a:solidFill>
            <a:ln w="0">
              <a:noFill/>
              <a:prstDash val="solid"/>
            </a:ln>
          </p:spPr>
        </p:sp>
        <p:sp>
          <p:nvSpPr>
            <p:cNvPr id="5512" name="dense-map-6-cell-48">
              <a:extLst>
                <a:ext uri="{FF2B5EF4-FFF2-40B4-BE49-F238E27FC236}">
                  <a16:creationId xmlns:a16="http://schemas.microsoft.com/office/drawing/2014/main" id="{080545EB-AF0A-4BCC-9655-4BFD3D118C71}"/>
                </a:ext>
              </a:extLst>
            </p:cNvPr>
            <p:cNvSpPr>
              <a:spLocks noGrp="1"/>
            </p:cNvSpPr>
            <p:nvPr/>
          </p:nvSpPr>
          <p:spPr>
            <a:xfrm>
              <a:off x="22423438" y="6871097"/>
              <a:ext cx="236680" cy="6096"/>
            </a:xfrm>
            <a:prstGeom prst="rect">
              <a:avLst/>
            </a:prstGeom>
            <a:solidFill>
              <a:srgbClr val="DCE8ED"/>
            </a:solidFill>
            <a:ln w="0">
              <a:noFill/>
              <a:prstDash val="solid"/>
            </a:ln>
          </p:spPr>
        </p:sp>
        <p:sp>
          <p:nvSpPr>
            <p:cNvPr id="5513" name="dense-map-6-cell-47">
              <a:extLst>
                <a:ext uri="{FF2B5EF4-FFF2-40B4-BE49-F238E27FC236}">
                  <a16:creationId xmlns:a16="http://schemas.microsoft.com/office/drawing/2014/main" id="{3B7C706C-BBE0-4D6D-A114-647541E70665}"/>
                </a:ext>
              </a:extLst>
            </p:cNvPr>
            <p:cNvSpPr>
              <a:spLocks noGrp="1"/>
            </p:cNvSpPr>
            <p:nvPr/>
          </p:nvSpPr>
          <p:spPr>
            <a:xfrm>
              <a:off x="22423438" y="6877050"/>
              <a:ext cx="236680" cy="6096"/>
            </a:xfrm>
            <a:prstGeom prst="rect">
              <a:avLst/>
            </a:prstGeom>
            <a:solidFill>
              <a:srgbClr val="DCE8ED"/>
            </a:solidFill>
            <a:ln w="0">
              <a:noFill/>
              <a:prstDash val="solid"/>
            </a:ln>
          </p:spPr>
        </p:sp>
        <p:sp>
          <p:nvSpPr>
            <p:cNvPr id="5514" name="dense-map-6-cell-46">
              <a:extLst>
                <a:ext uri="{FF2B5EF4-FFF2-40B4-BE49-F238E27FC236}">
                  <a16:creationId xmlns:a16="http://schemas.microsoft.com/office/drawing/2014/main" id="{A5E5C4CD-ED3C-4948-A54B-E65C5103A9C8}"/>
                </a:ext>
              </a:extLst>
            </p:cNvPr>
            <p:cNvSpPr>
              <a:spLocks noGrp="1"/>
            </p:cNvSpPr>
            <p:nvPr/>
          </p:nvSpPr>
          <p:spPr>
            <a:xfrm>
              <a:off x="22423438" y="6883003"/>
              <a:ext cx="236680" cy="6096"/>
            </a:xfrm>
            <a:prstGeom prst="rect">
              <a:avLst/>
            </a:prstGeom>
            <a:solidFill>
              <a:srgbClr val="DCE8ED"/>
            </a:solidFill>
            <a:ln w="0">
              <a:noFill/>
              <a:prstDash val="solid"/>
            </a:ln>
          </p:spPr>
        </p:sp>
        <p:sp>
          <p:nvSpPr>
            <p:cNvPr id="5515" name="dense-map-6-cell-45">
              <a:extLst>
                <a:ext uri="{FF2B5EF4-FFF2-40B4-BE49-F238E27FC236}">
                  <a16:creationId xmlns:a16="http://schemas.microsoft.com/office/drawing/2014/main" id="{32B514B1-0283-4D54-B365-31D34B31BEFE}"/>
                </a:ext>
              </a:extLst>
            </p:cNvPr>
            <p:cNvSpPr>
              <a:spLocks noGrp="1"/>
            </p:cNvSpPr>
            <p:nvPr/>
          </p:nvSpPr>
          <p:spPr>
            <a:xfrm>
              <a:off x="22423438" y="6888956"/>
              <a:ext cx="236680" cy="6096"/>
            </a:xfrm>
            <a:prstGeom prst="rect">
              <a:avLst/>
            </a:prstGeom>
            <a:solidFill>
              <a:srgbClr val="DCE8ED"/>
            </a:solidFill>
            <a:ln w="0">
              <a:noFill/>
              <a:prstDash val="solid"/>
            </a:ln>
          </p:spPr>
        </p:sp>
        <p:sp>
          <p:nvSpPr>
            <p:cNvPr id="5516" name="dense-map-6-cell-44">
              <a:extLst>
                <a:ext uri="{FF2B5EF4-FFF2-40B4-BE49-F238E27FC236}">
                  <a16:creationId xmlns:a16="http://schemas.microsoft.com/office/drawing/2014/main" id="{1069A135-D4AB-4DD3-A76E-7CF92072ADBF}"/>
                </a:ext>
              </a:extLst>
            </p:cNvPr>
            <p:cNvSpPr>
              <a:spLocks noGrp="1"/>
            </p:cNvSpPr>
            <p:nvPr/>
          </p:nvSpPr>
          <p:spPr>
            <a:xfrm>
              <a:off x="22423438" y="6894909"/>
              <a:ext cx="236680" cy="6096"/>
            </a:xfrm>
            <a:prstGeom prst="rect">
              <a:avLst/>
            </a:prstGeom>
            <a:solidFill>
              <a:srgbClr val="DBE8ED"/>
            </a:solidFill>
            <a:ln w="0">
              <a:noFill/>
              <a:prstDash val="solid"/>
            </a:ln>
          </p:spPr>
        </p:sp>
        <p:sp>
          <p:nvSpPr>
            <p:cNvPr id="5517" name="dense-map-6-cell-43">
              <a:extLst>
                <a:ext uri="{FF2B5EF4-FFF2-40B4-BE49-F238E27FC236}">
                  <a16:creationId xmlns:a16="http://schemas.microsoft.com/office/drawing/2014/main" id="{3ECEA3A7-CF85-4ADE-B004-04EB45FCEAE7}"/>
                </a:ext>
              </a:extLst>
            </p:cNvPr>
            <p:cNvSpPr>
              <a:spLocks noGrp="1"/>
            </p:cNvSpPr>
            <p:nvPr/>
          </p:nvSpPr>
          <p:spPr>
            <a:xfrm>
              <a:off x="22423438" y="6900863"/>
              <a:ext cx="236680" cy="6096"/>
            </a:xfrm>
            <a:prstGeom prst="rect">
              <a:avLst/>
            </a:prstGeom>
            <a:solidFill>
              <a:srgbClr val="DCE8ED"/>
            </a:solidFill>
            <a:ln w="0">
              <a:noFill/>
              <a:prstDash val="solid"/>
            </a:ln>
          </p:spPr>
        </p:sp>
        <p:sp>
          <p:nvSpPr>
            <p:cNvPr id="5518" name="dense-map-6-cell-42">
              <a:extLst>
                <a:ext uri="{FF2B5EF4-FFF2-40B4-BE49-F238E27FC236}">
                  <a16:creationId xmlns:a16="http://schemas.microsoft.com/office/drawing/2014/main" id="{CBAB2035-9AB2-4BF5-8815-F57908A2DCBB}"/>
                </a:ext>
              </a:extLst>
            </p:cNvPr>
            <p:cNvSpPr>
              <a:spLocks noGrp="1"/>
            </p:cNvSpPr>
            <p:nvPr/>
          </p:nvSpPr>
          <p:spPr>
            <a:xfrm>
              <a:off x="22423438" y="6906816"/>
              <a:ext cx="236680" cy="6096"/>
            </a:xfrm>
            <a:prstGeom prst="rect">
              <a:avLst/>
            </a:prstGeom>
            <a:solidFill>
              <a:srgbClr val="D9E7EB"/>
            </a:solidFill>
            <a:ln w="0">
              <a:noFill/>
              <a:prstDash val="solid"/>
            </a:ln>
          </p:spPr>
        </p:sp>
        <p:sp>
          <p:nvSpPr>
            <p:cNvPr id="5519" name="dense-map-6-cell-41">
              <a:extLst>
                <a:ext uri="{FF2B5EF4-FFF2-40B4-BE49-F238E27FC236}">
                  <a16:creationId xmlns:a16="http://schemas.microsoft.com/office/drawing/2014/main" id="{46D4DB5B-5B32-4F39-92BD-5CC570E64343}"/>
                </a:ext>
              </a:extLst>
            </p:cNvPr>
            <p:cNvSpPr>
              <a:spLocks noGrp="1"/>
            </p:cNvSpPr>
            <p:nvPr/>
          </p:nvSpPr>
          <p:spPr>
            <a:xfrm>
              <a:off x="22423438" y="6912769"/>
              <a:ext cx="236680" cy="6096"/>
            </a:xfrm>
            <a:prstGeom prst="rect">
              <a:avLst/>
            </a:prstGeom>
            <a:solidFill>
              <a:srgbClr val="DBE8EC"/>
            </a:solidFill>
            <a:ln w="0">
              <a:noFill/>
              <a:prstDash val="solid"/>
            </a:ln>
          </p:spPr>
        </p:sp>
        <p:sp>
          <p:nvSpPr>
            <p:cNvPr id="5520" name="dense-map-6-cell-40">
              <a:extLst>
                <a:ext uri="{FF2B5EF4-FFF2-40B4-BE49-F238E27FC236}">
                  <a16:creationId xmlns:a16="http://schemas.microsoft.com/office/drawing/2014/main" id="{AD77A353-BA85-4F4F-BB27-801B7B5E99AE}"/>
                </a:ext>
              </a:extLst>
            </p:cNvPr>
            <p:cNvSpPr>
              <a:spLocks noGrp="1"/>
            </p:cNvSpPr>
            <p:nvPr/>
          </p:nvSpPr>
          <p:spPr>
            <a:xfrm>
              <a:off x="22423438" y="6918722"/>
              <a:ext cx="236680" cy="6096"/>
            </a:xfrm>
            <a:prstGeom prst="rect">
              <a:avLst/>
            </a:prstGeom>
            <a:solidFill>
              <a:srgbClr val="DCE8ED"/>
            </a:solidFill>
            <a:ln w="0">
              <a:noFill/>
              <a:prstDash val="solid"/>
            </a:ln>
          </p:spPr>
        </p:sp>
        <p:sp>
          <p:nvSpPr>
            <p:cNvPr id="5521" name="dense-map-6-cell-39">
              <a:extLst>
                <a:ext uri="{FF2B5EF4-FFF2-40B4-BE49-F238E27FC236}">
                  <a16:creationId xmlns:a16="http://schemas.microsoft.com/office/drawing/2014/main" id="{B936268F-EC76-424E-BFC5-2F1C6861F35C}"/>
                </a:ext>
              </a:extLst>
            </p:cNvPr>
            <p:cNvSpPr>
              <a:spLocks noGrp="1"/>
            </p:cNvSpPr>
            <p:nvPr/>
          </p:nvSpPr>
          <p:spPr>
            <a:xfrm>
              <a:off x="22423438" y="6924675"/>
              <a:ext cx="236680" cy="6096"/>
            </a:xfrm>
            <a:prstGeom prst="rect">
              <a:avLst/>
            </a:prstGeom>
            <a:solidFill>
              <a:srgbClr val="DCE8ED"/>
            </a:solidFill>
            <a:ln w="0">
              <a:noFill/>
              <a:prstDash val="solid"/>
            </a:ln>
          </p:spPr>
        </p:sp>
        <p:sp>
          <p:nvSpPr>
            <p:cNvPr id="5522" name="dense-map-6-cell-38">
              <a:extLst>
                <a:ext uri="{FF2B5EF4-FFF2-40B4-BE49-F238E27FC236}">
                  <a16:creationId xmlns:a16="http://schemas.microsoft.com/office/drawing/2014/main" id="{61800E76-7147-4AFA-94CD-F38B2E4FA066}"/>
                </a:ext>
              </a:extLst>
            </p:cNvPr>
            <p:cNvSpPr>
              <a:spLocks noGrp="1"/>
            </p:cNvSpPr>
            <p:nvPr/>
          </p:nvSpPr>
          <p:spPr>
            <a:xfrm>
              <a:off x="22423438" y="6930628"/>
              <a:ext cx="236680" cy="6096"/>
            </a:xfrm>
            <a:prstGeom prst="rect">
              <a:avLst/>
            </a:prstGeom>
            <a:solidFill>
              <a:srgbClr val="DCE8ED"/>
            </a:solidFill>
            <a:ln w="0">
              <a:noFill/>
              <a:prstDash val="solid"/>
            </a:ln>
          </p:spPr>
        </p:sp>
        <p:sp>
          <p:nvSpPr>
            <p:cNvPr id="5523" name="dense-map-6-cell-37">
              <a:extLst>
                <a:ext uri="{FF2B5EF4-FFF2-40B4-BE49-F238E27FC236}">
                  <a16:creationId xmlns:a16="http://schemas.microsoft.com/office/drawing/2014/main" id="{96EFB72D-2DF0-4278-9FB8-23738B0F18A4}"/>
                </a:ext>
              </a:extLst>
            </p:cNvPr>
            <p:cNvSpPr>
              <a:spLocks noGrp="1"/>
            </p:cNvSpPr>
            <p:nvPr/>
          </p:nvSpPr>
          <p:spPr>
            <a:xfrm>
              <a:off x="22423438" y="6936581"/>
              <a:ext cx="236680" cy="6096"/>
            </a:xfrm>
            <a:prstGeom prst="rect">
              <a:avLst/>
            </a:prstGeom>
            <a:solidFill>
              <a:srgbClr val="DCE8ED"/>
            </a:solidFill>
            <a:ln w="0">
              <a:noFill/>
              <a:prstDash val="solid"/>
            </a:ln>
          </p:spPr>
        </p:sp>
        <p:sp>
          <p:nvSpPr>
            <p:cNvPr id="5524" name="dense-map-6-cell-36">
              <a:extLst>
                <a:ext uri="{FF2B5EF4-FFF2-40B4-BE49-F238E27FC236}">
                  <a16:creationId xmlns:a16="http://schemas.microsoft.com/office/drawing/2014/main" id="{4570C603-C428-49D0-8F97-717EC2FC1086}"/>
                </a:ext>
              </a:extLst>
            </p:cNvPr>
            <p:cNvSpPr>
              <a:spLocks noGrp="1"/>
            </p:cNvSpPr>
            <p:nvPr/>
          </p:nvSpPr>
          <p:spPr>
            <a:xfrm>
              <a:off x="22423438" y="6942534"/>
              <a:ext cx="236680" cy="6096"/>
            </a:xfrm>
            <a:prstGeom prst="rect">
              <a:avLst/>
            </a:prstGeom>
            <a:solidFill>
              <a:srgbClr val="DCE8ED"/>
            </a:solidFill>
            <a:ln w="0">
              <a:noFill/>
              <a:prstDash val="solid"/>
            </a:ln>
          </p:spPr>
        </p:sp>
        <p:sp>
          <p:nvSpPr>
            <p:cNvPr id="5525" name="dense-map-6-cell-35">
              <a:extLst>
                <a:ext uri="{FF2B5EF4-FFF2-40B4-BE49-F238E27FC236}">
                  <a16:creationId xmlns:a16="http://schemas.microsoft.com/office/drawing/2014/main" id="{3713C4B4-260E-4F21-943B-522171608C49}"/>
                </a:ext>
              </a:extLst>
            </p:cNvPr>
            <p:cNvSpPr>
              <a:spLocks noGrp="1"/>
            </p:cNvSpPr>
            <p:nvPr/>
          </p:nvSpPr>
          <p:spPr>
            <a:xfrm>
              <a:off x="22423438" y="6948488"/>
              <a:ext cx="236680" cy="6096"/>
            </a:xfrm>
            <a:prstGeom prst="rect">
              <a:avLst/>
            </a:prstGeom>
            <a:solidFill>
              <a:srgbClr val="DCE8ED"/>
            </a:solidFill>
            <a:ln w="0">
              <a:noFill/>
              <a:prstDash val="solid"/>
            </a:ln>
          </p:spPr>
        </p:sp>
        <p:sp>
          <p:nvSpPr>
            <p:cNvPr id="5526" name="dense-map-6-cell-34">
              <a:extLst>
                <a:ext uri="{FF2B5EF4-FFF2-40B4-BE49-F238E27FC236}">
                  <a16:creationId xmlns:a16="http://schemas.microsoft.com/office/drawing/2014/main" id="{F38CF3AC-27B6-483E-832A-57888C24454E}"/>
                </a:ext>
              </a:extLst>
            </p:cNvPr>
            <p:cNvSpPr>
              <a:spLocks noGrp="1"/>
            </p:cNvSpPr>
            <p:nvPr/>
          </p:nvSpPr>
          <p:spPr>
            <a:xfrm>
              <a:off x="22423438" y="6954441"/>
              <a:ext cx="236680" cy="6096"/>
            </a:xfrm>
            <a:prstGeom prst="rect">
              <a:avLst/>
            </a:prstGeom>
            <a:solidFill>
              <a:srgbClr val="DCE8ED"/>
            </a:solidFill>
            <a:ln w="0">
              <a:noFill/>
              <a:prstDash val="solid"/>
            </a:ln>
          </p:spPr>
        </p:sp>
        <p:sp>
          <p:nvSpPr>
            <p:cNvPr id="5527" name="dense-map-6-cell-33">
              <a:extLst>
                <a:ext uri="{FF2B5EF4-FFF2-40B4-BE49-F238E27FC236}">
                  <a16:creationId xmlns:a16="http://schemas.microsoft.com/office/drawing/2014/main" id="{78B7D8E9-EF31-45B9-B3AF-4CC0283765A2}"/>
                </a:ext>
              </a:extLst>
            </p:cNvPr>
            <p:cNvSpPr>
              <a:spLocks noGrp="1"/>
            </p:cNvSpPr>
            <p:nvPr/>
          </p:nvSpPr>
          <p:spPr>
            <a:xfrm>
              <a:off x="22423438" y="6960394"/>
              <a:ext cx="236680" cy="6096"/>
            </a:xfrm>
            <a:prstGeom prst="rect">
              <a:avLst/>
            </a:prstGeom>
            <a:solidFill>
              <a:srgbClr val="DCE8ED"/>
            </a:solidFill>
            <a:ln w="0">
              <a:noFill/>
              <a:prstDash val="solid"/>
            </a:ln>
          </p:spPr>
        </p:sp>
        <p:sp>
          <p:nvSpPr>
            <p:cNvPr id="5528" name="dense-map-6-cell-32">
              <a:extLst>
                <a:ext uri="{FF2B5EF4-FFF2-40B4-BE49-F238E27FC236}">
                  <a16:creationId xmlns:a16="http://schemas.microsoft.com/office/drawing/2014/main" id="{2D72B166-A3BF-4255-89DA-6A280EADE959}"/>
                </a:ext>
              </a:extLst>
            </p:cNvPr>
            <p:cNvSpPr>
              <a:spLocks noGrp="1"/>
            </p:cNvSpPr>
            <p:nvPr/>
          </p:nvSpPr>
          <p:spPr>
            <a:xfrm>
              <a:off x="22423438" y="6966347"/>
              <a:ext cx="236680" cy="6096"/>
            </a:xfrm>
            <a:prstGeom prst="rect">
              <a:avLst/>
            </a:prstGeom>
            <a:solidFill>
              <a:srgbClr val="DCE8ED"/>
            </a:solidFill>
            <a:ln w="0">
              <a:noFill/>
              <a:prstDash val="solid"/>
            </a:ln>
          </p:spPr>
        </p:sp>
        <p:sp>
          <p:nvSpPr>
            <p:cNvPr id="5529" name="dense-map-6-cell-31">
              <a:extLst>
                <a:ext uri="{FF2B5EF4-FFF2-40B4-BE49-F238E27FC236}">
                  <a16:creationId xmlns:a16="http://schemas.microsoft.com/office/drawing/2014/main" id="{8BFFFD04-35AA-47D7-8031-FC729EB93B0B}"/>
                </a:ext>
              </a:extLst>
            </p:cNvPr>
            <p:cNvSpPr>
              <a:spLocks noGrp="1"/>
            </p:cNvSpPr>
            <p:nvPr/>
          </p:nvSpPr>
          <p:spPr>
            <a:xfrm>
              <a:off x="22423438" y="6972300"/>
              <a:ext cx="236680" cy="6096"/>
            </a:xfrm>
            <a:prstGeom prst="rect">
              <a:avLst/>
            </a:prstGeom>
            <a:solidFill>
              <a:srgbClr val="DAE7EC"/>
            </a:solidFill>
            <a:ln w="0">
              <a:noFill/>
              <a:prstDash val="solid"/>
            </a:ln>
          </p:spPr>
        </p:sp>
        <p:sp>
          <p:nvSpPr>
            <p:cNvPr id="5530" name="dense-map-6-cell-30">
              <a:extLst>
                <a:ext uri="{FF2B5EF4-FFF2-40B4-BE49-F238E27FC236}">
                  <a16:creationId xmlns:a16="http://schemas.microsoft.com/office/drawing/2014/main" id="{F6E79764-4E83-44C1-ABD4-912C62684B71}"/>
                </a:ext>
              </a:extLst>
            </p:cNvPr>
            <p:cNvSpPr>
              <a:spLocks noGrp="1"/>
            </p:cNvSpPr>
            <p:nvPr/>
          </p:nvSpPr>
          <p:spPr>
            <a:xfrm>
              <a:off x="22423438" y="6978253"/>
              <a:ext cx="236680" cy="6096"/>
            </a:xfrm>
            <a:prstGeom prst="rect">
              <a:avLst/>
            </a:prstGeom>
            <a:solidFill>
              <a:srgbClr val="D2E2EA"/>
            </a:solidFill>
            <a:ln w="0">
              <a:noFill/>
              <a:prstDash val="solid"/>
            </a:ln>
          </p:spPr>
        </p:sp>
        <p:sp>
          <p:nvSpPr>
            <p:cNvPr id="5531" name="dense-map-6-cell-29">
              <a:extLst>
                <a:ext uri="{FF2B5EF4-FFF2-40B4-BE49-F238E27FC236}">
                  <a16:creationId xmlns:a16="http://schemas.microsoft.com/office/drawing/2014/main" id="{9309A777-666F-4F7E-B368-F99A06AAFE98}"/>
                </a:ext>
              </a:extLst>
            </p:cNvPr>
            <p:cNvSpPr>
              <a:spLocks noGrp="1"/>
            </p:cNvSpPr>
            <p:nvPr/>
          </p:nvSpPr>
          <p:spPr>
            <a:xfrm>
              <a:off x="22423438" y="6984206"/>
              <a:ext cx="236680" cy="6096"/>
            </a:xfrm>
            <a:prstGeom prst="rect">
              <a:avLst/>
            </a:prstGeom>
            <a:solidFill>
              <a:srgbClr val="BCD7E4"/>
            </a:solidFill>
            <a:ln w="0">
              <a:noFill/>
              <a:prstDash val="solid"/>
            </a:ln>
          </p:spPr>
        </p:sp>
        <p:sp>
          <p:nvSpPr>
            <p:cNvPr id="5532" name="dense-map-6-cell-28">
              <a:extLst>
                <a:ext uri="{FF2B5EF4-FFF2-40B4-BE49-F238E27FC236}">
                  <a16:creationId xmlns:a16="http://schemas.microsoft.com/office/drawing/2014/main" id="{799015E4-3738-44F5-8CA0-3A62C2230A27}"/>
                </a:ext>
              </a:extLst>
            </p:cNvPr>
            <p:cNvSpPr>
              <a:spLocks noGrp="1"/>
            </p:cNvSpPr>
            <p:nvPr/>
          </p:nvSpPr>
          <p:spPr>
            <a:xfrm>
              <a:off x="22423438" y="6990159"/>
              <a:ext cx="236680" cy="6096"/>
            </a:xfrm>
            <a:prstGeom prst="rect">
              <a:avLst/>
            </a:prstGeom>
            <a:solidFill>
              <a:srgbClr val="A7CCDF"/>
            </a:solidFill>
            <a:ln w="0">
              <a:noFill/>
              <a:prstDash val="solid"/>
            </a:ln>
          </p:spPr>
        </p:sp>
        <p:sp>
          <p:nvSpPr>
            <p:cNvPr id="5533" name="dense-map-6-cell-27">
              <a:extLst>
                <a:ext uri="{FF2B5EF4-FFF2-40B4-BE49-F238E27FC236}">
                  <a16:creationId xmlns:a16="http://schemas.microsoft.com/office/drawing/2014/main" id="{D4A61B6B-9FBE-4D55-8DE0-E6CE96F91D54}"/>
                </a:ext>
              </a:extLst>
            </p:cNvPr>
            <p:cNvSpPr>
              <a:spLocks noGrp="1"/>
            </p:cNvSpPr>
            <p:nvPr/>
          </p:nvSpPr>
          <p:spPr>
            <a:xfrm>
              <a:off x="22423438" y="6996113"/>
              <a:ext cx="236680" cy="6096"/>
            </a:xfrm>
            <a:prstGeom prst="rect">
              <a:avLst/>
            </a:prstGeom>
            <a:solidFill>
              <a:srgbClr val="92C0D9"/>
            </a:solidFill>
            <a:ln w="0">
              <a:noFill/>
              <a:prstDash val="solid"/>
            </a:ln>
          </p:spPr>
        </p:sp>
        <p:sp>
          <p:nvSpPr>
            <p:cNvPr id="5534" name="dense-map-6-cell-26">
              <a:extLst>
                <a:ext uri="{FF2B5EF4-FFF2-40B4-BE49-F238E27FC236}">
                  <a16:creationId xmlns:a16="http://schemas.microsoft.com/office/drawing/2014/main" id="{930D13D2-1B16-4711-8B79-8A14E4658001}"/>
                </a:ext>
              </a:extLst>
            </p:cNvPr>
            <p:cNvSpPr>
              <a:spLocks noGrp="1"/>
            </p:cNvSpPr>
            <p:nvPr/>
          </p:nvSpPr>
          <p:spPr>
            <a:xfrm>
              <a:off x="22423438" y="7002066"/>
              <a:ext cx="236680" cy="6096"/>
            </a:xfrm>
            <a:prstGeom prst="rect">
              <a:avLst/>
            </a:prstGeom>
            <a:solidFill>
              <a:srgbClr val="80B6D4"/>
            </a:solidFill>
            <a:ln w="0">
              <a:noFill/>
              <a:prstDash val="solid"/>
            </a:ln>
          </p:spPr>
        </p:sp>
        <p:sp>
          <p:nvSpPr>
            <p:cNvPr id="5535" name="dense-map-6-cell-25">
              <a:extLst>
                <a:ext uri="{FF2B5EF4-FFF2-40B4-BE49-F238E27FC236}">
                  <a16:creationId xmlns:a16="http://schemas.microsoft.com/office/drawing/2014/main" id="{EE7E6206-BA1D-481A-918F-E224B1BA8EC8}"/>
                </a:ext>
              </a:extLst>
            </p:cNvPr>
            <p:cNvSpPr>
              <a:spLocks noGrp="1"/>
            </p:cNvSpPr>
            <p:nvPr/>
          </p:nvSpPr>
          <p:spPr>
            <a:xfrm>
              <a:off x="22423438" y="7008019"/>
              <a:ext cx="236680" cy="6096"/>
            </a:xfrm>
            <a:prstGeom prst="rect">
              <a:avLst/>
            </a:prstGeom>
            <a:solidFill>
              <a:srgbClr val="6AABCE"/>
            </a:solidFill>
            <a:ln w="0">
              <a:noFill/>
              <a:prstDash val="solid"/>
            </a:ln>
          </p:spPr>
        </p:sp>
        <p:sp>
          <p:nvSpPr>
            <p:cNvPr id="5536" name="dense-map-6-cell-24">
              <a:extLst>
                <a:ext uri="{FF2B5EF4-FFF2-40B4-BE49-F238E27FC236}">
                  <a16:creationId xmlns:a16="http://schemas.microsoft.com/office/drawing/2014/main" id="{1FB9DD1B-AADB-48A0-8D08-0511677F023C}"/>
                </a:ext>
              </a:extLst>
            </p:cNvPr>
            <p:cNvSpPr>
              <a:spLocks noGrp="1"/>
            </p:cNvSpPr>
            <p:nvPr/>
          </p:nvSpPr>
          <p:spPr>
            <a:xfrm>
              <a:off x="22423438" y="7013972"/>
              <a:ext cx="236680" cy="6096"/>
            </a:xfrm>
            <a:prstGeom prst="rect">
              <a:avLst/>
            </a:prstGeom>
            <a:solidFill>
              <a:srgbClr val="529EC8"/>
            </a:solidFill>
            <a:ln w="0">
              <a:noFill/>
              <a:prstDash val="solid"/>
            </a:ln>
          </p:spPr>
        </p:sp>
        <p:sp>
          <p:nvSpPr>
            <p:cNvPr id="5537" name="dense-map-6-cell-23">
              <a:extLst>
                <a:ext uri="{FF2B5EF4-FFF2-40B4-BE49-F238E27FC236}">
                  <a16:creationId xmlns:a16="http://schemas.microsoft.com/office/drawing/2014/main" id="{B1B8FDF9-6B7A-4861-A234-6A85F4FCC686}"/>
                </a:ext>
              </a:extLst>
            </p:cNvPr>
            <p:cNvSpPr>
              <a:spLocks noGrp="1"/>
            </p:cNvSpPr>
            <p:nvPr/>
          </p:nvSpPr>
          <p:spPr>
            <a:xfrm>
              <a:off x="22423438" y="7019925"/>
              <a:ext cx="236680" cy="6096"/>
            </a:xfrm>
            <a:prstGeom prst="rect">
              <a:avLst/>
            </a:prstGeom>
            <a:solidFill>
              <a:srgbClr val="3D93C2"/>
            </a:solidFill>
            <a:ln w="0">
              <a:noFill/>
              <a:prstDash val="solid"/>
            </a:ln>
          </p:spPr>
        </p:sp>
        <p:sp>
          <p:nvSpPr>
            <p:cNvPr id="5538" name="dense-map-6-cell-22">
              <a:extLst>
                <a:ext uri="{FF2B5EF4-FFF2-40B4-BE49-F238E27FC236}">
                  <a16:creationId xmlns:a16="http://schemas.microsoft.com/office/drawing/2014/main" id="{C67141DE-4F97-4419-9853-4923599545C6}"/>
                </a:ext>
              </a:extLst>
            </p:cNvPr>
            <p:cNvSpPr>
              <a:spLocks noGrp="1"/>
            </p:cNvSpPr>
            <p:nvPr/>
          </p:nvSpPr>
          <p:spPr>
            <a:xfrm>
              <a:off x="22423438" y="7025878"/>
              <a:ext cx="236680" cy="6096"/>
            </a:xfrm>
            <a:prstGeom prst="rect">
              <a:avLst/>
            </a:prstGeom>
            <a:solidFill>
              <a:srgbClr val="2888BD"/>
            </a:solidFill>
            <a:ln w="0">
              <a:noFill/>
              <a:prstDash val="solid"/>
            </a:ln>
          </p:spPr>
        </p:sp>
        <p:sp>
          <p:nvSpPr>
            <p:cNvPr id="5539" name="dense-map-6-cell-21">
              <a:extLst>
                <a:ext uri="{FF2B5EF4-FFF2-40B4-BE49-F238E27FC236}">
                  <a16:creationId xmlns:a16="http://schemas.microsoft.com/office/drawing/2014/main" id="{BB59067F-210A-455B-BEEB-83977B30965D}"/>
                </a:ext>
              </a:extLst>
            </p:cNvPr>
            <p:cNvSpPr>
              <a:spLocks noGrp="1"/>
            </p:cNvSpPr>
            <p:nvPr/>
          </p:nvSpPr>
          <p:spPr>
            <a:xfrm>
              <a:off x="22423438" y="7031831"/>
              <a:ext cx="236680" cy="6096"/>
            </a:xfrm>
            <a:prstGeom prst="rect">
              <a:avLst/>
            </a:prstGeom>
            <a:solidFill>
              <a:srgbClr val="157DB8"/>
            </a:solidFill>
            <a:ln w="0">
              <a:noFill/>
              <a:prstDash val="solid"/>
            </a:ln>
          </p:spPr>
        </p:sp>
        <p:sp>
          <p:nvSpPr>
            <p:cNvPr id="5540" name="dense-map-6-cell-20">
              <a:extLst>
                <a:ext uri="{FF2B5EF4-FFF2-40B4-BE49-F238E27FC236}">
                  <a16:creationId xmlns:a16="http://schemas.microsoft.com/office/drawing/2014/main" id="{8686227B-65FE-4162-9282-7973EF133B38}"/>
                </a:ext>
              </a:extLst>
            </p:cNvPr>
            <p:cNvSpPr>
              <a:spLocks noGrp="1"/>
            </p:cNvSpPr>
            <p:nvPr/>
          </p:nvSpPr>
          <p:spPr>
            <a:xfrm>
              <a:off x="22423438" y="7037784"/>
              <a:ext cx="236680" cy="6096"/>
            </a:xfrm>
            <a:prstGeom prst="rect">
              <a:avLst/>
            </a:prstGeom>
            <a:solidFill>
              <a:srgbClr val="0775B4"/>
            </a:solidFill>
            <a:ln w="0">
              <a:noFill/>
              <a:prstDash val="solid"/>
            </a:ln>
          </p:spPr>
        </p:sp>
        <p:sp>
          <p:nvSpPr>
            <p:cNvPr id="5541" name="dense-map-6-cell-19">
              <a:extLst>
                <a:ext uri="{FF2B5EF4-FFF2-40B4-BE49-F238E27FC236}">
                  <a16:creationId xmlns:a16="http://schemas.microsoft.com/office/drawing/2014/main" id="{AFA6264A-24B8-4D38-B941-8F10F4C48190}"/>
                </a:ext>
              </a:extLst>
            </p:cNvPr>
            <p:cNvSpPr>
              <a:spLocks noGrp="1"/>
            </p:cNvSpPr>
            <p:nvPr/>
          </p:nvSpPr>
          <p:spPr>
            <a:xfrm>
              <a:off x="22423438" y="7043738"/>
              <a:ext cx="236680" cy="6096"/>
            </a:xfrm>
            <a:prstGeom prst="rect">
              <a:avLst/>
            </a:prstGeom>
            <a:solidFill>
              <a:srgbClr val="0072B2"/>
            </a:solidFill>
            <a:ln w="0">
              <a:noFill/>
              <a:prstDash val="solid"/>
            </a:ln>
          </p:spPr>
        </p:sp>
        <p:sp>
          <p:nvSpPr>
            <p:cNvPr id="5542" name="dense-map-6-cell-18">
              <a:extLst>
                <a:ext uri="{FF2B5EF4-FFF2-40B4-BE49-F238E27FC236}">
                  <a16:creationId xmlns:a16="http://schemas.microsoft.com/office/drawing/2014/main" id="{7B6CCADC-A7C2-4116-9879-D35B6BC8E5D5}"/>
                </a:ext>
              </a:extLst>
            </p:cNvPr>
            <p:cNvSpPr>
              <a:spLocks noGrp="1"/>
            </p:cNvSpPr>
            <p:nvPr/>
          </p:nvSpPr>
          <p:spPr>
            <a:xfrm>
              <a:off x="22423438" y="7049691"/>
              <a:ext cx="236680" cy="6096"/>
            </a:xfrm>
            <a:prstGeom prst="rect">
              <a:avLst/>
            </a:prstGeom>
            <a:solidFill>
              <a:srgbClr val="0072B2"/>
            </a:solidFill>
            <a:ln w="0">
              <a:noFill/>
              <a:prstDash val="solid"/>
            </a:ln>
          </p:spPr>
        </p:sp>
        <p:sp>
          <p:nvSpPr>
            <p:cNvPr id="5543" name="dense-map-6-cell-17">
              <a:extLst>
                <a:ext uri="{FF2B5EF4-FFF2-40B4-BE49-F238E27FC236}">
                  <a16:creationId xmlns:a16="http://schemas.microsoft.com/office/drawing/2014/main" id="{56D48CA5-9798-45DD-9965-065070CDB0C7}"/>
                </a:ext>
              </a:extLst>
            </p:cNvPr>
            <p:cNvSpPr>
              <a:spLocks noGrp="1"/>
            </p:cNvSpPr>
            <p:nvPr/>
          </p:nvSpPr>
          <p:spPr>
            <a:xfrm>
              <a:off x="22423438" y="7055644"/>
              <a:ext cx="236680" cy="6096"/>
            </a:xfrm>
            <a:prstGeom prst="rect">
              <a:avLst/>
            </a:prstGeom>
            <a:solidFill>
              <a:srgbClr val="0072B2"/>
            </a:solidFill>
            <a:ln w="0">
              <a:noFill/>
              <a:prstDash val="solid"/>
            </a:ln>
          </p:spPr>
        </p:sp>
        <p:sp>
          <p:nvSpPr>
            <p:cNvPr id="5544" name="dense-map-6-cell-16">
              <a:extLst>
                <a:ext uri="{FF2B5EF4-FFF2-40B4-BE49-F238E27FC236}">
                  <a16:creationId xmlns:a16="http://schemas.microsoft.com/office/drawing/2014/main" id="{91FDE20E-E54A-499B-B338-E8D52DD9A4C2}"/>
                </a:ext>
              </a:extLst>
            </p:cNvPr>
            <p:cNvSpPr>
              <a:spLocks noGrp="1"/>
            </p:cNvSpPr>
            <p:nvPr/>
          </p:nvSpPr>
          <p:spPr>
            <a:xfrm>
              <a:off x="22423438" y="7061597"/>
              <a:ext cx="236680" cy="6096"/>
            </a:xfrm>
            <a:prstGeom prst="rect">
              <a:avLst/>
            </a:prstGeom>
            <a:solidFill>
              <a:srgbClr val="0072B2"/>
            </a:solidFill>
            <a:ln w="0">
              <a:noFill/>
              <a:prstDash val="solid"/>
            </a:ln>
          </p:spPr>
        </p:sp>
        <p:sp>
          <p:nvSpPr>
            <p:cNvPr id="5545" name="dense-map-6-cell-15">
              <a:extLst>
                <a:ext uri="{FF2B5EF4-FFF2-40B4-BE49-F238E27FC236}">
                  <a16:creationId xmlns:a16="http://schemas.microsoft.com/office/drawing/2014/main" id="{1758D172-DD8C-4F2C-BA4F-8C32828449D3}"/>
                </a:ext>
              </a:extLst>
            </p:cNvPr>
            <p:cNvSpPr>
              <a:spLocks noGrp="1"/>
            </p:cNvSpPr>
            <p:nvPr/>
          </p:nvSpPr>
          <p:spPr>
            <a:xfrm>
              <a:off x="22423438" y="7067550"/>
              <a:ext cx="236680" cy="6096"/>
            </a:xfrm>
            <a:prstGeom prst="rect">
              <a:avLst/>
            </a:prstGeom>
            <a:solidFill>
              <a:srgbClr val="0072B2"/>
            </a:solidFill>
            <a:ln w="0">
              <a:noFill/>
              <a:prstDash val="solid"/>
            </a:ln>
          </p:spPr>
        </p:sp>
        <p:sp>
          <p:nvSpPr>
            <p:cNvPr id="5546" name="dense-map-6-cell-14">
              <a:extLst>
                <a:ext uri="{FF2B5EF4-FFF2-40B4-BE49-F238E27FC236}">
                  <a16:creationId xmlns:a16="http://schemas.microsoft.com/office/drawing/2014/main" id="{326FAEC9-2CC6-4924-B5DA-406D6E97F349}"/>
                </a:ext>
              </a:extLst>
            </p:cNvPr>
            <p:cNvSpPr>
              <a:spLocks noGrp="1"/>
            </p:cNvSpPr>
            <p:nvPr/>
          </p:nvSpPr>
          <p:spPr>
            <a:xfrm>
              <a:off x="22423438" y="7073503"/>
              <a:ext cx="236680" cy="6096"/>
            </a:xfrm>
            <a:prstGeom prst="rect">
              <a:avLst/>
            </a:prstGeom>
            <a:solidFill>
              <a:srgbClr val="0072B2"/>
            </a:solidFill>
            <a:ln w="0">
              <a:noFill/>
              <a:prstDash val="solid"/>
            </a:ln>
          </p:spPr>
        </p:sp>
        <p:sp>
          <p:nvSpPr>
            <p:cNvPr id="5547" name="dense-map-6-cell-13">
              <a:extLst>
                <a:ext uri="{FF2B5EF4-FFF2-40B4-BE49-F238E27FC236}">
                  <a16:creationId xmlns:a16="http://schemas.microsoft.com/office/drawing/2014/main" id="{076D6C18-7F25-4333-8773-9ACD06FDEC9F}"/>
                </a:ext>
              </a:extLst>
            </p:cNvPr>
            <p:cNvSpPr>
              <a:spLocks noGrp="1"/>
            </p:cNvSpPr>
            <p:nvPr/>
          </p:nvSpPr>
          <p:spPr>
            <a:xfrm>
              <a:off x="22423438" y="7079456"/>
              <a:ext cx="236680" cy="6096"/>
            </a:xfrm>
            <a:prstGeom prst="rect">
              <a:avLst/>
            </a:prstGeom>
            <a:solidFill>
              <a:srgbClr val="0072B2"/>
            </a:solidFill>
            <a:ln w="0">
              <a:noFill/>
              <a:prstDash val="solid"/>
            </a:ln>
          </p:spPr>
        </p:sp>
        <p:sp>
          <p:nvSpPr>
            <p:cNvPr id="5548" name="dense-map-6-cell-12">
              <a:extLst>
                <a:ext uri="{FF2B5EF4-FFF2-40B4-BE49-F238E27FC236}">
                  <a16:creationId xmlns:a16="http://schemas.microsoft.com/office/drawing/2014/main" id="{D6DF6394-099A-4A30-8780-DE4E6A3211F3}"/>
                </a:ext>
              </a:extLst>
            </p:cNvPr>
            <p:cNvSpPr>
              <a:spLocks noGrp="1"/>
            </p:cNvSpPr>
            <p:nvPr/>
          </p:nvSpPr>
          <p:spPr>
            <a:xfrm>
              <a:off x="22423438" y="7085409"/>
              <a:ext cx="236680" cy="6096"/>
            </a:xfrm>
            <a:prstGeom prst="rect">
              <a:avLst/>
            </a:prstGeom>
            <a:solidFill>
              <a:srgbClr val="0072B2"/>
            </a:solidFill>
            <a:ln w="0">
              <a:noFill/>
              <a:prstDash val="solid"/>
            </a:ln>
          </p:spPr>
        </p:sp>
        <p:sp>
          <p:nvSpPr>
            <p:cNvPr id="5549" name="dense-map-6-cell-11">
              <a:extLst>
                <a:ext uri="{FF2B5EF4-FFF2-40B4-BE49-F238E27FC236}">
                  <a16:creationId xmlns:a16="http://schemas.microsoft.com/office/drawing/2014/main" id="{F51F66B2-1A68-419C-849E-36FB8F7A1CE2}"/>
                </a:ext>
              </a:extLst>
            </p:cNvPr>
            <p:cNvSpPr>
              <a:spLocks noGrp="1"/>
            </p:cNvSpPr>
            <p:nvPr/>
          </p:nvSpPr>
          <p:spPr>
            <a:xfrm>
              <a:off x="22423438" y="7091363"/>
              <a:ext cx="236680" cy="6096"/>
            </a:xfrm>
            <a:prstGeom prst="rect">
              <a:avLst/>
            </a:prstGeom>
            <a:solidFill>
              <a:srgbClr val="0072B2"/>
            </a:solidFill>
            <a:ln w="0">
              <a:noFill/>
              <a:prstDash val="solid"/>
            </a:ln>
          </p:spPr>
        </p:sp>
        <p:sp>
          <p:nvSpPr>
            <p:cNvPr id="5550" name="dense-map-6-cell-10">
              <a:extLst>
                <a:ext uri="{FF2B5EF4-FFF2-40B4-BE49-F238E27FC236}">
                  <a16:creationId xmlns:a16="http://schemas.microsoft.com/office/drawing/2014/main" id="{A88FFD36-899E-442A-8E6A-3478DC37C857}"/>
                </a:ext>
              </a:extLst>
            </p:cNvPr>
            <p:cNvSpPr>
              <a:spLocks noGrp="1"/>
            </p:cNvSpPr>
            <p:nvPr/>
          </p:nvSpPr>
          <p:spPr>
            <a:xfrm>
              <a:off x="22423438" y="7097316"/>
              <a:ext cx="236680" cy="6096"/>
            </a:xfrm>
            <a:prstGeom prst="rect">
              <a:avLst/>
            </a:prstGeom>
            <a:solidFill>
              <a:srgbClr val="0072B2"/>
            </a:solidFill>
            <a:ln w="0">
              <a:noFill/>
              <a:prstDash val="solid"/>
            </a:ln>
          </p:spPr>
        </p:sp>
        <p:sp>
          <p:nvSpPr>
            <p:cNvPr id="5551" name="dense-map-6-cell-9">
              <a:extLst>
                <a:ext uri="{FF2B5EF4-FFF2-40B4-BE49-F238E27FC236}">
                  <a16:creationId xmlns:a16="http://schemas.microsoft.com/office/drawing/2014/main" id="{8EFDA639-25DE-484E-8760-CD127C78E29F}"/>
                </a:ext>
              </a:extLst>
            </p:cNvPr>
            <p:cNvSpPr>
              <a:spLocks noGrp="1"/>
            </p:cNvSpPr>
            <p:nvPr/>
          </p:nvSpPr>
          <p:spPr>
            <a:xfrm>
              <a:off x="22423438" y="7103269"/>
              <a:ext cx="236680" cy="6096"/>
            </a:xfrm>
            <a:prstGeom prst="rect">
              <a:avLst/>
            </a:prstGeom>
            <a:solidFill>
              <a:srgbClr val="0072B2"/>
            </a:solidFill>
            <a:ln w="0">
              <a:noFill/>
              <a:prstDash val="solid"/>
            </a:ln>
          </p:spPr>
        </p:sp>
        <p:sp>
          <p:nvSpPr>
            <p:cNvPr id="5552" name="dense-map-6-cell-8">
              <a:extLst>
                <a:ext uri="{FF2B5EF4-FFF2-40B4-BE49-F238E27FC236}">
                  <a16:creationId xmlns:a16="http://schemas.microsoft.com/office/drawing/2014/main" id="{7813BB49-9AF9-4144-A9F4-4FD8D44C49EE}"/>
                </a:ext>
              </a:extLst>
            </p:cNvPr>
            <p:cNvSpPr>
              <a:spLocks noGrp="1"/>
            </p:cNvSpPr>
            <p:nvPr/>
          </p:nvSpPr>
          <p:spPr>
            <a:xfrm>
              <a:off x="22423438" y="7109222"/>
              <a:ext cx="236680" cy="6096"/>
            </a:xfrm>
            <a:prstGeom prst="rect">
              <a:avLst/>
            </a:prstGeom>
            <a:solidFill>
              <a:srgbClr val="0574B3"/>
            </a:solidFill>
            <a:ln w="0">
              <a:noFill/>
              <a:prstDash val="solid"/>
            </a:ln>
          </p:spPr>
        </p:sp>
        <p:sp>
          <p:nvSpPr>
            <p:cNvPr id="5553" name="dense-map-6-cell-7">
              <a:extLst>
                <a:ext uri="{FF2B5EF4-FFF2-40B4-BE49-F238E27FC236}">
                  <a16:creationId xmlns:a16="http://schemas.microsoft.com/office/drawing/2014/main" id="{9FDDC781-ABE6-48D9-B0E2-A1F3077C5461}"/>
                </a:ext>
              </a:extLst>
            </p:cNvPr>
            <p:cNvSpPr>
              <a:spLocks noGrp="1"/>
            </p:cNvSpPr>
            <p:nvPr/>
          </p:nvSpPr>
          <p:spPr>
            <a:xfrm>
              <a:off x="22423438" y="7115175"/>
              <a:ext cx="236680" cy="6096"/>
            </a:xfrm>
            <a:prstGeom prst="rect">
              <a:avLst/>
            </a:prstGeom>
            <a:solidFill>
              <a:srgbClr val="197FB9"/>
            </a:solidFill>
            <a:ln w="0">
              <a:noFill/>
              <a:prstDash val="solid"/>
            </a:ln>
          </p:spPr>
        </p:sp>
        <p:sp>
          <p:nvSpPr>
            <p:cNvPr id="5554" name="dense-map-6-cell-6">
              <a:extLst>
                <a:ext uri="{FF2B5EF4-FFF2-40B4-BE49-F238E27FC236}">
                  <a16:creationId xmlns:a16="http://schemas.microsoft.com/office/drawing/2014/main" id="{90582314-19E6-4020-AF14-62B18F93329E}"/>
                </a:ext>
              </a:extLst>
            </p:cNvPr>
            <p:cNvSpPr>
              <a:spLocks noGrp="1"/>
            </p:cNvSpPr>
            <p:nvPr/>
          </p:nvSpPr>
          <p:spPr>
            <a:xfrm>
              <a:off x="22423438" y="7121128"/>
              <a:ext cx="236680" cy="6096"/>
            </a:xfrm>
            <a:prstGeom prst="rect">
              <a:avLst/>
            </a:prstGeom>
            <a:solidFill>
              <a:srgbClr val="348EC0"/>
            </a:solidFill>
            <a:ln w="0">
              <a:noFill/>
              <a:prstDash val="solid"/>
            </a:ln>
          </p:spPr>
        </p:sp>
        <p:sp>
          <p:nvSpPr>
            <p:cNvPr id="5555" name="dense-map-6-cell-5">
              <a:extLst>
                <a:ext uri="{FF2B5EF4-FFF2-40B4-BE49-F238E27FC236}">
                  <a16:creationId xmlns:a16="http://schemas.microsoft.com/office/drawing/2014/main" id="{1A38FC41-5031-48D6-A8DA-F0CAFE8DC0D0}"/>
                </a:ext>
              </a:extLst>
            </p:cNvPr>
            <p:cNvSpPr>
              <a:spLocks noGrp="1"/>
            </p:cNvSpPr>
            <p:nvPr/>
          </p:nvSpPr>
          <p:spPr>
            <a:xfrm>
              <a:off x="22423438" y="7127081"/>
              <a:ext cx="236680" cy="6096"/>
            </a:xfrm>
            <a:prstGeom prst="rect">
              <a:avLst/>
            </a:prstGeom>
            <a:solidFill>
              <a:srgbClr val="519EC8"/>
            </a:solidFill>
            <a:ln w="0">
              <a:noFill/>
              <a:prstDash val="solid"/>
            </a:ln>
          </p:spPr>
        </p:sp>
        <p:sp>
          <p:nvSpPr>
            <p:cNvPr id="5556" name="dense-map-6-cell-4">
              <a:extLst>
                <a:ext uri="{FF2B5EF4-FFF2-40B4-BE49-F238E27FC236}">
                  <a16:creationId xmlns:a16="http://schemas.microsoft.com/office/drawing/2014/main" id="{6E8A5F14-B362-45F7-BED6-21EE0D60A404}"/>
                </a:ext>
              </a:extLst>
            </p:cNvPr>
            <p:cNvSpPr>
              <a:spLocks noGrp="1"/>
            </p:cNvSpPr>
            <p:nvPr/>
          </p:nvSpPr>
          <p:spPr>
            <a:xfrm>
              <a:off x="22423438" y="7133034"/>
              <a:ext cx="236680" cy="6096"/>
            </a:xfrm>
            <a:prstGeom prst="rect">
              <a:avLst/>
            </a:prstGeom>
            <a:solidFill>
              <a:srgbClr val="95C2DA"/>
            </a:solidFill>
            <a:ln w="0">
              <a:noFill/>
              <a:prstDash val="solid"/>
            </a:ln>
          </p:spPr>
        </p:sp>
        <p:sp>
          <p:nvSpPr>
            <p:cNvPr id="5557" name="dense-map-6-cell-3">
              <a:extLst>
                <a:ext uri="{FF2B5EF4-FFF2-40B4-BE49-F238E27FC236}">
                  <a16:creationId xmlns:a16="http://schemas.microsoft.com/office/drawing/2014/main" id="{F991BD1C-58B7-4DCF-95BA-4CDA8061B707}"/>
                </a:ext>
              </a:extLst>
            </p:cNvPr>
            <p:cNvSpPr>
              <a:spLocks noGrp="1"/>
            </p:cNvSpPr>
            <p:nvPr/>
          </p:nvSpPr>
          <p:spPr>
            <a:xfrm>
              <a:off x="22423438" y="7138988"/>
              <a:ext cx="236680" cy="6096"/>
            </a:xfrm>
            <a:prstGeom prst="rect">
              <a:avLst/>
            </a:prstGeom>
            <a:solidFill>
              <a:srgbClr val="DCE8ED"/>
            </a:solidFill>
            <a:ln w="0">
              <a:noFill/>
              <a:prstDash val="solid"/>
            </a:ln>
          </p:spPr>
        </p:sp>
        <p:sp>
          <p:nvSpPr>
            <p:cNvPr id="5558" name="dense-map-6-cell-2">
              <a:extLst>
                <a:ext uri="{FF2B5EF4-FFF2-40B4-BE49-F238E27FC236}">
                  <a16:creationId xmlns:a16="http://schemas.microsoft.com/office/drawing/2014/main" id="{4C6EC31E-E0BC-42EF-B718-A7D6322E687F}"/>
                </a:ext>
              </a:extLst>
            </p:cNvPr>
            <p:cNvSpPr>
              <a:spLocks noGrp="1"/>
            </p:cNvSpPr>
            <p:nvPr/>
          </p:nvSpPr>
          <p:spPr>
            <a:xfrm>
              <a:off x="22423438" y="7144941"/>
              <a:ext cx="236680" cy="6096"/>
            </a:xfrm>
            <a:prstGeom prst="rect">
              <a:avLst/>
            </a:prstGeom>
            <a:solidFill>
              <a:srgbClr val="DCE8ED"/>
            </a:solidFill>
            <a:ln w="0">
              <a:noFill/>
              <a:prstDash val="solid"/>
            </a:ln>
          </p:spPr>
        </p:sp>
        <p:sp>
          <p:nvSpPr>
            <p:cNvPr id="5559" name="dense-map-6-cell-1">
              <a:extLst>
                <a:ext uri="{FF2B5EF4-FFF2-40B4-BE49-F238E27FC236}">
                  <a16:creationId xmlns:a16="http://schemas.microsoft.com/office/drawing/2014/main" id="{E6FFA55F-DEBF-4855-8155-F3D3DC754FD5}"/>
                </a:ext>
              </a:extLst>
            </p:cNvPr>
            <p:cNvSpPr>
              <a:spLocks noGrp="1"/>
            </p:cNvSpPr>
            <p:nvPr/>
          </p:nvSpPr>
          <p:spPr>
            <a:xfrm>
              <a:off x="22423438" y="7150894"/>
              <a:ext cx="236680" cy="6096"/>
            </a:xfrm>
            <a:prstGeom prst="rect">
              <a:avLst/>
            </a:prstGeom>
            <a:solidFill>
              <a:srgbClr val="DCE8ED"/>
            </a:solidFill>
            <a:ln w="0">
              <a:noFill/>
              <a:prstDash val="solid"/>
            </a:ln>
          </p:spPr>
        </p:sp>
        <p:sp>
          <p:nvSpPr>
            <p:cNvPr id="5560" name="dense-map-6-cell-0">
              <a:extLst>
                <a:ext uri="{FF2B5EF4-FFF2-40B4-BE49-F238E27FC236}">
                  <a16:creationId xmlns:a16="http://schemas.microsoft.com/office/drawing/2014/main" id="{1412BA5A-2A1D-4C74-94AA-79EF31069B1C}"/>
                </a:ext>
              </a:extLst>
            </p:cNvPr>
            <p:cNvSpPr>
              <a:spLocks noGrp="1"/>
            </p:cNvSpPr>
            <p:nvPr/>
          </p:nvSpPr>
          <p:spPr>
            <a:xfrm>
              <a:off x="22423438" y="7156847"/>
              <a:ext cx="236680" cy="6096"/>
            </a:xfrm>
            <a:prstGeom prst="rect">
              <a:avLst/>
            </a:prstGeom>
            <a:solidFill>
              <a:srgbClr val="DCE8ED"/>
            </a:solidFill>
            <a:ln w="0">
              <a:noFill/>
              <a:prstDash val="solid"/>
            </a:ln>
          </p:spPr>
        </p:sp>
        <p:sp>
          <p:nvSpPr>
            <p:cNvPr id="5561" name="dense-map-5-cell-191">
              <a:extLst>
                <a:ext uri="{FF2B5EF4-FFF2-40B4-BE49-F238E27FC236}">
                  <a16:creationId xmlns:a16="http://schemas.microsoft.com/office/drawing/2014/main" id="{E6B753D8-2913-4C61-9692-4CDB4DCCCD4F}"/>
                </a:ext>
              </a:extLst>
            </p:cNvPr>
            <p:cNvSpPr>
              <a:spLocks noGrp="1"/>
            </p:cNvSpPr>
            <p:nvPr/>
          </p:nvSpPr>
          <p:spPr>
            <a:xfrm>
              <a:off x="22186900" y="6019800"/>
              <a:ext cx="236680" cy="6096"/>
            </a:xfrm>
            <a:prstGeom prst="rect">
              <a:avLst/>
            </a:prstGeom>
            <a:solidFill>
              <a:srgbClr val="DCE8ED"/>
            </a:solidFill>
            <a:ln w="0">
              <a:noFill/>
              <a:prstDash val="solid"/>
            </a:ln>
          </p:spPr>
        </p:sp>
        <p:sp>
          <p:nvSpPr>
            <p:cNvPr id="5562" name="dense-map-5-cell-190">
              <a:extLst>
                <a:ext uri="{FF2B5EF4-FFF2-40B4-BE49-F238E27FC236}">
                  <a16:creationId xmlns:a16="http://schemas.microsoft.com/office/drawing/2014/main" id="{BE6EA362-6581-4B0F-B2D5-8FA43ED687EF}"/>
                </a:ext>
              </a:extLst>
            </p:cNvPr>
            <p:cNvSpPr>
              <a:spLocks noGrp="1"/>
            </p:cNvSpPr>
            <p:nvPr/>
          </p:nvSpPr>
          <p:spPr>
            <a:xfrm>
              <a:off x="22186900" y="6025753"/>
              <a:ext cx="236680" cy="6096"/>
            </a:xfrm>
            <a:prstGeom prst="rect">
              <a:avLst/>
            </a:prstGeom>
            <a:solidFill>
              <a:srgbClr val="DCE8ED"/>
            </a:solidFill>
            <a:ln w="0">
              <a:noFill/>
              <a:prstDash val="solid"/>
            </a:ln>
          </p:spPr>
        </p:sp>
        <p:sp>
          <p:nvSpPr>
            <p:cNvPr id="5563" name="dense-map-5-cell-189">
              <a:extLst>
                <a:ext uri="{FF2B5EF4-FFF2-40B4-BE49-F238E27FC236}">
                  <a16:creationId xmlns:a16="http://schemas.microsoft.com/office/drawing/2014/main" id="{F3A7592B-3D58-4F3D-A3D4-F00B0BEDF52C}"/>
                </a:ext>
              </a:extLst>
            </p:cNvPr>
            <p:cNvSpPr>
              <a:spLocks noGrp="1"/>
            </p:cNvSpPr>
            <p:nvPr/>
          </p:nvSpPr>
          <p:spPr>
            <a:xfrm>
              <a:off x="22186900" y="6031706"/>
              <a:ext cx="236680" cy="6096"/>
            </a:xfrm>
            <a:prstGeom prst="rect">
              <a:avLst/>
            </a:prstGeom>
            <a:solidFill>
              <a:srgbClr val="DCE8ED"/>
            </a:solidFill>
            <a:ln w="0">
              <a:noFill/>
              <a:prstDash val="solid"/>
            </a:ln>
          </p:spPr>
        </p:sp>
        <p:sp>
          <p:nvSpPr>
            <p:cNvPr id="5564" name="dense-map-5-cell-188">
              <a:extLst>
                <a:ext uri="{FF2B5EF4-FFF2-40B4-BE49-F238E27FC236}">
                  <a16:creationId xmlns:a16="http://schemas.microsoft.com/office/drawing/2014/main" id="{B1211020-45BB-438E-A078-CC861C758DAD}"/>
                </a:ext>
              </a:extLst>
            </p:cNvPr>
            <p:cNvSpPr>
              <a:spLocks noGrp="1"/>
            </p:cNvSpPr>
            <p:nvPr/>
          </p:nvSpPr>
          <p:spPr>
            <a:xfrm>
              <a:off x="22186900" y="6037659"/>
              <a:ext cx="236680" cy="6096"/>
            </a:xfrm>
            <a:prstGeom prst="rect">
              <a:avLst/>
            </a:prstGeom>
            <a:solidFill>
              <a:srgbClr val="DCE8ED"/>
            </a:solidFill>
            <a:ln w="0">
              <a:noFill/>
              <a:prstDash val="solid"/>
            </a:ln>
          </p:spPr>
        </p:sp>
        <p:sp>
          <p:nvSpPr>
            <p:cNvPr id="5565" name="dense-map-5-cell-187">
              <a:extLst>
                <a:ext uri="{FF2B5EF4-FFF2-40B4-BE49-F238E27FC236}">
                  <a16:creationId xmlns:a16="http://schemas.microsoft.com/office/drawing/2014/main" id="{438097D5-5BDA-4C99-96FF-445414C8EEF4}"/>
                </a:ext>
              </a:extLst>
            </p:cNvPr>
            <p:cNvSpPr>
              <a:spLocks noGrp="1"/>
            </p:cNvSpPr>
            <p:nvPr/>
          </p:nvSpPr>
          <p:spPr>
            <a:xfrm>
              <a:off x="22186900" y="6043613"/>
              <a:ext cx="236680" cy="6096"/>
            </a:xfrm>
            <a:prstGeom prst="rect">
              <a:avLst/>
            </a:prstGeom>
            <a:solidFill>
              <a:srgbClr val="DCE8ED"/>
            </a:solidFill>
            <a:ln w="0">
              <a:noFill/>
              <a:prstDash val="solid"/>
            </a:ln>
          </p:spPr>
        </p:sp>
        <p:sp>
          <p:nvSpPr>
            <p:cNvPr id="5566" name="dense-map-5-cell-186">
              <a:extLst>
                <a:ext uri="{FF2B5EF4-FFF2-40B4-BE49-F238E27FC236}">
                  <a16:creationId xmlns:a16="http://schemas.microsoft.com/office/drawing/2014/main" id="{BB03A0C3-8F4A-40B1-A81B-C8F8ED7DEE13}"/>
                </a:ext>
              </a:extLst>
            </p:cNvPr>
            <p:cNvSpPr>
              <a:spLocks noGrp="1"/>
            </p:cNvSpPr>
            <p:nvPr/>
          </p:nvSpPr>
          <p:spPr>
            <a:xfrm>
              <a:off x="22186900" y="6049566"/>
              <a:ext cx="236680" cy="6096"/>
            </a:xfrm>
            <a:prstGeom prst="rect">
              <a:avLst/>
            </a:prstGeom>
            <a:solidFill>
              <a:srgbClr val="DCE7ED"/>
            </a:solidFill>
            <a:ln w="0">
              <a:noFill/>
              <a:prstDash val="solid"/>
            </a:ln>
          </p:spPr>
        </p:sp>
        <p:sp>
          <p:nvSpPr>
            <p:cNvPr id="5567" name="dense-map-5-cell-185">
              <a:extLst>
                <a:ext uri="{FF2B5EF4-FFF2-40B4-BE49-F238E27FC236}">
                  <a16:creationId xmlns:a16="http://schemas.microsoft.com/office/drawing/2014/main" id="{2AD3484B-CD70-44D1-802C-17851B142613}"/>
                </a:ext>
              </a:extLst>
            </p:cNvPr>
            <p:cNvSpPr>
              <a:spLocks noGrp="1"/>
            </p:cNvSpPr>
            <p:nvPr/>
          </p:nvSpPr>
          <p:spPr>
            <a:xfrm>
              <a:off x="22186900" y="6055519"/>
              <a:ext cx="236680" cy="6096"/>
            </a:xfrm>
            <a:prstGeom prst="rect">
              <a:avLst/>
            </a:prstGeom>
            <a:solidFill>
              <a:srgbClr val="D7C5D7"/>
            </a:solidFill>
            <a:ln w="0">
              <a:noFill/>
              <a:prstDash val="solid"/>
            </a:ln>
          </p:spPr>
        </p:sp>
        <p:sp>
          <p:nvSpPr>
            <p:cNvPr id="5568" name="dense-map-5-cell-184">
              <a:extLst>
                <a:ext uri="{FF2B5EF4-FFF2-40B4-BE49-F238E27FC236}">
                  <a16:creationId xmlns:a16="http://schemas.microsoft.com/office/drawing/2014/main" id="{40F43E47-875A-4B0D-A057-8D52FFDCF4FA}"/>
                </a:ext>
              </a:extLst>
            </p:cNvPr>
            <p:cNvSpPr>
              <a:spLocks noGrp="1"/>
            </p:cNvSpPr>
            <p:nvPr/>
          </p:nvSpPr>
          <p:spPr>
            <a:xfrm>
              <a:off x="22186900" y="6061472"/>
              <a:ext cx="236680" cy="6096"/>
            </a:xfrm>
            <a:prstGeom prst="rect">
              <a:avLst/>
            </a:prstGeom>
            <a:solidFill>
              <a:srgbClr val="D2A2C1"/>
            </a:solidFill>
            <a:ln w="0">
              <a:noFill/>
              <a:prstDash val="solid"/>
            </a:ln>
          </p:spPr>
        </p:sp>
        <p:sp>
          <p:nvSpPr>
            <p:cNvPr id="5569" name="dense-map-5-cell-183">
              <a:extLst>
                <a:ext uri="{FF2B5EF4-FFF2-40B4-BE49-F238E27FC236}">
                  <a16:creationId xmlns:a16="http://schemas.microsoft.com/office/drawing/2014/main" id="{BC0F3281-2673-44F8-B66E-3653F0D0431B}"/>
                </a:ext>
              </a:extLst>
            </p:cNvPr>
            <p:cNvSpPr>
              <a:spLocks noGrp="1"/>
            </p:cNvSpPr>
            <p:nvPr/>
          </p:nvSpPr>
          <p:spPr>
            <a:xfrm>
              <a:off x="22186900" y="6067425"/>
              <a:ext cx="236680" cy="6096"/>
            </a:xfrm>
            <a:prstGeom prst="rect">
              <a:avLst/>
            </a:prstGeom>
            <a:solidFill>
              <a:srgbClr val="CF8BB3"/>
            </a:solidFill>
            <a:ln w="0">
              <a:noFill/>
              <a:prstDash val="solid"/>
            </a:ln>
          </p:spPr>
        </p:sp>
        <p:sp>
          <p:nvSpPr>
            <p:cNvPr id="5570" name="dense-map-5-cell-182">
              <a:extLst>
                <a:ext uri="{FF2B5EF4-FFF2-40B4-BE49-F238E27FC236}">
                  <a16:creationId xmlns:a16="http://schemas.microsoft.com/office/drawing/2014/main" id="{965FB4C2-5105-4072-9716-95B052F6030F}"/>
                </a:ext>
              </a:extLst>
            </p:cNvPr>
            <p:cNvSpPr>
              <a:spLocks noGrp="1"/>
            </p:cNvSpPr>
            <p:nvPr/>
          </p:nvSpPr>
          <p:spPr>
            <a:xfrm>
              <a:off x="22186900" y="6073378"/>
              <a:ext cx="236680" cy="6096"/>
            </a:xfrm>
            <a:prstGeom prst="rect">
              <a:avLst/>
            </a:prstGeom>
            <a:solidFill>
              <a:srgbClr val="CD7DA9"/>
            </a:solidFill>
            <a:ln w="0">
              <a:noFill/>
              <a:prstDash val="solid"/>
            </a:ln>
          </p:spPr>
        </p:sp>
        <p:sp>
          <p:nvSpPr>
            <p:cNvPr id="5571" name="dense-map-5-cell-181">
              <a:extLst>
                <a:ext uri="{FF2B5EF4-FFF2-40B4-BE49-F238E27FC236}">
                  <a16:creationId xmlns:a16="http://schemas.microsoft.com/office/drawing/2014/main" id="{EFD77EAB-0631-46FD-8D9E-3C3BA5694E8D}"/>
                </a:ext>
              </a:extLst>
            </p:cNvPr>
            <p:cNvSpPr>
              <a:spLocks noGrp="1"/>
            </p:cNvSpPr>
            <p:nvPr/>
          </p:nvSpPr>
          <p:spPr>
            <a:xfrm>
              <a:off x="22186900" y="6079331"/>
              <a:ext cx="236680" cy="6096"/>
            </a:xfrm>
            <a:prstGeom prst="rect">
              <a:avLst/>
            </a:prstGeom>
            <a:solidFill>
              <a:srgbClr val="CC79A7"/>
            </a:solidFill>
            <a:ln w="0">
              <a:noFill/>
              <a:prstDash val="solid"/>
            </a:ln>
          </p:spPr>
        </p:sp>
        <p:sp>
          <p:nvSpPr>
            <p:cNvPr id="5572" name="dense-map-5-cell-180">
              <a:extLst>
                <a:ext uri="{FF2B5EF4-FFF2-40B4-BE49-F238E27FC236}">
                  <a16:creationId xmlns:a16="http://schemas.microsoft.com/office/drawing/2014/main" id="{50A5AF86-18FB-4EC4-8094-225F215F1517}"/>
                </a:ext>
              </a:extLst>
            </p:cNvPr>
            <p:cNvSpPr>
              <a:spLocks noGrp="1"/>
            </p:cNvSpPr>
            <p:nvPr/>
          </p:nvSpPr>
          <p:spPr>
            <a:xfrm>
              <a:off x="22186900" y="6085284"/>
              <a:ext cx="236680" cy="6096"/>
            </a:xfrm>
            <a:prstGeom prst="rect">
              <a:avLst/>
            </a:prstGeom>
            <a:solidFill>
              <a:srgbClr val="CC79A7"/>
            </a:solidFill>
            <a:ln w="0">
              <a:noFill/>
              <a:prstDash val="solid"/>
            </a:ln>
          </p:spPr>
        </p:sp>
        <p:sp>
          <p:nvSpPr>
            <p:cNvPr id="5573" name="dense-map-5-cell-179">
              <a:extLst>
                <a:ext uri="{FF2B5EF4-FFF2-40B4-BE49-F238E27FC236}">
                  <a16:creationId xmlns:a16="http://schemas.microsoft.com/office/drawing/2014/main" id="{07C73110-6245-4E83-A404-B004E3D841F2}"/>
                </a:ext>
              </a:extLst>
            </p:cNvPr>
            <p:cNvSpPr>
              <a:spLocks noGrp="1"/>
            </p:cNvSpPr>
            <p:nvPr/>
          </p:nvSpPr>
          <p:spPr>
            <a:xfrm>
              <a:off x="22186900" y="6091238"/>
              <a:ext cx="236680" cy="6096"/>
            </a:xfrm>
            <a:prstGeom prst="rect">
              <a:avLst/>
            </a:prstGeom>
            <a:solidFill>
              <a:srgbClr val="CC79A7"/>
            </a:solidFill>
            <a:ln w="0">
              <a:noFill/>
              <a:prstDash val="solid"/>
            </a:ln>
          </p:spPr>
        </p:sp>
        <p:sp>
          <p:nvSpPr>
            <p:cNvPr id="5574" name="dense-map-5-cell-178">
              <a:extLst>
                <a:ext uri="{FF2B5EF4-FFF2-40B4-BE49-F238E27FC236}">
                  <a16:creationId xmlns:a16="http://schemas.microsoft.com/office/drawing/2014/main" id="{CD755C94-D555-4A32-A0F8-BD6BFE3BDC18}"/>
                </a:ext>
              </a:extLst>
            </p:cNvPr>
            <p:cNvSpPr>
              <a:spLocks noGrp="1"/>
            </p:cNvSpPr>
            <p:nvPr/>
          </p:nvSpPr>
          <p:spPr>
            <a:xfrm>
              <a:off x="22186900" y="6097191"/>
              <a:ext cx="236680" cy="6096"/>
            </a:xfrm>
            <a:prstGeom prst="rect">
              <a:avLst/>
            </a:prstGeom>
            <a:solidFill>
              <a:srgbClr val="CC79A7"/>
            </a:solidFill>
            <a:ln w="0">
              <a:noFill/>
              <a:prstDash val="solid"/>
            </a:ln>
          </p:spPr>
        </p:sp>
        <p:sp>
          <p:nvSpPr>
            <p:cNvPr id="5575" name="dense-map-5-cell-177">
              <a:extLst>
                <a:ext uri="{FF2B5EF4-FFF2-40B4-BE49-F238E27FC236}">
                  <a16:creationId xmlns:a16="http://schemas.microsoft.com/office/drawing/2014/main" id="{46117876-2B89-44E0-9A9D-83DA46F468BF}"/>
                </a:ext>
              </a:extLst>
            </p:cNvPr>
            <p:cNvSpPr>
              <a:spLocks noGrp="1"/>
            </p:cNvSpPr>
            <p:nvPr/>
          </p:nvSpPr>
          <p:spPr>
            <a:xfrm>
              <a:off x="22186900" y="6103144"/>
              <a:ext cx="236680" cy="6096"/>
            </a:xfrm>
            <a:prstGeom prst="rect">
              <a:avLst/>
            </a:prstGeom>
            <a:solidFill>
              <a:srgbClr val="CC79A7"/>
            </a:solidFill>
            <a:ln w="0">
              <a:noFill/>
              <a:prstDash val="solid"/>
            </a:ln>
          </p:spPr>
        </p:sp>
        <p:sp>
          <p:nvSpPr>
            <p:cNvPr id="5576" name="dense-map-5-cell-176">
              <a:extLst>
                <a:ext uri="{FF2B5EF4-FFF2-40B4-BE49-F238E27FC236}">
                  <a16:creationId xmlns:a16="http://schemas.microsoft.com/office/drawing/2014/main" id="{ED0990A2-9A77-47EB-A73A-4DBF1397F088}"/>
                </a:ext>
              </a:extLst>
            </p:cNvPr>
            <p:cNvSpPr>
              <a:spLocks noGrp="1"/>
            </p:cNvSpPr>
            <p:nvPr/>
          </p:nvSpPr>
          <p:spPr>
            <a:xfrm>
              <a:off x="22186900" y="6109097"/>
              <a:ext cx="236680" cy="6096"/>
            </a:xfrm>
            <a:prstGeom prst="rect">
              <a:avLst/>
            </a:prstGeom>
            <a:solidFill>
              <a:srgbClr val="CC79A7"/>
            </a:solidFill>
            <a:ln w="0">
              <a:noFill/>
              <a:prstDash val="solid"/>
            </a:ln>
          </p:spPr>
        </p:sp>
        <p:sp>
          <p:nvSpPr>
            <p:cNvPr id="5577" name="dense-map-5-cell-175">
              <a:extLst>
                <a:ext uri="{FF2B5EF4-FFF2-40B4-BE49-F238E27FC236}">
                  <a16:creationId xmlns:a16="http://schemas.microsoft.com/office/drawing/2014/main" id="{2CA72BB3-6EAB-4DAF-B8D4-A7862A4E850E}"/>
                </a:ext>
              </a:extLst>
            </p:cNvPr>
            <p:cNvSpPr>
              <a:spLocks noGrp="1"/>
            </p:cNvSpPr>
            <p:nvPr/>
          </p:nvSpPr>
          <p:spPr>
            <a:xfrm>
              <a:off x="22186900" y="6115050"/>
              <a:ext cx="236680" cy="6096"/>
            </a:xfrm>
            <a:prstGeom prst="rect">
              <a:avLst/>
            </a:prstGeom>
            <a:solidFill>
              <a:srgbClr val="CC79A7"/>
            </a:solidFill>
            <a:ln w="0">
              <a:noFill/>
              <a:prstDash val="solid"/>
            </a:ln>
          </p:spPr>
        </p:sp>
        <p:sp>
          <p:nvSpPr>
            <p:cNvPr id="5578" name="dense-map-5-cell-174">
              <a:extLst>
                <a:ext uri="{FF2B5EF4-FFF2-40B4-BE49-F238E27FC236}">
                  <a16:creationId xmlns:a16="http://schemas.microsoft.com/office/drawing/2014/main" id="{DF06C3EA-F4CA-43A9-9E25-8E74B7856922}"/>
                </a:ext>
              </a:extLst>
            </p:cNvPr>
            <p:cNvSpPr>
              <a:spLocks noGrp="1"/>
            </p:cNvSpPr>
            <p:nvPr/>
          </p:nvSpPr>
          <p:spPr>
            <a:xfrm>
              <a:off x="22186900" y="6121003"/>
              <a:ext cx="236680" cy="6096"/>
            </a:xfrm>
            <a:prstGeom prst="rect">
              <a:avLst/>
            </a:prstGeom>
            <a:solidFill>
              <a:srgbClr val="CC79A7"/>
            </a:solidFill>
            <a:ln w="0">
              <a:noFill/>
              <a:prstDash val="solid"/>
            </a:ln>
          </p:spPr>
        </p:sp>
        <p:sp>
          <p:nvSpPr>
            <p:cNvPr id="5579" name="dense-map-5-cell-173">
              <a:extLst>
                <a:ext uri="{FF2B5EF4-FFF2-40B4-BE49-F238E27FC236}">
                  <a16:creationId xmlns:a16="http://schemas.microsoft.com/office/drawing/2014/main" id="{490F0F39-69CF-4319-B882-D3BB7B602C66}"/>
                </a:ext>
              </a:extLst>
            </p:cNvPr>
            <p:cNvSpPr>
              <a:spLocks noGrp="1"/>
            </p:cNvSpPr>
            <p:nvPr/>
          </p:nvSpPr>
          <p:spPr>
            <a:xfrm>
              <a:off x="22186900" y="6126956"/>
              <a:ext cx="236680" cy="6096"/>
            </a:xfrm>
            <a:prstGeom prst="rect">
              <a:avLst/>
            </a:prstGeom>
            <a:solidFill>
              <a:srgbClr val="CC7CA9"/>
            </a:solidFill>
            <a:ln w="0">
              <a:noFill/>
              <a:prstDash val="solid"/>
            </a:ln>
          </p:spPr>
        </p:sp>
        <p:sp>
          <p:nvSpPr>
            <p:cNvPr id="5580" name="dense-map-5-cell-172">
              <a:extLst>
                <a:ext uri="{FF2B5EF4-FFF2-40B4-BE49-F238E27FC236}">
                  <a16:creationId xmlns:a16="http://schemas.microsoft.com/office/drawing/2014/main" id="{92D44B9E-E46A-4986-A851-0E4E83368939}"/>
                </a:ext>
              </a:extLst>
            </p:cNvPr>
            <p:cNvSpPr>
              <a:spLocks noGrp="1"/>
            </p:cNvSpPr>
            <p:nvPr/>
          </p:nvSpPr>
          <p:spPr>
            <a:xfrm>
              <a:off x="22186900" y="6132909"/>
              <a:ext cx="236680" cy="6096"/>
            </a:xfrm>
            <a:prstGeom prst="rect">
              <a:avLst/>
            </a:prstGeom>
            <a:solidFill>
              <a:srgbClr val="CE88B0"/>
            </a:solidFill>
            <a:ln w="0">
              <a:noFill/>
              <a:prstDash val="solid"/>
            </a:ln>
          </p:spPr>
        </p:sp>
        <p:sp>
          <p:nvSpPr>
            <p:cNvPr id="5581" name="dense-map-5-cell-171">
              <a:extLst>
                <a:ext uri="{FF2B5EF4-FFF2-40B4-BE49-F238E27FC236}">
                  <a16:creationId xmlns:a16="http://schemas.microsoft.com/office/drawing/2014/main" id="{7F22CB6F-A8E6-47BA-BF7E-BD332F4559EB}"/>
                </a:ext>
              </a:extLst>
            </p:cNvPr>
            <p:cNvSpPr>
              <a:spLocks noGrp="1"/>
            </p:cNvSpPr>
            <p:nvPr/>
          </p:nvSpPr>
          <p:spPr>
            <a:xfrm>
              <a:off x="22186900" y="6138863"/>
              <a:ext cx="236680" cy="6096"/>
            </a:xfrm>
            <a:prstGeom prst="rect">
              <a:avLst/>
            </a:prstGeom>
            <a:solidFill>
              <a:srgbClr val="D199BB"/>
            </a:solidFill>
            <a:ln w="0">
              <a:noFill/>
              <a:prstDash val="solid"/>
            </a:ln>
          </p:spPr>
        </p:sp>
        <p:sp>
          <p:nvSpPr>
            <p:cNvPr id="5582" name="dense-map-5-cell-170">
              <a:extLst>
                <a:ext uri="{FF2B5EF4-FFF2-40B4-BE49-F238E27FC236}">
                  <a16:creationId xmlns:a16="http://schemas.microsoft.com/office/drawing/2014/main" id="{1BC82C7A-903B-415B-B45A-DE7A464290F4}"/>
                </a:ext>
              </a:extLst>
            </p:cNvPr>
            <p:cNvSpPr>
              <a:spLocks noGrp="1"/>
            </p:cNvSpPr>
            <p:nvPr/>
          </p:nvSpPr>
          <p:spPr>
            <a:xfrm>
              <a:off x="22186900" y="6144816"/>
              <a:ext cx="236680" cy="6096"/>
            </a:xfrm>
            <a:prstGeom prst="rect">
              <a:avLst/>
            </a:prstGeom>
            <a:solidFill>
              <a:srgbClr val="D4AEC9"/>
            </a:solidFill>
            <a:ln w="0">
              <a:noFill/>
              <a:prstDash val="solid"/>
            </a:ln>
          </p:spPr>
        </p:sp>
        <p:sp>
          <p:nvSpPr>
            <p:cNvPr id="5583" name="dense-map-5-cell-169">
              <a:extLst>
                <a:ext uri="{FF2B5EF4-FFF2-40B4-BE49-F238E27FC236}">
                  <a16:creationId xmlns:a16="http://schemas.microsoft.com/office/drawing/2014/main" id="{9BC54A91-C617-4919-AA3C-95936AC51F9C}"/>
                </a:ext>
              </a:extLst>
            </p:cNvPr>
            <p:cNvSpPr>
              <a:spLocks noGrp="1"/>
            </p:cNvSpPr>
            <p:nvPr/>
          </p:nvSpPr>
          <p:spPr>
            <a:xfrm>
              <a:off x="22186900" y="6150769"/>
              <a:ext cx="236680" cy="6096"/>
            </a:xfrm>
            <a:prstGeom prst="rect">
              <a:avLst/>
            </a:prstGeom>
            <a:solidFill>
              <a:srgbClr val="D7C4D6"/>
            </a:solidFill>
            <a:ln w="0">
              <a:noFill/>
              <a:prstDash val="solid"/>
            </a:ln>
          </p:spPr>
        </p:sp>
        <p:sp>
          <p:nvSpPr>
            <p:cNvPr id="5584" name="dense-map-5-cell-168">
              <a:extLst>
                <a:ext uri="{FF2B5EF4-FFF2-40B4-BE49-F238E27FC236}">
                  <a16:creationId xmlns:a16="http://schemas.microsoft.com/office/drawing/2014/main" id="{EB62D7B1-5AC2-47A6-A739-DCB32F79922D}"/>
                </a:ext>
              </a:extLst>
            </p:cNvPr>
            <p:cNvSpPr>
              <a:spLocks noGrp="1"/>
            </p:cNvSpPr>
            <p:nvPr/>
          </p:nvSpPr>
          <p:spPr>
            <a:xfrm>
              <a:off x="22186900" y="6156722"/>
              <a:ext cx="236680" cy="6096"/>
            </a:xfrm>
            <a:prstGeom prst="rect">
              <a:avLst/>
            </a:prstGeom>
            <a:solidFill>
              <a:srgbClr val="DAD8E3"/>
            </a:solidFill>
            <a:ln w="0">
              <a:noFill/>
              <a:prstDash val="solid"/>
            </a:ln>
          </p:spPr>
        </p:sp>
        <p:sp>
          <p:nvSpPr>
            <p:cNvPr id="5585" name="dense-map-5-cell-167">
              <a:extLst>
                <a:ext uri="{FF2B5EF4-FFF2-40B4-BE49-F238E27FC236}">
                  <a16:creationId xmlns:a16="http://schemas.microsoft.com/office/drawing/2014/main" id="{D89F44C4-810F-494D-86F9-0B490231B8A0}"/>
                </a:ext>
              </a:extLst>
            </p:cNvPr>
            <p:cNvSpPr>
              <a:spLocks noGrp="1"/>
            </p:cNvSpPr>
            <p:nvPr/>
          </p:nvSpPr>
          <p:spPr>
            <a:xfrm>
              <a:off x="22186900" y="6162675"/>
              <a:ext cx="236680" cy="6096"/>
            </a:xfrm>
            <a:prstGeom prst="rect">
              <a:avLst/>
            </a:prstGeom>
            <a:solidFill>
              <a:srgbClr val="DCE7ED"/>
            </a:solidFill>
            <a:ln w="0">
              <a:noFill/>
              <a:prstDash val="solid"/>
            </a:ln>
          </p:spPr>
        </p:sp>
        <p:sp>
          <p:nvSpPr>
            <p:cNvPr id="5586" name="dense-map-5-cell-166">
              <a:extLst>
                <a:ext uri="{FF2B5EF4-FFF2-40B4-BE49-F238E27FC236}">
                  <a16:creationId xmlns:a16="http://schemas.microsoft.com/office/drawing/2014/main" id="{B8831EE3-B5FB-498A-8C9A-6AF691825116}"/>
                </a:ext>
              </a:extLst>
            </p:cNvPr>
            <p:cNvSpPr>
              <a:spLocks noGrp="1"/>
            </p:cNvSpPr>
            <p:nvPr/>
          </p:nvSpPr>
          <p:spPr>
            <a:xfrm>
              <a:off x="22186900" y="6168628"/>
              <a:ext cx="236680" cy="6096"/>
            </a:xfrm>
            <a:prstGeom prst="rect">
              <a:avLst/>
            </a:prstGeom>
            <a:solidFill>
              <a:srgbClr val="DAE7EC"/>
            </a:solidFill>
            <a:ln w="0">
              <a:noFill/>
              <a:prstDash val="solid"/>
            </a:ln>
          </p:spPr>
        </p:sp>
        <p:sp>
          <p:nvSpPr>
            <p:cNvPr id="5587" name="dense-map-5-cell-165">
              <a:extLst>
                <a:ext uri="{FF2B5EF4-FFF2-40B4-BE49-F238E27FC236}">
                  <a16:creationId xmlns:a16="http://schemas.microsoft.com/office/drawing/2014/main" id="{A2A8BB56-967D-4871-B36F-69A6432D01AD}"/>
                </a:ext>
              </a:extLst>
            </p:cNvPr>
            <p:cNvSpPr>
              <a:spLocks noGrp="1"/>
            </p:cNvSpPr>
            <p:nvPr/>
          </p:nvSpPr>
          <p:spPr>
            <a:xfrm>
              <a:off x="22186900" y="6174581"/>
              <a:ext cx="236680" cy="6096"/>
            </a:xfrm>
            <a:prstGeom prst="rect">
              <a:avLst/>
            </a:prstGeom>
            <a:solidFill>
              <a:srgbClr val="DAE7EC"/>
            </a:solidFill>
            <a:ln w="0">
              <a:noFill/>
              <a:prstDash val="solid"/>
            </a:ln>
          </p:spPr>
        </p:sp>
        <p:sp>
          <p:nvSpPr>
            <p:cNvPr id="5588" name="dense-map-5-cell-164">
              <a:extLst>
                <a:ext uri="{FF2B5EF4-FFF2-40B4-BE49-F238E27FC236}">
                  <a16:creationId xmlns:a16="http://schemas.microsoft.com/office/drawing/2014/main" id="{1C3FA6A5-F216-4D59-8099-77AB5A858D99}"/>
                </a:ext>
              </a:extLst>
            </p:cNvPr>
            <p:cNvSpPr>
              <a:spLocks noGrp="1"/>
            </p:cNvSpPr>
            <p:nvPr/>
          </p:nvSpPr>
          <p:spPr>
            <a:xfrm>
              <a:off x="22186900" y="6180534"/>
              <a:ext cx="236680" cy="6096"/>
            </a:xfrm>
            <a:prstGeom prst="rect">
              <a:avLst/>
            </a:prstGeom>
            <a:solidFill>
              <a:srgbClr val="DCE8ED"/>
            </a:solidFill>
            <a:ln w="0">
              <a:noFill/>
              <a:prstDash val="solid"/>
            </a:ln>
          </p:spPr>
        </p:sp>
        <p:sp>
          <p:nvSpPr>
            <p:cNvPr id="5589" name="dense-map-5-cell-163">
              <a:extLst>
                <a:ext uri="{FF2B5EF4-FFF2-40B4-BE49-F238E27FC236}">
                  <a16:creationId xmlns:a16="http://schemas.microsoft.com/office/drawing/2014/main" id="{28DAD7F0-49F3-4086-B732-1E649D341BE2}"/>
                </a:ext>
              </a:extLst>
            </p:cNvPr>
            <p:cNvSpPr>
              <a:spLocks noGrp="1"/>
            </p:cNvSpPr>
            <p:nvPr/>
          </p:nvSpPr>
          <p:spPr>
            <a:xfrm>
              <a:off x="22186900" y="6186488"/>
              <a:ext cx="236680" cy="6096"/>
            </a:xfrm>
            <a:prstGeom prst="rect">
              <a:avLst/>
            </a:prstGeom>
            <a:solidFill>
              <a:srgbClr val="DCE8ED"/>
            </a:solidFill>
            <a:ln w="0">
              <a:noFill/>
              <a:prstDash val="solid"/>
            </a:ln>
          </p:spPr>
        </p:sp>
        <p:sp>
          <p:nvSpPr>
            <p:cNvPr id="5590" name="dense-map-5-cell-162">
              <a:extLst>
                <a:ext uri="{FF2B5EF4-FFF2-40B4-BE49-F238E27FC236}">
                  <a16:creationId xmlns:a16="http://schemas.microsoft.com/office/drawing/2014/main" id="{8D2CFEA3-4F4C-45F6-B41F-3B115633C0DE}"/>
                </a:ext>
              </a:extLst>
            </p:cNvPr>
            <p:cNvSpPr>
              <a:spLocks noGrp="1"/>
            </p:cNvSpPr>
            <p:nvPr/>
          </p:nvSpPr>
          <p:spPr>
            <a:xfrm>
              <a:off x="22186900" y="6192441"/>
              <a:ext cx="236680" cy="6096"/>
            </a:xfrm>
            <a:prstGeom prst="rect">
              <a:avLst/>
            </a:prstGeom>
            <a:solidFill>
              <a:srgbClr val="DCE8ED"/>
            </a:solidFill>
            <a:ln w="0">
              <a:noFill/>
              <a:prstDash val="solid"/>
            </a:ln>
          </p:spPr>
        </p:sp>
        <p:sp>
          <p:nvSpPr>
            <p:cNvPr id="5591" name="dense-map-5-cell-161">
              <a:extLst>
                <a:ext uri="{FF2B5EF4-FFF2-40B4-BE49-F238E27FC236}">
                  <a16:creationId xmlns:a16="http://schemas.microsoft.com/office/drawing/2014/main" id="{7F574009-2D8A-4F74-88C8-70DA1453E128}"/>
                </a:ext>
              </a:extLst>
            </p:cNvPr>
            <p:cNvSpPr>
              <a:spLocks noGrp="1"/>
            </p:cNvSpPr>
            <p:nvPr/>
          </p:nvSpPr>
          <p:spPr>
            <a:xfrm>
              <a:off x="22186900" y="6198394"/>
              <a:ext cx="236680" cy="6096"/>
            </a:xfrm>
            <a:prstGeom prst="rect">
              <a:avLst/>
            </a:prstGeom>
            <a:solidFill>
              <a:srgbClr val="DCE8ED"/>
            </a:solidFill>
            <a:ln w="0">
              <a:noFill/>
              <a:prstDash val="solid"/>
            </a:ln>
          </p:spPr>
        </p:sp>
        <p:sp>
          <p:nvSpPr>
            <p:cNvPr id="5592" name="dense-map-5-cell-160">
              <a:extLst>
                <a:ext uri="{FF2B5EF4-FFF2-40B4-BE49-F238E27FC236}">
                  <a16:creationId xmlns:a16="http://schemas.microsoft.com/office/drawing/2014/main" id="{5AB71C22-390E-492A-9F3A-C71CD79C05AB}"/>
                </a:ext>
              </a:extLst>
            </p:cNvPr>
            <p:cNvSpPr>
              <a:spLocks noGrp="1"/>
            </p:cNvSpPr>
            <p:nvPr/>
          </p:nvSpPr>
          <p:spPr>
            <a:xfrm>
              <a:off x="22186900" y="6204347"/>
              <a:ext cx="236680" cy="6096"/>
            </a:xfrm>
            <a:prstGeom prst="rect">
              <a:avLst/>
            </a:prstGeom>
            <a:solidFill>
              <a:srgbClr val="DCE8ED"/>
            </a:solidFill>
            <a:ln w="0">
              <a:noFill/>
              <a:prstDash val="solid"/>
            </a:ln>
          </p:spPr>
        </p:sp>
        <p:sp>
          <p:nvSpPr>
            <p:cNvPr id="5593" name="dense-map-5-cell-159">
              <a:extLst>
                <a:ext uri="{FF2B5EF4-FFF2-40B4-BE49-F238E27FC236}">
                  <a16:creationId xmlns:a16="http://schemas.microsoft.com/office/drawing/2014/main" id="{C5C20E46-9EC5-4D31-8C3C-9039AE1FC8CA}"/>
                </a:ext>
              </a:extLst>
            </p:cNvPr>
            <p:cNvSpPr>
              <a:spLocks noGrp="1"/>
            </p:cNvSpPr>
            <p:nvPr/>
          </p:nvSpPr>
          <p:spPr>
            <a:xfrm>
              <a:off x="22186900" y="6210300"/>
              <a:ext cx="236680" cy="6096"/>
            </a:xfrm>
            <a:prstGeom prst="rect">
              <a:avLst/>
            </a:prstGeom>
            <a:solidFill>
              <a:srgbClr val="DCE8ED"/>
            </a:solidFill>
            <a:ln w="0">
              <a:noFill/>
              <a:prstDash val="solid"/>
            </a:ln>
          </p:spPr>
        </p:sp>
        <p:sp>
          <p:nvSpPr>
            <p:cNvPr id="5594" name="dense-map-5-cell-158">
              <a:extLst>
                <a:ext uri="{FF2B5EF4-FFF2-40B4-BE49-F238E27FC236}">
                  <a16:creationId xmlns:a16="http://schemas.microsoft.com/office/drawing/2014/main" id="{76A5084C-2550-453A-86C0-5E312A2B843C}"/>
                </a:ext>
              </a:extLst>
            </p:cNvPr>
            <p:cNvSpPr>
              <a:spLocks noGrp="1"/>
            </p:cNvSpPr>
            <p:nvPr/>
          </p:nvSpPr>
          <p:spPr>
            <a:xfrm>
              <a:off x="22186900" y="6216253"/>
              <a:ext cx="236680" cy="6096"/>
            </a:xfrm>
            <a:prstGeom prst="rect">
              <a:avLst/>
            </a:prstGeom>
            <a:solidFill>
              <a:srgbClr val="DCE8ED"/>
            </a:solidFill>
            <a:ln w="0">
              <a:noFill/>
              <a:prstDash val="solid"/>
            </a:ln>
          </p:spPr>
        </p:sp>
        <p:sp>
          <p:nvSpPr>
            <p:cNvPr id="5595" name="dense-map-5-cell-157">
              <a:extLst>
                <a:ext uri="{FF2B5EF4-FFF2-40B4-BE49-F238E27FC236}">
                  <a16:creationId xmlns:a16="http://schemas.microsoft.com/office/drawing/2014/main" id="{E4BE1083-F8CE-4B81-BFC4-EFC24B14431C}"/>
                </a:ext>
              </a:extLst>
            </p:cNvPr>
            <p:cNvSpPr>
              <a:spLocks noGrp="1"/>
            </p:cNvSpPr>
            <p:nvPr/>
          </p:nvSpPr>
          <p:spPr>
            <a:xfrm>
              <a:off x="22186900" y="6222206"/>
              <a:ext cx="236680" cy="6096"/>
            </a:xfrm>
            <a:prstGeom prst="rect">
              <a:avLst/>
            </a:prstGeom>
            <a:solidFill>
              <a:srgbClr val="DCE8ED"/>
            </a:solidFill>
            <a:ln w="0">
              <a:noFill/>
              <a:prstDash val="solid"/>
            </a:ln>
          </p:spPr>
        </p:sp>
        <p:sp>
          <p:nvSpPr>
            <p:cNvPr id="5596" name="dense-map-5-cell-156">
              <a:extLst>
                <a:ext uri="{FF2B5EF4-FFF2-40B4-BE49-F238E27FC236}">
                  <a16:creationId xmlns:a16="http://schemas.microsoft.com/office/drawing/2014/main" id="{64294861-FD8D-4CC7-B636-DA1F99BB77F2}"/>
                </a:ext>
              </a:extLst>
            </p:cNvPr>
            <p:cNvSpPr>
              <a:spLocks noGrp="1"/>
            </p:cNvSpPr>
            <p:nvPr/>
          </p:nvSpPr>
          <p:spPr>
            <a:xfrm>
              <a:off x="22186900" y="6228159"/>
              <a:ext cx="236680" cy="6096"/>
            </a:xfrm>
            <a:prstGeom prst="rect">
              <a:avLst/>
            </a:prstGeom>
            <a:solidFill>
              <a:srgbClr val="DCE8ED"/>
            </a:solidFill>
            <a:ln w="0">
              <a:noFill/>
              <a:prstDash val="solid"/>
            </a:ln>
          </p:spPr>
        </p:sp>
        <p:sp>
          <p:nvSpPr>
            <p:cNvPr id="5597" name="dense-map-5-cell-155">
              <a:extLst>
                <a:ext uri="{FF2B5EF4-FFF2-40B4-BE49-F238E27FC236}">
                  <a16:creationId xmlns:a16="http://schemas.microsoft.com/office/drawing/2014/main" id="{259541F3-B4ED-4B09-80AD-F05E7E5840B1}"/>
                </a:ext>
              </a:extLst>
            </p:cNvPr>
            <p:cNvSpPr>
              <a:spLocks noGrp="1"/>
            </p:cNvSpPr>
            <p:nvPr/>
          </p:nvSpPr>
          <p:spPr>
            <a:xfrm>
              <a:off x="22186900" y="6234113"/>
              <a:ext cx="236680" cy="6096"/>
            </a:xfrm>
            <a:prstGeom prst="rect">
              <a:avLst/>
            </a:prstGeom>
            <a:solidFill>
              <a:srgbClr val="DCE8ED"/>
            </a:solidFill>
            <a:ln w="0">
              <a:noFill/>
              <a:prstDash val="solid"/>
            </a:ln>
          </p:spPr>
        </p:sp>
        <p:sp>
          <p:nvSpPr>
            <p:cNvPr id="5598" name="dense-map-5-cell-154">
              <a:extLst>
                <a:ext uri="{FF2B5EF4-FFF2-40B4-BE49-F238E27FC236}">
                  <a16:creationId xmlns:a16="http://schemas.microsoft.com/office/drawing/2014/main" id="{4B531A77-D609-4151-96C2-FCADD635AAC6}"/>
                </a:ext>
              </a:extLst>
            </p:cNvPr>
            <p:cNvSpPr>
              <a:spLocks noGrp="1"/>
            </p:cNvSpPr>
            <p:nvPr/>
          </p:nvSpPr>
          <p:spPr>
            <a:xfrm>
              <a:off x="22186900" y="6240066"/>
              <a:ext cx="236680" cy="6096"/>
            </a:xfrm>
            <a:prstGeom prst="rect">
              <a:avLst/>
            </a:prstGeom>
            <a:solidFill>
              <a:srgbClr val="DCE8ED"/>
            </a:solidFill>
            <a:ln w="0">
              <a:noFill/>
              <a:prstDash val="solid"/>
            </a:ln>
          </p:spPr>
        </p:sp>
        <p:sp>
          <p:nvSpPr>
            <p:cNvPr id="5599" name="dense-map-5-cell-153">
              <a:extLst>
                <a:ext uri="{FF2B5EF4-FFF2-40B4-BE49-F238E27FC236}">
                  <a16:creationId xmlns:a16="http://schemas.microsoft.com/office/drawing/2014/main" id="{041A7009-0715-4B56-9993-9E4E55A118EE}"/>
                </a:ext>
              </a:extLst>
            </p:cNvPr>
            <p:cNvSpPr>
              <a:spLocks noGrp="1"/>
            </p:cNvSpPr>
            <p:nvPr/>
          </p:nvSpPr>
          <p:spPr>
            <a:xfrm>
              <a:off x="22186900" y="6246019"/>
              <a:ext cx="236680" cy="6096"/>
            </a:xfrm>
            <a:prstGeom prst="rect">
              <a:avLst/>
            </a:prstGeom>
            <a:solidFill>
              <a:srgbClr val="DCE8ED"/>
            </a:solidFill>
            <a:ln w="0">
              <a:noFill/>
              <a:prstDash val="solid"/>
            </a:ln>
          </p:spPr>
        </p:sp>
        <p:sp>
          <p:nvSpPr>
            <p:cNvPr id="5600" name="dense-map-5-cell-152">
              <a:extLst>
                <a:ext uri="{FF2B5EF4-FFF2-40B4-BE49-F238E27FC236}">
                  <a16:creationId xmlns:a16="http://schemas.microsoft.com/office/drawing/2014/main" id="{E226BFBC-5A15-4464-A309-5DB8E8A419BC}"/>
                </a:ext>
              </a:extLst>
            </p:cNvPr>
            <p:cNvSpPr>
              <a:spLocks noGrp="1"/>
            </p:cNvSpPr>
            <p:nvPr/>
          </p:nvSpPr>
          <p:spPr>
            <a:xfrm>
              <a:off x="22186900" y="6251972"/>
              <a:ext cx="236680" cy="6096"/>
            </a:xfrm>
            <a:prstGeom prst="rect">
              <a:avLst/>
            </a:prstGeom>
            <a:solidFill>
              <a:srgbClr val="DCE8ED"/>
            </a:solidFill>
            <a:ln w="0">
              <a:noFill/>
              <a:prstDash val="solid"/>
            </a:ln>
          </p:spPr>
        </p:sp>
        <p:sp>
          <p:nvSpPr>
            <p:cNvPr id="5601" name="dense-map-5-cell-151">
              <a:extLst>
                <a:ext uri="{FF2B5EF4-FFF2-40B4-BE49-F238E27FC236}">
                  <a16:creationId xmlns:a16="http://schemas.microsoft.com/office/drawing/2014/main" id="{1E1518A6-3ED3-4B90-BA26-558DFC4F178B}"/>
                </a:ext>
              </a:extLst>
            </p:cNvPr>
            <p:cNvSpPr>
              <a:spLocks noGrp="1"/>
            </p:cNvSpPr>
            <p:nvPr/>
          </p:nvSpPr>
          <p:spPr>
            <a:xfrm>
              <a:off x="22186900" y="6257925"/>
              <a:ext cx="236680" cy="6096"/>
            </a:xfrm>
            <a:prstGeom prst="rect">
              <a:avLst/>
            </a:prstGeom>
            <a:solidFill>
              <a:srgbClr val="DCE8ED"/>
            </a:solidFill>
            <a:ln w="0">
              <a:noFill/>
              <a:prstDash val="solid"/>
            </a:ln>
          </p:spPr>
        </p:sp>
        <p:sp>
          <p:nvSpPr>
            <p:cNvPr id="5602" name="dense-map-5-cell-150">
              <a:extLst>
                <a:ext uri="{FF2B5EF4-FFF2-40B4-BE49-F238E27FC236}">
                  <a16:creationId xmlns:a16="http://schemas.microsoft.com/office/drawing/2014/main" id="{E43F6FC5-CFAA-47A9-AAC3-CC651349B734}"/>
                </a:ext>
              </a:extLst>
            </p:cNvPr>
            <p:cNvSpPr>
              <a:spLocks noGrp="1"/>
            </p:cNvSpPr>
            <p:nvPr/>
          </p:nvSpPr>
          <p:spPr>
            <a:xfrm>
              <a:off x="22186900" y="6263878"/>
              <a:ext cx="236680" cy="6096"/>
            </a:xfrm>
            <a:prstGeom prst="rect">
              <a:avLst/>
            </a:prstGeom>
            <a:solidFill>
              <a:srgbClr val="DCE8ED"/>
            </a:solidFill>
            <a:ln w="0">
              <a:noFill/>
              <a:prstDash val="solid"/>
            </a:ln>
          </p:spPr>
        </p:sp>
        <p:sp>
          <p:nvSpPr>
            <p:cNvPr id="5603" name="dense-map-5-cell-149">
              <a:extLst>
                <a:ext uri="{FF2B5EF4-FFF2-40B4-BE49-F238E27FC236}">
                  <a16:creationId xmlns:a16="http://schemas.microsoft.com/office/drawing/2014/main" id="{DF2E83C8-6419-4EF6-ADA5-9C72363CB94B}"/>
                </a:ext>
              </a:extLst>
            </p:cNvPr>
            <p:cNvSpPr>
              <a:spLocks noGrp="1"/>
            </p:cNvSpPr>
            <p:nvPr/>
          </p:nvSpPr>
          <p:spPr>
            <a:xfrm>
              <a:off x="22186900" y="6269831"/>
              <a:ext cx="236680" cy="6096"/>
            </a:xfrm>
            <a:prstGeom prst="rect">
              <a:avLst/>
            </a:prstGeom>
            <a:solidFill>
              <a:srgbClr val="DCE8ED"/>
            </a:solidFill>
            <a:ln w="0">
              <a:noFill/>
              <a:prstDash val="solid"/>
            </a:ln>
          </p:spPr>
        </p:sp>
        <p:sp>
          <p:nvSpPr>
            <p:cNvPr id="5604" name="dense-map-5-cell-148">
              <a:extLst>
                <a:ext uri="{FF2B5EF4-FFF2-40B4-BE49-F238E27FC236}">
                  <a16:creationId xmlns:a16="http://schemas.microsoft.com/office/drawing/2014/main" id="{CAD3CE4D-D0A4-4114-B276-A831208BFB8C}"/>
                </a:ext>
              </a:extLst>
            </p:cNvPr>
            <p:cNvSpPr>
              <a:spLocks noGrp="1"/>
            </p:cNvSpPr>
            <p:nvPr/>
          </p:nvSpPr>
          <p:spPr>
            <a:xfrm>
              <a:off x="22186900" y="6275784"/>
              <a:ext cx="236680" cy="6096"/>
            </a:xfrm>
            <a:prstGeom prst="rect">
              <a:avLst/>
            </a:prstGeom>
            <a:solidFill>
              <a:srgbClr val="DCE8ED"/>
            </a:solidFill>
            <a:ln w="0">
              <a:noFill/>
              <a:prstDash val="solid"/>
            </a:ln>
          </p:spPr>
        </p:sp>
        <p:sp>
          <p:nvSpPr>
            <p:cNvPr id="5605" name="dense-map-5-cell-147">
              <a:extLst>
                <a:ext uri="{FF2B5EF4-FFF2-40B4-BE49-F238E27FC236}">
                  <a16:creationId xmlns:a16="http://schemas.microsoft.com/office/drawing/2014/main" id="{B46BB83E-CB15-4817-B378-9C0DB91446C0}"/>
                </a:ext>
              </a:extLst>
            </p:cNvPr>
            <p:cNvSpPr>
              <a:spLocks noGrp="1"/>
            </p:cNvSpPr>
            <p:nvPr/>
          </p:nvSpPr>
          <p:spPr>
            <a:xfrm>
              <a:off x="22186900" y="6281738"/>
              <a:ext cx="236680" cy="6096"/>
            </a:xfrm>
            <a:prstGeom prst="rect">
              <a:avLst/>
            </a:prstGeom>
            <a:solidFill>
              <a:srgbClr val="DCE8ED"/>
            </a:solidFill>
            <a:ln w="0">
              <a:noFill/>
              <a:prstDash val="solid"/>
            </a:ln>
          </p:spPr>
        </p:sp>
        <p:sp>
          <p:nvSpPr>
            <p:cNvPr id="5606" name="dense-map-5-cell-146">
              <a:extLst>
                <a:ext uri="{FF2B5EF4-FFF2-40B4-BE49-F238E27FC236}">
                  <a16:creationId xmlns:a16="http://schemas.microsoft.com/office/drawing/2014/main" id="{4EAC9309-515A-499F-ADF0-ACE55F1775E1}"/>
                </a:ext>
              </a:extLst>
            </p:cNvPr>
            <p:cNvSpPr>
              <a:spLocks noGrp="1"/>
            </p:cNvSpPr>
            <p:nvPr/>
          </p:nvSpPr>
          <p:spPr>
            <a:xfrm>
              <a:off x="22186900" y="6287691"/>
              <a:ext cx="236680" cy="6096"/>
            </a:xfrm>
            <a:prstGeom prst="rect">
              <a:avLst/>
            </a:prstGeom>
            <a:solidFill>
              <a:srgbClr val="DCE8ED"/>
            </a:solidFill>
            <a:ln w="0">
              <a:noFill/>
              <a:prstDash val="solid"/>
            </a:ln>
          </p:spPr>
        </p:sp>
        <p:sp>
          <p:nvSpPr>
            <p:cNvPr id="5607" name="dense-map-5-cell-145">
              <a:extLst>
                <a:ext uri="{FF2B5EF4-FFF2-40B4-BE49-F238E27FC236}">
                  <a16:creationId xmlns:a16="http://schemas.microsoft.com/office/drawing/2014/main" id="{6A207496-B11A-43A1-97EB-CB40765AAE40}"/>
                </a:ext>
              </a:extLst>
            </p:cNvPr>
            <p:cNvSpPr>
              <a:spLocks noGrp="1"/>
            </p:cNvSpPr>
            <p:nvPr/>
          </p:nvSpPr>
          <p:spPr>
            <a:xfrm>
              <a:off x="22186900" y="6293644"/>
              <a:ext cx="236680" cy="6096"/>
            </a:xfrm>
            <a:prstGeom prst="rect">
              <a:avLst/>
            </a:prstGeom>
            <a:solidFill>
              <a:srgbClr val="DCE8ED"/>
            </a:solidFill>
            <a:ln w="0">
              <a:noFill/>
              <a:prstDash val="solid"/>
            </a:ln>
          </p:spPr>
        </p:sp>
        <p:sp>
          <p:nvSpPr>
            <p:cNvPr id="5608" name="dense-map-5-cell-144">
              <a:extLst>
                <a:ext uri="{FF2B5EF4-FFF2-40B4-BE49-F238E27FC236}">
                  <a16:creationId xmlns:a16="http://schemas.microsoft.com/office/drawing/2014/main" id="{74215E34-9C42-4DD2-ACD8-D2B1C51584D4}"/>
                </a:ext>
              </a:extLst>
            </p:cNvPr>
            <p:cNvSpPr>
              <a:spLocks noGrp="1"/>
            </p:cNvSpPr>
            <p:nvPr/>
          </p:nvSpPr>
          <p:spPr>
            <a:xfrm>
              <a:off x="22186900" y="6299597"/>
              <a:ext cx="236680" cy="6096"/>
            </a:xfrm>
            <a:prstGeom prst="rect">
              <a:avLst/>
            </a:prstGeom>
            <a:solidFill>
              <a:srgbClr val="DCE8ED"/>
            </a:solidFill>
            <a:ln w="0">
              <a:noFill/>
              <a:prstDash val="solid"/>
            </a:ln>
          </p:spPr>
        </p:sp>
        <p:sp>
          <p:nvSpPr>
            <p:cNvPr id="5609" name="dense-map-5-cell-143">
              <a:extLst>
                <a:ext uri="{FF2B5EF4-FFF2-40B4-BE49-F238E27FC236}">
                  <a16:creationId xmlns:a16="http://schemas.microsoft.com/office/drawing/2014/main" id="{8F109C01-0D8A-4026-8DB1-EDEBEE1F7FA7}"/>
                </a:ext>
              </a:extLst>
            </p:cNvPr>
            <p:cNvSpPr>
              <a:spLocks noGrp="1"/>
            </p:cNvSpPr>
            <p:nvPr/>
          </p:nvSpPr>
          <p:spPr>
            <a:xfrm>
              <a:off x="22186900" y="6305550"/>
              <a:ext cx="236680" cy="6096"/>
            </a:xfrm>
            <a:prstGeom prst="rect">
              <a:avLst/>
            </a:prstGeom>
            <a:solidFill>
              <a:srgbClr val="DCE8ED"/>
            </a:solidFill>
            <a:ln w="0">
              <a:noFill/>
              <a:prstDash val="solid"/>
            </a:ln>
          </p:spPr>
        </p:sp>
        <p:sp>
          <p:nvSpPr>
            <p:cNvPr id="5610" name="dense-map-5-cell-142">
              <a:extLst>
                <a:ext uri="{FF2B5EF4-FFF2-40B4-BE49-F238E27FC236}">
                  <a16:creationId xmlns:a16="http://schemas.microsoft.com/office/drawing/2014/main" id="{76462A90-66A1-4767-BEB4-63FAFC850CAC}"/>
                </a:ext>
              </a:extLst>
            </p:cNvPr>
            <p:cNvSpPr>
              <a:spLocks noGrp="1"/>
            </p:cNvSpPr>
            <p:nvPr/>
          </p:nvSpPr>
          <p:spPr>
            <a:xfrm>
              <a:off x="22186900" y="6311503"/>
              <a:ext cx="236680" cy="6096"/>
            </a:xfrm>
            <a:prstGeom prst="rect">
              <a:avLst/>
            </a:prstGeom>
            <a:solidFill>
              <a:srgbClr val="D4E5E9"/>
            </a:solidFill>
            <a:ln w="0">
              <a:noFill/>
              <a:prstDash val="solid"/>
            </a:ln>
          </p:spPr>
        </p:sp>
        <p:sp>
          <p:nvSpPr>
            <p:cNvPr id="5611" name="dense-map-5-cell-141">
              <a:extLst>
                <a:ext uri="{FF2B5EF4-FFF2-40B4-BE49-F238E27FC236}">
                  <a16:creationId xmlns:a16="http://schemas.microsoft.com/office/drawing/2014/main" id="{B9899DF2-7945-43F1-8ED9-C566FB01454E}"/>
                </a:ext>
              </a:extLst>
            </p:cNvPr>
            <p:cNvSpPr>
              <a:spLocks noGrp="1"/>
            </p:cNvSpPr>
            <p:nvPr/>
          </p:nvSpPr>
          <p:spPr>
            <a:xfrm>
              <a:off x="22186900" y="6317456"/>
              <a:ext cx="236680" cy="6096"/>
            </a:xfrm>
            <a:prstGeom prst="rect">
              <a:avLst/>
            </a:prstGeom>
            <a:solidFill>
              <a:srgbClr val="D0E4E6"/>
            </a:solidFill>
            <a:ln w="0">
              <a:noFill/>
              <a:prstDash val="solid"/>
            </a:ln>
          </p:spPr>
        </p:sp>
        <p:sp>
          <p:nvSpPr>
            <p:cNvPr id="5612" name="dense-map-5-cell-140">
              <a:extLst>
                <a:ext uri="{FF2B5EF4-FFF2-40B4-BE49-F238E27FC236}">
                  <a16:creationId xmlns:a16="http://schemas.microsoft.com/office/drawing/2014/main" id="{A6BF803A-5DAF-42A7-8A13-F55FA5952901}"/>
                </a:ext>
              </a:extLst>
            </p:cNvPr>
            <p:cNvSpPr>
              <a:spLocks noGrp="1"/>
            </p:cNvSpPr>
            <p:nvPr/>
          </p:nvSpPr>
          <p:spPr>
            <a:xfrm>
              <a:off x="22186900" y="6323409"/>
              <a:ext cx="236680" cy="6096"/>
            </a:xfrm>
            <a:prstGeom prst="rect">
              <a:avLst/>
            </a:prstGeom>
            <a:solidFill>
              <a:srgbClr val="D1E4E7"/>
            </a:solidFill>
            <a:ln w="0">
              <a:noFill/>
              <a:prstDash val="solid"/>
            </a:ln>
          </p:spPr>
        </p:sp>
        <p:sp>
          <p:nvSpPr>
            <p:cNvPr id="5613" name="dense-map-5-cell-139">
              <a:extLst>
                <a:ext uri="{FF2B5EF4-FFF2-40B4-BE49-F238E27FC236}">
                  <a16:creationId xmlns:a16="http://schemas.microsoft.com/office/drawing/2014/main" id="{6EE3EAAF-6C9E-4958-AAAB-8EC5F321BD47}"/>
                </a:ext>
              </a:extLst>
            </p:cNvPr>
            <p:cNvSpPr>
              <a:spLocks noGrp="1"/>
            </p:cNvSpPr>
            <p:nvPr/>
          </p:nvSpPr>
          <p:spPr>
            <a:xfrm>
              <a:off x="22186900" y="6329363"/>
              <a:ext cx="236680" cy="6096"/>
            </a:xfrm>
            <a:prstGeom prst="rect">
              <a:avLst/>
            </a:prstGeom>
            <a:solidFill>
              <a:srgbClr val="BFDEDE"/>
            </a:solidFill>
            <a:ln w="0">
              <a:noFill/>
              <a:prstDash val="solid"/>
            </a:ln>
          </p:spPr>
        </p:sp>
        <p:sp>
          <p:nvSpPr>
            <p:cNvPr id="5614" name="dense-map-5-cell-138">
              <a:extLst>
                <a:ext uri="{FF2B5EF4-FFF2-40B4-BE49-F238E27FC236}">
                  <a16:creationId xmlns:a16="http://schemas.microsoft.com/office/drawing/2014/main" id="{99E09702-4489-4F05-A434-8D2B7404D3D9}"/>
                </a:ext>
              </a:extLst>
            </p:cNvPr>
            <p:cNvSpPr>
              <a:spLocks noGrp="1"/>
            </p:cNvSpPr>
            <p:nvPr/>
          </p:nvSpPr>
          <p:spPr>
            <a:xfrm>
              <a:off x="22186900" y="6335316"/>
              <a:ext cx="236680" cy="6096"/>
            </a:xfrm>
            <a:prstGeom prst="rect">
              <a:avLst/>
            </a:prstGeom>
            <a:solidFill>
              <a:srgbClr val="C5E0E0"/>
            </a:solidFill>
            <a:ln w="0">
              <a:noFill/>
              <a:prstDash val="solid"/>
            </a:ln>
          </p:spPr>
        </p:sp>
        <p:sp>
          <p:nvSpPr>
            <p:cNvPr id="5615" name="dense-map-5-cell-137">
              <a:extLst>
                <a:ext uri="{FF2B5EF4-FFF2-40B4-BE49-F238E27FC236}">
                  <a16:creationId xmlns:a16="http://schemas.microsoft.com/office/drawing/2014/main" id="{CCFC2CD3-92A9-444A-AA3B-C863BBA052B0}"/>
                </a:ext>
              </a:extLst>
            </p:cNvPr>
            <p:cNvSpPr>
              <a:spLocks noGrp="1"/>
            </p:cNvSpPr>
            <p:nvPr/>
          </p:nvSpPr>
          <p:spPr>
            <a:xfrm>
              <a:off x="22186900" y="6341269"/>
              <a:ext cx="236680" cy="6096"/>
            </a:xfrm>
            <a:prstGeom prst="rect">
              <a:avLst/>
            </a:prstGeom>
            <a:solidFill>
              <a:srgbClr val="C5E0E0"/>
            </a:solidFill>
            <a:ln w="0">
              <a:noFill/>
              <a:prstDash val="solid"/>
            </a:ln>
          </p:spPr>
        </p:sp>
        <p:sp>
          <p:nvSpPr>
            <p:cNvPr id="5616" name="dense-map-5-cell-136">
              <a:extLst>
                <a:ext uri="{FF2B5EF4-FFF2-40B4-BE49-F238E27FC236}">
                  <a16:creationId xmlns:a16="http://schemas.microsoft.com/office/drawing/2014/main" id="{81A9083F-304F-441F-9169-6128C3A854D1}"/>
                </a:ext>
              </a:extLst>
            </p:cNvPr>
            <p:cNvSpPr>
              <a:spLocks noGrp="1"/>
            </p:cNvSpPr>
            <p:nvPr/>
          </p:nvSpPr>
          <p:spPr>
            <a:xfrm>
              <a:off x="22186900" y="6347222"/>
              <a:ext cx="236680" cy="6096"/>
            </a:xfrm>
            <a:prstGeom prst="rect">
              <a:avLst/>
            </a:prstGeom>
            <a:solidFill>
              <a:srgbClr val="C5E0E0"/>
            </a:solidFill>
            <a:ln w="0">
              <a:noFill/>
              <a:prstDash val="solid"/>
            </a:ln>
          </p:spPr>
        </p:sp>
        <p:sp>
          <p:nvSpPr>
            <p:cNvPr id="5617" name="dense-map-5-cell-135">
              <a:extLst>
                <a:ext uri="{FF2B5EF4-FFF2-40B4-BE49-F238E27FC236}">
                  <a16:creationId xmlns:a16="http://schemas.microsoft.com/office/drawing/2014/main" id="{22F6EF21-8161-454B-8E46-19C8B9C57F9D}"/>
                </a:ext>
              </a:extLst>
            </p:cNvPr>
            <p:cNvSpPr>
              <a:spLocks noGrp="1"/>
            </p:cNvSpPr>
            <p:nvPr/>
          </p:nvSpPr>
          <p:spPr>
            <a:xfrm>
              <a:off x="22186900" y="6353175"/>
              <a:ext cx="236680" cy="6096"/>
            </a:xfrm>
            <a:prstGeom prst="rect">
              <a:avLst/>
            </a:prstGeom>
            <a:solidFill>
              <a:srgbClr val="C5E0E0"/>
            </a:solidFill>
            <a:ln w="0">
              <a:noFill/>
              <a:prstDash val="solid"/>
            </a:ln>
          </p:spPr>
        </p:sp>
        <p:sp>
          <p:nvSpPr>
            <p:cNvPr id="5618" name="dense-map-5-cell-134">
              <a:extLst>
                <a:ext uri="{FF2B5EF4-FFF2-40B4-BE49-F238E27FC236}">
                  <a16:creationId xmlns:a16="http://schemas.microsoft.com/office/drawing/2014/main" id="{A7461FCF-9316-4F97-83E1-587FEAA0AE9D}"/>
                </a:ext>
              </a:extLst>
            </p:cNvPr>
            <p:cNvSpPr>
              <a:spLocks noGrp="1"/>
            </p:cNvSpPr>
            <p:nvPr/>
          </p:nvSpPr>
          <p:spPr>
            <a:xfrm>
              <a:off x="22186900" y="6359128"/>
              <a:ext cx="236680" cy="6096"/>
            </a:xfrm>
            <a:prstGeom prst="rect">
              <a:avLst/>
            </a:prstGeom>
            <a:solidFill>
              <a:srgbClr val="C5E0E0"/>
            </a:solidFill>
            <a:ln w="0">
              <a:noFill/>
              <a:prstDash val="solid"/>
            </a:ln>
          </p:spPr>
        </p:sp>
        <p:sp>
          <p:nvSpPr>
            <p:cNvPr id="5619" name="dense-map-5-cell-133">
              <a:extLst>
                <a:ext uri="{FF2B5EF4-FFF2-40B4-BE49-F238E27FC236}">
                  <a16:creationId xmlns:a16="http://schemas.microsoft.com/office/drawing/2014/main" id="{8A12B555-5CF1-480C-B282-103E23530E99}"/>
                </a:ext>
              </a:extLst>
            </p:cNvPr>
            <p:cNvSpPr>
              <a:spLocks noGrp="1"/>
            </p:cNvSpPr>
            <p:nvPr/>
          </p:nvSpPr>
          <p:spPr>
            <a:xfrm>
              <a:off x="22186900" y="6365081"/>
              <a:ext cx="236680" cy="6096"/>
            </a:xfrm>
            <a:prstGeom prst="rect">
              <a:avLst/>
            </a:prstGeom>
            <a:solidFill>
              <a:srgbClr val="C5E0E0"/>
            </a:solidFill>
            <a:ln w="0">
              <a:noFill/>
              <a:prstDash val="solid"/>
            </a:ln>
          </p:spPr>
        </p:sp>
        <p:sp>
          <p:nvSpPr>
            <p:cNvPr id="5620" name="dense-map-5-cell-132">
              <a:extLst>
                <a:ext uri="{FF2B5EF4-FFF2-40B4-BE49-F238E27FC236}">
                  <a16:creationId xmlns:a16="http://schemas.microsoft.com/office/drawing/2014/main" id="{8FAB09A7-C057-427C-81FF-4A8B17735F98}"/>
                </a:ext>
              </a:extLst>
            </p:cNvPr>
            <p:cNvSpPr>
              <a:spLocks noGrp="1"/>
            </p:cNvSpPr>
            <p:nvPr/>
          </p:nvSpPr>
          <p:spPr>
            <a:xfrm>
              <a:off x="22186900" y="6371034"/>
              <a:ext cx="236680" cy="6096"/>
            </a:xfrm>
            <a:prstGeom prst="rect">
              <a:avLst/>
            </a:prstGeom>
            <a:solidFill>
              <a:srgbClr val="C5E0E0"/>
            </a:solidFill>
            <a:ln w="0">
              <a:noFill/>
              <a:prstDash val="solid"/>
            </a:ln>
          </p:spPr>
        </p:sp>
        <p:sp>
          <p:nvSpPr>
            <p:cNvPr id="5621" name="dense-map-5-cell-131">
              <a:extLst>
                <a:ext uri="{FF2B5EF4-FFF2-40B4-BE49-F238E27FC236}">
                  <a16:creationId xmlns:a16="http://schemas.microsoft.com/office/drawing/2014/main" id="{830DCB35-E80B-400C-84A2-574A63F658C5}"/>
                </a:ext>
              </a:extLst>
            </p:cNvPr>
            <p:cNvSpPr>
              <a:spLocks noGrp="1"/>
            </p:cNvSpPr>
            <p:nvPr/>
          </p:nvSpPr>
          <p:spPr>
            <a:xfrm>
              <a:off x="22186900" y="6376988"/>
              <a:ext cx="236680" cy="6096"/>
            </a:xfrm>
            <a:prstGeom prst="rect">
              <a:avLst/>
            </a:prstGeom>
            <a:solidFill>
              <a:srgbClr val="C5E0E0"/>
            </a:solidFill>
            <a:ln w="0">
              <a:noFill/>
              <a:prstDash val="solid"/>
            </a:ln>
          </p:spPr>
        </p:sp>
        <p:sp>
          <p:nvSpPr>
            <p:cNvPr id="5622" name="dense-map-5-cell-130">
              <a:extLst>
                <a:ext uri="{FF2B5EF4-FFF2-40B4-BE49-F238E27FC236}">
                  <a16:creationId xmlns:a16="http://schemas.microsoft.com/office/drawing/2014/main" id="{CC31784C-2DB5-47FC-BB6F-C03FFBBBB610}"/>
                </a:ext>
              </a:extLst>
            </p:cNvPr>
            <p:cNvSpPr>
              <a:spLocks noGrp="1"/>
            </p:cNvSpPr>
            <p:nvPr/>
          </p:nvSpPr>
          <p:spPr>
            <a:xfrm>
              <a:off x="22186900" y="6382941"/>
              <a:ext cx="236680" cy="6096"/>
            </a:xfrm>
            <a:prstGeom prst="rect">
              <a:avLst/>
            </a:prstGeom>
            <a:solidFill>
              <a:srgbClr val="C5E0E0"/>
            </a:solidFill>
            <a:ln w="0">
              <a:noFill/>
              <a:prstDash val="solid"/>
            </a:ln>
          </p:spPr>
        </p:sp>
        <p:sp>
          <p:nvSpPr>
            <p:cNvPr id="5623" name="dense-map-5-cell-129">
              <a:extLst>
                <a:ext uri="{FF2B5EF4-FFF2-40B4-BE49-F238E27FC236}">
                  <a16:creationId xmlns:a16="http://schemas.microsoft.com/office/drawing/2014/main" id="{DDEC552E-9294-4688-93EA-FD0C403E9FA0}"/>
                </a:ext>
              </a:extLst>
            </p:cNvPr>
            <p:cNvSpPr>
              <a:spLocks noGrp="1"/>
            </p:cNvSpPr>
            <p:nvPr/>
          </p:nvSpPr>
          <p:spPr>
            <a:xfrm>
              <a:off x="22186900" y="6388894"/>
              <a:ext cx="236680" cy="6096"/>
            </a:xfrm>
            <a:prstGeom prst="rect">
              <a:avLst/>
            </a:prstGeom>
            <a:solidFill>
              <a:srgbClr val="AED8D3"/>
            </a:solidFill>
            <a:ln w="0">
              <a:noFill/>
              <a:prstDash val="solid"/>
            </a:ln>
          </p:spPr>
        </p:sp>
        <p:sp>
          <p:nvSpPr>
            <p:cNvPr id="5624" name="dense-map-5-cell-128">
              <a:extLst>
                <a:ext uri="{FF2B5EF4-FFF2-40B4-BE49-F238E27FC236}">
                  <a16:creationId xmlns:a16="http://schemas.microsoft.com/office/drawing/2014/main" id="{5B8D3DE7-F4C7-4E9C-A8E8-58282D74830F}"/>
                </a:ext>
              </a:extLst>
            </p:cNvPr>
            <p:cNvSpPr>
              <a:spLocks noGrp="1"/>
            </p:cNvSpPr>
            <p:nvPr/>
          </p:nvSpPr>
          <p:spPr>
            <a:xfrm>
              <a:off x="22186900" y="6394847"/>
              <a:ext cx="236680" cy="6096"/>
            </a:xfrm>
            <a:prstGeom prst="rect">
              <a:avLst/>
            </a:prstGeom>
            <a:solidFill>
              <a:srgbClr val="92CEC3"/>
            </a:solidFill>
            <a:ln w="0">
              <a:noFill/>
              <a:prstDash val="solid"/>
            </a:ln>
          </p:spPr>
        </p:sp>
        <p:sp>
          <p:nvSpPr>
            <p:cNvPr id="5625" name="dense-map-5-cell-127">
              <a:extLst>
                <a:ext uri="{FF2B5EF4-FFF2-40B4-BE49-F238E27FC236}">
                  <a16:creationId xmlns:a16="http://schemas.microsoft.com/office/drawing/2014/main" id="{1E41E5AC-71C7-4A6D-8405-C9E2E69717ED}"/>
                </a:ext>
              </a:extLst>
            </p:cNvPr>
            <p:cNvSpPr>
              <a:spLocks noGrp="1"/>
            </p:cNvSpPr>
            <p:nvPr/>
          </p:nvSpPr>
          <p:spPr>
            <a:xfrm>
              <a:off x="22186900" y="6400800"/>
              <a:ext cx="236680" cy="6096"/>
            </a:xfrm>
            <a:prstGeom prst="rect">
              <a:avLst/>
            </a:prstGeom>
            <a:solidFill>
              <a:srgbClr val="74C5B3"/>
            </a:solidFill>
            <a:ln w="0">
              <a:noFill/>
              <a:prstDash val="solid"/>
            </a:ln>
          </p:spPr>
        </p:sp>
        <p:sp>
          <p:nvSpPr>
            <p:cNvPr id="5626" name="dense-map-5-cell-126">
              <a:extLst>
                <a:ext uri="{FF2B5EF4-FFF2-40B4-BE49-F238E27FC236}">
                  <a16:creationId xmlns:a16="http://schemas.microsoft.com/office/drawing/2014/main" id="{1734C172-341A-4665-A927-B812B1AF1A54}"/>
                </a:ext>
              </a:extLst>
            </p:cNvPr>
            <p:cNvSpPr>
              <a:spLocks noGrp="1"/>
            </p:cNvSpPr>
            <p:nvPr/>
          </p:nvSpPr>
          <p:spPr>
            <a:xfrm>
              <a:off x="22186900" y="6406753"/>
              <a:ext cx="236680" cy="6096"/>
            </a:xfrm>
            <a:prstGeom prst="rect">
              <a:avLst/>
            </a:prstGeom>
            <a:solidFill>
              <a:srgbClr val="54BAA2"/>
            </a:solidFill>
            <a:ln w="0">
              <a:noFill/>
              <a:prstDash val="solid"/>
            </a:ln>
          </p:spPr>
        </p:sp>
        <p:sp>
          <p:nvSpPr>
            <p:cNvPr id="5627" name="dense-map-5-cell-125">
              <a:extLst>
                <a:ext uri="{FF2B5EF4-FFF2-40B4-BE49-F238E27FC236}">
                  <a16:creationId xmlns:a16="http://schemas.microsoft.com/office/drawing/2014/main" id="{C0314363-D5F2-4C75-9DE1-010400F1F0C7}"/>
                </a:ext>
              </a:extLst>
            </p:cNvPr>
            <p:cNvSpPr>
              <a:spLocks noGrp="1"/>
            </p:cNvSpPr>
            <p:nvPr/>
          </p:nvSpPr>
          <p:spPr>
            <a:xfrm>
              <a:off x="22186900" y="6412706"/>
              <a:ext cx="236680" cy="6096"/>
            </a:xfrm>
            <a:prstGeom prst="rect">
              <a:avLst/>
            </a:prstGeom>
            <a:solidFill>
              <a:srgbClr val="39B193"/>
            </a:solidFill>
            <a:ln w="0">
              <a:noFill/>
              <a:prstDash val="solid"/>
            </a:ln>
          </p:spPr>
        </p:sp>
        <p:sp>
          <p:nvSpPr>
            <p:cNvPr id="5628" name="dense-map-5-cell-124">
              <a:extLst>
                <a:ext uri="{FF2B5EF4-FFF2-40B4-BE49-F238E27FC236}">
                  <a16:creationId xmlns:a16="http://schemas.microsoft.com/office/drawing/2014/main" id="{B9733C5C-7C88-44DA-B702-B010E2E264DD}"/>
                </a:ext>
              </a:extLst>
            </p:cNvPr>
            <p:cNvSpPr>
              <a:spLocks noGrp="1"/>
            </p:cNvSpPr>
            <p:nvPr/>
          </p:nvSpPr>
          <p:spPr>
            <a:xfrm>
              <a:off x="22186900" y="6418659"/>
              <a:ext cx="236680" cy="6096"/>
            </a:xfrm>
            <a:prstGeom prst="rect">
              <a:avLst/>
            </a:prstGeom>
            <a:solidFill>
              <a:srgbClr val="27AB89"/>
            </a:solidFill>
            <a:ln w="0">
              <a:noFill/>
              <a:prstDash val="solid"/>
            </a:ln>
          </p:spPr>
        </p:sp>
        <p:sp>
          <p:nvSpPr>
            <p:cNvPr id="5629" name="dense-map-5-cell-123">
              <a:extLst>
                <a:ext uri="{FF2B5EF4-FFF2-40B4-BE49-F238E27FC236}">
                  <a16:creationId xmlns:a16="http://schemas.microsoft.com/office/drawing/2014/main" id="{A7FBD866-4A78-4E08-A6E5-6772567B1C57}"/>
                </a:ext>
              </a:extLst>
            </p:cNvPr>
            <p:cNvSpPr>
              <a:spLocks noGrp="1"/>
            </p:cNvSpPr>
            <p:nvPr/>
          </p:nvSpPr>
          <p:spPr>
            <a:xfrm>
              <a:off x="22186900" y="6424613"/>
              <a:ext cx="236680" cy="6096"/>
            </a:xfrm>
            <a:prstGeom prst="rect">
              <a:avLst/>
            </a:prstGeom>
            <a:solidFill>
              <a:srgbClr val="21A985"/>
            </a:solidFill>
            <a:ln w="0">
              <a:noFill/>
              <a:prstDash val="solid"/>
            </a:ln>
          </p:spPr>
        </p:sp>
        <p:sp>
          <p:nvSpPr>
            <p:cNvPr id="5630" name="dense-map-5-cell-122">
              <a:extLst>
                <a:ext uri="{FF2B5EF4-FFF2-40B4-BE49-F238E27FC236}">
                  <a16:creationId xmlns:a16="http://schemas.microsoft.com/office/drawing/2014/main" id="{E35636C1-E494-4680-BE86-AF7A741B152F}"/>
                </a:ext>
              </a:extLst>
            </p:cNvPr>
            <p:cNvSpPr>
              <a:spLocks noGrp="1"/>
            </p:cNvSpPr>
            <p:nvPr/>
          </p:nvSpPr>
          <p:spPr>
            <a:xfrm>
              <a:off x="22186900" y="6430566"/>
              <a:ext cx="236680" cy="6096"/>
            </a:xfrm>
            <a:prstGeom prst="rect">
              <a:avLst/>
            </a:prstGeom>
            <a:solidFill>
              <a:srgbClr val="20A985"/>
            </a:solidFill>
            <a:ln w="0">
              <a:noFill/>
              <a:prstDash val="solid"/>
            </a:ln>
          </p:spPr>
        </p:sp>
        <p:sp>
          <p:nvSpPr>
            <p:cNvPr id="5631" name="dense-map-5-cell-121">
              <a:extLst>
                <a:ext uri="{FF2B5EF4-FFF2-40B4-BE49-F238E27FC236}">
                  <a16:creationId xmlns:a16="http://schemas.microsoft.com/office/drawing/2014/main" id="{1D67583E-654D-4D8C-B401-0FCFD50306C9}"/>
                </a:ext>
              </a:extLst>
            </p:cNvPr>
            <p:cNvSpPr>
              <a:spLocks noGrp="1"/>
            </p:cNvSpPr>
            <p:nvPr/>
          </p:nvSpPr>
          <p:spPr>
            <a:xfrm>
              <a:off x="22186900" y="6436519"/>
              <a:ext cx="236680" cy="6096"/>
            </a:xfrm>
            <a:prstGeom prst="rect">
              <a:avLst/>
            </a:prstGeom>
            <a:solidFill>
              <a:srgbClr val="20A985"/>
            </a:solidFill>
            <a:ln w="0">
              <a:noFill/>
              <a:prstDash val="solid"/>
            </a:ln>
          </p:spPr>
        </p:sp>
        <p:sp>
          <p:nvSpPr>
            <p:cNvPr id="5632" name="dense-map-5-cell-120">
              <a:extLst>
                <a:ext uri="{FF2B5EF4-FFF2-40B4-BE49-F238E27FC236}">
                  <a16:creationId xmlns:a16="http://schemas.microsoft.com/office/drawing/2014/main" id="{F3896669-6D0F-40DD-975D-F5EBF29C93ED}"/>
                </a:ext>
              </a:extLst>
            </p:cNvPr>
            <p:cNvSpPr>
              <a:spLocks noGrp="1"/>
            </p:cNvSpPr>
            <p:nvPr/>
          </p:nvSpPr>
          <p:spPr>
            <a:xfrm>
              <a:off x="22186900" y="6442472"/>
              <a:ext cx="236680" cy="6096"/>
            </a:xfrm>
            <a:prstGeom prst="rect">
              <a:avLst/>
            </a:prstGeom>
            <a:solidFill>
              <a:srgbClr val="20A985"/>
            </a:solidFill>
            <a:ln w="0">
              <a:noFill/>
              <a:prstDash val="solid"/>
            </a:ln>
          </p:spPr>
        </p:sp>
        <p:sp>
          <p:nvSpPr>
            <p:cNvPr id="5633" name="dense-map-5-cell-119">
              <a:extLst>
                <a:ext uri="{FF2B5EF4-FFF2-40B4-BE49-F238E27FC236}">
                  <a16:creationId xmlns:a16="http://schemas.microsoft.com/office/drawing/2014/main" id="{1CB931D2-6257-4F1C-8520-891DFEE1CF1A}"/>
                </a:ext>
              </a:extLst>
            </p:cNvPr>
            <p:cNvSpPr>
              <a:spLocks noGrp="1"/>
            </p:cNvSpPr>
            <p:nvPr/>
          </p:nvSpPr>
          <p:spPr>
            <a:xfrm>
              <a:off x="22186900" y="6448425"/>
              <a:ext cx="236680" cy="6096"/>
            </a:xfrm>
            <a:prstGeom prst="rect">
              <a:avLst/>
            </a:prstGeom>
            <a:solidFill>
              <a:srgbClr val="20A985"/>
            </a:solidFill>
            <a:ln w="0">
              <a:noFill/>
              <a:prstDash val="solid"/>
            </a:ln>
          </p:spPr>
        </p:sp>
        <p:sp>
          <p:nvSpPr>
            <p:cNvPr id="5634" name="dense-map-5-cell-118">
              <a:extLst>
                <a:ext uri="{FF2B5EF4-FFF2-40B4-BE49-F238E27FC236}">
                  <a16:creationId xmlns:a16="http://schemas.microsoft.com/office/drawing/2014/main" id="{739C1140-BAA0-477F-A5D1-7C3D1540E8ED}"/>
                </a:ext>
              </a:extLst>
            </p:cNvPr>
            <p:cNvSpPr>
              <a:spLocks noGrp="1"/>
            </p:cNvSpPr>
            <p:nvPr/>
          </p:nvSpPr>
          <p:spPr>
            <a:xfrm>
              <a:off x="22186900" y="6454378"/>
              <a:ext cx="236680" cy="6096"/>
            </a:xfrm>
            <a:prstGeom prst="rect">
              <a:avLst/>
            </a:prstGeom>
            <a:solidFill>
              <a:srgbClr val="20A985"/>
            </a:solidFill>
            <a:ln w="0">
              <a:noFill/>
              <a:prstDash val="solid"/>
            </a:ln>
          </p:spPr>
        </p:sp>
        <p:sp>
          <p:nvSpPr>
            <p:cNvPr id="5635" name="dense-map-5-cell-117">
              <a:extLst>
                <a:ext uri="{FF2B5EF4-FFF2-40B4-BE49-F238E27FC236}">
                  <a16:creationId xmlns:a16="http://schemas.microsoft.com/office/drawing/2014/main" id="{B00F882D-0906-4D45-B07E-0F70AD91A48A}"/>
                </a:ext>
              </a:extLst>
            </p:cNvPr>
            <p:cNvSpPr>
              <a:spLocks noGrp="1"/>
            </p:cNvSpPr>
            <p:nvPr/>
          </p:nvSpPr>
          <p:spPr>
            <a:xfrm>
              <a:off x="22186900" y="6460331"/>
              <a:ext cx="236680" cy="6096"/>
            </a:xfrm>
            <a:prstGeom prst="rect">
              <a:avLst/>
            </a:prstGeom>
            <a:solidFill>
              <a:srgbClr val="20A985"/>
            </a:solidFill>
            <a:ln w="0">
              <a:noFill/>
              <a:prstDash val="solid"/>
            </a:ln>
          </p:spPr>
        </p:sp>
        <p:sp>
          <p:nvSpPr>
            <p:cNvPr id="5636" name="dense-map-5-cell-116">
              <a:extLst>
                <a:ext uri="{FF2B5EF4-FFF2-40B4-BE49-F238E27FC236}">
                  <a16:creationId xmlns:a16="http://schemas.microsoft.com/office/drawing/2014/main" id="{DEF15A51-524B-4ACE-B108-9E41B811AF41}"/>
                </a:ext>
              </a:extLst>
            </p:cNvPr>
            <p:cNvSpPr>
              <a:spLocks noGrp="1"/>
            </p:cNvSpPr>
            <p:nvPr/>
          </p:nvSpPr>
          <p:spPr>
            <a:xfrm>
              <a:off x="22186900" y="6466284"/>
              <a:ext cx="236680" cy="6096"/>
            </a:xfrm>
            <a:prstGeom prst="rect">
              <a:avLst/>
            </a:prstGeom>
            <a:solidFill>
              <a:srgbClr val="20A985"/>
            </a:solidFill>
            <a:ln w="0">
              <a:noFill/>
              <a:prstDash val="solid"/>
            </a:ln>
          </p:spPr>
        </p:sp>
        <p:sp>
          <p:nvSpPr>
            <p:cNvPr id="5637" name="dense-map-5-cell-115">
              <a:extLst>
                <a:ext uri="{FF2B5EF4-FFF2-40B4-BE49-F238E27FC236}">
                  <a16:creationId xmlns:a16="http://schemas.microsoft.com/office/drawing/2014/main" id="{1F5D2ED9-76A7-4F5F-A103-D2A5203784FD}"/>
                </a:ext>
              </a:extLst>
            </p:cNvPr>
            <p:cNvSpPr>
              <a:spLocks noGrp="1"/>
            </p:cNvSpPr>
            <p:nvPr/>
          </p:nvSpPr>
          <p:spPr>
            <a:xfrm>
              <a:off x="22186900" y="6472238"/>
              <a:ext cx="236680" cy="6096"/>
            </a:xfrm>
            <a:prstGeom prst="rect">
              <a:avLst/>
            </a:prstGeom>
            <a:solidFill>
              <a:srgbClr val="20A985"/>
            </a:solidFill>
            <a:ln w="0">
              <a:noFill/>
              <a:prstDash val="solid"/>
            </a:ln>
          </p:spPr>
        </p:sp>
        <p:sp>
          <p:nvSpPr>
            <p:cNvPr id="5638" name="dense-map-5-cell-114">
              <a:extLst>
                <a:ext uri="{FF2B5EF4-FFF2-40B4-BE49-F238E27FC236}">
                  <a16:creationId xmlns:a16="http://schemas.microsoft.com/office/drawing/2014/main" id="{B77B0019-3F78-4F03-BF3B-67F05C1A1A97}"/>
                </a:ext>
              </a:extLst>
            </p:cNvPr>
            <p:cNvSpPr>
              <a:spLocks noGrp="1"/>
            </p:cNvSpPr>
            <p:nvPr/>
          </p:nvSpPr>
          <p:spPr>
            <a:xfrm>
              <a:off x="22186900" y="6478191"/>
              <a:ext cx="236680" cy="6096"/>
            </a:xfrm>
            <a:prstGeom prst="rect">
              <a:avLst/>
            </a:prstGeom>
            <a:solidFill>
              <a:srgbClr val="20A985"/>
            </a:solidFill>
            <a:ln w="0">
              <a:noFill/>
              <a:prstDash val="solid"/>
            </a:ln>
          </p:spPr>
        </p:sp>
        <p:sp>
          <p:nvSpPr>
            <p:cNvPr id="5639" name="dense-map-5-cell-113">
              <a:extLst>
                <a:ext uri="{FF2B5EF4-FFF2-40B4-BE49-F238E27FC236}">
                  <a16:creationId xmlns:a16="http://schemas.microsoft.com/office/drawing/2014/main" id="{9E198C3A-28FB-42E3-BE60-37F731FFF8F5}"/>
                </a:ext>
              </a:extLst>
            </p:cNvPr>
            <p:cNvSpPr>
              <a:spLocks noGrp="1"/>
            </p:cNvSpPr>
            <p:nvPr/>
          </p:nvSpPr>
          <p:spPr>
            <a:xfrm>
              <a:off x="22186900" y="6484144"/>
              <a:ext cx="236680" cy="6096"/>
            </a:xfrm>
            <a:prstGeom prst="rect">
              <a:avLst/>
            </a:prstGeom>
            <a:solidFill>
              <a:srgbClr val="22A987"/>
            </a:solidFill>
            <a:ln w="0">
              <a:noFill/>
              <a:prstDash val="solid"/>
            </a:ln>
          </p:spPr>
        </p:sp>
        <p:sp>
          <p:nvSpPr>
            <p:cNvPr id="5640" name="dense-map-5-cell-112">
              <a:extLst>
                <a:ext uri="{FF2B5EF4-FFF2-40B4-BE49-F238E27FC236}">
                  <a16:creationId xmlns:a16="http://schemas.microsoft.com/office/drawing/2014/main" id="{B757B484-4B76-4E6D-9B7E-53A32492E963}"/>
                </a:ext>
              </a:extLst>
            </p:cNvPr>
            <p:cNvSpPr>
              <a:spLocks noGrp="1"/>
            </p:cNvSpPr>
            <p:nvPr/>
          </p:nvSpPr>
          <p:spPr>
            <a:xfrm>
              <a:off x="22186900" y="6490097"/>
              <a:ext cx="236680" cy="6096"/>
            </a:xfrm>
            <a:prstGeom prst="rect">
              <a:avLst/>
            </a:prstGeom>
            <a:solidFill>
              <a:srgbClr val="32AF8F"/>
            </a:solidFill>
            <a:ln w="0">
              <a:noFill/>
              <a:prstDash val="solid"/>
            </a:ln>
          </p:spPr>
        </p:sp>
        <p:sp>
          <p:nvSpPr>
            <p:cNvPr id="5641" name="dense-map-5-cell-111">
              <a:extLst>
                <a:ext uri="{FF2B5EF4-FFF2-40B4-BE49-F238E27FC236}">
                  <a16:creationId xmlns:a16="http://schemas.microsoft.com/office/drawing/2014/main" id="{5B6577F1-7333-436B-A4EB-E5FEF9CBAEC7}"/>
                </a:ext>
              </a:extLst>
            </p:cNvPr>
            <p:cNvSpPr>
              <a:spLocks noGrp="1"/>
            </p:cNvSpPr>
            <p:nvPr/>
          </p:nvSpPr>
          <p:spPr>
            <a:xfrm>
              <a:off x="22186900" y="6496050"/>
              <a:ext cx="236680" cy="6096"/>
            </a:xfrm>
            <a:prstGeom prst="rect">
              <a:avLst/>
            </a:prstGeom>
            <a:solidFill>
              <a:srgbClr val="41B497"/>
            </a:solidFill>
            <a:ln w="0">
              <a:noFill/>
              <a:prstDash val="solid"/>
            </a:ln>
          </p:spPr>
        </p:sp>
        <p:sp>
          <p:nvSpPr>
            <p:cNvPr id="5642" name="dense-map-5-cell-110">
              <a:extLst>
                <a:ext uri="{FF2B5EF4-FFF2-40B4-BE49-F238E27FC236}">
                  <a16:creationId xmlns:a16="http://schemas.microsoft.com/office/drawing/2014/main" id="{A10980C4-08B4-4CEA-8FCD-91C3F9999A1F}"/>
                </a:ext>
              </a:extLst>
            </p:cNvPr>
            <p:cNvSpPr>
              <a:spLocks noGrp="1"/>
            </p:cNvSpPr>
            <p:nvPr/>
          </p:nvSpPr>
          <p:spPr>
            <a:xfrm>
              <a:off x="22186900" y="6502003"/>
              <a:ext cx="236680" cy="6096"/>
            </a:xfrm>
            <a:prstGeom prst="rect">
              <a:avLst/>
            </a:prstGeom>
            <a:solidFill>
              <a:srgbClr val="53BAA1"/>
            </a:solidFill>
            <a:ln w="0">
              <a:noFill/>
              <a:prstDash val="solid"/>
            </a:ln>
          </p:spPr>
        </p:sp>
        <p:sp>
          <p:nvSpPr>
            <p:cNvPr id="5643" name="dense-map-5-cell-109">
              <a:extLst>
                <a:ext uri="{FF2B5EF4-FFF2-40B4-BE49-F238E27FC236}">
                  <a16:creationId xmlns:a16="http://schemas.microsoft.com/office/drawing/2014/main" id="{7A4729D8-DFD3-4CE3-A943-62E085AE1D11}"/>
                </a:ext>
              </a:extLst>
            </p:cNvPr>
            <p:cNvSpPr>
              <a:spLocks noGrp="1"/>
            </p:cNvSpPr>
            <p:nvPr/>
          </p:nvSpPr>
          <p:spPr>
            <a:xfrm>
              <a:off x="22186900" y="6507956"/>
              <a:ext cx="236680" cy="6096"/>
            </a:xfrm>
            <a:prstGeom prst="rect">
              <a:avLst/>
            </a:prstGeom>
            <a:solidFill>
              <a:srgbClr val="62BFA9"/>
            </a:solidFill>
            <a:ln w="0">
              <a:noFill/>
              <a:prstDash val="solid"/>
            </a:ln>
          </p:spPr>
        </p:sp>
        <p:sp>
          <p:nvSpPr>
            <p:cNvPr id="5644" name="dense-map-5-cell-108">
              <a:extLst>
                <a:ext uri="{FF2B5EF4-FFF2-40B4-BE49-F238E27FC236}">
                  <a16:creationId xmlns:a16="http://schemas.microsoft.com/office/drawing/2014/main" id="{656D9699-2A04-4B63-9960-8B0302397358}"/>
                </a:ext>
              </a:extLst>
            </p:cNvPr>
            <p:cNvSpPr>
              <a:spLocks noGrp="1"/>
            </p:cNvSpPr>
            <p:nvPr/>
          </p:nvSpPr>
          <p:spPr>
            <a:xfrm>
              <a:off x="22186900" y="6513909"/>
              <a:ext cx="236680" cy="6096"/>
            </a:xfrm>
            <a:prstGeom prst="rect">
              <a:avLst/>
            </a:prstGeom>
            <a:solidFill>
              <a:srgbClr val="6CC2AF"/>
            </a:solidFill>
            <a:ln w="0">
              <a:noFill/>
              <a:prstDash val="solid"/>
            </a:ln>
          </p:spPr>
        </p:sp>
        <p:sp>
          <p:nvSpPr>
            <p:cNvPr id="5645" name="dense-map-5-cell-107">
              <a:extLst>
                <a:ext uri="{FF2B5EF4-FFF2-40B4-BE49-F238E27FC236}">
                  <a16:creationId xmlns:a16="http://schemas.microsoft.com/office/drawing/2014/main" id="{D0DD3D83-2684-4312-9349-B514749075C8}"/>
                </a:ext>
              </a:extLst>
            </p:cNvPr>
            <p:cNvSpPr>
              <a:spLocks noGrp="1"/>
            </p:cNvSpPr>
            <p:nvPr/>
          </p:nvSpPr>
          <p:spPr>
            <a:xfrm>
              <a:off x="22186900" y="6519863"/>
              <a:ext cx="236680" cy="6096"/>
            </a:xfrm>
            <a:prstGeom prst="rect">
              <a:avLst/>
            </a:prstGeom>
            <a:solidFill>
              <a:srgbClr val="70C4B1"/>
            </a:solidFill>
            <a:ln w="0">
              <a:noFill/>
              <a:prstDash val="solid"/>
            </a:ln>
          </p:spPr>
        </p:sp>
        <p:sp>
          <p:nvSpPr>
            <p:cNvPr id="5646" name="dense-map-5-cell-106">
              <a:extLst>
                <a:ext uri="{FF2B5EF4-FFF2-40B4-BE49-F238E27FC236}">
                  <a16:creationId xmlns:a16="http://schemas.microsoft.com/office/drawing/2014/main" id="{6A200312-5156-41AD-A656-FDB8034F162E}"/>
                </a:ext>
              </a:extLst>
            </p:cNvPr>
            <p:cNvSpPr>
              <a:spLocks noGrp="1"/>
            </p:cNvSpPr>
            <p:nvPr/>
          </p:nvSpPr>
          <p:spPr>
            <a:xfrm>
              <a:off x="22186900" y="6525816"/>
              <a:ext cx="236680" cy="6096"/>
            </a:xfrm>
            <a:prstGeom prst="rect">
              <a:avLst/>
            </a:prstGeom>
            <a:solidFill>
              <a:srgbClr val="6CC2AF"/>
            </a:solidFill>
            <a:ln w="0">
              <a:noFill/>
              <a:prstDash val="solid"/>
            </a:ln>
          </p:spPr>
        </p:sp>
        <p:sp>
          <p:nvSpPr>
            <p:cNvPr id="5647" name="dense-map-5-cell-105">
              <a:extLst>
                <a:ext uri="{FF2B5EF4-FFF2-40B4-BE49-F238E27FC236}">
                  <a16:creationId xmlns:a16="http://schemas.microsoft.com/office/drawing/2014/main" id="{A560E1A1-E451-4EE2-85D5-DF7D27C96A3C}"/>
                </a:ext>
              </a:extLst>
            </p:cNvPr>
            <p:cNvSpPr>
              <a:spLocks noGrp="1"/>
            </p:cNvSpPr>
            <p:nvPr/>
          </p:nvSpPr>
          <p:spPr>
            <a:xfrm>
              <a:off x="22186900" y="6531769"/>
              <a:ext cx="236680" cy="6096"/>
            </a:xfrm>
            <a:prstGeom prst="rect">
              <a:avLst/>
            </a:prstGeom>
            <a:solidFill>
              <a:srgbClr val="67C1AC"/>
            </a:solidFill>
            <a:ln w="0">
              <a:noFill/>
              <a:prstDash val="solid"/>
            </a:ln>
          </p:spPr>
        </p:sp>
        <p:sp>
          <p:nvSpPr>
            <p:cNvPr id="5648" name="dense-map-5-cell-104">
              <a:extLst>
                <a:ext uri="{FF2B5EF4-FFF2-40B4-BE49-F238E27FC236}">
                  <a16:creationId xmlns:a16="http://schemas.microsoft.com/office/drawing/2014/main" id="{E3EBFB83-B5D8-48BD-8297-8E2817B8A24F}"/>
                </a:ext>
              </a:extLst>
            </p:cNvPr>
            <p:cNvSpPr>
              <a:spLocks noGrp="1"/>
            </p:cNvSpPr>
            <p:nvPr/>
          </p:nvSpPr>
          <p:spPr>
            <a:xfrm>
              <a:off x="22186900" y="6537722"/>
              <a:ext cx="236680" cy="6096"/>
            </a:xfrm>
            <a:prstGeom prst="rect">
              <a:avLst/>
            </a:prstGeom>
            <a:solidFill>
              <a:srgbClr val="63BFAA"/>
            </a:solidFill>
            <a:ln w="0">
              <a:noFill/>
              <a:prstDash val="solid"/>
            </a:ln>
          </p:spPr>
        </p:sp>
        <p:sp>
          <p:nvSpPr>
            <p:cNvPr id="5649" name="dense-map-5-cell-103">
              <a:extLst>
                <a:ext uri="{FF2B5EF4-FFF2-40B4-BE49-F238E27FC236}">
                  <a16:creationId xmlns:a16="http://schemas.microsoft.com/office/drawing/2014/main" id="{6751D457-11DA-4078-A62D-D2DC600522FE}"/>
                </a:ext>
              </a:extLst>
            </p:cNvPr>
            <p:cNvSpPr>
              <a:spLocks noGrp="1"/>
            </p:cNvSpPr>
            <p:nvPr/>
          </p:nvSpPr>
          <p:spPr>
            <a:xfrm>
              <a:off x="22186900" y="6543675"/>
              <a:ext cx="236680" cy="6096"/>
            </a:xfrm>
            <a:prstGeom prst="rect">
              <a:avLst/>
            </a:prstGeom>
            <a:solidFill>
              <a:srgbClr val="61BFA9"/>
            </a:solidFill>
            <a:ln w="0">
              <a:noFill/>
              <a:prstDash val="solid"/>
            </a:ln>
          </p:spPr>
        </p:sp>
        <p:sp>
          <p:nvSpPr>
            <p:cNvPr id="5650" name="dense-map-5-cell-102">
              <a:extLst>
                <a:ext uri="{FF2B5EF4-FFF2-40B4-BE49-F238E27FC236}">
                  <a16:creationId xmlns:a16="http://schemas.microsoft.com/office/drawing/2014/main" id="{B27A9CF4-9C06-4617-B994-ACF968D15339}"/>
                </a:ext>
              </a:extLst>
            </p:cNvPr>
            <p:cNvSpPr>
              <a:spLocks noGrp="1"/>
            </p:cNvSpPr>
            <p:nvPr/>
          </p:nvSpPr>
          <p:spPr>
            <a:xfrm>
              <a:off x="22186900" y="6549628"/>
              <a:ext cx="236680" cy="6096"/>
            </a:xfrm>
            <a:prstGeom prst="rect">
              <a:avLst/>
            </a:prstGeom>
            <a:solidFill>
              <a:srgbClr val="61BEA9"/>
            </a:solidFill>
            <a:ln w="0">
              <a:noFill/>
              <a:prstDash val="solid"/>
            </a:ln>
          </p:spPr>
        </p:sp>
        <p:sp>
          <p:nvSpPr>
            <p:cNvPr id="5651" name="dense-map-5-cell-101">
              <a:extLst>
                <a:ext uri="{FF2B5EF4-FFF2-40B4-BE49-F238E27FC236}">
                  <a16:creationId xmlns:a16="http://schemas.microsoft.com/office/drawing/2014/main" id="{04BB21EC-29DA-4D34-BF6E-345268AA27E3}"/>
                </a:ext>
              </a:extLst>
            </p:cNvPr>
            <p:cNvSpPr>
              <a:spLocks noGrp="1"/>
            </p:cNvSpPr>
            <p:nvPr/>
          </p:nvSpPr>
          <p:spPr>
            <a:xfrm>
              <a:off x="22186900" y="6555581"/>
              <a:ext cx="236680" cy="6096"/>
            </a:xfrm>
            <a:prstGeom prst="rect">
              <a:avLst/>
            </a:prstGeom>
            <a:solidFill>
              <a:srgbClr val="61BEA9"/>
            </a:solidFill>
            <a:ln w="0">
              <a:noFill/>
              <a:prstDash val="solid"/>
            </a:ln>
          </p:spPr>
        </p:sp>
        <p:sp>
          <p:nvSpPr>
            <p:cNvPr id="5652" name="dense-map-5-cell-100">
              <a:extLst>
                <a:ext uri="{FF2B5EF4-FFF2-40B4-BE49-F238E27FC236}">
                  <a16:creationId xmlns:a16="http://schemas.microsoft.com/office/drawing/2014/main" id="{3839B53C-D70B-4C11-A6C3-9BCACF43A8FD}"/>
                </a:ext>
              </a:extLst>
            </p:cNvPr>
            <p:cNvSpPr>
              <a:spLocks noGrp="1"/>
            </p:cNvSpPr>
            <p:nvPr/>
          </p:nvSpPr>
          <p:spPr>
            <a:xfrm>
              <a:off x="22186900" y="6561534"/>
              <a:ext cx="236680" cy="6096"/>
            </a:xfrm>
            <a:prstGeom prst="rect">
              <a:avLst/>
            </a:prstGeom>
            <a:solidFill>
              <a:srgbClr val="61BEA9"/>
            </a:solidFill>
            <a:ln w="0">
              <a:noFill/>
              <a:prstDash val="solid"/>
            </a:ln>
          </p:spPr>
        </p:sp>
        <p:sp>
          <p:nvSpPr>
            <p:cNvPr id="5653" name="dense-map-5-cell-99">
              <a:extLst>
                <a:ext uri="{FF2B5EF4-FFF2-40B4-BE49-F238E27FC236}">
                  <a16:creationId xmlns:a16="http://schemas.microsoft.com/office/drawing/2014/main" id="{B436F8DF-DFA8-4E01-AA31-3ACB3A48A676}"/>
                </a:ext>
              </a:extLst>
            </p:cNvPr>
            <p:cNvSpPr>
              <a:spLocks noGrp="1"/>
            </p:cNvSpPr>
            <p:nvPr/>
          </p:nvSpPr>
          <p:spPr>
            <a:xfrm>
              <a:off x="22186900" y="6567488"/>
              <a:ext cx="236680" cy="6096"/>
            </a:xfrm>
            <a:prstGeom prst="rect">
              <a:avLst/>
            </a:prstGeom>
            <a:solidFill>
              <a:srgbClr val="61BEA9"/>
            </a:solidFill>
            <a:ln w="0">
              <a:noFill/>
              <a:prstDash val="solid"/>
            </a:ln>
          </p:spPr>
        </p:sp>
        <p:sp>
          <p:nvSpPr>
            <p:cNvPr id="5654" name="dense-map-5-cell-98">
              <a:extLst>
                <a:ext uri="{FF2B5EF4-FFF2-40B4-BE49-F238E27FC236}">
                  <a16:creationId xmlns:a16="http://schemas.microsoft.com/office/drawing/2014/main" id="{43F05A22-79E3-464E-8BB7-336FD2079921}"/>
                </a:ext>
              </a:extLst>
            </p:cNvPr>
            <p:cNvSpPr>
              <a:spLocks noGrp="1"/>
            </p:cNvSpPr>
            <p:nvPr/>
          </p:nvSpPr>
          <p:spPr>
            <a:xfrm>
              <a:off x="22186900" y="6573441"/>
              <a:ext cx="236680" cy="6096"/>
            </a:xfrm>
            <a:prstGeom prst="rect">
              <a:avLst/>
            </a:prstGeom>
            <a:solidFill>
              <a:srgbClr val="60BEA7"/>
            </a:solidFill>
            <a:ln w="0">
              <a:noFill/>
              <a:prstDash val="solid"/>
            </a:ln>
          </p:spPr>
        </p:sp>
        <p:sp>
          <p:nvSpPr>
            <p:cNvPr id="5655" name="dense-map-5-cell-97">
              <a:extLst>
                <a:ext uri="{FF2B5EF4-FFF2-40B4-BE49-F238E27FC236}">
                  <a16:creationId xmlns:a16="http://schemas.microsoft.com/office/drawing/2014/main" id="{2ED81889-AE31-4B69-90C2-91920BC8DA6A}"/>
                </a:ext>
              </a:extLst>
            </p:cNvPr>
            <p:cNvSpPr>
              <a:spLocks noGrp="1"/>
            </p:cNvSpPr>
            <p:nvPr/>
          </p:nvSpPr>
          <p:spPr>
            <a:xfrm>
              <a:off x="22186900" y="6579394"/>
              <a:ext cx="236680" cy="6096"/>
            </a:xfrm>
            <a:prstGeom prst="rect">
              <a:avLst/>
            </a:prstGeom>
            <a:solidFill>
              <a:srgbClr val="60BAA1"/>
            </a:solidFill>
            <a:ln w="0">
              <a:noFill/>
              <a:prstDash val="solid"/>
            </a:ln>
          </p:spPr>
        </p:sp>
        <p:sp>
          <p:nvSpPr>
            <p:cNvPr id="5656" name="dense-map-5-cell-96">
              <a:extLst>
                <a:ext uri="{FF2B5EF4-FFF2-40B4-BE49-F238E27FC236}">
                  <a16:creationId xmlns:a16="http://schemas.microsoft.com/office/drawing/2014/main" id="{465F8551-58A8-4293-8EF0-0E96D624251E}"/>
                </a:ext>
              </a:extLst>
            </p:cNvPr>
            <p:cNvSpPr>
              <a:spLocks noGrp="1"/>
            </p:cNvSpPr>
            <p:nvPr/>
          </p:nvSpPr>
          <p:spPr>
            <a:xfrm>
              <a:off x="22186900" y="6585347"/>
              <a:ext cx="236680" cy="6096"/>
            </a:xfrm>
            <a:prstGeom prst="rect">
              <a:avLst/>
            </a:prstGeom>
            <a:solidFill>
              <a:srgbClr val="60AE8B"/>
            </a:solidFill>
            <a:ln w="0">
              <a:noFill/>
              <a:prstDash val="solid"/>
            </a:ln>
          </p:spPr>
        </p:sp>
        <p:sp>
          <p:nvSpPr>
            <p:cNvPr id="5657" name="dense-map-5-cell-95">
              <a:extLst>
                <a:ext uri="{FF2B5EF4-FFF2-40B4-BE49-F238E27FC236}">
                  <a16:creationId xmlns:a16="http://schemas.microsoft.com/office/drawing/2014/main" id="{A3D652BD-48F9-4209-A23C-BD99B28C49A5}"/>
                </a:ext>
              </a:extLst>
            </p:cNvPr>
            <p:cNvSpPr>
              <a:spLocks noGrp="1"/>
            </p:cNvSpPr>
            <p:nvPr/>
          </p:nvSpPr>
          <p:spPr>
            <a:xfrm>
              <a:off x="22186900" y="6591300"/>
              <a:ext cx="236680" cy="6096"/>
            </a:xfrm>
            <a:prstGeom prst="rect">
              <a:avLst/>
            </a:prstGeom>
            <a:solidFill>
              <a:srgbClr val="5E8E55"/>
            </a:solidFill>
            <a:ln w="0">
              <a:noFill/>
              <a:prstDash val="solid"/>
            </a:ln>
          </p:spPr>
        </p:sp>
        <p:sp>
          <p:nvSpPr>
            <p:cNvPr id="5658" name="dense-map-5-cell-94">
              <a:extLst>
                <a:ext uri="{FF2B5EF4-FFF2-40B4-BE49-F238E27FC236}">
                  <a16:creationId xmlns:a16="http://schemas.microsoft.com/office/drawing/2014/main" id="{2167420A-6E06-40D4-9294-40C935027049}"/>
                </a:ext>
              </a:extLst>
            </p:cNvPr>
            <p:cNvSpPr>
              <a:spLocks noGrp="1"/>
            </p:cNvSpPr>
            <p:nvPr/>
          </p:nvSpPr>
          <p:spPr>
            <a:xfrm>
              <a:off x="22186900" y="6597253"/>
              <a:ext cx="236680" cy="6096"/>
            </a:xfrm>
            <a:prstGeom prst="rect">
              <a:avLst/>
            </a:prstGeom>
            <a:solidFill>
              <a:srgbClr val="5E8749"/>
            </a:solidFill>
            <a:ln w="0">
              <a:noFill/>
              <a:prstDash val="solid"/>
            </a:ln>
          </p:spPr>
        </p:sp>
        <p:sp>
          <p:nvSpPr>
            <p:cNvPr id="5659" name="dense-map-5-cell-93">
              <a:extLst>
                <a:ext uri="{FF2B5EF4-FFF2-40B4-BE49-F238E27FC236}">
                  <a16:creationId xmlns:a16="http://schemas.microsoft.com/office/drawing/2014/main" id="{674B4FEF-6C31-40E1-BAC8-0595DA8B88F8}"/>
                </a:ext>
              </a:extLst>
            </p:cNvPr>
            <p:cNvSpPr>
              <a:spLocks noGrp="1"/>
            </p:cNvSpPr>
            <p:nvPr/>
          </p:nvSpPr>
          <p:spPr>
            <a:xfrm>
              <a:off x="22186900" y="6603206"/>
              <a:ext cx="236680" cy="6096"/>
            </a:xfrm>
            <a:prstGeom prst="rect">
              <a:avLst/>
            </a:prstGeom>
            <a:solidFill>
              <a:srgbClr val="5E8342"/>
            </a:solidFill>
            <a:ln w="0">
              <a:noFill/>
              <a:prstDash val="solid"/>
            </a:ln>
          </p:spPr>
        </p:sp>
        <p:sp>
          <p:nvSpPr>
            <p:cNvPr id="5660" name="dense-map-5-cell-92">
              <a:extLst>
                <a:ext uri="{FF2B5EF4-FFF2-40B4-BE49-F238E27FC236}">
                  <a16:creationId xmlns:a16="http://schemas.microsoft.com/office/drawing/2014/main" id="{9EBB69CE-7643-4410-ABB9-849F382E9A06}"/>
                </a:ext>
              </a:extLst>
            </p:cNvPr>
            <p:cNvSpPr>
              <a:spLocks noGrp="1"/>
            </p:cNvSpPr>
            <p:nvPr/>
          </p:nvSpPr>
          <p:spPr>
            <a:xfrm>
              <a:off x="22186900" y="6609159"/>
              <a:ext cx="236680" cy="6096"/>
            </a:xfrm>
            <a:prstGeom prst="rect">
              <a:avLst/>
            </a:prstGeom>
            <a:solidFill>
              <a:srgbClr val="5D8241"/>
            </a:solidFill>
            <a:ln w="0">
              <a:noFill/>
              <a:prstDash val="solid"/>
            </a:ln>
          </p:spPr>
        </p:sp>
        <p:sp>
          <p:nvSpPr>
            <p:cNvPr id="5661" name="dense-map-5-cell-91">
              <a:extLst>
                <a:ext uri="{FF2B5EF4-FFF2-40B4-BE49-F238E27FC236}">
                  <a16:creationId xmlns:a16="http://schemas.microsoft.com/office/drawing/2014/main" id="{A19F6F25-FDB6-448E-86D3-9178E46C2FFD}"/>
                </a:ext>
              </a:extLst>
            </p:cNvPr>
            <p:cNvSpPr>
              <a:spLocks noGrp="1"/>
            </p:cNvSpPr>
            <p:nvPr/>
          </p:nvSpPr>
          <p:spPr>
            <a:xfrm>
              <a:off x="22186900" y="6615113"/>
              <a:ext cx="236680" cy="6096"/>
            </a:xfrm>
            <a:prstGeom prst="rect">
              <a:avLst/>
            </a:prstGeom>
            <a:solidFill>
              <a:srgbClr val="5D8241"/>
            </a:solidFill>
            <a:ln w="0">
              <a:noFill/>
              <a:prstDash val="solid"/>
            </a:ln>
          </p:spPr>
        </p:sp>
        <p:sp>
          <p:nvSpPr>
            <p:cNvPr id="5662" name="dense-map-5-cell-90">
              <a:extLst>
                <a:ext uri="{FF2B5EF4-FFF2-40B4-BE49-F238E27FC236}">
                  <a16:creationId xmlns:a16="http://schemas.microsoft.com/office/drawing/2014/main" id="{DB94816B-C238-4E56-B8E6-221945F1E077}"/>
                </a:ext>
              </a:extLst>
            </p:cNvPr>
            <p:cNvSpPr>
              <a:spLocks noGrp="1"/>
            </p:cNvSpPr>
            <p:nvPr/>
          </p:nvSpPr>
          <p:spPr>
            <a:xfrm>
              <a:off x="22186900" y="6621066"/>
              <a:ext cx="236680" cy="6096"/>
            </a:xfrm>
            <a:prstGeom prst="rect">
              <a:avLst/>
            </a:prstGeom>
            <a:solidFill>
              <a:srgbClr val="5D8241"/>
            </a:solidFill>
            <a:ln w="0">
              <a:noFill/>
              <a:prstDash val="solid"/>
            </a:ln>
          </p:spPr>
        </p:sp>
        <p:sp>
          <p:nvSpPr>
            <p:cNvPr id="5663" name="dense-map-5-cell-89">
              <a:extLst>
                <a:ext uri="{FF2B5EF4-FFF2-40B4-BE49-F238E27FC236}">
                  <a16:creationId xmlns:a16="http://schemas.microsoft.com/office/drawing/2014/main" id="{E9C23C77-7418-46C0-9726-02DB3C2C1E20}"/>
                </a:ext>
              </a:extLst>
            </p:cNvPr>
            <p:cNvSpPr>
              <a:spLocks noGrp="1"/>
            </p:cNvSpPr>
            <p:nvPr/>
          </p:nvSpPr>
          <p:spPr>
            <a:xfrm>
              <a:off x="22186900" y="6627019"/>
              <a:ext cx="236680" cy="6096"/>
            </a:xfrm>
            <a:prstGeom prst="rect">
              <a:avLst/>
            </a:prstGeom>
            <a:solidFill>
              <a:srgbClr val="5D8241"/>
            </a:solidFill>
            <a:ln w="0">
              <a:noFill/>
              <a:prstDash val="solid"/>
            </a:ln>
          </p:spPr>
        </p:sp>
        <p:sp>
          <p:nvSpPr>
            <p:cNvPr id="5664" name="dense-map-5-cell-88">
              <a:extLst>
                <a:ext uri="{FF2B5EF4-FFF2-40B4-BE49-F238E27FC236}">
                  <a16:creationId xmlns:a16="http://schemas.microsoft.com/office/drawing/2014/main" id="{822DF205-AC3B-4B2B-AB75-A3A1A1D28DBD}"/>
                </a:ext>
              </a:extLst>
            </p:cNvPr>
            <p:cNvSpPr>
              <a:spLocks noGrp="1"/>
            </p:cNvSpPr>
            <p:nvPr/>
          </p:nvSpPr>
          <p:spPr>
            <a:xfrm>
              <a:off x="22186900" y="6632972"/>
              <a:ext cx="236680" cy="6096"/>
            </a:xfrm>
            <a:prstGeom prst="rect">
              <a:avLst/>
            </a:prstGeom>
            <a:solidFill>
              <a:srgbClr val="5D8241"/>
            </a:solidFill>
            <a:ln w="0">
              <a:noFill/>
              <a:prstDash val="solid"/>
            </a:ln>
          </p:spPr>
        </p:sp>
        <p:sp>
          <p:nvSpPr>
            <p:cNvPr id="5665" name="dense-map-5-cell-87">
              <a:extLst>
                <a:ext uri="{FF2B5EF4-FFF2-40B4-BE49-F238E27FC236}">
                  <a16:creationId xmlns:a16="http://schemas.microsoft.com/office/drawing/2014/main" id="{3A6BFF89-7D3D-4CEC-8349-B8D6FFF8C1F3}"/>
                </a:ext>
              </a:extLst>
            </p:cNvPr>
            <p:cNvSpPr>
              <a:spLocks noGrp="1"/>
            </p:cNvSpPr>
            <p:nvPr/>
          </p:nvSpPr>
          <p:spPr>
            <a:xfrm>
              <a:off x="22186900" y="6638925"/>
              <a:ext cx="236680" cy="6096"/>
            </a:xfrm>
            <a:prstGeom prst="rect">
              <a:avLst/>
            </a:prstGeom>
            <a:solidFill>
              <a:srgbClr val="5D8241"/>
            </a:solidFill>
            <a:ln w="0">
              <a:noFill/>
              <a:prstDash val="solid"/>
            </a:ln>
          </p:spPr>
        </p:sp>
        <p:sp>
          <p:nvSpPr>
            <p:cNvPr id="5666" name="dense-map-5-cell-86">
              <a:extLst>
                <a:ext uri="{FF2B5EF4-FFF2-40B4-BE49-F238E27FC236}">
                  <a16:creationId xmlns:a16="http://schemas.microsoft.com/office/drawing/2014/main" id="{270E00C9-027F-4593-B2B2-35BADBF39638}"/>
                </a:ext>
              </a:extLst>
            </p:cNvPr>
            <p:cNvSpPr>
              <a:spLocks noGrp="1"/>
            </p:cNvSpPr>
            <p:nvPr/>
          </p:nvSpPr>
          <p:spPr>
            <a:xfrm>
              <a:off x="22186900" y="6644878"/>
              <a:ext cx="236680" cy="6096"/>
            </a:xfrm>
            <a:prstGeom prst="rect">
              <a:avLst/>
            </a:prstGeom>
            <a:solidFill>
              <a:srgbClr val="5F8240"/>
            </a:solidFill>
            <a:ln w="0">
              <a:noFill/>
              <a:prstDash val="solid"/>
            </a:ln>
          </p:spPr>
        </p:sp>
        <p:sp>
          <p:nvSpPr>
            <p:cNvPr id="5667" name="dense-map-5-cell-85">
              <a:extLst>
                <a:ext uri="{FF2B5EF4-FFF2-40B4-BE49-F238E27FC236}">
                  <a16:creationId xmlns:a16="http://schemas.microsoft.com/office/drawing/2014/main" id="{B924AD46-9099-4712-BDB8-2D967C3930D8}"/>
                </a:ext>
              </a:extLst>
            </p:cNvPr>
            <p:cNvSpPr>
              <a:spLocks noGrp="1"/>
            </p:cNvSpPr>
            <p:nvPr/>
          </p:nvSpPr>
          <p:spPr>
            <a:xfrm>
              <a:off x="22186900" y="6650831"/>
              <a:ext cx="236680" cy="6096"/>
            </a:xfrm>
            <a:prstGeom prst="rect">
              <a:avLst/>
            </a:prstGeom>
            <a:solidFill>
              <a:srgbClr val="63803D"/>
            </a:solidFill>
            <a:ln w="0">
              <a:noFill/>
              <a:prstDash val="solid"/>
            </a:ln>
          </p:spPr>
        </p:sp>
        <p:sp>
          <p:nvSpPr>
            <p:cNvPr id="5668" name="dense-map-5-cell-84">
              <a:extLst>
                <a:ext uri="{FF2B5EF4-FFF2-40B4-BE49-F238E27FC236}">
                  <a16:creationId xmlns:a16="http://schemas.microsoft.com/office/drawing/2014/main" id="{D6825916-1FE6-4996-8F54-276740B9930D}"/>
                </a:ext>
              </a:extLst>
            </p:cNvPr>
            <p:cNvSpPr>
              <a:spLocks noGrp="1"/>
            </p:cNvSpPr>
            <p:nvPr/>
          </p:nvSpPr>
          <p:spPr>
            <a:xfrm>
              <a:off x="22186900" y="6656784"/>
              <a:ext cx="236680" cy="6096"/>
            </a:xfrm>
            <a:prstGeom prst="rect">
              <a:avLst/>
            </a:prstGeom>
            <a:solidFill>
              <a:srgbClr val="6B7E39"/>
            </a:solidFill>
            <a:ln w="0">
              <a:noFill/>
              <a:prstDash val="solid"/>
            </a:ln>
          </p:spPr>
        </p:sp>
        <p:sp>
          <p:nvSpPr>
            <p:cNvPr id="5669" name="dense-map-5-cell-83">
              <a:extLst>
                <a:ext uri="{FF2B5EF4-FFF2-40B4-BE49-F238E27FC236}">
                  <a16:creationId xmlns:a16="http://schemas.microsoft.com/office/drawing/2014/main" id="{B360DC3D-7D6A-47DC-9A83-CDD57B5B9DEB}"/>
                </a:ext>
              </a:extLst>
            </p:cNvPr>
            <p:cNvSpPr>
              <a:spLocks noGrp="1"/>
            </p:cNvSpPr>
            <p:nvPr/>
          </p:nvSpPr>
          <p:spPr>
            <a:xfrm>
              <a:off x="22186900" y="6662738"/>
              <a:ext cx="236680" cy="6096"/>
            </a:xfrm>
            <a:prstGeom prst="rect">
              <a:avLst/>
            </a:prstGeom>
            <a:solidFill>
              <a:srgbClr val="757B34"/>
            </a:solidFill>
            <a:ln w="0">
              <a:noFill/>
              <a:prstDash val="solid"/>
            </a:ln>
          </p:spPr>
        </p:sp>
        <p:sp>
          <p:nvSpPr>
            <p:cNvPr id="5670" name="dense-map-5-cell-82">
              <a:extLst>
                <a:ext uri="{FF2B5EF4-FFF2-40B4-BE49-F238E27FC236}">
                  <a16:creationId xmlns:a16="http://schemas.microsoft.com/office/drawing/2014/main" id="{E7CF6168-23B1-4D14-AC7A-6957DCDE83B0}"/>
                </a:ext>
              </a:extLst>
            </p:cNvPr>
            <p:cNvSpPr>
              <a:spLocks noGrp="1"/>
            </p:cNvSpPr>
            <p:nvPr/>
          </p:nvSpPr>
          <p:spPr>
            <a:xfrm>
              <a:off x="22186900" y="6668691"/>
              <a:ext cx="236680" cy="6096"/>
            </a:xfrm>
            <a:prstGeom prst="rect">
              <a:avLst/>
            </a:prstGeom>
            <a:solidFill>
              <a:srgbClr val="7F782E"/>
            </a:solidFill>
            <a:ln w="0">
              <a:noFill/>
              <a:prstDash val="solid"/>
            </a:ln>
          </p:spPr>
        </p:sp>
        <p:sp>
          <p:nvSpPr>
            <p:cNvPr id="5671" name="dense-map-5-cell-81">
              <a:extLst>
                <a:ext uri="{FF2B5EF4-FFF2-40B4-BE49-F238E27FC236}">
                  <a16:creationId xmlns:a16="http://schemas.microsoft.com/office/drawing/2014/main" id="{5DB3FF62-75D0-4753-8436-8F0270931030}"/>
                </a:ext>
              </a:extLst>
            </p:cNvPr>
            <p:cNvSpPr>
              <a:spLocks noGrp="1"/>
            </p:cNvSpPr>
            <p:nvPr/>
          </p:nvSpPr>
          <p:spPr>
            <a:xfrm>
              <a:off x="22186900" y="6674644"/>
              <a:ext cx="236680" cy="6096"/>
            </a:xfrm>
            <a:prstGeom prst="rect">
              <a:avLst/>
            </a:prstGeom>
            <a:solidFill>
              <a:srgbClr val="8A7428"/>
            </a:solidFill>
            <a:ln w="0">
              <a:noFill/>
              <a:prstDash val="solid"/>
            </a:ln>
          </p:spPr>
        </p:sp>
        <p:sp>
          <p:nvSpPr>
            <p:cNvPr id="5672" name="dense-map-5-cell-80">
              <a:extLst>
                <a:ext uri="{FF2B5EF4-FFF2-40B4-BE49-F238E27FC236}">
                  <a16:creationId xmlns:a16="http://schemas.microsoft.com/office/drawing/2014/main" id="{A83A820C-3367-4C25-8619-7C8D53DA31C4}"/>
                </a:ext>
              </a:extLst>
            </p:cNvPr>
            <p:cNvSpPr>
              <a:spLocks noGrp="1"/>
            </p:cNvSpPr>
            <p:nvPr/>
          </p:nvSpPr>
          <p:spPr>
            <a:xfrm>
              <a:off x="22186900" y="6680597"/>
              <a:ext cx="236680" cy="6096"/>
            </a:xfrm>
            <a:prstGeom prst="rect">
              <a:avLst/>
            </a:prstGeom>
            <a:solidFill>
              <a:srgbClr val="937224"/>
            </a:solidFill>
            <a:ln w="0">
              <a:noFill/>
              <a:prstDash val="solid"/>
            </a:ln>
          </p:spPr>
        </p:sp>
        <p:sp>
          <p:nvSpPr>
            <p:cNvPr id="5673" name="dense-map-5-cell-79">
              <a:extLst>
                <a:ext uri="{FF2B5EF4-FFF2-40B4-BE49-F238E27FC236}">
                  <a16:creationId xmlns:a16="http://schemas.microsoft.com/office/drawing/2014/main" id="{F7094EC7-AB5A-4D00-BDC0-439861C54627}"/>
                </a:ext>
              </a:extLst>
            </p:cNvPr>
            <p:cNvSpPr>
              <a:spLocks noGrp="1"/>
            </p:cNvSpPr>
            <p:nvPr/>
          </p:nvSpPr>
          <p:spPr>
            <a:xfrm>
              <a:off x="22186900" y="6686550"/>
              <a:ext cx="236680" cy="6096"/>
            </a:xfrm>
            <a:prstGeom prst="rect">
              <a:avLst/>
            </a:prstGeom>
            <a:solidFill>
              <a:srgbClr val="937224"/>
            </a:solidFill>
            <a:ln w="0">
              <a:noFill/>
              <a:prstDash val="solid"/>
            </a:ln>
          </p:spPr>
        </p:sp>
        <p:sp>
          <p:nvSpPr>
            <p:cNvPr id="5674" name="dense-map-5-cell-78">
              <a:extLst>
                <a:ext uri="{FF2B5EF4-FFF2-40B4-BE49-F238E27FC236}">
                  <a16:creationId xmlns:a16="http://schemas.microsoft.com/office/drawing/2014/main" id="{FFEEBAE3-DA32-4A0F-BBE2-1D40E9C87B36}"/>
                </a:ext>
              </a:extLst>
            </p:cNvPr>
            <p:cNvSpPr>
              <a:spLocks noGrp="1"/>
            </p:cNvSpPr>
            <p:nvPr/>
          </p:nvSpPr>
          <p:spPr>
            <a:xfrm>
              <a:off x="22186900" y="6692503"/>
              <a:ext cx="236680" cy="6096"/>
            </a:xfrm>
            <a:prstGeom prst="rect">
              <a:avLst/>
            </a:prstGeom>
            <a:solidFill>
              <a:srgbClr val="937528"/>
            </a:solidFill>
            <a:ln w="0">
              <a:noFill/>
              <a:prstDash val="solid"/>
            </a:ln>
          </p:spPr>
        </p:sp>
        <p:sp>
          <p:nvSpPr>
            <p:cNvPr id="5675" name="dense-map-5-cell-77">
              <a:extLst>
                <a:ext uri="{FF2B5EF4-FFF2-40B4-BE49-F238E27FC236}">
                  <a16:creationId xmlns:a16="http://schemas.microsoft.com/office/drawing/2014/main" id="{93FE3D2F-CBB5-4CBE-8021-293168067759}"/>
                </a:ext>
              </a:extLst>
            </p:cNvPr>
            <p:cNvSpPr>
              <a:spLocks noGrp="1"/>
            </p:cNvSpPr>
            <p:nvPr/>
          </p:nvSpPr>
          <p:spPr>
            <a:xfrm>
              <a:off x="22186900" y="6698456"/>
              <a:ext cx="236680" cy="6096"/>
            </a:xfrm>
            <a:prstGeom prst="rect">
              <a:avLst/>
            </a:prstGeom>
            <a:solidFill>
              <a:srgbClr val="8E7E39"/>
            </a:solidFill>
            <a:ln w="0">
              <a:noFill/>
              <a:prstDash val="solid"/>
            </a:ln>
          </p:spPr>
        </p:sp>
        <p:sp>
          <p:nvSpPr>
            <p:cNvPr id="5676" name="dense-map-5-cell-76">
              <a:extLst>
                <a:ext uri="{FF2B5EF4-FFF2-40B4-BE49-F238E27FC236}">
                  <a16:creationId xmlns:a16="http://schemas.microsoft.com/office/drawing/2014/main" id="{EE70D3EB-3AD6-45D3-8F25-9ABE20F2EB90}"/>
                </a:ext>
              </a:extLst>
            </p:cNvPr>
            <p:cNvSpPr>
              <a:spLocks noGrp="1"/>
            </p:cNvSpPr>
            <p:nvPr/>
          </p:nvSpPr>
          <p:spPr>
            <a:xfrm>
              <a:off x="22186900" y="6704409"/>
              <a:ext cx="236680" cy="6096"/>
            </a:xfrm>
            <a:prstGeom prst="rect">
              <a:avLst/>
            </a:prstGeom>
            <a:solidFill>
              <a:srgbClr val="828D53"/>
            </a:solidFill>
            <a:ln w="0">
              <a:noFill/>
              <a:prstDash val="solid"/>
            </a:ln>
          </p:spPr>
        </p:sp>
        <p:sp>
          <p:nvSpPr>
            <p:cNvPr id="5677" name="dense-map-5-cell-75">
              <a:extLst>
                <a:ext uri="{FF2B5EF4-FFF2-40B4-BE49-F238E27FC236}">
                  <a16:creationId xmlns:a16="http://schemas.microsoft.com/office/drawing/2014/main" id="{1441F8E1-499D-4F3E-908C-34D724224B4A}"/>
                </a:ext>
              </a:extLst>
            </p:cNvPr>
            <p:cNvSpPr>
              <a:spLocks noGrp="1"/>
            </p:cNvSpPr>
            <p:nvPr/>
          </p:nvSpPr>
          <p:spPr>
            <a:xfrm>
              <a:off x="22186900" y="6710363"/>
              <a:ext cx="236680" cy="6096"/>
            </a:xfrm>
            <a:prstGeom prst="rect">
              <a:avLst/>
            </a:prstGeom>
            <a:solidFill>
              <a:srgbClr val="A09F70"/>
            </a:solidFill>
            <a:ln w="0">
              <a:noFill/>
              <a:prstDash val="solid"/>
            </a:ln>
          </p:spPr>
        </p:sp>
        <p:sp>
          <p:nvSpPr>
            <p:cNvPr id="5678" name="dense-map-5-cell-74">
              <a:extLst>
                <a:ext uri="{FF2B5EF4-FFF2-40B4-BE49-F238E27FC236}">
                  <a16:creationId xmlns:a16="http://schemas.microsoft.com/office/drawing/2014/main" id="{5FC5966F-B70E-4311-A351-0FE0AD042CC0}"/>
                </a:ext>
              </a:extLst>
            </p:cNvPr>
            <p:cNvSpPr>
              <a:spLocks noGrp="1"/>
            </p:cNvSpPr>
            <p:nvPr/>
          </p:nvSpPr>
          <p:spPr>
            <a:xfrm>
              <a:off x="22186900" y="6716316"/>
              <a:ext cx="236680" cy="6096"/>
            </a:xfrm>
            <a:prstGeom prst="rect">
              <a:avLst/>
            </a:prstGeom>
            <a:solidFill>
              <a:srgbClr val="9BBBA2"/>
            </a:solidFill>
            <a:ln w="0">
              <a:noFill/>
              <a:prstDash val="solid"/>
            </a:ln>
          </p:spPr>
        </p:sp>
        <p:sp>
          <p:nvSpPr>
            <p:cNvPr id="5679" name="dense-map-5-cell-73">
              <a:extLst>
                <a:ext uri="{FF2B5EF4-FFF2-40B4-BE49-F238E27FC236}">
                  <a16:creationId xmlns:a16="http://schemas.microsoft.com/office/drawing/2014/main" id="{A53A6C5A-E1E8-47FD-A430-AC66A579FBEC}"/>
                </a:ext>
              </a:extLst>
            </p:cNvPr>
            <p:cNvSpPr>
              <a:spLocks noGrp="1"/>
            </p:cNvSpPr>
            <p:nvPr/>
          </p:nvSpPr>
          <p:spPr>
            <a:xfrm>
              <a:off x="22186900" y="6722269"/>
              <a:ext cx="236680" cy="6096"/>
            </a:xfrm>
            <a:prstGeom prst="rect">
              <a:avLst/>
            </a:prstGeom>
            <a:solidFill>
              <a:srgbClr val="D3D7D0"/>
            </a:solidFill>
            <a:ln w="0">
              <a:noFill/>
              <a:prstDash val="solid"/>
            </a:ln>
          </p:spPr>
        </p:sp>
        <p:sp>
          <p:nvSpPr>
            <p:cNvPr id="5680" name="dense-map-5-cell-72">
              <a:extLst>
                <a:ext uri="{FF2B5EF4-FFF2-40B4-BE49-F238E27FC236}">
                  <a16:creationId xmlns:a16="http://schemas.microsoft.com/office/drawing/2014/main" id="{B34F9A63-FF9E-48D0-BA6B-3BE7F218ED77}"/>
                </a:ext>
              </a:extLst>
            </p:cNvPr>
            <p:cNvSpPr>
              <a:spLocks noGrp="1"/>
            </p:cNvSpPr>
            <p:nvPr/>
          </p:nvSpPr>
          <p:spPr>
            <a:xfrm>
              <a:off x="22186900" y="6728222"/>
              <a:ext cx="236680" cy="6096"/>
            </a:xfrm>
            <a:prstGeom prst="rect">
              <a:avLst/>
            </a:prstGeom>
            <a:solidFill>
              <a:srgbClr val="DCE8ED"/>
            </a:solidFill>
            <a:ln w="0">
              <a:noFill/>
              <a:prstDash val="solid"/>
            </a:ln>
          </p:spPr>
        </p:sp>
        <p:sp>
          <p:nvSpPr>
            <p:cNvPr id="5681" name="dense-map-5-cell-71">
              <a:extLst>
                <a:ext uri="{FF2B5EF4-FFF2-40B4-BE49-F238E27FC236}">
                  <a16:creationId xmlns:a16="http://schemas.microsoft.com/office/drawing/2014/main" id="{229EB936-99AA-41C8-A779-2EF724363AB2}"/>
                </a:ext>
              </a:extLst>
            </p:cNvPr>
            <p:cNvSpPr>
              <a:spLocks noGrp="1"/>
            </p:cNvSpPr>
            <p:nvPr/>
          </p:nvSpPr>
          <p:spPr>
            <a:xfrm>
              <a:off x="22186900" y="6734175"/>
              <a:ext cx="236680" cy="6096"/>
            </a:xfrm>
            <a:prstGeom prst="rect">
              <a:avLst/>
            </a:prstGeom>
            <a:solidFill>
              <a:srgbClr val="DCE8ED"/>
            </a:solidFill>
            <a:ln w="0">
              <a:noFill/>
              <a:prstDash val="solid"/>
            </a:ln>
          </p:spPr>
        </p:sp>
        <p:sp>
          <p:nvSpPr>
            <p:cNvPr id="5682" name="dense-map-5-cell-70">
              <a:extLst>
                <a:ext uri="{FF2B5EF4-FFF2-40B4-BE49-F238E27FC236}">
                  <a16:creationId xmlns:a16="http://schemas.microsoft.com/office/drawing/2014/main" id="{C425B373-F9C4-4BC0-890D-AF0EDA079882}"/>
                </a:ext>
              </a:extLst>
            </p:cNvPr>
            <p:cNvSpPr>
              <a:spLocks noGrp="1"/>
            </p:cNvSpPr>
            <p:nvPr/>
          </p:nvSpPr>
          <p:spPr>
            <a:xfrm>
              <a:off x="22186900" y="6740128"/>
              <a:ext cx="236680" cy="6096"/>
            </a:xfrm>
            <a:prstGeom prst="rect">
              <a:avLst/>
            </a:prstGeom>
            <a:solidFill>
              <a:srgbClr val="DCE8ED"/>
            </a:solidFill>
            <a:ln w="0">
              <a:noFill/>
              <a:prstDash val="solid"/>
            </a:ln>
          </p:spPr>
        </p:sp>
        <p:sp>
          <p:nvSpPr>
            <p:cNvPr id="5683" name="dense-map-5-cell-69">
              <a:extLst>
                <a:ext uri="{FF2B5EF4-FFF2-40B4-BE49-F238E27FC236}">
                  <a16:creationId xmlns:a16="http://schemas.microsoft.com/office/drawing/2014/main" id="{D3A24196-629A-40DE-AC44-2A9FBC3D0A47}"/>
                </a:ext>
              </a:extLst>
            </p:cNvPr>
            <p:cNvSpPr>
              <a:spLocks noGrp="1"/>
            </p:cNvSpPr>
            <p:nvPr/>
          </p:nvSpPr>
          <p:spPr>
            <a:xfrm>
              <a:off x="22186900" y="6746081"/>
              <a:ext cx="236680" cy="6096"/>
            </a:xfrm>
            <a:prstGeom prst="rect">
              <a:avLst/>
            </a:prstGeom>
            <a:solidFill>
              <a:srgbClr val="DCE8ED"/>
            </a:solidFill>
            <a:ln w="0">
              <a:noFill/>
              <a:prstDash val="solid"/>
            </a:ln>
          </p:spPr>
        </p:sp>
        <p:sp>
          <p:nvSpPr>
            <p:cNvPr id="5684" name="dense-map-5-cell-68">
              <a:extLst>
                <a:ext uri="{FF2B5EF4-FFF2-40B4-BE49-F238E27FC236}">
                  <a16:creationId xmlns:a16="http://schemas.microsoft.com/office/drawing/2014/main" id="{1F979F4B-C8A2-4421-9AFB-88F663C6CD27}"/>
                </a:ext>
              </a:extLst>
            </p:cNvPr>
            <p:cNvSpPr>
              <a:spLocks noGrp="1"/>
            </p:cNvSpPr>
            <p:nvPr/>
          </p:nvSpPr>
          <p:spPr>
            <a:xfrm>
              <a:off x="22186900" y="6752034"/>
              <a:ext cx="236680" cy="6096"/>
            </a:xfrm>
            <a:prstGeom prst="rect">
              <a:avLst/>
            </a:prstGeom>
            <a:solidFill>
              <a:srgbClr val="DCE8ED"/>
            </a:solidFill>
            <a:ln w="0">
              <a:noFill/>
              <a:prstDash val="solid"/>
            </a:ln>
          </p:spPr>
        </p:sp>
        <p:sp>
          <p:nvSpPr>
            <p:cNvPr id="5685" name="dense-map-5-cell-67">
              <a:extLst>
                <a:ext uri="{FF2B5EF4-FFF2-40B4-BE49-F238E27FC236}">
                  <a16:creationId xmlns:a16="http://schemas.microsoft.com/office/drawing/2014/main" id="{9094F17B-C415-49CB-B4E8-E04DEAEAA962}"/>
                </a:ext>
              </a:extLst>
            </p:cNvPr>
            <p:cNvSpPr>
              <a:spLocks noGrp="1"/>
            </p:cNvSpPr>
            <p:nvPr/>
          </p:nvSpPr>
          <p:spPr>
            <a:xfrm>
              <a:off x="22186900" y="6757988"/>
              <a:ext cx="236680" cy="6096"/>
            </a:xfrm>
            <a:prstGeom prst="rect">
              <a:avLst/>
            </a:prstGeom>
            <a:solidFill>
              <a:srgbClr val="DCE8ED"/>
            </a:solidFill>
            <a:ln w="0">
              <a:noFill/>
              <a:prstDash val="solid"/>
            </a:ln>
          </p:spPr>
        </p:sp>
        <p:sp>
          <p:nvSpPr>
            <p:cNvPr id="5686" name="dense-map-5-cell-66">
              <a:extLst>
                <a:ext uri="{FF2B5EF4-FFF2-40B4-BE49-F238E27FC236}">
                  <a16:creationId xmlns:a16="http://schemas.microsoft.com/office/drawing/2014/main" id="{D14B49B9-D742-4823-AA8F-17EA6CED95EE}"/>
                </a:ext>
              </a:extLst>
            </p:cNvPr>
            <p:cNvSpPr>
              <a:spLocks noGrp="1"/>
            </p:cNvSpPr>
            <p:nvPr/>
          </p:nvSpPr>
          <p:spPr>
            <a:xfrm>
              <a:off x="22186900" y="6763941"/>
              <a:ext cx="236680" cy="6096"/>
            </a:xfrm>
            <a:prstGeom prst="rect">
              <a:avLst/>
            </a:prstGeom>
            <a:solidFill>
              <a:srgbClr val="DCE8ED"/>
            </a:solidFill>
            <a:ln w="0">
              <a:noFill/>
              <a:prstDash val="solid"/>
            </a:ln>
          </p:spPr>
        </p:sp>
        <p:sp>
          <p:nvSpPr>
            <p:cNvPr id="5687" name="dense-map-5-cell-65">
              <a:extLst>
                <a:ext uri="{FF2B5EF4-FFF2-40B4-BE49-F238E27FC236}">
                  <a16:creationId xmlns:a16="http://schemas.microsoft.com/office/drawing/2014/main" id="{971BE65B-CBC8-4153-833E-F9737CF38F80}"/>
                </a:ext>
              </a:extLst>
            </p:cNvPr>
            <p:cNvSpPr>
              <a:spLocks noGrp="1"/>
            </p:cNvSpPr>
            <p:nvPr/>
          </p:nvSpPr>
          <p:spPr>
            <a:xfrm>
              <a:off x="22186900" y="6769894"/>
              <a:ext cx="236680" cy="6096"/>
            </a:xfrm>
            <a:prstGeom prst="rect">
              <a:avLst/>
            </a:prstGeom>
            <a:solidFill>
              <a:srgbClr val="DCE8ED"/>
            </a:solidFill>
            <a:ln w="0">
              <a:noFill/>
              <a:prstDash val="solid"/>
            </a:ln>
          </p:spPr>
        </p:sp>
        <p:sp>
          <p:nvSpPr>
            <p:cNvPr id="5688" name="dense-map-5-cell-64">
              <a:extLst>
                <a:ext uri="{FF2B5EF4-FFF2-40B4-BE49-F238E27FC236}">
                  <a16:creationId xmlns:a16="http://schemas.microsoft.com/office/drawing/2014/main" id="{166A8968-E688-40F2-BE1E-3C81F0C5C3A0}"/>
                </a:ext>
              </a:extLst>
            </p:cNvPr>
            <p:cNvSpPr>
              <a:spLocks noGrp="1"/>
            </p:cNvSpPr>
            <p:nvPr/>
          </p:nvSpPr>
          <p:spPr>
            <a:xfrm>
              <a:off x="22186900" y="6775847"/>
              <a:ext cx="236680" cy="6096"/>
            </a:xfrm>
            <a:prstGeom prst="rect">
              <a:avLst/>
            </a:prstGeom>
            <a:solidFill>
              <a:srgbClr val="DCE8ED"/>
            </a:solidFill>
            <a:ln w="0">
              <a:noFill/>
              <a:prstDash val="solid"/>
            </a:ln>
          </p:spPr>
        </p:sp>
        <p:sp>
          <p:nvSpPr>
            <p:cNvPr id="5689" name="dense-map-5-cell-63">
              <a:extLst>
                <a:ext uri="{FF2B5EF4-FFF2-40B4-BE49-F238E27FC236}">
                  <a16:creationId xmlns:a16="http://schemas.microsoft.com/office/drawing/2014/main" id="{462CB619-BAE5-4106-9251-1D95DCE88777}"/>
                </a:ext>
              </a:extLst>
            </p:cNvPr>
            <p:cNvSpPr>
              <a:spLocks noGrp="1"/>
            </p:cNvSpPr>
            <p:nvPr/>
          </p:nvSpPr>
          <p:spPr>
            <a:xfrm>
              <a:off x="22186900" y="6781800"/>
              <a:ext cx="236680" cy="6096"/>
            </a:xfrm>
            <a:prstGeom prst="rect">
              <a:avLst/>
            </a:prstGeom>
            <a:solidFill>
              <a:srgbClr val="DCE8ED"/>
            </a:solidFill>
            <a:ln w="0">
              <a:noFill/>
              <a:prstDash val="solid"/>
            </a:ln>
          </p:spPr>
        </p:sp>
        <p:sp>
          <p:nvSpPr>
            <p:cNvPr id="5690" name="dense-map-5-cell-62">
              <a:extLst>
                <a:ext uri="{FF2B5EF4-FFF2-40B4-BE49-F238E27FC236}">
                  <a16:creationId xmlns:a16="http://schemas.microsoft.com/office/drawing/2014/main" id="{39747B33-4555-4AD1-82F2-66CB53D9AFA2}"/>
                </a:ext>
              </a:extLst>
            </p:cNvPr>
            <p:cNvSpPr>
              <a:spLocks noGrp="1"/>
            </p:cNvSpPr>
            <p:nvPr/>
          </p:nvSpPr>
          <p:spPr>
            <a:xfrm>
              <a:off x="22186900" y="6787753"/>
              <a:ext cx="236680" cy="6096"/>
            </a:xfrm>
            <a:prstGeom prst="rect">
              <a:avLst/>
            </a:prstGeom>
            <a:solidFill>
              <a:srgbClr val="DCE8ED"/>
            </a:solidFill>
            <a:ln w="0">
              <a:noFill/>
              <a:prstDash val="solid"/>
            </a:ln>
          </p:spPr>
        </p:sp>
        <p:sp>
          <p:nvSpPr>
            <p:cNvPr id="5691" name="dense-map-5-cell-61">
              <a:extLst>
                <a:ext uri="{FF2B5EF4-FFF2-40B4-BE49-F238E27FC236}">
                  <a16:creationId xmlns:a16="http://schemas.microsoft.com/office/drawing/2014/main" id="{8D9816CE-70B0-4089-A4F3-AED90BF9EFA7}"/>
                </a:ext>
              </a:extLst>
            </p:cNvPr>
            <p:cNvSpPr>
              <a:spLocks noGrp="1"/>
            </p:cNvSpPr>
            <p:nvPr/>
          </p:nvSpPr>
          <p:spPr>
            <a:xfrm>
              <a:off x="22186900" y="6793706"/>
              <a:ext cx="236680" cy="6096"/>
            </a:xfrm>
            <a:prstGeom prst="rect">
              <a:avLst/>
            </a:prstGeom>
            <a:solidFill>
              <a:srgbClr val="DCE8ED"/>
            </a:solidFill>
            <a:ln w="0">
              <a:noFill/>
              <a:prstDash val="solid"/>
            </a:ln>
          </p:spPr>
        </p:sp>
        <p:sp>
          <p:nvSpPr>
            <p:cNvPr id="5692" name="dense-map-5-cell-60">
              <a:extLst>
                <a:ext uri="{FF2B5EF4-FFF2-40B4-BE49-F238E27FC236}">
                  <a16:creationId xmlns:a16="http://schemas.microsoft.com/office/drawing/2014/main" id="{C1C8D72C-9D14-4D7B-A068-AFD3AD560E0A}"/>
                </a:ext>
              </a:extLst>
            </p:cNvPr>
            <p:cNvSpPr>
              <a:spLocks noGrp="1"/>
            </p:cNvSpPr>
            <p:nvPr/>
          </p:nvSpPr>
          <p:spPr>
            <a:xfrm>
              <a:off x="22186900" y="6799659"/>
              <a:ext cx="236680" cy="6096"/>
            </a:xfrm>
            <a:prstGeom prst="rect">
              <a:avLst/>
            </a:prstGeom>
            <a:solidFill>
              <a:srgbClr val="DCE8ED"/>
            </a:solidFill>
            <a:ln w="0">
              <a:noFill/>
              <a:prstDash val="solid"/>
            </a:ln>
          </p:spPr>
        </p:sp>
        <p:sp>
          <p:nvSpPr>
            <p:cNvPr id="5693" name="dense-map-5-cell-59">
              <a:extLst>
                <a:ext uri="{FF2B5EF4-FFF2-40B4-BE49-F238E27FC236}">
                  <a16:creationId xmlns:a16="http://schemas.microsoft.com/office/drawing/2014/main" id="{FA47646C-AF2D-4E7A-A6F6-177350D0CF7A}"/>
                </a:ext>
              </a:extLst>
            </p:cNvPr>
            <p:cNvSpPr>
              <a:spLocks noGrp="1"/>
            </p:cNvSpPr>
            <p:nvPr/>
          </p:nvSpPr>
          <p:spPr>
            <a:xfrm>
              <a:off x="22186900" y="6805613"/>
              <a:ext cx="236680" cy="6096"/>
            </a:xfrm>
            <a:prstGeom prst="rect">
              <a:avLst/>
            </a:prstGeom>
            <a:solidFill>
              <a:srgbClr val="DCE8ED"/>
            </a:solidFill>
            <a:ln w="0">
              <a:noFill/>
              <a:prstDash val="solid"/>
            </a:ln>
          </p:spPr>
        </p:sp>
        <p:sp>
          <p:nvSpPr>
            <p:cNvPr id="5694" name="dense-map-5-cell-58">
              <a:extLst>
                <a:ext uri="{FF2B5EF4-FFF2-40B4-BE49-F238E27FC236}">
                  <a16:creationId xmlns:a16="http://schemas.microsoft.com/office/drawing/2014/main" id="{5723BA5E-8636-4AD3-A054-4528B2F043F7}"/>
                </a:ext>
              </a:extLst>
            </p:cNvPr>
            <p:cNvSpPr>
              <a:spLocks noGrp="1"/>
            </p:cNvSpPr>
            <p:nvPr/>
          </p:nvSpPr>
          <p:spPr>
            <a:xfrm>
              <a:off x="22186900" y="6811566"/>
              <a:ext cx="236680" cy="6096"/>
            </a:xfrm>
            <a:prstGeom prst="rect">
              <a:avLst/>
            </a:prstGeom>
            <a:solidFill>
              <a:srgbClr val="DCE8ED"/>
            </a:solidFill>
            <a:ln w="0">
              <a:noFill/>
              <a:prstDash val="solid"/>
            </a:ln>
          </p:spPr>
        </p:sp>
        <p:sp>
          <p:nvSpPr>
            <p:cNvPr id="5695" name="dense-map-5-cell-57">
              <a:extLst>
                <a:ext uri="{FF2B5EF4-FFF2-40B4-BE49-F238E27FC236}">
                  <a16:creationId xmlns:a16="http://schemas.microsoft.com/office/drawing/2014/main" id="{6C36C32F-C052-4350-A075-FBA65151298B}"/>
                </a:ext>
              </a:extLst>
            </p:cNvPr>
            <p:cNvSpPr>
              <a:spLocks noGrp="1"/>
            </p:cNvSpPr>
            <p:nvPr/>
          </p:nvSpPr>
          <p:spPr>
            <a:xfrm>
              <a:off x="22186900" y="6817519"/>
              <a:ext cx="236680" cy="6096"/>
            </a:xfrm>
            <a:prstGeom prst="rect">
              <a:avLst/>
            </a:prstGeom>
            <a:solidFill>
              <a:srgbClr val="DCE8ED"/>
            </a:solidFill>
            <a:ln w="0">
              <a:noFill/>
              <a:prstDash val="solid"/>
            </a:ln>
          </p:spPr>
        </p:sp>
        <p:sp>
          <p:nvSpPr>
            <p:cNvPr id="5696" name="dense-map-5-cell-56">
              <a:extLst>
                <a:ext uri="{FF2B5EF4-FFF2-40B4-BE49-F238E27FC236}">
                  <a16:creationId xmlns:a16="http://schemas.microsoft.com/office/drawing/2014/main" id="{7D3B7BD2-B51D-4787-8053-7D732BD8CBA7}"/>
                </a:ext>
              </a:extLst>
            </p:cNvPr>
            <p:cNvSpPr>
              <a:spLocks noGrp="1"/>
            </p:cNvSpPr>
            <p:nvPr/>
          </p:nvSpPr>
          <p:spPr>
            <a:xfrm>
              <a:off x="22186900" y="6823472"/>
              <a:ext cx="236680" cy="6096"/>
            </a:xfrm>
            <a:prstGeom prst="rect">
              <a:avLst/>
            </a:prstGeom>
            <a:solidFill>
              <a:srgbClr val="DCE8ED"/>
            </a:solidFill>
            <a:ln w="0">
              <a:noFill/>
              <a:prstDash val="solid"/>
            </a:ln>
          </p:spPr>
        </p:sp>
        <p:sp>
          <p:nvSpPr>
            <p:cNvPr id="5697" name="dense-map-5-cell-55">
              <a:extLst>
                <a:ext uri="{FF2B5EF4-FFF2-40B4-BE49-F238E27FC236}">
                  <a16:creationId xmlns:a16="http://schemas.microsoft.com/office/drawing/2014/main" id="{9D645E1C-EC5D-42DB-B376-00B6F742AB53}"/>
                </a:ext>
              </a:extLst>
            </p:cNvPr>
            <p:cNvSpPr>
              <a:spLocks noGrp="1"/>
            </p:cNvSpPr>
            <p:nvPr/>
          </p:nvSpPr>
          <p:spPr>
            <a:xfrm>
              <a:off x="22186900" y="6829425"/>
              <a:ext cx="236680" cy="6096"/>
            </a:xfrm>
            <a:prstGeom prst="rect">
              <a:avLst/>
            </a:prstGeom>
            <a:solidFill>
              <a:srgbClr val="DCE8ED"/>
            </a:solidFill>
            <a:ln w="0">
              <a:noFill/>
              <a:prstDash val="solid"/>
            </a:ln>
          </p:spPr>
        </p:sp>
        <p:sp>
          <p:nvSpPr>
            <p:cNvPr id="5698" name="dense-map-5-cell-54">
              <a:extLst>
                <a:ext uri="{FF2B5EF4-FFF2-40B4-BE49-F238E27FC236}">
                  <a16:creationId xmlns:a16="http://schemas.microsoft.com/office/drawing/2014/main" id="{C8C46A8A-FC93-4086-98A1-BBF5FEBCEA8F}"/>
                </a:ext>
              </a:extLst>
            </p:cNvPr>
            <p:cNvSpPr>
              <a:spLocks noGrp="1"/>
            </p:cNvSpPr>
            <p:nvPr/>
          </p:nvSpPr>
          <p:spPr>
            <a:xfrm>
              <a:off x="22186900" y="6835378"/>
              <a:ext cx="236680" cy="6096"/>
            </a:xfrm>
            <a:prstGeom prst="rect">
              <a:avLst/>
            </a:prstGeom>
            <a:solidFill>
              <a:srgbClr val="DCE8ED"/>
            </a:solidFill>
            <a:ln w="0">
              <a:noFill/>
              <a:prstDash val="solid"/>
            </a:ln>
          </p:spPr>
        </p:sp>
        <p:sp>
          <p:nvSpPr>
            <p:cNvPr id="5699" name="dense-map-5-cell-53">
              <a:extLst>
                <a:ext uri="{FF2B5EF4-FFF2-40B4-BE49-F238E27FC236}">
                  <a16:creationId xmlns:a16="http://schemas.microsoft.com/office/drawing/2014/main" id="{6CFA3095-1E0A-4B65-95ED-AD1C1F7C8927}"/>
                </a:ext>
              </a:extLst>
            </p:cNvPr>
            <p:cNvSpPr>
              <a:spLocks noGrp="1"/>
            </p:cNvSpPr>
            <p:nvPr/>
          </p:nvSpPr>
          <p:spPr>
            <a:xfrm>
              <a:off x="22186900" y="6841331"/>
              <a:ext cx="236680" cy="6096"/>
            </a:xfrm>
            <a:prstGeom prst="rect">
              <a:avLst/>
            </a:prstGeom>
            <a:solidFill>
              <a:srgbClr val="DBE5EB"/>
            </a:solidFill>
            <a:ln w="0">
              <a:noFill/>
              <a:prstDash val="solid"/>
            </a:ln>
          </p:spPr>
        </p:sp>
        <p:sp>
          <p:nvSpPr>
            <p:cNvPr id="5700" name="dense-map-5-cell-52">
              <a:extLst>
                <a:ext uri="{FF2B5EF4-FFF2-40B4-BE49-F238E27FC236}">
                  <a16:creationId xmlns:a16="http://schemas.microsoft.com/office/drawing/2014/main" id="{76C6187D-6F3C-4311-B05E-152A58DA3E1B}"/>
                </a:ext>
              </a:extLst>
            </p:cNvPr>
            <p:cNvSpPr>
              <a:spLocks noGrp="1"/>
            </p:cNvSpPr>
            <p:nvPr/>
          </p:nvSpPr>
          <p:spPr>
            <a:xfrm>
              <a:off x="22186900" y="6847284"/>
              <a:ext cx="236680" cy="6096"/>
            </a:xfrm>
            <a:prstGeom prst="rect">
              <a:avLst/>
            </a:prstGeom>
            <a:solidFill>
              <a:srgbClr val="DCE8ED"/>
            </a:solidFill>
            <a:ln w="0">
              <a:noFill/>
              <a:prstDash val="solid"/>
            </a:ln>
          </p:spPr>
        </p:sp>
        <p:sp>
          <p:nvSpPr>
            <p:cNvPr id="5701" name="dense-map-5-cell-51">
              <a:extLst>
                <a:ext uri="{FF2B5EF4-FFF2-40B4-BE49-F238E27FC236}">
                  <a16:creationId xmlns:a16="http://schemas.microsoft.com/office/drawing/2014/main" id="{73AD3FE3-0DD7-457B-B708-68821CF80593}"/>
                </a:ext>
              </a:extLst>
            </p:cNvPr>
            <p:cNvSpPr>
              <a:spLocks noGrp="1"/>
            </p:cNvSpPr>
            <p:nvPr/>
          </p:nvSpPr>
          <p:spPr>
            <a:xfrm>
              <a:off x="22186900" y="6853238"/>
              <a:ext cx="236680" cy="6096"/>
            </a:xfrm>
            <a:prstGeom prst="rect">
              <a:avLst/>
            </a:prstGeom>
            <a:solidFill>
              <a:srgbClr val="DCE8ED"/>
            </a:solidFill>
            <a:ln w="0">
              <a:noFill/>
              <a:prstDash val="solid"/>
            </a:ln>
          </p:spPr>
        </p:sp>
        <p:sp>
          <p:nvSpPr>
            <p:cNvPr id="5702" name="dense-map-5-cell-50">
              <a:extLst>
                <a:ext uri="{FF2B5EF4-FFF2-40B4-BE49-F238E27FC236}">
                  <a16:creationId xmlns:a16="http://schemas.microsoft.com/office/drawing/2014/main" id="{D202E8A6-489B-4A51-A0B4-71217D6DC048}"/>
                </a:ext>
              </a:extLst>
            </p:cNvPr>
            <p:cNvSpPr>
              <a:spLocks noGrp="1"/>
            </p:cNvSpPr>
            <p:nvPr/>
          </p:nvSpPr>
          <p:spPr>
            <a:xfrm>
              <a:off x="22186900" y="6859191"/>
              <a:ext cx="236680" cy="6096"/>
            </a:xfrm>
            <a:prstGeom prst="rect">
              <a:avLst/>
            </a:prstGeom>
            <a:solidFill>
              <a:srgbClr val="D7E6EA"/>
            </a:solidFill>
            <a:ln w="0">
              <a:noFill/>
              <a:prstDash val="solid"/>
            </a:ln>
          </p:spPr>
        </p:sp>
        <p:sp>
          <p:nvSpPr>
            <p:cNvPr id="5703" name="dense-map-5-cell-49">
              <a:extLst>
                <a:ext uri="{FF2B5EF4-FFF2-40B4-BE49-F238E27FC236}">
                  <a16:creationId xmlns:a16="http://schemas.microsoft.com/office/drawing/2014/main" id="{99620703-93A3-4C34-8A61-543064EEBBDE}"/>
                </a:ext>
              </a:extLst>
            </p:cNvPr>
            <p:cNvSpPr>
              <a:spLocks noGrp="1"/>
            </p:cNvSpPr>
            <p:nvPr/>
          </p:nvSpPr>
          <p:spPr>
            <a:xfrm>
              <a:off x="22186900" y="6865144"/>
              <a:ext cx="236680" cy="6096"/>
            </a:xfrm>
            <a:prstGeom prst="rect">
              <a:avLst/>
            </a:prstGeom>
            <a:solidFill>
              <a:srgbClr val="DBE8ED"/>
            </a:solidFill>
            <a:ln w="0">
              <a:noFill/>
              <a:prstDash val="solid"/>
            </a:ln>
          </p:spPr>
        </p:sp>
        <p:sp>
          <p:nvSpPr>
            <p:cNvPr id="5704" name="dense-map-5-cell-48">
              <a:extLst>
                <a:ext uri="{FF2B5EF4-FFF2-40B4-BE49-F238E27FC236}">
                  <a16:creationId xmlns:a16="http://schemas.microsoft.com/office/drawing/2014/main" id="{FF8CD7E3-2723-42BF-8A01-A1DC745835DE}"/>
                </a:ext>
              </a:extLst>
            </p:cNvPr>
            <p:cNvSpPr>
              <a:spLocks noGrp="1"/>
            </p:cNvSpPr>
            <p:nvPr/>
          </p:nvSpPr>
          <p:spPr>
            <a:xfrm>
              <a:off x="22186900" y="6871097"/>
              <a:ext cx="236680" cy="6096"/>
            </a:xfrm>
            <a:prstGeom prst="rect">
              <a:avLst/>
            </a:prstGeom>
            <a:solidFill>
              <a:srgbClr val="DCE8ED"/>
            </a:solidFill>
            <a:ln w="0">
              <a:noFill/>
              <a:prstDash val="solid"/>
            </a:ln>
          </p:spPr>
        </p:sp>
        <p:sp>
          <p:nvSpPr>
            <p:cNvPr id="5705" name="dense-map-5-cell-47">
              <a:extLst>
                <a:ext uri="{FF2B5EF4-FFF2-40B4-BE49-F238E27FC236}">
                  <a16:creationId xmlns:a16="http://schemas.microsoft.com/office/drawing/2014/main" id="{4FEAE620-F6DE-4D6D-8B0E-1C977C6BAAC9}"/>
                </a:ext>
              </a:extLst>
            </p:cNvPr>
            <p:cNvSpPr>
              <a:spLocks noGrp="1"/>
            </p:cNvSpPr>
            <p:nvPr/>
          </p:nvSpPr>
          <p:spPr>
            <a:xfrm>
              <a:off x="22186900" y="6877050"/>
              <a:ext cx="236680" cy="6096"/>
            </a:xfrm>
            <a:prstGeom prst="rect">
              <a:avLst/>
            </a:prstGeom>
            <a:solidFill>
              <a:srgbClr val="DCE8ED"/>
            </a:solidFill>
            <a:ln w="0">
              <a:noFill/>
              <a:prstDash val="solid"/>
            </a:ln>
          </p:spPr>
        </p:sp>
        <p:sp>
          <p:nvSpPr>
            <p:cNvPr id="5706" name="dense-map-5-cell-46">
              <a:extLst>
                <a:ext uri="{FF2B5EF4-FFF2-40B4-BE49-F238E27FC236}">
                  <a16:creationId xmlns:a16="http://schemas.microsoft.com/office/drawing/2014/main" id="{C1012082-0529-45A6-B860-414212B4F690}"/>
                </a:ext>
              </a:extLst>
            </p:cNvPr>
            <p:cNvSpPr>
              <a:spLocks noGrp="1"/>
            </p:cNvSpPr>
            <p:nvPr/>
          </p:nvSpPr>
          <p:spPr>
            <a:xfrm>
              <a:off x="22186900" y="6883003"/>
              <a:ext cx="236680" cy="6096"/>
            </a:xfrm>
            <a:prstGeom prst="rect">
              <a:avLst/>
            </a:prstGeom>
            <a:solidFill>
              <a:srgbClr val="DCE8ED"/>
            </a:solidFill>
            <a:ln w="0">
              <a:noFill/>
              <a:prstDash val="solid"/>
            </a:ln>
          </p:spPr>
        </p:sp>
        <p:sp>
          <p:nvSpPr>
            <p:cNvPr id="5707" name="dense-map-5-cell-45">
              <a:extLst>
                <a:ext uri="{FF2B5EF4-FFF2-40B4-BE49-F238E27FC236}">
                  <a16:creationId xmlns:a16="http://schemas.microsoft.com/office/drawing/2014/main" id="{632C4F61-3DC5-4976-B949-16B3C519615F}"/>
                </a:ext>
              </a:extLst>
            </p:cNvPr>
            <p:cNvSpPr>
              <a:spLocks noGrp="1"/>
            </p:cNvSpPr>
            <p:nvPr/>
          </p:nvSpPr>
          <p:spPr>
            <a:xfrm>
              <a:off x="22186900" y="6888956"/>
              <a:ext cx="236680" cy="6096"/>
            </a:xfrm>
            <a:prstGeom prst="rect">
              <a:avLst/>
            </a:prstGeom>
            <a:solidFill>
              <a:srgbClr val="DCE8ED"/>
            </a:solidFill>
            <a:ln w="0">
              <a:noFill/>
              <a:prstDash val="solid"/>
            </a:ln>
          </p:spPr>
        </p:sp>
        <p:sp>
          <p:nvSpPr>
            <p:cNvPr id="5708" name="dense-map-5-cell-44">
              <a:extLst>
                <a:ext uri="{FF2B5EF4-FFF2-40B4-BE49-F238E27FC236}">
                  <a16:creationId xmlns:a16="http://schemas.microsoft.com/office/drawing/2014/main" id="{1BD47E5F-8C6D-4319-B0DC-F1FC726F4A3E}"/>
                </a:ext>
              </a:extLst>
            </p:cNvPr>
            <p:cNvSpPr>
              <a:spLocks noGrp="1"/>
            </p:cNvSpPr>
            <p:nvPr/>
          </p:nvSpPr>
          <p:spPr>
            <a:xfrm>
              <a:off x="22186900" y="6894909"/>
              <a:ext cx="236680" cy="6096"/>
            </a:xfrm>
            <a:prstGeom prst="rect">
              <a:avLst/>
            </a:prstGeom>
            <a:solidFill>
              <a:srgbClr val="DCE8ED"/>
            </a:solidFill>
            <a:ln w="0">
              <a:noFill/>
              <a:prstDash val="solid"/>
            </a:ln>
          </p:spPr>
        </p:sp>
        <p:sp>
          <p:nvSpPr>
            <p:cNvPr id="5709" name="dense-map-5-cell-43">
              <a:extLst>
                <a:ext uri="{FF2B5EF4-FFF2-40B4-BE49-F238E27FC236}">
                  <a16:creationId xmlns:a16="http://schemas.microsoft.com/office/drawing/2014/main" id="{BF009BB9-35EB-447E-898B-83938CBEA62C}"/>
                </a:ext>
              </a:extLst>
            </p:cNvPr>
            <p:cNvSpPr>
              <a:spLocks noGrp="1"/>
            </p:cNvSpPr>
            <p:nvPr/>
          </p:nvSpPr>
          <p:spPr>
            <a:xfrm>
              <a:off x="22186900" y="6900863"/>
              <a:ext cx="236680" cy="6096"/>
            </a:xfrm>
            <a:prstGeom prst="rect">
              <a:avLst/>
            </a:prstGeom>
            <a:solidFill>
              <a:srgbClr val="DCE8ED"/>
            </a:solidFill>
            <a:ln w="0">
              <a:noFill/>
              <a:prstDash val="solid"/>
            </a:ln>
          </p:spPr>
        </p:sp>
        <p:sp>
          <p:nvSpPr>
            <p:cNvPr id="5710" name="dense-map-5-cell-42">
              <a:extLst>
                <a:ext uri="{FF2B5EF4-FFF2-40B4-BE49-F238E27FC236}">
                  <a16:creationId xmlns:a16="http://schemas.microsoft.com/office/drawing/2014/main" id="{D739BD1B-77FA-4D9E-AA8F-7E5BDD692B2C}"/>
                </a:ext>
              </a:extLst>
            </p:cNvPr>
            <p:cNvSpPr>
              <a:spLocks noGrp="1"/>
            </p:cNvSpPr>
            <p:nvPr/>
          </p:nvSpPr>
          <p:spPr>
            <a:xfrm>
              <a:off x="22186900" y="6906816"/>
              <a:ext cx="236680" cy="6096"/>
            </a:xfrm>
            <a:prstGeom prst="rect">
              <a:avLst/>
            </a:prstGeom>
            <a:solidFill>
              <a:srgbClr val="DCE8ED"/>
            </a:solidFill>
            <a:ln w="0">
              <a:noFill/>
              <a:prstDash val="solid"/>
            </a:ln>
          </p:spPr>
        </p:sp>
        <p:sp>
          <p:nvSpPr>
            <p:cNvPr id="5711" name="dense-map-5-cell-41">
              <a:extLst>
                <a:ext uri="{FF2B5EF4-FFF2-40B4-BE49-F238E27FC236}">
                  <a16:creationId xmlns:a16="http://schemas.microsoft.com/office/drawing/2014/main" id="{B053ADC7-9334-4D40-BBD6-31F976812792}"/>
                </a:ext>
              </a:extLst>
            </p:cNvPr>
            <p:cNvSpPr>
              <a:spLocks noGrp="1"/>
            </p:cNvSpPr>
            <p:nvPr/>
          </p:nvSpPr>
          <p:spPr>
            <a:xfrm>
              <a:off x="22186900" y="6912769"/>
              <a:ext cx="236680" cy="6096"/>
            </a:xfrm>
            <a:prstGeom prst="rect">
              <a:avLst/>
            </a:prstGeom>
            <a:solidFill>
              <a:srgbClr val="DCE8ED"/>
            </a:solidFill>
            <a:ln w="0">
              <a:noFill/>
              <a:prstDash val="solid"/>
            </a:ln>
          </p:spPr>
        </p:sp>
        <p:sp>
          <p:nvSpPr>
            <p:cNvPr id="5712" name="dense-map-5-cell-40">
              <a:extLst>
                <a:ext uri="{FF2B5EF4-FFF2-40B4-BE49-F238E27FC236}">
                  <a16:creationId xmlns:a16="http://schemas.microsoft.com/office/drawing/2014/main" id="{C98A3EC3-05C5-46F4-B785-F1FF01667890}"/>
                </a:ext>
              </a:extLst>
            </p:cNvPr>
            <p:cNvSpPr>
              <a:spLocks noGrp="1"/>
            </p:cNvSpPr>
            <p:nvPr/>
          </p:nvSpPr>
          <p:spPr>
            <a:xfrm>
              <a:off x="22186900" y="6918722"/>
              <a:ext cx="236680" cy="6096"/>
            </a:xfrm>
            <a:prstGeom prst="rect">
              <a:avLst/>
            </a:prstGeom>
            <a:solidFill>
              <a:srgbClr val="DCE8ED"/>
            </a:solidFill>
            <a:ln w="0">
              <a:noFill/>
              <a:prstDash val="solid"/>
            </a:ln>
          </p:spPr>
        </p:sp>
        <p:sp>
          <p:nvSpPr>
            <p:cNvPr id="5713" name="dense-map-5-cell-39">
              <a:extLst>
                <a:ext uri="{FF2B5EF4-FFF2-40B4-BE49-F238E27FC236}">
                  <a16:creationId xmlns:a16="http://schemas.microsoft.com/office/drawing/2014/main" id="{9F409B17-EABB-49BF-8CDE-A0BE68183753}"/>
                </a:ext>
              </a:extLst>
            </p:cNvPr>
            <p:cNvSpPr>
              <a:spLocks noGrp="1"/>
            </p:cNvSpPr>
            <p:nvPr/>
          </p:nvSpPr>
          <p:spPr>
            <a:xfrm>
              <a:off x="22186900" y="6924675"/>
              <a:ext cx="236680" cy="6096"/>
            </a:xfrm>
            <a:prstGeom prst="rect">
              <a:avLst/>
            </a:prstGeom>
            <a:solidFill>
              <a:srgbClr val="DCE8ED"/>
            </a:solidFill>
            <a:ln w="0">
              <a:noFill/>
              <a:prstDash val="solid"/>
            </a:ln>
          </p:spPr>
        </p:sp>
        <p:sp>
          <p:nvSpPr>
            <p:cNvPr id="5714" name="dense-map-5-cell-38">
              <a:extLst>
                <a:ext uri="{FF2B5EF4-FFF2-40B4-BE49-F238E27FC236}">
                  <a16:creationId xmlns:a16="http://schemas.microsoft.com/office/drawing/2014/main" id="{C1867E11-1FEA-4DC9-8474-693EC9E38B56}"/>
                </a:ext>
              </a:extLst>
            </p:cNvPr>
            <p:cNvSpPr>
              <a:spLocks noGrp="1"/>
            </p:cNvSpPr>
            <p:nvPr/>
          </p:nvSpPr>
          <p:spPr>
            <a:xfrm>
              <a:off x="22186900" y="6930628"/>
              <a:ext cx="236680" cy="6096"/>
            </a:xfrm>
            <a:prstGeom prst="rect">
              <a:avLst/>
            </a:prstGeom>
            <a:solidFill>
              <a:srgbClr val="DCE8ED"/>
            </a:solidFill>
            <a:ln w="0">
              <a:noFill/>
              <a:prstDash val="solid"/>
            </a:ln>
          </p:spPr>
        </p:sp>
        <p:sp>
          <p:nvSpPr>
            <p:cNvPr id="5715" name="dense-map-5-cell-37">
              <a:extLst>
                <a:ext uri="{FF2B5EF4-FFF2-40B4-BE49-F238E27FC236}">
                  <a16:creationId xmlns:a16="http://schemas.microsoft.com/office/drawing/2014/main" id="{27E6486F-C444-4039-9C32-9FC8CE3C9D22}"/>
                </a:ext>
              </a:extLst>
            </p:cNvPr>
            <p:cNvSpPr>
              <a:spLocks noGrp="1"/>
            </p:cNvSpPr>
            <p:nvPr/>
          </p:nvSpPr>
          <p:spPr>
            <a:xfrm>
              <a:off x="22186900" y="6936581"/>
              <a:ext cx="236680" cy="6096"/>
            </a:xfrm>
            <a:prstGeom prst="rect">
              <a:avLst/>
            </a:prstGeom>
            <a:solidFill>
              <a:srgbClr val="DCE8ED"/>
            </a:solidFill>
            <a:ln w="0">
              <a:noFill/>
              <a:prstDash val="solid"/>
            </a:ln>
          </p:spPr>
        </p:sp>
        <p:sp>
          <p:nvSpPr>
            <p:cNvPr id="5716" name="dense-map-5-cell-36">
              <a:extLst>
                <a:ext uri="{FF2B5EF4-FFF2-40B4-BE49-F238E27FC236}">
                  <a16:creationId xmlns:a16="http://schemas.microsoft.com/office/drawing/2014/main" id="{AEB3EE6B-57CB-4E32-B10D-0849DFACE7AC}"/>
                </a:ext>
              </a:extLst>
            </p:cNvPr>
            <p:cNvSpPr>
              <a:spLocks noGrp="1"/>
            </p:cNvSpPr>
            <p:nvPr/>
          </p:nvSpPr>
          <p:spPr>
            <a:xfrm>
              <a:off x="22186900" y="6942534"/>
              <a:ext cx="236680" cy="6096"/>
            </a:xfrm>
            <a:prstGeom prst="rect">
              <a:avLst/>
            </a:prstGeom>
            <a:solidFill>
              <a:srgbClr val="DCE8ED"/>
            </a:solidFill>
            <a:ln w="0">
              <a:noFill/>
              <a:prstDash val="solid"/>
            </a:ln>
          </p:spPr>
        </p:sp>
        <p:sp>
          <p:nvSpPr>
            <p:cNvPr id="5717" name="dense-map-5-cell-35">
              <a:extLst>
                <a:ext uri="{FF2B5EF4-FFF2-40B4-BE49-F238E27FC236}">
                  <a16:creationId xmlns:a16="http://schemas.microsoft.com/office/drawing/2014/main" id="{0E37C3D6-9BA5-46B7-9BED-3DFB2E25F2DE}"/>
                </a:ext>
              </a:extLst>
            </p:cNvPr>
            <p:cNvSpPr>
              <a:spLocks noGrp="1"/>
            </p:cNvSpPr>
            <p:nvPr/>
          </p:nvSpPr>
          <p:spPr>
            <a:xfrm>
              <a:off x="22186900" y="6948488"/>
              <a:ext cx="236680" cy="6096"/>
            </a:xfrm>
            <a:prstGeom prst="rect">
              <a:avLst/>
            </a:prstGeom>
            <a:solidFill>
              <a:srgbClr val="DCE8ED"/>
            </a:solidFill>
            <a:ln w="0">
              <a:noFill/>
              <a:prstDash val="solid"/>
            </a:ln>
          </p:spPr>
        </p:sp>
        <p:sp>
          <p:nvSpPr>
            <p:cNvPr id="5718" name="dense-map-5-cell-34">
              <a:extLst>
                <a:ext uri="{FF2B5EF4-FFF2-40B4-BE49-F238E27FC236}">
                  <a16:creationId xmlns:a16="http://schemas.microsoft.com/office/drawing/2014/main" id="{32103950-9727-4D8C-9BFD-755943EF437E}"/>
                </a:ext>
              </a:extLst>
            </p:cNvPr>
            <p:cNvSpPr>
              <a:spLocks noGrp="1"/>
            </p:cNvSpPr>
            <p:nvPr/>
          </p:nvSpPr>
          <p:spPr>
            <a:xfrm>
              <a:off x="22186900" y="6954441"/>
              <a:ext cx="236680" cy="6096"/>
            </a:xfrm>
            <a:prstGeom prst="rect">
              <a:avLst/>
            </a:prstGeom>
            <a:solidFill>
              <a:srgbClr val="DCE8ED"/>
            </a:solidFill>
            <a:ln w="0">
              <a:noFill/>
              <a:prstDash val="solid"/>
            </a:ln>
          </p:spPr>
        </p:sp>
        <p:sp>
          <p:nvSpPr>
            <p:cNvPr id="5719" name="dense-map-5-cell-33">
              <a:extLst>
                <a:ext uri="{FF2B5EF4-FFF2-40B4-BE49-F238E27FC236}">
                  <a16:creationId xmlns:a16="http://schemas.microsoft.com/office/drawing/2014/main" id="{DC3B08CB-3F8D-4182-96B2-EF7D3FB1EF35}"/>
                </a:ext>
              </a:extLst>
            </p:cNvPr>
            <p:cNvSpPr>
              <a:spLocks noGrp="1"/>
            </p:cNvSpPr>
            <p:nvPr/>
          </p:nvSpPr>
          <p:spPr>
            <a:xfrm>
              <a:off x="22186900" y="6960394"/>
              <a:ext cx="236680" cy="6096"/>
            </a:xfrm>
            <a:prstGeom prst="rect">
              <a:avLst/>
            </a:prstGeom>
            <a:solidFill>
              <a:srgbClr val="DCE8ED"/>
            </a:solidFill>
            <a:ln w="0">
              <a:noFill/>
              <a:prstDash val="solid"/>
            </a:ln>
          </p:spPr>
        </p:sp>
        <p:sp>
          <p:nvSpPr>
            <p:cNvPr id="5720" name="dense-map-5-cell-32">
              <a:extLst>
                <a:ext uri="{FF2B5EF4-FFF2-40B4-BE49-F238E27FC236}">
                  <a16:creationId xmlns:a16="http://schemas.microsoft.com/office/drawing/2014/main" id="{A6CAB1F9-5D45-43A2-B749-4E80F6931DBC}"/>
                </a:ext>
              </a:extLst>
            </p:cNvPr>
            <p:cNvSpPr>
              <a:spLocks noGrp="1"/>
            </p:cNvSpPr>
            <p:nvPr/>
          </p:nvSpPr>
          <p:spPr>
            <a:xfrm>
              <a:off x="22186900" y="6966347"/>
              <a:ext cx="236680" cy="6096"/>
            </a:xfrm>
            <a:prstGeom prst="rect">
              <a:avLst/>
            </a:prstGeom>
            <a:solidFill>
              <a:srgbClr val="DCE8ED"/>
            </a:solidFill>
            <a:ln w="0">
              <a:noFill/>
              <a:prstDash val="solid"/>
            </a:ln>
          </p:spPr>
        </p:sp>
        <p:sp>
          <p:nvSpPr>
            <p:cNvPr id="5721" name="dense-map-5-cell-31">
              <a:extLst>
                <a:ext uri="{FF2B5EF4-FFF2-40B4-BE49-F238E27FC236}">
                  <a16:creationId xmlns:a16="http://schemas.microsoft.com/office/drawing/2014/main" id="{6CFE7EE3-7985-4715-9040-D60927E5B066}"/>
                </a:ext>
              </a:extLst>
            </p:cNvPr>
            <p:cNvSpPr>
              <a:spLocks noGrp="1"/>
            </p:cNvSpPr>
            <p:nvPr/>
          </p:nvSpPr>
          <p:spPr>
            <a:xfrm>
              <a:off x="22186900" y="6972300"/>
              <a:ext cx="236680" cy="6096"/>
            </a:xfrm>
            <a:prstGeom prst="rect">
              <a:avLst/>
            </a:prstGeom>
            <a:solidFill>
              <a:srgbClr val="DCE8ED"/>
            </a:solidFill>
            <a:ln w="0">
              <a:noFill/>
              <a:prstDash val="solid"/>
            </a:ln>
          </p:spPr>
        </p:sp>
        <p:sp>
          <p:nvSpPr>
            <p:cNvPr id="5722" name="dense-map-5-cell-30">
              <a:extLst>
                <a:ext uri="{FF2B5EF4-FFF2-40B4-BE49-F238E27FC236}">
                  <a16:creationId xmlns:a16="http://schemas.microsoft.com/office/drawing/2014/main" id="{524D6583-186B-4B45-9782-CBF0DB1A1916}"/>
                </a:ext>
              </a:extLst>
            </p:cNvPr>
            <p:cNvSpPr>
              <a:spLocks noGrp="1"/>
            </p:cNvSpPr>
            <p:nvPr/>
          </p:nvSpPr>
          <p:spPr>
            <a:xfrm>
              <a:off x="22186900" y="6978253"/>
              <a:ext cx="236680" cy="6096"/>
            </a:xfrm>
            <a:prstGeom prst="rect">
              <a:avLst/>
            </a:prstGeom>
            <a:solidFill>
              <a:srgbClr val="D9E6EC"/>
            </a:solidFill>
            <a:ln w="0">
              <a:noFill/>
              <a:prstDash val="solid"/>
            </a:ln>
          </p:spPr>
        </p:sp>
        <p:sp>
          <p:nvSpPr>
            <p:cNvPr id="5723" name="dense-map-5-cell-29">
              <a:extLst>
                <a:ext uri="{FF2B5EF4-FFF2-40B4-BE49-F238E27FC236}">
                  <a16:creationId xmlns:a16="http://schemas.microsoft.com/office/drawing/2014/main" id="{678B4570-CE43-4C22-BEC3-4EAAFB9172AE}"/>
                </a:ext>
              </a:extLst>
            </p:cNvPr>
            <p:cNvSpPr>
              <a:spLocks noGrp="1"/>
            </p:cNvSpPr>
            <p:nvPr/>
          </p:nvSpPr>
          <p:spPr>
            <a:xfrm>
              <a:off x="22186900" y="6984206"/>
              <a:ext cx="236680" cy="6096"/>
            </a:xfrm>
            <a:prstGeom prst="rect">
              <a:avLst/>
            </a:prstGeom>
            <a:solidFill>
              <a:srgbClr val="CCE0E9"/>
            </a:solidFill>
            <a:ln w="0">
              <a:noFill/>
              <a:prstDash val="solid"/>
            </a:ln>
          </p:spPr>
        </p:sp>
        <p:sp>
          <p:nvSpPr>
            <p:cNvPr id="5724" name="dense-map-5-cell-28">
              <a:extLst>
                <a:ext uri="{FF2B5EF4-FFF2-40B4-BE49-F238E27FC236}">
                  <a16:creationId xmlns:a16="http://schemas.microsoft.com/office/drawing/2014/main" id="{7907F081-8F09-4C3B-90E7-C146143A1932}"/>
                </a:ext>
              </a:extLst>
            </p:cNvPr>
            <p:cNvSpPr>
              <a:spLocks noGrp="1"/>
            </p:cNvSpPr>
            <p:nvPr/>
          </p:nvSpPr>
          <p:spPr>
            <a:xfrm>
              <a:off x="22186900" y="6990159"/>
              <a:ext cx="236680" cy="6096"/>
            </a:xfrm>
            <a:prstGeom prst="rect">
              <a:avLst/>
            </a:prstGeom>
            <a:solidFill>
              <a:srgbClr val="ACCEE0"/>
            </a:solidFill>
            <a:ln w="0">
              <a:noFill/>
              <a:prstDash val="solid"/>
            </a:ln>
          </p:spPr>
        </p:sp>
        <p:sp>
          <p:nvSpPr>
            <p:cNvPr id="5725" name="dense-map-5-cell-27">
              <a:extLst>
                <a:ext uri="{FF2B5EF4-FFF2-40B4-BE49-F238E27FC236}">
                  <a16:creationId xmlns:a16="http://schemas.microsoft.com/office/drawing/2014/main" id="{2A81CC90-3FA6-48CE-85C5-4196D002782C}"/>
                </a:ext>
              </a:extLst>
            </p:cNvPr>
            <p:cNvSpPr>
              <a:spLocks noGrp="1"/>
            </p:cNvSpPr>
            <p:nvPr/>
          </p:nvSpPr>
          <p:spPr>
            <a:xfrm>
              <a:off x="22186900" y="6996113"/>
              <a:ext cx="236680" cy="6096"/>
            </a:xfrm>
            <a:prstGeom prst="rect">
              <a:avLst/>
            </a:prstGeom>
            <a:solidFill>
              <a:srgbClr val="8DBDD8"/>
            </a:solidFill>
            <a:ln w="0">
              <a:noFill/>
              <a:prstDash val="solid"/>
            </a:ln>
          </p:spPr>
        </p:sp>
        <p:sp>
          <p:nvSpPr>
            <p:cNvPr id="5726" name="dense-map-5-cell-26">
              <a:extLst>
                <a:ext uri="{FF2B5EF4-FFF2-40B4-BE49-F238E27FC236}">
                  <a16:creationId xmlns:a16="http://schemas.microsoft.com/office/drawing/2014/main" id="{4446ED3F-2725-432B-963F-B99861169DA5}"/>
                </a:ext>
              </a:extLst>
            </p:cNvPr>
            <p:cNvSpPr>
              <a:spLocks noGrp="1"/>
            </p:cNvSpPr>
            <p:nvPr/>
          </p:nvSpPr>
          <p:spPr>
            <a:xfrm>
              <a:off x="22186900" y="7002066"/>
              <a:ext cx="236680" cy="6096"/>
            </a:xfrm>
            <a:prstGeom prst="rect">
              <a:avLst/>
            </a:prstGeom>
            <a:solidFill>
              <a:srgbClr val="6DADCF"/>
            </a:solidFill>
            <a:ln w="0">
              <a:noFill/>
              <a:prstDash val="solid"/>
            </a:ln>
          </p:spPr>
        </p:sp>
        <p:sp>
          <p:nvSpPr>
            <p:cNvPr id="5727" name="dense-map-5-cell-25">
              <a:extLst>
                <a:ext uri="{FF2B5EF4-FFF2-40B4-BE49-F238E27FC236}">
                  <a16:creationId xmlns:a16="http://schemas.microsoft.com/office/drawing/2014/main" id="{80D60B96-4827-4E50-AD37-18ED12530B4A}"/>
                </a:ext>
              </a:extLst>
            </p:cNvPr>
            <p:cNvSpPr>
              <a:spLocks noGrp="1"/>
            </p:cNvSpPr>
            <p:nvPr/>
          </p:nvSpPr>
          <p:spPr>
            <a:xfrm>
              <a:off x="22186900" y="7008019"/>
              <a:ext cx="236680" cy="6096"/>
            </a:xfrm>
            <a:prstGeom prst="rect">
              <a:avLst/>
            </a:prstGeom>
            <a:solidFill>
              <a:srgbClr val="519EC8"/>
            </a:solidFill>
            <a:ln w="0">
              <a:noFill/>
              <a:prstDash val="solid"/>
            </a:ln>
          </p:spPr>
        </p:sp>
        <p:sp>
          <p:nvSpPr>
            <p:cNvPr id="5728" name="dense-map-5-cell-24">
              <a:extLst>
                <a:ext uri="{FF2B5EF4-FFF2-40B4-BE49-F238E27FC236}">
                  <a16:creationId xmlns:a16="http://schemas.microsoft.com/office/drawing/2014/main" id="{BF795832-5917-4283-BD9B-A9433D63D96D}"/>
                </a:ext>
              </a:extLst>
            </p:cNvPr>
            <p:cNvSpPr>
              <a:spLocks noGrp="1"/>
            </p:cNvSpPr>
            <p:nvPr/>
          </p:nvSpPr>
          <p:spPr>
            <a:xfrm>
              <a:off x="22186900" y="7013972"/>
              <a:ext cx="236680" cy="6096"/>
            </a:xfrm>
            <a:prstGeom prst="rect">
              <a:avLst/>
            </a:prstGeom>
            <a:solidFill>
              <a:srgbClr val="3A91C1"/>
            </a:solidFill>
            <a:ln w="0">
              <a:noFill/>
              <a:prstDash val="solid"/>
            </a:ln>
          </p:spPr>
        </p:sp>
        <p:sp>
          <p:nvSpPr>
            <p:cNvPr id="5729" name="dense-map-5-cell-23">
              <a:extLst>
                <a:ext uri="{FF2B5EF4-FFF2-40B4-BE49-F238E27FC236}">
                  <a16:creationId xmlns:a16="http://schemas.microsoft.com/office/drawing/2014/main" id="{8D871B6C-0EE0-4147-8A74-EC5EDC486D42}"/>
                </a:ext>
              </a:extLst>
            </p:cNvPr>
            <p:cNvSpPr>
              <a:spLocks noGrp="1"/>
            </p:cNvSpPr>
            <p:nvPr/>
          </p:nvSpPr>
          <p:spPr>
            <a:xfrm>
              <a:off x="22186900" y="7019925"/>
              <a:ext cx="236680" cy="6096"/>
            </a:xfrm>
            <a:prstGeom prst="rect">
              <a:avLst/>
            </a:prstGeom>
            <a:solidFill>
              <a:srgbClr val="2988BD"/>
            </a:solidFill>
            <a:ln w="0">
              <a:noFill/>
              <a:prstDash val="solid"/>
            </a:ln>
          </p:spPr>
        </p:sp>
        <p:sp>
          <p:nvSpPr>
            <p:cNvPr id="5730" name="dense-map-5-cell-22">
              <a:extLst>
                <a:ext uri="{FF2B5EF4-FFF2-40B4-BE49-F238E27FC236}">
                  <a16:creationId xmlns:a16="http://schemas.microsoft.com/office/drawing/2014/main" id="{CA95B3A7-E98F-4047-9105-153168B23AC2}"/>
                </a:ext>
              </a:extLst>
            </p:cNvPr>
            <p:cNvSpPr>
              <a:spLocks noGrp="1"/>
            </p:cNvSpPr>
            <p:nvPr/>
          </p:nvSpPr>
          <p:spPr>
            <a:xfrm>
              <a:off x="22186900" y="7025878"/>
              <a:ext cx="236680" cy="6096"/>
            </a:xfrm>
            <a:prstGeom prst="rect">
              <a:avLst/>
            </a:prstGeom>
            <a:solidFill>
              <a:srgbClr val="1F82BA"/>
            </a:solidFill>
            <a:ln w="0">
              <a:noFill/>
              <a:prstDash val="solid"/>
            </a:ln>
          </p:spPr>
        </p:sp>
        <p:sp>
          <p:nvSpPr>
            <p:cNvPr id="5731" name="dense-map-5-cell-21">
              <a:extLst>
                <a:ext uri="{FF2B5EF4-FFF2-40B4-BE49-F238E27FC236}">
                  <a16:creationId xmlns:a16="http://schemas.microsoft.com/office/drawing/2014/main" id="{84A7C454-800F-4842-B8AE-44135F10E0AA}"/>
                </a:ext>
              </a:extLst>
            </p:cNvPr>
            <p:cNvSpPr>
              <a:spLocks noGrp="1"/>
            </p:cNvSpPr>
            <p:nvPr/>
          </p:nvSpPr>
          <p:spPr>
            <a:xfrm>
              <a:off x="22186900" y="7031831"/>
              <a:ext cx="236680" cy="6096"/>
            </a:xfrm>
            <a:prstGeom prst="rect">
              <a:avLst/>
            </a:prstGeom>
            <a:solidFill>
              <a:srgbClr val="147DB7"/>
            </a:solidFill>
            <a:ln w="0">
              <a:noFill/>
              <a:prstDash val="solid"/>
            </a:ln>
          </p:spPr>
        </p:sp>
        <p:sp>
          <p:nvSpPr>
            <p:cNvPr id="5732" name="dense-map-5-cell-20">
              <a:extLst>
                <a:ext uri="{FF2B5EF4-FFF2-40B4-BE49-F238E27FC236}">
                  <a16:creationId xmlns:a16="http://schemas.microsoft.com/office/drawing/2014/main" id="{BF85D330-BA73-4EC8-859C-BAA6A36E4612}"/>
                </a:ext>
              </a:extLst>
            </p:cNvPr>
            <p:cNvSpPr>
              <a:spLocks noGrp="1"/>
            </p:cNvSpPr>
            <p:nvPr/>
          </p:nvSpPr>
          <p:spPr>
            <a:xfrm>
              <a:off x="22186900" y="7037784"/>
              <a:ext cx="236680" cy="6096"/>
            </a:xfrm>
            <a:prstGeom prst="rect">
              <a:avLst/>
            </a:prstGeom>
            <a:solidFill>
              <a:srgbClr val="0A78B5"/>
            </a:solidFill>
            <a:ln w="0">
              <a:noFill/>
              <a:prstDash val="solid"/>
            </a:ln>
          </p:spPr>
        </p:sp>
        <p:sp>
          <p:nvSpPr>
            <p:cNvPr id="5733" name="dense-map-5-cell-19">
              <a:extLst>
                <a:ext uri="{FF2B5EF4-FFF2-40B4-BE49-F238E27FC236}">
                  <a16:creationId xmlns:a16="http://schemas.microsoft.com/office/drawing/2014/main" id="{801430AD-A533-4FFE-A82D-E4A25F23DB1A}"/>
                </a:ext>
              </a:extLst>
            </p:cNvPr>
            <p:cNvSpPr>
              <a:spLocks noGrp="1"/>
            </p:cNvSpPr>
            <p:nvPr/>
          </p:nvSpPr>
          <p:spPr>
            <a:xfrm>
              <a:off x="22186900" y="7043738"/>
              <a:ext cx="236680" cy="6096"/>
            </a:xfrm>
            <a:prstGeom prst="rect">
              <a:avLst/>
            </a:prstGeom>
            <a:solidFill>
              <a:srgbClr val="0374B3"/>
            </a:solidFill>
            <a:ln w="0">
              <a:noFill/>
              <a:prstDash val="solid"/>
            </a:ln>
          </p:spPr>
        </p:sp>
        <p:sp>
          <p:nvSpPr>
            <p:cNvPr id="5734" name="dense-map-5-cell-18">
              <a:extLst>
                <a:ext uri="{FF2B5EF4-FFF2-40B4-BE49-F238E27FC236}">
                  <a16:creationId xmlns:a16="http://schemas.microsoft.com/office/drawing/2014/main" id="{D16A5974-6EC1-461B-93A0-3F8BAF267C7A}"/>
                </a:ext>
              </a:extLst>
            </p:cNvPr>
            <p:cNvSpPr>
              <a:spLocks noGrp="1"/>
            </p:cNvSpPr>
            <p:nvPr/>
          </p:nvSpPr>
          <p:spPr>
            <a:xfrm>
              <a:off x="22186900" y="7049691"/>
              <a:ext cx="236680" cy="6096"/>
            </a:xfrm>
            <a:prstGeom prst="rect">
              <a:avLst/>
            </a:prstGeom>
            <a:solidFill>
              <a:srgbClr val="0072B2"/>
            </a:solidFill>
            <a:ln w="0">
              <a:noFill/>
              <a:prstDash val="solid"/>
            </a:ln>
          </p:spPr>
        </p:sp>
        <p:sp>
          <p:nvSpPr>
            <p:cNvPr id="5735" name="dense-map-5-cell-17">
              <a:extLst>
                <a:ext uri="{FF2B5EF4-FFF2-40B4-BE49-F238E27FC236}">
                  <a16:creationId xmlns:a16="http://schemas.microsoft.com/office/drawing/2014/main" id="{2C9F4994-5BD7-45F1-A1ED-2B52D6950EA7}"/>
                </a:ext>
              </a:extLst>
            </p:cNvPr>
            <p:cNvSpPr>
              <a:spLocks noGrp="1"/>
            </p:cNvSpPr>
            <p:nvPr/>
          </p:nvSpPr>
          <p:spPr>
            <a:xfrm>
              <a:off x="22186900" y="7055644"/>
              <a:ext cx="236680" cy="6096"/>
            </a:xfrm>
            <a:prstGeom prst="rect">
              <a:avLst/>
            </a:prstGeom>
            <a:solidFill>
              <a:srgbClr val="0072B2"/>
            </a:solidFill>
            <a:ln w="0">
              <a:noFill/>
              <a:prstDash val="solid"/>
            </a:ln>
          </p:spPr>
        </p:sp>
        <p:sp>
          <p:nvSpPr>
            <p:cNvPr id="5736" name="dense-map-5-cell-16">
              <a:extLst>
                <a:ext uri="{FF2B5EF4-FFF2-40B4-BE49-F238E27FC236}">
                  <a16:creationId xmlns:a16="http://schemas.microsoft.com/office/drawing/2014/main" id="{48DC9BEF-5FFC-44FE-A762-3FB879884FD9}"/>
                </a:ext>
              </a:extLst>
            </p:cNvPr>
            <p:cNvSpPr>
              <a:spLocks noGrp="1"/>
            </p:cNvSpPr>
            <p:nvPr/>
          </p:nvSpPr>
          <p:spPr>
            <a:xfrm>
              <a:off x="22186900" y="7061597"/>
              <a:ext cx="236680" cy="6096"/>
            </a:xfrm>
            <a:prstGeom prst="rect">
              <a:avLst/>
            </a:prstGeom>
            <a:solidFill>
              <a:srgbClr val="0072B2"/>
            </a:solidFill>
            <a:ln w="0">
              <a:noFill/>
              <a:prstDash val="solid"/>
            </a:ln>
          </p:spPr>
        </p:sp>
        <p:sp>
          <p:nvSpPr>
            <p:cNvPr id="5737" name="dense-map-5-cell-15">
              <a:extLst>
                <a:ext uri="{FF2B5EF4-FFF2-40B4-BE49-F238E27FC236}">
                  <a16:creationId xmlns:a16="http://schemas.microsoft.com/office/drawing/2014/main" id="{6AA8E995-05E4-40A1-9422-5005066DF60C}"/>
                </a:ext>
              </a:extLst>
            </p:cNvPr>
            <p:cNvSpPr>
              <a:spLocks noGrp="1"/>
            </p:cNvSpPr>
            <p:nvPr/>
          </p:nvSpPr>
          <p:spPr>
            <a:xfrm>
              <a:off x="22186900" y="7067550"/>
              <a:ext cx="236680" cy="6096"/>
            </a:xfrm>
            <a:prstGeom prst="rect">
              <a:avLst/>
            </a:prstGeom>
            <a:solidFill>
              <a:srgbClr val="0072B2"/>
            </a:solidFill>
            <a:ln w="0">
              <a:noFill/>
              <a:prstDash val="solid"/>
            </a:ln>
          </p:spPr>
        </p:sp>
        <p:sp>
          <p:nvSpPr>
            <p:cNvPr id="5738" name="dense-map-5-cell-14">
              <a:extLst>
                <a:ext uri="{FF2B5EF4-FFF2-40B4-BE49-F238E27FC236}">
                  <a16:creationId xmlns:a16="http://schemas.microsoft.com/office/drawing/2014/main" id="{E1E55408-2E84-4342-8067-CC23C611BD0F}"/>
                </a:ext>
              </a:extLst>
            </p:cNvPr>
            <p:cNvSpPr>
              <a:spLocks noGrp="1"/>
            </p:cNvSpPr>
            <p:nvPr/>
          </p:nvSpPr>
          <p:spPr>
            <a:xfrm>
              <a:off x="22186900" y="7073503"/>
              <a:ext cx="236680" cy="6096"/>
            </a:xfrm>
            <a:prstGeom prst="rect">
              <a:avLst/>
            </a:prstGeom>
            <a:solidFill>
              <a:srgbClr val="0072B2"/>
            </a:solidFill>
            <a:ln w="0">
              <a:noFill/>
              <a:prstDash val="solid"/>
            </a:ln>
          </p:spPr>
        </p:sp>
        <p:sp>
          <p:nvSpPr>
            <p:cNvPr id="5739" name="dense-map-5-cell-13">
              <a:extLst>
                <a:ext uri="{FF2B5EF4-FFF2-40B4-BE49-F238E27FC236}">
                  <a16:creationId xmlns:a16="http://schemas.microsoft.com/office/drawing/2014/main" id="{D180CE4A-9AA0-4C09-B12C-B1AF7FEF7CD8}"/>
                </a:ext>
              </a:extLst>
            </p:cNvPr>
            <p:cNvSpPr>
              <a:spLocks noGrp="1"/>
            </p:cNvSpPr>
            <p:nvPr/>
          </p:nvSpPr>
          <p:spPr>
            <a:xfrm>
              <a:off x="22186900" y="7079456"/>
              <a:ext cx="236680" cy="6096"/>
            </a:xfrm>
            <a:prstGeom prst="rect">
              <a:avLst/>
            </a:prstGeom>
            <a:solidFill>
              <a:srgbClr val="0072B2"/>
            </a:solidFill>
            <a:ln w="0">
              <a:noFill/>
              <a:prstDash val="solid"/>
            </a:ln>
          </p:spPr>
        </p:sp>
        <p:sp>
          <p:nvSpPr>
            <p:cNvPr id="5740" name="dense-map-5-cell-12">
              <a:extLst>
                <a:ext uri="{FF2B5EF4-FFF2-40B4-BE49-F238E27FC236}">
                  <a16:creationId xmlns:a16="http://schemas.microsoft.com/office/drawing/2014/main" id="{DC9A67B3-BB8F-433E-82C0-9E61B34987B4}"/>
                </a:ext>
              </a:extLst>
            </p:cNvPr>
            <p:cNvSpPr>
              <a:spLocks noGrp="1"/>
            </p:cNvSpPr>
            <p:nvPr/>
          </p:nvSpPr>
          <p:spPr>
            <a:xfrm>
              <a:off x="22186900" y="7085409"/>
              <a:ext cx="236680" cy="6096"/>
            </a:xfrm>
            <a:prstGeom prst="rect">
              <a:avLst/>
            </a:prstGeom>
            <a:solidFill>
              <a:srgbClr val="0072B2"/>
            </a:solidFill>
            <a:ln w="0">
              <a:noFill/>
              <a:prstDash val="solid"/>
            </a:ln>
          </p:spPr>
        </p:sp>
        <p:sp>
          <p:nvSpPr>
            <p:cNvPr id="5741" name="dense-map-5-cell-11">
              <a:extLst>
                <a:ext uri="{FF2B5EF4-FFF2-40B4-BE49-F238E27FC236}">
                  <a16:creationId xmlns:a16="http://schemas.microsoft.com/office/drawing/2014/main" id="{A573E3D4-1A97-42EE-908B-5FAD09C68D84}"/>
                </a:ext>
              </a:extLst>
            </p:cNvPr>
            <p:cNvSpPr>
              <a:spLocks noGrp="1"/>
            </p:cNvSpPr>
            <p:nvPr/>
          </p:nvSpPr>
          <p:spPr>
            <a:xfrm>
              <a:off x="22186900" y="7091363"/>
              <a:ext cx="236680" cy="6096"/>
            </a:xfrm>
            <a:prstGeom prst="rect">
              <a:avLst/>
            </a:prstGeom>
            <a:solidFill>
              <a:srgbClr val="0072B2"/>
            </a:solidFill>
            <a:ln w="0">
              <a:noFill/>
              <a:prstDash val="solid"/>
            </a:ln>
          </p:spPr>
        </p:sp>
        <p:sp>
          <p:nvSpPr>
            <p:cNvPr id="5742" name="dense-map-5-cell-10">
              <a:extLst>
                <a:ext uri="{FF2B5EF4-FFF2-40B4-BE49-F238E27FC236}">
                  <a16:creationId xmlns:a16="http://schemas.microsoft.com/office/drawing/2014/main" id="{33BB4940-E2AA-4ACD-9639-B229356D59F9}"/>
                </a:ext>
              </a:extLst>
            </p:cNvPr>
            <p:cNvSpPr>
              <a:spLocks noGrp="1"/>
            </p:cNvSpPr>
            <p:nvPr/>
          </p:nvSpPr>
          <p:spPr>
            <a:xfrm>
              <a:off x="22186900" y="7097316"/>
              <a:ext cx="236680" cy="6096"/>
            </a:xfrm>
            <a:prstGeom prst="rect">
              <a:avLst/>
            </a:prstGeom>
            <a:solidFill>
              <a:srgbClr val="0072B2"/>
            </a:solidFill>
            <a:ln w="0">
              <a:noFill/>
              <a:prstDash val="solid"/>
            </a:ln>
          </p:spPr>
        </p:sp>
        <p:sp>
          <p:nvSpPr>
            <p:cNvPr id="5743" name="dense-map-5-cell-9">
              <a:extLst>
                <a:ext uri="{FF2B5EF4-FFF2-40B4-BE49-F238E27FC236}">
                  <a16:creationId xmlns:a16="http://schemas.microsoft.com/office/drawing/2014/main" id="{1D494D42-F54A-4965-B080-786108AE18B9}"/>
                </a:ext>
              </a:extLst>
            </p:cNvPr>
            <p:cNvSpPr>
              <a:spLocks noGrp="1"/>
            </p:cNvSpPr>
            <p:nvPr/>
          </p:nvSpPr>
          <p:spPr>
            <a:xfrm>
              <a:off x="22186900" y="7103269"/>
              <a:ext cx="236680" cy="6096"/>
            </a:xfrm>
            <a:prstGeom prst="rect">
              <a:avLst/>
            </a:prstGeom>
            <a:solidFill>
              <a:srgbClr val="0072B2"/>
            </a:solidFill>
            <a:ln w="0">
              <a:noFill/>
              <a:prstDash val="solid"/>
            </a:ln>
          </p:spPr>
        </p:sp>
        <p:sp>
          <p:nvSpPr>
            <p:cNvPr id="5744" name="dense-map-5-cell-8">
              <a:extLst>
                <a:ext uri="{FF2B5EF4-FFF2-40B4-BE49-F238E27FC236}">
                  <a16:creationId xmlns:a16="http://schemas.microsoft.com/office/drawing/2014/main" id="{53BC5AE4-DBBC-4E0E-B327-E9C3D17B5225}"/>
                </a:ext>
              </a:extLst>
            </p:cNvPr>
            <p:cNvSpPr>
              <a:spLocks noGrp="1"/>
            </p:cNvSpPr>
            <p:nvPr/>
          </p:nvSpPr>
          <p:spPr>
            <a:xfrm>
              <a:off x="22186900" y="7109222"/>
              <a:ext cx="236680" cy="6096"/>
            </a:xfrm>
            <a:prstGeom prst="rect">
              <a:avLst/>
            </a:prstGeom>
            <a:solidFill>
              <a:srgbClr val="0072B2"/>
            </a:solidFill>
            <a:ln w="0">
              <a:noFill/>
              <a:prstDash val="solid"/>
            </a:ln>
          </p:spPr>
        </p:sp>
        <p:sp>
          <p:nvSpPr>
            <p:cNvPr id="5745" name="dense-map-5-cell-7">
              <a:extLst>
                <a:ext uri="{FF2B5EF4-FFF2-40B4-BE49-F238E27FC236}">
                  <a16:creationId xmlns:a16="http://schemas.microsoft.com/office/drawing/2014/main" id="{49D72E87-11A4-4E0D-9B1A-2D385F32BE9A}"/>
                </a:ext>
              </a:extLst>
            </p:cNvPr>
            <p:cNvSpPr>
              <a:spLocks noGrp="1"/>
            </p:cNvSpPr>
            <p:nvPr/>
          </p:nvSpPr>
          <p:spPr>
            <a:xfrm>
              <a:off x="22186900" y="7115175"/>
              <a:ext cx="236680" cy="6096"/>
            </a:xfrm>
            <a:prstGeom prst="rect">
              <a:avLst/>
            </a:prstGeom>
            <a:solidFill>
              <a:srgbClr val="0273B3"/>
            </a:solidFill>
            <a:ln w="0">
              <a:noFill/>
              <a:prstDash val="solid"/>
            </a:ln>
          </p:spPr>
        </p:sp>
        <p:sp>
          <p:nvSpPr>
            <p:cNvPr id="5746" name="dense-map-5-cell-6">
              <a:extLst>
                <a:ext uri="{FF2B5EF4-FFF2-40B4-BE49-F238E27FC236}">
                  <a16:creationId xmlns:a16="http://schemas.microsoft.com/office/drawing/2014/main" id="{B449E784-D010-4014-B267-0E858AC7047E}"/>
                </a:ext>
              </a:extLst>
            </p:cNvPr>
            <p:cNvSpPr>
              <a:spLocks noGrp="1"/>
            </p:cNvSpPr>
            <p:nvPr/>
          </p:nvSpPr>
          <p:spPr>
            <a:xfrm>
              <a:off x="22186900" y="7121128"/>
              <a:ext cx="236680" cy="6096"/>
            </a:xfrm>
            <a:prstGeom prst="rect">
              <a:avLst/>
            </a:prstGeom>
            <a:solidFill>
              <a:srgbClr val="0C79B5"/>
            </a:solidFill>
            <a:ln w="0">
              <a:noFill/>
              <a:prstDash val="solid"/>
            </a:ln>
          </p:spPr>
        </p:sp>
        <p:sp>
          <p:nvSpPr>
            <p:cNvPr id="5747" name="dense-map-5-cell-5">
              <a:extLst>
                <a:ext uri="{FF2B5EF4-FFF2-40B4-BE49-F238E27FC236}">
                  <a16:creationId xmlns:a16="http://schemas.microsoft.com/office/drawing/2014/main" id="{D805D019-82E4-4769-B5FF-E5551E7FDD08}"/>
                </a:ext>
              </a:extLst>
            </p:cNvPr>
            <p:cNvSpPr>
              <a:spLocks noGrp="1"/>
            </p:cNvSpPr>
            <p:nvPr/>
          </p:nvSpPr>
          <p:spPr>
            <a:xfrm>
              <a:off x="22186900" y="7127081"/>
              <a:ext cx="236680" cy="6096"/>
            </a:xfrm>
            <a:prstGeom prst="rect">
              <a:avLst/>
            </a:prstGeom>
            <a:solidFill>
              <a:srgbClr val="1A80B9"/>
            </a:solidFill>
            <a:ln w="0">
              <a:noFill/>
              <a:prstDash val="solid"/>
            </a:ln>
          </p:spPr>
        </p:sp>
        <p:sp>
          <p:nvSpPr>
            <p:cNvPr id="5748" name="dense-map-5-cell-4">
              <a:extLst>
                <a:ext uri="{FF2B5EF4-FFF2-40B4-BE49-F238E27FC236}">
                  <a16:creationId xmlns:a16="http://schemas.microsoft.com/office/drawing/2014/main" id="{2FA94537-7489-489E-8A88-F0E753D5EDAF}"/>
                </a:ext>
              </a:extLst>
            </p:cNvPr>
            <p:cNvSpPr>
              <a:spLocks noGrp="1"/>
            </p:cNvSpPr>
            <p:nvPr/>
          </p:nvSpPr>
          <p:spPr>
            <a:xfrm>
              <a:off x="22186900" y="7133034"/>
              <a:ext cx="236680" cy="6096"/>
            </a:xfrm>
            <a:prstGeom prst="rect">
              <a:avLst/>
            </a:prstGeom>
            <a:solidFill>
              <a:srgbClr val="2988BD"/>
            </a:solidFill>
            <a:ln w="0">
              <a:noFill/>
              <a:prstDash val="solid"/>
            </a:ln>
          </p:spPr>
        </p:sp>
        <p:sp>
          <p:nvSpPr>
            <p:cNvPr id="5749" name="dense-map-5-cell-3">
              <a:extLst>
                <a:ext uri="{FF2B5EF4-FFF2-40B4-BE49-F238E27FC236}">
                  <a16:creationId xmlns:a16="http://schemas.microsoft.com/office/drawing/2014/main" id="{A5870705-55F0-4FEB-89BE-8D8B009D2137}"/>
                </a:ext>
              </a:extLst>
            </p:cNvPr>
            <p:cNvSpPr>
              <a:spLocks noGrp="1"/>
            </p:cNvSpPr>
            <p:nvPr/>
          </p:nvSpPr>
          <p:spPr>
            <a:xfrm>
              <a:off x="22186900" y="7138988"/>
              <a:ext cx="236680" cy="6096"/>
            </a:xfrm>
            <a:prstGeom prst="rect">
              <a:avLst/>
            </a:prstGeom>
            <a:solidFill>
              <a:srgbClr val="77B2D2"/>
            </a:solidFill>
            <a:ln w="0">
              <a:noFill/>
              <a:prstDash val="solid"/>
            </a:ln>
          </p:spPr>
        </p:sp>
        <p:sp>
          <p:nvSpPr>
            <p:cNvPr id="5750" name="dense-map-5-cell-2">
              <a:extLst>
                <a:ext uri="{FF2B5EF4-FFF2-40B4-BE49-F238E27FC236}">
                  <a16:creationId xmlns:a16="http://schemas.microsoft.com/office/drawing/2014/main" id="{A19EE32D-8AFA-4EED-9418-B2ECCCD53B59}"/>
                </a:ext>
              </a:extLst>
            </p:cNvPr>
            <p:cNvSpPr>
              <a:spLocks noGrp="1"/>
            </p:cNvSpPr>
            <p:nvPr/>
          </p:nvSpPr>
          <p:spPr>
            <a:xfrm>
              <a:off x="22186900" y="7144941"/>
              <a:ext cx="236680" cy="6096"/>
            </a:xfrm>
            <a:prstGeom prst="rect">
              <a:avLst/>
            </a:prstGeom>
            <a:solidFill>
              <a:srgbClr val="DCE8ED"/>
            </a:solidFill>
            <a:ln w="0">
              <a:noFill/>
              <a:prstDash val="solid"/>
            </a:ln>
          </p:spPr>
        </p:sp>
        <p:sp>
          <p:nvSpPr>
            <p:cNvPr id="5751" name="dense-map-5-cell-1">
              <a:extLst>
                <a:ext uri="{FF2B5EF4-FFF2-40B4-BE49-F238E27FC236}">
                  <a16:creationId xmlns:a16="http://schemas.microsoft.com/office/drawing/2014/main" id="{A591EFFE-DA13-4B1B-BF86-0E5CB4EEDCFC}"/>
                </a:ext>
              </a:extLst>
            </p:cNvPr>
            <p:cNvSpPr>
              <a:spLocks noGrp="1"/>
            </p:cNvSpPr>
            <p:nvPr/>
          </p:nvSpPr>
          <p:spPr>
            <a:xfrm>
              <a:off x="22186900" y="7150894"/>
              <a:ext cx="236680" cy="6096"/>
            </a:xfrm>
            <a:prstGeom prst="rect">
              <a:avLst/>
            </a:prstGeom>
            <a:solidFill>
              <a:srgbClr val="DCE8ED"/>
            </a:solidFill>
            <a:ln w="0">
              <a:noFill/>
              <a:prstDash val="solid"/>
            </a:ln>
          </p:spPr>
        </p:sp>
        <p:sp>
          <p:nvSpPr>
            <p:cNvPr id="5752" name="dense-map-5-cell-0">
              <a:extLst>
                <a:ext uri="{FF2B5EF4-FFF2-40B4-BE49-F238E27FC236}">
                  <a16:creationId xmlns:a16="http://schemas.microsoft.com/office/drawing/2014/main" id="{1CFA892D-15F6-4AA9-A592-8ACEF3A1DFC7}"/>
                </a:ext>
              </a:extLst>
            </p:cNvPr>
            <p:cNvSpPr>
              <a:spLocks noGrp="1"/>
            </p:cNvSpPr>
            <p:nvPr/>
          </p:nvSpPr>
          <p:spPr>
            <a:xfrm>
              <a:off x="22186900" y="7156847"/>
              <a:ext cx="236680" cy="6096"/>
            </a:xfrm>
            <a:prstGeom prst="rect">
              <a:avLst/>
            </a:prstGeom>
            <a:solidFill>
              <a:srgbClr val="DCE8ED"/>
            </a:solidFill>
            <a:ln w="0">
              <a:noFill/>
              <a:prstDash val="solid"/>
            </a:ln>
          </p:spPr>
        </p:sp>
        <p:sp>
          <p:nvSpPr>
            <p:cNvPr id="5753" name="dense-map-4-cell-191">
              <a:extLst>
                <a:ext uri="{FF2B5EF4-FFF2-40B4-BE49-F238E27FC236}">
                  <a16:creationId xmlns:a16="http://schemas.microsoft.com/office/drawing/2014/main" id="{F18CE834-75CA-4E04-9327-F6548F478108}"/>
                </a:ext>
              </a:extLst>
            </p:cNvPr>
            <p:cNvSpPr>
              <a:spLocks noGrp="1"/>
            </p:cNvSpPr>
            <p:nvPr/>
          </p:nvSpPr>
          <p:spPr>
            <a:xfrm>
              <a:off x="21950363" y="6019800"/>
              <a:ext cx="236680" cy="6096"/>
            </a:xfrm>
            <a:prstGeom prst="rect">
              <a:avLst/>
            </a:prstGeom>
            <a:solidFill>
              <a:srgbClr val="DCE8ED"/>
            </a:solidFill>
            <a:ln w="0">
              <a:noFill/>
              <a:prstDash val="solid"/>
            </a:ln>
          </p:spPr>
        </p:sp>
        <p:sp>
          <p:nvSpPr>
            <p:cNvPr id="5754" name="dense-map-4-cell-190">
              <a:extLst>
                <a:ext uri="{FF2B5EF4-FFF2-40B4-BE49-F238E27FC236}">
                  <a16:creationId xmlns:a16="http://schemas.microsoft.com/office/drawing/2014/main" id="{495FD165-B380-4746-9AED-9059E02F9436}"/>
                </a:ext>
              </a:extLst>
            </p:cNvPr>
            <p:cNvSpPr>
              <a:spLocks noGrp="1"/>
            </p:cNvSpPr>
            <p:nvPr/>
          </p:nvSpPr>
          <p:spPr>
            <a:xfrm>
              <a:off x="21950363" y="6025753"/>
              <a:ext cx="236680" cy="6096"/>
            </a:xfrm>
            <a:prstGeom prst="rect">
              <a:avLst/>
            </a:prstGeom>
            <a:solidFill>
              <a:srgbClr val="DCE8ED"/>
            </a:solidFill>
            <a:ln w="0">
              <a:noFill/>
              <a:prstDash val="solid"/>
            </a:ln>
          </p:spPr>
        </p:sp>
        <p:sp>
          <p:nvSpPr>
            <p:cNvPr id="5755" name="dense-map-4-cell-189">
              <a:extLst>
                <a:ext uri="{FF2B5EF4-FFF2-40B4-BE49-F238E27FC236}">
                  <a16:creationId xmlns:a16="http://schemas.microsoft.com/office/drawing/2014/main" id="{D9B91138-6B50-406C-908B-B3C73E79AA6E}"/>
                </a:ext>
              </a:extLst>
            </p:cNvPr>
            <p:cNvSpPr>
              <a:spLocks noGrp="1"/>
            </p:cNvSpPr>
            <p:nvPr/>
          </p:nvSpPr>
          <p:spPr>
            <a:xfrm>
              <a:off x="21950363" y="6031706"/>
              <a:ext cx="236680" cy="6096"/>
            </a:xfrm>
            <a:prstGeom prst="rect">
              <a:avLst/>
            </a:prstGeom>
            <a:solidFill>
              <a:srgbClr val="DCE8ED"/>
            </a:solidFill>
            <a:ln w="0">
              <a:noFill/>
              <a:prstDash val="solid"/>
            </a:ln>
          </p:spPr>
        </p:sp>
        <p:sp>
          <p:nvSpPr>
            <p:cNvPr id="5756" name="dense-map-4-cell-188">
              <a:extLst>
                <a:ext uri="{FF2B5EF4-FFF2-40B4-BE49-F238E27FC236}">
                  <a16:creationId xmlns:a16="http://schemas.microsoft.com/office/drawing/2014/main" id="{C488D6B3-8B90-46ED-A8D6-4C98A70538FC}"/>
                </a:ext>
              </a:extLst>
            </p:cNvPr>
            <p:cNvSpPr>
              <a:spLocks noGrp="1"/>
            </p:cNvSpPr>
            <p:nvPr/>
          </p:nvSpPr>
          <p:spPr>
            <a:xfrm>
              <a:off x="21950363" y="6037659"/>
              <a:ext cx="236680" cy="6096"/>
            </a:xfrm>
            <a:prstGeom prst="rect">
              <a:avLst/>
            </a:prstGeom>
            <a:solidFill>
              <a:srgbClr val="DCE8ED"/>
            </a:solidFill>
            <a:ln w="0">
              <a:noFill/>
              <a:prstDash val="solid"/>
            </a:ln>
          </p:spPr>
        </p:sp>
        <p:sp>
          <p:nvSpPr>
            <p:cNvPr id="5757" name="dense-map-4-cell-187">
              <a:extLst>
                <a:ext uri="{FF2B5EF4-FFF2-40B4-BE49-F238E27FC236}">
                  <a16:creationId xmlns:a16="http://schemas.microsoft.com/office/drawing/2014/main" id="{AF7ACC0F-AEA5-4700-9C4F-EB658E438324}"/>
                </a:ext>
              </a:extLst>
            </p:cNvPr>
            <p:cNvSpPr>
              <a:spLocks noGrp="1"/>
            </p:cNvSpPr>
            <p:nvPr/>
          </p:nvSpPr>
          <p:spPr>
            <a:xfrm>
              <a:off x="21950363" y="6043613"/>
              <a:ext cx="236680" cy="6096"/>
            </a:xfrm>
            <a:prstGeom prst="rect">
              <a:avLst/>
            </a:prstGeom>
            <a:solidFill>
              <a:srgbClr val="DCE8ED"/>
            </a:solidFill>
            <a:ln w="0">
              <a:noFill/>
              <a:prstDash val="solid"/>
            </a:ln>
          </p:spPr>
        </p:sp>
        <p:sp>
          <p:nvSpPr>
            <p:cNvPr id="5758" name="dense-map-4-cell-186">
              <a:extLst>
                <a:ext uri="{FF2B5EF4-FFF2-40B4-BE49-F238E27FC236}">
                  <a16:creationId xmlns:a16="http://schemas.microsoft.com/office/drawing/2014/main" id="{2F2D87FC-6B6E-4D5E-82DD-95EFC4BF7B17}"/>
                </a:ext>
              </a:extLst>
            </p:cNvPr>
            <p:cNvSpPr>
              <a:spLocks noGrp="1"/>
            </p:cNvSpPr>
            <p:nvPr/>
          </p:nvSpPr>
          <p:spPr>
            <a:xfrm>
              <a:off x="21950363" y="6049566"/>
              <a:ext cx="236680" cy="6096"/>
            </a:xfrm>
            <a:prstGeom prst="rect">
              <a:avLst/>
            </a:prstGeom>
            <a:solidFill>
              <a:srgbClr val="DCE8ED"/>
            </a:solidFill>
            <a:ln w="0">
              <a:noFill/>
              <a:prstDash val="solid"/>
            </a:ln>
          </p:spPr>
        </p:sp>
        <p:sp>
          <p:nvSpPr>
            <p:cNvPr id="5759" name="dense-map-4-cell-185">
              <a:extLst>
                <a:ext uri="{FF2B5EF4-FFF2-40B4-BE49-F238E27FC236}">
                  <a16:creationId xmlns:a16="http://schemas.microsoft.com/office/drawing/2014/main" id="{1097BECF-0203-4CA2-A3A9-67972F2C1127}"/>
                </a:ext>
              </a:extLst>
            </p:cNvPr>
            <p:cNvSpPr>
              <a:spLocks noGrp="1"/>
            </p:cNvSpPr>
            <p:nvPr/>
          </p:nvSpPr>
          <p:spPr>
            <a:xfrm>
              <a:off x="21950363" y="6055519"/>
              <a:ext cx="236680" cy="6096"/>
            </a:xfrm>
            <a:prstGeom prst="rect">
              <a:avLst/>
            </a:prstGeom>
            <a:solidFill>
              <a:srgbClr val="DBE1E3"/>
            </a:solidFill>
            <a:ln w="0">
              <a:noFill/>
              <a:prstDash val="solid"/>
            </a:ln>
          </p:spPr>
        </p:sp>
        <p:sp>
          <p:nvSpPr>
            <p:cNvPr id="5760" name="dense-map-4-cell-184">
              <a:extLst>
                <a:ext uri="{FF2B5EF4-FFF2-40B4-BE49-F238E27FC236}">
                  <a16:creationId xmlns:a16="http://schemas.microsoft.com/office/drawing/2014/main" id="{BA1D3D67-5873-4DAB-B400-86AB5C2561A4}"/>
                </a:ext>
              </a:extLst>
            </p:cNvPr>
            <p:cNvSpPr>
              <a:spLocks noGrp="1"/>
            </p:cNvSpPr>
            <p:nvPr/>
          </p:nvSpPr>
          <p:spPr>
            <a:xfrm>
              <a:off x="21950363" y="6061472"/>
              <a:ext cx="236680" cy="6096"/>
            </a:xfrm>
            <a:prstGeom prst="rect">
              <a:avLst/>
            </a:prstGeom>
            <a:solidFill>
              <a:srgbClr val="D8CADA"/>
            </a:solidFill>
            <a:ln w="0">
              <a:noFill/>
              <a:prstDash val="solid"/>
            </a:ln>
          </p:spPr>
        </p:sp>
        <p:sp>
          <p:nvSpPr>
            <p:cNvPr id="5761" name="dense-map-4-cell-183">
              <a:extLst>
                <a:ext uri="{FF2B5EF4-FFF2-40B4-BE49-F238E27FC236}">
                  <a16:creationId xmlns:a16="http://schemas.microsoft.com/office/drawing/2014/main" id="{F885001C-78C7-437D-9FF9-7E88944C25C6}"/>
                </a:ext>
              </a:extLst>
            </p:cNvPr>
            <p:cNvSpPr>
              <a:spLocks noGrp="1"/>
            </p:cNvSpPr>
            <p:nvPr/>
          </p:nvSpPr>
          <p:spPr>
            <a:xfrm>
              <a:off x="21950363" y="6067425"/>
              <a:ext cx="236680" cy="6096"/>
            </a:xfrm>
            <a:prstGeom prst="rect">
              <a:avLst/>
            </a:prstGeom>
            <a:solidFill>
              <a:srgbClr val="D4AEC8"/>
            </a:solidFill>
            <a:ln w="0">
              <a:noFill/>
              <a:prstDash val="solid"/>
            </a:ln>
          </p:spPr>
        </p:sp>
        <p:sp>
          <p:nvSpPr>
            <p:cNvPr id="5762" name="dense-map-4-cell-182">
              <a:extLst>
                <a:ext uri="{FF2B5EF4-FFF2-40B4-BE49-F238E27FC236}">
                  <a16:creationId xmlns:a16="http://schemas.microsoft.com/office/drawing/2014/main" id="{E15A3AE8-54F2-431E-8632-4DE98F3311ED}"/>
                </a:ext>
              </a:extLst>
            </p:cNvPr>
            <p:cNvSpPr>
              <a:spLocks noGrp="1"/>
            </p:cNvSpPr>
            <p:nvPr/>
          </p:nvSpPr>
          <p:spPr>
            <a:xfrm>
              <a:off x="21950363" y="6073378"/>
              <a:ext cx="236680" cy="6096"/>
            </a:xfrm>
            <a:prstGeom prst="rect">
              <a:avLst/>
            </a:prstGeom>
            <a:solidFill>
              <a:srgbClr val="D091B6"/>
            </a:solidFill>
            <a:ln w="0">
              <a:noFill/>
              <a:prstDash val="solid"/>
            </a:ln>
          </p:spPr>
        </p:sp>
        <p:sp>
          <p:nvSpPr>
            <p:cNvPr id="5763" name="dense-map-4-cell-181">
              <a:extLst>
                <a:ext uri="{FF2B5EF4-FFF2-40B4-BE49-F238E27FC236}">
                  <a16:creationId xmlns:a16="http://schemas.microsoft.com/office/drawing/2014/main" id="{C0D18694-5696-4655-B672-179B85E4E65B}"/>
                </a:ext>
              </a:extLst>
            </p:cNvPr>
            <p:cNvSpPr>
              <a:spLocks noGrp="1"/>
            </p:cNvSpPr>
            <p:nvPr/>
          </p:nvSpPr>
          <p:spPr>
            <a:xfrm>
              <a:off x="21950363" y="6079331"/>
              <a:ext cx="236680" cy="6096"/>
            </a:xfrm>
            <a:prstGeom prst="rect">
              <a:avLst/>
            </a:prstGeom>
            <a:solidFill>
              <a:srgbClr val="CD7EAA"/>
            </a:solidFill>
            <a:ln w="0">
              <a:noFill/>
              <a:prstDash val="solid"/>
            </a:ln>
          </p:spPr>
        </p:sp>
        <p:sp>
          <p:nvSpPr>
            <p:cNvPr id="5764" name="dense-map-4-cell-180">
              <a:extLst>
                <a:ext uri="{FF2B5EF4-FFF2-40B4-BE49-F238E27FC236}">
                  <a16:creationId xmlns:a16="http://schemas.microsoft.com/office/drawing/2014/main" id="{1653822F-9BCC-4EAD-A454-98E6979D512D}"/>
                </a:ext>
              </a:extLst>
            </p:cNvPr>
            <p:cNvSpPr>
              <a:spLocks noGrp="1"/>
            </p:cNvSpPr>
            <p:nvPr/>
          </p:nvSpPr>
          <p:spPr>
            <a:xfrm>
              <a:off x="21950363" y="6085284"/>
              <a:ext cx="236680" cy="6096"/>
            </a:xfrm>
            <a:prstGeom prst="rect">
              <a:avLst/>
            </a:prstGeom>
            <a:solidFill>
              <a:srgbClr val="CC79A7"/>
            </a:solidFill>
            <a:ln w="0">
              <a:noFill/>
              <a:prstDash val="solid"/>
            </a:ln>
          </p:spPr>
        </p:sp>
        <p:sp>
          <p:nvSpPr>
            <p:cNvPr id="5765" name="dense-map-4-cell-179">
              <a:extLst>
                <a:ext uri="{FF2B5EF4-FFF2-40B4-BE49-F238E27FC236}">
                  <a16:creationId xmlns:a16="http://schemas.microsoft.com/office/drawing/2014/main" id="{C93CE3C4-F4CD-4890-BCC9-343367777AE5}"/>
                </a:ext>
              </a:extLst>
            </p:cNvPr>
            <p:cNvSpPr>
              <a:spLocks noGrp="1"/>
            </p:cNvSpPr>
            <p:nvPr/>
          </p:nvSpPr>
          <p:spPr>
            <a:xfrm>
              <a:off x="21950363" y="6091238"/>
              <a:ext cx="236680" cy="6096"/>
            </a:xfrm>
            <a:prstGeom prst="rect">
              <a:avLst/>
            </a:prstGeom>
            <a:solidFill>
              <a:srgbClr val="CC79A7"/>
            </a:solidFill>
            <a:ln w="0">
              <a:noFill/>
              <a:prstDash val="solid"/>
            </a:ln>
          </p:spPr>
        </p:sp>
        <p:sp>
          <p:nvSpPr>
            <p:cNvPr id="5766" name="dense-map-4-cell-178">
              <a:extLst>
                <a:ext uri="{FF2B5EF4-FFF2-40B4-BE49-F238E27FC236}">
                  <a16:creationId xmlns:a16="http://schemas.microsoft.com/office/drawing/2014/main" id="{D145F759-9EBA-4F50-8DA9-3977057C485E}"/>
                </a:ext>
              </a:extLst>
            </p:cNvPr>
            <p:cNvSpPr>
              <a:spLocks noGrp="1"/>
            </p:cNvSpPr>
            <p:nvPr/>
          </p:nvSpPr>
          <p:spPr>
            <a:xfrm>
              <a:off x="21950363" y="6097191"/>
              <a:ext cx="236680" cy="6096"/>
            </a:xfrm>
            <a:prstGeom prst="rect">
              <a:avLst/>
            </a:prstGeom>
            <a:solidFill>
              <a:srgbClr val="CC79A7"/>
            </a:solidFill>
            <a:ln w="0">
              <a:noFill/>
              <a:prstDash val="solid"/>
            </a:ln>
          </p:spPr>
        </p:sp>
        <p:sp>
          <p:nvSpPr>
            <p:cNvPr id="5767" name="dense-map-4-cell-177">
              <a:extLst>
                <a:ext uri="{FF2B5EF4-FFF2-40B4-BE49-F238E27FC236}">
                  <a16:creationId xmlns:a16="http://schemas.microsoft.com/office/drawing/2014/main" id="{2882B760-26F8-4173-9097-3E629822BAEE}"/>
                </a:ext>
              </a:extLst>
            </p:cNvPr>
            <p:cNvSpPr>
              <a:spLocks noGrp="1"/>
            </p:cNvSpPr>
            <p:nvPr/>
          </p:nvSpPr>
          <p:spPr>
            <a:xfrm>
              <a:off x="21950363" y="6103144"/>
              <a:ext cx="236680" cy="6096"/>
            </a:xfrm>
            <a:prstGeom prst="rect">
              <a:avLst/>
            </a:prstGeom>
            <a:solidFill>
              <a:srgbClr val="CC79A7"/>
            </a:solidFill>
            <a:ln w="0">
              <a:noFill/>
              <a:prstDash val="solid"/>
            </a:ln>
          </p:spPr>
        </p:sp>
        <p:sp>
          <p:nvSpPr>
            <p:cNvPr id="5768" name="dense-map-4-cell-176">
              <a:extLst>
                <a:ext uri="{FF2B5EF4-FFF2-40B4-BE49-F238E27FC236}">
                  <a16:creationId xmlns:a16="http://schemas.microsoft.com/office/drawing/2014/main" id="{8EBCD100-4D85-459A-B871-480AC5BF4F2B}"/>
                </a:ext>
              </a:extLst>
            </p:cNvPr>
            <p:cNvSpPr>
              <a:spLocks noGrp="1"/>
            </p:cNvSpPr>
            <p:nvPr/>
          </p:nvSpPr>
          <p:spPr>
            <a:xfrm>
              <a:off x="21950363" y="6109097"/>
              <a:ext cx="236680" cy="6096"/>
            </a:xfrm>
            <a:prstGeom prst="rect">
              <a:avLst/>
            </a:prstGeom>
            <a:solidFill>
              <a:srgbClr val="CC79A7"/>
            </a:solidFill>
            <a:ln w="0">
              <a:noFill/>
              <a:prstDash val="solid"/>
            </a:ln>
          </p:spPr>
        </p:sp>
        <p:sp>
          <p:nvSpPr>
            <p:cNvPr id="5769" name="dense-map-4-cell-175">
              <a:extLst>
                <a:ext uri="{FF2B5EF4-FFF2-40B4-BE49-F238E27FC236}">
                  <a16:creationId xmlns:a16="http://schemas.microsoft.com/office/drawing/2014/main" id="{9ECB6E59-1022-4FF1-8CB4-03D6D42BCB01}"/>
                </a:ext>
              </a:extLst>
            </p:cNvPr>
            <p:cNvSpPr>
              <a:spLocks noGrp="1"/>
            </p:cNvSpPr>
            <p:nvPr/>
          </p:nvSpPr>
          <p:spPr>
            <a:xfrm>
              <a:off x="21950363" y="6115050"/>
              <a:ext cx="236680" cy="6096"/>
            </a:xfrm>
            <a:prstGeom prst="rect">
              <a:avLst/>
            </a:prstGeom>
            <a:solidFill>
              <a:srgbClr val="CC79A7"/>
            </a:solidFill>
            <a:ln w="0">
              <a:noFill/>
              <a:prstDash val="solid"/>
            </a:ln>
          </p:spPr>
        </p:sp>
        <p:sp>
          <p:nvSpPr>
            <p:cNvPr id="5770" name="dense-map-4-cell-174">
              <a:extLst>
                <a:ext uri="{FF2B5EF4-FFF2-40B4-BE49-F238E27FC236}">
                  <a16:creationId xmlns:a16="http://schemas.microsoft.com/office/drawing/2014/main" id="{61F4EBFE-C644-4C30-81AA-62F59DB8DFFD}"/>
                </a:ext>
              </a:extLst>
            </p:cNvPr>
            <p:cNvSpPr>
              <a:spLocks noGrp="1"/>
            </p:cNvSpPr>
            <p:nvPr/>
          </p:nvSpPr>
          <p:spPr>
            <a:xfrm>
              <a:off x="21950363" y="6121003"/>
              <a:ext cx="236680" cy="6096"/>
            </a:xfrm>
            <a:prstGeom prst="rect">
              <a:avLst/>
            </a:prstGeom>
            <a:solidFill>
              <a:srgbClr val="CC79A7"/>
            </a:solidFill>
            <a:ln w="0">
              <a:noFill/>
              <a:prstDash val="solid"/>
            </a:ln>
          </p:spPr>
        </p:sp>
        <p:sp>
          <p:nvSpPr>
            <p:cNvPr id="5771" name="dense-map-4-cell-173">
              <a:extLst>
                <a:ext uri="{FF2B5EF4-FFF2-40B4-BE49-F238E27FC236}">
                  <a16:creationId xmlns:a16="http://schemas.microsoft.com/office/drawing/2014/main" id="{6EA90281-4673-4ED6-AFD8-6228C6CC4D76}"/>
                </a:ext>
              </a:extLst>
            </p:cNvPr>
            <p:cNvSpPr>
              <a:spLocks noGrp="1"/>
            </p:cNvSpPr>
            <p:nvPr/>
          </p:nvSpPr>
          <p:spPr>
            <a:xfrm>
              <a:off x="21950363" y="6126956"/>
              <a:ext cx="236680" cy="6096"/>
            </a:xfrm>
            <a:prstGeom prst="rect">
              <a:avLst/>
            </a:prstGeom>
            <a:solidFill>
              <a:srgbClr val="CC79A7"/>
            </a:solidFill>
            <a:ln w="0">
              <a:noFill/>
              <a:prstDash val="solid"/>
            </a:ln>
          </p:spPr>
        </p:sp>
        <p:sp>
          <p:nvSpPr>
            <p:cNvPr id="5772" name="dense-map-4-cell-172">
              <a:extLst>
                <a:ext uri="{FF2B5EF4-FFF2-40B4-BE49-F238E27FC236}">
                  <a16:creationId xmlns:a16="http://schemas.microsoft.com/office/drawing/2014/main" id="{AED6BE71-60E0-4708-A4C4-28CABB85F898}"/>
                </a:ext>
              </a:extLst>
            </p:cNvPr>
            <p:cNvSpPr>
              <a:spLocks noGrp="1"/>
            </p:cNvSpPr>
            <p:nvPr/>
          </p:nvSpPr>
          <p:spPr>
            <a:xfrm>
              <a:off x="21950363" y="6132909"/>
              <a:ext cx="236680" cy="6096"/>
            </a:xfrm>
            <a:prstGeom prst="rect">
              <a:avLst/>
            </a:prstGeom>
            <a:solidFill>
              <a:srgbClr val="CC7AA8"/>
            </a:solidFill>
            <a:ln w="0">
              <a:noFill/>
              <a:prstDash val="solid"/>
            </a:ln>
          </p:spPr>
        </p:sp>
        <p:sp>
          <p:nvSpPr>
            <p:cNvPr id="5773" name="dense-map-4-cell-171">
              <a:extLst>
                <a:ext uri="{FF2B5EF4-FFF2-40B4-BE49-F238E27FC236}">
                  <a16:creationId xmlns:a16="http://schemas.microsoft.com/office/drawing/2014/main" id="{0E52AC81-1C61-4F8D-B0C3-F30744C7F841}"/>
                </a:ext>
              </a:extLst>
            </p:cNvPr>
            <p:cNvSpPr>
              <a:spLocks noGrp="1"/>
            </p:cNvSpPr>
            <p:nvPr/>
          </p:nvSpPr>
          <p:spPr>
            <a:xfrm>
              <a:off x="21950363" y="6138863"/>
              <a:ext cx="236680" cy="6096"/>
            </a:xfrm>
            <a:prstGeom prst="rect">
              <a:avLst/>
            </a:prstGeom>
            <a:solidFill>
              <a:srgbClr val="CE85AE"/>
            </a:solidFill>
            <a:ln w="0">
              <a:noFill/>
              <a:prstDash val="solid"/>
            </a:ln>
          </p:spPr>
        </p:sp>
        <p:sp>
          <p:nvSpPr>
            <p:cNvPr id="5774" name="dense-map-4-cell-170">
              <a:extLst>
                <a:ext uri="{FF2B5EF4-FFF2-40B4-BE49-F238E27FC236}">
                  <a16:creationId xmlns:a16="http://schemas.microsoft.com/office/drawing/2014/main" id="{14395010-5684-4825-88E9-B917D6DDA7DE}"/>
                </a:ext>
              </a:extLst>
            </p:cNvPr>
            <p:cNvSpPr>
              <a:spLocks noGrp="1"/>
            </p:cNvSpPr>
            <p:nvPr/>
          </p:nvSpPr>
          <p:spPr>
            <a:xfrm>
              <a:off x="21950363" y="6144816"/>
              <a:ext cx="236680" cy="6096"/>
            </a:xfrm>
            <a:prstGeom prst="rect">
              <a:avLst/>
            </a:prstGeom>
            <a:solidFill>
              <a:srgbClr val="D095B9"/>
            </a:solidFill>
            <a:ln w="0">
              <a:noFill/>
              <a:prstDash val="solid"/>
            </a:ln>
          </p:spPr>
        </p:sp>
        <p:sp>
          <p:nvSpPr>
            <p:cNvPr id="5775" name="dense-map-4-cell-169">
              <a:extLst>
                <a:ext uri="{FF2B5EF4-FFF2-40B4-BE49-F238E27FC236}">
                  <a16:creationId xmlns:a16="http://schemas.microsoft.com/office/drawing/2014/main" id="{A4ECCC8E-37A4-4682-A770-01A454E925E6}"/>
                </a:ext>
              </a:extLst>
            </p:cNvPr>
            <p:cNvSpPr>
              <a:spLocks noGrp="1"/>
            </p:cNvSpPr>
            <p:nvPr/>
          </p:nvSpPr>
          <p:spPr>
            <a:xfrm>
              <a:off x="21950363" y="6150769"/>
              <a:ext cx="236680" cy="6096"/>
            </a:xfrm>
            <a:prstGeom prst="rect">
              <a:avLst/>
            </a:prstGeom>
            <a:solidFill>
              <a:srgbClr val="D3AAC6"/>
            </a:solidFill>
            <a:ln w="0">
              <a:noFill/>
              <a:prstDash val="solid"/>
            </a:ln>
          </p:spPr>
        </p:sp>
        <p:sp>
          <p:nvSpPr>
            <p:cNvPr id="5776" name="dense-map-4-cell-168">
              <a:extLst>
                <a:ext uri="{FF2B5EF4-FFF2-40B4-BE49-F238E27FC236}">
                  <a16:creationId xmlns:a16="http://schemas.microsoft.com/office/drawing/2014/main" id="{D5036DC0-0D0D-4096-A3C7-445216007EA5}"/>
                </a:ext>
              </a:extLst>
            </p:cNvPr>
            <p:cNvSpPr>
              <a:spLocks noGrp="1"/>
            </p:cNvSpPr>
            <p:nvPr/>
          </p:nvSpPr>
          <p:spPr>
            <a:xfrm>
              <a:off x="21950363" y="6156722"/>
              <a:ext cx="236680" cy="6096"/>
            </a:xfrm>
            <a:prstGeom prst="rect">
              <a:avLst/>
            </a:prstGeom>
            <a:solidFill>
              <a:srgbClr val="D6C0D4"/>
            </a:solidFill>
            <a:ln w="0">
              <a:noFill/>
              <a:prstDash val="solid"/>
            </a:ln>
          </p:spPr>
        </p:sp>
        <p:sp>
          <p:nvSpPr>
            <p:cNvPr id="5777" name="dense-map-4-cell-167">
              <a:extLst>
                <a:ext uri="{FF2B5EF4-FFF2-40B4-BE49-F238E27FC236}">
                  <a16:creationId xmlns:a16="http://schemas.microsoft.com/office/drawing/2014/main" id="{EA2ABC91-E832-4D04-9959-6DF133E57FDB}"/>
                </a:ext>
              </a:extLst>
            </p:cNvPr>
            <p:cNvSpPr>
              <a:spLocks noGrp="1"/>
            </p:cNvSpPr>
            <p:nvPr/>
          </p:nvSpPr>
          <p:spPr>
            <a:xfrm>
              <a:off x="21950363" y="6162675"/>
              <a:ext cx="236680" cy="6096"/>
            </a:xfrm>
            <a:prstGeom prst="rect">
              <a:avLst/>
            </a:prstGeom>
            <a:solidFill>
              <a:srgbClr val="D9D3E0"/>
            </a:solidFill>
            <a:ln w="0">
              <a:noFill/>
              <a:prstDash val="solid"/>
            </a:ln>
          </p:spPr>
        </p:sp>
        <p:sp>
          <p:nvSpPr>
            <p:cNvPr id="5778" name="dense-map-4-cell-166">
              <a:extLst>
                <a:ext uri="{FF2B5EF4-FFF2-40B4-BE49-F238E27FC236}">
                  <a16:creationId xmlns:a16="http://schemas.microsoft.com/office/drawing/2014/main" id="{8DF0CDED-02B4-48E6-9A3A-94131CEE0CEA}"/>
                </a:ext>
              </a:extLst>
            </p:cNvPr>
            <p:cNvSpPr>
              <a:spLocks noGrp="1"/>
            </p:cNvSpPr>
            <p:nvPr/>
          </p:nvSpPr>
          <p:spPr>
            <a:xfrm>
              <a:off x="21950363" y="6168628"/>
              <a:ext cx="236680" cy="6096"/>
            </a:xfrm>
            <a:prstGeom prst="rect">
              <a:avLst/>
            </a:prstGeom>
            <a:solidFill>
              <a:srgbClr val="DBE2E5"/>
            </a:solidFill>
            <a:ln w="0">
              <a:noFill/>
              <a:prstDash val="solid"/>
            </a:ln>
          </p:spPr>
        </p:sp>
        <p:sp>
          <p:nvSpPr>
            <p:cNvPr id="5779" name="dense-map-4-cell-165">
              <a:extLst>
                <a:ext uri="{FF2B5EF4-FFF2-40B4-BE49-F238E27FC236}">
                  <a16:creationId xmlns:a16="http://schemas.microsoft.com/office/drawing/2014/main" id="{3BFCE3F7-A205-4D86-AF70-7AD010B9C76E}"/>
                </a:ext>
              </a:extLst>
            </p:cNvPr>
            <p:cNvSpPr>
              <a:spLocks noGrp="1"/>
            </p:cNvSpPr>
            <p:nvPr/>
          </p:nvSpPr>
          <p:spPr>
            <a:xfrm>
              <a:off x="21950363" y="6174581"/>
              <a:ext cx="236680" cy="6096"/>
            </a:xfrm>
            <a:prstGeom prst="rect">
              <a:avLst/>
            </a:prstGeom>
            <a:solidFill>
              <a:srgbClr val="DCE8ED"/>
            </a:solidFill>
            <a:ln w="0">
              <a:noFill/>
              <a:prstDash val="solid"/>
            </a:ln>
          </p:spPr>
        </p:sp>
        <p:sp>
          <p:nvSpPr>
            <p:cNvPr id="5780" name="dense-map-4-cell-164">
              <a:extLst>
                <a:ext uri="{FF2B5EF4-FFF2-40B4-BE49-F238E27FC236}">
                  <a16:creationId xmlns:a16="http://schemas.microsoft.com/office/drawing/2014/main" id="{D89E923B-D54A-4FB2-BE5A-961F24E5210D}"/>
                </a:ext>
              </a:extLst>
            </p:cNvPr>
            <p:cNvSpPr>
              <a:spLocks noGrp="1"/>
            </p:cNvSpPr>
            <p:nvPr/>
          </p:nvSpPr>
          <p:spPr>
            <a:xfrm>
              <a:off x="21950363" y="6180534"/>
              <a:ext cx="236680" cy="6096"/>
            </a:xfrm>
            <a:prstGeom prst="rect">
              <a:avLst/>
            </a:prstGeom>
            <a:solidFill>
              <a:srgbClr val="DCE8ED"/>
            </a:solidFill>
            <a:ln w="0">
              <a:noFill/>
              <a:prstDash val="solid"/>
            </a:ln>
          </p:spPr>
        </p:sp>
        <p:sp>
          <p:nvSpPr>
            <p:cNvPr id="5781" name="dense-map-4-cell-163">
              <a:extLst>
                <a:ext uri="{FF2B5EF4-FFF2-40B4-BE49-F238E27FC236}">
                  <a16:creationId xmlns:a16="http://schemas.microsoft.com/office/drawing/2014/main" id="{44C2F327-1ABE-4801-9160-45F1F8A8DD94}"/>
                </a:ext>
              </a:extLst>
            </p:cNvPr>
            <p:cNvSpPr>
              <a:spLocks noGrp="1"/>
            </p:cNvSpPr>
            <p:nvPr/>
          </p:nvSpPr>
          <p:spPr>
            <a:xfrm>
              <a:off x="21950363" y="6186488"/>
              <a:ext cx="236680" cy="6096"/>
            </a:xfrm>
            <a:prstGeom prst="rect">
              <a:avLst/>
            </a:prstGeom>
            <a:solidFill>
              <a:srgbClr val="DCE8ED"/>
            </a:solidFill>
            <a:ln w="0">
              <a:noFill/>
              <a:prstDash val="solid"/>
            </a:ln>
          </p:spPr>
        </p:sp>
        <p:sp>
          <p:nvSpPr>
            <p:cNvPr id="5782" name="dense-map-4-cell-162">
              <a:extLst>
                <a:ext uri="{FF2B5EF4-FFF2-40B4-BE49-F238E27FC236}">
                  <a16:creationId xmlns:a16="http://schemas.microsoft.com/office/drawing/2014/main" id="{0EC85C67-313A-4591-863E-8ECA4E44DD6D}"/>
                </a:ext>
              </a:extLst>
            </p:cNvPr>
            <p:cNvSpPr>
              <a:spLocks noGrp="1"/>
            </p:cNvSpPr>
            <p:nvPr/>
          </p:nvSpPr>
          <p:spPr>
            <a:xfrm>
              <a:off x="21950363" y="6192441"/>
              <a:ext cx="236680" cy="6096"/>
            </a:xfrm>
            <a:prstGeom prst="rect">
              <a:avLst/>
            </a:prstGeom>
            <a:solidFill>
              <a:srgbClr val="DCE8ED"/>
            </a:solidFill>
            <a:ln w="0">
              <a:noFill/>
              <a:prstDash val="solid"/>
            </a:ln>
          </p:spPr>
        </p:sp>
        <p:sp>
          <p:nvSpPr>
            <p:cNvPr id="5783" name="dense-map-4-cell-161">
              <a:extLst>
                <a:ext uri="{FF2B5EF4-FFF2-40B4-BE49-F238E27FC236}">
                  <a16:creationId xmlns:a16="http://schemas.microsoft.com/office/drawing/2014/main" id="{935D5DBB-66B3-4241-9C62-ADFE44B53D7F}"/>
                </a:ext>
              </a:extLst>
            </p:cNvPr>
            <p:cNvSpPr>
              <a:spLocks noGrp="1"/>
            </p:cNvSpPr>
            <p:nvPr/>
          </p:nvSpPr>
          <p:spPr>
            <a:xfrm>
              <a:off x="21950363" y="6198394"/>
              <a:ext cx="236680" cy="6096"/>
            </a:xfrm>
            <a:prstGeom prst="rect">
              <a:avLst/>
            </a:prstGeom>
            <a:solidFill>
              <a:srgbClr val="DCE8ED"/>
            </a:solidFill>
            <a:ln w="0">
              <a:noFill/>
              <a:prstDash val="solid"/>
            </a:ln>
          </p:spPr>
        </p:sp>
        <p:sp>
          <p:nvSpPr>
            <p:cNvPr id="5784" name="dense-map-4-cell-160">
              <a:extLst>
                <a:ext uri="{FF2B5EF4-FFF2-40B4-BE49-F238E27FC236}">
                  <a16:creationId xmlns:a16="http://schemas.microsoft.com/office/drawing/2014/main" id="{79EE4CBC-AD8C-4A3E-88F8-763F3EDAD90B}"/>
                </a:ext>
              </a:extLst>
            </p:cNvPr>
            <p:cNvSpPr>
              <a:spLocks noGrp="1"/>
            </p:cNvSpPr>
            <p:nvPr/>
          </p:nvSpPr>
          <p:spPr>
            <a:xfrm>
              <a:off x="21950363" y="6204347"/>
              <a:ext cx="236680" cy="6096"/>
            </a:xfrm>
            <a:prstGeom prst="rect">
              <a:avLst/>
            </a:prstGeom>
            <a:solidFill>
              <a:srgbClr val="DCE8ED"/>
            </a:solidFill>
            <a:ln w="0">
              <a:noFill/>
              <a:prstDash val="solid"/>
            </a:ln>
          </p:spPr>
        </p:sp>
        <p:sp>
          <p:nvSpPr>
            <p:cNvPr id="5785" name="dense-map-4-cell-159">
              <a:extLst>
                <a:ext uri="{FF2B5EF4-FFF2-40B4-BE49-F238E27FC236}">
                  <a16:creationId xmlns:a16="http://schemas.microsoft.com/office/drawing/2014/main" id="{19A80EC5-E445-4990-994B-99589411AF21}"/>
                </a:ext>
              </a:extLst>
            </p:cNvPr>
            <p:cNvSpPr>
              <a:spLocks noGrp="1"/>
            </p:cNvSpPr>
            <p:nvPr/>
          </p:nvSpPr>
          <p:spPr>
            <a:xfrm>
              <a:off x="21950363" y="6210300"/>
              <a:ext cx="236680" cy="6096"/>
            </a:xfrm>
            <a:prstGeom prst="rect">
              <a:avLst/>
            </a:prstGeom>
            <a:solidFill>
              <a:srgbClr val="DCE8ED"/>
            </a:solidFill>
            <a:ln w="0">
              <a:noFill/>
              <a:prstDash val="solid"/>
            </a:ln>
          </p:spPr>
        </p:sp>
        <p:sp>
          <p:nvSpPr>
            <p:cNvPr id="5786" name="dense-map-4-cell-158">
              <a:extLst>
                <a:ext uri="{FF2B5EF4-FFF2-40B4-BE49-F238E27FC236}">
                  <a16:creationId xmlns:a16="http://schemas.microsoft.com/office/drawing/2014/main" id="{15FB4242-C672-4449-B3C3-BBEDBC95E545}"/>
                </a:ext>
              </a:extLst>
            </p:cNvPr>
            <p:cNvSpPr>
              <a:spLocks noGrp="1"/>
            </p:cNvSpPr>
            <p:nvPr/>
          </p:nvSpPr>
          <p:spPr>
            <a:xfrm>
              <a:off x="21950363" y="6216253"/>
              <a:ext cx="236680" cy="6096"/>
            </a:xfrm>
            <a:prstGeom prst="rect">
              <a:avLst/>
            </a:prstGeom>
            <a:solidFill>
              <a:srgbClr val="DCE8ED"/>
            </a:solidFill>
            <a:ln w="0">
              <a:noFill/>
              <a:prstDash val="solid"/>
            </a:ln>
          </p:spPr>
        </p:sp>
        <p:sp>
          <p:nvSpPr>
            <p:cNvPr id="5787" name="dense-map-4-cell-157">
              <a:extLst>
                <a:ext uri="{FF2B5EF4-FFF2-40B4-BE49-F238E27FC236}">
                  <a16:creationId xmlns:a16="http://schemas.microsoft.com/office/drawing/2014/main" id="{86770361-E3D8-4734-9231-665037433BD9}"/>
                </a:ext>
              </a:extLst>
            </p:cNvPr>
            <p:cNvSpPr>
              <a:spLocks noGrp="1"/>
            </p:cNvSpPr>
            <p:nvPr/>
          </p:nvSpPr>
          <p:spPr>
            <a:xfrm>
              <a:off x="21950363" y="6222206"/>
              <a:ext cx="236680" cy="6096"/>
            </a:xfrm>
            <a:prstGeom prst="rect">
              <a:avLst/>
            </a:prstGeom>
            <a:solidFill>
              <a:srgbClr val="DCE8ED"/>
            </a:solidFill>
            <a:ln w="0">
              <a:noFill/>
              <a:prstDash val="solid"/>
            </a:ln>
          </p:spPr>
        </p:sp>
        <p:sp>
          <p:nvSpPr>
            <p:cNvPr id="5788" name="dense-map-4-cell-156">
              <a:extLst>
                <a:ext uri="{FF2B5EF4-FFF2-40B4-BE49-F238E27FC236}">
                  <a16:creationId xmlns:a16="http://schemas.microsoft.com/office/drawing/2014/main" id="{6EAA7C6A-782F-43DA-8709-8EA989A71341}"/>
                </a:ext>
              </a:extLst>
            </p:cNvPr>
            <p:cNvSpPr>
              <a:spLocks noGrp="1"/>
            </p:cNvSpPr>
            <p:nvPr/>
          </p:nvSpPr>
          <p:spPr>
            <a:xfrm>
              <a:off x="21950363" y="6228159"/>
              <a:ext cx="236680" cy="6096"/>
            </a:xfrm>
            <a:prstGeom prst="rect">
              <a:avLst/>
            </a:prstGeom>
            <a:solidFill>
              <a:srgbClr val="DCE8ED"/>
            </a:solidFill>
            <a:ln w="0">
              <a:noFill/>
              <a:prstDash val="solid"/>
            </a:ln>
          </p:spPr>
        </p:sp>
        <p:sp>
          <p:nvSpPr>
            <p:cNvPr id="5789" name="dense-map-4-cell-155">
              <a:extLst>
                <a:ext uri="{FF2B5EF4-FFF2-40B4-BE49-F238E27FC236}">
                  <a16:creationId xmlns:a16="http://schemas.microsoft.com/office/drawing/2014/main" id="{C1F6B101-0A1D-44BC-AF61-A1767D5DE8B8}"/>
                </a:ext>
              </a:extLst>
            </p:cNvPr>
            <p:cNvSpPr>
              <a:spLocks noGrp="1"/>
            </p:cNvSpPr>
            <p:nvPr/>
          </p:nvSpPr>
          <p:spPr>
            <a:xfrm>
              <a:off x="21950363" y="6234113"/>
              <a:ext cx="236680" cy="6096"/>
            </a:xfrm>
            <a:prstGeom prst="rect">
              <a:avLst/>
            </a:prstGeom>
            <a:solidFill>
              <a:srgbClr val="DCE8ED"/>
            </a:solidFill>
            <a:ln w="0">
              <a:noFill/>
              <a:prstDash val="solid"/>
            </a:ln>
          </p:spPr>
        </p:sp>
        <p:sp>
          <p:nvSpPr>
            <p:cNvPr id="5790" name="dense-map-4-cell-154">
              <a:extLst>
                <a:ext uri="{FF2B5EF4-FFF2-40B4-BE49-F238E27FC236}">
                  <a16:creationId xmlns:a16="http://schemas.microsoft.com/office/drawing/2014/main" id="{66109388-B387-4D5C-B848-3521C1958836}"/>
                </a:ext>
              </a:extLst>
            </p:cNvPr>
            <p:cNvSpPr>
              <a:spLocks noGrp="1"/>
            </p:cNvSpPr>
            <p:nvPr/>
          </p:nvSpPr>
          <p:spPr>
            <a:xfrm>
              <a:off x="21950363" y="6240066"/>
              <a:ext cx="236680" cy="6096"/>
            </a:xfrm>
            <a:prstGeom prst="rect">
              <a:avLst/>
            </a:prstGeom>
            <a:solidFill>
              <a:srgbClr val="DCE8ED"/>
            </a:solidFill>
            <a:ln w="0">
              <a:noFill/>
              <a:prstDash val="solid"/>
            </a:ln>
          </p:spPr>
        </p:sp>
        <p:sp>
          <p:nvSpPr>
            <p:cNvPr id="5791" name="dense-map-4-cell-153">
              <a:extLst>
                <a:ext uri="{FF2B5EF4-FFF2-40B4-BE49-F238E27FC236}">
                  <a16:creationId xmlns:a16="http://schemas.microsoft.com/office/drawing/2014/main" id="{78F0DADE-F6B8-434B-B3B2-AEBE1518DAC4}"/>
                </a:ext>
              </a:extLst>
            </p:cNvPr>
            <p:cNvSpPr>
              <a:spLocks noGrp="1"/>
            </p:cNvSpPr>
            <p:nvPr/>
          </p:nvSpPr>
          <p:spPr>
            <a:xfrm>
              <a:off x="21950363" y="6246019"/>
              <a:ext cx="236680" cy="6096"/>
            </a:xfrm>
            <a:prstGeom prst="rect">
              <a:avLst/>
            </a:prstGeom>
            <a:solidFill>
              <a:srgbClr val="DCE8ED"/>
            </a:solidFill>
            <a:ln w="0">
              <a:noFill/>
              <a:prstDash val="solid"/>
            </a:ln>
          </p:spPr>
        </p:sp>
        <p:sp>
          <p:nvSpPr>
            <p:cNvPr id="5792" name="dense-map-4-cell-152">
              <a:extLst>
                <a:ext uri="{FF2B5EF4-FFF2-40B4-BE49-F238E27FC236}">
                  <a16:creationId xmlns:a16="http://schemas.microsoft.com/office/drawing/2014/main" id="{681940F9-59AE-4E36-BAC5-9FEF9D5C352A}"/>
                </a:ext>
              </a:extLst>
            </p:cNvPr>
            <p:cNvSpPr>
              <a:spLocks noGrp="1"/>
            </p:cNvSpPr>
            <p:nvPr/>
          </p:nvSpPr>
          <p:spPr>
            <a:xfrm>
              <a:off x="21950363" y="6251972"/>
              <a:ext cx="236680" cy="6096"/>
            </a:xfrm>
            <a:prstGeom prst="rect">
              <a:avLst/>
            </a:prstGeom>
            <a:solidFill>
              <a:srgbClr val="DCE8ED"/>
            </a:solidFill>
            <a:ln w="0">
              <a:noFill/>
              <a:prstDash val="solid"/>
            </a:ln>
          </p:spPr>
        </p:sp>
        <p:sp>
          <p:nvSpPr>
            <p:cNvPr id="5793" name="dense-map-4-cell-151">
              <a:extLst>
                <a:ext uri="{FF2B5EF4-FFF2-40B4-BE49-F238E27FC236}">
                  <a16:creationId xmlns:a16="http://schemas.microsoft.com/office/drawing/2014/main" id="{4FD35DDF-4430-4076-9126-F98D9D6BBB7D}"/>
                </a:ext>
              </a:extLst>
            </p:cNvPr>
            <p:cNvSpPr>
              <a:spLocks noGrp="1"/>
            </p:cNvSpPr>
            <p:nvPr/>
          </p:nvSpPr>
          <p:spPr>
            <a:xfrm>
              <a:off x="21950363" y="6257925"/>
              <a:ext cx="236680" cy="6096"/>
            </a:xfrm>
            <a:prstGeom prst="rect">
              <a:avLst/>
            </a:prstGeom>
            <a:solidFill>
              <a:srgbClr val="DCE8ED"/>
            </a:solidFill>
            <a:ln w="0">
              <a:noFill/>
              <a:prstDash val="solid"/>
            </a:ln>
          </p:spPr>
        </p:sp>
        <p:sp>
          <p:nvSpPr>
            <p:cNvPr id="5794" name="dense-map-4-cell-150">
              <a:extLst>
                <a:ext uri="{FF2B5EF4-FFF2-40B4-BE49-F238E27FC236}">
                  <a16:creationId xmlns:a16="http://schemas.microsoft.com/office/drawing/2014/main" id="{80E45251-5DEA-4EBF-ADBF-060C1EF7D80C}"/>
                </a:ext>
              </a:extLst>
            </p:cNvPr>
            <p:cNvSpPr>
              <a:spLocks noGrp="1"/>
            </p:cNvSpPr>
            <p:nvPr/>
          </p:nvSpPr>
          <p:spPr>
            <a:xfrm>
              <a:off x="21950363" y="6263878"/>
              <a:ext cx="236680" cy="6096"/>
            </a:xfrm>
            <a:prstGeom prst="rect">
              <a:avLst/>
            </a:prstGeom>
            <a:solidFill>
              <a:srgbClr val="DCE8ED"/>
            </a:solidFill>
            <a:ln w="0">
              <a:noFill/>
              <a:prstDash val="solid"/>
            </a:ln>
          </p:spPr>
        </p:sp>
        <p:sp>
          <p:nvSpPr>
            <p:cNvPr id="5795" name="dense-map-4-cell-149">
              <a:extLst>
                <a:ext uri="{FF2B5EF4-FFF2-40B4-BE49-F238E27FC236}">
                  <a16:creationId xmlns:a16="http://schemas.microsoft.com/office/drawing/2014/main" id="{AF60FD9A-F619-43E8-9584-8D0E8D1DCCAB}"/>
                </a:ext>
              </a:extLst>
            </p:cNvPr>
            <p:cNvSpPr>
              <a:spLocks noGrp="1"/>
            </p:cNvSpPr>
            <p:nvPr/>
          </p:nvSpPr>
          <p:spPr>
            <a:xfrm>
              <a:off x="21950363" y="6269831"/>
              <a:ext cx="236680" cy="6096"/>
            </a:xfrm>
            <a:prstGeom prst="rect">
              <a:avLst/>
            </a:prstGeom>
            <a:solidFill>
              <a:srgbClr val="DCE8ED"/>
            </a:solidFill>
            <a:ln w="0">
              <a:noFill/>
              <a:prstDash val="solid"/>
            </a:ln>
          </p:spPr>
        </p:sp>
        <p:sp>
          <p:nvSpPr>
            <p:cNvPr id="5796" name="dense-map-4-cell-148">
              <a:extLst>
                <a:ext uri="{FF2B5EF4-FFF2-40B4-BE49-F238E27FC236}">
                  <a16:creationId xmlns:a16="http://schemas.microsoft.com/office/drawing/2014/main" id="{3A88E9A1-0D48-4B38-A98F-5DABC0F9820B}"/>
                </a:ext>
              </a:extLst>
            </p:cNvPr>
            <p:cNvSpPr>
              <a:spLocks noGrp="1"/>
            </p:cNvSpPr>
            <p:nvPr/>
          </p:nvSpPr>
          <p:spPr>
            <a:xfrm>
              <a:off x="21950363" y="6275784"/>
              <a:ext cx="236680" cy="6096"/>
            </a:xfrm>
            <a:prstGeom prst="rect">
              <a:avLst/>
            </a:prstGeom>
            <a:solidFill>
              <a:srgbClr val="DCE8ED"/>
            </a:solidFill>
            <a:ln w="0">
              <a:noFill/>
              <a:prstDash val="solid"/>
            </a:ln>
          </p:spPr>
        </p:sp>
        <p:sp>
          <p:nvSpPr>
            <p:cNvPr id="5797" name="dense-map-4-cell-147">
              <a:extLst>
                <a:ext uri="{FF2B5EF4-FFF2-40B4-BE49-F238E27FC236}">
                  <a16:creationId xmlns:a16="http://schemas.microsoft.com/office/drawing/2014/main" id="{4F77BDF7-36BE-47BD-AF04-23177FE054DF}"/>
                </a:ext>
              </a:extLst>
            </p:cNvPr>
            <p:cNvSpPr>
              <a:spLocks noGrp="1"/>
            </p:cNvSpPr>
            <p:nvPr/>
          </p:nvSpPr>
          <p:spPr>
            <a:xfrm>
              <a:off x="21950363" y="6281738"/>
              <a:ext cx="236680" cy="6096"/>
            </a:xfrm>
            <a:prstGeom prst="rect">
              <a:avLst/>
            </a:prstGeom>
            <a:solidFill>
              <a:srgbClr val="DCE8ED"/>
            </a:solidFill>
            <a:ln w="0">
              <a:noFill/>
              <a:prstDash val="solid"/>
            </a:ln>
          </p:spPr>
        </p:sp>
        <p:sp>
          <p:nvSpPr>
            <p:cNvPr id="5798" name="dense-map-4-cell-146">
              <a:extLst>
                <a:ext uri="{FF2B5EF4-FFF2-40B4-BE49-F238E27FC236}">
                  <a16:creationId xmlns:a16="http://schemas.microsoft.com/office/drawing/2014/main" id="{5F7A1004-3A5B-40BB-92F5-C741CD50FB9B}"/>
                </a:ext>
              </a:extLst>
            </p:cNvPr>
            <p:cNvSpPr>
              <a:spLocks noGrp="1"/>
            </p:cNvSpPr>
            <p:nvPr/>
          </p:nvSpPr>
          <p:spPr>
            <a:xfrm>
              <a:off x="21950363" y="6287691"/>
              <a:ext cx="236680" cy="6096"/>
            </a:xfrm>
            <a:prstGeom prst="rect">
              <a:avLst/>
            </a:prstGeom>
            <a:solidFill>
              <a:srgbClr val="DCE8ED"/>
            </a:solidFill>
            <a:ln w="0">
              <a:noFill/>
              <a:prstDash val="solid"/>
            </a:ln>
          </p:spPr>
        </p:sp>
        <p:sp>
          <p:nvSpPr>
            <p:cNvPr id="5799" name="dense-map-4-cell-145">
              <a:extLst>
                <a:ext uri="{FF2B5EF4-FFF2-40B4-BE49-F238E27FC236}">
                  <a16:creationId xmlns:a16="http://schemas.microsoft.com/office/drawing/2014/main" id="{8ACAA8C7-354E-416C-9CBA-67EB9634EEFB}"/>
                </a:ext>
              </a:extLst>
            </p:cNvPr>
            <p:cNvSpPr>
              <a:spLocks noGrp="1"/>
            </p:cNvSpPr>
            <p:nvPr/>
          </p:nvSpPr>
          <p:spPr>
            <a:xfrm>
              <a:off x="21950363" y="6293644"/>
              <a:ext cx="236680" cy="6096"/>
            </a:xfrm>
            <a:prstGeom prst="rect">
              <a:avLst/>
            </a:prstGeom>
            <a:solidFill>
              <a:srgbClr val="DCE8ED"/>
            </a:solidFill>
            <a:ln w="0">
              <a:noFill/>
              <a:prstDash val="solid"/>
            </a:ln>
          </p:spPr>
        </p:sp>
        <p:sp>
          <p:nvSpPr>
            <p:cNvPr id="5800" name="dense-map-4-cell-144">
              <a:extLst>
                <a:ext uri="{FF2B5EF4-FFF2-40B4-BE49-F238E27FC236}">
                  <a16:creationId xmlns:a16="http://schemas.microsoft.com/office/drawing/2014/main" id="{51AF6665-F374-4D3A-88FD-E5F45A98B417}"/>
                </a:ext>
              </a:extLst>
            </p:cNvPr>
            <p:cNvSpPr>
              <a:spLocks noGrp="1"/>
            </p:cNvSpPr>
            <p:nvPr/>
          </p:nvSpPr>
          <p:spPr>
            <a:xfrm>
              <a:off x="21950363" y="6299597"/>
              <a:ext cx="236680" cy="6096"/>
            </a:xfrm>
            <a:prstGeom prst="rect">
              <a:avLst/>
            </a:prstGeom>
            <a:solidFill>
              <a:srgbClr val="DCE8ED"/>
            </a:solidFill>
            <a:ln w="0">
              <a:noFill/>
              <a:prstDash val="solid"/>
            </a:ln>
          </p:spPr>
        </p:sp>
        <p:sp>
          <p:nvSpPr>
            <p:cNvPr id="5801" name="dense-map-4-cell-143">
              <a:extLst>
                <a:ext uri="{FF2B5EF4-FFF2-40B4-BE49-F238E27FC236}">
                  <a16:creationId xmlns:a16="http://schemas.microsoft.com/office/drawing/2014/main" id="{716C562E-B039-4B9A-A252-7FC68478A5D8}"/>
                </a:ext>
              </a:extLst>
            </p:cNvPr>
            <p:cNvSpPr>
              <a:spLocks noGrp="1"/>
            </p:cNvSpPr>
            <p:nvPr/>
          </p:nvSpPr>
          <p:spPr>
            <a:xfrm>
              <a:off x="21950363" y="6305550"/>
              <a:ext cx="236680" cy="6096"/>
            </a:xfrm>
            <a:prstGeom prst="rect">
              <a:avLst/>
            </a:prstGeom>
            <a:solidFill>
              <a:srgbClr val="DCE8ED"/>
            </a:solidFill>
            <a:ln w="0">
              <a:noFill/>
              <a:prstDash val="solid"/>
            </a:ln>
          </p:spPr>
        </p:sp>
        <p:sp>
          <p:nvSpPr>
            <p:cNvPr id="5802" name="dense-map-4-cell-142">
              <a:extLst>
                <a:ext uri="{FF2B5EF4-FFF2-40B4-BE49-F238E27FC236}">
                  <a16:creationId xmlns:a16="http://schemas.microsoft.com/office/drawing/2014/main" id="{86C467BC-34E0-4982-84A3-DCA79C493141}"/>
                </a:ext>
              </a:extLst>
            </p:cNvPr>
            <p:cNvSpPr>
              <a:spLocks noGrp="1"/>
            </p:cNvSpPr>
            <p:nvPr/>
          </p:nvSpPr>
          <p:spPr>
            <a:xfrm>
              <a:off x="21950363" y="6311503"/>
              <a:ext cx="236680" cy="6096"/>
            </a:xfrm>
            <a:prstGeom prst="rect">
              <a:avLst/>
            </a:prstGeom>
            <a:solidFill>
              <a:srgbClr val="DCE8ED"/>
            </a:solidFill>
            <a:ln w="0">
              <a:noFill/>
              <a:prstDash val="solid"/>
            </a:ln>
          </p:spPr>
        </p:sp>
        <p:sp>
          <p:nvSpPr>
            <p:cNvPr id="5803" name="dense-map-4-cell-141">
              <a:extLst>
                <a:ext uri="{FF2B5EF4-FFF2-40B4-BE49-F238E27FC236}">
                  <a16:creationId xmlns:a16="http://schemas.microsoft.com/office/drawing/2014/main" id="{4F2B582A-6223-4AD5-BB03-39AE614BFBE7}"/>
                </a:ext>
              </a:extLst>
            </p:cNvPr>
            <p:cNvSpPr>
              <a:spLocks noGrp="1"/>
            </p:cNvSpPr>
            <p:nvPr/>
          </p:nvSpPr>
          <p:spPr>
            <a:xfrm>
              <a:off x="21950363" y="6317456"/>
              <a:ext cx="236680" cy="6096"/>
            </a:xfrm>
            <a:prstGeom prst="rect">
              <a:avLst/>
            </a:prstGeom>
            <a:solidFill>
              <a:srgbClr val="DCE8ED"/>
            </a:solidFill>
            <a:ln w="0">
              <a:noFill/>
              <a:prstDash val="solid"/>
            </a:ln>
          </p:spPr>
        </p:sp>
        <p:sp>
          <p:nvSpPr>
            <p:cNvPr id="5804" name="dense-map-4-cell-140">
              <a:extLst>
                <a:ext uri="{FF2B5EF4-FFF2-40B4-BE49-F238E27FC236}">
                  <a16:creationId xmlns:a16="http://schemas.microsoft.com/office/drawing/2014/main" id="{A7A3BB7C-71D3-4FFD-9D7D-B388FF678F74}"/>
                </a:ext>
              </a:extLst>
            </p:cNvPr>
            <p:cNvSpPr>
              <a:spLocks noGrp="1"/>
            </p:cNvSpPr>
            <p:nvPr/>
          </p:nvSpPr>
          <p:spPr>
            <a:xfrm>
              <a:off x="21950363" y="6323409"/>
              <a:ext cx="236680" cy="6096"/>
            </a:xfrm>
            <a:prstGeom prst="rect">
              <a:avLst/>
            </a:prstGeom>
            <a:solidFill>
              <a:srgbClr val="DCE8ED"/>
            </a:solidFill>
            <a:ln w="0">
              <a:noFill/>
              <a:prstDash val="solid"/>
            </a:ln>
          </p:spPr>
        </p:sp>
        <p:sp>
          <p:nvSpPr>
            <p:cNvPr id="5805" name="dense-map-4-cell-139">
              <a:extLst>
                <a:ext uri="{FF2B5EF4-FFF2-40B4-BE49-F238E27FC236}">
                  <a16:creationId xmlns:a16="http://schemas.microsoft.com/office/drawing/2014/main" id="{A6CAE8A5-D13F-4EB1-9365-E939045DA273}"/>
                </a:ext>
              </a:extLst>
            </p:cNvPr>
            <p:cNvSpPr>
              <a:spLocks noGrp="1"/>
            </p:cNvSpPr>
            <p:nvPr/>
          </p:nvSpPr>
          <p:spPr>
            <a:xfrm>
              <a:off x="21950363" y="6329363"/>
              <a:ext cx="236680" cy="6096"/>
            </a:xfrm>
            <a:prstGeom prst="rect">
              <a:avLst/>
            </a:prstGeom>
            <a:solidFill>
              <a:srgbClr val="DCE8ED"/>
            </a:solidFill>
            <a:ln w="0">
              <a:noFill/>
              <a:prstDash val="solid"/>
            </a:ln>
          </p:spPr>
        </p:sp>
        <p:sp>
          <p:nvSpPr>
            <p:cNvPr id="5806" name="dense-map-4-cell-138">
              <a:extLst>
                <a:ext uri="{FF2B5EF4-FFF2-40B4-BE49-F238E27FC236}">
                  <a16:creationId xmlns:a16="http://schemas.microsoft.com/office/drawing/2014/main" id="{9F7F7CFE-F38D-4BE1-BF2D-245F072431E3}"/>
                </a:ext>
              </a:extLst>
            </p:cNvPr>
            <p:cNvSpPr>
              <a:spLocks noGrp="1"/>
            </p:cNvSpPr>
            <p:nvPr/>
          </p:nvSpPr>
          <p:spPr>
            <a:xfrm>
              <a:off x="21950363" y="6335316"/>
              <a:ext cx="236680" cy="6096"/>
            </a:xfrm>
            <a:prstGeom prst="rect">
              <a:avLst/>
            </a:prstGeom>
            <a:solidFill>
              <a:srgbClr val="D9E4EB"/>
            </a:solidFill>
            <a:ln w="0">
              <a:noFill/>
              <a:prstDash val="solid"/>
            </a:ln>
          </p:spPr>
        </p:sp>
        <p:sp>
          <p:nvSpPr>
            <p:cNvPr id="5807" name="dense-map-4-cell-137">
              <a:extLst>
                <a:ext uri="{FF2B5EF4-FFF2-40B4-BE49-F238E27FC236}">
                  <a16:creationId xmlns:a16="http://schemas.microsoft.com/office/drawing/2014/main" id="{C0FE848E-7970-4E33-93C2-E7247D704557}"/>
                </a:ext>
              </a:extLst>
            </p:cNvPr>
            <p:cNvSpPr>
              <a:spLocks noGrp="1"/>
            </p:cNvSpPr>
            <p:nvPr/>
          </p:nvSpPr>
          <p:spPr>
            <a:xfrm>
              <a:off x="21950363" y="6341269"/>
              <a:ext cx="236680" cy="6096"/>
            </a:xfrm>
            <a:prstGeom prst="rect">
              <a:avLst/>
            </a:prstGeom>
            <a:solidFill>
              <a:srgbClr val="B8DCD9"/>
            </a:solidFill>
            <a:ln w="0">
              <a:noFill/>
              <a:prstDash val="solid"/>
            </a:ln>
          </p:spPr>
        </p:sp>
        <p:sp>
          <p:nvSpPr>
            <p:cNvPr id="5808" name="dense-map-4-cell-136">
              <a:extLst>
                <a:ext uri="{FF2B5EF4-FFF2-40B4-BE49-F238E27FC236}">
                  <a16:creationId xmlns:a16="http://schemas.microsoft.com/office/drawing/2014/main" id="{A84EEB02-B5E9-4ABD-808F-833BB2D3FED0}"/>
                </a:ext>
              </a:extLst>
            </p:cNvPr>
            <p:cNvSpPr>
              <a:spLocks noGrp="1"/>
            </p:cNvSpPr>
            <p:nvPr/>
          </p:nvSpPr>
          <p:spPr>
            <a:xfrm>
              <a:off x="21950363" y="6347222"/>
              <a:ext cx="236680" cy="6096"/>
            </a:xfrm>
            <a:prstGeom prst="rect">
              <a:avLst/>
            </a:prstGeom>
            <a:solidFill>
              <a:srgbClr val="93D0C5"/>
            </a:solidFill>
            <a:ln w="0">
              <a:noFill/>
              <a:prstDash val="solid"/>
            </a:ln>
          </p:spPr>
        </p:sp>
        <p:sp>
          <p:nvSpPr>
            <p:cNvPr id="5809" name="dense-map-4-cell-135">
              <a:extLst>
                <a:ext uri="{FF2B5EF4-FFF2-40B4-BE49-F238E27FC236}">
                  <a16:creationId xmlns:a16="http://schemas.microsoft.com/office/drawing/2014/main" id="{D65CBCBE-7978-461C-AE80-54C8C59BA584}"/>
                </a:ext>
              </a:extLst>
            </p:cNvPr>
            <p:cNvSpPr>
              <a:spLocks noGrp="1"/>
            </p:cNvSpPr>
            <p:nvPr/>
          </p:nvSpPr>
          <p:spPr>
            <a:xfrm>
              <a:off x="21950363" y="6353175"/>
              <a:ext cx="236680" cy="6096"/>
            </a:xfrm>
            <a:prstGeom prst="rect">
              <a:avLst/>
            </a:prstGeom>
            <a:solidFill>
              <a:srgbClr val="6AC2AE"/>
            </a:solidFill>
            <a:ln w="0">
              <a:noFill/>
              <a:prstDash val="solid"/>
            </a:ln>
          </p:spPr>
        </p:sp>
        <p:sp>
          <p:nvSpPr>
            <p:cNvPr id="5810" name="dense-map-4-cell-134">
              <a:extLst>
                <a:ext uri="{FF2B5EF4-FFF2-40B4-BE49-F238E27FC236}">
                  <a16:creationId xmlns:a16="http://schemas.microsoft.com/office/drawing/2014/main" id="{E80FCD96-600F-4959-BBA4-0DD9B62D47FB}"/>
                </a:ext>
              </a:extLst>
            </p:cNvPr>
            <p:cNvSpPr>
              <a:spLocks noGrp="1"/>
            </p:cNvSpPr>
            <p:nvPr/>
          </p:nvSpPr>
          <p:spPr>
            <a:xfrm>
              <a:off x="21950363" y="6359128"/>
              <a:ext cx="236680" cy="6096"/>
            </a:xfrm>
            <a:prstGeom prst="rect">
              <a:avLst/>
            </a:prstGeom>
            <a:solidFill>
              <a:srgbClr val="40B396"/>
            </a:solidFill>
            <a:ln w="0">
              <a:noFill/>
              <a:prstDash val="solid"/>
            </a:ln>
          </p:spPr>
        </p:sp>
        <p:sp>
          <p:nvSpPr>
            <p:cNvPr id="5811" name="dense-map-4-cell-133">
              <a:extLst>
                <a:ext uri="{FF2B5EF4-FFF2-40B4-BE49-F238E27FC236}">
                  <a16:creationId xmlns:a16="http://schemas.microsoft.com/office/drawing/2014/main" id="{C92E877D-3EA3-4EBB-BC25-6F6D15CB8504}"/>
                </a:ext>
              </a:extLst>
            </p:cNvPr>
            <p:cNvSpPr>
              <a:spLocks noGrp="1"/>
            </p:cNvSpPr>
            <p:nvPr/>
          </p:nvSpPr>
          <p:spPr>
            <a:xfrm>
              <a:off x="21950363" y="6365081"/>
              <a:ext cx="236680" cy="6096"/>
            </a:xfrm>
            <a:prstGeom prst="rect">
              <a:avLst/>
            </a:prstGeom>
            <a:solidFill>
              <a:srgbClr val="1DA883"/>
            </a:solidFill>
            <a:ln w="0">
              <a:noFill/>
              <a:prstDash val="solid"/>
            </a:ln>
          </p:spPr>
        </p:sp>
        <p:sp>
          <p:nvSpPr>
            <p:cNvPr id="5812" name="dense-map-4-cell-132">
              <a:extLst>
                <a:ext uri="{FF2B5EF4-FFF2-40B4-BE49-F238E27FC236}">
                  <a16:creationId xmlns:a16="http://schemas.microsoft.com/office/drawing/2014/main" id="{0CA0FA91-9175-434E-B4ED-238AD022AA63}"/>
                </a:ext>
              </a:extLst>
            </p:cNvPr>
            <p:cNvSpPr>
              <a:spLocks noGrp="1"/>
            </p:cNvSpPr>
            <p:nvPr/>
          </p:nvSpPr>
          <p:spPr>
            <a:xfrm>
              <a:off x="21950363" y="6371034"/>
              <a:ext cx="236680" cy="6096"/>
            </a:xfrm>
            <a:prstGeom prst="rect">
              <a:avLst/>
            </a:prstGeom>
            <a:solidFill>
              <a:srgbClr val="06A076"/>
            </a:solidFill>
            <a:ln w="0">
              <a:noFill/>
              <a:prstDash val="solid"/>
            </a:ln>
          </p:spPr>
        </p:sp>
        <p:sp>
          <p:nvSpPr>
            <p:cNvPr id="5813" name="dense-map-4-cell-131">
              <a:extLst>
                <a:ext uri="{FF2B5EF4-FFF2-40B4-BE49-F238E27FC236}">
                  <a16:creationId xmlns:a16="http://schemas.microsoft.com/office/drawing/2014/main" id="{AEB45898-BBB6-4E61-9EAD-10A7D862CB31}"/>
                </a:ext>
              </a:extLst>
            </p:cNvPr>
            <p:cNvSpPr>
              <a:spLocks noGrp="1"/>
            </p:cNvSpPr>
            <p:nvPr/>
          </p:nvSpPr>
          <p:spPr>
            <a:xfrm>
              <a:off x="21950363" y="6376988"/>
              <a:ext cx="236680" cy="6096"/>
            </a:xfrm>
            <a:prstGeom prst="rect">
              <a:avLst/>
            </a:prstGeom>
            <a:solidFill>
              <a:srgbClr val="009E73"/>
            </a:solidFill>
            <a:ln w="0">
              <a:noFill/>
              <a:prstDash val="solid"/>
            </a:ln>
          </p:spPr>
        </p:sp>
        <p:sp>
          <p:nvSpPr>
            <p:cNvPr id="5814" name="dense-map-4-cell-130">
              <a:extLst>
                <a:ext uri="{FF2B5EF4-FFF2-40B4-BE49-F238E27FC236}">
                  <a16:creationId xmlns:a16="http://schemas.microsoft.com/office/drawing/2014/main" id="{F89BDF06-7919-4BF1-94C9-DA7482469FD7}"/>
                </a:ext>
              </a:extLst>
            </p:cNvPr>
            <p:cNvSpPr>
              <a:spLocks noGrp="1"/>
            </p:cNvSpPr>
            <p:nvPr/>
          </p:nvSpPr>
          <p:spPr>
            <a:xfrm>
              <a:off x="21950363" y="6382941"/>
              <a:ext cx="236680" cy="6096"/>
            </a:xfrm>
            <a:prstGeom prst="rect">
              <a:avLst/>
            </a:prstGeom>
            <a:solidFill>
              <a:srgbClr val="009E73"/>
            </a:solidFill>
            <a:ln w="0">
              <a:noFill/>
              <a:prstDash val="solid"/>
            </a:ln>
          </p:spPr>
        </p:sp>
        <p:sp>
          <p:nvSpPr>
            <p:cNvPr id="5815" name="dense-map-4-cell-129">
              <a:extLst>
                <a:ext uri="{FF2B5EF4-FFF2-40B4-BE49-F238E27FC236}">
                  <a16:creationId xmlns:a16="http://schemas.microsoft.com/office/drawing/2014/main" id="{AADBC061-9AE2-4687-9453-72868C0A4384}"/>
                </a:ext>
              </a:extLst>
            </p:cNvPr>
            <p:cNvSpPr>
              <a:spLocks noGrp="1"/>
            </p:cNvSpPr>
            <p:nvPr/>
          </p:nvSpPr>
          <p:spPr>
            <a:xfrm>
              <a:off x="21950363" y="6388894"/>
              <a:ext cx="236680" cy="6096"/>
            </a:xfrm>
            <a:prstGeom prst="rect">
              <a:avLst/>
            </a:prstGeom>
            <a:solidFill>
              <a:srgbClr val="009E73"/>
            </a:solidFill>
            <a:ln w="0">
              <a:noFill/>
              <a:prstDash val="solid"/>
            </a:ln>
          </p:spPr>
        </p:sp>
        <p:sp>
          <p:nvSpPr>
            <p:cNvPr id="5816" name="dense-map-4-cell-128">
              <a:extLst>
                <a:ext uri="{FF2B5EF4-FFF2-40B4-BE49-F238E27FC236}">
                  <a16:creationId xmlns:a16="http://schemas.microsoft.com/office/drawing/2014/main" id="{98973E4D-C0B5-4A50-968A-D99987DC0C76}"/>
                </a:ext>
              </a:extLst>
            </p:cNvPr>
            <p:cNvSpPr>
              <a:spLocks noGrp="1"/>
            </p:cNvSpPr>
            <p:nvPr/>
          </p:nvSpPr>
          <p:spPr>
            <a:xfrm>
              <a:off x="21950363" y="6394847"/>
              <a:ext cx="236680" cy="6096"/>
            </a:xfrm>
            <a:prstGeom prst="rect">
              <a:avLst/>
            </a:prstGeom>
            <a:solidFill>
              <a:srgbClr val="009E73"/>
            </a:solidFill>
            <a:ln w="0">
              <a:noFill/>
              <a:prstDash val="solid"/>
            </a:ln>
          </p:spPr>
        </p:sp>
        <p:sp>
          <p:nvSpPr>
            <p:cNvPr id="5817" name="dense-map-4-cell-127">
              <a:extLst>
                <a:ext uri="{FF2B5EF4-FFF2-40B4-BE49-F238E27FC236}">
                  <a16:creationId xmlns:a16="http://schemas.microsoft.com/office/drawing/2014/main" id="{74C92EBD-6B9C-4DAA-AFA2-B8B02D2659A6}"/>
                </a:ext>
              </a:extLst>
            </p:cNvPr>
            <p:cNvSpPr>
              <a:spLocks noGrp="1"/>
            </p:cNvSpPr>
            <p:nvPr/>
          </p:nvSpPr>
          <p:spPr>
            <a:xfrm>
              <a:off x="21950363" y="6400800"/>
              <a:ext cx="236680" cy="6096"/>
            </a:xfrm>
            <a:prstGeom prst="rect">
              <a:avLst/>
            </a:prstGeom>
            <a:solidFill>
              <a:srgbClr val="009E73"/>
            </a:solidFill>
            <a:ln w="0">
              <a:noFill/>
              <a:prstDash val="solid"/>
            </a:ln>
          </p:spPr>
        </p:sp>
        <p:sp>
          <p:nvSpPr>
            <p:cNvPr id="5818" name="dense-map-4-cell-126">
              <a:extLst>
                <a:ext uri="{FF2B5EF4-FFF2-40B4-BE49-F238E27FC236}">
                  <a16:creationId xmlns:a16="http://schemas.microsoft.com/office/drawing/2014/main" id="{26D10A85-C25E-4E0D-A6DD-91E5CFC1ABCD}"/>
                </a:ext>
              </a:extLst>
            </p:cNvPr>
            <p:cNvSpPr>
              <a:spLocks noGrp="1"/>
            </p:cNvSpPr>
            <p:nvPr/>
          </p:nvSpPr>
          <p:spPr>
            <a:xfrm>
              <a:off x="21950363" y="6406753"/>
              <a:ext cx="236680" cy="6096"/>
            </a:xfrm>
            <a:prstGeom prst="rect">
              <a:avLst/>
            </a:prstGeom>
            <a:solidFill>
              <a:srgbClr val="009E73"/>
            </a:solidFill>
            <a:ln w="0">
              <a:noFill/>
              <a:prstDash val="solid"/>
            </a:ln>
          </p:spPr>
        </p:sp>
        <p:sp>
          <p:nvSpPr>
            <p:cNvPr id="5819" name="dense-map-4-cell-125">
              <a:extLst>
                <a:ext uri="{FF2B5EF4-FFF2-40B4-BE49-F238E27FC236}">
                  <a16:creationId xmlns:a16="http://schemas.microsoft.com/office/drawing/2014/main" id="{A78EA4E7-7621-4900-8DA8-C7A487B557F1}"/>
                </a:ext>
              </a:extLst>
            </p:cNvPr>
            <p:cNvSpPr>
              <a:spLocks noGrp="1"/>
            </p:cNvSpPr>
            <p:nvPr/>
          </p:nvSpPr>
          <p:spPr>
            <a:xfrm>
              <a:off x="21950363" y="6412706"/>
              <a:ext cx="236680" cy="6096"/>
            </a:xfrm>
            <a:prstGeom prst="rect">
              <a:avLst/>
            </a:prstGeom>
            <a:solidFill>
              <a:srgbClr val="009E73"/>
            </a:solidFill>
            <a:ln w="0">
              <a:noFill/>
              <a:prstDash val="solid"/>
            </a:ln>
          </p:spPr>
        </p:sp>
        <p:sp>
          <p:nvSpPr>
            <p:cNvPr id="5820" name="dense-map-4-cell-124">
              <a:extLst>
                <a:ext uri="{FF2B5EF4-FFF2-40B4-BE49-F238E27FC236}">
                  <a16:creationId xmlns:a16="http://schemas.microsoft.com/office/drawing/2014/main" id="{86A5DF2D-7ADB-4445-9066-BB4914844C85}"/>
                </a:ext>
              </a:extLst>
            </p:cNvPr>
            <p:cNvSpPr>
              <a:spLocks noGrp="1"/>
            </p:cNvSpPr>
            <p:nvPr/>
          </p:nvSpPr>
          <p:spPr>
            <a:xfrm>
              <a:off x="21950363" y="6418659"/>
              <a:ext cx="236680" cy="6096"/>
            </a:xfrm>
            <a:prstGeom prst="rect">
              <a:avLst/>
            </a:prstGeom>
            <a:solidFill>
              <a:srgbClr val="009E73"/>
            </a:solidFill>
            <a:ln w="0">
              <a:noFill/>
              <a:prstDash val="solid"/>
            </a:ln>
          </p:spPr>
        </p:sp>
        <p:sp>
          <p:nvSpPr>
            <p:cNvPr id="5821" name="dense-map-4-cell-123">
              <a:extLst>
                <a:ext uri="{FF2B5EF4-FFF2-40B4-BE49-F238E27FC236}">
                  <a16:creationId xmlns:a16="http://schemas.microsoft.com/office/drawing/2014/main" id="{C1E6F03B-6CE3-49B6-B30E-E18AA52AC64E}"/>
                </a:ext>
              </a:extLst>
            </p:cNvPr>
            <p:cNvSpPr>
              <a:spLocks noGrp="1"/>
            </p:cNvSpPr>
            <p:nvPr/>
          </p:nvSpPr>
          <p:spPr>
            <a:xfrm>
              <a:off x="21950363" y="6424613"/>
              <a:ext cx="236680" cy="6096"/>
            </a:xfrm>
            <a:prstGeom prst="rect">
              <a:avLst/>
            </a:prstGeom>
            <a:solidFill>
              <a:srgbClr val="009E73"/>
            </a:solidFill>
            <a:ln w="0">
              <a:noFill/>
              <a:prstDash val="solid"/>
            </a:ln>
          </p:spPr>
        </p:sp>
        <p:sp>
          <p:nvSpPr>
            <p:cNvPr id="5822" name="dense-map-4-cell-122">
              <a:extLst>
                <a:ext uri="{FF2B5EF4-FFF2-40B4-BE49-F238E27FC236}">
                  <a16:creationId xmlns:a16="http://schemas.microsoft.com/office/drawing/2014/main" id="{482667CC-29AF-44ED-A335-14D6980DF000}"/>
                </a:ext>
              </a:extLst>
            </p:cNvPr>
            <p:cNvSpPr>
              <a:spLocks noGrp="1"/>
            </p:cNvSpPr>
            <p:nvPr/>
          </p:nvSpPr>
          <p:spPr>
            <a:xfrm>
              <a:off x="21950363" y="6430566"/>
              <a:ext cx="236680" cy="6096"/>
            </a:xfrm>
            <a:prstGeom prst="rect">
              <a:avLst/>
            </a:prstGeom>
            <a:solidFill>
              <a:srgbClr val="009E73"/>
            </a:solidFill>
            <a:ln w="0">
              <a:noFill/>
              <a:prstDash val="solid"/>
            </a:ln>
          </p:spPr>
        </p:sp>
        <p:sp>
          <p:nvSpPr>
            <p:cNvPr id="5823" name="dense-map-4-cell-121">
              <a:extLst>
                <a:ext uri="{FF2B5EF4-FFF2-40B4-BE49-F238E27FC236}">
                  <a16:creationId xmlns:a16="http://schemas.microsoft.com/office/drawing/2014/main" id="{16BF5B6E-9960-4F86-B53E-E449D2803962}"/>
                </a:ext>
              </a:extLst>
            </p:cNvPr>
            <p:cNvSpPr>
              <a:spLocks noGrp="1"/>
            </p:cNvSpPr>
            <p:nvPr/>
          </p:nvSpPr>
          <p:spPr>
            <a:xfrm>
              <a:off x="21950363" y="6436519"/>
              <a:ext cx="236680" cy="6096"/>
            </a:xfrm>
            <a:prstGeom prst="rect">
              <a:avLst/>
            </a:prstGeom>
            <a:solidFill>
              <a:srgbClr val="07A177"/>
            </a:solidFill>
            <a:ln w="0">
              <a:noFill/>
              <a:prstDash val="solid"/>
            </a:ln>
          </p:spPr>
        </p:sp>
        <p:sp>
          <p:nvSpPr>
            <p:cNvPr id="5824" name="dense-map-4-cell-120">
              <a:extLst>
                <a:ext uri="{FF2B5EF4-FFF2-40B4-BE49-F238E27FC236}">
                  <a16:creationId xmlns:a16="http://schemas.microsoft.com/office/drawing/2014/main" id="{D7C4AA50-D439-4624-83A0-995CB14ABE84}"/>
                </a:ext>
              </a:extLst>
            </p:cNvPr>
            <p:cNvSpPr>
              <a:spLocks noGrp="1"/>
            </p:cNvSpPr>
            <p:nvPr/>
          </p:nvSpPr>
          <p:spPr>
            <a:xfrm>
              <a:off x="21950363" y="6442472"/>
              <a:ext cx="236680" cy="6096"/>
            </a:xfrm>
            <a:prstGeom prst="rect">
              <a:avLst/>
            </a:prstGeom>
            <a:solidFill>
              <a:srgbClr val="1AA781"/>
            </a:solidFill>
            <a:ln w="0">
              <a:noFill/>
              <a:prstDash val="solid"/>
            </a:ln>
          </p:spPr>
        </p:sp>
        <p:sp>
          <p:nvSpPr>
            <p:cNvPr id="5825" name="dense-map-4-cell-119">
              <a:extLst>
                <a:ext uri="{FF2B5EF4-FFF2-40B4-BE49-F238E27FC236}">
                  <a16:creationId xmlns:a16="http://schemas.microsoft.com/office/drawing/2014/main" id="{BE393641-0126-46DD-A335-41BF997EC8D3}"/>
                </a:ext>
              </a:extLst>
            </p:cNvPr>
            <p:cNvSpPr>
              <a:spLocks noGrp="1"/>
            </p:cNvSpPr>
            <p:nvPr/>
          </p:nvSpPr>
          <p:spPr>
            <a:xfrm>
              <a:off x="21950363" y="6448425"/>
              <a:ext cx="236680" cy="6096"/>
            </a:xfrm>
            <a:prstGeom prst="rect">
              <a:avLst/>
            </a:prstGeom>
            <a:solidFill>
              <a:srgbClr val="2EAE8D"/>
            </a:solidFill>
            <a:ln w="0">
              <a:noFill/>
              <a:prstDash val="solid"/>
            </a:ln>
          </p:spPr>
        </p:sp>
        <p:sp>
          <p:nvSpPr>
            <p:cNvPr id="5826" name="dense-map-4-cell-118">
              <a:extLst>
                <a:ext uri="{FF2B5EF4-FFF2-40B4-BE49-F238E27FC236}">
                  <a16:creationId xmlns:a16="http://schemas.microsoft.com/office/drawing/2014/main" id="{F43D296F-6AB2-4551-B061-B86A6225ECE0}"/>
                </a:ext>
              </a:extLst>
            </p:cNvPr>
            <p:cNvSpPr>
              <a:spLocks noGrp="1"/>
            </p:cNvSpPr>
            <p:nvPr/>
          </p:nvSpPr>
          <p:spPr>
            <a:xfrm>
              <a:off x="21950363" y="6454378"/>
              <a:ext cx="236680" cy="6096"/>
            </a:xfrm>
            <a:prstGeom prst="rect">
              <a:avLst/>
            </a:prstGeom>
            <a:solidFill>
              <a:srgbClr val="48B69B"/>
            </a:solidFill>
            <a:ln w="0">
              <a:noFill/>
              <a:prstDash val="solid"/>
            </a:ln>
          </p:spPr>
        </p:sp>
        <p:sp>
          <p:nvSpPr>
            <p:cNvPr id="5827" name="dense-map-4-cell-117">
              <a:extLst>
                <a:ext uri="{FF2B5EF4-FFF2-40B4-BE49-F238E27FC236}">
                  <a16:creationId xmlns:a16="http://schemas.microsoft.com/office/drawing/2014/main" id="{655B5C37-802A-41CB-9FA5-CCD495AC2B25}"/>
                </a:ext>
              </a:extLst>
            </p:cNvPr>
            <p:cNvSpPr>
              <a:spLocks noGrp="1"/>
            </p:cNvSpPr>
            <p:nvPr/>
          </p:nvSpPr>
          <p:spPr>
            <a:xfrm>
              <a:off x="21950363" y="6460331"/>
              <a:ext cx="236680" cy="6096"/>
            </a:xfrm>
            <a:prstGeom prst="rect">
              <a:avLst/>
            </a:prstGeom>
            <a:solidFill>
              <a:srgbClr val="60BEA8"/>
            </a:solidFill>
            <a:ln w="0">
              <a:noFill/>
              <a:prstDash val="solid"/>
            </a:ln>
          </p:spPr>
        </p:sp>
        <p:sp>
          <p:nvSpPr>
            <p:cNvPr id="5828" name="dense-map-4-cell-116">
              <a:extLst>
                <a:ext uri="{FF2B5EF4-FFF2-40B4-BE49-F238E27FC236}">
                  <a16:creationId xmlns:a16="http://schemas.microsoft.com/office/drawing/2014/main" id="{332E4367-0341-4545-A3F9-ED22B78B517F}"/>
                </a:ext>
              </a:extLst>
            </p:cNvPr>
            <p:cNvSpPr>
              <a:spLocks noGrp="1"/>
            </p:cNvSpPr>
            <p:nvPr/>
          </p:nvSpPr>
          <p:spPr>
            <a:xfrm>
              <a:off x="21950363" y="6466284"/>
              <a:ext cx="236680" cy="6096"/>
            </a:xfrm>
            <a:prstGeom prst="rect">
              <a:avLst/>
            </a:prstGeom>
            <a:solidFill>
              <a:srgbClr val="73C5B3"/>
            </a:solidFill>
            <a:ln w="0">
              <a:noFill/>
              <a:prstDash val="solid"/>
            </a:ln>
          </p:spPr>
        </p:sp>
        <p:sp>
          <p:nvSpPr>
            <p:cNvPr id="5829" name="dense-map-4-cell-115">
              <a:extLst>
                <a:ext uri="{FF2B5EF4-FFF2-40B4-BE49-F238E27FC236}">
                  <a16:creationId xmlns:a16="http://schemas.microsoft.com/office/drawing/2014/main" id="{99767ABE-130B-411B-99BE-20EC40058D01}"/>
                </a:ext>
              </a:extLst>
            </p:cNvPr>
            <p:cNvSpPr>
              <a:spLocks noGrp="1"/>
            </p:cNvSpPr>
            <p:nvPr/>
          </p:nvSpPr>
          <p:spPr>
            <a:xfrm>
              <a:off x="21950363" y="6472238"/>
              <a:ext cx="236680" cy="6096"/>
            </a:xfrm>
            <a:prstGeom prst="rect">
              <a:avLst/>
            </a:prstGeom>
            <a:solidFill>
              <a:srgbClr val="7FC9B9"/>
            </a:solidFill>
            <a:ln w="0">
              <a:noFill/>
              <a:prstDash val="solid"/>
            </a:ln>
          </p:spPr>
        </p:sp>
        <p:sp>
          <p:nvSpPr>
            <p:cNvPr id="5830" name="dense-map-4-cell-114">
              <a:extLst>
                <a:ext uri="{FF2B5EF4-FFF2-40B4-BE49-F238E27FC236}">
                  <a16:creationId xmlns:a16="http://schemas.microsoft.com/office/drawing/2014/main" id="{8FD42E42-7B16-4A0F-9990-C0C7BEA77993}"/>
                </a:ext>
              </a:extLst>
            </p:cNvPr>
            <p:cNvSpPr>
              <a:spLocks noGrp="1"/>
            </p:cNvSpPr>
            <p:nvPr/>
          </p:nvSpPr>
          <p:spPr>
            <a:xfrm>
              <a:off x="21950363" y="6478191"/>
              <a:ext cx="236680" cy="6096"/>
            </a:xfrm>
            <a:prstGeom prst="rect">
              <a:avLst/>
            </a:prstGeom>
            <a:solidFill>
              <a:srgbClr val="81C9BA"/>
            </a:solidFill>
            <a:ln w="0">
              <a:noFill/>
              <a:prstDash val="solid"/>
            </a:ln>
          </p:spPr>
        </p:sp>
        <p:sp>
          <p:nvSpPr>
            <p:cNvPr id="5831" name="dense-map-4-cell-113">
              <a:extLst>
                <a:ext uri="{FF2B5EF4-FFF2-40B4-BE49-F238E27FC236}">
                  <a16:creationId xmlns:a16="http://schemas.microsoft.com/office/drawing/2014/main" id="{89A5C810-2D29-4072-98EF-36F45D826D20}"/>
                </a:ext>
              </a:extLst>
            </p:cNvPr>
            <p:cNvSpPr>
              <a:spLocks noGrp="1"/>
            </p:cNvSpPr>
            <p:nvPr/>
          </p:nvSpPr>
          <p:spPr>
            <a:xfrm>
              <a:off x="21950363" y="6484144"/>
              <a:ext cx="236680" cy="6096"/>
            </a:xfrm>
            <a:prstGeom prst="rect">
              <a:avLst/>
            </a:prstGeom>
            <a:solidFill>
              <a:srgbClr val="81C9BA"/>
            </a:solidFill>
            <a:ln w="0">
              <a:noFill/>
              <a:prstDash val="solid"/>
            </a:ln>
          </p:spPr>
        </p:sp>
        <p:sp>
          <p:nvSpPr>
            <p:cNvPr id="5832" name="dense-map-4-cell-112">
              <a:extLst>
                <a:ext uri="{FF2B5EF4-FFF2-40B4-BE49-F238E27FC236}">
                  <a16:creationId xmlns:a16="http://schemas.microsoft.com/office/drawing/2014/main" id="{16F1C579-6A99-4BF8-B2D9-1560766A1CE5}"/>
                </a:ext>
              </a:extLst>
            </p:cNvPr>
            <p:cNvSpPr>
              <a:spLocks noGrp="1"/>
            </p:cNvSpPr>
            <p:nvPr/>
          </p:nvSpPr>
          <p:spPr>
            <a:xfrm>
              <a:off x="21950363" y="6490097"/>
              <a:ext cx="236680" cy="6096"/>
            </a:xfrm>
            <a:prstGeom prst="rect">
              <a:avLst/>
            </a:prstGeom>
            <a:solidFill>
              <a:srgbClr val="81C9BA"/>
            </a:solidFill>
            <a:ln w="0">
              <a:noFill/>
              <a:prstDash val="solid"/>
            </a:ln>
          </p:spPr>
        </p:sp>
        <p:sp>
          <p:nvSpPr>
            <p:cNvPr id="5833" name="dense-map-4-cell-111">
              <a:extLst>
                <a:ext uri="{FF2B5EF4-FFF2-40B4-BE49-F238E27FC236}">
                  <a16:creationId xmlns:a16="http://schemas.microsoft.com/office/drawing/2014/main" id="{AC52E182-E45C-424C-B815-063328C21010}"/>
                </a:ext>
              </a:extLst>
            </p:cNvPr>
            <p:cNvSpPr>
              <a:spLocks noGrp="1"/>
            </p:cNvSpPr>
            <p:nvPr/>
          </p:nvSpPr>
          <p:spPr>
            <a:xfrm>
              <a:off x="21950363" y="6496050"/>
              <a:ext cx="236680" cy="6096"/>
            </a:xfrm>
            <a:prstGeom prst="rect">
              <a:avLst/>
            </a:prstGeom>
            <a:solidFill>
              <a:srgbClr val="81C9BA"/>
            </a:solidFill>
            <a:ln w="0">
              <a:noFill/>
              <a:prstDash val="solid"/>
            </a:ln>
          </p:spPr>
        </p:sp>
        <p:sp>
          <p:nvSpPr>
            <p:cNvPr id="5834" name="dense-map-4-cell-110">
              <a:extLst>
                <a:ext uri="{FF2B5EF4-FFF2-40B4-BE49-F238E27FC236}">
                  <a16:creationId xmlns:a16="http://schemas.microsoft.com/office/drawing/2014/main" id="{2F87734A-8BF0-4214-BE3C-FAF6FAEB6C88}"/>
                </a:ext>
              </a:extLst>
            </p:cNvPr>
            <p:cNvSpPr>
              <a:spLocks noGrp="1"/>
            </p:cNvSpPr>
            <p:nvPr/>
          </p:nvSpPr>
          <p:spPr>
            <a:xfrm>
              <a:off x="21950363" y="6502003"/>
              <a:ext cx="236680" cy="6096"/>
            </a:xfrm>
            <a:prstGeom prst="rect">
              <a:avLst/>
            </a:prstGeom>
            <a:solidFill>
              <a:srgbClr val="81C9BA"/>
            </a:solidFill>
            <a:ln w="0">
              <a:noFill/>
              <a:prstDash val="solid"/>
            </a:ln>
          </p:spPr>
        </p:sp>
        <p:sp>
          <p:nvSpPr>
            <p:cNvPr id="5835" name="dense-map-4-cell-109">
              <a:extLst>
                <a:ext uri="{FF2B5EF4-FFF2-40B4-BE49-F238E27FC236}">
                  <a16:creationId xmlns:a16="http://schemas.microsoft.com/office/drawing/2014/main" id="{C5A2F98A-BDDA-421E-AC9E-7E37CE3AD417}"/>
                </a:ext>
              </a:extLst>
            </p:cNvPr>
            <p:cNvSpPr>
              <a:spLocks noGrp="1"/>
            </p:cNvSpPr>
            <p:nvPr/>
          </p:nvSpPr>
          <p:spPr>
            <a:xfrm>
              <a:off x="21950363" y="6507956"/>
              <a:ext cx="236680" cy="6096"/>
            </a:xfrm>
            <a:prstGeom prst="rect">
              <a:avLst/>
            </a:prstGeom>
            <a:solidFill>
              <a:srgbClr val="81C9BA"/>
            </a:solidFill>
            <a:ln w="0">
              <a:noFill/>
              <a:prstDash val="solid"/>
            </a:ln>
          </p:spPr>
        </p:sp>
        <p:sp>
          <p:nvSpPr>
            <p:cNvPr id="5836" name="dense-map-4-cell-108">
              <a:extLst>
                <a:ext uri="{FF2B5EF4-FFF2-40B4-BE49-F238E27FC236}">
                  <a16:creationId xmlns:a16="http://schemas.microsoft.com/office/drawing/2014/main" id="{73E5E31C-3725-49B8-A8B7-4853209336F6}"/>
                </a:ext>
              </a:extLst>
            </p:cNvPr>
            <p:cNvSpPr>
              <a:spLocks noGrp="1"/>
            </p:cNvSpPr>
            <p:nvPr/>
          </p:nvSpPr>
          <p:spPr>
            <a:xfrm>
              <a:off x="21950363" y="6513909"/>
              <a:ext cx="236680" cy="6096"/>
            </a:xfrm>
            <a:prstGeom prst="rect">
              <a:avLst/>
            </a:prstGeom>
            <a:solidFill>
              <a:srgbClr val="81C9BA"/>
            </a:solidFill>
            <a:ln w="0">
              <a:noFill/>
              <a:prstDash val="solid"/>
            </a:ln>
          </p:spPr>
        </p:sp>
        <p:sp>
          <p:nvSpPr>
            <p:cNvPr id="5837" name="dense-map-4-cell-107">
              <a:extLst>
                <a:ext uri="{FF2B5EF4-FFF2-40B4-BE49-F238E27FC236}">
                  <a16:creationId xmlns:a16="http://schemas.microsoft.com/office/drawing/2014/main" id="{8553B179-CC96-4FA4-8B14-23D2222D4A04}"/>
                </a:ext>
              </a:extLst>
            </p:cNvPr>
            <p:cNvSpPr>
              <a:spLocks noGrp="1"/>
            </p:cNvSpPr>
            <p:nvPr/>
          </p:nvSpPr>
          <p:spPr>
            <a:xfrm>
              <a:off x="21950363" y="6519863"/>
              <a:ext cx="236680" cy="6096"/>
            </a:xfrm>
            <a:prstGeom prst="rect">
              <a:avLst/>
            </a:prstGeom>
            <a:solidFill>
              <a:srgbClr val="81C9BA"/>
            </a:solidFill>
            <a:ln w="0">
              <a:noFill/>
              <a:prstDash val="solid"/>
            </a:ln>
          </p:spPr>
        </p:sp>
        <p:sp>
          <p:nvSpPr>
            <p:cNvPr id="5838" name="dense-map-4-cell-106">
              <a:extLst>
                <a:ext uri="{FF2B5EF4-FFF2-40B4-BE49-F238E27FC236}">
                  <a16:creationId xmlns:a16="http://schemas.microsoft.com/office/drawing/2014/main" id="{D5BC344F-8C60-4E77-B27A-40410535EF05}"/>
                </a:ext>
              </a:extLst>
            </p:cNvPr>
            <p:cNvSpPr>
              <a:spLocks noGrp="1"/>
            </p:cNvSpPr>
            <p:nvPr/>
          </p:nvSpPr>
          <p:spPr>
            <a:xfrm>
              <a:off x="21950363" y="6525816"/>
              <a:ext cx="236680" cy="6096"/>
            </a:xfrm>
            <a:prstGeom prst="rect">
              <a:avLst/>
            </a:prstGeom>
            <a:solidFill>
              <a:srgbClr val="81C9BA"/>
            </a:solidFill>
            <a:ln w="0">
              <a:noFill/>
              <a:prstDash val="solid"/>
            </a:ln>
          </p:spPr>
        </p:sp>
        <p:sp>
          <p:nvSpPr>
            <p:cNvPr id="5839" name="dense-map-4-cell-105">
              <a:extLst>
                <a:ext uri="{FF2B5EF4-FFF2-40B4-BE49-F238E27FC236}">
                  <a16:creationId xmlns:a16="http://schemas.microsoft.com/office/drawing/2014/main" id="{067302BA-42A5-41C2-9C11-13D038154447}"/>
                </a:ext>
              </a:extLst>
            </p:cNvPr>
            <p:cNvSpPr>
              <a:spLocks noGrp="1"/>
            </p:cNvSpPr>
            <p:nvPr/>
          </p:nvSpPr>
          <p:spPr>
            <a:xfrm>
              <a:off x="21950363" y="6531769"/>
              <a:ext cx="236680" cy="6096"/>
            </a:xfrm>
            <a:prstGeom prst="rect">
              <a:avLst/>
            </a:prstGeom>
            <a:solidFill>
              <a:srgbClr val="81C9BA"/>
            </a:solidFill>
            <a:ln w="0">
              <a:noFill/>
              <a:prstDash val="solid"/>
            </a:ln>
          </p:spPr>
        </p:sp>
        <p:sp>
          <p:nvSpPr>
            <p:cNvPr id="5840" name="dense-map-4-cell-104">
              <a:extLst>
                <a:ext uri="{FF2B5EF4-FFF2-40B4-BE49-F238E27FC236}">
                  <a16:creationId xmlns:a16="http://schemas.microsoft.com/office/drawing/2014/main" id="{1712399D-6C61-458E-93DC-530EAA582D0B}"/>
                </a:ext>
              </a:extLst>
            </p:cNvPr>
            <p:cNvSpPr>
              <a:spLocks noGrp="1"/>
            </p:cNvSpPr>
            <p:nvPr/>
          </p:nvSpPr>
          <p:spPr>
            <a:xfrm>
              <a:off x="21950363" y="6537722"/>
              <a:ext cx="236680" cy="6096"/>
            </a:xfrm>
            <a:prstGeom prst="rect">
              <a:avLst/>
            </a:prstGeom>
            <a:solidFill>
              <a:srgbClr val="81C9BA"/>
            </a:solidFill>
            <a:ln w="0">
              <a:noFill/>
              <a:prstDash val="solid"/>
            </a:ln>
          </p:spPr>
        </p:sp>
        <p:sp>
          <p:nvSpPr>
            <p:cNvPr id="5841" name="dense-map-4-cell-103">
              <a:extLst>
                <a:ext uri="{FF2B5EF4-FFF2-40B4-BE49-F238E27FC236}">
                  <a16:creationId xmlns:a16="http://schemas.microsoft.com/office/drawing/2014/main" id="{86CBB172-A57C-493E-9B33-4313D61C5543}"/>
                </a:ext>
              </a:extLst>
            </p:cNvPr>
            <p:cNvSpPr>
              <a:spLocks noGrp="1"/>
            </p:cNvSpPr>
            <p:nvPr/>
          </p:nvSpPr>
          <p:spPr>
            <a:xfrm>
              <a:off x="21950363" y="6543675"/>
              <a:ext cx="236680" cy="6096"/>
            </a:xfrm>
            <a:prstGeom prst="rect">
              <a:avLst/>
            </a:prstGeom>
            <a:solidFill>
              <a:srgbClr val="81C9BA"/>
            </a:solidFill>
            <a:ln w="0">
              <a:noFill/>
              <a:prstDash val="solid"/>
            </a:ln>
          </p:spPr>
        </p:sp>
        <p:sp>
          <p:nvSpPr>
            <p:cNvPr id="5842" name="dense-map-4-cell-102">
              <a:extLst>
                <a:ext uri="{FF2B5EF4-FFF2-40B4-BE49-F238E27FC236}">
                  <a16:creationId xmlns:a16="http://schemas.microsoft.com/office/drawing/2014/main" id="{628F8CC7-8B6F-451C-977E-14D8AF5D2C7D}"/>
                </a:ext>
              </a:extLst>
            </p:cNvPr>
            <p:cNvSpPr>
              <a:spLocks noGrp="1"/>
            </p:cNvSpPr>
            <p:nvPr/>
          </p:nvSpPr>
          <p:spPr>
            <a:xfrm>
              <a:off x="21950363" y="6549628"/>
              <a:ext cx="236680" cy="6096"/>
            </a:xfrm>
            <a:prstGeom prst="rect">
              <a:avLst/>
            </a:prstGeom>
            <a:solidFill>
              <a:srgbClr val="81C9BA"/>
            </a:solidFill>
            <a:ln w="0">
              <a:noFill/>
              <a:prstDash val="solid"/>
            </a:ln>
          </p:spPr>
        </p:sp>
        <p:sp>
          <p:nvSpPr>
            <p:cNvPr id="5843" name="dense-map-4-cell-101">
              <a:extLst>
                <a:ext uri="{FF2B5EF4-FFF2-40B4-BE49-F238E27FC236}">
                  <a16:creationId xmlns:a16="http://schemas.microsoft.com/office/drawing/2014/main" id="{FF6079B1-921F-43CC-A9E0-0E64A728D646}"/>
                </a:ext>
              </a:extLst>
            </p:cNvPr>
            <p:cNvSpPr>
              <a:spLocks noGrp="1"/>
            </p:cNvSpPr>
            <p:nvPr/>
          </p:nvSpPr>
          <p:spPr>
            <a:xfrm>
              <a:off x="21950363" y="6555581"/>
              <a:ext cx="236680" cy="6096"/>
            </a:xfrm>
            <a:prstGeom prst="rect">
              <a:avLst/>
            </a:prstGeom>
            <a:solidFill>
              <a:srgbClr val="81C9BA"/>
            </a:solidFill>
            <a:ln w="0">
              <a:noFill/>
              <a:prstDash val="solid"/>
            </a:ln>
          </p:spPr>
        </p:sp>
        <p:sp>
          <p:nvSpPr>
            <p:cNvPr id="5844" name="dense-map-4-cell-100">
              <a:extLst>
                <a:ext uri="{FF2B5EF4-FFF2-40B4-BE49-F238E27FC236}">
                  <a16:creationId xmlns:a16="http://schemas.microsoft.com/office/drawing/2014/main" id="{974F2D57-E911-453A-8A84-0BE6C14A0160}"/>
                </a:ext>
              </a:extLst>
            </p:cNvPr>
            <p:cNvSpPr>
              <a:spLocks noGrp="1"/>
            </p:cNvSpPr>
            <p:nvPr/>
          </p:nvSpPr>
          <p:spPr>
            <a:xfrm>
              <a:off x="21950363" y="6561534"/>
              <a:ext cx="236680" cy="6096"/>
            </a:xfrm>
            <a:prstGeom prst="rect">
              <a:avLst/>
            </a:prstGeom>
            <a:solidFill>
              <a:srgbClr val="81C9BA"/>
            </a:solidFill>
            <a:ln w="0">
              <a:noFill/>
              <a:prstDash val="solid"/>
            </a:ln>
          </p:spPr>
        </p:sp>
        <p:sp>
          <p:nvSpPr>
            <p:cNvPr id="5845" name="dense-map-4-cell-99">
              <a:extLst>
                <a:ext uri="{FF2B5EF4-FFF2-40B4-BE49-F238E27FC236}">
                  <a16:creationId xmlns:a16="http://schemas.microsoft.com/office/drawing/2014/main" id="{C5A9BEBF-9CA9-4A31-8998-CAAB7C8C41E9}"/>
                </a:ext>
              </a:extLst>
            </p:cNvPr>
            <p:cNvSpPr>
              <a:spLocks noGrp="1"/>
            </p:cNvSpPr>
            <p:nvPr/>
          </p:nvSpPr>
          <p:spPr>
            <a:xfrm>
              <a:off x="21950363" y="6567488"/>
              <a:ext cx="236680" cy="6096"/>
            </a:xfrm>
            <a:prstGeom prst="rect">
              <a:avLst/>
            </a:prstGeom>
            <a:solidFill>
              <a:srgbClr val="81C9BA"/>
            </a:solidFill>
            <a:ln w="0">
              <a:noFill/>
              <a:prstDash val="solid"/>
            </a:ln>
          </p:spPr>
        </p:sp>
        <p:sp>
          <p:nvSpPr>
            <p:cNvPr id="5846" name="dense-map-4-cell-98">
              <a:extLst>
                <a:ext uri="{FF2B5EF4-FFF2-40B4-BE49-F238E27FC236}">
                  <a16:creationId xmlns:a16="http://schemas.microsoft.com/office/drawing/2014/main" id="{4793439F-AF53-4330-ABE6-64AC00AFBCB3}"/>
                </a:ext>
              </a:extLst>
            </p:cNvPr>
            <p:cNvSpPr>
              <a:spLocks noGrp="1"/>
            </p:cNvSpPr>
            <p:nvPr/>
          </p:nvSpPr>
          <p:spPr>
            <a:xfrm>
              <a:off x="21950363" y="6573441"/>
              <a:ext cx="236680" cy="6096"/>
            </a:xfrm>
            <a:prstGeom prst="rect">
              <a:avLst/>
            </a:prstGeom>
            <a:solidFill>
              <a:srgbClr val="81C9BA"/>
            </a:solidFill>
            <a:ln w="0">
              <a:noFill/>
              <a:prstDash val="solid"/>
            </a:ln>
          </p:spPr>
        </p:sp>
        <p:sp>
          <p:nvSpPr>
            <p:cNvPr id="5847" name="dense-map-4-cell-97">
              <a:extLst>
                <a:ext uri="{FF2B5EF4-FFF2-40B4-BE49-F238E27FC236}">
                  <a16:creationId xmlns:a16="http://schemas.microsoft.com/office/drawing/2014/main" id="{529DF6AB-E627-43EC-AB1E-979E502F8CA2}"/>
                </a:ext>
              </a:extLst>
            </p:cNvPr>
            <p:cNvSpPr>
              <a:spLocks noGrp="1"/>
            </p:cNvSpPr>
            <p:nvPr/>
          </p:nvSpPr>
          <p:spPr>
            <a:xfrm>
              <a:off x="21950363" y="6579394"/>
              <a:ext cx="236680" cy="6096"/>
            </a:xfrm>
            <a:prstGeom prst="rect">
              <a:avLst/>
            </a:prstGeom>
            <a:solidFill>
              <a:srgbClr val="81C9BA"/>
            </a:solidFill>
            <a:ln w="0">
              <a:noFill/>
              <a:prstDash val="solid"/>
            </a:ln>
          </p:spPr>
        </p:sp>
        <p:sp>
          <p:nvSpPr>
            <p:cNvPr id="5848" name="dense-map-4-cell-96">
              <a:extLst>
                <a:ext uri="{FF2B5EF4-FFF2-40B4-BE49-F238E27FC236}">
                  <a16:creationId xmlns:a16="http://schemas.microsoft.com/office/drawing/2014/main" id="{36C935D1-0647-4375-82DD-CF31F8144F54}"/>
                </a:ext>
              </a:extLst>
            </p:cNvPr>
            <p:cNvSpPr>
              <a:spLocks noGrp="1"/>
            </p:cNvSpPr>
            <p:nvPr/>
          </p:nvSpPr>
          <p:spPr>
            <a:xfrm>
              <a:off x="21950363" y="6585347"/>
              <a:ext cx="236680" cy="6096"/>
            </a:xfrm>
            <a:prstGeom prst="rect">
              <a:avLst/>
            </a:prstGeom>
            <a:solidFill>
              <a:srgbClr val="81C9BA"/>
            </a:solidFill>
            <a:ln w="0">
              <a:noFill/>
              <a:prstDash val="solid"/>
            </a:ln>
          </p:spPr>
        </p:sp>
        <p:sp>
          <p:nvSpPr>
            <p:cNvPr id="5849" name="dense-map-4-cell-95">
              <a:extLst>
                <a:ext uri="{FF2B5EF4-FFF2-40B4-BE49-F238E27FC236}">
                  <a16:creationId xmlns:a16="http://schemas.microsoft.com/office/drawing/2014/main" id="{C9324D30-2AC5-462A-9942-82CA8C8BE424}"/>
                </a:ext>
              </a:extLst>
            </p:cNvPr>
            <p:cNvSpPr>
              <a:spLocks noGrp="1"/>
            </p:cNvSpPr>
            <p:nvPr/>
          </p:nvSpPr>
          <p:spPr>
            <a:xfrm>
              <a:off x="21950363" y="6591300"/>
              <a:ext cx="236680" cy="6096"/>
            </a:xfrm>
            <a:prstGeom prst="rect">
              <a:avLst/>
            </a:prstGeom>
            <a:solidFill>
              <a:srgbClr val="81C9BA"/>
            </a:solidFill>
            <a:ln w="0">
              <a:noFill/>
              <a:prstDash val="solid"/>
            </a:ln>
          </p:spPr>
        </p:sp>
        <p:sp>
          <p:nvSpPr>
            <p:cNvPr id="5850" name="dense-map-4-cell-94">
              <a:extLst>
                <a:ext uri="{FF2B5EF4-FFF2-40B4-BE49-F238E27FC236}">
                  <a16:creationId xmlns:a16="http://schemas.microsoft.com/office/drawing/2014/main" id="{4290AEF9-D6C9-459C-9976-11596D70DB65}"/>
                </a:ext>
              </a:extLst>
            </p:cNvPr>
            <p:cNvSpPr>
              <a:spLocks noGrp="1"/>
            </p:cNvSpPr>
            <p:nvPr/>
          </p:nvSpPr>
          <p:spPr>
            <a:xfrm>
              <a:off x="21950363" y="6597253"/>
              <a:ext cx="236680" cy="6096"/>
            </a:xfrm>
            <a:prstGeom prst="rect">
              <a:avLst/>
            </a:prstGeom>
            <a:solidFill>
              <a:srgbClr val="81C9BA"/>
            </a:solidFill>
            <a:ln w="0">
              <a:noFill/>
              <a:prstDash val="solid"/>
            </a:ln>
          </p:spPr>
        </p:sp>
        <p:sp>
          <p:nvSpPr>
            <p:cNvPr id="5851" name="dense-map-4-cell-93">
              <a:extLst>
                <a:ext uri="{FF2B5EF4-FFF2-40B4-BE49-F238E27FC236}">
                  <a16:creationId xmlns:a16="http://schemas.microsoft.com/office/drawing/2014/main" id="{0BCF62FB-4C01-4B61-8151-6B2D7E591A13}"/>
                </a:ext>
              </a:extLst>
            </p:cNvPr>
            <p:cNvSpPr>
              <a:spLocks noGrp="1"/>
            </p:cNvSpPr>
            <p:nvPr/>
          </p:nvSpPr>
          <p:spPr>
            <a:xfrm>
              <a:off x="21950363" y="6603206"/>
              <a:ext cx="236680" cy="6096"/>
            </a:xfrm>
            <a:prstGeom prst="rect">
              <a:avLst/>
            </a:prstGeom>
            <a:solidFill>
              <a:srgbClr val="81C9BA"/>
            </a:solidFill>
            <a:ln w="0">
              <a:noFill/>
              <a:prstDash val="solid"/>
            </a:ln>
          </p:spPr>
        </p:sp>
        <p:sp>
          <p:nvSpPr>
            <p:cNvPr id="5852" name="dense-map-4-cell-92">
              <a:extLst>
                <a:ext uri="{FF2B5EF4-FFF2-40B4-BE49-F238E27FC236}">
                  <a16:creationId xmlns:a16="http://schemas.microsoft.com/office/drawing/2014/main" id="{C820F0F3-EEA7-4328-AA24-1D7C7E83A6E6}"/>
                </a:ext>
              </a:extLst>
            </p:cNvPr>
            <p:cNvSpPr>
              <a:spLocks noGrp="1"/>
            </p:cNvSpPr>
            <p:nvPr/>
          </p:nvSpPr>
          <p:spPr>
            <a:xfrm>
              <a:off x="21950363" y="6609159"/>
              <a:ext cx="236680" cy="6096"/>
            </a:xfrm>
            <a:prstGeom prst="rect">
              <a:avLst/>
            </a:prstGeom>
            <a:solidFill>
              <a:srgbClr val="81C9BA"/>
            </a:solidFill>
            <a:ln w="0">
              <a:noFill/>
              <a:prstDash val="solid"/>
            </a:ln>
          </p:spPr>
        </p:sp>
        <p:sp>
          <p:nvSpPr>
            <p:cNvPr id="5853" name="dense-map-4-cell-91">
              <a:extLst>
                <a:ext uri="{FF2B5EF4-FFF2-40B4-BE49-F238E27FC236}">
                  <a16:creationId xmlns:a16="http://schemas.microsoft.com/office/drawing/2014/main" id="{F3771793-6A5C-4902-B9CB-436800CF34C1}"/>
                </a:ext>
              </a:extLst>
            </p:cNvPr>
            <p:cNvSpPr>
              <a:spLocks noGrp="1"/>
            </p:cNvSpPr>
            <p:nvPr/>
          </p:nvSpPr>
          <p:spPr>
            <a:xfrm>
              <a:off x="21950363" y="6615113"/>
              <a:ext cx="236680" cy="6096"/>
            </a:xfrm>
            <a:prstGeom prst="rect">
              <a:avLst/>
            </a:prstGeom>
            <a:solidFill>
              <a:srgbClr val="81C9BA"/>
            </a:solidFill>
            <a:ln w="0">
              <a:noFill/>
              <a:prstDash val="solid"/>
            </a:ln>
          </p:spPr>
        </p:sp>
        <p:sp>
          <p:nvSpPr>
            <p:cNvPr id="5854" name="dense-map-4-cell-90">
              <a:extLst>
                <a:ext uri="{FF2B5EF4-FFF2-40B4-BE49-F238E27FC236}">
                  <a16:creationId xmlns:a16="http://schemas.microsoft.com/office/drawing/2014/main" id="{8DC0A64A-E4F0-4CDB-95CB-679A2C428988}"/>
                </a:ext>
              </a:extLst>
            </p:cNvPr>
            <p:cNvSpPr>
              <a:spLocks noGrp="1"/>
            </p:cNvSpPr>
            <p:nvPr/>
          </p:nvSpPr>
          <p:spPr>
            <a:xfrm>
              <a:off x="21950363" y="6621066"/>
              <a:ext cx="236680" cy="6096"/>
            </a:xfrm>
            <a:prstGeom prst="rect">
              <a:avLst/>
            </a:prstGeom>
            <a:solidFill>
              <a:srgbClr val="81C9BA"/>
            </a:solidFill>
            <a:ln w="0">
              <a:noFill/>
              <a:prstDash val="solid"/>
            </a:ln>
          </p:spPr>
        </p:sp>
        <p:sp>
          <p:nvSpPr>
            <p:cNvPr id="5855" name="dense-map-4-cell-89">
              <a:extLst>
                <a:ext uri="{FF2B5EF4-FFF2-40B4-BE49-F238E27FC236}">
                  <a16:creationId xmlns:a16="http://schemas.microsoft.com/office/drawing/2014/main" id="{FAB5419B-BC9D-4B9B-9525-26FEE10403C5}"/>
                </a:ext>
              </a:extLst>
            </p:cNvPr>
            <p:cNvSpPr>
              <a:spLocks noGrp="1"/>
            </p:cNvSpPr>
            <p:nvPr/>
          </p:nvSpPr>
          <p:spPr>
            <a:xfrm>
              <a:off x="21950363" y="6627019"/>
              <a:ext cx="236680" cy="6096"/>
            </a:xfrm>
            <a:prstGeom prst="rect">
              <a:avLst/>
            </a:prstGeom>
            <a:solidFill>
              <a:srgbClr val="81C9BA"/>
            </a:solidFill>
            <a:ln w="0">
              <a:noFill/>
              <a:prstDash val="solid"/>
            </a:ln>
          </p:spPr>
        </p:sp>
        <p:sp>
          <p:nvSpPr>
            <p:cNvPr id="5856" name="dense-map-4-cell-88">
              <a:extLst>
                <a:ext uri="{FF2B5EF4-FFF2-40B4-BE49-F238E27FC236}">
                  <a16:creationId xmlns:a16="http://schemas.microsoft.com/office/drawing/2014/main" id="{78192141-2703-4F84-8C4E-67BD9243FFEC}"/>
                </a:ext>
              </a:extLst>
            </p:cNvPr>
            <p:cNvSpPr>
              <a:spLocks noGrp="1"/>
            </p:cNvSpPr>
            <p:nvPr/>
          </p:nvSpPr>
          <p:spPr>
            <a:xfrm>
              <a:off x="21950363" y="6632972"/>
              <a:ext cx="236680" cy="6096"/>
            </a:xfrm>
            <a:prstGeom prst="rect">
              <a:avLst/>
            </a:prstGeom>
            <a:solidFill>
              <a:srgbClr val="81C9BA"/>
            </a:solidFill>
            <a:ln w="0">
              <a:noFill/>
              <a:prstDash val="solid"/>
            </a:ln>
          </p:spPr>
        </p:sp>
        <p:sp>
          <p:nvSpPr>
            <p:cNvPr id="5857" name="dense-map-4-cell-87">
              <a:extLst>
                <a:ext uri="{FF2B5EF4-FFF2-40B4-BE49-F238E27FC236}">
                  <a16:creationId xmlns:a16="http://schemas.microsoft.com/office/drawing/2014/main" id="{8A3D24AF-3C5D-4594-B96B-33A6F44E98E8}"/>
                </a:ext>
              </a:extLst>
            </p:cNvPr>
            <p:cNvSpPr>
              <a:spLocks noGrp="1"/>
            </p:cNvSpPr>
            <p:nvPr/>
          </p:nvSpPr>
          <p:spPr>
            <a:xfrm>
              <a:off x="21950363" y="6638925"/>
              <a:ext cx="236680" cy="6096"/>
            </a:xfrm>
            <a:prstGeom prst="rect">
              <a:avLst/>
            </a:prstGeom>
            <a:solidFill>
              <a:srgbClr val="81C9BA"/>
            </a:solidFill>
            <a:ln w="0">
              <a:noFill/>
              <a:prstDash val="solid"/>
            </a:ln>
          </p:spPr>
        </p:sp>
        <p:sp>
          <p:nvSpPr>
            <p:cNvPr id="5858" name="dense-map-4-cell-86">
              <a:extLst>
                <a:ext uri="{FF2B5EF4-FFF2-40B4-BE49-F238E27FC236}">
                  <a16:creationId xmlns:a16="http://schemas.microsoft.com/office/drawing/2014/main" id="{EBCB1B97-7943-4702-88CB-7C05A625E9CD}"/>
                </a:ext>
              </a:extLst>
            </p:cNvPr>
            <p:cNvSpPr>
              <a:spLocks noGrp="1"/>
            </p:cNvSpPr>
            <p:nvPr/>
          </p:nvSpPr>
          <p:spPr>
            <a:xfrm>
              <a:off x="21950363" y="6644878"/>
              <a:ext cx="236680" cy="6096"/>
            </a:xfrm>
            <a:prstGeom prst="rect">
              <a:avLst/>
            </a:prstGeom>
            <a:solidFill>
              <a:srgbClr val="81C9BA"/>
            </a:solidFill>
            <a:ln w="0">
              <a:noFill/>
              <a:prstDash val="solid"/>
            </a:ln>
          </p:spPr>
        </p:sp>
        <p:sp>
          <p:nvSpPr>
            <p:cNvPr id="5859" name="dense-map-4-cell-85">
              <a:extLst>
                <a:ext uri="{FF2B5EF4-FFF2-40B4-BE49-F238E27FC236}">
                  <a16:creationId xmlns:a16="http://schemas.microsoft.com/office/drawing/2014/main" id="{82C987F0-DFFA-4546-8DAF-24DCDED537D9}"/>
                </a:ext>
              </a:extLst>
            </p:cNvPr>
            <p:cNvSpPr>
              <a:spLocks noGrp="1"/>
            </p:cNvSpPr>
            <p:nvPr/>
          </p:nvSpPr>
          <p:spPr>
            <a:xfrm>
              <a:off x="21950363" y="6650831"/>
              <a:ext cx="236680" cy="6096"/>
            </a:xfrm>
            <a:prstGeom prst="rect">
              <a:avLst/>
            </a:prstGeom>
            <a:solidFill>
              <a:srgbClr val="78C6B6"/>
            </a:solidFill>
            <a:ln w="0">
              <a:noFill/>
              <a:prstDash val="solid"/>
            </a:ln>
          </p:spPr>
        </p:sp>
        <p:sp>
          <p:nvSpPr>
            <p:cNvPr id="5860" name="dense-map-4-cell-84">
              <a:extLst>
                <a:ext uri="{FF2B5EF4-FFF2-40B4-BE49-F238E27FC236}">
                  <a16:creationId xmlns:a16="http://schemas.microsoft.com/office/drawing/2014/main" id="{0044C09D-A88C-4A62-A79C-D980E268134C}"/>
                </a:ext>
              </a:extLst>
            </p:cNvPr>
            <p:cNvSpPr>
              <a:spLocks noGrp="1"/>
            </p:cNvSpPr>
            <p:nvPr/>
          </p:nvSpPr>
          <p:spPr>
            <a:xfrm>
              <a:off x="21950363" y="6656784"/>
              <a:ext cx="236680" cy="6096"/>
            </a:xfrm>
            <a:prstGeom prst="rect">
              <a:avLst/>
            </a:prstGeom>
            <a:solidFill>
              <a:srgbClr val="65C0AB"/>
            </a:solidFill>
            <a:ln w="0">
              <a:noFill/>
              <a:prstDash val="solid"/>
            </a:ln>
          </p:spPr>
        </p:sp>
        <p:sp>
          <p:nvSpPr>
            <p:cNvPr id="5861" name="dense-map-4-cell-83">
              <a:extLst>
                <a:ext uri="{FF2B5EF4-FFF2-40B4-BE49-F238E27FC236}">
                  <a16:creationId xmlns:a16="http://schemas.microsoft.com/office/drawing/2014/main" id="{7837E447-9F3B-4710-9BAB-633F50EC83E5}"/>
                </a:ext>
              </a:extLst>
            </p:cNvPr>
            <p:cNvSpPr>
              <a:spLocks noGrp="1"/>
            </p:cNvSpPr>
            <p:nvPr/>
          </p:nvSpPr>
          <p:spPr>
            <a:xfrm>
              <a:off x="21950363" y="6662738"/>
              <a:ext cx="236680" cy="6096"/>
            </a:xfrm>
            <a:prstGeom prst="rect">
              <a:avLst/>
            </a:prstGeom>
            <a:solidFill>
              <a:srgbClr val="A8B1BB"/>
            </a:solidFill>
            <a:ln w="0">
              <a:noFill/>
              <a:prstDash val="solid"/>
            </a:ln>
          </p:spPr>
        </p:sp>
        <p:sp>
          <p:nvSpPr>
            <p:cNvPr id="5862" name="dense-map-4-cell-82">
              <a:extLst>
                <a:ext uri="{FF2B5EF4-FFF2-40B4-BE49-F238E27FC236}">
                  <a16:creationId xmlns:a16="http://schemas.microsoft.com/office/drawing/2014/main" id="{899529EE-5EF1-476A-859E-800E18E580E6}"/>
                </a:ext>
              </a:extLst>
            </p:cNvPr>
            <p:cNvSpPr>
              <a:spLocks noGrp="1"/>
            </p:cNvSpPr>
            <p:nvPr/>
          </p:nvSpPr>
          <p:spPr>
            <a:xfrm>
              <a:off x="21950363" y="6668691"/>
              <a:ext cx="236680" cy="6096"/>
            </a:xfrm>
            <a:prstGeom prst="rect">
              <a:avLst/>
            </a:prstGeom>
            <a:solidFill>
              <a:srgbClr val="98ADAC"/>
            </a:solidFill>
            <a:ln w="0">
              <a:noFill/>
              <a:prstDash val="solid"/>
            </a:ln>
          </p:spPr>
        </p:sp>
        <p:sp>
          <p:nvSpPr>
            <p:cNvPr id="5863" name="dense-map-4-cell-81">
              <a:extLst>
                <a:ext uri="{FF2B5EF4-FFF2-40B4-BE49-F238E27FC236}">
                  <a16:creationId xmlns:a16="http://schemas.microsoft.com/office/drawing/2014/main" id="{6F44CD81-DB0B-49D3-A7EB-A5D6A13D4A11}"/>
                </a:ext>
              </a:extLst>
            </p:cNvPr>
            <p:cNvSpPr>
              <a:spLocks noGrp="1"/>
            </p:cNvSpPr>
            <p:nvPr/>
          </p:nvSpPr>
          <p:spPr>
            <a:xfrm>
              <a:off x="21950363" y="6674644"/>
              <a:ext cx="236680" cy="6096"/>
            </a:xfrm>
            <a:prstGeom prst="rect">
              <a:avLst/>
            </a:prstGeom>
            <a:solidFill>
              <a:srgbClr val="D6772B"/>
            </a:solidFill>
            <a:ln w="0">
              <a:noFill/>
              <a:prstDash val="solid"/>
            </a:ln>
          </p:spPr>
        </p:sp>
        <p:sp>
          <p:nvSpPr>
            <p:cNvPr id="5864" name="dense-map-4-cell-80">
              <a:extLst>
                <a:ext uri="{FF2B5EF4-FFF2-40B4-BE49-F238E27FC236}">
                  <a16:creationId xmlns:a16="http://schemas.microsoft.com/office/drawing/2014/main" id="{24A52A8F-7152-4A3E-B1CC-84CD895ABDA5}"/>
                </a:ext>
              </a:extLst>
            </p:cNvPr>
            <p:cNvSpPr>
              <a:spLocks noGrp="1"/>
            </p:cNvSpPr>
            <p:nvPr/>
          </p:nvSpPr>
          <p:spPr>
            <a:xfrm>
              <a:off x="21950363" y="6680597"/>
              <a:ext cx="236680" cy="6096"/>
            </a:xfrm>
            <a:prstGeom prst="rect">
              <a:avLst/>
            </a:prstGeom>
            <a:solidFill>
              <a:srgbClr val="D66811"/>
            </a:solidFill>
            <a:ln w="0">
              <a:noFill/>
              <a:prstDash val="solid"/>
            </a:ln>
          </p:spPr>
        </p:sp>
        <p:sp>
          <p:nvSpPr>
            <p:cNvPr id="5865" name="dense-map-4-cell-79">
              <a:extLst>
                <a:ext uri="{FF2B5EF4-FFF2-40B4-BE49-F238E27FC236}">
                  <a16:creationId xmlns:a16="http://schemas.microsoft.com/office/drawing/2014/main" id="{36058D3A-3B7B-4A4E-9FD1-F814E93E4BC3}"/>
                </a:ext>
              </a:extLst>
            </p:cNvPr>
            <p:cNvSpPr>
              <a:spLocks noGrp="1"/>
            </p:cNvSpPr>
            <p:nvPr/>
          </p:nvSpPr>
          <p:spPr>
            <a:xfrm>
              <a:off x="21950363" y="6686550"/>
              <a:ext cx="236680" cy="6096"/>
            </a:xfrm>
            <a:prstGeom prst="rect">
              <a:avLst/>
            </a:prstGeom>
            <a:solidFill>
              <a:srgbClr val="D55F02"/>
            </a:solidFill>
            <a:ln w="0">
              <a:noFill/>
              <a:prstDash val="solid"/>
            </a:ln>
          </p:spPr>
        </p:sp>
        <p:sp>
          <p:nvSpPr>
            <p:cNvPr id="5866" name="dense-map-4-cell-78">
              <a:extLst>
                <a:ext uri="{FF2B5EF4-FFF2-40B4-BE49-F238E27FC236}">
                  <a16:creationId xmlns:a16="http://schemas.microsoft.com/office/drawing/2014/main" id="{69709210-F58F-41C7-BDCE-312F6A724A0A}"/>
                </a:ext>
              </a:extLst>
            </p:cNvPr>
            <p:cNvSpPr>
              <a:spLocks noGrp="1"/>
            </p:cNvSpPr>
            <p:nvPr/>
          </p:nvSpPr>
          <p:spPr>
            <a:xfrm>
              <a:off x="21950363" y="6692503"/>
              <a:ext cx="236680" cy="6096"/>
            </a:xfrm>
            <a:prstGeom prst="rect">
              <a:avLst/>
            </a:prstGeom>
            <a:solidFill>
              <a:srgbClr val="D55E00"/>
            </a:solidFill>
            <a:ln w="0">
              <a:noFill/>
              <a:prstDash val="solid"/>
            </a:ln>
          </p:spPr>
        </p:sp>
        <p:sp>
          <p:nvSpPr>
            <p:cNvPr id="5867" name="dense-map-4-cell-77">
              <a:extLst>
                <a:ext uri="{FF2B5EF4-FFF2-40B4-BE49-F238E27FC236}">
                  <a16:creationId xmlns:a16="http://schemas.microsoft.com/office/drawing/2014/main" id="{BF6805AD-CAD3-430C-8468-24988C3788B3}"/>
                </a:ext>
              </a:extLst>
            </p:cNvPr>
            <p:cNvSpPr>
              <a:spLocks noGrp="1"/>
            </p:cNvSpPr>
            <p:nvPr/>
          </p:nvSpPr>
          <p:spPr>
            <a:xfrm>
              <a:off x="21950363" y="6698456"/>
              <a:ext cx="236680" cy="6096"/>
            </a:xfrm>
            <a:prstGeom prst="rect">
              <a:avLst/>
            </a:prstGeom>
            <a:solidFill>
              <a:srgbClr val="D55E00"/>
            </a:solidFill>
            <a:ln w="0">
              <a:noFill/>
              <a:prstDash val="solid"/>
            </a:ln>
          </p:spPr>
        </p:sp>
        <p:sp>
          <p:nvSpPr>
            <p:cNvPr id="5868" name="dense-map-4-cell-76">
              <a:extLst>
                <a:ext uri="{FF2B5EF4-FFF2-40B4-BE49-F238E27FC236}">
                  <a16:creationId xmlns:a16="http://schemas.microsoft.com/office/drawing/2014/main" id="{4F751D41-1AB9-45E2-BF68-01883B1214B5}"/>
                </a:ext>
              </a:extLst>
            </p:cNvPr>
            <p:cNvSpPr>
              <a:spLocks noGrp="1"/>
            </p:cNvSpPr>
            <p:nvPr/>
          </p:nvSpPr>
          <p:spPr>
            <a:xfrm>
              <a:off x="21950363" y="6704409"/>
              <a:ext cx="236680" cy="6096"/>
            </a:xfrm>
            <a:prstGeom prst="rect">
              <a:avLst/>
            </a:prstGeom>
            <a:solidFill>
              <a:srgbClr val="D55E00"/>
            </a:solidFill>
            <a:ln w="0">
              <a:noFill/>
              <a:prstDash val="solid"/>
            </a:ln>
          </p:spPr>
        </p:sp>
        <p:sp>
          <p:nvSpPr>
            <p:cNvPr id="5869" name="dense-map-4-cell-75">
              <a:extLst>
                <a:ext uri="{FF2B5EF4-FFF2-40B4-BE49-F238E27FC236}">
                  <a16:creationId xmlns:a16="http://schemas.microsoft.com/office/drawing/2014/main" id="{1039B65A-1A38-4880-A909-CFE79675A226}"/>
                </a:ext>
              </a:extLst>
            </p:cNvPr>
            <p:cNvSpPr>
              <a:spLocks noGrp="1"/>
            </p:cNvSpPr>
            <p:nvPr/>
          </p:nvSpPr>
          <p:spPr>
            <a:xfrm>
              <a:off x="21950363" y="6710363"/>
              <a:ext cx="236680" cy="6096"/>
            </a:xfrm>
            <a:prstGeom prst="rect">
              <a:avLst/>
            </a:prstGeom>
            <a:solidFill>
              <a:srgbClr val="D55E00"/>
            </a:solidFill>
            <a:ln w="0">
              <a:noFill/>
              <a:prstDash val="solid"/>
            </a:ln>
          </p:spPr>
        </p:sp>
        <p:sp>
          <p:nvSpPr>
            <p:cNvPr id="5870" name="dense-map-4-cell-74">
              <a:extLst>
                <a:ext uri="{FF2B5EF4-FFF2-40B4-BE49-F238E27FC236}">
                  <a16:creationId xmlns:a16="http://schemas.microsoft.com/office/drawing/2014/main" id="{DD2141D8-98D9-496D-A877-85C0614D9626}"/>
                </a:ext>
              </a:extLst>
            </p:cNvPr>
            <p:cNvSpPr>
              <a:spLocks noGrp="1"/>
            </p:cNvSpPr>
            <p:nvPr/>
          </p:nvSpPr>
          <p:spPr>
            <a:xfrm>
              <a:off x="21950363" y="6716316"/>
              <a:ext cx="236680" cy="6096"/>
            </a:xfrm>
            <a:prstGeom prst="rect">
              <a:avLst/>
            </a:prstGeom>
            <a:solidFill>
              <a:srgbClr val="D55E00"/>
            </a:solidFill>
            <a:ln w="0">
              <a:noFill/>
              <a:prstDash val="solid"/>
            </a:ln>
          </p:spPr>
        </p:sp>
        <p:sp>
          <p:nvSpPr>
            <p:cNvPr id="5871" name="dense-map-4-cell-73">
              <a:extLst>
                <a:ext uri="{FF2B5EF4-FFF2-40B4-BE49-F238E27FC236}">
                  <a16:creationId xmlns:a16="http://schemas.microsoft.com/office/drawing/2014/main" id="{EB49A2CE-2E47-4A23-BA9E-8B8F33D15564}"/>
                </a:ext>
              </a:extLst>
            </p:cNvPr>
            <p:cNvSpPr>
              <a:spLocks noGrp="1"/>
            </p:cNvSpPr>
            <p:nvPr/>
          </p:nvSpPr>
          <p:spPr>
            <a:xfrm>
              <a:off x="21950363" y="6722269"/>
              <a:ext cx="236680" cy="6096"/>
            </a:xfrm>
            <a:prstGeom prst="rect">
              <a:avLst/>
            </a:prstGeom>
            <a:solidFill>
              <a:srgbClr val="D55E00"/>
            </a:solidFill>
            <a:ln w="0">
              <a:noFill/>
              <a:prstDash val="solid"/>
            </a:ln>
          </p:spPr>
        </p:sp>
        <p:sp>
          <p:nvSpPr>
            <p:cNvPr id="5872" name="dense-map-4-cell-72">
              <a:extLst>
                <a:ext uri="{FF2B5EF4-FFF2-40B4-BE49-F238E27FC236}">
                  <a16:creationId xmlns:a16="http://schemas.microsoft.com/office/drawing/2014/main" id="{545B9897-EF2A-468B-B650-73821C4E1194}"/>
                </a:ext>
              </a:extLst>
            </p:cNvPr>
            <p:cNvSpPr>
              <a:spLocks noGrp="1"/>
            </p:cNvSpPr>
            <p:nvPr/>
          </p:nvSpPr>
          <p:spPr>
            <a:xfrm>
              <a:off x="21950363" y="6728222"/>
              <a:ext cx="236680" cy="6096"/>
            </a:xfrm>
            <a:prstGeom prst="rect">
              <a:avLst/>
            </a:prstGeom>
            <a:solidFill>
              <a:srgbClr val="D55E00"/>
            </a:solidFill>
            <a:ln w="0">
              <a:noFill/>
              <a:prstDash val="solid"/>
            </a:ln>
          </p:spPr>
        </p:sp>
        <p:sp>
          <p:nvSpPr>
            <p:cNvPr id="5873" name="dense-map-4-cell-71">
              <a:extLst>
                <a:ext uri="{FF2B5EF4-FFF2-40B4-BE49-F238E27FC236}">
                  <a16:creationId xmlns:a16="http://schemas.microsoft.com/office/drawing/2014/main" id="{5F432989-9D2B-4760-B2F5-CCB1317F7F0E}"/>
                </a:ext>
              </a:extLst>
            </p:cNvPr>
            <p:cNvSpPr>
              <a:spLocks noGrp="1"/>
            </p:cNvSpPr>
            <p:nvPr/>
          </p:nvSpPr>
          <p:spPr>
            <a:xfrm>
              <a:off x="21950363" y="6734175"/>
              <a:ext cx="236680" cy="6096"/>
            </a:xfrm>
            <a:prstGeom prst="rect">
              <a:avLst/>
            </a:prstGeom>
            <a:solidFill>
              <a:srgbClr val="D55E00"/>
            </a:solidFill>
            <a:ln w="0">
              <a:noFill/>
              <a:prstDash val="solid"/>
            </a:ln>
          </p:spPr>
        </p:sp>
        <p:sp>
          <p:nvSpPr>
            <p:cNvPr id="5874" name="dense-map-4-cell-70">
              <a:extLst>
                <a:ext uri="{FF2B5EF4-FFF2-40B4-BE49-F238E27FC236}">
                  <a16:creationId xmlns:a16="http://schemas.microsoft.com/office/drawing/2014/main" id="{A30EE0C9-50FA-4DD9-ADCE-7E80C61A46DA}"/>
                </a:ext>
              </a:extLst>
            </p:cNvPr>
            <p:cNvSpPr>
              <a:spLocks noGrp="1"/>
            </p:cNvSpPr>
            <p:nvPr/>
          </p:nvSpPr>
          <p:spPr>
            <a:xfrm>
              <a:off x="21950363" y="6740128"/>
              <a:ext cx="236680" cy="6096"/>
            </a:xfrm>
            <a:prstGeom prst="rect">
              <a:avLst/>
            </a:prstGeom>
            <a:solidFill>
              <a:srgbClr val="D55E00"/>
            </a:solidFill>
            <a:ln w="0">
              <a:noFill/>
              <a:prstDash val="solid"/>
            </a:ln>
          </p:spPr>
        </p:sp>
        <p:sp>
          <p:nvSpPr>
            <p:cNvPr id="5875" name="dense-map-4-cell-69">
              <a:extLst>
                <a:ext uri="{FF2B5EF4-FFF2-40B4-BE49-F238E27FC236}">
                  <a16:creationId xmlns:a16="http://schemas.microsoft.com/office/drawing/2014/main" id="{8F2E9145-DAC9-46D3-8F76-A5E85D963142}"/>
                </a:ext>
              </a:extLst>
            </p:cNvPr>
            <p:cNvSpPr>
              <a:spLocks noGrp="1"/>
            </p:cNvSpPr>
            <p:nvPr/>
          </p:nvSpPr>
          <p:spPr>
            <a:xfrm>
              <a:off x="21950363" y="6746081"/>
              <a:ext cx="236680" cy="6096"/>
            </a:xfrm>
            <a:prstGeom prst="rect">
              <a:avLst/>
            </a:prstGeom>
            <a:solidFill>
              <a:srgbClr val="D55E00"/>
            </a:solidFill>
            <a:ln w="0">
              <a:noFill/>
              <a:prstDash val="solid"/>
            </a:ln>
          </p:spPr>
        </p:sp>
        <p:sp>
          <p:nvSpPr>
            <p:cNvPr id="5876" name="dense-map-4-cell-68">
              <a:extLst>
                <a:ext uri="{FF2B5EF4-FFF2-40B4-BE49-F238E27FC236}">
                  <a16:creationId xmlns:a16="http://schemas.microsoft.com/office/drawing/2014/main" id="{C21F512E-B3CC-47A4-BE17-8E4F4DA4FC66}"/>
                </a:ext>
              </a:extLst>
            </p:cNvPr>
            <p:cNvSpPr>
              <a:spLocks noGrp="1"/>
            </p:cNvSpPr>
            <p:nvPr/>
          </p:nvSpPr>
          <p:spPr>
            <a:xfrm>
              <a:off x="21950363" y="6752034"/>
              <a:ext cx="236680" cy="6096"/>
            </a:xfrm>
            <a:prstGeom prst="rect">
              <a:avLst/>
            </a:prstGeom>
            <a:solidFill>
              <a:srgbClr val="D55E00"/>
            </a:solidFill>
            <a:ln w="0">
              <a:noFill/>
              <a:prstDash val="solid"/>
            </a:ln>
          </p:spPr>
        </p:sp>
        <p:sp>
          <p:nvSpPr>
            <p:cNvPr id="5877" name="dense-map-4-cell-67">
              <a:extLst>
                <a:ext uri="{FF2B5EF4-FFF2-40B4-BE49-F238E27FC236}">
                  <a16:creationId xmlns:a16="http://schemas.microsoft.com/office/drawing/2014/main" id="{2A9EC945-2742-423C-B5B6-58D935E4A545}"/>
                </a:ext>
              </a:extLst>
            </p:cNvPr>
            <p:cNvSpPr>
              <a:spLocks noGrp="1"/>
            </p:cNvSpPr>
            <p:nvPr/>
          </p:nvSpPr>
          <p:spPr>
            <a:xfrm>
              <a:off x="21950363" y="6757988"/>
              <a:ext cx="236680" cy="6096"/>
            </a:xfrm>
            <a:prstGeom prst="rect">
              <a:avLst/>
            </a:prstGeom>
            <a:solidFill>
              <a:srgbClr val="D55E00"/>
            </a:solidFill>
            <a:ln w="0">
              <a:noFill/>
              <a:prstDash val="solid"/>
            </a:ln>
          </p:spPr>
        </p:sp>
        <p:sp>
          <p:nvSpPr>
            <p:cNvPr id="5878" name="dense-map-4-cell-66">
              <a:extLst>
                <a:ext uri="{FF2B5EF4-FFF2-40B4-BE49-F238E27FC236}">
                  <a16:creationId xmlns:a16="http://schemas.microsoft.com/office/drawing/2014/main" id="{B065D2F9-6457-4082-A11F-4C6AAC51A1AA}"/>
                </a:ext>
              </a:extLst>
            </p:cNvPr>
            <p:cNvSpPr>
              <a:spLocks noGrp="1"/>
            </p:cNvSpPr>
            <p:nvPr/>
          </p:nvSpPr>
          <p:spPr>
            <a:xfrm>
              <a:off x="21950363" y="6763941"/>
              <a:ext cx="236680" cy="6096"/>
            </a:xfrm>
            <a:prstGeom prst="rect">
              <a:avLst/>
            </a:prstGeom>
            <a:solidFill>
              <a:srgbClr val="D55E00"/>
            </a:solidFill>
            <a:ln w="0">
              <a:noFill/>
              <a:prstDash val="solid"/>
            </a:ln>
          </p:spPr>
        </p:sp>
        <p:sp>
          <p:nvSpPr>
            <p:cNvPr id="5879" name="dense-map-4-cell-65">
              <a:extLst>
                <a:ext uri="{FF2B5EF4-FFF2-40B4-BE49-F238E27FC236}">
                  <a16:creationId xmlns:a16="http://schemas.microsoft.com/office/drawing/2014/main" id="{26E073B2-2D3F-400E-BB64-B99486B44342}"/>
                </a:ext>
              </a:extLst>
            </p:cNvPr>
            <p:cNvSpPr>
              <a:spLocks noGrp="1"/>
            </p:cNvSpPr>
            <p:nvPr/>
          </p:nvSpPr>
          <p:spPr>
            <a:xfrm>
              <a:off x="21950363" y="6769894"/>
              <a:ext cx="236680" cy="6096"/>
            </a:xfrm>
            <a:prstGeom prst="rect">
              <a:avLst/>
            </a:prstGeom>
            <a:solidFill>
              <a:srgbClr val="D55E00"/>
            </a:solidFill>
            <a:ln w="0">
              <a:noFill/>
              <a:prstDash val="solid"/>
            </a:ln>
          </p:spPr>
        </p:sp>
        <p:sp>
          <p:nvSpPr>
            <p:cNvPr id="5880" name="dense-map-4-cell-64">
              <a:extLst>
                <a:ext uri="{FF2B5EF4-FFF2-40B4-BE49-F238E27FC236}">
                  <a16:creationId xmlns:a16="http://schemas.microsoft.com/office/drawing/2014/main" id="{AB3B36B6-AA90-44EC-9DD1-54402BB4F746}"/>
                </a:ext>
              </a:extLst>
            </p:cNvPr>
            <p:cNvSpPr>
              <a:spLocks noGrp="1"/>
            </p:cNvSpPr>
            <p:nvPr/>
          </p:nvSpPr>
          <p:spPr>
            <a:xfrm>
              <a:off x="21950363" y="6775847"/>
              <a:ext cx="236680" cy="6096"/>
            </a:xfrm>
            <a:prstGeom prst="rect">
              <a:avLst/>
            </a:prstGeom>
            <a:solidFill>
              <a:srgbClr val="D55F03"/>
            </a:solidFill>
            <a:ln w="0">
              <a:noFill/>
              <a:prstDash val="solid"/>
            </a:ln>
          </p:spPr>
        </p:sp>
        <p:sp>
          <p:nvSpPr>
            <p:cNvPr id="5881" name="dense-map-4-cell-63">
              <a:extLst>
                <a:ext uri="{FF2B5EF4-FFF2-40B4-BE49-F238E27FC236}">
                  <a16:creationId xmlns:a16="http://schemas.microsoft.com/office/drawing/2014/main" id="{E17EF590-5DF0-469C-BEAB-FB9985DFACCE}"/>
                </a:ext>
              </a:extLst>
            </p:cNvPr>
            <p:cNvSpPr>
              <a:spLocks noGrp="1"/>
            </p:cNvSpPr>
            <p:nvPr/>
          </p:nvSpPr>
          <p:spPr>
            <a:xfrm>
              <a:off x="21950363" y="6781800"/>
              <a:ext cx="236680" cy="6096"/>
            </a:xfrm>
            <a:prstGeom prst="rect">
              <a:avLst/>
            </a:prstGeom>
            <a:solidFill>
              <a:srgbClr val="D66C18"/>
            </a:solidFill>
            <a:ln w="0">
              <a:noFill/>
              <a:prstDash val="solid"/>
            </a:ln>
          </p:spPr>
        </p:sp>
        <p:sp>
          <p:nvSpPr>
            <p:cNvPr id="5882" name="dense-map-4-cell-62">
              <a:extLst>
                <a:ext uri="{FF2B5EF4-FFF2-40B4-BE49-F238E27FC236}">
                  <a16:creationId xmlns:a16="http://schemas.microsoft.com/office/drawing/2014/main" id="{5BF0E112-0D50-4867-BC03-0E281C04BEF6}"/>
                </a:ext>
              </a:extLst>
            </p:cNvPr>
            <p:cNvSpPr>
              <a:spLocks noGrp="1"/>
            </p:cNvSpPr>
            <p:nvPr/>
          </p:nvSpPr>
          <p:spPr>
            <a:xfrm>
              <a:off x="21950363" y="6787753"/>
              <a:ext cx="236680" cy="6096"/>
            </a:xfrm>
            <a:prstGeom prst="rect">
              <a:avLst/>
            </a:prstGeom>
            <a:solidFill>
              <a:srgbClr val="D7813C"/>
            </a:solidFill>
            <a:ln w="0">
              <a:noFill/>
              <a:prstDash val="solid"/>
            </a:ln>
          </p:spPr>
        </p:sp>
        <p:sp>
          <p:nvSpPr>
            <p:cNvPr id="5883" name="dense-map-4-cell-61">
              <a:extLst>
                <a:ext uri="{FF2B5EF4-FFF2-40B4-BE49-F238E27FC236}">
                  <a16:creationId xmlns:a16="http://schemas.microsoft.com/office/drawing/2014/main" id="{D30B80EE-0A37-487F-9D08-5D1151C9F8A2}"/>
                </a:ext>
              </a:extLst>
            </p:cNvPr>
            <p:cNvSpPr>
              <a:spLocks noGrp="1"/>
            </p:cNvSpPr>
            <p:nvPr/>
          </p:nvSpPr>
          <p:spPr>
            <a:xfrm>
              <a:off x="21950363" y="6793706"/>
              <a:ext cx="236680" cy="6096"/>
            </a:xfrm>
            <a:prstGeom prst="rect">
              <a:avLst/>
            </a:prstGeom>
            <a:solidFill>
              <a:srgbClr val="D89B69"/>
            </a:solidFill>
            <a:ln w="0">
              <a:noFill/>
              <a:prstDash val="solid"/>
            </a:ln>
          </p:spPr>
        </p:sp>
        <p:sp>
          <p:nvSpPr>
            <p:cNvPr id="5884" name="dense-map-4-cell-60">
              <a:extLst>
                <a:ext uri="{FF2B5EF4-FFF2-40B4-BE49-F238E27FC236}">
                  <a16:creationId xmlns:a16="http://schemas.microsoft.com/office/drawing/2014/main" id="{DC04A49A-228A-4B32-9213-B80FF670D186}"/>
                </a:ext>
              </a:extLst>
            </p:cNvPr>
            <p:cNvSpPr>
              <a:spLocks noGrp="1"/>
            </p:cNvSpPr>
            <p:nvPr/>
          </p:nvSpPr>
          <p:spPr>
            <a:xfrm>
              <a:off x="21950363" y="6799659"/>
              <a:ext cx="236680" cy="6096"/>
            </a:xfrm>
            <a:prstGeom prst="rect">
              <a:avLst/>
            </a:prstGeom>
            <a:solidFill>
              <a:srgbClr val="D9B697"/>
            </a:solidFill>
            <a:ln w="0">
              <a:noFill/>
              <a:prstDash val="solid"/>
            </a:ln>
          </p:spPr>
        </p:sp>
        <p:sp>
          <p:nvSpPr>
            <p:cNvPr id="5885" name="dense-map-4-cell-59">
              <a:extLst>
                <a:ext uri="{FF2B5EF4-FFF2-40B4-BE49-F238E27FC236}">
                  <a16:creationId xmlns:a16="http://schemas.microsoft.com/office/drawing/2014/main" id="{047F1610-4A97-45EF-9579-A95CFA5A49A6}"/>
                </a:ext>
              </a:extLst>
            </p:cNvPr>
            <p:cNvSpPr>
              <a:spLocks noGrp="1"/>
            </p:cNvSpPr>
            <p:nvPr/>
          </p:nvSpPr>
          <p:spPr>
            <a:xfrm>
              <a:off x="21950363" y="6805613"/>
              <a:ext cx="236680" cy="6096"/>
            </a:xfrm>
            <a:prstGeom prst="rect">
              <a:avLst/>
            </a:prstGeom>
            <a:solidFill>
              <a:srgbClr val="DBCEC0"/>
            </a:solidFill>
            <a:ln w="0">
              <a:noFill/>
              <a:prstDash val="solid"/>
            </a:ln>
          </p:spPr>
        </p:sp>
        <p:sp>
          <p:nvSpPr>
            <p:cNvPr id="5886" name="dense-map-4-cell-58">
              <a:extLst>
                <a:ext uri="{FF2B5EF4-FFF2-40B4-BE49-F238E27FC236}">
                  <a16:creationId xmlns:a16="http://schemas.microsoft.com/office/drawing/2014/main" id="{B303CE98-99FA-41B3-BFD9-2DEC816A7543}"/>
                </a:ext>
              </a:extLst>
            </p:cNvPr>
            <p:cNvSpPr>
              <a:spLocks noGrp="1"/>
            </p:cNvSpPr>
            <p:nvPr/>
          </p:nvSpPr>
          <p:spPr>
            <a:xfrm>
              <a:off x="21950363" y="6811566"/>
              <a:ext cx="236680" cy="6096"/>
            </a:xfrm>
            <a:prstGeom prst="rect">
              <a:avLst/>
            </a:prstGeom>
            <a:solidFill>
              <a:srgbClr val="D6E4E7"/>
            </a:solidFill>
            <a:ln w="0">
              <a:noFill/>
              <a:prstDash val="solid"/>
            </a:ln>
          </p:spPr>
        </p:sp>
        <p:sp>
          <p:nvSpPr>
            <p:cNvPr id="5887" name="dense-map-4-cell-57">
              <a:extLst>
                <a:ext uri="{FF2B5EF4-FFF2-40B4-BE49-F238E27FC236}">
                  <a16:creationId xmlns:a16="http://schemas.microsoft.com/office/drawing/2014/main" id="{944237D9-CED9-421B-985D-0508CD80FD07}"/>
                </a:ext>
              </a:extLst>
            </p:cNvPr>
            <p:cNvSpPr>
              <a:spLocks noGrp="1"/>
            </p:cNvSpPr>
            <p:nvPr/>
          </p:nvSpPr>
          <p:spPr>
            <a:xfrm>
              <a:off x="21950363" y="6817519"/>
              <a:ext cx="236680" cy="6096"/>
            </a:xfrm>
            <a:prstGeom prst="rect">
              <a:avLst/>
            </a:prstGeom>
            <a:solidFill>
              <a:srgbClr val="DCE8ED"/>
            </a:solidFill>
            <a:ln w="0">
              <a:noFill/>
              <a:prstDash val="solid"/>
            </a:ln>
          </p:spPr>
        </p:sp>
        <p:sp>
          <p:nvSpPr>
            <p:cNvPr id="5888" name="dense-map-4-cell-56">
              <a:extLst>
                <a:ext uri="{FF2B5EF4-FFF2-40B4-BE49-F238E27FC236}">
                  <a16:creationId xmlns:a16="http://schemas.microsoft.com/office/drawing/2014/main" id="{70257BA5-5AB1-4374-811F-86B1CA5A3327}"/>
                </a:ext>
              </a:extLst>
            </p:cNvPr>
            <p:cNvSpPr>
              <a:spLocks noGrp="1"/>
            </p:cNvSpPr>
            <p:nvPr/>
          </p:nvSpPr>
          <p:spPr>
            <a:xfrm>
              <a:off x="21950363" y="6823472"/>
              <a:ext cx="236680" cy="6096"/>
            </a:xfrm>
            <a:prstGeom prst="rect">
              <a:avLst/>
            </a:prstGeom>
            <a:solidFill>
              <a:srgbClr val="DCE8ED"/>
            </a:solidFill>
            <a:ln w="0">
              <a:noFill/>
              <a:prstDash val="solid"/>
            </a:ln>
          </p:spPr>
        </p:sp>
        <p:sp>
          <p:nvSpPr>
            <p:cNvPr id="5889" name="dense-map-4-cell-55">
              <a:extLst>
                <a:ext uri="{FF2B5EF4-FFF2-40B4-BE49-F238E27FC236}">
                  <a16:creationId xmlns:a16="http://schemas.microsoft.com/office/drawing/2014/main" id="{373F79E6-D133-4AF1-9D60-E75EA1DB9EC5}"/>
                </a:ext>
              </a:extLst>
            </p:cNvPr>
            <p:cNvSpPr>
              <a:spLocks noGrp="1"/>
            </p:cNvSpPr>
            <p:nvPr/>
          </p:nvSpPr>
          <p:spPr>
            <a:xfrm>
              <a:off x="21950363" y="6829425"/>
              <a:ext cx="236680" cy="6096"/>
            </a:xfrm>
            <a:prstGeom prst="rect">
              <a:avLst/>
            </a:prstGeom>
            <a:solidFill>
              <a:srgbClr val="DCE8ED"/>
            </a:solidFill>
            <a:ln w="0">
              <a:noFill/>
              <a:prstDash val="solid"/>
            </a:ln>
          </p:spPr>
        </p:sp>
        <p:sp>
          <p:nvSpPr>
            <p:cNvPr id="5890" name="dense-map-4-cell-54">
              <a:extLst>
                <a:ext uri="{FF2B5EF4-FFF2-40B4-BE49-F238E27FC236}">
                  <a16:creationId xmlns:a16="http://schemas.microsoft.com/office/drawing/2014/main" id="{72227B1E-F4B1-4D38-95A9-4560F2E4F543}"/>
                </a:ext>
              </a:extLst>
            </p:cNvPr>
            <p:cNvSpPr>
              <a:spLocks noGrp="1"/>
            </p:cNvSpPr>
            <p:nvPr/>
          </p:nvSpPr>
          <p:spPr>
            <a:xfrm>
              <a:off x="21950363" y="6835378"/>
              <a:ext cx="236680" cy="6096"/>
            </a:xfrm>
            <a:prstGeom prst="rect">
              <a:avLst/>
            </a:prstGeom>
            <a:solidFill>
              <a:srgbClr val="DCE8ED"/>
            </a:solidFill>
            <a:ln w="0">
              <a:noFill/>
              <a:prstDash val="solid"/>
            </a:ln>
          </p:spPr>
        </p:sp>
        <p:sp>
          <p:nvSpPr>
            <p:cNvPr id="5891" name="dense-map-4-cell-53">
              <a:extLst>
                <a:ext uri="{FF2B5EF4-FFF2-40B4-BE49-F238E27FC236}">
                  <a16:creationId xmlns:a16="http://schemas.microsoft.com/office/drawing/2014/main" id="{A59053A1-C68B-48B9-9335-1BF86A3FCA8F}"/>
                </a:ext>
              </a:extLst>
            </p:cNvPr>
            <p:cNvSpPr>
              <a:spLocks noGrp="1"/>
            </p:cNvSpPr>
            <p:nvPr/>
          </p:nvSpPr>
          <p:spPr>
            <a:xfrm>
              <a:off x="21950363" y="6841331"/>
              <a:ext cx="236680" cy="6096"/>
            </a:xfrm>
            <a:prstGeom prst="rect">
              <a:avLst/>
            </a:prstGeom>
            <a:solidFill>
              <a:srgbClr val="DCE8ED"/>
            </a:solidFill>
            <a:ln w="0">
              <a:noFill/>
              <a:prstDash val="solid"/>
            </a:ln>
          </p:spPr>
        </p:sp>
        <p:sp>
          <p:nvSpPr>
            <p:cNvPr id="5892" name="dense-map-4-cell-52">
              <a:extLst>
                <a:ext uri="{FF2B5EF4-FFF2-40B4-BE49-F238E27FC236}">
                  <a16:creationId xmlns:a16="http://schemas.microsoft.com/office/drawing/2014/main" id="{96A61D22-96AA-4436-8466-7322CC86F2DE}"/>
                </a:ext>
              </a:extLst>
            </p:cNvPr>
            <p:cNvSpPr>
              <a:spLocks noGrp="1"/>
            </p:cNvSpPr>
            <p:nvPr/>
          </p:nvSpPr>
          <p:spPr>
            <a:xfrm>
              <a:off x="21950363" y="6847284"/>
              <a:ext cx="236680" cy="6096"/>
            </a:xfrm>
            <a:prstGeom prst="rect">
              <a:avLst/>
            </a:prstGeom>
            <a:solidFill>
              <a:srgbClr val="DCE8ED"/>
            </a:solidFill>
            <a:ln w="0">
              <a:noFill/>
              <a:prstDash val="solid"/>
            </a:ln>
          </p:spPr>
        </p:sp>
        <p:sp>
          <p:nvSpPr>
            <p:cNvPr id="5893" name="dense-map-4-cell-51">
              <a:extLst>
                <a:ext uri="{FF2B5EF4-FFF2-40B4-BE49-F238E27FC236}">
                  <a16:creationId xmlns:a16="http://schemas.microsoft.com/office/drawing/2014/main" id="{7A046035-A143-4824-B65B-A48465D0E52B}"/>
                </a:ext>
              </a:extLst>
            </p:cNvPr>
            <p:cNvSpPr>
              <a:spLocks noGrp="1"/>
            </p:cNvSpPr>
            <p:nvPr/>
          </p:nvSpPr>
          <p:spPr>
            <a:xfrm>
              <a:off x="21950363" y="6853238"/>
              <a:ext cx="236680" cy="6096"/>
            </a:xfrm>
            <a:prstGeom prst="rect">
              <a:avLst/>
            </a:prstGeom>
            <a:solidFill>
              <a:srgbClr val="DCE8ED"/>
            </a:solidFill>
            <a:ln w="0">
              <a:noFill/>
              <a:prstDash val="solid"/>
            </a:ln>
          </p:spPr>
        </p:sp>
        <p:sp>
          <p:nvSpPr>
            <p:cNvPr id="5894" name="dense-map-4-cell-50">
              <a:extLst>
                <a:ext uri="{FF2B5EF4-FFF2-40B4-BE49-F238E27FC236}">
                  <a16:creationId xmlns:a16="http://schemas.microsoft.com/office/drawing/2014/main" id="{6C5712A1-3B0B-4967-A8D2-6B8572C0ED2D}"/>
                </a:ext>
              </a:extLst>
            </p:cNvPr>
            <p:cNvSpPr>
              <a:spLocks noGrp="1"/>
            </p:cNvSpPr>
            <p:nvPr/>
          </p:nvSpPr>
          <p:spPr>
            <a:xfrm>
              <a:off x="21950363" y="6859191"/>
              <a:ext cx="236680" cy="6096"/>
            </a:xfrm>
            <a:prstGeom prst="rect">
              <a:avLst/>
            </a:prstGeom>
            <a:solidFill>
              <a:srgbClr val="DCE8ED"/>
            </a:solidFill>
            <a:ln w="0">
              <a:noFill/>
              <a:prstDash val="solid"/>
            </a:ln>
          </p:spPr>
        </p:sp>
        <p:sp>
          <p:nvSpPr>
            <p:cNvPr id="5895" name="dense-map-4-cell-49">
              <a:extLst>
                <a:ext uri="{FF2B5EF4-FFF2-40B4-BE49-F238E27FC236}">
                  <a16:creationId xmlns:a16="http://schemas.microsoft.com/office/drawing/2014/main" id="{4BE62D03-4DC1-4947-9721-91DA82633B16}"/>
                </a:ext>
              </a:extLst>
            </p:cNvPr>
            <p:cNvSpPr>
              <a:spLocks noGrp="1"/>
            </p:cNvSpPr>
            <p:nvPr/>
          </p:nvSpPr>
          <p:spPr>
            <a:xfrm>
              <a:off x="21950363" y="6865144"/>
              <a:ext cx="236680" cy="6096"/>
            </a:xfrm>
            <a:prstGeom prst="rect">
              <a:avLst/>
            </a:prstGeom>
            <a:solidFill>
              <a:srgbClr val="DCE8ED"/>
            </a:solidFill>
            <a:ln w="0">
              <a:noFill/>
              <a:prstDash val="solid"/>
            </a:ln>
          </p:spPr>
        </p:sp>
        <p:sp>
          <p:nvSpPr>
            <p:cNvPr id="5896" name="dense-map-4-cell-48">
              <a:extLst>
                <a:ext uri="{FF2B5EF4-FFF2-40B4-BE49-F238E27FC236}">
                  <a16:creationId xmlns:a16="http://schemas.microsoft.com/office/drawing/2014/main" id="{EDD68158-8E24-47E6-953D-7903555407E4}"/>
                </a:ext>
              </a:extLst>
            </p:cNvPr>
            <p:cNvSpPr>
              <a:spLocks noGrp="1"/>
            </p:cNvSpPr>
            <p:nvPr/>
          </p:nvSpPr>
          <p:spPr>
            <a:xfrm>
              <a:off x="21950363" y="6871097"/>
              <a:ext cx="236680" cy="6096"/>
            </a:xfrm>
            <a:prstGeom prst="rect">
              <a:avLst/>
            </a:prstGeom>
            <a:solidFill>
              <a:srgbClr val="DCE8ED"/>
            </a:solidFill>
            <a:ln w="0">
              <a:noFill/>
              <a:prstDash val="solid"/>
            </a:ln>
          </p:spPr>
        </p:sp>
        <p:sp>
          <p:nvSpPr>
            <p:cNvPr id="5897" name="dense-map-4-cell-47">
              <a:extLst>
                <a:ext uri="{FF2B5EF4-FFF2-40B4-BE49-F238E27FC236}">
                  <a16:creationId xmlns:a16="http://schemas.microsoft.com/office/drawing/2014/main" id="{DA411844-1AEA-4F83-BE77-1D2DA320D505}"/>
                </a:ext>
              </a:extLst>
            </p:cNvPr>
            <p:cNvSpPr>
              <a:spLocks noGrp="1"/>
            </p:cNvSpPr>
            <p:nvPr/>
          </p:nvSpPr>
          <p:spPr>
            <a:xfrm>
              <a:off x="21950363" y="6877050"/>
              <a:ext cx="236680" cy="6096"/>
            </a:xfrm>
            <a:prstGeom prst="rect">
              <a:avLst/>
            </a:prstGeom>
            <a:solidFill>
              <a:srgbClr val="DCE8ED"/>
            </a:solidFill>
            <a:ln w="0">
              <a:noFill/>
              <a:prstDash val="solid"/>
            </a:ln>
          </p:spPr>
        </p:sp>
        <p:sp>
          <p:nvSpPr>
            <p:cNvPr id="5898" name="dense-map-4-cell-46">
              <a:extLst>
                <a:ext uri="{FF2B5EF4-FFF2-40B4-BE49-F238E27FC236}">
                  <a16:creationId xmlns:a16="http://schemas.microsoft.com/office/drawing/2014/main" id="{46499115-23BD-46CF-8E58-E47C375D7BDD}"/>
                </a:ext>
              </a:extLst>
            </p:cNvPr>
            <p:cNvSpPr>
              <a:spLocks noGrp="1"/>
            </p:cNvSpPr>
            <p:nvPr/>
          </p:nvSpPr>
          <p:spPr>
            <a:xfrm>
              <a:off x="21950363" y="6883003"/>
              <a:ext cx="236680" cy="6096"/>
            </a:xfrm>
            <a:prstGeom prst="rect">
              <a:avLst/>
            </a:prstGeom>
            <a:solidFill>
              <a:srgbClr val="DCE8ED"/>
            </a:solidFill>
            <a:ln w="0">
              <a:noFill/>
              <a:prstDash val="solid"/>
            </a:ln>
          </p:spPr>
        </p:sp>
        <p:sp>
          <p:nvSpPr>
            <p:cNvPr id="5899" name="dense-map-4-cell-45">
              <a:extLst>
                <a:ext uri="{FF2B5EF4-FFF2-40B4-BE49-F238E27FC236}">
                  <a16:creationId xmlns:a16="http://schemas.microsoft.com/office/drawing/2014/main" id="{727A1941-525D-498D-B384-76CEDA43CB68}"/>
                </a:ext>
              </a:extLst>
            </p:cNvPr>
            <p:cNvSpPr>
              <a:spLocks noGrp="1"/>
            </p:cNvSpPr>
            <p:nvPr/>
          </p:nvSpPr>
          <p:spPr>
            <a:xfrm>
              <a:off x="21950363" y="6888956"/>
              <a:ext cx="236680" cy="6096"/>
            </a:xfrm>
            <a:prstGeom prst="rect">
              <a:avLst/>
            </a:prstGeom>
            <a:solidFill>
              <a:srgbClr val="DCE8ED"/>
            </a:solidFill>
            <a:ln w="0">
              <a:noFill/>
              <a:prstDash val="solid"/>
            </a:ln>
          </p:spPr>
        </p:sp>
        <p:sp>
          <p:nvSpPr>
            <p:cNvPr id="5900" name="dense-map-4-cell-44">
              <a:extLst>
                <a:ext uri="{FF2B5EF4-FFF2-40B4-BE49-F238E27FC236}">
                  <a16:creationId xmlns:a16="http://schemas.microsoft.com/office/drawing/2014/main" id="{16EE5C3B-C7A4-4886-BAE5-B5D91410C922}"/>
                </a:ext>
              </a:extLst>
            </p:cNvPr>
            <p:cNvSpPr>
              <a:spLocks noGrp="1"/>
            </p:cNvSpPr>
            <p:nvPr/>
          </p:nvSpPr>
          <p:spPr>
            <a:xfrm>
              <a:off x="21950363" y="6894909"/>
              <a:ext cx="236680" cy="6096"/>
            </a:xfrm>
            <a:prstGeom prst="rect">
              <a:avLst/>
            </a:prstGeom>
            <a:solidFill>
              <a:srgbClr val="DCE8ED"/>
            </a:solidFill>
            <a:ln w="0">
              <a:noFill/>
              <a:prstDash val="solid"/>
            </a:ln>
          </p:spPr>
        </p:sp>
        <p:sp>
          <p:nvSpPr>
            <p:cNvPr id="5901" name="dense-map-4-cell-43">
              <a:extLst>
                <a:ext uri="{FF2B5EF4-FFF2-40B4-BE49-F238E27FC236}">
                  <a16:creationId xmlns:a16="http://schemas.microsoft.com/office/drawing/2014/main" id="{08AA6101-2F4A-4E3D-8A90-C8063638CAEE}"/>
                </a:ext>
              </a:extLst>
            </p:cNvPr>
            <p:cNvSpPr>
              <a:spLocks noGrp="1"/>
            </p:cNvSpPr>
            <p:nvPr/>
          </p:nvSpPr>
          <p:spPr>
            <a:xfrm>
              <a:off x="21950363" y="6900863"/>
              <a:ext cx="236680" cy="6096"/>
            </a:xfrm>
            <a:prstGeom prst="rect">
              <a:avLst/>
            </a:prstGeom>
            <a:solidFill>
              <a:srgbClr val="DCE8ED"/>
            </a:solidFill>
            <a:ln w="0">
              <a:noFill/>
              <a:prstDash val="solid"/>
            </a:ln>
          </p:spPr>
        </p:sp>
        <p:sp>
          <p:nvSpPr>
            <p:cNvPr id="5902" name="dense-map-4-cell-42">
              <a:extLst>
                <a:ext uri="{FF2B5EF4-FFF2-40B4-BE49-F238E27FC236}">
                  <a16:creationId xmlns:a16="http://schemas.microsoft.com/office/drawing/2014/main" id="{EB56C1F2-C286-4ABB-BEA8-6A8935CA3949}"/>
                </a:ext>
              </a:extLst>
            </p:cNvPr>
            <p:cNvSpPr>
              <a:spLocks noGrp="1"/>
            </p:cNvSpPr>
            <p:nvPr/>
          </p:nvSpPr>
          <p:spPr>
            <a:xfrm>
              <a:off x="21950363" y="6906816"/>
              <a:ext cx="236680" cy="6096"/>
            </a:xfrm>
            <a:prstGeom prst="rect">
              <a:avLst/>
            </a:prstGeom>
            <a:solidFill>
              <a:srgbClr val="DCE8ED"/>
            </a:solidFill>
            <a:ln w="0">
              <a:noFill/>
              <a:prstDash val="solid"/>
            </a:ln>
          </p:spPr>
        </p:sp>
        <p:sp>
          <p:nvSpPr>
            <p:cNvPr id="5903" name="dense-map-4-cell-41">
              <a:extLst>
                <a:ext uri="{FF2B5EF4-FFF2-40B4-BE49-F238E27FC236}">
                  <a16:creationId xmlns:a16="http://schemas.microsoft.com/office/drawing/2014/main" id="{F658664E-65D2-4037-B050-85BA0E66793C}"/>
                </a:ext>
              </a:extLst>
            </p:cNvPr>
            <p:cNvSpPr>
              <a:spLocks noGrp="1"/>
            </p:cNvSpPr>
            <p:nvPr/>
          </p:nvSpPr>
          <p:spPr>
            <a:xfrm>
              <a:off x="21950363" y="6912769"/>
              <a:ext cx="236680" cy="6096"/>
            </a:xfrm>
            <a:prstGeom prst="rect">
              <a:avLst/>
            </a:prstGeom>
            <a:solidFill>
              <a:srgbClr val="DCE8ED"/>
            </a:solidFill>
            <a:ln w="0">
              <a:noFill/>
              <a:prstDash val="solid"/>
            </a:ln>
          </p:spPr>
        </p:sp>
        <p:sp>
          <p:nvSpPr>
            <p:cNvPr id="5904" name="dense-map-4-cell-40">
              <a:extLst>
                <a:ext uri="{FF2B5EF4-FFF2-40B4-BE49-F238E27FC236}">
                  <a16:creationId xmlns:a16="http://schemas.microsoft.com/office/drawing/2014/main" id="{4474217C-3F60-47DA-A136-5DAE8480C16E}"/>
                </a:ext>
              </a:extLst>
            </p:cNvPr>
            <p:cNvSpPr>
              <a:spLocks noGrp="1"/>
            </p:cNvSpPr>
            <p:nvPr/>
          </p:nvSpPr>
          <p:spPr>
            <a:xfrm>
              <a:off x="21950363" y="6918722"/>
              <a:ext cx="236680" cy="6096"/>
            </a:xfrm>
            <a:prstGeom prst="rect">
              <a:avLst/>
            </a:prstGeom>
            <a:solidFill>
              <a:srgbClr val="DCE8ED"/>
            </a:solidFill>
            <a:ln w="0">
              <a:noFill/>
              <a:prstDash val="solid"/>
            </a:ln>
          </p:spPr>
        </p:sp>
        <p:sp>
          <p:nvSpPr>
            <p:cNvPr id="5905" name="dense-map-4-cell-39">
              <a:extLst>
                <a:ext uri="{FF2B5EF4-FFF2-40B4-BE49-F238E27FC236}">
                  <a16:creationId xmlns:a16="http://schemas.microsoft.com/office/drawing/2014/main" id="{9DE04752-48A2-4D93-85A9-BF4201A9BA3D}"/>
                </a:ext>
              </a:extLst>
            </p:cNvPr>
            <p:cNvSpPr>
              <a:spLocks noGrp="1"/>
            </p:cNvSpPr>
            <p:nvPr/>
          </p:nvSpPr>
          <p:spPr>
            <a:xfrm>
              <a:off x="21950363" y="6924675"/>
              <a:ext cx="236680" cy="6096"/>
            </a:xfrm>
            <a:prstGeom prst="rect">
              <a:avLst/>
            </a:prstGeom>
            <a:solidFill>
              <a:srgbClr val="DCE8ED"/>
            </a:solidFill>
            <a:ln w="0">
              <a:noFill/>
              <a:prstDash val="solid"/>
            </a:ln>
          </p:spPr>
        </p:sp>
        <p:sp>
          <p:nvSpPr>
            <p:cNvPr id="5906" name="dense-map-4-cell-38">
              <a:extLst>
                <a:ext uri="{FF2B5EF4-FFF2-40B4-BE49-F238E27FC236}">
                  <a16:creationId xmlns:a16="http://schemas.microsoft.com/office/drawing/2014/main" id="{A1A0CCDE-0FA9-4CAB-834C-93AD3C511AF0}"/>
                </a:ext>
              </a:extLst>
            </p:cNvPr>
            <p:cNvSpPr>
              <a:spLocks noGrp="1"/>
            </p:cNvSpPr>
            <p:nvPr/>
          </p:nvSpPr>
          <p:spPr>
            <a:xfrm>
              <a:off x="21950363" y="6930628"/>
              <a:ext cx="236680" cy="6096"/>
            </a:xfrm>
            <a:prstGeom prst="rect">
              <a:avLst/>
            </a:prstGeom>
            <a:solidFill>
              <a:srgbClr val="DCE8ED"/>
            </a:solidFill>
            <a:ln w="0">
              <a:noFill/>
              <a:prstDash val="solid"/>
            </a:ln>
          </p:spPr>
        </p:sp>
        <p:sp>
          <p:nvSpPr>
            <p:cNvPr id="5907" name="dense-map-4-cell-37">
              <a:extLst>
                <a:ext uri="{FF2B5EF4-FFF2-40B4-BE49-F238E27FC236}">
                  <a16:creationId xmlns:a16="http://schemas.microsoft.com/office/drawing/2014/main" id="{2A9E7A4F-CA1B-46BF-9992-478E07656CC3}"/>
                </a:ext>
              </a:extLst>
            </p:cNvPr>
            <p:cNvSpPr>
              <a:spLocks noGrp="1"/>
            </p:cNvSpPr>
            <p:nvPr/>
          </p:nvSpPr>
          <p:spPr>
            <a:xfrm>
              <a:off x="21950363" y="6936581"/>
              <a:ext cx="236680" cy="6096"/>
            </a:xfrm>
            <a:prstGeom prst="rect">
              <a:avLst/>
            </a:prstGeom>
            <a:solidFill>
              <a:srgbClr val="DCE8ED"/>
            </a:solidFill>
            <a:ln w="0">
              <a:noFill/>
              <a:prstDash val="solid"/>
            </a:ln>
          </p:spPr>
        </p:sp>
        <p:sp>
          <p:nvSpPr>
            <p:cNvPr id="5908" name="dense-map-4-cell-36">
              <a:extLst>
                <a:ext uri="{FF2B5EF4-FFF2-40B4-BE49-F238E27FC236}">
                  <a16:creationId xmlns:a16="http://schemas.microsoft.com/office/drawing/2014/main" id="{593958E7-52D0-4735-B41A-33F80ACAA67C}"/>
                </a:ext>
              </a:extLst>
            </p:cNvPr>
            <p:cNvSpPr>
              <a:spLocks noGrp="1"/>
            </p:cNvSpPr>
            <p:nvPr/>
          </p:nvSpPr>
          <p:spPr>
            <a:xfrm>
              <a:off x="21950363" y="6942534"/>
              <a:ext cx="236680" cy="6096"/>
            </a:xfrm>
            <a:prstGeom prst="rect">
              <a:avLst/>
            </a:prstGeom>
            <a:solidFill>
              <a:srgbClr val="DCE8ED"/>
            </a:solidFill>
            <a:ln w="0">
              <a:noFill/>
              <a:prstDash val="solid"/>
            </a:ln>
          </p:spPr>
        </p:sp>
        <p:sp>
          <p:nvSpPr>
            <p:cNvPr id="5909" name="dense-map-4-cell-35">
              <a:extLst>
                <a:ext uri="{FF2B5EF4-FFF2-40B4-BE49-F238E27FC236}">
                  <a16:creationId xmlns:a16="http://schemas.microsoft.com/office/drawing/2014/main" id="{B0B1670B-FA29-4F39-BEA1-BC3A987B8CF3}"/>
                </a:ext>
              </a:extLst>
            </p:cNvPr>
            <p:cNvSpPr>
              <a:spLocks noGrp="1"/>
            </p:cNvSpPr>
            <p:nvPr/>
          </p:nvSpPr>
          <p:spPr>
            <a:xfrm>
              <a:off x="21950363" y="6948488"/>
              <a:ext cx="236680" cy="6096"/>
            </a:xfrm>
            <a:prstGeom prst="rect">
              <a:avLst/>
            </a:prstGeom>
            <a:solidFill>
              <a:srgbClr val="DCE8ED"/>
            </a:solidFill>
            <a:ln w="0">
              <a:noFill/>
              <a:prstDash val="solid"/>
            </a:ln>
          </p:spPr>
        </p:sp>
        <p:sp>
          <p:nvSpPr>
            <p:cNvPr id="5910" name="dense-map-4-cell-34">
              <a:extLst>
                <a:ext uri="{FF2B5EF4-FFF2-40B4-BE49-F238E27FC236}">
                  <a16:creationId xmlns:a16="http://schemas.microsoft.com/office/drawing/2014/main" id="{6149E5E1-3FE0-451B-ADF0-04056B551AD2}"/>
                </a:ext>
              </a:extLst>
            </p:cNvPr>
            <p:cNvSpPr>
              <a:spLocks noGrp="1"/>
            </p:cNvSpPr>
            <p:nvPr/>
          </p:nvSpPr>
          <p:spPr>
            <a:xfrm>
              <a:off x="21950363" y="6954441"/>
              <a:ext cx="236680" cy="6096"/>
            </a:xfrm>
            <a:prstGeom prst="rect">
              <a:avLst/>
            </a:prstGeom>
            <a:solidFill>
              <a:srgbClr val="DCE8ED"/>
            </a:solidFill>
            <a:ln w="0">
              <a:noFill/>
              <a:prstDash val="solid"/>
            </a:ln>
          </p:spPr>
        </p:sp>
        <p:sp>
          <p:nvSpPr>
            <p:cNvPr id="5911" name="dense-map-4-cell-33">
              <a:extLst>
                <a:ext uri="{FF2B5EF4-FFF2-40B4-BE49-F238E27FC236}">
                  <a16:creationId xmlns:a16="http://schemas.microsoft.com/office/drawing/2014/main" id="{39899347-F6F6-4DC9-88B2-40040C38CB34}"/>
                </a:ext>
              </a:extLst>
            </p:cNvPr>
            <p:cNvSpPr>
              <a:spLocks noGrp="1"/>
            </p:cNvSpPr>
            <p:nvPr/>
          </p:nvSpPr>
          <p:spPr>
            <a:xfrm>
              <a:off x="21950363" y="6960394"/>
              <a:ext cx="236680" cy="6096"/>
            </a:xfrm>
            <a:prstGeom prst="rect">
              <a:avLst/>
            </a:prstGeom>
            <a:solidFill>
              <a:srgbClr val="DCE8ED"/>
            </a:solidFill>
            <a:ln w="0">
              <a:noFill/>
              <a:prstDash val="solid"/>
            </a:ln>
          </p:spPr>
        </p:sp>
        <p:sp>
          <p:nvSpPr>
            <p:cNvPr id="5912" name="dense-map-4-cell-32">
              <a:extLst>
                <a:ext uri="{FF2B5EF4-FFF2-40B4-BE49-F238E27FC236}">
                  <a16:creationId xmlns:a16="http://schemas.microsoft.com/office/drawing/2014/main" id="{5DAF5F26-EE75-4D27-B77F-72C993A813C5}"/>
                </a:ext>
              </a:extLst>
            </p:cNvPr>
            <p:cNvSpPr>
              <a:spLocks noGrp="1"/>
            </p:cNvSpPr>
            <p:nvPr/>
          </p:nvSpPr>
          <p:spPr>
            <a:xfrm>
              <a:off x="21950363" y="6966347"/>
              <a:ext cx="236680" cy="6096"/>
            </a:xfrm>
            <a:prstGeom prst="rect">
              <a:avLst/>
            </a:prstGeom>
            <a:solidFill>
              <a:srgbClr val="DCE8ED"/>
            </a:solidFill>
            <a:ln w="0">
              <a:noFill/>
              <a:prstDash val="solid"/>
            </a:ln>
          </p:spPr>
        </p:sp>
        <p:sp>
          <p:nvSpPr>
            <p:cNvPr id="5913" name="dense-map-4-cell-31">
              <a:extLst>
                <a:ext uri="{FF2B5EF4-FFF2-40B4-BE49-F238E27FC236}">
                  <a16:creationId xmlns:a16="http://schemas.microsoft.com/office/drawing/2014/main" id="{FADA1702-A87C-4498-999E-39516FF37D56}"/>
                </a:ext>
              </a:extLst>
            </p:cNvPr>
            <p:cNvSpPr>
              <a:spLocks noGrp="1"/>
            </p:cNvSpPr>
            <p:nvPr/>
          </p:nvSpPr>
          <p:spPr>
            <a:xfrm>
              <a:off x="21950363" y="6972300"/>
              <a:ext cx="236680" cy="6096"/>
            </a:xfrm>
            <a:prstGeom prst="rect">
              <a:avLst/>
            </a:prstGeom>
            <a:solidFill>
              <a:srgbClr val="DCE8ED"/>
            </a:solidFill>
            <a:ln w="0">
              <a:noFill/>
              <a:prstDash val="solid"/>
            </a:ln>
          </p:spPr>
        </p:sp>
        <p:sp>
          <p:nvSpPr>
            <p:cNvPr id="5914" name="dense-map-4-cell-30">
              <a:extLst>
                <a:ext uri="{FF2B5EF4-FFF2-40B4-BE49-F238E27FC236}">
                  <a16:creationId xmlns:a16="http://schemas.microsoft.com/office/drawing/2014/main" id="{3B1BFA40-0D62-45FB-B160-E8294C2C2BED}"/>
                </a:ext>
              </a:extLst>
            </p:cNvPr>
            <p:cNvSpPr>
              <a:spLocks noGrp="1"/>
            </p:cNvSpPr>
            <p:nvPr/>
          </p:nvSpPr>
          <p:spPr>
            <a:xfrm>
              <a:off x="21950363" y="6978253"/>
              <a:ext cx="236680" cy="6096"/>
            </a:xfrm>
            <a:prstGeom prst="rect">
              <a:avLst/>
            </a:prstGeom>
            <a:solidFill>
              <a:srgbClr val="DCE8ED"/>
            </a:solidFill>
            <a:ln w="0">
              <a:noFill/>
              <a:prstDash val="solid"/>
            </a:ln>
          </p:spPr>
        </p:sp>
        <p:sp>
          <p:nvSpPr>
            <p:cNvPr id="5915" name="dense-map-4-cell-29">
              <a:extLst>
                <a:ext uri="{FF2B5EF4-FFF2-40B4-BE49-F238E27FC236}">
                  <a16:creationId xmlns:a16="http://schemas.microsoft.com/office/drawing/2014/main" id="{C3D7D34C-304E-45CE-A560-E6229D882E67}"/>
                </a:ext>
              </a:extLst>
            </p:cNvPr>
            <p:cNvSpPr>
              <a:spLocks noGrp="1"/>
            </p:cNvSpPr>
            <p:nvPr/>
          </p:nvSpPr>
          <p:spPr>
            <a:xfrm>
              <a:off x="21950363" y="6984206"/>
              <a:ext cx="236680" cy="6096"/>
            </a:xfrm>
            <a:prstGeom prst="rect">
              <a:avLst/>
            </a:prstGeom>
            <a:solidFill>
              <a:srgbClr val="D8E5EB"/>
            </a:solidFill>
            <a:ln w="0">
              <a:noFill/>
              <a:prstDash val="solid"/>
            </a:ln>
          </p:spPr>
        </p:sp>
        <p:sp>
          <p:nvSpPr>
            <p:cNvPr id="5916" name="dense-map-4-cell-28">
              <a:extLst>
                <a:ext uri="{FF2B5EF4-FFF2-40B4-BE49-F238E27FC236}">
                  <a16:creationId xmlns:a16="http://schemas.microsoft.com/office/drawing/2014/main" id="{C553D33B-4D7B-4F42-9D4B-57F4A6D30AC8}"/>
                </a:ext>
              </a:extLst>
            </p:cNvPr>
            <p:cNvSpPr>
              <a:spLocks noGrp="1"/>
            </p:cNvSpPr>
            <p:nvPr/>
          </p:nvSpPr>
          <p:spPr>
            <a:xfrm>
              <a:off x="21950363" y="6990159"/>
              <a:ext cx="236680" cy="6096"/>
            </a:xfrm>
            <a:prstGeom prst="rect">
              <a:avLst/>
            </a:prstGeom>
            <a:solidFill>
              <a:srgbClr val="C9DBE4"/>
            </a:solidFill>
            <a:ln w="0">
              <a:noFill/>
              <a:prstDash val="solid"/>
            </a:ln>
          </p:spPr>
        </p:sp>
        <p:sp>
          <p:nvSpPr>
            <p:cNvPr id="5917" name="dense-map-4-cell-27">
              <a:extLst>
                <a:ext uri="{FF2B5EF4-FFF2-40B4-BE49-F238E27FC236}">
                  <a16:creationId xmlns:a16="http://schemas.microsoft.com/office/drawing/2014/main" id="{AC1D5CAC-CA3C-47D0-9729-ECF4FA15F456}"/>
                </a:ext>
              </a:extLst>
            </p:cNvPr>
            <p:cNvSpPr>
              <a:spLocks noGrp="1"/>
            </p:cNvSpPr>
            <p:nvPr/>
          </p:nvSpPr>
          <p:spPr>
            <a:xfrm>
              <a:off x="21950363" y="6996113"/>
              <a:ext cx="236680" cy="6096"/>
            </a:xfrm>
            <a:prstGeom prst="rect">
              <a:avLst/>
            </a:prstGeom>
            <a:solidFill>
              <a:srgbClr val="9CC5DC"/>
            </a:solidFill>
            <a:ln w="0">
              <a:noFill/>
              <a:prstDash val="solid"/>
            </a:ln>
          </p:spPr>
        </p:sp>
        <p:sp>
          <p:nvSpPr>
            <p:cNvPr id="5918" name="dense-map-4-cell-26">
              <a:extLst>
                <a:ext uri="{FF2B5EF4-FFF2-40B4-BE49-F238E27FC236}">
                  <a16:creationId xmlns:a16="http://schemas.microsoft.com/office/drawing/2014/main" id="{CC5C708D-1977-47A1-9DB0-2F2BA316C0DE}"/>
                </a:ext>
              </a:extLst>
            </p:cNvPr>
            <p:cNvSpPr>
              <a:spLocks noGrp="1"/>
            </p:cNvSpPr>
            <p:nvPr/>
          </p:nvSpPr>
          <p:spPr>
            <a:xfrm>
              <a:off x="21950363" y="7002066"/>
              <a:ext cx="236680" cy="6096"/>
            </a:xfrm>
            <a:prstGeom prst="rect">
              <a:avLst/>
            </a:prstGeom>
            <a:solidFill>
              <a:srgbClr val="72AFD1"/>
            </a:solidFill>
            <a:ln w="0">
              <a:noFill/>
              <a:prstDash val="solid"/>
            </a:ln>
          </p:spPr>
        </p:sp>
        <p:sp>
          <p:nvSpPr>
            <p:cNvPr id="5919" name="dense-map-4-cell-25">
              <a:extLst>
                <a:ext uri="{FF2B5EF4-FFF2-40B4-BE49-F238E27FC236}">
                  <a16:creationId xmlns:a16="http://schemas.microsoft.com/office/drawing/2014/main" id="{03370C8A-6D68-4DD2-BE8E-6D08D0B19DFB}"/>
                </a:ext>
              </a:extLst>
            </p:cNvPr>
            <p:cNvSpPr>
              <a:spLocks noGrp="1"/>
            </p:cNvSpPr>
            <p:nvPr/>
          </p:nvSpPr>
          <p:spPr>
            <a:xfrm>
              <a:off x="21950363" y="7008019"/>
              <a:ext cx="236680" cy="6096"/>
            </a:xfrm>
            <a:prstGeom prst="rect">
              <a:avLst/>
            </a:prstGeom>
            <a:solidFill>
              <a:srgbClr val="4899C5"/>
            </a:solidFill>
            <a:ln w="0">
              <a:noFill/>
              <a:prstDash val="solid"/>
            </a:ln>
          </p:spPr>
        </p:sp>
        <p:sp>
          <p:nvSpPr>
            <p:cNvPr id="5920" name="dense-map-4-cell-24">
              <a:extLst>
                <a:ext uri="{FF2B5EF4-FFF2-40B4-BE49-F238E27FC236}">
                  <a16:creationId xmlns:a16="http://schemas.microsoft.com/office/drawing/2014/main" id="{F4F25AD2-EF2A-4AC9-AB04-F3C14D782D06}"/>
                </a:ext>
              </a:extLst>
            </p:cNvPr>
            <p:cNvSpPr>
              <a:spLocks noGrp="1"/>
            </p:cNvSpPr>
            <p:nvPr/>
          </p:nvSpPr>
          <p:spPr>
            <a:xfrm>
              <a:off x="21950363" y="7013972"/>
              <a:ext cx="236680" cy="6096"/>
            </a:xfrm>
            <a:prstGeom prst="rect">
              <a:avLst/>
            </a:prstGeom>
            <a:solidFill>
              <a:srgbClr val="2385BB"/>
            </a:solidFill>
            <a:ln w="0">
              <a:noFill/>
              <a:prstDash val="solid"/>
            </a:ln>
          </p:spPr>
        </p:sp>
        <p:sp>
          <p:nvSpPr>
            <p:cNvPr id="5921" name="dense-map-4-cell-23">
              <a:extLst>
                <a:ext uri="{FF2B5EF4-FFF2-40B4-BE49-F238E27FC236}">
                  <a16:creationId xmlns:a16="http://schemas.microsoft.com/office/drawing/2014/main" id="{C4F6296B-0B1A-4EDF-B77F-A4C2B7608851}"/>
                </a:ext>
              </a:extLst>
            </p:cNvPr>
            <p:cNvSpPr>
              <a:spLocks noGrp="1"/>
            </p:cNvSpPr>
            <p:nvPr/>
          </p:nvSpPr>
          <p:spPr>
            <a:xfrm>
              <a:off x="21950363" y="7019925"/>
              <a:ext cx="236680" cy="6096"/>
            </a:xfrm>
            <a:prstGeom prst="rect">
              <a:avLst/>
            </a:prstGeom>
            <a:solidFill>
              <a:srgbClr val="0977B4"/>
            </a:solidFill>
            <a:ln w="0">
              <a:noFill/>
              <a:prstDash val="solid"/>
            </a:ln>
          </p:spPr>
        </p:sp>
        <p:sp>
          <p:nvSpPr>
            <p:cNvPr id="5922" name="dense-map-4-cell-22">
              <a:extLst>
                <a:ext uri="{FF2B5EF4-FFF2-40B4-BE49-F238E27FC236}">
                  <a16:creationId xmlns:a16="http://schemas.microsoft.com/office/drawing/2014/main" id="{F0E728E3-8554-402C-95A0-94753E172724}"/>
                </a:ext>
              </a:extLst>
            </p:cNvPr>
            <p:cNvSpPr>
              <a:spLocks noGrp="1"/>
            </p:cNvSpPr>
            <p:nvPr/>
          </p:nvSpPr>
          <p:spPr>
            <a:xfrm>
              <a:off x="21950363" y="7025878"/>
              <a:ext cx="236680" cy="6096"/>
            </a:xfrm>
            <a:prstGeom prst="rect">
              <a:avLst/>
            </a:prstGeom>
            <a:solidFill>
              <a:srgbClr val="0072B2"/>
            </a:solidFill>
            <a:ln w="0">
              <a:noFill/>
              <a:prstDash val="solid"/>
            </a:ln>
          </p:spPr>
        </p:sp>
        <p:sp>
          <p:nvSpPr>
            <p:cNvPr id="5923" name="dense-map-4-cell-21">
              <a:extLst>
                <a:ext uri="{FF2B5EF4-FFF2-40B4-BE49-F238E27FC236}">
                  <a16:creationId xmlns:a16="http://schemas.microsoft.com/office/drawing/2014/main" id="{2C32BD49-B26E-4C14-BE79-A51EB7D2891F}"/>
                </a:ext>
              </a:extLst>
            </p:cNvPr>
            <p:cNvSpPr>
              <a:spLocks noGrp="1"/>
            </p:cNvSpPr>
            <p:nvPr/>
          </p:nvSpPr>
          <p:spPr>
            <a:xfrm>
              <a:off x="21950363" y="7031831"/>
              <a:ext cx="236680" cy="6096"/>
            </a:xfrm>
            <a:prstGeom prst="rect">
              <a:avLst/>
            </a:prstGeom>
            <a:solidFill>
              <a:srgbClr val="0072B2"/>
            </a:solidFill>
            <a:ln w="0">
              <a:noFill/>
              <a:prstDash val="solid"/>
            </a:ln>
          </p:spPr>
        </p:sp>
        <p:sp>
          <p:nvSpPr>
            <p:cNvPr id="5924" name="dense-map-4-cell-20">
              <a:extLst>
                <a:ext uri="{FF2B5EF4-FFF2-40B4-BE49-F238E27FC236}">
                  <a16:creationId xmlns:a16="http://schemas.microsoft.com/office/drawing/2014/main" id="{0169951F-43AA-40B6-9B29-CE7974567B57}"/>
                </a:ext>
              </a:extLst>
            </p:cNvPr>
            <p:cNvSpPr>
              <a:spLocks noGrp="1"/>
            </p:cNvSpPr>
            <p:nvPr/>
          </p:nvSpPr>
          <p:spPr>
            <a:xfrm>
              <a:off x="21950363" y="7037784"/>
              <a:ext cx="236680" cy="6096"/>
            </a:xfrm>
            <a:prstGeom prst="rect">
              <a:avLst/>
            </a:prstGeom>
            <a:solidFill>
              <a:srgbClr val="0072B2"/>
            </a:solidFill>
            <a:ln w="0">
              <a:noFill/>
              <a:prstDash val="solid"/>
            </a:ln>
          </p:spPr>
        </p:sp>
        <p:sp>
          <p:nvSpPr>
            <p:cNvPr id="5925" name="dense-map-4-cell-19">
              <a:extLst>
                <a:ext uri="{FF2B5EF4-FFF2-40B4-BE49-F238E27FC236}">
                  <a16:creationId xmlns:a16="http://schemas.microsoft.com/office/drawing/2014/main" id="{CE000521-B9A8-49A8-81AC-27FED1357F1B}"/>
                </a:ext>
              </a:extLst>
            </p:cNvPr>
            <p:cNvSpPr>
              <a:spLocks noGrp="1"/>
            </p:cNvSpPr>
            <p:nvPr/>
          </p:nvSpPr>
          <p:spPr>
            <a:xfrm>
              <a:off x="21950363" y="7043738"/>
              <a:ext cx="236680" cy="6096"/>
            </a:xfrm>
            <a:prstGeom prst="rect">
              <a:avLst/>
            </a:prstGeom>
            <a:solidFill>
              <a:srgbClr val="0072B2"/>
            </a:solidFill>
            <a:ln w="0">
              <a:noFill/>
              <a:prstDash val="solid"/>
            </a:ln>
          </p:spPr>
        </p:sp>
        <p:sp>
          <p:nvSpPr>
            <p:cNvPr id="5926" name="dense-map-4-cell-18">
              <a:extLst>
                <a:ext uri="{FF2B5EF4-FFF2-40B4-BE49-F238E27FC236}">
                  <a16:creationId xmlns:a16="http://schemas.microsoft.com/office/drawing/2014/main" id="{772E30BD-AD95-4340-A031-35CC32DC66F1}"/>
                </a:ext>
              </a:extLst>
            </p:cNvPr>
            <p:cNvSpPr>
              <a:spLocks noGrp="1"/>
            </p:cNvSpPr>
            <p:nvPr/>
          </p:nvSpPr>
          <p:spPr>
            <a:xfrm>
              <a:off x="21950363" y="7049691"/>
              <a:ext cx="236680" cy="6096"/>
            </a:xfrm>
            <a:prstGeom prst="rect">
              <a:avLst/>
            </a:prstGeom>
            <a:solidFill>
              <a:srgbClr val="0072B2"/>
            </a:solidFill>
            <a:ln w="0">
              <a:noFill/>
              <a:prstDash val="solid"/>
            </a:ln>
          </p:spPr>
        </p:sp>
        <p:sp>
          <p:nvSpPr>
            <p:cNvPr id="5927" name="dense-map-4-cell-17">
              <a:extLst>
                <a:ext uri="{FF2B5EF4-FFF2-40B4-BE49-F238E27FC236}">
                  <a16:creationId xmlns:a16="http://schemas.microsoft.com/office/drawing/2014/main" id="{7654AA24-9222-48FA-9B44-93EF25B7C86D}"/>
                </a:ext>
              </a:extLst>
            </p:cNvPr>
            <p:cNvSpPr>
              <a:spLocks noGrp="1"/>
            </p:cNvSpPr>
            <p:nvPr/>
          </p:nvSpPr>
          <p:spPr>
            <a:xfrm>
              <a:off x="21950363" y="7055644"/>
              <a:ext cx="236680" cy="6096"/>
            </a:xfrm>
            <a:prstGeom prst="rect">
              <a:avLst/>
            </a:prstGeom>
            <a:solidFill>
              <a:srgbClr val="0072B2"/>
            </a:solidFill>
            <a:ln w="0">
              <a:noFill/>
              <a:prstDash val="solid"/>
            </a:ln>
          </p:spPr>
        </p:sp>
        <p:sp>
          <p:nvSpPr>
            <p:cNvPr id="5928" name="dense-map-4-cell-16">
              <a:extLst>
                <a:ext uri="{FF2B5EF4-FFF2-40B4-BE49-F238E27FC236}">
                  <a16:creationId xmlns:a16="http://schemas.microsoft.com/office/drawing/2014/main" id="{9E18146E-ED50-4F97-9586-E06DFDC355C7}"/>
                </a:ext>
              </a:extLst>
            </p:cNvPr>
            <p:cNvSpPr>
              <a:spLocks noGrp="1"/>
            </p:cNvSpPr>
            <p:nvPr/>
          </p:nvSpPr>
          <p:spPr>
            <a:xfrm>
              <a:off x="21950363" y="7061597"/>
              <a:ext cx="236680" cy="6096"/>
            </a:xfrm>
            <a:prstGeom prst="rect">
              <a:avLst/>
            </a:prstGeom>
            <a:solidFill>
              <a:srgbClr val="0072B2"/>
            </a:solidFill>
            <a:ln w="0">
              <a:noFill/>
              <a:prstDash val="solid"/>
            </a:ln>
          </p:spPr>
        </p:sp>
        <p:sp>
          <p:nvSpPr>
            <p:cNvPr id="5929" name="dense-map-4-cell-15">
              <a:extLst>
                <a:ext uri="{FF2B5EF4-FFF2-40B4-BE49-F238E27FC236}">
                  <a16:creationId xmlns:a16="http://schemas.microsoft.com/office/drawing/2014/main" id="{91CDA31D-9A25-461F-B37F-47B13FCCB867}"/>
                </a:ext>
              </a:extLst>
            </p:cNvPr>
            <p:cNvSpPr>
              <a:spLocks noGrp="1"/>
            </p:cNvSpPr>
            <p:nvPr/>
          </p:nvSpPr>
          <p:spPr>
            <a:xfrm>
              <a:off x="21950363" y="7067550"/>
              <a:ext cx="236680" cy="6096"/>
            </a:xfrm>
            <a:prstGeom prst="rect">
              <a:avLst/>
            </a:prstGeom>
            <a:solidFill>
              <a:srgbClr val="0072B2"/>
            </a:solidFill>
            <a:ln w="0">
              <a:noFill/>
              <a:prstDash val="solid"/>
            </a:ln>
          </p:spPr>
        </p:sp>
        <p:sp>
          <p:nvSpPr>
            <p:cNvPr id="5930" name="dense-map-4-cell-14">
              <a:extLst>
                <a:ext uri="{FF2B5EF4-FFF2-40B4-BE49-F238E27FC236}">
                  <a16:creationId xmlns:a16="http://schemas.microsoft.com/office/drawing/2014/main" id="{90BE5E53-2A2B-43DA-84CB-D2A1C839B85A}"/>
                </a:ext>
              </a:extLst>
            </p:cNvPr>
            <p:cNvSpPr>
              <a:spLocks noGrp="1"/>
            </p:cNvSpPr>
            <p:nvPr/>
          </p:nvSpPr>
          <p:spPr>
            <a:xfrm>
              <a:off x="21950363" y="7073503"/>
              <a:ext cx="236680" cy="6096"/>
            </a:xfrm>
            <a:prstGeom prst="rect">
              <a:avLst/>
            </a:prstGeom>
            <a:solidFill>
              <a:srgbClr val="0072B2"/>
            </a:solidFill>
            <a:ln w="0">
              <a:noFill/>
              <a:prstDash val="solid"/>
            </a:ln>
          </p:spPr>
        </p:sp>
        <p:sp>
          <p:nvSpPr>
            <p:cNvPr id="5931" name="dense-map-4-cell-13">
              <a:extLst>
                <a:ext uri="{FF2B5EF4-FFF2-40B4-BE49-F238E27FC236}">
                  <a16:creationId xmlns:a16="http://schemas.microsoft.com/office/drawing/2014/main" id="{4B7C3A37-FAFF-45C6-BD2E-8D82018F7D00}"/>
                </a:ext>
              </a:extLst>
            </p:cNvPr>
            <p:cNvSpPr>
              <a:spLocks noGrp="1"/>
            </p:cNvSpPr>
            <p:nvPr/>
          </p:nvSpPr>
          <p:spPr>
            <a:xfrm>
              <a:off x="21950363" y="7079456"/>
              <a:ext cx="236680" cy="6096"/>
            </a:xfrm>
            <a:prstGeom prst="rect">
              <a:avLst/>
            </a:prstGeom>
            <a:solidFill>
              <a:srgbClr val="0072B2"/>
            </a:solidFill>
            <a:ln w="0">
              <a:noFill/>
              <a:prstDash val="solid"/>
            </a:ln>
          </p:spPr>
        </p:sp>
        <p:sp>
          <p:nvSpPr>
            <p:cNvPr id="5932" name="dense-map-4-cell-12">
              <a:extLst>
                <a:ext uri="{FF2B5EF4-FFF2-40B4-BE49-F238E27FC236}">
                  <a16:creationId xmlns:a16="http://schemas.microsoft.com/office/drawing/2014/main" id="{CFCA6176-2964-4858-90E0-EBB85EECF37A}"/>
                </a:ext>
              </a:extLst>
            </p:cNvPr>
            <p:cNvSpPr>
              <a:spLocks noGrp="1"/>
            </p:cNvSpPr>
            <p:nvPr/>
          </p:nvSpPr>
          <p:spPr>
            <a:xfrm>
              <a:off x="21950363" y="7085409"/>
              <a:ext cx="236680" cy="6096"/>
            </a:xfrm>
            <a:prstGeom prst="rect">
              <a:avLst/>
            </a:prstGeom>
            <a:solidFill>
              <a:srgbClr val="0072B2"/>
            </a:solidFill>
            <a:ln w="0">
              <a:noFill/>
              <a:prstDash val="solid"/>
            </a:ln>
          </p:spPr>
        </p:sp>
        <p:sp>
          <p:nvSpPr>
            <p:cNvPr id="5933" name="dense-map-4-cell-11">
              <a:extLst>
                <a:ext uri="{FF2B5EF4-FFF2-40B4-BE49-F238E27FC236}">
                  <a16:creationId xmlns:a16="http://schemas.microsoft.com/office/drawing/2014/main" id="{28BE3EFE-7590-47F7-A91D-0580DF6892F1}"/>
                </a:ext>
              </a:extLst>
            </p:cNvPr>
            <p:cNvSpPr>
              <a:spLocks noGrp="1"/>
            </p:cNvSpPr>
            <p:nvPr/>
          </p:nvSpPr>
          <p:spPr>
            <a:xfrm>
              <a:off x="21950363" y="7091363"/>
              <a:ext cx="236680" cy="6096"/>
            </a:xfrm>
            <a:prstGeom prst="rect">
              <a:avLst/>
            </a:prstGeom>
            <a:solidFill>
              <a:srgbClr val="0072B2"/>
            </a:solidFill>
            <a:ln w="0">
              <a:noFill/>
              <a:prstDash val="solid"/>
            </a:ln>
          </p:spPr>
        </p:sp>
        <p:sp>
          <p:nvSpPr>
            <p:cNvPr id="5934" name="dense-map-4-cell-10">
              <a:extLst>
                <a:ext uri="{FF2B5EF4-FFF2-40B4-BE49-F238E27FC236}">
                  <a16:creationId xmlns:a16="http://schemas.microsoft.com/office/drawing/2014/main" id="{71249880-9AE0-431D-976B-B036BCBA554B}"/>
                </a:ext>
              </a:extLst>
            </p:cNvPr>
            <p:cNvSpPr>
              <a:spLocks noGrp="1"/>
            </p:cNvSpPr>
            <p:nvPr/>
          </p:nvSpPr>
          <p:spPr>
            <a:xfrm>
              <a:off x="21950363" y="7097316"/>
              <a:ext cx="236680" cy="6096"/>
            </a:xfrm>
            <a:prstGeom prst="rect">
              <a:avLst/>
            </a:prstGeom>
            <a:solidFill>
              <a:srgbClr val="0072B2"/>
            </a:solidFill>
            <a:ln w="0">
              <a:noFill/>
              <a:prstDash val="solid"/>
            </a:ln>
          </p:spPr>
        </p:sp>
        <p:sp>
          <p:nvSpPr>
            <p:cNvPr id="5935" name="dense-map-4-cell-9">
              <a:extLst>
                <a:ext uri="{FF2B5EF4-FFF2-40B4-BE49-F238E27FC236}">
                  <a16:creationId xmlns:a16="http://schemas.microsoft.com/office/drawing/2014/main" id="{60408E54-B19B-42FC-BD4E-D66DFECB3A81}"/>
                </a:ext>
              </a:extLst>
            </p:cNvPr>
            <p:cNvSpPr>
              <a:spLocks noGrp="1"/>
            </p:cNvSpPr>
            <p:nvPr/>
          </p:nvSpPr>
          <p:spPr>
            <a:xfrm>
              <a:off x="21950363" y="7103269"/>
              <a:ext cx="236680" cy="6096"/>
            </a:xfrm>
            <a:prstGeom prst="rect">
              <a:avLst/>
            </a:prstGeom>
            <a:solidFill>
              <a:srgbClr val="0072B2"/>
            </a:solidFill>
            <a:ln w="0">
              <a:noFill/>
              <a:prstDash val="solid"/>
            </a:ln>
          </p:spPr>
        </p:sp>
        <p:sp>
          <p:nvSpPr>
            <p:cNvPr id="5936" name="dense-map-4-cell-8">
              <a:extLst>
                <a:ext uri="{FF2B5EF4-FFF2-40B4-BE49-F238E27FC236}">
                  <a16:creationId xmlns:a16="http://schemas.microsoft.com/office/drawing/2014/main" id="{165E4201-1531-4A1A-9467-089C379FFA2E}"/>
                </a:ext>
              </a:extLst>
            </p:cNvPr>
            <p:cNvSpPr>
              <a:spLocks noGrp="1"/>
            </p:cNvSpPr>
            <p:nvPr/>
          </p:nvSpPr>
          <p:spPr>
            <a:xfrm>
              <a:off x="21950363" y="7109222"/>
              <a:ext cx="236680" cy="6096"/>
            </a:xfrm>
            <a:prstGeom prst="rect">
              <a:avLst/>
            </a:prstGeom>
            <a:solidFill>
              <a:srgbClr val="0072B2"/>
            </a:solidFill>
            <a:ln w="0">
              <a:noFill/>
              <a:prstDash val="solid"/>
            </a:ln>
          </p:spPr>
        </p:sp>
        <p:sp>
          <p:nvSpPr>
            <p:cNvPr id="5937" name="dense-map-4-cell-7">
              <a:extLst>
                <a:ext uri="{FF2B5EF4-FFF2-40B4-BE49-F238E27FC236}">
                  <a16:creationId xmlns:a16="http://schemas.microsoft.com/office/drawing/2014/main" id="{0EB7298E-4330-406E-8D73-5C0CB7749EAA}"/>
                </a:ext>
              </a:extLst>
            </p:cNvPr>
            <p:cNvSpPr>
              <a:spLocks noGrp="1"/>
            </p:cNvSpPr>
            <p:nvPr/>
          </p:nvSpPr>
          <p:spPr>
            <a:xfrm>
              <a:off x="21950363" y="7115175"/>
              <a:ext cx="236680" cy="6096"/>
            </a:xfrm>
            <a:prstGeom prst="rect">
              <a:avLst/>
            </a:prstGeom>
            <a:solidFill>
              <a:srgbClr val="0072B2"/>
            </a:solidFill>
            <a:ln w="0">
              <a:noFill/>
              <a:prstDash val="solid"/>
            </a:ln>
          </p:spPr>
        </p:sp>
        <p:sp>
          <p:nvSpPr>
            <p:cNvPr id="5938" name="dense-map-4-cell-6">
              <a:extLst>
                <a:ext uri="{FF2B5EF4-FFF2-40B4-BE49-F238E27FC236}">
                  <a16:creationId xmlns:a16="http://schemas.microsoft.com/office/drawing/2014/main" id="{6728876A-D3A2-430A-843D-0F6FD4FA5C49}"/>
                </a:ext>
              </a:extLst>
            </p:cNvPr>
            <p:cNvSpPr>
              <a:spLocks noGrp="1"/>
            </p:cNvSpPr>
            <p:nvPr/>
          </p:nvSpPr>
          <p:spPr>
            <a:xfrm>
              <a:off x="21950363" y="7121128"/>
              <a:ext cx="236680" cy="6096"/>
            </a:xfrm>
            <a:prstGeom prst="rect">
              <a:avLst/>
            </a:prstGeom>
            <a:solidFill>
              <a:srgbClr val="0072B2"/>
            </a:solidFill>
            <a:ln w="0">
              <a:noFill/>
              <a:prstDash val="solid"/>
            </a:ln>
          </p:spPr>
        </p:sp>
        <p:sp>
          <p:nvSpPr>
            <p:cNvPr id="5939" name="dense-map-4-cell-5">
              <a:extLst>
                <a:ext uri="{FF2B5EF4-FFF2-40B4-BE49-F238E27FC236}">
                  <a16:creationId xmlns:a16="http://schemas.microsoft.com/office/drawing/2014/main" id="{C92CD59F-F8FA-47A6-BDD1-6AD3AA189353}"/>
                </a:ext>
              </a:extLst>
            </p:cNvPr>
            <p:cNvSpPr>
              <a:spLocks noGrp="1"/>
            </p:cNvSpPr>
            <p:nvPr/>
          </p:nvSpPr>
          <p:spPr>
            <a:xfrm>
              <a:off x="21950363" y="7127081"/>
              <a:ext cx="236680" cy="6096"/>
            </a:xfrm>
            <a:prstGeom prst="rect">
              <a:avLst/>
            </a:prstGeom>
            <a:solidFill>
              <a:srgbClr val="0072B2"/>
            </a:solidFill>
            <a:ln w="0">
              <a:noFill/>
              <a:prstDash val="solid"/>
            </a:ln>
          </p:spPr>
        </p:sp>
        <p:sp>
          <p:nvSpPr>
            <p:cNvPr id="5940" name="dense-map-4-cell-4">
              <a:extLst>
                <a:ext uri="{FF2B5EF4-FFF2-40B4-BE49-F238E27FC236}">
                  <a16:creationId xmlns:a16="http://schemas.microsoft.com/office/drawing/2014/main" id="{05CE2DFB-53AD-4C48-BB0E-B590B897BA8D}"/>
                </a:ext>
              </a:extLst>
            </p:cNvPr>
            <p:cNvSpPr>
              <a:spLocks noGrp="1"/>
            </p:cNvSpPr>
            <p:nvPr/>
          </p:nvSpPr>
          <p:spPr>
            <a:xfrm>
              <a:off x="21950363" y="7133034"/>
              <a:ext cx="236680" cy="6096"/>
            </a:xfrm>
            <a:prstGeom prst="rect">
              <a:avLst/>
            </a:prstGeom>
            <a:solidFill>
              <a:srgbClr val="0072B2"/>
            </a:solidFill>
            <a:ln w="0">
              <a:noFill/>
              <a:prstDash val="solid"/>
            </a:ln>
          </p:spPr>
        </p:sp>
        <p:sp>
          <p:nvSpPr>
            <p:cNvPr id="5941" name="dense-map-4-cell-3">
              <a:extLst>
                <a:ext uri="{FF2B5EF4-FFF2-40B4-BE49-F238E27FC236}">
                  <a16:creationId xmlns:a16="http://schemas.microsoft.com/office/drawing/2014/main" id="{FE215511-DE14-419B-8D87-BB1B05480ACE}"/>
                </a:ext>
              </a:extLst>
            </p:cNvPr>
            <p:cNvSpPr>
              <a:spLocks noGrp="1"/>
            </p:cNvSpPr>
            <p:nvPr/>
          </p:nvSpPr>
          <p:spPr>
            <a:xfrm>
              <a:off x="21950363" y="7138988"/>
              <a:ext cx="236680" cy="6096"/>
            </a:xfrm>
            <a:prstGeom prst="rect">
              <a:avLst/>
            </a:prstGeom>
            <a:solidFill>
              <a:srgbClr val="0072B2"/>
            </a:solidFill>
            <a:ln w="0">
              <a:noFill/>
              <a:prstDash val="solid"/>
            </a:ln>
          </p:spPr>
        </p:sp>
        <p:sp>
          <p:nvSpPr>
            <p:cNvPr id="5942" name="dense-map-4-cell-2">
              <a:extLst>
                <a:ext uri="{FF2B5EF4-FFF2-40B4-BE49-F238E27FC236}">
                  <a16:creationId xmlns:a16="http://schemas.microsoft.com/office/drawing/2014/main" id="{4C80DA50-4799-4E4C-9162-960C28EF8EFA}"/>
                </a:ext>
              </a:extLst>
            </p:cNvPr>
            <p:cNvSpPr>
              <a:spLocks noGrp="1"/>
            </p:cNvSpPr>
            <p:nvPr/>
          </p:nvSpPr>
          <p:spPr>
            <a:xfrm>
              <a:off x="21950363" y="7144941"/>
              <a:ext cx="236680" cy="6096"/>
            </a:xfrm>
            <a:prstGeom prst="rect">
              <a:avLst/>
            </a:prstGeom>
            <a:solidFill>
              <a:srgbClr val="5AA2CA"/>
            </a:solidFill>
            <a:ln w="0">
              <a:noFill/>
              <a:prstDash val="solid"/>
            </a:ln>
          </p:spPr>
        </p:sp>
        <p:sp>
          <p:nvSpPr>
            <p:cNvPr id="5943" name="dense-map-4-cell-1">
              <a:extLst>
                <a:ext uri="{FF2B5EF4-FFF2-40B4-BE49-F238E27FC236}">
                  <a16:creationId xmlns:a16="http://schemas.microsoft.com/office/drawing/2014/main" id="{CFAFEC5A-3EE0-4457-A33E-BC9808FF6DC1}"/>
                </a:ext>
              </a:extLst>
            </p:cNvPr>
            <p:cNvSpPr>
              <a:spLocks noGrp="1"/>
            </p:cNvSpPr>
            <p:nvPr/>
          </p:nvSpPr>
          <p:spPr>
            <a:xfrm>
              <a:off x="21950363" y="7150894"/>
              <a:ext cx="236680" cy="6096"/>
            </a:xfrm>
            <a:prstGeom prst="rect">
              <a:avLst/>
            </a:prstGeom>
            <a:solidFill>
              <a:srgbClr val="DCE8ED"/>
            </a:solidFill>
            <a:ln w="0">
              <a:noFill/>
              <a:prstDash val="solid"/>
            </a:ln>
          </p:spPr>
        </p:sp>
        <p:sp>
          <p:nvSpPr>
            <p:cNvPr id="5944" name="dense-map-4-cell-0">
              <a:extLst>
                <a:ext uri="{FF2B5EF4-FFF2-40B4-BE49-F238E27FC236}">
                  <a16:creationId xmlns:a16="http://schemas.microsoft.com/office/drawing/2014/main" id="{C8819E05-5B5A-4C04-B7A4-FD521E5B2E5A}"/>
                </a:ext>
              </a:extLst>
            </p:cNvPr>
            <p:cNvSpPr>
              <a:spLocks noGrp="1"/>
            </p:cNvSpPr>
            <p:nvPr/>
          </p:nvSpPr>
          <p:spPr>
            <a:xfrm>
              <a:off x="21950363" y="7156847"/>
              <a:ext cx="236680" cy="6096"/>
            </a:xfrm>
            <a:prstGeom prst="rect">
              <a:avLst/>
            </a:prstGeom>
            <a:solidFill>
              <a:srgbClr val="DCE8ED"/>
            </a:solidFill>
            <a:ln w="0">
              <a:noFill/>
              <a:prstDash val="solid"/>
            </a:ln>
          </p:spPr>
        </p:sp>
        <p:sp>
          <p:nvSpPr>
            <p:cNvPr id="5945" name="dense-map-3-cell-191">
              <a:extLst>
                <a:ext uri="{FF2B5EF4-FFF2-40B4-BE49-F238E27FC236}">
                  <a16:creationId xmlns:a16="http://schemas.microsoft.com/office/drawing/2014/main" id="{F9F118CA-927D-4A3D-9A60-D8FCE569D870}"/>
                </a:ext>
              </a:extLst>
            </p:cNvPr>
            <p:cNvSpPr>
              <a:spLocks noGrp="1"/>
            </p:cNvSpPr>
            <p:nvPr/>
          </p:nvSpPr>
          <p:spPr>
            <a:xfrm>
              <a:off x="21713825" y="6019800"/>
              <a:ext cx="236680" cy="6096"/>
            </a:xfrm>
            <a:prstGeom prst="rect">
              <a:avLst/>
            </a:prstGeom>
            <a:solidFill>
              <a:srgbClr val="DCE8ED"/>
            </a:solidFill>
            <a:ln w="0">
              <a:noFill/>
              <a:prstDash val="solid"/>
            </a:ln>
          </p:spPr>
        </p:sp>
        <p:sp>
          <p:nvSpPr>
            <p:cNvPr id="5946" name="dense-map-3-cell-190">
              <a:extLst>
                <a:ext uri="{FF2B5EF4-FFF2-40B4-BE49-F238E27FC236}">
                  <a16:creationId xmlns:a16="http://schemas.microsoft.com/office/drawing/2014/main" id="{09EB3AAA-66A0-432C-BDED-BFA43839BAFD}"/>
                </a:ext>
              </a:extLst>
            </p:cNvPr>
            <p:cNvSpPr>
              <a:spLocks noGrp="1"/>
            </p:cNvSpPr>
            <p:nvPr/>
          </p:nvSpPr>
          <p:spPr>
            <a:xfrm>
              <a:off x="21713825" y="6025753"/>
              <a:ext cx="236680" cy="6096"/>
            </a:xfrm>
            <a:prstGeom prst="rect">
              <a:avLst/>
            </a:prstGeom>
            <a:solidFill>
              <a:srgbClr val="DCE8ED"/>
            </a:solidFill>
            <a:ln w="0">
              <a:noFill/>
              <a:prstDash val="solid"/>
            </a:ln>
          </p:spPr>
        </p:sp>
        <p:sp>
          <p:nvSpPr>
            <p:cNvPr id="5947" name="dense-map-3-cell-189">
              <a:extLst>
                <a:ext uri="{FF2B5EF4-FFF2-40B4-BE49-F238E27FC236}">
                  <a16:creationId xmlns:a16="http://schemas.microsoft.com/office/drawing/2014/main" id="{502E95AD-5FAE-4D91-AA5A-61102915D4E0}"/>
                </a:ext>
              </a:extLst>
            </p:cNvPr>
            <p:cNvSpPr>
              <a:spLocks noGrp="1"/>
            </p:cNvSpPr>
            <p:nvPr/>
          </p:nvSpPr>
          <p:spPr>
            <a:xfrm>
              <a:off x="21713825" y="6031706"/>
              <a:ext cx="236680" cy="6096"/>
            </a:xfrm>
            <a:prstGeom prst="rect">
              <a:avLst/>
            </a:prstGeom>
            <a:solidFill>
              <a:srgbClr val="DCE8ED"/>
            </a:solidFill>
            <a:ln w="0">
              <a:noFill/>
              <a:prstDash val="solid"/>
            </a:ln>
          </p:spPr>
        </p:sp>
        <p:sp>
          <p:nvSpPr>
            <p:cNvPr id="5948" name="dense-map-3-cell-188">
              <a:extLst>
                <a:ext uri="{FF2B5EF4-FFF2-40B4-BE49-F238E27FC236}">
                  <a16:creationId xmlns:a16="http://schemas.microsoft.com/office/drawing/2014/main" id="{49EED3E3-776A-48F0-BD4D-25F4D0ADB599}"/>
                </a:ext>
              </a:extLst>
            </p:cNvPr>
            <p:cNvSpPr>
              <a:spLocks noGrp="1"/>
            </p:cNvSpPr>
            <p:nvPr/>
          </p:nvSpPr>
          <p:spPr>
            <a:xfrm>
              <a:off x="21713825" y="6037659"/>
              <a:ext cx="236680" cy="6096"/>
            </a:xfrm>
            <a:prstGeom prst="rect">
              <a:avLst/>
            </a:prstGeom>
            <a:solidFill>
              <a:srgbClr val="DCE8EC"/>
            </a:solidFill>
            <a:ln w="0">
              <a:noFill/>
              <a:prstDash val="solid"/>
            </a:ln>
          </p:spPr>
        </p:sp>
        <p:sp>
          <p:nvSpPr>
            <p:cNvPr id="5949" name="dense-map-3-cell-187">
              <a:extLst>
                <a:ext uri="{FF2B5EF4-FFF2-40B4-BE49-F238E27FC236}">
                  <a16:creationId xmlns:a16="http://schemas.microsoft.com/office/drawing/2014/main" id="{628F623A-4187-432B-95D8-E0E2E175E249}"/>
                </a:ext>
              </a:extLst>
            </p:cNvPr>
            <p:cNvSpPr>
              <a:spLocks noGrp="1"/>
            </p:cNvSpPr>
            <p:nvPr/>
          </p:nvSpPr>
          <p:spPr>
            <a:xfrm>
              <a:off x="21713825" y="6043613"/>
              <a:ext cx="236680" cy="6096"/>
            </a:xfrm>
            <a:prstGeom prst="rect">
              <a:avLst/>
            </a:prstGeom>
            <a:solidFill>
              <a:srgbClr val="DCE7EB"/>
            </a:solidFill>
            <a:ln w="0">
              <a:noFill/>
              <a:prstDash val="solid"/>
            </a:ln>
          </p:spPr>
        </p:sp>
        <p:sp>
          <p:nvSpPr>
            <p:cNvPr id="5950" name="dense-map-3-cell-186">
              <a:extLst>
                <a:ext uri="{FF2B5EF4-FFF2-40B4-BE49-F238E27FC236}">
                  <a16:creationId xmlns:a16="http://schemas.microsoft.com/office/drawing/2014/main" id="{104D1A6D-0945-4E2F-B4A3-C1B8EE270814}"/>
                </a:ext>
              </a:extLst>
            </p:cNvPr>
            <p:cNvSpPr>
              <a:spLocks noGrp="1"/>
            </p:cNvSpPr>
            <p:nvPr/>
          </p:nvSpPr>
          <p:spPr>
            <a:xfrm>
              <a:off x="21713825" y="6049566"/>
              <a:ext cx="236680" cy="6096"/>
            </a:xfrm>
            <a:prstGeom prst="rect">
              <a:avLst/>
            </a:prstGeom>
            <a:solidFill>
              <a:srgbClr val="DBDFE7"/>
            </a:solidFill>
            <a:ln w="0">
              <a:noFill/>
              <a:prstDash val="solid"/>
            </a:ln>
          </p:spPr>
        </p:sp>
        <p:sp>
          <p:nvSpPr>
            <p:cNvPr id="5951" name="dense-map-3-cell-185">
              <a:extLst>
                <a:ext uri="{FF2B5EF4-FFF2-40B4-BE49-F238E27FC236}">
                  <a16:creationId xmlns:a16="http://schemas.microsoft.com/office/drawing/2014/main" id="{5A845F15-98F7-4106-A221-C3A371FA9FD3}"/>
                </a:ext>
              </a:extLst>
            </p:cNvPr>
            <p:cNvSpPr>
              <a:spLocks noGrp="1"/>
            </p:cNvSpPr>
            <p:nvPr/>
          </p:nvSpPr>
          <p:spPr>
            <a:xfrm>
              <a:off x="21713825" y="6055519"/>
              <a:ext cx="236680" cy="6096"/>
            </a:xfrm>
            <a:prstGeom prst="rect">
              <a:avLst/>
            </a:prstGeom>
            <a:solidFill>
              <a:srgbClr val="D9D2DE"/>
            </a:solidFill>
            <a:ln w="0">
              <a:noFill/>
              <a:prstDash val="solid"/>
            </a:ln>
          </p:spPr>
        </p:sp>
        <p:sp>
          <p:nvSpPr>
            <p:cNvPr id="5952" name="dense-map-3-cell-184">
              <a:extLst>
                <a:ext uri="{FF2B5EF4-FFF2-40B4-BE49-F238E27FC236}">
                  <a16:creationId xmlns:a16="http://schemas.microsoft.com/office/drawing/2014/main" id="{80F3909D-9A4D-48D2-AD7A-779C97B2FAC3}"/>
                </a:ext>
              </a:extLst>
            </p:cNvPr>
            <p:cNvSpPr>
              <a:spLocks noGrp="1"/>
            </p:cNvSpPr>
            <p:nvPr/>
          </p:nvSpPr>
          <p:spPr>
            <a:xfrm>
              <a:off x="21713825" y="6061472"/>
              <a:ext cx="236680" cy="6096"/>
            </a:xfrm>
            <a:prstGeom prst="rect">
              <a:avLst/>
            </a:prstGeom>
            <a:solidFill>
              <a:srgbClr val="D6BCD0"/>
            </a:solidFill>
            <a:ln w="0">
              <a:noFill/>
              <a:prstDash val="solid"/>
            </a:ln>
          </p:spPr>
        </p:sp>
        <p:sp>
          <p:nvSpPr>
            <p:cNvPr id="5953" name="dense-map-3-cell-183">
              <a:extLst>
                <a:ext uri="{FF2B5EF4-FFF2-40B4-BE49-F238E27FC236}">
                  <a16:creationId xmlns:a16="http://schemas.microsoft.com/office/drawing/2014/main" id="{26033C98-74F3-4582-AB8D-8ADE8AD530E4}"/>
                </a:ext>
              </a:extLst>
            </p:cNvPr>
            <p:cNvSpPr>
              <a:spLocks noGrp="1"/>
            </p:cNvSpPr>
            <p:nvPr/>
          </p:nvSpPr>
          <p:spPr>
            <a:xfrm>
              <a:off x="21713825" y="6067425"/>
              <a:ext cx="236680" cy="6096"/>
            </a:xfrm>
            <a:prstGeom prst="rect">
              <a:avLst/>
            </a:prstGeom>
            <a:solidFill>
              <a:srgbClr val="D2A5C3"/>
            </a:solidFill>
            <a:ln w="0">
              <a:noFill/>
              <a:prstDash val="solid"/>
            </a:ln>
          </p:spPr>
        </p:sp>
        <p:sp>
          <p:nvSpPr>
            <p:cNvPr id="5954" name="dense-map-3-cell-182">
              <a:extLst>
                <a:ext uri="{FF2B5EF4-FFF2-40B4-BE49-F238E27FC236}">
                  <a16:creationId xmlns:a16="http://schemas.microsoft.com/office/drawing/2014/main" id="{66A285E5-FB45-48D6-A5B1-08BD126CD105}"/>
                </a:ext>
              </a:extLst>
            </p:cNvPr>
            <p:cNvSpPr>
              <a:spLocks noGrp="1"/>
            </p:cNvSpPr>
            <p:nvPr/>
          </p:nvSpPr>
          <p:spPr>
            <a:xfrm>
              <a:off x="21713825" y="6073378"/>
              <a:ext cx="236680" cy="6096"/>
            </a:xfrm>
            <a:prstGeom prst="rect">
              <a:avLst/>
            </a:prstGeom>
            <a:solidFill>
              <a:srgbClr val="D091B6"/>
            </a:solidFill>
            <a:ln w="0">
              <a:noFill/>
              <a:prstDash val="solid"/>
            </a:ln>
          </p:spPr>
        </p:sp>
        <p:sp>
          <p:nvSpPr>
            <p:cNvPr id="5955" name="dense-map-3-cell-181">
              <a:extLst>
                <a:ext uri="{FF2B5EF4-FFF2-40B4-BE49-F238E27FC236}">
                  <a16:creationId xmlns:a16="http://schemas.microsoft.com/office/drawing/2014/main" id="{E7D4EDFD-27F5-4421-AFA1-B3C80E0CC3AA}"/>
                </a:ext>
              </a:extLst>
            </p:cNvPr>
            <p:cNvSpPr>
              <a:spLocks noGrp="1"/>
            </p:cNvSpPr>
            <p:nvPr/>
          </p:nvSpPr>
          <p:spPr>
            <a:xfrm>
              <a:off x="21713825" y="6079331"/>
              <a:ext cx="236680" cy="6096"/>
            </a:xfrm>
            <a:prstGeom prst="rect">
              <a:avLst/>
            </a:prstGeom>
            <a:solidFill>
              <a:srgbClr val="CD82AD"/>
            </a:solidFill>
            <a:ln w="0">
              <a:noFill/>
              <a:prstDash val="solid"/>
            </a:ln>
          </p:spPr>
        </p:sp>
        <p:sp>
          <p:nvSpPr>
            <p:cNvPr id="5956" name="dense-map-3-cell-180">
              <a:extLst>
                <a:ext uri="{FF2B5EF4-FFF2-40B4-BE49-F238E27FC236}">
                  <a16:creationId xmlns:a16="http://schemas.microsoft.com/office/drawing/2014/main" id="{8BA78F4C-D5A7-43FF-8E8E-74398C80ACD6}"/>
                </a:ext>
              </a:extLst>
            </p:cNvPr>
            <p:cNvSpPr>
              <a:spLocks noGrp="1"/>
            </p:cNvSpPr>
            <p:nvPr/>
          </p:nvSpPr>
          <p:spPr>
            <a:xfrm>
              <a:off x="21713825" y="6085284"/>
              <a:ext cx="236680" cy="6096"/>
            </a:xfrm>
            <a:prstGeom prst="rect">
              <a:avLst/>
            </a:prstGeom>
            <a:solidFill>
              <a:srgbClr val="CC7AA8"/>
            </a:solidFill>
            <a:ln w="0">
              <a:noFill/>
              <a:prstDash val="solid"/>
            </a:ln>
          </p:spPr>
        </p:sp>
        <p:sp>
          <p:nvSpPr>
            <p:cNvPr id="5957" name="dense-map-3-cell-179">
              <a:extLst>
                <a:ext uri="{FF2B5EF4-FFF2-40B4-BE49-F238E27FC236}">
                  <a16:creationId xmlns:a16="http://schemas.microsoft.com/office/drawing/2014/main" id="{4D625B3F-2AB1-4706-910A-F125C13EB161}"/>
                </a:ext>
              </a:extLst>
            </p:cNvPr>
            <p:cNvSpPr>
              <a:spLocks noGrp="1"/>
            </p:cNvSpPr>
            <p:nvPr/>
          </p:nvSpPr>
          <p:spPr>
            <a:xfrm>
              <a:off x="21713825" y="6091238"/>
              <a:ext cx="236680" cy="6096"/>
            </a:xfrm>
            <a:prstGeom prst="rect">
              <a:avLst/>
            </a:prstGeom>
            <a:solidFill>
              <a:srgbClr val="CC79A7"/>
            </a:solidFill>
            <a:ln w="0">
              <a:noFill/>
              <a:prstDash val="solid"/>
            </a:ln>
          </p:spPr>
        </p:sp>
        <p:sp>
          <p:nvSpPr>
            <p:cNvPr id="5958" name="dense-map-3-cell-178">
              <a:extLst>
                <a:ext uri="{FF2B5EF4-FFF2-40B4-BE49-F238E27FC236}">
                  <a16:creationId xmlns:a16="http://schemas.microsoft.com/office/drawing/2014/main" id="{ACFBE9C2-C2E7-46CB-9E3A-458917E2A3D1}"/>
                </a:ext>
              </a:extLst>
            </p:cNvPr>
            <p:cNvSpPr>
              <a:spLocks noGrp="1"/>
            </p:cNvSpPr>
            <p:nvPr/>
          </p:nvSpPr>
          <p:spPr>
            <a:xfrm>
              <a:off x="21713825" y="6097191"/>
              <a:ext cx="236680" cy="6096"/>
            </a:xfrm>
            <a:prstGeom prst="rect">
              <a:avLst/>
            </a:prstGeom>
            <a:solidFill>
              <a:srgbClr val="CC79A7"/>
            </a:solidFill>
            <a:ln w="0">
              <a:noFill/>
              <a:prstDash val="solid"/>
            </a:ln>
          </p:spPr>
        </p:sp>
        <p:sp>
          <p:nvSpPr>
            <p:cNvPr id="5959" name="dense-map-3-cell-177">
              <a:extLst>
                <a:ext uri="{FF2B5EF4-FFF2-40B4-BE49-F238E27FC236}">
                  <a16:creationId xmlns:a16="http://schemas.microsoft.com/office/drawing/2014/main" id="{F34998F8-BCE8-4F43-9A41-610F491F700E}"/>
                </a:ext>
              </a:extLst>
            </p:cNvPr>
            <p:cNvSpPr>
              <a:spLocks noGrp="1"/>
            </p:cNvSpPr>
            <p:nvPr/>
          </p:nvSpPr>
          <p:spPr>
            <a:xfrm>
              <a:off x="21713825" y="6103144"/>
              <a:ext cx="236680" cy="6096"/>
            </a:xfrm>
            <a:prstGeom prst="rect">
              <a:avLst/>
            </a:prstGeom>
            <a:solidFill>
              <a:srgbClr val="CC79A7"/>
            </a:solidFill>
            <a:ln w="0">
              <a:noFill/>
              <a:prstDash val="solid"/>
            </a:ln>
          </p:spPr>
        </p:sp>
        <p:sp>
          <p:nvSpPr>
            <p:cNvPr id="5960" name="dense-map-3-cell-176">
              <a:extLst>
                <a:ext uri="{FF2B5EF4-FFF2-40B4-BE49-F238E27FC236}">
                  <a16:creationId xmlns:a16="http://schemas.microsoft.com/office/drawing/2014/main" id="{6E6E8F42-E9B1-4358-B0C5-FB391570E8AA}"/>
                </a:ext>
              </a:extLst>
            </p:cNvPr>
            <p:cNvSpPr>
              <a:spLocks noGrp="1"/>
            </p:cNvSpPr>
            <p:nvPr/>
          </p:nvSpPr>
          <p:spPr>
            <a:xfrm>
              <a:off x="21713825" y="6109097"/>
              <a:ext cx="236680" cy="6096"/>
            </a:xfrm>
            <a:prstGeom prst="rect">
              <a:avLst/>
            </a:prstGeom>
            <a:solidFill>
              <a:srgbClr val="CC79A7"/>
            </a:solidFill>
            <a:ln w="0">
              <a:noFill/>
              <a:prstDash val="solid"/>
            </a:ln>
          </p:spPr>
        </p:sp>
        <p:sp>
          <p:nvSpPr>
            <p:cNvPr id="5961" name="dense-map-3-cell-175">
              <a:extLst>
                <a:ext uri="{FF2B5EF4-FFF2-40B4-BE49-F238E27FC236}">
                  <a16:creationId xmlns:a16="http://schemas.microsoft.com/office/drawing/2014/main" id="{27FD845D-6150-48F6-B22B-83AE022D4FEB}"/>
                </a:ext>
              </a:extLst>
            </p:cNvPr>
            <p:cNvSpPr>
              <a:spLocks noGrp="1"/>
            </p:cNvSpPr>
            <p:nvPr/>
          </p:nvSpPr>
          <p:spPr>
            <a:xfrm>
              <a:off x="21713825" y="6115050"/>
              <a:ext cx="236680" cy="6096"/>
            </a:xfrm>
            <a:prstGeom prst="rect">
              <a:avLst/>
            </a:prstGeom>
            <a:solidFill>
              <a:srgbClr val="CC79A7"/>
            </a:solidFill>
            <a:ln w="0">
              <a:noFill/>
              <a:prstDash val="solid"/>
            </a:ln>
          </p:spPr>
        </p:sp>
        <p:sp>
          <p:nvSpPr>
            <p:cNvPr id="5962" name="dense-map-3-cell-174">
              <a:extLst>
                <a:ext uri="{FF2B5EF4-FFF2-40B4-BE49-F238E27FC236}">
                  <a16:creationId xmlns:a16="http://schemas.microsoft.com/office/drawing/2014/main" id="{0091F04A-F0AB-4E18-A9DC-C28DB761A861}"/>
                </a:ext>
              </a:extLst>
            </p:cNvPr>
            <p:cNvSpPr>
              <a:spLocks noGrp="1"/>
            </p:cNvSpPr>
            <p:nvPr/>
          </p:nvSpPr>
          <p:spPr>
            <a:xfrm>
              <a:off x="21713825" y="6121003"/>
              <a:ext cx="236680" cy="6096"/>
            </a:xfrm>
            <a:prstGeom prst="rect">
              <a:avLst/>
            </a:prstGeom>
            <a:solidFill>
              <a:srgbClr val="CC79A7"/>
            </a:solidFill>
            <a:ln w="0">
              <a:noFill/>
              <a:prstDash val="solid"/>
            </a:ln>
          </p:spPr>
        </p:sp>
        <p:sp>
          <p:nvSpPr>
            <p:cNvPr id="5963" name="dense-map-3-cell-173">
              <a:extLst>
                <a:ext uri="{FF2B5EF4-FFF2-40B4-BE49-F238E27FC236}">
                  <a16:creationId xmlns:a16="http://schemas.microsoft.com/office/drawing/2014/main" id="{BC930452-E93E-4328-AA5B-03DB13FAA767}"/>
                </a:ext>
              </a:extLst>
            </p:cNvPr>
            <p:cNvSpPr>
              <a:spLocks noGrp="1"/>
            </p:cNvSpPr>
            <p:nvPr/>
          </p:nvSpPr>
          <p:spPr>
            <a:xfrm>
              <a:off x="21713825" y="6126956"/>
              <a:ext cx="236680" cy="6096"/>
            </a:xfrm>
            <a:prstGeom prst="rect">
              <a:avLst/>
            </a:prstGeom>
            <a:solidFill>
              <a:srgbClr val="CC79A7"/>
            </a:solidFill>
            <a:ln w="0">
              <a:noFill/>
              <a:prstDash val="solid"/>
            </a:ln>
          </p:spPr>
        </p:sp>
        <p:sp>
          <p:nvSpPr>
            <p:cNvPr id="5964" name="dense-map-3-cell-172">
              <a:extLst>
                <a:ext uri="{FF2B5EF4-FFF2-40B4-BE49-F238E27FC236}">
                  <a16:creationId xmlns:a16="http://schemas.microsoft.com/office/drawing/2014/main" id="{3B74C0FB-EEFD-4899-9DAB-FC372CCE931A}"/>
                </a:ext>
              </a:extLst>
            </p:cNvPr>
            <p:cNvSpPr>
              <a:spLocks noGrp="1"/>
            </p:cNvSpPr>
            <p:nvPr/>
          </p:nvSpPr>
          <p:spPr>
            <a:xfrm>
              <a:off x="21713825" y="6132909"/>
              <a:ext cx="236680" cy="6096"/>
            </a:xfrm>
            <a:prstGeom prst="rect">
              <a:avLst/>
            </a:prstGeom>
            <a:solidFill>
              <a:srgbClr val="CC79A7"/>
            </a:solidFill>
            <a:ln w="0">
              <a:noFill/>
              <a:prstDash val="solid"/>
            </a:ln>
          </p:spPr>
        </p:sp>
        <p:sp>
          <p:nvSpPr>
            <p:cNvPr id="5965" name="dense-map-3-cell-171">
              <a:extLst>
                <a:ext uri="{FF2B5EF4-FFF2-40B4-BE49-F238E27FC236}">
                  <a16:creationId xmlns:a16="http://schemas.microsoft.com/office/drawing/2014/main" id="{9ABF043A-F398-454C-945F-4CCF3704EE35}"/>
                </a:ext>
              </a:extLst>
            </p:cNvPr>
            <p:cNvSpPr>
              <a:spLocks noGrp="1"/>
            </p:cNvSpPr>
            <p:nvPr/>
          </p:nvSpPr>
          <p:spPr>
            <a:xfrm>
              <a:off x="21713825" y="6138863"/>
              <a:ext cx="236680" cy="6096"/>
            </a:xfrm>
            <a:prstGeom prst="rect">
              <a:avLst/>
            </a:prstGeom>
            <a:solidFill>
              <a:srgbClr val="CD7EAA"/>
            </a:solidFill>
            <a:ln w="0">
              <a:noFill/>
              <a:prstDash val="solid"/>
            </a:ln>
          </p:spPr>
        </p:sp>
        <p:sp>
          <p:nvSpPr>
            <p:cNvPr id="5966" name="dense-map-3-cell-170">
              <a:extLst>
                <a:ext uri="{FF2B5EF4-FFF2-40B4-BE49-F238E27FC236}">
                  <a16:creationId xmlns:a16="http://schemas.microsoft.com/office/drawing/2014/main" id="{63C055A7-3142-4325-8CCF-98927EA8FAE8}"/>
                </a:ext>
              </a:extLst>
            </p:cNvPr>
            <p:cNvSpPr>
              <a:spLocks noGrp="1"/>
            </p:cNvSpPr>
            <p:nvPr/>
          </p:nvSpPr>
          <p:spPr>
            <a:xfrm>
              <a:off x="21713825" y="6144816"/>
              <a:ext cx="236680" cy="6096"/>
            </a:xfrm>
            <a:prstGeom prst="rect">
              <a:avLst/>
            </a:prstGeom>
            <a:solidFill>
              <a:srgbClr val="CE87B0"/>
            </a:solidFill>
            <a:ln w="0">
              <a:noFill/>
              <a:prstDash val="solid"/>
            </a:ln>
          </p:spPr>
        </p:sp>
        <p:sp>
          <p:nvSpPr>
            <p:cNvPr id="5967" name="dense-map-3-cell-169">
              <a:extLst>
                <a:ext uri="{FF2B5EF4-FFF2-40B4-BE49-F238E27FC236}">
                  <a16:creationId xmlns:a16="http://schemas.microsoft.com/office/drawing/2014/main" id="{F2B5751B-FC7F-41B3-84A3-0D1E2F59B147}"/>
                </a:ext>
              </a:extLst>
            </p:cNvPr>
            <p:cNvSpPr>
              <a:spLocks noGrp="1"/>
            </p:cNvSpPr>
            <p:nvPr/>
          </p:nvSpPr>
          <p:spPr>
            <a:xfrm>
              <a:off x="21713825" y="6150769"/>
              <a:ext cx="236680" cy="6096"/>
            </a:xfrm>
            <a:prstGeom prst="rect">
              <a:avLst/>
            </a:prstGeom>
            <a:solidFill>
              <a:srgbClr val="D095B9"/>
            </a:solidFill>
            <a:ln w="0">
              <a:noFill/>
              <a:prstDash val="solid"/>
            </a:ln>
          </p:spPr>
        </p:sp>
        <p:sp>
          <p:nvSpPr>
            <p:cNvPr id="5968" name="dense-map-3-cell-168">
              <a:extLst>
                <a:ext uri="{FF2B5EF4-FFF2-40B4-BE49-F238E27FC236}">
                  <a16:creationId xmlns:a16="http://schemas.microsoft.com/office/drawing/2014/main" id="{EDC296D2-461E-491D-B7E3-6AD78827866F}"/>
                </a:ext>
              </a:extLst>
            </p:cNvPr>
            <p:cNvSpPr>
              <a:spLocks noGrp="1"/>
            </p:cNvSpPr>
            <p:nvPr/>
          </p:nvSpPr>
          <p:spPr>
            <a:xfrm>
              <a:off x="21713825" y="6156722"/>
              <a:ext cx="236680" cy="6096"/>
            </a:xfrm>
            <a:prstGeom prst="rect">
              <a:avLst/>
            </a:prstGeom>
            <a:solidFill>
              <a:srgbClr val="D3A7C4"/>
            </a:solidFill>
            <a:ln w="0">
              <a:noFill/>
              <a:prstDash val="solid"/>
            </a:ln>
          </p:spPr>
        </p:sp>
        <p:sp>
          <p:nvSpPr>
            <p:cNvPr id="5969" name="dense-map-3-cell-167">
              <a:extLst>
                <a:ext uri="{FF2B5EF4-FFF2-40B4-BE49-F238E27FC236}">
                  <a16:creationId xmlns:a16="http://schemas.microsoft.com/office/drawing/2014/main" id="{2A172CFE-08B2-4F67-9A5A-4A26320F1DF5}"/>
                </a:ext>
              </a:extLst>
            </p:cNvPr>
            <p:cNvSpPr>
              <a:spLocks noGrp="1"/>
            </p:cNvSpPr>
            <p:nvPr/>
          </p:nvSpPr>
          <p:spPr>
            <a:xfrm>
              <a:off x="21713825" y="6162675"/>
              <a:ext cx="236680" cy="6096"/>
            </a:xfrm>
            <a:prstGeom prst="rect">
              <a:avLst/>
            </a:prstGeom>
            <a:solidFill>
              <a:srgbClr val="D5BBD0"/>
            </a:solidFill>
            <a:ln w="0">
              <a:noFill/>
              <a:prstDash val="solid"/>
            </a:ln>
          </p:spPr>
        </p:sp>
        <p:sp>
          <p:nvSpPr>
            <p:cNvPr id="5970" name="dense-map-3-cell-166">
              <a:extLst>
                <a:ext uri="{FF2B5EF4-FFF2-40B4-BE49-F238E27FC236}">
                  <a16:creationId xmlns:a16="http://schemas.microsoft.com/office/drawing/2014/main" id="{CEE2A141-6560-4D64-A8F1-BFBB5C4FD14D}"/>
                </a:ext>
              </a:extLst>
            </p:cNvPr>
            <p:cNvSpPr>
              <a:spLocks noGrp="1"/>
            </p:cNvSpPr>
            <p:nvPr/>
          </p:nvSpPr>
          <p:spPr>
            <a:xfrm>
              <a:off x="21713825" y="6168628"/>
              <a:ext cx="236680" cy="6096"/>
            </a:xfrm>
            <a:prstGeom prst="rect">
              <a:avLst/>
            </a:prstGeom>
            <a:solidFill>
              <a:srgbClr val="D8CEDC"/>
            </a:solidFill>
            <a:ln w="0">
              <a:noFill/>
              <a:prstDash val="solid"/>
            </a:ln>
          </p:spPr>
        </p:sp>
        <p:sp>
          <p:nvSpPr>
            <p:cNvPr id="5971" name="dense-map-3-cell-165">
              <a:extLst>
                <a:ext uri="{FF2B5EF4-FFF2-40B4-BE49-F238E27FC236}">
                  <a16:creationId xmlns:a16="http://schemas.microsoft.com/office/drawing/2014/main" id="{32177189-0B73-4605-B336-0617BBE60134}"/>
                </a:ext>
              </a:extLst>
            </p:cNvPr>
            <p:cNvSpPr>
              <a:spLocks noGrp="1"/>
            </p:cNvSpPr>
            <p:nvPr/>
          </p:nvSpPr>
          <p:spPr>
            <a:xfrm>
              <a:off x="21713825" y="6174581"/>
              <a:ext cx="236680" cy="6096"/>
            </a:xfrm>
            <a:prstGeom prst="rect">
              <a:avLst/>
            </a:prstGeom>
            <a:solidFill>
              <a:srgbClr val="DADAE1"/>
            </a:solidFill>
            <a:ln w="0">
              <a:noFill/>
              <a:prstDash val="solid"/>
            </a:ln>
          </p:spPr>
        </p:sp>
        <p:sp>
          <p:nvSpPr>
            <p:cNvPr id="5972" name="dense-map-3-cell-164">
              <a:extLst>
                <a:ext uri="{FF2B5EF4-FFF2-40B4-BE49-F238E27FC236}">
                  <a16:creationId xmlns:a16="http://schemas.microsoft.com/office/drawing/2014/main" id="{F61F9A3C-E015-46F4-BE42-BE117F198707}"/>
                </a:ext>
              </a:extLst>
            </p:cNvPr>
            <p:cNvSpPr>
              <a:spLocks noGrp="1"/>
            </p:cNvSpPr>
            <p:nvPr/>
          </p:nvSpPr>
          <p:spPr>
            <a:xfrm>
              <a:off x="21713825" y="6180534"/>
              <a:ext cx="236680" cy="6096"/>
            </a:xfrm>
            <a:prstGeom prst="rect">
              <a:avLst/>
            </a:prstGeom>
            <a:solidFill>
              <a:srgbClr val="DCE4E7"/>
            </a:solidFill>
            <a:ln w="0">
              <a:noFill/>
              <a:prstDash val="solid"/>
            </a:ln>
          </p:spPr>
        </p:sp>
        <p:sp>
          <p:nvSpPr>
            <p:cNvPr id="5973" name="dense-map-3-cell-163">
              <a:extLst>
                <a:ext uri="{FF2B5EF4-FFF2-40B4-BE49-F238E27FC236}">
                  <a16:creationId xmlns:a16="http://schemas.microsoft.com/office/drawing/2014/main" id="{732EC0DA-C31C-441F-AC39-C73B6AC614D5}"/>
                </a:ext>
              </a:extLst>
            </p:cNvPr>
            <p:cNvSpPr>
              <a:spLocks noGrp="1"/>
            </p:cNvSpPr>
            <p:nvPr/>
          </p:nvSpPr>
          <p:spPr>
            <a:xfrm>
              <a:off x="21713825" y="6186488"/>
              <a:ext cx="236680" cy="6096"/>
            </a:xfrm>
            <a:prstGeom prst="rect">
              <a:avLst/>
            </a:prstGeom>
            <a:solidFill>
              <a:srgbClr val="DCE7EC"/>
            </a:solidFill>
            <a:ln w="0">
              <a:noFill/>
              <a:prstDash val="solid"/>
            </a:ln>
          </p:spPr>
        </p:sp>
        <p:sp>
          <p:nvSpPr>
            <p:cNvPr id="5974" name="dense-map-3-cell-162">
              <a:extLst>
                <a:ext uri="{FF2B5EF4-FFF2-40B4-BE49-F238E27FC236}">
                  <a16:creationId xmlns:a16="http://schemas.microsoft.com/office/drawing/2014/main" id="{1E286B4E-5C54-4591-890F-1EC09F478DB9}"/>
                </a:ext>
              </a:extLst>
            </p:cNvPr>
            <p:cNvSpPr>
              <a:spLocks noGrp="1"/>
            </p:cNvSpPr>
            <p:nvPr/>
          </p:nvSpPr>
          <p:spPr>
            <a:xfrm>
              <a:off x="21713825" y="6192441"/>
              <a:ext cx="236680" cy="6096"/>
            </a:xfrm>
            <a:prstGeom prst="rect">
              <a:avLst/>
            </a:prstGeom>
            <a:solidFill>
              <a:srgbClr val="DCE8ED"/>
            </a:solidFill>
            <a:ln w="0">
              <a:noFill/>
              <a:prstDash val="solid"/>
            </a:ln>
          </p:spPr>
        </p:sp>
        <p:sp>
          <p:nvSpPr>
            <p:cNvPr id="5975" name="dense-map-3-cell-161">
              <a:extLst>
                <a:ext uri="{FF2B5EF4-FFF2-40B4-BE49-F238E27FC236}">
                  <a16:creationId xmlns:a16="http://schemas.microsoft.com/office/drawing/2014/main" id="{9E87AA74-E079-4484-B777-385EC6637A48}"/>
                </a:ext>
              </a:extLst>
            </p:cNvPr>
            <p:cNvSpPr>
              <a:spLocks noGrp="1"/>
            </p:cNvSpPr>
            <p:nvPr/>
          </p:nvSpPr>
          <p:spPr>
            <a:xfrm>
              <a:off x="21713825" y="6198394"/>
              <a:ext cx="236680" cy="6096"/>
            </a:xfrm>
            <a:prstGeom prst="rect">
              <a:avLst/>
            </a:prstGeom>
            <a:solidFill>
              <a:srgbClr val="DCE8ED"/>
            </a:solidFill>
            <a:ln w="0">
              <a:noFill/>
              <a:prstDash val="solid"/>
            </a:ln>
          </p:spPr>
        </p:sp>
        <p:sp>
          <p:nvSpPr>
            <p:cNvPr id="5976" name="dense-map-3-cell-160">
              <a:extLst>
                <a:ext uri="{FF2B5EF4-FFF2-40B4-BE49-F238E27FC236}">
                  <a16:creationId xmlns:a16="http://schemas.microsoft.com/office/drawing/2014/main" id="{15D7C5C0-CF2E-4FAF-9DC2-4AE847981F84}"/>
                </a:ext>
              </a:extLst>
            </p:cNvPr>
            <p:cNvSpPr>
              <a:spLocks noGrp="1"/>
            </p:cNvSpPr>
            <p:nvPr/>
          </p:nvSpPr>
          <p:spPr>
            <a:xfrm>
              <a:off x="21713825" y="6204347"/>
              <a:ext cx="236680" cy="6096"/>
            </a:xfrm>
            <a:prstGeom prst="rect">
              <a:avLst/>
            </a:prstGeom>
            <a:solidFill>
              <a:srgbClr val="DCE8ED"/>
            </a:solidFill>
            <a:ln w="0">
              <a:noFill/>
              <a:prstDash val="solid"/>
            </a:ln>
          </p:spPr>
        </p:sp>
        <p:sp>
          <p:nvSpPr>
            <p:cNvPr id="5977" name="dense-map-3-cell-159">
              <a:extLst>
                <a:ext uri="{FF2B5EF4-FFF2-40B4-BE49-F238E27FC236}">
                  <a16:creationId xmlns:a16="http://schemas.microsoft.com/office/drawing/2014/main" id="{186353DA-7B72-4792-96D6-0F467C38910E}"/>
                </a:ext>
              </a:extLst>
            </p:cNvPr>
            <p:cNvSpPr>
              <a:spLocks noGrp="1"/>
            </p:cNvSpPr>
            <p:nvPr/>
          </p:nvSpPr>
          <p:spPr>
            <a:xfrm>
              <a:off x="21713825" y="6210300"/>
              <a:ext cx="236680" cy="6096"/>
            </a:xfrm>
            <a:prstGeom prst="rect">
              <a:avLst/>
            </a:prstGeom>
            <a:solidFill>
              <a:srgbClr val="DCE8ED"/>
            </a:solidFill>
            <a:ln w="0">
              <a:noFill/>
              <a:prstDash val="solid"/>
            </a:ln>
          </p:spPr>
        </p:sp>
        <p:sp>
          <p:nvSpPr>
            <p:cNvPr id="5978" name="dense-map-3-cell-158">
              <a:extLst>
                <a:ext uri="{FF2B5EF4-FFF2-40B4-BE49-F238E27FC236}">
                  <a16:creationId xmlns:a16="http://schemas.microsoft.com/office/drawing/2014/main" id="{66B2A553-1231-4764-A388-959D56A60D06}"/>
                </a:ext>
              </a:extLst>
            </p:cNvPr>
            <p:cNvSpPr>
              <a:spLocks noGrp="1"/>
            </p:cNvSpPr>
            <p:nvPr/>
          </p:nvSpPr>
          <p:spPr>
            <a:xfrm>
              <a:off x="21713825" y="6216253"/>
              <a:ext cx="236680" cy="6096"/>
            </a:xfrm>
            <a:prstGeom prst="rect">
              <a:avLst/>
            </a:prstGeom>
            <a:solidFill>
              <a:srgbClr val="DCE8ED"/>
            </a:solidFill>
            <a:ln w="0">
              <a:noFill/>
              <a:prstDash val="solid"/>
            </a:ln>
          </p:spPr>
        </p:sp>
        <p:sp>
          <p:nvSpPr>
            <p:cNvPr id="5979" name="dense-map-3-cell-157">
              <a:extLst>
                <a:ext uri="{FF2B5EF4-FFF2-40B4-BE49-F238E27FC236}">
                  <a16:creationId xmlns:a16="http://schemas.microsoft.com/office/drawing/2014/main" id="{E666F093-26DB-40DF-B5D6-B1BE552A6B93}"/>
                </a:ext>
              </a:extLst>
            </p:cNvPr>
            <p:cNvSpPr>
              <a:spLocks noGrp="1"/>
            </p:cNvSpPr>
            <p:nvPr/>
          </p:nvSpPr>
          <p:spPr>
            <a:xfrm>
              <a:off x="21713825" y="6222206"/>
              <a:ext cx="236680" cy="6096"/>
            </a:xfrm>
            <a:prstGeom prst="rect">
              <a:avLst/>
            </a:prstGeom>
            <a:solidFill>
              <a:srgbClr val="DCE8ED"/>
            </a:solidFill>
            <a:ln w="0">
              <a:noFill/>
              <a:prstDash val="solid"/>
            </a:ln>
          </p:spPr>
        </p:sp>
        <p:sp>
          <p:nvSpPr>
            <p:cNvPr id="5980" name="dense-map-3-cell-156">
              <a:extLst>
                <a:ext uri="{FF2B5EF4-FFF2-40B4-BE49-F238E27FC236}">
                  <a16:creationId xmlns:a16="http://schemas.microsoft.com/office/drawing/2014/main" id="{52325238-44AF-4AA5-9588-EC56C2FE819A}"/>
                </a:ext>
              </a:extLst>
            </p:cNvPr>
            <p:cNvSpPr>
              <a:spLocks noGrp="1"/>
            </p:cNvSpPr>
            <p:nvPr/>
          </p:nvSpPr>
          <p:spPr>
            <a:xfrm>
              <a:off x="21713825" y="6228159"/>
              <a:ext cx="236680" cy="6096"/>
            </a:xfrm>
            <a:prstGeom prst="rect">
              <a:avLst/>
            </a:prstGeom>
            <a:solidFill>
              <a:srgbClr val="DCE8ED"/>
            </a:solidFill>
            <a:ln w="0">
              <a:noFill/>
              <a:prstDash val="solid"/>
            </a:ln>
          </p:spPr>
        </p:sp>
        <p:sp>
          <p:nvSpPr>
            <p:cNvPr id="5981" name="dense-map-3-cell-155">
              <a:extLst>
                <a:ext uri="{FF2B5EF4-FFF2-40B4-BE49-F238E27FC236}">
                  <a16:creationId xmlns:a16="http://schemas.microsoft.com/office/drawing/2014/main" id="{86DD303D-3A57-4655-A734-8116617F4CE4}"/>
                </a:ext>
              </a:extLst>
            </p:cNvPr>
            <p:cNvSpPr>
              <a:spLocks noGrp="1"/>
            </p:cNvSpPr>
            <p:nvPr/>
          </p:nvSpPr>
          <p:spPr>
            <a:xfrm>
              <a:off x="21713825" y="6234113"/>
              <a:ext cx="236680" cy="6096"/>
            </a:xfrm>
            <a:prstGeom prst="rect">
              <a:avLst/>
            </a:prstGeom>
            <a:solidFill>
              <a:srgbClr val="DCE8ED"/>
            </a:solidFill>
            <a:ln w="0">
              <a:noFill/>
              <a:prstDash val="solid"/>
            </a:ln>
          </p:spPr>
        </p:sp>
        <p:sp>
          <p:nvSpPr>
            <p:cNvPr id="5982" name="dense-map-3-cell-154">
              <a:extLst>
                <a:ext uri="{FF2B5EF4-FFF2-40B4-BE49-F238E27FC236}">
                  <a16:creationId xmlns:a16="http://schemas.microsoft.com/office/drawing/2014/main" id="{1FC4CB00-9028-4829-8D8B-34018AF82F6F}"/>
                </a:ext>
              </a:extLst>
            </p:cNvPr>
            <p:cNvSpPr>
              <a:spLocks noGrp="1"/>
            </p:cNvSpPr>
            <p:nvPr/>
          </p:nvSpPr>
          <p:spPr>
            <a:xfrm>
              <a:off x="21713825" y="6240066"/>
              <a:ext cx="236680" cy="6096"/>
            </a:xfrm>
            <a:prstGeom prst="rect">
              <a:avLst/>
            </a:prstGeom>
            <a:solidFill>
              <a:srgbClr val="DCE8ED"/>
            </a:solidFill>
            <a:ln w="0">
              <a:noFill/>
              <a:prstDash val="solid"/>
            </a:ln>
          </p:spPr>
        </p:sp>
        <p:sp>
          <p:nvSpPr>
            <p:cNvPr id="5983" name="dense-map-3-cell-153">
              <a:extLst>
                <a:ext uri="{FF2B5EF4-FFF2-40B4-BE49-F238E27FC236}">
                  <a16:creationId xmlns:a16="http://schemas.microsoft.com/office/drawing/2014/main" id="{648D4843-4945-4966-BC96-2B949BE188D2}"/>
                </a:ext>
              </a:extLst>
            </p:cNvPr>
            <p:cNvSpPr>
              <a:spLocks noGrp="1"/>
            </p:cNvSpPr>
            <p:nvPr/>
          </p:nvSpPr>
          <p:spPr>
            <a:xfrm>
              <a:off x="21713825" y="6246019"/>
              <a:ext cx="236680" cy="6096"/>
            </a:xfrm>
            <a:prstGeom prst="rect">
              <a:avLst/>
            </a:prstGeom>
            <a:solidFill>
              <a:srgbClr val="DCE8ED"/>
            </a:solidFill>
            <a:ln w="0">
              <a:noFill/>
              <a:prstDash val="solid"/>
            </a:ln>
          </p:spPr>
        </p:sp>
        <p:sp>
          <p:nvSpPr>
            <p:cNvPr id="5984" name="dense-map-3-cell-152">
              <a:extLst>
                <a:ext uri="{FF2B5EF4-FFF2-40B4-BE49-F238E27FC236}">
                  <a16:creationId xmlns:a16="http://schemas.microsoft.com/office/drawing/2014/main" id="{316979FF-8ABD-486A-856B-F403DE358330}"/>
                </a:ext>
              </a:extLst>
            </p:cNvPr>
            <p:cNvSpPr>
              <a:spLocks noGrp="1"/>
            </p:cNvSpPr>
            <p:nvPr/>
          </p:nvSpPr>
          <p:spPr>
            <a:xfrm>
              <a:off x="21713825" y="6251972"/>
              <a:ext cx="236680" cy="6096"/>
            </a:xfrm>
            <a:prstGeom prst="rect">
              <a:avLst/>
            </a:prstGeom>
            <a:solidFill>
              <a:srgbClr val="DCE8ED"/>
            </a:solidFill>
            <a:ln w="0">
              <a:noFill/>
              <a:prstDash val="solid"/>
            </a:ln>
          </p:spPr>
        </p:sp>
        <p:sp>
          <p:nvSpPr>
            <p:cNvPr id="5985" name="dense-map-3-cell-151">
              <a:extLst>
                <a:ext uri="{FF2B5EF4-FFF2-40B4-BE49-F238E27FC236}">
                  <a16:creationId xmlns:a16="http://schemas.microsoft.com/office/drawing/2014/main" id="{89556FDC-AAE2-41C1-9481-70F441515DB7}"/>
                </a:ext>
              </a:extLst>
            </p:cNvPr>
            <p:cNvSpPr>
              <a:spLocks noGrp="1"/>
            </p:cNvSpPr>
            <p:nvPr/>
          </p:nvSpPr>
          <p:spPr>
            <a:xfrm>
              <a:off x="21713825" y="6257925"/>
              <a:ext cx="236680" cy="6096"/>
            </a:xfrm>
            <a:prstGeom prst="rect">
              <a:avLst/>
            </a:prstGeom>
            <a:solidFill>
              <a:srgbClr val="DCE8ED"/>
            </a:solidFill>
            <a:ln w="0">
              <a:noFill/>
              <a:prstDash val="solid"/>
            </a:ln>
          </p:spPr>
        </p:sp>
        <p:sp>
          <p:nvSpPr>
            <p:cNvPr id="5986" name="dense-map-3-cell-150">
              <a:extLst>
                <a:ext uri="{FF2B5EF4-FFF2-40B4-BE49-F238E27FC236}">
                  <a16:creationId xmlns:a16="http://schemas.microsoft.com/office/drawing/2014/main" id="{4CBF4F5D-8367-41CE-8D88-7835B4CA7176}"/>
                </a:ext>
              </a:extLst>
            </p:cNvPr>
            <p:cNvSpPr>
              <a:spLocks noGrp="1"/>
            </p:cNvSpPr>
            <p:nvPr/>
          </p:nvSpPr>
          <p:spPr>
            <a:xfrm>
              <a:off x="21713825" y="6263878"/>
              <a:ext cx="236680" cy="6096"/>
            </a:xfrm>
            <a:prstGeom prst="rect">
              <a:avLst/>
            </a:prstGeom>
            <a:solidFill>
              <a:srgbClr val="DCE8ED"/>
            </a:solidFill>
            <a:ln w="0">
              <a:noFill/>
              <a:prstDash val="solid"/>
            </a:ln>
          </p:spPr>
        </p:sp>
        <p:sp>
          <p:nvSpPr>
            <p:cNvPr id="5987" name="dense-map-3-cell-149">
              <a:extLst>
                <a:ext uri="{FF2B5EF4-FFF2-40B4-BE49-F238E27FC236}">
                  <a16:creationId xmlns:a16="http://schemas.microsoft.com/office/drawing/2014/main" id="{5EE899A7-27B9-4DF3-8B26-537AA9C8A2BA}"/>
                </a:ext>
              </a:extLst>
            </p:cNvPr>
            <p:cNvSpPr>
              <a:spLocks noGrp="1"/>
            </p:cNvSpPr>
            <p:nvPr/>
          </p:nvSpPr>
          <p:spPr>
            <a:xfrm>
              <a:off x="21713825" y="6269831"/>
              <a:ext cx="236680" cy="6096"/>
            </a:xfrm>
            <a:prstGeom prst="rect">
              <a:avLst/>
            </a:prstGeom>
            <a:solidFill>
              <a:srgbClr val="DCE8ED"/>
            </a:solidFill>
            <a:ln w="0">
              <a:noFill/>
              <a:prstDash val="solid"/>
            </a:ln>
          </p:spPr>
        </p:sp>
        <p:sp>
          <p:nvSpPr>
            <p:cNvPr id="5988" name="dense-map-3-cell-148">
              <a:extLst>
                <a:ext uri="{FF2B5EF4-FFF2-40B4-BE49-F238E27FC236}">
                  <a16:creationId xmlns:a16="http://schemas.microsoft.com/office/drawing/2014/main" id="{D2516904-93D6-4C87-8A08-23FE0DDBB247}"/>
                </a:ext>
              </a:extLst>
            </p:cNvPr>
            <p:cNvSpPr>
              <a:spLocks noGrp="1"/>
            </p:cNvSpPr>
            <p:nvPr/>
          </p:nvSpPr>
          <p:spPr>
            <a:xfrm>
              <a:off x="21713825" y="6275784"/>
              <a:ext cx="236680" cy="6096"/>
            </a:xfrm>
            <a:prstGeom prst="rect">
              <a:avLst/>
            </a:prstGeom>
            <a:solidFill>
              <a:srgbClr val="DCE8ED"/>
            </a:solidFill>
            <a:ln w="0">
              <a:noFill/>
              <a:prstDash val="solid"/>
            </a:ln>
          </p:spPr>
        </p:sp>
        <p:sp>
          <p:nvSpPr>
            <p:cNvPr id="5989" name="dense-map-3-cell-147">
              <a:extLst>
                <a:ext uri="{FF2B5EF4-FFF2-40B4-BE49-F238E27FC236}">
                  <a16:creationId xmlns:a16="http://schemas.microsoft.com/office/drawing/2014/main" id="{32E5D82A-5BC8-4C98-B753-526558F36342}"/>
                </a:ext>
              </a:extLst>
            </p:cNvPr>
            <p:cNvSpPr>
              <a:spLocks noGrp="1"/>
            </p:cNvSpPr>
            <p:nvPr/>
          </p:nvSpPr>
          <p:spPr>
            <a:xfrm>
              <a:off x="21713825" y="6281738"/>
              <a:ext cx="236680" cy="6096"/>
            </a:xfrm>
            <a:prstGeom prst="rect">
              <a:avLst/>
            </a:prstGeom>
            <a:solidFill>
              <a:srgbClr val="DCE8ED"/>
            </a:solidFill>
            <a:ln w="0">
              <a:noFill/>
              <a:prstDash val="solid"/>
            </a:ln>
          </p:spPr>
        </p:sp>
        <p:sp>
          <p:nvSpPr>
            <p:cNvPr id="5990" name="dense-map-3-cell-146">
              <a:extLst>
                <a:ext uri="{FF2B5EF4-FFF2-40B4-BE49-F238E27FC236}">
                  <a16:creationId xmlns:a16="http://schemas.microsoft.com/office/drawing/2014/main" id="{342F9961-D91B-4625-B4F8-8B3C66A8711C}"/>
                </a:ext>
              </a:extLst>
            </p:cNvPr>
            <p:cNvSpPr>
              <a:spLocks noGrp="1"/>
            </p:cNvSpPr>
            <p:nvPr/>
          </p:nvSpPr>
          <p:spPr>
            <a:xfrm>
              <a:off x="21713825" y="6287691"/>
              <a:ext cx="236680" cy="6096"/>
            </a:xfrm>
            <a:prstGeom prst="rect">
              <a:avLst/>
            </a:prstGeom>
            <a:solidFill>
              <a:srgbClr val="DCE8ED"/>
            </a:solidFill>
            <a:ln w="0">
              <a:noFill/>
              <a:prstDash val="solid"/>
            </a:ln>
          </p:spPr>
        </p:sp>
        <p:sp>
          <p:nvSpPr>
            <p:cNvPr id="5991" name="dense-map-3-cell-145">
              <a:extLst>
                <a:ext uri="{FF2B5EF4-FFF2-40B4-BE49-F238E27FC236}">
                  <a16:creationId xmlns:a16="http://schemas.microsoft.com/office/drawing/2014/main" id="{F6C4F06E-166B-4A85-B8BD-88541043E881}"/>
                </a:ext>
              </a:extLst>
            </p:cNvPr>
            <p:cNvSpPr>
              <a:spLocks noGrp="1"/>
            </p:cNvSpPr>
            <p:nvPr/>
          </p:nvSpPr>
          <p:spPr>
            <a:xfrm>
              <a:off x="21713825" y="6293644"/>
              <a:ext cx="236680" cy="6096"/>
            </a:xfrm>
            <a:prstGeom prst="rect">
              <a:avLst/>
            </a:prstGeom>
            <a:solidFill>
              <a:srgbClr val="DCE8ED"/>
            </a:solidFill>
            <a:ln w="0">
              <a:noFill/>
              <a:prstDash val="solid"/>
            </a:ln>
          </p:spPr>
        </p:sp>
        <p:sp>
          <p:nvSpPr>
            <p:cNvPr id="5992" name="dense-map-3-cell-144">
              <a:extLst>
                <a:ext uri="{FF2B5EF4-FFF2-40B4-BE49-F238E27FC236}">
                  <a16:creationId xmlns:a16="http://schemas.microsoft.com/office/drawing/2014/main" id="{C9A8898F-97A0-46B6-A29D-3C35B1C19C23}"/>
                </a:ext>
              </a:extLst>
            </p:cNvPr>
            <p:cNvSpPr>
              <a:spLocks noGrp="1"/>
            </p:cNvSpPr>
            <p:nvPr/>
          </p:nvSpPr>
          <p:spPr>
            <a:xfrm>
              <a:off x="21713825" y="6299597"/>
              <a:ext cx="236680" cy="6096"/>
            </a:xfrm>
            <a:prstGeom prst="rect">
              <a:avLst/>
            </a:prstGeom>
            <a:solidFill>
              <a:srgbClr val="DCE8ED"/>
            </a:solidFill>
            <a:ln w="0">
              <a:noFill/>
              <a:prstDash val="solid"/>
            </a:ln>
          </p:spPr>
        </p:sp>
        <p:sp>
          <p:nvSpPr>
            <p:cNvPr id="5993" name="dense-map-3-cell-143">
              <a:extLst>
                <a:ext uri="{FF2B5EF4-FFF2-40B4-BE49-F238E27FC236}">
                  <a16:creationId xmlns:a16="http://schemas.microsoft.com/office/drawing/2014/main" id="{6187EC2A-B874-4F17-AEA6-E37EE5B0E899}"/>
                </a:ext>
              </a:extLst>
            </p:cNvPr>
            <p:cNvSpPr>
              <a:spLocks noGrp="1"/>
            </p:cNvSpPr>
            <p:nvPr/>
          </p:nvSpPr>
          <p:spPr>
            <a:xfrm>
              <a:off x="21713825" y="6305550"/>
              <a:ext cx="236680" cy="6096"/>
            </a:xfrm>
            <a:prstGeom prst="rect">
              <a:avLst/>
            </a:prstGeom>
            <a:solidFill>
              <a:srgbClr val="DCE8ED"/>
            </a:solidFill>
            <a:ln w="0">
              <a:noFill/>
              <a:prstDash val="solid"/>
            </a:ln>
          </p:spPr>
        </p:sp>
        <p:sp>
          <p:nvSpPr>
            <p:cNvPr id="5994" name="dense-map-3-cell-142">
              <a:extLst>
                <a:ext uri="{FF2B5EF4-FFF2-40B4-BE49-F238E27FC236}">
                  <a16:creationId xmlns:a16="http://schemas.microsoft.com/office/drawing/2014/main" id="{CA61DD99-CA72-4549-882A-5EA415A7FC52}"/>
                </a:ext>
              </a:extLst>
            </p:cNvPr>
            <p:cNvSpPr>
              <a:spLocks noGrp="1"/>
            </p:cNvSpPr>
            <p:nvPr/>
          </p:nvSpPr>
          <p:spPr>
            <a:xfrm>
              <a:off x="21713825" y="6311503"/>
              <a:ext cx="236680" cy="6096"/>
            </a:xfrm>
            <a:prstGeom prst="rect">
              <a:avLst/>
            </a:prstGeom>
            <a:solidFill>
              <a:srgbClr val="DCE8ED"/>
            </a:solidFill>
            <a:ln w="0">
              <a:noFill/>
              <a:prstDash val="solid"/>
            </a:ln>
          </p:spPr>
        </p:sp>
        <p:sp>
          <p:nvSpPr>
            <p:cNvPr id="5995" name="dense-map-3-cell-141">
              <a:extLst>
                <a:ext uri="{FF2B5EF4-FFF2-40B4-BE49-F238E27FC236}">
                  <a16:creationId xmlns:a16="http://schemas.microsoft.com/office/drawing/2014/main" id="{2BB61FDF-C38B-4C51-B212-2FE8FA2780CC}"/>
                </a:ext>
              </a:extLst>
            </p:cNvPr>
            <p:cNvSpPr>
              <a:spLocks noGrp="1"/>
            </p:cNvSpPr>
            <p:nvPr/>
          </p:nvSpPr>
          <p:spPr>
            <a:xfrm>
              <a:off x="21713825" y="6317456"/>
              <a:ext cx="236680" cy="6096"/>
            </a:xfrm>
            <a:prstGeom prst="rect">
              <a:avLst/>
            </a:prstGeom>
            <a:solidFill>
              <a:srgbClr val="DCE8ED"/>
            </a:solidFill>
            <a:ln w="0">
              <a:noFill/>
              <a:prstDash val="solid"/>
            </a:ln>
          </p:spPr>
        </p:sp>
        <p:sp>
          <p:nvSpPr>
            <p:cNvPr id="5996" name="dense-map-3-cell-140">
              <a:extLst>
                <a:ext uri="{FF2B5EF4-FFF2-40B4-BE49-F238E27FC236}">
                  <a16:creationId xmlns:a16="http://schemas.microsoft.com/office/drawing/2014/main" id="{65547143-1210-4708-9280-92F34AFD30BC}"/>
                </a:ext>
              </a:extLst>
            </p:cNvPr>
            <p:cNvSpPr>
              <a:spLocks noGrp="1"/>
            </p:cNvSpPr>
            <p:nvPr/>
          </p:nvSpPr>
          <p:spPr>
            <a:xfrm>
              <a:off x="21713825" y="6323409"/>
              <a:ext cx="236680" cy="6096"/>
            </a:xfrm>
            <a:prstGeom prst="rect">
              <a:avLst/>
            </a:prstGeom>
            <a:solidFill>
              <a:srgbClr val="DCE8ED"/>
            </a:solidFill>
            <a:ln w="0">
              <a:noFill/>
              <a:prstDash val="solid"/>
            </a:ln>
          </p:spPr>
        </p:sp>
        <p:sp>
          <p:nvSpPr>
            <p:cNvPr id="5997" name="dense-map-3-cell-139">
              <a:extLst>
                <a:ext uri="{FF2B5EF4-FFF2-40B4-BE49-F238E27FC236}">
                  <a16:creationId xmlns:a16="http://schemas.microsoft.com/office/drawing/2014/main" id="{6FCEC7F9-F310-49EA-927A-6269ADBFB3C2}"/>
                </a:ext>
              </a:extLst>
            </p:cNvPr>
            <p:cNvSpPr>
              <a:spLocks noGrp="1"/>
            </p:cNvSpPr>
            <p:nvPr/>
          </p:nvSpPr>
          <p:spPr>
            <a:xfrm>
              <a:off x="21713825" y="6329363"/>
              <a:ext cx="236680" cy="6096"/>
            </a:xfrm>
            <a:prstGeom prst="rect">
              <a:avLst/>
            </a:prstGeom>
            <a:solidFill>
              <a:srgbClr val="DAE7EC"/>
            </a:solidFill>
            <a:ln w="0">
              <a:noFill/>
              <a:prstDash val="solid"/>
            </a:ln>
          </p:spPr>
        </p:sp>
        <p:sp>
          <p:nvSpPr>
            <p:cNvPr id="5998" name="dense-map-3-cell-138">
              <a:extLst>
                <a:ext uri="{FF2B5EF4-FFF2-40B4-BE49-F238E27FC236}">
                  <a16:creationId xmlns:a16="http://schemas.microsoft.com/office/drawing/2014/main" id="{7C162900-F7C9-4BEF-A06E-6046C2B51B48}"/>
                </a:ext>
              </a:extLst>
            </p:cNvPr>
            <p:cNvSpPr>
              <a:spLocks noGrp="1"/>
            </p:cNvSpPr>
            <p:nvPr/>
          </p:nvSpPr>
          <p:spPr>
            <a:xfrm>
              <a:off x="21713825" y="6335316"/>
              <a:ext cx="236680" cy="6096"/>
            </a:xfrm>
            <a:prstGeom prst="rect">
              <a:avLst/>
            </a:prstGeom>
            <a:solidFill>
              <a:srgbClr val="DBE8ED"/>
            </a:solidFill>
            <a:ln w="0">
              <a:noFill/>
              <a:prstDash val="solid"/>
            </a:ln>
          </p:spPr>
        </p:sp>
        <p:sp>
          <p:nvSpPr>
            <p:cNvPr id="5999" name="dense-map-3-cell-137">
              <a:extLst>
                <a:ext uri="{FF2B5EF4-FFF2-40B4-BE49-F238E27FC236}">
                  <a16:creationId xmlns:a16="http://schemas.microsoft.com/office/drawing/2014/main" id="{16296940-2462-4C23-BA09-8EFCA9D52C8F}"/>
                </a:ext>
              </a:extLst>
            </p:cNvPr>
            <p:cNvSpPr>
              <a:spLocks noGrp="1"/>
            </p:cNvSpPr>
            <p:nvPr/>
          </p:nvSpPr>
          <p:spPr>
            <a:xfrm>
              <a:off x="21713825" y="6341269"/>
              <a:ext cx="236680" cy="6096"/>
            </a:xfrm>
            <a:prstGeom prst="rect">
              <a:avLst/>
            </a:prstGeom>
            <a:solidFill>
              <a:srgbClr val="DCE8ED"/>
            </a:solidFill>
            <a:ln w="0">
              <a:noFill/>
              <a:prstDash val="solid"/>
            </a:ln>
          </p:spPr>
        </p:sp>
        <p:sp>
          <p:nvSpPr>
            <p:cNvPr id="6000" name="dense-map-3-cell-136">
              <a:extLst>
                <a:ext uri="{FF2B5EF4-FFF2-40B4-BE49-F238E27FC236}">
                  <a16:creationId xmlns:a16="http://schemas.microsoft.com/office/drawing/2014/main" id="{E30D9194-4C92-43F7-9966-1C20B38C9D61}"/>
                </a:ext>
              </a:extLst>
            </p:cNvPr>
            <p:cNvSpPr>
              <a:spLocks noGrp="1"/>
            </p:cNvSpPr>
            <p:nvPr/>
          </p:nvSpPr>
          <p:spPr>
            <a:xfrm>
              <a:off x="21713825" y="6347222"/>
              <a:ext cx="236680" cy="6096"/>
            </a:xfrm>
            <a:prstGeom prst="rect">
              <a:avLst/>
            </a:prstGeom>
            <a:solidFill>
              <a:srgbClr val="C3DFDF"/>
            </a:solidFill>
            <a:ln w="0">
              <a:noFill/>
              <a:prstDash val="solid"/>
            </a:ln>
          </p:spPr>
        </p:sp>
        <p:sp>
          <p:nvSpPr>
            <p:cNvPr id="6001" name="dense-map-3-cell-135">
              <a:extLst>
                <a:ext uri="{FF2B5EF4-FFF2-40B4-BE49-F238E27FC236}">
                  <a16:creationId xmlns:a16="http://schemas.microsoft.com/office/drawing/2014/main" id="{9375F8E7-9EE9-4BF3-B6E4-0CE9BAF3609B}"/>
                </a:ext>
              </a:extLst>
            </p:cNvPr>
            <p:cNvSpPr>
              <a:spLocks noGrp="1"/>
            </p:cNvSpPr>
            <p:nvPr/>
          </p:nvSpPr>
          <p:spPr>
            <a:xfrm>
              <a:off x="21713825" y="6353175"/>
              <a:ext cx="236680" cy="6096"/>
            </a:xfrm>
            <a:prstGeom prst="rect">
              <a:avLst/>
            </a:prstGeom>
            <a:solidFill>
              <a:srgbClr val="9CD0C8"/>
            </a:solidFill>
            <a:ln w="0">
              <a:noFill/>
              <a:prstDash val="solid"/>
            </a:ln>
          </p:spPr>
        </p:sp>
        <p:sp>
          <p:nvSpPr>
            <p:cNvPr id="6002" name="dense-map-3-cell-134">
              <a:extLst>
                <a:ext uri="{FF2B5EF4-FFF2-40B4-BE49-F238E27FC236}">
                  <a16:creationId xmlns:a16="http://schemas.microsoft.com/office/drawing/2014/main" id="{EF409FF8-7D9F-4395-BB4E-87E91350AE36}"/>
                </a:ext>
              </a:extLst>
            </p:cNvPr>
            <p:cNvSpPr>
              <a:spLocks noGrp="1"/>
            </p:cNvSpPr>
            <p:nvPr/>
          </p:nvSpPr>
          <p:spPr>
            <a:xfrm>
              <a:off x="21713825" y="6359128"/>
              <a:ext cx="236680" cy="6096"/>
            </a:xfrm>
            <a:prstGeom prst="rect">
              <a:avLst/>
            </a:prstGeom>
            <a:solidFill>
              <a:srgbClr val="73C4B2"/>
            </a:solidFill>
            <a:ln w="0">
              <a:noFill/>
              <a:prstDash val="solid"/>
            </a:ln>
          </p:spPr>
        </p:sp>
        <p:sp>
          <p:nvSpPr>
            <p:cNvPr id="6003" name="dense-map-3-cell-133">
              <a:extLst>
                <a:ext uri="{FF2B5EF4-FFF2-40B4-BE49-F238E27FC236}">
                  <a16:creationId xmlns:a16="http://schemas.microsoft.com/office/drawing/2014/main" id="{F3D305A7-6548-404F-A7AC-263AF730FA62}"/>
                </a:ext>
              </a:extLst>
            </p:cNvPr>
            <p:cNvSpPr>
              <a:spLocks noGrp="1"/>
            </p:cNvSpPr>
            <p:nvPr/>
          </p:nvSpPr>
          <p:spPr>
            <a:xfrm>
              <a:off x="21713825" y="6365081"/>
              <a:ext cx="236680" cy="6096"/>
            </a:xfrm>
            <a:prstGeom prst="rect">
              <a:avLst/>
            </a:prstGeom>
            <a:solidFill>
              <a:srgbClr val="48B69B"/>
            </a:solidFill>
            <a:ln w="0">
              <a:noFill/>
              <a:prstDash val="solid"/>
            </a:ln>
          </p:spPr>
        </p:sp>
        <p:sp>
          <p:nvSpPr>
            <p:cNvPr id="6004" name="dense-map-3-cell-132">
              <a:extLst>
                <a:ext uri="{FF2B5EF4-FFF2-40B4-BE49-F238E27FC236}">
                  <a16:creationId xmlns:a16="http://schemas.microsoft.com/office/drawing/2014/main" id="{B558374E-7AC1-4CE1-9F46-0502F66384A5}"/>
                </a:ext>
              </a:extLst>
            </p:cNvPr>
            <p:cNvSpPr>
              <a:spLocks noGrp="1"/>
            </p:cNvSpPr>
            <p:nvPr/>
          </p:nvSpPr>
          <p:spPr>
            <a:xfrm>
              <a:off x="21713825" y="6371034"/>
              <a:ext cx="236680" cy="6096"/>
            </a:xfrm>
            <a:prstGeom prst="rect">
              <a:avLst/>
            </a:prstGeom>
            <a:solidFill>
              <a:srgbClr val="24AA87"/>
            </a:solidFill>
            <a:ln w="0">
              <a:noFill/>
              <a:prstDash val="solid"/>
            </a:ln>
          </p:spPr>
        </p:sp>
        <p:sp>
          <p:nvSpPr>
            <p:cNvPr id="6005" name="dense-map-3-cell-131">
              <a:extLst>
                <a:ext uri="{FF2B5EF4-FFF2-40B4-BE49-F238E27FC236}">
                  <a16:creationId xmlns:a16="http://schemas.microsoft.com/office/drawing/2014/main" id="{655ACBCC-8D3C-46F7-BD9D-6A70A4E02453}"/>
                </a:ext>
              </a:extLst>
            </p:cNvPr>
            <p:cNvSpPr>
              <a:spLocks noGrp="1"/>
            </p:cNvSpPr>
            <p:nvPr/>
          </p:nvSpPr>
          <p:spPr>
            <a:xfrm>
              <a:off x="21713825" y="6376988"/>
              <a:ext cx="236680" cy="6096"/>
            </a:xfrm>
            <a:prstGeom prst="rect">
              <a:avLst/>
            </a:prstGeom>
            <a:solidFill>
              <a:srgbClr val="0AA179"/>
            </a:solidFill>
            <a:ln w="0">
              <a:noFill/>
              <a:prstDash val="solid"/>
            </a:ln>
          </p:spPr>
        </p:sp>
        <p:sp>
          <p:nvSpPr>
            <p:cNvPr id="6006" name="dense-map-3-cell-130">
              <a:extLst>
                <a:ext uri="{FF2B5EF4-FFF2-40B4-BE49-F238E27FC236}">
                  <a16:creationId xmlns:a16="http://schemas.microsoft.com/office/drawing/2014/main" id="{44F59CBA-8B4D-4CBD-A233-0218ABB8E5EF}"/>
                </a:ext>
              </a:extLst>
            </p:cNvPr>
            <p:cNvSpPr>
              <a:spLocks noGrp="1"/>
            </p:cNvSpPr>
            <p:nvPr/>
          </p:nvSpPr>
          <p:spPr>
            <a:xfrm>
              <a:off x="21713825" y="6382941"/>
              <a:ext cx="236680" cy="6096"/>
            </a:xfrm>
            <a:prstGeom prst="rect">
              <a:avLst/>
            </a:prstGeom>
            <a:solidFill>
              <a:srgbClr val="019E73"/>
            </a:solidFill>
            <a:ln w="0">
              <a:noFill/>
              <a:prstDash val="solid"/>
            </a:ln>
          </p:spPr>
        </p:sp>
        <p:sp>
          <p:nvSpPr>
            <p:cNvPr id="6007" name="dense-map-3-cell-129">
              <a:extLst>
                <a:ext uri="{FF2B5EF4-FFF2-40B4-BE49-F238E27FC236}">
                  <a16:creationId xmlns:a16="http://schemas.microsoft.com/office/drawing/2014/main" id="{B769BD76-311E-4A28-BE6C-65189D00DF5B}"/>
                </a:ext>
              </a:extLst>
            </p:cNvPr>
            <p:cNvSpPr>
              <a:spLocks noGrp="1"/>
            </p:cNvSpPr>
            <p:nvPr/>
          </p:nvSpPr>
          <p:spPr>
            <a:xfrm>
              <a:off x="21713825" y="6388894"/>
              <a:ext cx="236680" cy="6096"/>
            </a:xfrm>
            <a:prstGeom prst="rect">
              <a:avLst/>
            </a:prstGeom>
            <a:solidFill>
              <a:srgbClr val="009E73"/>
            </a:solidFill>
            <a:ln w="0">
              <a:noFill/>
              <a:prstDash val="solid"/>
            </a:ln>
          </p:spPr>
        </p:sp>
        <p:sp>
          <p:nvSpPr>
            <p:cNvPr id="6008" name="dense-map-3-cell-128">
              <a:extLst>
                <a:ext uri="{FF2B5EF4-FFF2-40B4-BE49-F238E27FC236}">
                  <a16:creationId xmlns:a16="http://schemas.microsoft.com/office/drawing/2014/main" id="{5F553919-005F-45CE-8B33-930FCE26D6A8}"/>
                </a:ext>
              </a:extLst>
            </p:cNvPr>
            <p:cNvSpPr>
              <a:spLocks noGrp="1"/>
            </p:cNvSpPr>
            <p:nvPr/>
          </p:nvSpPr>
          <p:spPr>
            <a:xfrm>
              <a:off x="21713825" y="6394847"/>
              <a:ext cx="236680" cy="6096"/>
            </a:xfrm>
            <a:prstGeom prst="rect">
              <a:avLst/>
            </a:prstGeom>
            <a:solidFill>
              <a:srgbClr val="009E73"/>
            </a:solidFill>
            <a:ln w="0">
              <a:noFill/>
              <a:prstDash val="solid"/>
            </a:ln>
          </p:spPr>
        </p:sp>
        <p:sp>
          <p:nvSpPr>
            <p:cNvPr id="6009" name="dense-map-3-cell-127">
              <a:extLst>
                <a:ext uri="{FF2B5EF4-FFF2-40B4-BE49-F238E27FC236}">
                  <a16:creationId xmlns:a16="http://schemas.microsoft.com/office/drawing/2014/main" id="{7AC39782-686F-455D-A3E4-E8C768D456F7}"/>
                </a:ext>
              </a:extLst>
            </p:cNvPr>
            <p:cNvSpPr>
              <a:spLocks noGrp="1"/>
            </p:cNvSpPr>
            <p:nvPr/>
          </p:nvSpPr>
          <p:spPr>
            <a:xfrm>
              <a:off x="21713825" y="6400800"/>
              <a:ext cx="236680" cy="6096"/>
            </a:xfrm>
            <a:prstGeom prst="rect">
              <a:avLst/>
            </a:prstGeom>
            <a:solidFill>
              <a:srgbClr val="009E73"/>
            </a:solidFill>
            <a:ln w="0">
              <a:noFill/>
              <a:prstDash val="solid"/>
            </a:ln>
          </p:spPr>
        </p:sp>
        <p:sp>
          <p:nvSpPr>
            <p:cNvPr id="6010" name="dense-map-3-cell-126">
              <a:extLst>
                <a:ext uri="{FF2B5EF4-FFF2-40B4-BE49-F238E27FC236}">
                  <a16:creationId xmlns:a16="http://schemas.microsoft.com/office/drawing/2014/main" id="{EE188FC5-6AF1-42E3-BC3D-4C6D241D074A}"/>
                </a:ext>
              </a:extLst>
            </p:cNvPr>
            <p:cNvSpPr>
              <a:spLocks noGrp="1"/>
            </p:cNvSpPr>
            <p:nvPr/>
          </p:nvSpPr>
          <p:spPr>
            <a:xfrm>
              <a:off x="21713825" y="6406753"/>
              <a:ext cx="236680" cy="6096"/>
            </a:xfrm>
            <a:prstGeom prst="rect">
              <a:avLst/>
            </a:prstGeom>
            <a:solidFill>
              <a:srgbClr val="009E73"/>
            </a:solidFill>
            <a:ln w="0">
              <a:noFill/>
              <a:prstDash val="solid"/>
            </a:ln>
          </p:spPr>
        </p:sp>
        <p:sp>
          <p:nvSpPr>
            <p:cNvPr id="6011" name="dense-map-3-cell-125">
              <a:extLst>
                <a:ext uri="{FF2B5EF4-FFF2-40B4-BE49-F238E27FC236}">
                  <a16:creationId xmlns:a16="http://schemas.microsoft.com/office/drawing/2014/main" id="{8D8AE66D-AF33-4720-81D1-CAA8A9850925}"/>
                </a:ext>
              </a:extLst>
            </p:cNvPr>
            <p:cNvSpPr>
              <a:spLocks noGrp="1"/>
            </p:cNvSpPr>
            <p:nvPr/>
          </p:nvSpPr>
          <p:spPr>
            <a:xfrm>
              <a:off x="21713825" y="6412706"/>
              <a:ext cx="236680" cy="6096"/>
            </a:xfrm>
            <a:prstGeom prst="rect">
              <a:avLst/>
            </a:prstGeom>
            <a:solidFill>
              <a:srgbClr val="009E73"/>
            </a:solidFill>
            <a:ln w="0">
              <a:noFill/>
              <a:prstDash val="solid"/>
            </a:ln>
          </p:spPr>
        </p:sp>
        <p:sp>
          <p:nvSpPr>
            <p:cNvPr id="6012" name="dense-map-3-cell-124">
              <a:extLst>
                <a:ext uri="{FF2B5EF4-FFF2-40B4-BE49-F238E27FC236}">
                  <a16:creationId xmlns:a16="http://schemas.microsoft.com/office/drawing/2014/main" id="{87A65A87-E479-4798-8A97-5690BD2A25AD}"/>
                </a:ext>
              </a:extLst>
            </p:cNvPr>
            <p:cNvSpPr>
              <a:spLocks noGrp="1"/>
            </p:cNvSpPr>
            <p:nvPr/>
          </p:nvSpPr>
          <p:spPr>
            <a:xfrm>
              <a:off x="21713825" y="6418659"/>
              <a:ext cx="236680" cy="6096"/>
            </a:xfrm>
            <a:prstGeom prst="rect">
              <a:avLst/>
            </a:prstGeom>
            <a:solidFill>
              <a:srgbClr val="009E73"/>
            </a:solidFill>
            <a:ln w="0">
              <a:noFill/>
              <a:prstDash val="solid"/>
            </a:ln>
          </p:spPr>
        </p:sp>
        <p:sp>
          <p:nvSpPr>
            <p:cNvPr id="6013" name="dense-map-3-cell-123">
              <a:extLst>
                <a:ext uri="{FF2B5EF4-FFF2-40B4-BE49-F238E27FC236}">
                  <a16:creationId xmlns:a16="http://schemas.microsoft.com/office/drawing/2014/main" id="{100BA079-017D-4962-BA51-27E8FB34D17B}"/>
                </a:ext>
              </a:extLst>
            </p:cNvPr>
            <p:cNvSpPr>
              <a:spLocks noGrp="1"/>
            </p:cNvSpPr>
            <p:nvPr/>
          </p:nvSpPr>
          <p:spPr>
            <a:xfrm>
              <a:off x="21713825" y="6424613"/>
              <a:ext cx="236680" cy="6096"/>
            </a:xfrm>
            <a:prstGeom prst="rect">
              <a:avLst/>
            </a:prstGeom>
            <a:solidFill>
              <a:srgbClr val="009E73"/>
            </a:solidFill>
            <a:ln w="0">
              <a:noFill/>
              <a:prstDash val="solid"/>
            </a:ln>
          </p:spPr>
        </p:sp>
        <p:sp>
          <p:nvSpPr>
            <p:cNvPr id="6014" name="dense-map-3-cell-122">
              <a:extLst>
                <a:ext uri="{FF2B5EF4-FFF2-40B4-BE49-F238E27FC236}">
                  <a16:creationId xmlns:a16="http://schemas.microsoft.com/office/drawing/2014/main" id="{F3758BDD-0105-4DE7-AA6C-F851197FA980}"/>
                </a:ext>
              </a:extLst>
            </p:cNvPr>
            <p:cNvSpPr>
              <a:spLocks noGrp="1"/>
            </p:cNvSpPr>
            <p:nvPr/>
          </p:nvSpPr>
          <p:spPr>
            <a:xfrm>
              <a:off x="21713825" y="6430566"/>
              <a:ext cx="236680" cy="6096"/>
            </a:xfrm>
            <a:prstGeom prst="rect">
              <a:avLst/>
            </a:prstGeom>
            <a:solidFill>
              <a:srgbClr val="009E73"/>
            </a:solidFill>
            <a:ln w="0">
              <a:noFill/>
              <a:prstDash val="solid"/>
            </a:ln>
          </p:spPr>
        </p:sp>
        <p:sp>
          <p:nvSpPr>
            <p:cNvPr id="6015" name="dense-map-3-cell-121">
              <a:extLst>
                <a:ext uri="{FF2B5EF4-FFF2-40B4-BE49-F238E27FC236}">
                  <a16:creationId xmlns:a16="http://schemas.microsoft.com/office/drawing/2014/main" id="{0CD51DF7-C72E-4557-B79C-72D26E7DFB5E}"/>
                </a:ext>
              </a:extLst>
            </p:cNvPr>
            <p:cNvSpPr>
              <a:spLocks noGrp="1"/>
            </p:cNvSpPr>
            <p:nvPr/>
          </p:nvSpPr>
          <p:spPr>
            <a:xfrm>
              <a:off x="21713825" y="6436519"/>
              <a:ext cx="236680" cy="6096"/>
            </a:xfrm>
            <a:prstGeom prst="rect">
              <a:avLst/>
            </a:prstGeom>
            <a:solidFill>
              <a:srgbClr val="009E73"/>
            </a:solidFill>
            <a:ln w="0">
              <a:noFill/>
              <a:prstDash val="solid"/>
            </a:ln>
          </p:spPr>
        </p:sp>
        <p:sp>
          <p:nvSpPr>
            <p:cNvPr id="6016" name="dense-map-3-cell-120">
              <a:extLst>
                <a:ext uri="{FF2B5EF4-FFF2-40B4-BE49-F238E27FC236}">
                  <a16:creationId xmlns:a16="http://schemas.microsoft.com/office/drawing/2014/main" id="{D8EF822D-9960-4C84-8FCB-2B018BCBD6CD}"/>
                </a:ext>
              </a:extLst>
            </p:cNvPr>
            <p:cNvSpPr>
              <a:spLocks noGrp="1"/>
            </p:cNvSpPr>
            <p:nvPr/>
          </p:nvSpPr>
          <p:spPr>
            <a:xfrm>
              <a:off x="21713825" y="6442472"/>
              <a:ext cx="236680" cy="6096"/>
            </a:xfrm>
            <a:prstGeom prst="rect">
              <a:avLst/>
            </a:prstGeom>
            <a:solidFill>
              <a:srgbClr val="049F75"/>
            </a:solidFill>
            <a:ln w="0">
              <a:noFill/>
              <a:prstDash val="solid"/>
            </a:ln>
          </p:spPr>
        </p:sp>
        <p:sp>
          <p:nvSpPr>
            <p:cNvPr id="6017" name="dense-map-3-cell-119">
              <a:extLst>
                <a:ext uri="{FF2B5EF4-FFF2-40B4-BE49-F238E27FC236}">
                  <a16:creationId xmlns:a16="http://schemas.microsoft.com/office/drawing/2014/main" id="{EB66C9EA-7284-4A23-95DA-B210B337A0DE}"/>
                </a:ext>
              </a:extLst>
            </p:cNvPr>
            <p:cNvSpPr>
              <a:spLocks noGrp="1"/>
            </p:cNvSpPr>
            <p:nvPr/>
          </p:nvSpPr>
          <p:spPr>
            <a:xfrm>
              <a:off x="21713825" y="6448425"/>
              <a:ext cx="236680" cy="6096"/>
            </a:xfrm>
            <a:prstGeom prst="rect">
              <a:avLst/>
            </a:prstGeom>
            <a:solidFill>
              <a:srgbClr val="10A37C"/>
            </a:solidFill>
            <a:ln w="0">
              <a:noFill/>
              <a:prstDash val="solid"/>
            </a:ln>
          </p:spPr>
        </p:sp>
        <p:sp>
          <p:nvSpPr>
            <p:cNvPr id="6018" name="dense-map-3-cell-118">
              <a:extLst>
                <a:ext uri="{FF2B5EF4-FFF2-40B4-BE49-F238E27FC236}">
                  <a16:creationId xmlns:a16="http://schemas.microsoft.com/office/drawing/2014/main" id="{D2FAE658-9751-4030-A8EC-90E3EABF2AF7}"/>
                </a:ext>
              </a:extLst>
            </p:cNvPr>
            <p:cNvSpPr>
              <a:spLocks noGrp="1"/>
            </p:cNvSpPr>
            <p:nvPr/>
          </p:nvSpPr>
          <p:spPr>
            <a:xfrm>
              <a:off x="21713825" y="6454378"/>
              <a:ext cx="236680" cy="6096"/>
            </a:xfrm>
            <a:prstGeom prst="rect">
              <a:avLst/>
            </a:prstGeom>
            <a:solidFill>
              <a:srgbClr val="1EA883"/>
            </a:solidFill>
            <a:ln w="0">
              <a:noFill/>
              <a:prstDash val="solid"/>
            </a:ln>
          </p:spPr>
        </p:sp>
        <p:sp>
          <p:nvSpPr>
            <p:cNvPr id="6019" name="dense-map-3-cell-117">
              <a:extLst>
                <a:ext uri="{FF2B5EF4-FFF2-40B4-BE49-F238E27FC236}">
                  <a16:creationId xmlns:a16="http://schemas.microsoft.com/office/drawing/2014/main" id="{113F2127-132B-4777-BA70-B384D0828264}"/>
                </a:ext>
              </a:extLst>
            </p:cNvPr>
            <p:cNvSpPr>
              <a:spLocks noGrp="1"/>
            </p:cNvSpPr>
            <p:nvPr/>
          </p:nvSpPr>
          <p:spPr>
            <a:xfrm>
              <a:off x="21713825" y="6460331"/>
              <a:ext cx="236680" cy="6096"/>
            </a:xfrm>
            <a:prstGeom prst="rect">
              <a:avLst/>
            </a:prstGeom>
            <a:solidFill>
              <a:srgbClr val="32AF8F"/>
            </a:solidFill>
            <a:ln w="0">
              <a:noFill/>
              <a:prstDash val="solid"/>
            </a:ln>
          </p:spPr>
        </p:sp>
        <p:sp>
          <p:nvSpPr>
            <p:cNvPr id="6020" name="dense-map-3-cell-116">
              <a:extLst>
                <a:ext uri="{FF2B5EF4-FFF2-40B4-BE49-F238E27FC236}">
                  <a16:creationId xmlns:a16="http://schemas.microsoft.com/office/drawing/2014/main" id="{17A86B3A-61B8-4326-A7D9-6C047F91C763}"/>
                </a:ext>
              </a:extLst>
            </p:cNvPr>
            <p:cNvSpPr>
              <a:spLocks noGrp="1"/>
            </p:cNvSpPr>
            <p:nvPr/>
          </p:nvSpPr>
          <p:spPr>
            <a:xfrm>
              <a:off x="21713825" y="6466284"/>
              <a:ext cx="236680" cy="6096"/>
            </a:xfrm>
            <a:prstGeom prst="rect">
              <a:avLst/>
            </a:prstGeom>
            <a:solidFill>
              <a:srgbClr val="48B69B"/>
            </a:solidFill>
            <a:ln w="0">
              <a:noFill/>
              <a:prstDash val="solid"/>
            </a:ln>
          </p:spPr>
        </p:sp>
        <p:sp>
          <p:nvSpPr>
            <p:cNvPr id="6021" name="dense-map-3-cell-115">
              <a:extLst>
                <a:ext uri="{FF2B5EF4-FFF2-40B4-BE49-F238E27FC236}">
                  <a16:creationId xmlns:a16="http://schemas.microsoft.com/office/drawing/2014/main" id="{8B0A9ECC-AA08-4C25-8A25-C7A3E5E52710}"/>
                </a:ext>
              </a:extLst>
            </p:cNvPr>
            <p:cNvSpPr>
              <a:spLocks noGrp="1"/>
            </p:cNvSpPr>
            <p:nvPr/>
          </p:nvSpPr>
          <p:spPr>
            <a:xfrm>
              <a:off x="21713825" y="6472238"/>
              <a:ext cx="236680" cy="6096"/>
            </a:xfrm>
            <a:prstGeom prst="rect">
              <a:avLst/>
            </a:prstGeom>
            <a:solidFill>
              <a:srgbClr val="5DBDA6"/>
            </a:solidFill>
            <a:ln w="0">
              <a:noFill/>
              <a:prstDash val="solid"/>
            </a:ln>
          </p:spPr>
        </p:sp>
        <p:sp>
          <p:nvSpPr>
            <p:cNvPr id="6022" name="dense-map-3-cell-114">
              <a:extLst>
                <a:ext uri="{FF2B5EF4-FFF2-40B4-BE49-F238E27FC236}">
                  <a16:creationId xmlns:a16="http://schemas.microsoft.com/office/drawing/2014/main" id="{EB485A58-3ECC-4407-89F1-DA4DF4B9DD66}"/>
                </a:ext>
              </a:extLst>
            </p:cNvPr>
            <p:cNvSpPr>
              <a:spLocks noGrp="1"/>
            </p:cNvSpPr>
            <p:nvPr/>
          </p:nvSpPr>
          <p:spPr>
            <a:xfrm>
              <a:off x="21713825" y="6478191"/>
              <a:ext cx="236680" cy="6096"/>
            </a:xfrm>
            <a:prstGeom prst="rect">
              <a:avLst/>
            </a:prstGeom>
            <a:solidFill>
              <a:srgbClr val="6EC3B0"/>
            </a:solidFill>
            <a:ln w="0">
              <a:noFill/>
              <a:prstDash val="solid"/>
            </a:ln>
          </p:spPr>
        </p:sp>
        <p:sp>
          <p:nvSpPr>
            <p:cNvPr id="6023" name="dense-map-3-cell-113">
              <a:extLst>
                <a:ext uri="{FF2B5EF4-FFF2-40B4-BE49-F238E27FC236}">
                  <a16:creationId xmlns:a16="http://schemas.microsoft.com/office/drawing/2014/main" id="{187C16BE-8562-4DD7-AD25-9700B3E5F5A5}"/>
                </a:ext>
              </a:extLst>
            </p:cNvPr>
            <p:cNvSpPr>
              <a:spLocks noGrp="1"/>
            </p:cNvSpPr>
            <p:nvPr/>
          </p:nvSpPr>
          <p:spPr>
            <a:xfrm>
              <a:off x="21713825" y="6484144"/>
              <a:ext cx="236680" cy="6096"/>
            </a:xfrm>
            <a:prstGeom prst="rect">
              <a:avLst/>
            </a:prstGeom>
            <a:solidFill>
              <a:srgbClr val="77C6B5"/>
            </a:solidFill>
            <a:ln w="0">
              <a:noFill/>
              <a:prstDash val="solid"/>
            </a:ln>
          </p:spPr>
        </p:sp>
        <p:sp>
          <p:nvSpPr>
            <p:cNvPr id="6024" name="dense-map-3-cell-112">
              <a:extLst>
                <a:ext uri="{FF2B5EF4-FFF2-40B4-BE49-F238E27FC236}">
                  <a16:creationId xmlns:a16="http://schemas.microsoft.com/office/drawing/2014/main" id="{A9391426-B60D-4ED2-876B-8A65C75675E7}"/>
                </a:ext>
              </a:extLst>
            </p:cNvPr>
            <p:cNvSpPr>
              <a:spLocks noGrp="1"/>
            </p:cNvSpPr>
            <p:nvPr/>
          </p:nvSpPr>
          <p:spPr>
            <a:xfrm>
              <a:off x="21713825" y="6490097"/>
              <a:ext cx="236680" cy="6096"/>
            </a:xfrm>
            <a:prstGeom prst="rect">
              <a:avLst/>
            </a:prstGeom>
            <a:solidFill>
              <a:srgbClr val="7DC8B8"/>
            </a:solidFill>
            <a:ln w="0">
              <a:noFill/>
              <a:prstDash val="solid"/>
            </a:ln>
          </p:spPr>
        </p:sp>
        <p:sp>
          <p:nvSpPr>
            <p:cNvPr id="6025" name="dense-map-3-cell-111">
              <a:extLst>
                <a:ext uri="{FF2B5EF4-FFF2-40B4-BE49-F238E27FC236}">
                  <a16:creationId xmlns:a16="http://schemas.microsoft.com/office/drawing/2014/main" id="{1B418D07-AF86-4E0C-9086-508AF096DC80}"/>
                </a:ext>
              </a:extLst>
            </p:cNvPr>
            <p:cNvSpPr>
              <a:spLocks noGrp="1"/>
            </p:cNvSpPr>
            <p:nvPr/>
          </p:nvSpPr>
          <p:spPr>
            <a:xfrm>
              <a:off x="21713825" y="6496050"/>
              <a:ext cx="236680" cy="6096"/>
            </a:xfrm>
            <a:prstGeom prst="rect">
              <a:avLst/>
            </a:prstGeom>
            <a:solidFill>
              <a:srgbClr val="80C9BA"/>
            </a:solidFill>
            <a:ln w="0">
              <a:noFill/>
              <a:prstDash val="solid"/>
            </a:ln>
          </p:spPr>
        </p:sp>
        <p:sp>
          <p:nvSpPr>
            <p:cNvPr id="6026" name="dense-map-3-cell-110">
              <a:extLst>
                <a:ext uri="{FF2B5EF4-FFF2-40B4-BE49-F238E27FC236}">
                  <a16:creationId xmlns:a16="http://schemas.microsoft.com/office/drawing/2014/main" id="{83ACA5D7-B7D5-4E4C-B14F-3582B2B4FB96}"/>
                </a:ext>
              </a:extLst>
            </p:cNvPr>
            <p:cNvSpPr>
              <a:spLocks noGrp="1"/>
            </p:cNvSpPr>
            <p:nvPr/>
          </p:nvSpPr>
          <p:spPr>
            <a:xfrm>
              <a:off x="21713825" y="6502003"/>
              <a:ext cx="236680" cy="6096"/>
            </a:xfrm>
            <a:prstGeom prst="rect">
              <a:avLst/>
            </a:prstGeom>
            <a:solidFill>
              <a:srgbClr val="81C9BA"/>
            </a:solidFill>
            <a:ln w="0">
              <a:noFill/>
              <a:prstDash val="solid"/>
            </a:ln>
          </p:spPr>
        </p:sp>
        <p:sp>
          <p:nvSpPr>
            <p:cNvPr id="6027" name="dense-map-3-cell-109">
              <a:extLst>
                <a:ext uri="{FF2B5EF4-FFF2-40B4-BE49-F238E27FC236}">
                  <a16:creationId xmlns:a16="http://schemas.microsoft.com/office/drawing/2014/main" id="{1A69A324-B7A0-4436-BA40-69AD9FE4B46D}"/>
                </a:ext>
              </a:extLst>
            </p:cNvPr>
            <p:cNvSpPr>
              <a:spLocks noGrp="1"/>
            </p:cNvSpPr>
            <p:nvPr/>
          </p:nvSpPr>
          <p:spPr>
            <a:xfrm>
              <a:off x="21713825" y="6507956"/>
              <a:ext cx="236680" cy="6096"/>
            </a:xfrm>
            <a:prstGeom prst="rect">
              <a:avLst/>
            </a:prstGeom>
            <a:solidFill>
              <a:srgbClr val="81C9BA"/>
            </a:solidFill>
            <a:ln w="0">
              <a:noFill/>
              <a:prstDash val="solid"/>
            </a:ln>
          </p:spPr>
        </p:sp>
        <p:sp>
          <p:nvSpPr>
            <p:cNvPr id="6028" name="dense-map-3-cell-108">
              <a:extLst>
                <a:ext uri="{FF2B5EF4-FFF2-40B4-BE49-F238E27FC236}">
                  <a16:creationId xmlns:a16="http://schemas.microsoft.com/office/drawing/2014/main" id="{8A9EB9D8-E662-4B7E-BA80-E53FB67EF045}"/>
                </a:ext>
              </a:extLst>
            </p:cNvPr>
            <p:cNvSpPr>
              <a:spLocks noGrp="1"/>
            </p:cNvSpPr>
            <p:nvPr/>
          </p:nvSpPr>
          <p:spPr>
            <a:xfrm>
              <a:off x="21713825" y="6513909"/>
              <a:ext cx="236680" cy="6096"/>
            </a:xfrm>
            <a:prstGeom prst="rect">
              <a:avLst/>
            </a:prstGeom>
            <a:solidFill>
              <a:srgbClr val="81C9BA"/>
            </a:solidFill>
            <a:ln w="0">
              <a:noFill/>
              <a:prstDash val="solid"/>
            </a:ln>
          </p:spPr>
        </p:sp>
        <p:sp>
          <p:nvSpPr>
            <p:cNvPr id="6029" name="dense-map-3-cell-107">
              <a:extLst>
                <a:ext uri="{FF2B5EF4-FFF2-40B4-BE49-F238E27FC236}">
                  <a16:creationId xmlns:a16="http://schemas.microsoft.com/office/drawing/2014/main" id="{6C68562F-EAC6-4D47-A512-3804ABC85BE7}"/>
                </a:ext>
              </a:extLst>
            </p:cNvPr>
            <p:cNvSpPr>
              <a:spLocks noGrp="1"/>
            </p:cNvSpPr>
            <p:nvPr/>
          </p:nvSpPr>
          <p:spPr>
            <a:xfrm>
              <a:off x="21713825" y="6519863"/>
              <a:ext cx="236680" cy="6096"/>
            </a:xfrm>
            <a:prstGeom prst="rect">
              <a:avLst/>
            </a:prstGeom>
            <a:solidFill>
              <a:srgbClr val="81C9BA"/>
            </a:solidFill>
            <a:ln w="0">
              <a:noFill/>
              <a:prstDash val="solid"/>
            </a:ln>
          </p:spPr>
        </p:sp>
        <p:sp>
          <p:nvSpPr>
            <p:cNvPr id="6030" name="dense-map-3-cell-106">
              <a:extLst>
                <a:ext uri="{FF2B5EF4-FFF2-40B4-BE49-F238E27FC236}">
                  <a16:creationId xmlns:a16="http://schemas.microsoft.com/office/drawing/2014/main" id="{B3BB24A0-04E7-4A55-A55D-BB9127C80749}"/>
                </a:ext>
              </a:extLst>
            </p:cNvPr>
            <p:cNvSpPr>
              <a:spLocks noGrp="1"/>
            </p:cNvSpPr>
            <p:nvPr/>
          </p:nvSpPr>
          <p:spPr>
            <a:xfrm>
              <a:off x="21713825" y="6525816"/>
              <a:ext cx="236680" cy="6096"/>
            </a:xfrm>
            <a:prstGeom prst="rect">
              <a:avLst/>
            </a:prstGeom>
            <a:solidFill>
              <a:srgbClr val="81C9BA"/>
            </a:solidFill>
            <a:ln w="0">
              <a:noFill/>
              <a:prstDash val="solid"/>
            </a:ln>
          </p:spPr>
        </p:sp>
        <p:sp>
          <p:nvSpPr>
            <p:cNvPr id="6031" name="dense-map-3-cell-105">
              <a:extLst>
                <a:ext uri="{FF2B5EF4-FFF2-40B4-BE49-F238E27FC236}">
                  <a16:creationId xmlns:a16="http://schemas.microsoft.com/office/drawing/2014/main" id="{786BE590-49AA-4901-AAD9-0548837B77AE}"/>
                </a:ext>
              </a:extLst>
            </p:cNvPr>
            <p:cNvSpPr>
              <a:spLocks noGrp="1"/>
            </p:cNvSpPr>
            <p:nvPr/>
          </p:nvSpPr>
          <p:spPr>
            <a:xfrm>
              <a:off x="21713825" y="6531769"/>
              <a:ext cx="236680" cy="6096"/>
            </a:xfrm>
            <a:prstGeom prst="rect">
              <a:avLst/>
            </a:prstGeom>
            <a:solidFill>
              <a:srgbClr val="81C9BA"/>
            </a:solidFill>
            <a:ln w="0">
              <a:noFill/>
              <a:prstDash val="solid"/>
            </a:ln>
          </p:spPr>
        </p:sp>
        <p:sp>
          <p:nvSpPr>
            <p:cNvPr id="6032" name="dense-map-3-cell-104">
              <a:extLst>
                <a:ext uri="{FF2B5EF4-FFF2-40B4-BE49-F238E27FC236}">
                  <a16:creationId xmlns:a16="http://schemas.microsoft.com/office/drawing/2014/main" id="{FF4456EA-D34F-4BD7-AD2B-A925D3D96FDF}"/>
                </a:ext>
              </a:extLst>
            </p:cNvPr>
            <p:cNvSpPr>
              <a:spLocks noGrp="1"/>
            </p:cNvSpPr>
            <p:nvPr/>
          </p:nvSpPr>
          <p:spPr>
            <a:xfrm>
              <a:off x="21713825" y="6537722"/>
              <a:ext cx="236680" cy="6096"/>
            </a:xfrm>
            <a:prstGeom prst="rect">
              <a:avLst/>
            </a:prstGeom>
            <a:solidFill>
              <a:srgbClr val="81C9BA"/>
            </a:solidFill>
            <a:ln w="0">
              <a:noFill/>
              <a:prstDash val="solid"/>
            </a:ln>
          </p:spPr>
        </p:sp>
        <p:sp>
          <p:nvSpPr>
            <p:cNvPr id="6033" name="dense-map-3-cell-103">
              <a:extLst>
                <a:ext uri="{FF2B5EF4-FFF2-40B4-BE49-F238E27FC236}">
                  <a16:creationId xmlns:a16="http://schemas.microsoft.com/office/drawing/2014/main" id="{6DE3ADA8-8605-4C20-9848-822971B165A0}"/>
                </a:ext>
              </a:extLst>
            </p:cNvPr>
            <p:cNvSpPr>
              <a:spLocks noGrp="1"/>
            </p:cNvSpPr>
            <p:nvPr/>
          </p:nvSpPr>
          <p:spPr>
            <a:xfrm>
              <a:off x="21713825" y="6543675"/>
              <a:ext cx="236680" cy="6096"/>
            </a:xfrm>
            <a:prstGeom prst="rect">
              <a:avLst/>
            </a:prstGeom>
            <a:solidFill>
              <a:srgbClr val="81C9BA"/>
            </a:solidFill>
            <a:ln w="0">
              <a:noFill/>
              <a:prstDash val="solid"/>
            </a:ln>
          </p:spPr>
        </p:sp>
        <p:sp>
          <p:nvSpPr>
            <p:cNvPr id="6034" name="dense-map-3-cell-102">
              <a:extLst>
                <a:ext uri="{FF2B5EF4-FFF2-40B4-BE49-F238E27FC236}">
                  <a16:creationId xmlns:a16="http://schemas.microsoft.com/office/drawing/2014/main" id="{2BA08DD7-B967-4530-927B-1A4B084B5341}"/>
                </a:ext>
              </a:extLst>
            </p:cNvPr>
            <p:cNvSpPr>
              <a:spLocks noGrp="1"/>
            </p:cNvSpPr>
            <p:nvPr/>
          </p:nvSpPr>
          <p:spPr>
            <a:xfrm>
              <a:off x="21713825" y="6549628"/>
              <a:ext cx="236680" cy="6096"/>
            </a:xfrm>
            <a:prstGeom prst="rect">
              <a:avLst/>
            </a:prstGeom>
            <a:solidFill>
              <a:srgbClr val="81C9BA"/>
            </a:solidFill>
            <a:ln w="0">
              <a:noFill/>
              <a:prstDash val="solid"/>
            </a:ln>
          </p:spPr>
        </p:sp>
        <p:sp>
          <p:nvSpPr>
            <p:cNvPr id="6035" name="dense-map-3-cell-101">
              <a:extLst>
                <a:ext uri="{FF2B5EF4-FFF2-40B4-BE49-F238E27FC236}">
                  <a16:creationId xmlns:a16="http://schemas.microsoft.com/office/drawing/2014/main" id="{E16B7D8C-FB10-4914-B451-6A11A345098C}"/>
                </a:ext>
              </a:extLst>
            </p:cNvPr>
            <p:cNvSpPr>
              <a:spLocks noGrp="1"/>
            </p:cNvSpPr>
            <p:nvPr/>
          </p:nvSpPr>
          <p:spPr>
            <a:xfrm>
              <a:off x="21713825" y="6555581"/>
              <a:ext cx="236680" cy="6096"/>
            </a:xfrm>
            <a:prstGeom prst="rect">
              <a:avLst/>
            </a:prstGeom>
            <a:solidFill>
              <a:srgbClr val="81C9BA"/>
            </a:solidFill>
            <a:ln w="0">
              <a:noFill/>
              <a:prstDash val="solid"/>
            </a:ln>
          </p:spPr>
        </p:sp>
        <p:sp>
          <p:nvSpPr>
            <p:cNvPr id="6036" name="dense-map-3-cell-100">
              <a:extLst>
                <a:ext uri="{FF2B5EF4-FFF2-40B4-BE49-F238E27FC236}">
                  <a16:creationId xmlns:a16="http://schemas.microsoft.com/office/drawing/2014/main" id="{71BACF17-7A6E-4950-BA9B-EC2C37DF18DC}"/>
                </a:ext>
              </a:extLst>
            </p:cNvPr>
            <p:cNvSpPr>
              <a:spLocks noGrp="1"/>
            </p:cNvSpPr>
            <p:nvPr/>
          </p:nvSpPr>
          <p:spPr>
            <a:xfrm>
              <a:off x="21713825" y="6561534"/>
              <a:ext cx="236680" cy="6096"/>
            </a:xfrm>
            <a:prstGeom prst="rect">
              <a:avLst/>
            </a:prstGeom>
            <a:solidFill>
              <a:srgbClr val="81C9BA"/>
            </a:solidFill>
            <a:ln w="0">
              <a:noFill/>
              <a:prstDash val="solid"/>
            </a:ln>
          </p:spPr>
        </p:sp>
        <p:sp>
          <p:nvSpPr>
            <p:cNvPr id="6037" name="dense-map-3-cell-99">
              <a:extLst>
                <a:ext uri="{FF2B5EF4-FFF2-40B4-BE49-F238E27FC236}">
                  <a16:creationId xmlns:a16="http://schemas.microsoft.com/office/drawing/2014/main" id="{A326FC9B-F989-46C9-8611-1080F5515A67}"/>
                </a:ext>
              </a:extLst>
            </p:cNvPr>
            <p:cNvSpPr>
              <a:spLocks noGrp="1"/>
            </p:cNvSpPr>
            <p:nvPr/>
          </p:nvSpPr>
          <p:spPr>
            <a:xfrm>
              <a:off x="21713825" y="6567488"/>
              <a:ext cx="236680" cy="6096"/>
            </a:xfrm>
            <a:prstGeom prst="rect">
              <a:avLst/>
            </a:prstGeom>
            <a:solidFill>
              <a:srgbClr val="81C9BA"/>
            </a:solidFill>
            <a:ln w="0">
              <a:noFill/>
              <a:prstDash val="solid"/>
            </a:ln>
          </p:spPr>
        </p:sp>
        <p:sp>
          <p:nvSpPr>
            <p:cNvPr id="6038" name="dense-map-3-cell-98">
              <a:extLst>
                <a:ext uri="{FF2B5EF4-FFF2-40B4-BE49-F238E27FC236}">
                  <a16:creationId xmlns:a16="http://schemas.microsoft.com/office/drawing/2014/main" id="{AB361201-43B1-46AF-903D-B4C50D766E2A}"/>
                </a:ext>
              </a:extLst>
            </p:cNvPr>
            <p:cNvSpPr>
              <a:spLocks noGrp="1"/>
            </p:cNvSpPr>
            <p:nvPr/>
          </p:nvSpPr>
          <p:spPr>
            <a:xfrm>
              <a:off x="21713825" y="6573441"/>
              <a:ext cx="236680" cy="6096"/>
            </a:xfrm>
            <a:prstGeom prst="rect">
              <a:avLst/>
            </a:prstGeom>
            <a:solidFill>
              <a:srgbClr val="81C9BA"/>
            </a:solidFill>
            <a:ln w="0">
              <a:noFill/>
              <a:prstDash val="solid"/>
            </a:ln>
          </p:spPr>
        </p:sp>
        <p:sp>
          <p:nvSpPr>
            <p:cNvPr id="6039" name="dense-map-3-cell-97">
              <a:extLst>
                <a:ext uri="{FF2B5EF4-FFF2-40B4-BE49-F238E27FC236}">
                  <a16:creationId xmlns:a16="http://schemas.microsoft.com/office/drawing/2014/main" id="{3CA9E77A-FD37-4C0A-96E6-93ADA0F8DE33}"/>
                </a:ext>
              </a:extLst>
            </p:cNvPr>
            <p:cNvSpPr>
              <a:spLocks noGrp="1"/>
            </p:cNvSpPr>
            <p:nvPr/>
          </p:nvSpPr>
          <p:spPr>
            <a:xfrm>
              <a:off x="21713825" y="6579394"/>
              <a:ext cx="236680" cy="6096"/>
            </a:xfrm>
            <a:prstGeom prst="rect">
              <a:avLst/>
            </a:prstGeom>
            <a:solidFill>
              <a:srgbClr val="81C9BA"/>
            </a:solidFill>
            <a:ln w="0">
              <a:noFill/>
              <a:prstDash val="solid"/>
            </a:ln>
          </p:spPr>
        </p:sp>
        <p:sp>
          <p:nvSpPr>
            <p:cNvPr id="6040" name="dense-map-3-cell-96">
              <a:extLst>
                <a:ext uri="{FF2B5EF4-FFF2-40B4-BE49-F238E27FC236}">
                  <a16:creationId xmlns:a16="http://schemas.microsoft.com/office/drawing/2014/main" id="{3743E16A-A65A-4CFB-9C7C-2D7210719306}"/>
                </a:ext>
              </a:extLst>
            </p:cNvPr>
            <p:cNvSpPr>
              <a:spLocks noGrp="1"/>
            </p:cNvSpPr>
            <p:nvPr/>
          </p:nvSpPr>
          <p:spPr>
            <a:xfrm>
              <a:off x="21713825" y="6585347"/>
              <a:ext cx="236680" cy="6096"/>
            </a:xfrm>
            <a:prstGeom prst="rect">
              <a:avLst/>
            </a:prstGeom>
            <a:solidFill>
              <a:srgbClr val="81C9BA"/>
            </a:solidFill>
            <a:ln w="0">
              <a:noFill/>
              <a:prstDash val="solid"/>
            </a:ln>
          </p:spPr>
        </p:sp>
        <p:sp>
          <p:nvSpPr>
            <p:cNvPr id="6041" name="dense-map-3-cell-95">
              <a:extLst>
                <a:ext uri="{FF2B5EF4-FFF2-40B4-BE49-F238E27FC236}">
                  <a16:creationId xmlns:a16="http://schemas.microsoft.com/office/drawing/2014/main" id="{7DE70F98-E73E-4644-A0A5-B16A2DF5C8B3}"/>
                </a:ext>
              </a:extLst>
            </p:cNvPr>
            <p:cNvSpPr>
              <a:spLocks noGrp="1"/>
            </p:cNvSpPr>
            <p:nvPr/>
          </p:nvSpPr>
          <p:spPr>
            <a:xfrm>
              <a:off x="21713825" y="6591300"/>
              <a:ext cx="236680" cy="6096"/>
            </a:xfrm>
            <a:prstGeom prst="rect">
              <a:avLst/>
            </a:prstGeom>
            <a:solidFill>
              <a:srgbClr val="81C9BA"/>
            </a:solidFill>
            <a:ln w="0">
              <a:noFill/>
              <a:prstDash val="solid"/>
            </a:ln>
          </p:spPr>
        </p:sp>
        <p:sp>
          <p:nvSpPr>
            <p:cNvPr id="6042" name="dense-map-3-cell-94">
              <a:extLst>
                <a:ext uri="{FF2B5EF4-FFF2-40B4-BE49-F238E27FC236}">
                  <a16:creationId xmlns:a16="http://schemas.microsoft.com/office/drawing/2014/main" id="{5DF4638C-8750-4351-A750-FBA182E1AC0C}"/>
                </a:ext>
              </a:extLst>
            </p:cNvPr>
            <p:cNvSpPr>
              <a:spLocks noGrp="1"/>
            </p:cNvSpPr>
            <p:nvPr/>
          </p:nvSpPr>
          <p:spPr>
            <a:xfrm>
              <a:off x="21713825" y="6597253"/>
              <a:ext cx="236680" cy="6096"/>
            </a:xfrm>
            <a:prstGeom prst="rect">
              <a:avLst/>
            </a:prstGeom>
            <a:solidFill>
              <a:srgbClr val="81C9BA"/>
            </a:solidFill>
            <a:ln w="0">
              <a:noFill/>
              <a:prstDash val="solid"/>
            </a:ln>
          </p:spPr>
        </p:sp>
        <p:sp>
          <p:nvSpPr>
            <p:cNvPr id="6043" name="dense-map-3-cell-93">
              <a:extLst>
                <a:ext uri="{FF2B5EF4-FFF2-40B4-BE49-F238E27FC236}">
                  <a16:creationId xmlns:a16="http://schemas.microsoft.com/office/drawing/2014/main" id="{C62758F6-8665-464A-A3F5-B840FFC7DF99}"/>
                </a:ext>
              </a:extLst>
            </p:cNvPr>
            <p:cNvSpPr>
              <a:spLocks noGrp="1"/>
            </p:cNvSpPr>
            <p:nvPr/>
          </p:nvSpPr>
          <p:spPr>
            <a:xfrm>
              <a:off x="21713825" y="6603206"/>
              <a:ext cx="236680" cy="6096"/>
            </a:xfrm>
            <a:prstGeom prst="rect">
              <a:avLst/>
            </a:prstGeom>
            <a:solidFill>
              <a:srgbClr val="81C9BA"/>
            </a:solidFill>
            <a:ln w="0">
              <a:noFill/>
              <a:prstDash val="solid"/>
            </a:ln>
          </p:spPr>
        </p:sp>
        <p:sp>
          <p:nvSpPr>
            <p:cNvPr id="6044" name="dense-map-3-cell-92">
              <a:extLst>
                <a:ext uri="{FF2B5EF4-FFF2-40B4-BE49-F238E27FC236}">
                  <a16:creationId xmlns:a16="http://schemas.microsoft.com/office/drawing/2014/main" id="{4D7315E9-159C-49F2-824E-4BD7B2FA2B5A}"/>
                </a:ext>
              </a:extLst>
            </p:cNvPr>
            <p:cNvSpPr>
              <a:spLocks noGrp="1"/>
            </p:cNvSpPr>
            <p:nvPr/>
          </p:nvSpPr>
          <p:spPr>
            <a:xfrm>
              <a:off x="21713825" y="6609159"/>
              <a:ext cx="236680" cy="6096"/>
            </a:xfrm>
            <a:prstGeom prst="rect">
              <a:avLst/>
            </a:prstGeom>
            <a:solidFill>
              <a:srgbClr val="81C9BA"/>
            </a:solidFill>
            <a:ln w="0">
              <a:noFill/>
              <a:prstDash val="solid"/>
            </a:ln>
          </p:spPr>
        </p:sp>
        <p:sp>
          <p:nvSpPr>
            <p:cNvPr id="6045" name="dense-map-3-cell-91">
              <a:extLst>
                <a:ext uri="{FF2B5EF4-FFF2-40B4-BE49-F238E27FC236}">
                  <a16:creationId xmlns:a16="http://schemas.microsoft.com/office/drawing/2014/main" id="{45F20AA0-6022-4AA0-8985-C6C2E5BADC00}"/>
                </a:ext>
              </a:extLst>
            </p:cNvPr>
            <p:cNvSpPr>
              <a:spLocks noGrp="1"/>
            </p:cNvSpPr>
            <p:nvPr/>
          </p:nvSpPr>
          <p:spPr>
            <a:xfrm>
              <a:off x="21713825" y="6615113"/>
              <a:ext cx="236680" cy="6096"/>
            </a:xfrm>
            <a:prstGeom prst="rect">
              <a:avLst/>
            </a:prstGeom>
            <a:solidFill>
              <a:srgbClr val="81C9BA"/>
            </a:solidFill>
            <a:ln w="0">
              <a:noFill/>
              <a:prstDash val="solid"/>
            </a:ln>
          </p:spPr>
        </p:sp>
        <p:sp>
          <p:nvSpPr>
            <p:cNvPr id="6046" name="dense-map-3-cell-90">
              <a:extLst>
                <a:ext uri="{FF2B5EF4-FFF2-40B4-BE49-F238E27FC236}">
                  <a16:creationId xmlns:a16="http://schemas.microsoft.com/office/drawing/2014/main" id="{0B9D9755-D29E-4B33-9150-718498820234}"/>
                </a:ext>
              </a:extLst>
            </p:cNvPr>
            <p:cNvSpPr>
              <a:spLocks noGrp="1"/>
            </p:cNvSpPr>
            <p:nvPr/>
          </p:nvSpPr>
          <p:spPr>
            <a:xfrm>
              <a:off x="21713825" y="6621066"/>
              <a:ext cx="236680" cy="6096"/>
            </a:xfrm>
            <a:prstGeom prst="rect">
              <a:avLst/>
            </a:prstGeom>
            <a:solidFill>
              <a:srgbClr val="81C9BA"/>
            </a:solidFill>
            <a:ln w="0">
              <a:noFill/>
              <a:prstDash val="solid"/>
            </a:ln>
          </p:spPr>
        </p:sp>
        <p:sp>
          <p:nvSpPr>
            <p:cNvPr id="6047" name="dense-map-3-cell-89">
              <a:extLst>
                <a:ext uri="{FF2B5EF4-FFF2-40B4-BE49-F238E27FC236}">
                  <a16:creationId xmlns:a16="http://schemas.microsoft.com/office/drawing/2014/main" id="{FD095528-AE87-4C78-A4FD-1E06B0609BB8}"/>
                </a:ext>
              </a:extLst>
            </p:cNvPr>
            <p:cNvSpPr>
              <a:spLocks noGrp="1"/>
            </p:cNvSpPr>
            <p:nvPr/>
          </p:nvSpPr>
          <p:spPr>
            <a:xfrm>
              <a:off x="21713825" y="6627019"/>
              <a:ext cx="236680" cy="6096"/>
            </a:xfrm>
            <a:prstGeom prst="rect">
              <a:avLst/>
            </a:prstGeom>
            <a:solidFill>
              <a:srgbClr val="81C9BA"/>
            </a:solidFill>
            <a:ln w="0">
              <a:noFill/>
              <a:prstDash val="solid"/>
            </a:ln>
          </p:spPr>
        </p:sp>
        <p:sp>
          <p:nvSpPr>
            <p:cNvPr id="6048" name="dense-map-3-cell-88">
              <a:extLst>
                <a:ext uri="{FF2B5EF4-FFF2-40B4-BE49-F238E27FC236}">
                  <a16:creationId xmlns:a16="http://schemas.microsoft.com/office/drawing/2014/main" id="{B6E6F3E8-D7D6-44C1-880F-488FA8924C0C}"/>
                </a:ext>
              </a:extLst>
            </p:cNvPr>
            <p:cNvSpPr>
              <a:spLocks noGrp="1"/>
            </p:cNvSpPr>
            <p:nvPr/>
          </p:nvSpPr>
          <p:spPr>
            <a:xfrm>
              <a:off x="21713825" y="6632972"/>
              <a:ext cx="236680" cy="6096"/>
            </a:xfrm>
            <a:prstGeom prst="rect">
              <a:avLst/>
            </a:prstGeom>
            <a:solidFill>
              <a:srgbClr val="81C9BA"/>
            </a:solidFill>
            <a:ln w="0">
              <a:noFill/>
              <a:prstDash val="solid"/>
            </a:ln>
          </p:spPr>
        </p:sp>
        <p:sp>
          <p:nvSpPr>
            <p:cNvPr id="6049" name="dense-map-3-cell-87">
              <a:extLst>
                <a:ext uri="{FF2B5EF4-FFF2-40B4-BE49-F238E27FC236}">
                  <a16:creationId xmlns:a16="http://schemas.microsoft.com/office/drawing/2014/main" id="{C8B2E316-7122-43F6-9BA1-C879CBAF5807}"/>
                </a:ext>
              </a:extLst>
            </p:cNvPr>
            <p:cNvSpPr>
              <a:spLocks noGrp="1"/>
            </p:cNvSpPr>
            <p:nvPr/>
          </p:nvSpPr>
          <p:spPr>
            <a:xfrm>
              <a:off x="21713825" y="6638925"/>
              <a:ext cx="236680" cy="6096"/>
            </a:xfrm>
            <a:prstGeom prst="rect">
              <a:avLst/>
            </a:prstGeom>
            <a:solidFill>
              <a:srgbClr val="81C9BA"/>
            </a:solidFill>
            <a:ln w="0">
              <a:noFill/>
              <a:prstDash val="solid"/>
            </a:ln>
          </p:spPr>
        </p:sp>
        <p:sp>
          <p:nvSpPr>
            <p:cNvPr id="6050" name="dense-map-3-cell-86">
              <a:extLst>
                <a:ext uri="{FF2B5EF4-FFF2-40B4-BE49-F238E27FC236}">
                  <a16:creationId xmlns:a16="http://schemas.microsoft.com/office/drawing/2014/main" id="{84DC4102-9097-43BF-AD45-0C4A76ACD292}"/>
                </a:ext>
              </a:extLst>
            </p:cNvPr>
            <p:cNvSpPr>
              <a:spLocks noGrp="1"/>
            </p:cNvSpPr>
            <p:nvPr/>
          </p:nvSpPr>
          <p:spPr>
            <a:xfrm>
              <a:off x="21713825" y="6644878"/>
              <a:ext cx="236680" cy="6096"/>
            </a:xfrm>
            <a:prstGeom prst="rect">
              <a:avLst/>
            </a:prstGeom>
            <a:solidFill>
              <a:srgbClr val="81C9BA"/>
            </a:solidFill>
            <a:ln w="0">
              <a:noFill/>
              <a:prstDash val="solid"/>
            </a:ln>
          </p:spPr>
        </p:sp>
        <p:sp>
          <p:nvSpPr>
            <p:cNvPr id="6051" name="dense-map-3-cell-85">
              <a:extLst>
                <a:ext uri="{FF2B5EF4-FFF2-40B4-BE49-F238E27FC236}">
                  <a16:creationId xmlns:a16="http://schemas.microsoft.com/office/drawing/2014/main" id="{A5684051-0676-4C0A-8B9A-13D7756476EC}"/>
                </a:ext>
              </a:extLst>
            </p:cNvPr>
            <p:cNvSpPr>
              <a:spLocks noGrp="1"/>
            </p:cNvSpPr>
            <p:nvPr/>
          </p:nvSpPr>
          <p:spPr>
            <a:xfrm>
              <a:off x="21713825" y="6650831"/>
              <a:ext cx="236680" cy="6096"/>
            </a:xfrm>
            <a:prstGeom prst="rect">
              <a:avLst/>
            </a:prstGeom>
            <a:solidFill>
              <a:srgbClr val="81C9BA"/>
            </a:solidFill>
            <a:ln w="0">
              <a:noFill/>
              <a:prstDash val="solid"/>
            </a:ln>
          </p:spPr>
        </p:sp>
        <p:sp>
          <p:nvSpPr>
            <p:cNvPr id="6052" name="dense-map-3-cell-84">
              <a:extLst>
                <a:ext uri="{FF2B5EF4-FFF2-40B4-BE49-F238E27FC236}">
                  <a16:creationId xmlns:a16="http://schemas.microsoft.com/office/drawing/2014/main" id="{1B03A5B5-B06D-46FF-B4F3-867B515BEDD1}"/>
                </a:ext>
              </a:extLst>
            </p:cNvPr>
            <p:cNvSpPr>
              <a:spLocks noGrp="1"/>
            </p:cNvSpPr>
            <p:nvPr/>
          </p:nvSpPr>
          <p:spPr>
            <a:xfrm>
              <a:off x="21713825" y="6656784"/>
              <a:ext cx="236680" cy="6096"/>
            </a:xfrm>
            <a:prstGeom prst="rect">
              <a:avLst/>
            </a:prstGeom>
            <a:solidFill>
              <a:srgbClr val="7AC7B7"/>
            </a:solidFill>
            <a:ln w="0">
              <a:noFill/>
              <a:prstDash val="solid"/>
            </a:ln>
          </p:spPr>
        </p:sp>
        <p:sp>
          <p:nvSpPr>
            <p:cNvPr id="6053" name="dense-map-3-cell-83">
              <a:extLst>
                <a:ext uri="{FF2B5EF4-FFF2-40B4-BE49-F238E27FC236}">
                  <a16:creationId xmlns:a16="http://schemas.microsoft.com/office/drawing/2014/main" id="{22478459-528F-4AB2-A668-B5E9B7DBDB40}"/>
                </a:ext>
              </a:extLst>
            </p:cNvPr>
            <p:cNvSpPr>
              <a:spLocks noGrp="1"/>
            </p:cNvSpPr>
            <p:nvPr/>
          </p:nvSpPr>
          <p:spPr>
            <a:xfrm>
              <a:off x="21713825" y="6662738"/>
              <a:ext cx="236680" cy="6096"/>
            </a:xfrm>
            <a:prstGeom prst="rect">
              <a:avLst/>
            </a:prstGeom>
            <a:solidFill>
              <a:srgbClr val="69C1AD"/>
            </a:solidFill>
            <a:ln w="0">
              <a:noFill/>
              <a:prstDash val="solid"/>
            </a:ln>
          </p:spPr>
        </p:sp>
        <p:sp>
          <p:nvSpPr>
            <p:cNvPr id="6054" name="dense-map-3-cell-82">
              <a:extLst>
                <a:ext uri="{FF2B5EF4-FFF2-40B4-BE49-F238E27FC236}">
                  <a16:creationId xmlns:a16="http://schemas.microsoft.com/office/drawing/2014/main" id="{6371D37A-7451-4912-BC8E-8007F3AD1A6F}"/>
                </a:ext>
              </a:extLst>
            </p:cNvPr>
            <p:cNvSpPr>
              <a:spLocks noGrp="1"/>
            </p:cNvSpPr>
            <p:nvPr/>
          </p:nvSpPr>
          <p:spPr>
            <a:xfrm>
              <a:off x="21713825" y="6668691"/>
              <a:ext cx="236680" cy="6096"/>
            </a:xfrm>
            <a:prstGeom prst="rect">
              <a:avLst/>
            </a:prstGeom>
            <a:solidFill>
              <a:srgbClr val="83CABC"/>
            </a:solidFill>
            <a:ln w="0">
              <a:noFill/>
              <a:prstDash val="solid"/>
            </a:ln>
          </p:spPr>
        </p:sp>
        <p:sp>
          <p:nvSpPr>
            <p:cNvPr id="6055" name="dense-map-3-cell-81">
              <a:extLst>
                <a:ext uri="{FF2B5EF4-FFF2-40B4-BE49-F238E27FC236}">
                  <a16:creationId xmlns:a16="http://schemas.microsoft.com/office/drawing/2014/main" id="{AF9D9722-ACC3-4DDE-B0E3-F5C68A16D8AC}"/>
                </a:ext>
              </a:extLst>
            </p:cNvPr>
            <p:cNvSpPr>
              <a:spLocks noGrp="1"/>
            </p:cNvSpPr>
            <p:nvPr/>
          </p:nvSpPr>
          <p:spPr>
            <a:xfrm>
              <a:off x="21713825" y="6674644"/>
              <a:ext cx="236680" cy="6096"/>
            </a:xfrm>
            <a:prstGeom prst="rect">
              <a:avLst/>
            </a:prstGeom>
            <a:solidFill>
              <a:srgbClr val="90BCA4"/>
            </a:solidFill>
            <a:ln w="0">
              <a:noFill/>
              <a:prstDash val="solid"/>
            </a:ln>
          </p:spPr>
        </p:sp>
        <p:sp>
          <p:nvSpPr>
            <p:cNvPr id="6056" name="dense-map-3-cell-80">
              <a:extLst>
                <a:ext uri="{FF2B5EF4-FFF2-40B4-BE49-F238E27FC236}">
                  <a16:creationId xmlns:a16="http://schemas.microsoft.com/office/drawing/2014/main" id="{BD48EA20-65EE-4CD4-A9A4-ABF334ED5DAB}"/>
                </a:ext>
              </a:extLst>
            </p:cNvPr>
            <p:cNvSpPr>
              <a:spLocks noGrp="1"/>
            </p:cNvSpPr>
            <p:nvPr/>
          </p:nvSpPr>
          <p:spPr>
            <a:xfrm>
              <a:off x="21713825" y="6680597"/>
              <a:ext cx="236680" cy="6096"/>
            </a:xfrm>
            <a:prstGeom prst="rect">
              <a:avLst/>
            </a:prstGeom>
            <a:solidFill>
              <a:srgbClr val="D09157"/>
            </a:solidFill>
            <a:ln w="0">
              <a:noFill/>
              <a:prstDash val="solid"/>
            </a:ln>
          </p:spPr>
        </p:sp>
        <p:sp>
          <p:nvSpPr>
            <p:cNvPr id="6057" name="dense-map-3-cell-79">
              <a:extLst>
                <a:ext uri="{FF2B5EF4-FFF2-40B4-BE49-F238E27FC236}">
                  <a16:creationId xmlns:a16="http://schemas.microsoft.com/office/drawing/2014/main" id="{C67D30C9-C26C-41A5-955C-F7DFF0E4F3E7}"/>
                </a:ext>
              </a:extLst>
            </p:cNvPr>
            <p:cNvSpPr>
              <a:spLocks noGrp="1"/>
            </p:cNvSpPr>
            <p:nvPr/>
          </p:nvSpPr>
          <p:spPr>
            <a:xfrm>
              <a:off x="21713825" y="6686550"/>
              <a:ext cx="236680" cy="6096"/>
            </a:xfrm>
            <a:prstGeom prst="rect">
              <a:avLst/>
            </a:prstGeom>
            <a:solidFill>
              <a:srgbClr val="D66D19"/>
            </a:solidFill>
            <a:ln w="0">
              <a:noFill/>
              <a:prstDash val="solid"/>
            </a:ln>
          </p:spPr>
        </p:sp>
        <p:sp>
          <p:nvSpPr>
            <p:cNvPr id="6058" name="dense-map-3-cell-78">
              <a:extLst>
                <a:ext uri="{FF2B5EF4-FFF2-40B4-BE49-F238E27FC236}">
                  <a16:creationId xmlns:a16="http://schemas.microsoft.com/office/drawing/2014/main" id="{2B9B0FAA-9097-46FC-B391-2D0C173DCE06}"/>
                </a:ext>
              </a:extLst>
            </p:cNvPr>
            <p:cNvSpPr>
              <a:spLocks noGrp="1"/>
            </p:cNvSpPr>
            <p:nvPr/>
          </p:nvSpPr>
          <p:spPr>
            <a:xfrm>
              <a:off x="21713825" y="6692503"/>
              <a:ext cx="236680" cy="6096"/>
            </a:xfrm>
            <a:prstGeom prst="rect">
              <a:avLst/>
            </a:prstGeom>
            <a:solidFill>
              <a:srgbClr val="D5640A"/>
            </a:solidFill>
            <a:ln w="0">
              <a:noFill/>
              <a:prstDash val="solid"/>
            </a:ln>
          </p:spPr>
        </p:sp>
        <p:sp>
          <p:nvSpPr>
            <p:cNvPr id="6059" name="dense-map-3-cell-77">
              <a:extLst>
                <a:ext uri="{FF2B5EF4-FFF2-40B4-BE49-F238E27FC236}">
                  <a16:creationId xmlns:a16="http://schemas.microsoft.com/office/drawing/2014/main" id="{0839232E-AE5F-4224-97D1-36BAE86DA910}"/>
                </a:ext>
              </a:extLst>
            </p:cNvPr>
            <p:cNvSpPr>
              <a:spLocks noGrp="1"/>
            </p:cNvSpPr>
            <p:nvPr/>
          </p:nvSpPr>
          <p:spPr>
            <a:xfrm>
              <a:off x="21713825" y="6698456"/>
              <a:ext cx="236680" cy="6096"/>
            </a:xfrm>
            <a:prstGeom prst="rect">
              <a:avLst/>
            </a:prstGeom>
            <a:solidFill>
              <a:srgbClr val="D55F02"/>
            </a:solidFill>
            <a:ln w="0">
              <a:noFill/>
              <a:prstDash val="solid"/>
            </a:ln>
          </p:spPr>
        </p:sp>
        <p:sp>
          <p:nvSpPr>
            <p:cNvPr id="6060" name="dense-map-3-cell-76">
              <a:extLst>
                <a:ext uri="{FF2B5EF4-FFF2-40B4-BE49-F238E27FC236}">
                  <a16:creationId xmlns:a16="http://schemas.microsoft.com/office/drawing/2014/main" id="{B7F588E1-1C02-4985-9D59-D4CADFF3228A}"/>
                </a:ext>
              </a:extLst>
            </p:cNvPr>
            <p:cNvSpPr>
              <a:spLocks noGrp="1"/>
            </p:cNvSpPr>
            <p:nvPr/>
          </p:nvSpPr>
          <p:spPr>
            <a:xfrm>
              <a:off x="21713825" y="6704409"/>
              <a:ext cx="236680" cy="6096"/>
            </a:xfrm>
            <a:prstGeom prst="rect">
              <a:avLst/>
            </a:prstGeom>
            <a:solidFill>
              <a:srgbClr val="D55E00"/>
            </a:solidFill>
            <a:ln w="0">
              <a:noFill/>
              <a:prstDash val="solid"/>
            </a:ln>
          </p:spPr>
        </p:sp>
        <p:sp>
          <p:nvSpPr>
            <p:cNvPr id="6061" name="dense-map-3-cell-75">
              <a:extLst>
                <a:ext uri="{FF2B5EF4-FFF2-40B4-BE49-F238E27FC236}">
                  <a16:creationId xmlns:a16="http://schemas.microsoft.com/office/drawing/2014/main" id="{4CCF9746-BCD5-48D7-A043-672DE35B6E0C}"/>
                </a:ext>
              </a:extLst>
            </p:cNvPr>
            <p:cNvSpPr>
              <a:spLocks noGrp="1"/>
            </p:cNvSpPr>
            <p:nvPr/>
          </p:nvSpPr>
          <p:spPr>
            <a:xfrm>
              <a:off x="21713825" y="6710363"/>
              <a:ext cx="236680" cy="6096"/>
            </a:xfrm>
            <a:prstGeom prst="rect">
              <a:avLst/>
            </a:prstGeom>
            <a:solidFill>
              <a:srgbClr val="D55E00"/>
            </a:solidFill>
            <a:ln w="0">
              <a:noFill/>
              <a:prstDash val="solid"/>
            </a:ln>
          </p:spPr>
        </p:sp>
        <p:sp>
          <p:nvSpPr>
            <p:cNvPr id="6062" name="dense-map-3-cell-74">
              <a:extLst>
                <a:ext uri="{FF2B5EF4-FFF2-40B4-BE49-F238E27FC236}">
                  <a16:creationId xmlns:a16="http://schemas.microsoft.com/office/drawing/2014/main" id="{ED4BF469-9A6E-47F3-A8BF-74796B376DD6}"/>
                </a:ext>
              </a:extLst>
            </p:cNvPr>
            <p:cNvSpPr>
              <a:spLocks noGrp="1"/>
            </p:cNvSpPr>
            <p:nvPr/>
          </p:nvSpPr>
          <p:spPr>
            <a:xfrm>
              <a:off x="21713825" y="6716316"/>
              <a:ext cx="236680" cy="6096"/>
            </a:xfrm>
            <a:prstGeom prst="rect">
              <a:avLst/>
            </a:prstGeom>
            <a:solidFill>
              <a:srgbClr val="D55E00"/>
            </a:solidFill>
            <a:ln w="0">
              <a:noFill/>
              <a:prstDash val="solid"/>
            </a:ln>
          </p:spPr>
        </p:sp>
        <p:sp>
          <p:nvSpPr>
            <p:cNvPr id="6063" name="dense-map-3-cell-73">
              <a:extLst>
                <a:ext uri="{FF2B5EF4-FFF2-40B4-BE49-F238E27FC236}">
                  <a16:creationId xmlns:a16="http://schemas.microsoft.com/office/drawing/2014/main" id="{4C7A13F6-0C92-45F7-B808-82660BD6137A}"/>
                </a:ext>
              </a:extLst>
            </p:cNvPr>
            <p:cNvSpPr>
              <a:spLocks noGrp="1"/>
            </p:cNvSpPr>
            <p:nvPr/>
          </p:nvSpPr>
          <p:spPr>
            <a:xfrm>
              <a:off x="21713825" y="6722269"/>
              <a:ext cx="236680" cy="6096"/>
            </a:xfrm>
            <a:prstGeom prst="rect">
              <a:avLst/>
            </a:prstGeom>
            <a:solidFill>
              <a:srgbClr val="D55E00"/>
            </a:solidFill>
            <a:ln w="0">
              <a:noFill/>
              <a:prstDash val="solid"/>
            </a:ln>
          </p:spPr>
        </p:sp>
        <p:sp>
          <p:nvSpPr>
            <p:cNvPr id="6064" name="dense-map-3-cell-72">
              <a:extLst>
                <a:ext uri="{FF2B5EF4-FFF2-40B4-BE49-F238E27FC236}">
                  <a16:creationId xmlns:a16="http://schemas.microsoft.com/office/drawing/2014/main" id="{44437107-8423-4D91-8530-9ACB9028915F}"/>
                </a:ext>
              </a:extLst>
            </p:cNvPr>
            <p:cNvSpPr>
              <a:spLocks noGrp="1"/>
            </p:cNvSpPr>
            <p:nvPr/>
          </p:nvSpPr>
          <p:spPr>
            <a:xfrm>
              <a:off x="21713825" y="6728222"/>
              <a:ext cx="236680" cy="6096"/>
            </a:xfrm>
            <a:prstGeom prst="rect">
              <a:avLst/>
            </a:prstGeom>
            <a:solidFill>
              <a:srgbClr val="D55E00"/>
            </a:solidFill>
            <a:ln w="0">
              <a:noFill/>
              <a:prstDash val="solid"/>
            </a:ln>
          </p:spPr>
        </p:sp>
        <p:sp>
          <p:nvSpPr>
            <p:cNvPr id="6065" name="dense-map-3-cell-71">
              <a:extLst>
                <a:ext uri="{FF2B5EF4-FFF2-40B4-BE49-F238E27FC236}">
                  <a16:creationId xmlns:a16="http://schemas.microsoft.com/office/drawing/2014/main" id="{6B508885-6375-4A63-9450-A8CD48D3F53B}"/>
                </a:ext>
              </a:extLst>
            </p:cNvPr>
            <p:cNvSpPr>
              <a:spLocks noGrp="1"/>
            </p:cNvSpPr>
            <p:nvPr/>
          </p:nvSpPr>
          <p:spPr>
            <a:xfrm>
              <a:off x="21713825" y="6734175"/>
              <a:ext cx="236680" cy="6096"/>
            </a:xfrm>
            <a:prstGeom prst="rect">
              <a:avLst/>
            </a:prstGeom>
            <a:solidFill>
              <a:srgbClr val="D55E00"/>
            </a:solidFill>
            <a:ln w="0">
              <a:noFill/>
              <a:prstDash val="solid"/>
            </a:ln>
          </p:spPr>
        </p:sp>
        <p:sp>
          <p:nvSpPr>
            <p:cNvPr id="6066" name="dense-map-3-cell-70">
              <a:extLst>
                <a:ext uri="{FF2B5EF4-FFF2-40B4-BE49-F238E27FC236}">
                  <a16:creationId xmlns:a16="http://schemas.microsoft.com/office/drawing/2014/main" id="{C5311A5D-E9B9-4B19-88A2-08BBF1632B77}"/>
                </a:ext>
              </a:extLst>
            </p:cNvPr>
            <p:cNvSpPr>
              <a:spLocks noGrp="1"/>
            </p:cNvSpPr>
            <p:nvPr/>
          </p:nvSpPr>
          <p:spPr>
            <a:xfrm>
              <a:off x="21713825" y="6740128"/>
              <a:ext cx="236680" cy="6096"/>
            </a:xfrm>
            <a:prstGeom prst="rect">
              <a:avLst/>
            </a:prstGeom>
            <a:solidFill>
              <a:srgbClr val="D55E00"/>
            </a:solidFill>
            <a:ln w="0">
              <a:noFill/>
              <a:prstDash val="solid"/>
            </a:ln>
          </p:spPr>
        </p:sp>
        <p:sp>
          <p:nvSpPr>
            <p:cNvPr id="6067" name="dense-map-3-cell-69">
              <a:extLst>
                <a:ext uri="{FF2B5EF4-FFF2-40B4-BE49-F238E27FC236}">
                  <a16:creationId xmlns:a16="http://schemas.microsoft.com/office/drawing/2014/main" id="{136B97A3-B4B0-46F9-8453-EFBB8D9F95E8}"/>
                </a:ext>
              </a:extLst>
            </p:cNvPr>
            <p:cNvSpPr>
              <a:spLocks noGrp="1"/>
            </p:cNvSpPr>
            <p:nvPr/>
          </p:nvSpPr>
          <p:spPr>
            <a:xfrm>
              <a:off x="21713825" y="6746081"/>
              <a:ext cx="236680" cy="6096"/>
            </a:xfrm>
            <a:prstGeom prst="rect">
              <a:avLst/>
            </a:prstGeom>
            <a:solidFill>
              <a:srgbClr val="D55E00"/>
            </a:solidFill>
            <a:ln w="0">
              <a:noFill/>
              <a:prstDash val="solid"/>
            </a:ln>
          </p:spPr>
        </p:sp>
        <p:sp>
          <p:nvSpPr>
            <p:cNvPr id="6068" name="dense-map-3-cell-68">
              <a:extLst>
                <a:ext uri="{FF2B5EF4-FFF2-40B4-BE49-F238E27FC236}">
                  <a16:creationId xmlns:a16="http://schemas.microsoft.com/office/drawing/2014/main" id="{0A40B6C6-54C9-4A96-8228-A963589DC9DD}"/>
                </a:ext>
              </a:extLst>
            </p:cNvPr>
            <p:cNvSpPr>
              <a:spLocks noGrp="1"/>
            </p:cNvSpPr>
            <p:nvPr/>
          </p:nvSpPr>
          <p:spPr>
            <a:xfrm>
              <a:off x="21713825" y="6752034"/>
              <a:ext cx="236680" cy="6096"/>
            </a:xfrm>
            <a:prstGeom prst="rect">
              <a:avLst/>
            </a:prstGeom>
            <a:solidFill>
              <a:srgbClr val="D55E00"/>
            </a:solidFill>
            <a:ln w="0">
              <a:noFill/>
              <a:prstDash val="solid"/>
            </a:ln>
          </p:spPr>
        </p:sp>
        <p:sp>
          <p:nvSpPr>
            <p:cNvPr id="6069" name="dense-map-3-cell-67">
              <a:extLst>
                <a:ext uri="{FF2B5EF4-FFF2-40B4-BE49-F238E27FC236}">
                  <a16:creationId xmlns:a16="http://schemas.microsoft.com/office/drawing/2014/main" id="{4EB451F9-F85E-4CF2-BFB9-A330EA5D0862}"/>
                </a:ext>
              </a:extLst>
            </p:cNvPr>
            <p:cNvSpPr>
              <a:spLocks noGrp="1"/>
            </p:cNvSpPr>
            <p:nvPr/>
          </p:nvSpPr>
          <p:spPr>
            <a:xfrm>
              <a:off x="21713825" y="6757988"/>
              <a:ext cx="236680" cy="6096"/>
            </a:xfrm>
            <a:prstGeom prst="rect">
              <a:avLst/>
            </a:prstGeom>
            <a:solidFill>
              <a:srgbClr val="D55E00"/>
            </a:solidFill>
            <a:ln w="0">
              <a:noFill/>
              <a:prstDash val="solid"/>
            </a:ln>
          </p:spPr>
        </p:sp>
        <p:sp>
          <p:nvSpPr>
            <p:cNvPr id="6070" name="dense-map-3-cell-66">
              <a:extLst>
                <a:ext uri="{FF2B5EF4-FFF2-40B4-BE49-F238E27FC236}">
                  <a16:creationId xmlns:a16="http://schemas.microsoft.com/office/drawing/2014/main" id="{74236099-D3F9-48A3-974A-8F8A9ED6D48C}"/>
                </a:ext>
              </a:extLst>
            </p:cNvPr>
            <p:cNvSpPr>
              <a:spLocks noGrp="1"/>
            </p:cNvSpPr>
            <p:nvPr/>
          </p:nvSpPr>
          <p:spPr>
            <a:xfrm>
              <a:off x="21713825" y="6763941"/>
              <a:ext cx="236680" cy="6096"/>
            </a:xfrm>
            <a:prstGeom prst="rect">
              <a:avLst/>
            </a:prstGeom>
            <a:solidFill>
              <a:srgbClr val="D55E00"/>
            </a:solidFill>
            <a:ln w="0">
              <a:noFill/>
              <a:prstDash val="solid"/>
            </a:ln>
          </p:spPr>
        </p:sp>
        <p:sp>
          <p:nvSpPr>
            <p:cNvPr id="6071" name="dense-map-3-cell-65">
              <a:extLst>
                <a:ext uri="{FF2B5EF4-FFF2-40B4-BE49-F238E27FC236}">
                  <a16:creationId xmlns:a16="http://schemas.microsoft.com/office/drawing/2014/main" id="{43A19E6D-5466-4FF6-A2F1-C6AD5934A4F3}"/>
                </a:ext>
              </a:extLst>
            </p:cNvPr>
            <p:cNvSpPr>
              <a:spLocks noGrp="1"/>
            </p:cNvSpPr>
            <p:nvPr/>
          </p:nvSpPr>
          <p:spPr>
            <a:xfrm>
              <a:off x="21713825" y="6769894"/>
              <a:ext cx="236680" cy="6096"/>
            </a:xfrm>
            <a:prstGeom prst="rect">
              <a:avLst/>
            </a:prstGeom>
            <a:solidFill>
              <a:srgbClr val="D55E00"/>
            </a:solidFill>
            <a:ln w="0">
              <a:noFill/>
              <a:prstDash val="solid"/>
            </a:ln>
          </p:spPr>
        </p:sp>
        <p:sp>
          <p:nvSpPr>
            <p:cNvPr id="6072" name="dense-map-3-cell-64">
              <a:extLst>
                <a:ext uri="{FF2B5EF4-FFF2-40B4-BE49-F238E27FC236}">
                  <a16:creationId xmlns:a16="http://schemas.microsoft.com/office/drawing/2014/main" id="{E77D785E-5D39-4590-9542-C22240D9987D}"/>
                </a:ext>
              </a:extLst>
            </p:cNvPr>
            <p:cNvSpPr>
              <a:spLocks noGrp="1"/>
            </p:cNvSpPr>
            <p:nvPr/>
          </p:nvSpPr>
          <p:spPr>
            <a:xfrm>
              <a:off x="21713825" y="6775847"/>
              <a:ext cx="236680" cy="6096"/>
            </a:xfrm>
            <a:prstGeom prst="rect">
              <a:avLst/>
            </a:prstGeom>
            <a:solidFill>
              <a:srgbClr val="D56003"/>
            </a:solidFill>
            <a:ln w="0">
              <a:noFill/>
              <a:prstDash val="solid"/>
            </a:ln>
          </p:spPr>
        </p:sp>
        <p:sp>
          <p:nvSpPr>
            <p:cNvPr id="6073" name="dense-map-3-cell-63">
              <a:extLst>
                <a:ext uri="{FF2B5EF4-FFF2-40B4-BE49-F238E27FC236}">
                  <a16:creationId xmlns:a16="http://schemas.microsoft.com/office/drawing/2014/main" id="{76F63F42-92B3-4862-81AD-BE6CBADE52D7}"/>
                </a:ext>
              </a:extLst>
            </p:cNvPr>
            <p:cNvSpPr>
              <a:spLocks noGrp="1"/>
            </p:cNvSpPr>
            <p:nvPr/>
          </p:nvSpPr>
          <p:spPr>
            <a:xfrm>
              <a:off x="21713825" y="6781800"/>
              <a:ext cx="236680" cy="6096"/>
            </a:xfrm>
            <a:prstGeom prst="rect">
              <a:avLst/>
            </a:prstGeom>
            <a:solidFill>
              <a:srgbClr val="D56710"/>
            </a:solidFill>
            <a:ln w="0">
              <a:noFill/>
              <a:prstDash val="solid"/>
            </a:ln>
          </p:spPr>
        </p:sp>
        <p:sp>
          <p:nvSpPr>
            <p:cNvPr id="6074" name="dense-map-3-cell-62">
              <a:extLst>
                <a:ext uri="{FF2B5EF4-FFF2-40B4-BE49-F238E27FC236}">
                  <a16:creationId xmlns:a16="http://schemas.microsoft.com/office/drawing/2014/main" id="{7CDA3FAA-91D1-4375-94DF-B62C8FB9A4BB}"/>
                </a:ext>
              </a:extLst>
            </p:cNvPr>
            <p:cNvSpPr>
              <a:spLocks noGrp="1"/>
            </p:cNvSpPr>
            <p:nvPr/>
          </p:nvSpPr>
          <p:spPr>
            <a:xfrm>
              <a:off x="21713825" y="6787753"/>
              <a:ext cx="236680" cy="6096"/>
            </a:xfrm>
            <a:prstGeom prst="rect">
              <a:avLst/>
            </a:prstGeom>
            <a:solidFill>
              <a:srgbClr val="D6792E"/>
            </a:solidFill>
            <a:ln w="0">
              <a:noFill/>
              <a:prstDash val="solid"/>
            </a:ln>
          </p:spPr>
        </p:sp>
        <p:sp>
          <p:nvSpPr>
            <p:cNvPr id="6075" name="dense-map-3-cell-61">
              <a:extLst>
                <a:ext uri="{FF2B5EF4-FFF2-40B4-BE49-F238E27FC236}">
                  <a16:creationId xmlns:a16="http://schemas.microsoft.com/office/drawing/2014/main" id="{1A22BC57-3FF5-4392-8E1E-39CB06DCF931}"/>
                </a:ext>
              </a:extLst>
            </p:cNvPr>
            <p:cNvSpPr>
              <a:spLocks noGrp="1"/>
            </p:cNvSpPr>
            <p:nvPr/>
          </p:nvSpPr>
          <p:spPr>
            <a:xfrm>
              <a:off x="21713825" y="6793706"/>
              <a:ext cx="236680" cy="6096"/>
            </a:xfrm>
            <a:prstGeom prst="rect">
              <a:avLst/>
            </a:prstGeom>
            <a:solidFill>
              <a:srgbClr val="D89157"/>
            </a:solidFill>
            <a:ln w="0">
              <a:noFill/>
              <a:prstDash val="solid"/>
            </a:ln>
          </p:spPr>
        </p:sp>
        <p:sp>
          <p:nvSpPr>
            <p:cNvPr id="6076" name="dense-map-3-cell-60">
              <a:extLst>
                <a:ext uri="{FF2B5EF4-FFF2-40B4-BE49-F238E27FC236}">
                  <a16:creationId xmlns:a16="http://schemas.microsoft.com/office/drawing/2014/main" id="{47FEB625-E65D-4B04-BB4C-F88EF6D888B6}"/>
                </a:ext>
              </a:extLst>
            </p:cNvPr>
            <p:cNvSpPr>
              <a:spLocks noGrp="1"/>
            </p:cNvSpPr>
            <p:nvPr/>
          </p:nvSpPr>
          <p:spPr>
            <a:xfrm>
              <a:off x="21713825" y="6799659"/>
              <a:ext cx="236680" cy="6096"/>
            </a:xfrm>
            <a:prstGeom prst="rect">
              <a:avLst/>
            </a:prstGeom>
            <a:solidFill>
              <a:srgbClr val="D8AB84"/>
            </a:solidFill>
            <a:ln w="0">
              <a:noFill/>
              <a:prstDash val="solid"/>
            </a:ln>
          </p:spPr>
        </p:sp>
        <p:sp>
          <p:nvSpPr>
            <p:cNvPr id="6077" name="dense-map-3-cell-59">
              <a:extLst>
                <a:ext uri="{FF2B5EF4-FFF2-40B4-BE49-F238E27FC236}">
                  <a16:creationId xmlns:a16="http://schemas.microsoft.com/office/drawing/2014/main" id="{62640BB9-B30A-4F5B-A9FA-FE13C0E62F45}"/>
                </a:ext>
              </a:extLst>
            </p:cNvPr>
            <p:cNvSpPr>
              <a:spLocks noGrp="1"/>
            </p:cNvSpPr>
            <p:nvPr/>
          </p:nvSpPr>
          <p:spPr>
            <a:xfrm>
              <a:off x="21713825" y="6805613"/>
              <a:ext cx="236680" cy="6096"/>
            </a:xfrm>
            <a:prstGeom prst="rect">
              <a:avLst/>
            </a:prstGeom>
            <a:solidFill>
              <a:srgbClr val="D8C4B0"/>
            </a:solidFill>
            <a:ln w="0">
              <a:noFill/>
              <a:prstDash val="solid"/>
            </a:ln>
          </p:spPr>
        </p:sp>
        <p:sp>
          <p:nvSpPr>
            <p:cNvPr id="6078" name="dense-map-3-cell-58">
              <a:extLst>
                <a:ext uri="{FF2B5EF4-FFF2-40B4-BE49-F238E27FC236}">
                  <a16:creationId xmlns:a16="http://schemas.microsoft.com/office/drawing/2014/main" id="{EA4997AF-7D8E-493D-A4F3-05DB0242F844}"/>
                </a:ext>
              </a:extLst>
            </p:cNvPr>
            <p:cNvSpPr>
              <a:spLocks noGrp="1"/>
            </p:cNvSpPr>
            <p:nvPr/>
          </p:nvSpPr>
          <p:spPr>
            <a:xfrm>
              <a:off x="21713825" y="6811566"/>
              <a:ext cx="236680" cy="6096"/>
            </a:xfrm>
            <a:prstGeom prst="rect">
              <a:avLst/>
            </a:prstGeom>
            <a:solidFill>
              <a:srgbClr val="DBDDDA"/>
            </a:solidFill>
            <a:ln w="0">
              <a:noFill/>
              <a:prstDash val="solid"/>
            </a:ln>
          </p:spPr>
        </p:sp>
        <p:sp>
          <p:nvSpPr>
            <p:cNvPr id="6079" name="dense-map-3-cell-57">
              <a:extLst>
                <a:ext uri="{FF2B5EF4-FFF2-40B4-BE49-F238E27FC236}">
                  <a16:creationId xmlns:a16="http://schemas.microsoft.com/office/drawing/2014/main" id="{7FCAA7E8-AFF8-499A-A802-6E46DDD5BD63}"/>
                </a:ext>
              </a:extLst>
            </p:cNvPr>
            <p:cNvSpPr>
              <a:spLocks noGrp="1"/>
            </p:cNvSpPr>
            <p:nvPr/>
          </p:nvSpPr>
          <p:spPr>
            <a:xfrm>
              <a:off x="21713825" y="6817519"/>
              <a:ext cx="236680" cy="6096"/>
            </a:xfrm>
            <a:prstGeom prst="rect">
              <a:avLst/>
            </a:prstGeom>
            <a:solidFill>
              <a:srgbClr val="D8E7EB"/>
            </a:solidFill>
            <a:ln w="0">
              <a:noFill/>
              <a:prstDash val="solid"/>
            </a:ln>
          </p:spPr>
        </p:sp>
        <p:sp>
          <p:nvSpPr>
            <p:cNvPr id="6080" name="dense-map-3-cell-56">
              <a:extLst>
                <a:ext uri="{FF2B5EF4-FFF2-40B4-BE49-F238E27FC236}">
                  <a16:creationId xmlns:a16="http://schemas.microsoft.com/office/drawing/2014/main" id="{AC61B79E-FFE7-4DC5-AB31-29CB4B3F0C8F}"/>
                </a:ext>
              </a:extLst>
            </p:cNvPr>
            <p:cNvSpPr>
              <a:spLocks noGrp="1"/>
            </p:cNvSpPr>
            <p:nvPr/>
          </p:nvSpPr>
          <p:spPr>
            <a:xfrm>
              <a:off x="21713825" y="6823472"/>
              <a:ext cx="236680" cy="6096"/>
            </a:xfrm>
            <a:prstGeom prst="rect">
              <a:avLst/>
            </a:prstGeom>
            <a:solidFill>
              <a:srgbClr val="DBE8ED"/>
            </a:solidFill>
            <a:ln w="0">
              <a:noFill/>
              <a:prstDash val="solid"/>
            </a:ln>
          </p:spPr>
        </p:sp>
        <p:sp>
          <p:nvSpPr>
            <p:cNvPr id="6081" name="dense-map-3-cell-55">
              <a:extLst>
                <a:ext uri="{FF2B5EF4-FFF2-40B4-BE49-F238E27FC236}">
                  <a16:creationId xmlns:a16="http://schemas.microsoft.com/office/drawing/2014/main" id="{A5BC1376-72AD-40E8-BAFC-F53F69298CCA}"/>
                </a:ext>
              </a:extLst>
            </p:cNvPr>
            <p:cNvSpPr>
              <a:spLocks noGrp="1"/>
            </p:cNvSpPr>
            <p:nvPr/>
          </p:nvSpPr>
          <p:spPr>
            <a:xfrm>
              <a:off x="21713825" y="6829425"/>
              <a:ext cx="236680" cy="6096"/>
            </a:xfrm>
            <a:prstGeom prst="rect">
              <a:avLst/>
            </a:prstGeom>
            <a:solidFill>
              <a:srgbClr val="DCE8ED"/>
            </a:solidFill>
            <a:ln w="0">
              <a:noFill/>
              <a:prstDash val="solid"/>
            </a:ln>
          </p:spPr>
        </p:sp>
        <p:sp>
          <p:nvSpPr>
            <p:cNvPr id="6082" name="dense-map-3-cell-54">
              <a:extLst>
                <a:ext uri="{FF2B5EF4-FFF2-40B4-BE49-F238E27FC236}">
                  <a16:creationId xmlns:a16="http://schemas.microsoft.com/office/drawing/2014/main" id="{1DC4EA57-6706-4CA3-A896-5728ECB4679C}"/>
                </a:ext>
              </a:extLst>
            </p:cNvPr>
            <p:cNvSpPr>
              <a:spLocks noGrp="1"/>
            </p:cNvSpPr>
            <p:nvPr/>
          </p:nvSpPr>
          <p:spPr>
            <a:xfrm>
              <a:off x="21713825" y="6835378"/>
              <a:ext cx="236680" cy="6096"/>
            </a:xfrm>
            <a:prstGeom prst="rect">
              <a:avLst/>
            </a:prstGeom>
            <a:solidFill>
              <a:srgbClr val="DCE8ED"/>
            </a:solidFill>
            <a:ln w="0">
              <a:noFill/>
              <a:prstDash val="solid"/>
            </a:ln>
          </p:spPr>
        </p:sp>
        <p:sp>
          <p:nvSpPr>
            <p:cNvPr id="6083" name="dense-map-3-cell-53">
              <a:extLst>
                <a:ext uri="{FF2B5EF4-FFF2-40B4-BE49-F238E27FC236}">
                  <a16:creationId xmlns:a16="http://schemas.microsoft.com/office/drawing/2014/main" id="{67B2E266-888E-4E91-A3B5-1FBEA7ABD2CB}"/>
                </a:ext>
              </a:extLst>
            </p:cNvPr>
            <p:cNvSpPr>
              <a:spLocks noGrp="1"/>
            </p:cNvSpPr>
            <p:nvPr/>
          </p:nvSpPr>
          <p:spPr>
            <a:xfrm>
              <a:off x="21713825" y="6841331"/>
              <a:ext cx="236680" cy="6096"/>
            </a:xfrm>
            <a:prstGeom prst="rect">
              <a:avLst/>
            </a:prstGeom>
            <a:solidFill>
              <a:srgbClr val="DCE8ED"/>
            </a:solidFill>
            <a:ln w="0">
              <a:noFill/>
              <a:prstDash val="solid"/>
            </a:ln>
          </p:spPr>
        </p:sp>
        <p:sp>
          <p:nvSpPr>
            <p:cNvPr id="6084" name="dense-map-3-cell-52">
              <a:extLst>
                <a:ext uri="{FF2B5EF4-FFF2-40B4-BE49-F238E27FC236}">
                  <a16:creationId xmlns:a16="http://schemas.microsoft.com/office/drawing/2014/main" id="{4C7ABFD2-8EEB-4B53-AE87-D5CF84F3EE7A}"/>
                </a:ext>
              </a:extLst>
            </p:cNvPr>
            <p:cNvSpPr>
              <a:spLocks noGrp="1"/>
            </p:cNvSpPr>
            <p:nvPr/>
          </p:nvSpPr>
          <p:spPr>
            <a:xfrm>
              <a:off x="21713825" y="6847284"/>
              <a:ext cx="236680" cy="6096"/>
            </a:xfrm>
            <a:prstGeom prst="rect">
              <a:avLst/>
            </a:prstGeom>
            <a:solidFill>
              <a:srgbClr val="DCE8ED"/>
            </a:solidFill>
            <a:ln w="0">
              <a:noFill/>
              <a:prstDash val="solid"/>
            </a:ln>
          </p:spPr>
        </p:sp>
        <p:sp>
          <p:nvSpPr>
            <p:cNvPr id="6085" name="dense-map-3-cell-51">
              <a:extLst>
                <a:ext uri="{FF2B5EF4-FFF2-40B4-BE49-F238E27FC236}">
                  <a16:creationId xmlns:a16="http://schemas.microsoft.com/office/drawing/2014/main" id="{E6A7EBA0-DE4A-4745-8809-376BD7C17CCE}"/>
                </a:ext>
              </a:extLst>
            </p:cNvPr>
            <p:cNvSpPr>
              <a:spLocks noGrp="1"/>
            </p:cNvSpPr>
            <p:nvPr/>
          </p:nvSpPr>
          <p:spPr>
            <a:xfrm>
              <a:off x="21713825" y="6853238"/>
              <a:ext cx="236680" cy="6096"/>
            </a:xfrm>
            <a:prstGeom prst="rect">
              <a:avLst/>
            </a:prstGeom>
            <a:solidFill>
              <a:srgbClr val="DCE8ED"/>
            </a:solidFill>
            <a:ln w="0">
              <a:noFill/>
              <a:prstDash val="solid"/>
            </a:ln>
          </p:spPr>
        </p:sp>
        <p:sp>
          <p:nvSpPr>
            <p:cNvPr id="6086" name="dense-map-3-cell-50">
              <a:extLst>
                <a:ext uri="{FF2B5EF4-FFF2-40B4-BE49-F238E27FC236}">
                  <a16:creationId xmlns:a16="http://schemas.microsoft.com/office/drawing/2014/main" id="{024447F1-4674-4AD5-AF3C-EB69AA5D383F}"/>
                </a:ext>
              </a:extLst>
            </p:cNvPr>
            <p:cNvSpPr>
              <a:spLocks noGrp="1"/>
            </p:cNvSpPr>
            <p:nvPr/>
          </p:nvSpPr>
          <p:spPr>
            <a:xfrm>
              <a:off x="21713825" y="6859191"/>
              <a:ext cx="236680" cy="6096"/>
            </a:xfrm>
            <a:prstGeom prst="rect">
              <a:avLst/>
            </a:prstGeom>
            <a:solidFill>
              <a:srgbClr val="DCE8ED"/>
            </a:solidFill>
            <a:ln w="0">
              <a:noFill/>
              <a:prstDash val="solid"/>
            </a:ln>
          </p:spPr>
        </p:sp>
        <p:sp>
          <p:nvSpPr>
            <p:cNvPr id="6087" name="dense-map-3-cell-49">
              <a:extLst>
                <a:ext uri="{FF2B5EF4-FFF2-40B4-BE49-F238E27FC236}">
                  <a16:creationId xmlns:a16="http://schemas.microsoft.com/office/drawing/2014/main" id="{A30E9D50-0F9E-422B-A3D8-7E074D41E94A}"/>
                </a:ext>
              </a:extLst>
            </p:cNvPr>
            <p:cNvSpPr>
              <a:spLocks noGrp="1"/>
            </p:cNvSpPr>
            <p:nvPr/>
          </p:nvSpPr>
          <p:spPr>
            <a:xfrm>
              <a:off x="21713825" y="6865144"/>
              <a:ext cx="236680" cy="6096"/>
            </a:xfrm>
            <a:prstGeom prst="rect">
              <a:avLst/>
            </a:prstGeom>
            <a:solidFill>
              <a:srgbClr val="DCE8ED"/>
            </a:solidFill>
            <a:ln w="0">
              <a:noFill/>
              <a:prstDash val="solid"/>
            </a:ln>
          </p:spPr>
        </p:sp>
        <p:sp>
          <p:nvSpPr>
            <p:cNvPr id="6088" name="dense-map-3-cell-48">
              <a:extLst>
                <a:ext uri="{FF2B5EF4-FFF2-40B4-BE49-F238E27FC236}">
                  <a16:creationId xmlns:a16="http://schemas.microsoft.com/office/drawing/2014/main" id="{9E876293-E830-4046-AE54-FC6A14DD9FA1}"/>
                </a:ext>
              </a:extLst>
            </p:cNvPr>
            <p:cNvSpPr>
              <a:spLocks noGrp="1"/>
            </p:cNvSpPr>
            <p:nvPr/>
          </p:nvSpPr>
          <p:spPr>
            <a:xfrm>
              <a:off x="21713825" y="6871097"/>
              <a:ext cx="236680" cy="6096"/>
            </a:xfrm>
            <a:prstGeom prst="rect">
              <a:avLst/>
            </a:prstGeom>
            <a:solidFill>
              <a:srgbClr val="DCE8ED"/>
            </a:solidFill>
            <a:ln w="0">
              <a:noFill/>
              <a:prstDash val="solid"/>
            </a:ln>
          </p:spPr>
        </p:sp>
        <p:sp>
          <p:nvSpPr>
            <p:cNvPr id="6089" name="dense-map-3-cell-47">
              <a:extLst>
                <a:ext uri="{FF2B5EF4-FFF2-40B4-BE49-F238E27FC236}">
                  <a16:creationId xmlns:a16="http://schemas.microsoft.com/office/drawing/2014/main" id="{99D14D62-4322-4193-818D-2162EA848905}"/>
                </a:ext>
              </a:extLst>
            </p:cNvPr>
            <p:cNvSpPr>
              <a:spLocks noGrp="1"/>
            </p:cNvSpPr>
            <p:nvPr/>
          </p:nvSpPr>
          <p:spPr>
            <a:xfrm>
              <a:off x="21713825" y="6877050"/>
              <a:ext cx="236680" cy="6096"/>
            </a:xfrm>
            <a:prstGeom prst="rect">
              <a:avLst/>
            </a:prstGeom>
            <a:solidFill>
              <a:srgbClr val="DCE8ED"/>
            </a:solidFill>
            <a:ln w="0">
              <a:noFill/>
              <a:prstDash val="solid"/>
            </a:ln>
          </p:spPr>
        </p:sp>
        <p:sp>
          <p:nvSpPr>
            <p:cNvPr id="6090" name="dense-map-3-cell-46">
              <a:extLst>
                <a:ext uri="{FF2B5EF4-FFF2-40B4-BE49-F238E27FC236}">
                  <a16:creationId xmlns:a16="http://schemas.microsoft.com/office/drawing/2014/main" id="{A211BB11-8E30-4FA4-AE6C-336A0A3E8317}"/>
                </a:ext>
              </a:extLst>
            </p:cNvPr>
            <p:cNvSpPr>
              <a:spLocks noGrp="1"/>
            </p:cNvSpPr>
            <p:nvPr/>
          </p:nvSpPr>
          <p:spPr>
            <a:xfrm>
              <a:off x="21713825" y="6883003"/>
              <a:ext cx="236680" cy="6096"/>
            </a:xfrm>
            <a:prstGeom prst="rect">
              <a:avLst/>
            </a:prstGeom>
            <a:solidFill>
              <a:srgbClr val="DCE8ED"/>
            </a:solidFill>
            <a:ln w="0">
              <a:noFill/>
              <a:prstDash val="solid"/>
            </a:ln>
          </p:spPr>
        </p:sp>
        <p:sp>
          <p:nvSpPr>
            <p:cNvPr id="6091" name="dense-map-3-cell-45">
              <a:extLst>
                <a:ext uri="{FF2B5EF4-FFF2-40B4-BE49-F238E27FC236}">
                  <a16:creationId xmlns:a16="http://schemas.microsoft.com/office/drawing/2014/main" id="{7B477B9C-8E75-4AF9-9D7D-66C425D28789}"/>
                </a:ext>
              </a:extLst>
            </p:cNvPr>
            <p:cNvSpPr>
              <a:spLocks noGrp="1"/>
            </p:cNvSpPr>
            <p:nvPr/>
          </p:nvSpPr>
          <p:spPr>
            <a:xfrm>
              <a:off x="21713825" y="6888956"/>
              <a:ext cx="236680" cy="6096"/>
            </a:xfrm>
            <a:prstGeom prst="rect">
              <a:avLst/>
            </a:prstGeom>
            <a:solidFill>
              <a:srgbClr val="DCE8ED"/>
            </a:solidFill>
            <a:ln w="0">
              <a:noFill/>
              <a:prstDash val="solid"/>
            </a:ln>
          </p:spPr>
        </p:sp>
        <p:sp>
          <p:nvSpPr>
            <p:cNvPr id="6092" name="dense-map-3-cell-44">
              <a:extLst>
                <a:ext uri="{FF2B5EF4-FFF2-40B4-BE49-F238E27FC236}">
                  <a16:creationId xmlns:a16="http://schemas.microsoft.com/office/drawing/2014/main" id="{CD958A2B-7980-4287-A4D3-5669548E41A2}"/>
                </a:ext>
              </a:extLst>
            </p:cNvPr>
            <p:cNvSpPr>
              <a:spLocks noGrp="1"/>
            </p:cNvSpPr>
            <p:nvPr/>
          </p:nvSpPr>
          <p:spPr>
            <a:xfrm>
              <a:off x="21713825" y="6894909"/>
              <a:ext cx="236680" cy="6096"/>
            </a:xfrm>
            <a:prstGeom prst="rect">
              <a:avLst/>
            </a:prstGeom>
            <a:solidFill>
              <a:srgbClr val="DCE8ED"/>
            </a:solidFill>
            <a:ln w="0">
              <a:noFill/>
              <a:prstDash val="solid"/>
            </a:ln>
          </p:spPr>
        </p:sp>
        <p:sp>
          <p:nvSpPr>
            <p:cNvPr id="6093" name="dense-map-3-cell-43">
              <a:extLst>
                <a:ext uri="{FF2B5EF4-FFF2-40B4-BE49-F238E27FC236}">
                  <a16:creationId xmlns:a16="http://schemas.microsoft.com/office/drawing/2014/main" id="{D5568D95-1CBC-49EB-9E34-8085462AF192}"/>
                </a:ext>
              </a:extLst>
            </p:cNvPr>
            <p:cNvSpPr>
              <a:spLocks noGrp="1"/>
            </p:cNvSpPr>
            <p:nvPr/>
          </p:nvSpPr>
          <p:spPr>
            <a:xfrm>
              <a:off x="21713825" y="6900863"/>
              <a:ext cx="236680" cy="6096"/>
            </a:xfrm>
            <a:prstGeom prst="rect">
              <a:avLst/>
            </a:prstGeom>
            <a:solidFill>
              <a:srgbClr val="DCE8ED"/>
            </a:solidFill>
            <a:ln w="0">
              <a:noFill/>
              <a:prstDash val="solid"/>
            </a:ln>
          </p:spPr>
        </p:sp>
        <p:sp>
          <p:nvSpPr>
            <p:cNvPr id="6094" name="dense-map-3-cell-42">
              <a:extLst>
                <a:ext uri="{FF2B5EF4-FFF2-40B4-BE49-F238E27FC236}">
                  <a16:creationId xmlns:a16="http://schemas.microsoft.com/office/drawing/2014/main" id="{15AD5282-F528-4C70-B065-DEBC1EFF94EA}"/>
                </a:ext>
              </a:extLst>
            </p:cNvPr>
            <p:cNvSpPr>
              <a:spLocks noGrp="1"/>
            </p:cNvSpPr>
            <p:nvPr/>
          </p:nvSpPr>
          <p:spPr>
            <a:xfrm>
              <a:off x="21713825" y="6906816"/>
              <a:ext cx="236680" cy="6096"/>
            </a:xfrm>
            <a:prstGeom prst="rect">
              <a:avLst/>
            </a:prstGeom>
            <a:solidFill>
              <a:srgbClr val="DCE8ED"/>
            </a:solidFill>
            <a:ln w="0">
              <a:noFill/>
              <a:prstDash val="solid"/>
            </a:ln>
          </p:spPr>
        </p:sp>
        <p:sp>
          <p:nvSpPr>
            <p:cNvPr id="6095" name="dense-map-3-cell-41">
              <a:extLst>
                <a:ext uri="{FF2B5EF4-FFF2-40B4-BE49-F238E27FC236}">
                  <a16:creationId xmlns:a16="http://schemas.microsoft.com/office/drawing/2014/main" id="{663E9761-235D-4F27-B40B-5D2A1474549A}"/>
                </a:ext>
              </a:extLst>
            </p:cNvPr>
            <p:cNvSpPr>
              <a:spLocks noGrp="1"/>
            </p:cNvSpPr>
            <p:nvPr/>
          </p:nvSpPr>
          <p:spPr>
            <a:xfrm>
              <a:off x="21713825" y="6912769"/>
              <a:ext cx="236680" cy="6096"/>
            </a:xfrm>
            <a:prstGeom prst="rect">
              <a:avLst/>
            </a:prstGeom>
            <a:solidFill>
              <a:srgbClr val="DCE8ED"/>
            </a:solidFill>
            <a:ln w="0">
              <a:noFill/>
              <a:prstDash val="solid"/>
            </a:ln>
          </p:spPr>
        </p:sp>
        <p:sp>
          <p:nvSpPr>
            <p:cNvPr id="6096" name="dense-map-3-cell-40">
              <a:extLst>
                <a:ext uri="{FF2B5EF4-FFF2-40B4-BE49-F238E27FC236}">
                  <a16:creationId xmlns:a16="http://schemas.microsoft.com/office/drawing/2014/main" id="{158C554C-9304-49FB-B124-613D9848A287}"/>
                </a:ext>
              </a:extLst>
            </p:cNvPr>
            <p:cNvSpPr>
              <a:spLocks noGrp="1"/>
            </p:cNvSpPr>
            <p:nvPr/>
          </p:nvSpPr>
          <p:spPr>
            <a:xfrm>
              <a:off x="21713825" y="6918722"/>
              <a:ext cx="236680" cy="6096"/>
            </a:xfrm>
            <a:prstGeom prst="rect">
              <a:avLst/>
            </a:prstGeom>
            <a:solidFill>
              <a:srgbClr val="DCE8ED"/>
            </a:solidFill>
            <a:ln w="0">
              <a:noFill/>
              <a:prstDash val="solid"/>
            </a:ln>
          </p:spPr>
        </p:sp>
        <p:sp>
          <p:nvSpPr>
            <p:cNvPr id="6097" name="dense-map-3-cell-39">
              <a:extLst>
                <a:ext uri="{FF2B5EF4-FFF2-40B4-BE49-F238E27FC236}">
                  <a16:creationId xmlns:a16="http://schemas.microsoft.com/office/drawing/2014/main" id="{DB58042B-34EA-48B2-B9C1-E1027D9E5A6F}"/>
                </a:ext>
              </a:extLst>
            </p:cNvPr>
            <p:cNvSpPr>
              <a:spLocks noGrp="1"/>
            </p:cNvSpPr>
            <p:nvPr/>
          </p:nvSpPr>
          <p:spPr>
            <a:xfrm>
              <a:off x="21713825" y="6924675"/>
              <a:ext cx="236680" cy="6096"/>
            </a:xfrm>
            <a:prstGeom prst="rect">
              <a:avLst/>
            </a:prstGeom>
            <a:solidFill>
              <a:srgbClr val="DCE8ED"/>
            </a:solidFill>
            <a:ln w="0">
              <a:noFill/>
              <a:prstDash val="solid"/>
            </a:ln>
          </p:spPr>
        </p:sp>
        <p:sp>
          <p:nvSpPr>
            <p:cNvPr id="6098" name="dense-map-3-cell-38">
              <a:extLst>
                <a:ext uri="{FF2B5EF4-FFF2-40B4-BE49-F238E27FC236}">
                  <a16:creationId xmlns:a16="http://schemas.microsoft.com/office/drawing/2014/main" id="{86E7A738-617E-4ADF-BC0E-D8CB8C72E1B9}"/>
                </a:ext>
              </a:extLst>
            </p:cNvPr>
            <p:cNvSpPr>
              <a:spLocks noGrp="1"/>
            </p:cNvSpPr>
            <p:nvPr/>
          </p:nvSpPr>
          <p:spPr>
            <a:xfrm>
              <a:off x="21713825" y="6930628"/>
              <a:ext cx="236680" cy="6096"/>
            </a:xfrm>
            <a:prstGeom prst="rect">
              <a:avLst/>
            </a:prstGeom>
            <a:solidFill>
              <a:srgbClr val="DCE8ED"/>
            </a:solidFill>
            <a:ln w="0">
              <a:noFill/>
              <a:prstDash val="solid"/>
            </a:ln>
          </p:spPr>
        </p:sp>
        <p:sp>
          <p:nvSpPr>
            <p:cNvPr id="6099" name="dense-map-3-cell-37">
              <a:extLst>
                <a:ext uri="{FF2B5EF4-FFF2-40B4-BE49-F238E27FC236}">
                  <a16:creationId xmlns:a16="http://schemas.microsoft.com/office/drawing/2014/main" id="{6E6649FB-8473-48A8-B2A9-37FA1C47BEB3}"/>
                </a:ext>
              </a:extLst>
            </p:cNvPr>
            <p:cNvSpPr>
              <a:spLocks noGrp="1"/>
            </p:cNvSpPr>
            <p:nvPr/>
          </p:nvSpPr>
          <p:spPr>
            <a:xfrm>
              <a:off x="21713825" y="6936581"/>
              <a:ext cx="236680" cy="6096"/>
            </a:xfrm>
            <a:prstGeom prst="rect">
              <a:avLst/>
            </a:prstGeom>
            <a:solidFill>
              <a:srgbClr val="DCE8ED"/>
            </a:solidFill>
            <a:ln w="0">
              <a:noFill/>
              <a:prstDash val="solid"/>
            </a:ln>
          </p:spPr>
        </p:sp>
        <p:sp>
          <p:nvSpPr>
            <p:cNvPr id="6100" name="dense-map-3-cell-36">
              <a:extLst>
                <a:ext uri="{FF2B5EF4-FFF2-40B4-BE49-F238E27FC236}">
                  <a16:creationId xmlns:a16="http://schemas.microsoft.com/office/drawing/2014/main" id="{CC48FA77-63F6-4793-8BBC-C6DCB23002DB}"/>
                </a:ext>
              </a:extLst>
            </p:cNvPr>
            <p:cNvSpPr>
              <a:spLocks noGrp="1"/>
            </p:cNvSpPr>
            <p:nvPr/>
          </p:nvSpPr>
          <p:spPr>
            <a:xfrm>
              <a:off x="21713825" y="6942534"/>
              <a:ext cx="236680" cy="6096"/>
            </a:xfrm>
            <a:prstGeom prst="rect">
              <a:avLst/>
            </a:prstGeom>
            <a:solidFill>
              <a:srgbClr val="DCE8ED"/>
            </a:solidFill>
            <a:ln w="0">
              <a:noFill/>
              <a:prstDash val="solid"/>
            </a:ln>
          </p:spPr>
        </p:sp>
        <p:sp>
          <p:nvSpPr>
            <p:cNvPr id="6101" name="dense-map-3-cell-35">
              <a:extLst>
                <a:ext uri="{FF2B5EF4-FFF2-40B4-BE49-F238E27FC236}">
                  <a16:creationId xmlns:a16="http://schemas.microsoft.com/office/drawing/2014/main" id="{887E8E15-B657-46EC-BB8F-E9974DBE4563}"/>
                </a:ext>
              </a:extLst>
            </p:cNvPr>
            <p:cNvSpPr>
              <a:spLocks noGrp="1"/>
            </p:cNvSpPr>
            <p:nvPr/>
          </p:nvSpPr>
          <p:spPr>
            <a:xfrm>
              <a:off x="21713825" y="6948488"/>
              <a:ext cx="236680" cy="6096"/>
            </a:xfrm>
            <a:prstGeom prst="rect">
              <a:avLst/>
            </a:prstGeom>
            <a:solidFill>
              <a:srgbClr val="DCE8ED"/>
            </a:solidFill>
            <a:ln w="0">
              <a:noFill/>
              <a:prstDash val="solid"/>
            </a:ln>
          </p:spPr>
        </p:sp>
        <p:sp>
          <p:nvSpPr>
            <p:cNvPr id="6102" name="dense-map-3-cell-34">
              <a:extLst>
                <a:ext uri="{FF2B5EF4-FFF2-40B4-BE49-F238E27FC236}">
                  <a16:creationId xmlns:a16="http://schemas.microsoft.com/office/drawing/2014/main" id="{C8EAE7FF-CAF6-4FEB-A404-B4A0D18C71D9}"/>
                </a:ext>
              </a:extLst>
            </p:cNvPr>
            <p:cNvSpPr>
              <a:spLocks noGrp="1"/>
            </p:cNvSpPr>
            <p:nvPr/>
          </p:nvSpPr>
          <p:spPr>
            <a:xfrm>
              <a:off x="21713825" y="6954441"/>
              <a:ext cx="236680" cy="6096"/>
            </a:xfrm>
            <a:prstGeom prst="rect">
              <a:avLst/>
            </a:prstGeom>
            <a:solidFill>
              <a:srgbClr val="DCE8ED"/>
            </a:solidFill>
            <a:ln w="0">
              <a:noFill/>
              <a:prstDash val="solid"/>
            </a:ln>
          </p:spPr>
        </p:sp>
        <p:sp>
          <p:nvSpPr>
            <p:cNvPr id="6103" name="dense-map-3-cell-33">
              <a:extLst>
                <a:ext uri="{FF2B5EF4-FFF2-40B4-BE49-F238E27FC236}">
                  <a16:creationId xmlns:a16="http://schemas.microsoft.com/office/drawing/2014/main" id="{F3BB11E2-E904-4822-9978-EB3D0A3FA4BE}"/>
                </a:ext>
              </a:extLst>
            </p:cNvPr>
            <p:cNvSpPr>
              <a:spLocks noGrp="1"/>
            </p:cNvSpPr>
            <p:nvPr/>
          </p:nvSpPr>
          <p:spPr>
            <a:xfrm>
              <a:off x="21713825" y="6960394"/>
              <a:ext cx="236680" cy="6096"/>
            </a:xfrm>
            <a:prstGeom prst="rect">
              <a:avLst/>
            </a:prstGeom>
            <a:solidFill>
              <a:srgbClr val="DCE8ED"/>
            </a:solidFill>
            <a:ln w="0">
              <a:noFill/>
              <a:prstDash val="solid"/>
            </a:ln>
          </p:spPr>
        </p:sp>
        <p:sp>
          <p:nvSpPr>
            <p:cNvPr id="6104" name="dense-map-3-cell-32">
              <a:extLst>
                <a:ext uri="{FF2B5EF4-FFF2-40B4-BE49-F238E27FC236}">
                  <a16:creationId xmlns:a16="http://schemas.microsoft.com/office/drawing/2014/main" id="{8BC0BED4-8DC5-4EAD-82E5-B9B42C04F2F4}"/>
                </a:ext>
              </a:extLst>
            </p:cNvPr>
            <p:cNvSpPr>
              <a:spLocks noGrp="1"/>
            </p:cNvSpPr>
            <p:nvPr/>
          </p:nvSpPr>
          <p:spPr>
            <a:xfrm>
              <a:off x="21713825" y="6966347"/>
              <a:ext cx="236680" cy="6096"/>
            </a:xfrm>
            <a:prstGeom prst="rect">
              <a:avLst/>
            </a:prstGeom>
            <a:solidFill>
              <a:srgbClr val="DCE8ED"/>
            </a:solidFill>
            <a:ln w="0">
              <a:noFill/>
              <a:prstDash val="solid"/>
            </a:ln>
          </p:spPr>
        </p:sp>
        <p:sp>
          <p:nvSpPr>
            <p:cNvPr id="6105" name="dense-map-3-cell-31">
              <a:extLst>
                <a:ext uri="{FF2B5EF4-FFF2-40B4-BE49-F238E27FC236}">
                  <a16:creationId xmlns:a16="http://schemas.microsoft.com/office/drawing/2014/main" id="{F2840EE5-0D68-44E0-B284-ACB4B24AE2AB}"/>
                </a:ext>
              </a:extLst>
            </p:cNvPr>
            <p:cNvSpPr>
              <a:spLocks noGrp="1"/>
            </p:cNvSpPr>
            <p:nvPr/>
          </p:nvSpPr>
          <p:spPr>
            <a:xfrm>
              <a:off x="21713825" y="6972300"/>
              <a:ext cx="236680" cy="6096"/>
            </a:xfrm>
            <a:prstGeom prst="rect">
              <a:avLst/>
            </a:prstGeom>
            <a:solidFill>
              <a:srgbClr val="DCE8ED"/>
            </a:solidFill>
            <a:ln w="0">
              <a:noFill/>
              <a:prstDash val="solid"/>
            </a:ln>
          </p:spPr>
        </p:sp>
        <p:sp>
          <p:nvSpPr>
            <p:cNvPr id="6106" name="dense-map-3-cell-30">
              <a:extLst>
                <a:ext uri="{FF2B5EF4-FFF2-40B4-BE49-F238E27FC236}">
                  <a16:creationId xmlns:a16="http://schemas.microsoft.com/office/drawing/2014/main" id="{820F41AA-0FC6-45C3-80F0-9BCC98D4C1D6}"/>
                </a:ext>
              </a:extLst>
            </p:cNvPr>
            <p:cNvSpPr>
              <a:spLocks noGrp="1"/>
            </p:cNvSpPr>
            <p:nvPr/>
          </p:nvSpPr>
          <p:spPr>
            <a:xfrm>
              <a:off x="21713825" y="6978253"/>
              <a:ext cx="236680" cy="6096"/>
            </a:xfrm>
            <a:prstGeom prst="rect">
              <a:avLst/>
            </a:prstGeom>
            <a:solidFill>
              <a:srgbClr val="DAE7EC"/>
            </a:solidFill>
            <a:ln w="0">
              <a:noFill/>
              <a:prstDash val="solid"/>
            </a:ln>
          </p:spPr>
        </p:sp>
        <p:sp>
          <p:nvSpPr>
            <p:cNvPr id="6107" name="dense-map-3-cell-29">
              <a:extLst>
                <a:ext uri="{FF2B5EF4-FFF2-40B4-BE49-F238E27FC236}">
                  <a16:creationId xmlns:a16="http://schemas.microsoft.com/office/drawing/2014/main" id="{40C1E908-E321-417C-93EA-1CC74CDFC0E4}"/>
                </a:ext>
              </a:extLst>
            </p:cNvPr>
            <p:cNvSpPr>
              <a:spLocks noGrp="1"/>
            </p:cNvSpPr>
            <p:nvPr/>
          </p:nvSpPr>
          <p:spPr>
            <a:xfrm>
              <a:off x="21713825" y="6984206"/>
              <a:ext cx="236680" cy="6096"/>
            </a:xfrm>
            <a:prstGeom prst="rect">
              <a:avLst/>
            </a:prstGeom>
            <a:solidFill>
              <a:srgbClr val="D1E2EA"/>
            </a:solidFill>
            <a:ln w="0">
              <a:noFill/>
              <a:prstDash val="solid"/>
            </a:ln>
          </p:spPr>
        </p:sp>
        <p:sp>
          <p:nvSpPr>
            <p:cNvPr id="6108" name="dense-map-3-cell-28">
              <a:extLst>
                <a:ext uri="{FF2B5EF4-FFF2-40B4-BE49-F238E27FC236}">
                  <a16:creationId xmlns:a16="http://schemas.microsoft.com/office/drawing/2014/main" id="{BDB76C1F-1C8F-4A0F-A2BD-9434BC37BBE5}"/>
                </a:ext>
              </a:extLst>
            </p:cNvPr>
            <p:cNvSpPr>
              <a:spLocks noGrp="1"/>
            </p:cNvSpPr>
            <p:nvPr/>
          </p:nvSpPr>
          <p:spPr>
            <a:xfrm>
              <a:off x="21713825" y="6990159"/>
              <a:ext cx="236680" cy="6096"/>
            </a:xfrm>
            <a:prstGeom prst="rect">
              <a:avLst/>
            </a:prstGeom>
            <a:solidFill>
              <a:srgbClr val="B7D4E3"/>
            </a:solidFill>
            <a:ln w="0">
              <a:noFill/>
              <a:prstDash val="solid"/>
            </a:ln>
          </p:spPr>
        </p:sp>
        <p:sp>
          <p:nvSpPr>
            <p:cNvPr id="6109" name="dense-map-3-cell-27">
              <a:extLst>
                <a:ext uri="{FF2B5EF4-FFF2-40B4-BE49-F238E27FC236}">
                  <a16:creationId xmlns:a16="http://schemas.microsoft.com/office/drawing/2014/main" id="{94B6ADC8-3CBF-4BC3-A18F-4FA40CC036AD}"/>
                </a:ext>
              </a:extLst>
            </p:cNvPr>
            <p:cNvSpPr>
              <a:spLocks noGrp="1"/>
            </p:cNvSpPr>
            <p:nvPr/>
          </p:nvSpPr>
          <p:spPr>
            <a:xfrm>
              <a:off x="21713825" y="6996113"/>
              <a:ext cx="236680" cy="6096"/>
            </a:xfrm>
            <a:prstGeom prst="rect">
              <a:avLst/>
            </a:prstGeom>
            <a:solidFill>
              <a:srgbClr val="98C3DB"/>
            </a:solidFill>
            <a:ln w="0">
              <a:noFill/>
              <a:prstDash val="solid"/>
            </a:ln>
          </p:spPr>
        </p:sp>
        <p:sp>
          <p:nvSpPr>
            <p:cNvPr id="6110" name="dense-map-3-cell-26">
              <a:extLst>
                <a:ext uri="{FF2B5EF4-FFF2-40B4-BE49-F238E27FC236}">
                  <a16:creationId xmlns:a16="http://schemas.microsoft.com/office/drawing/2014/main" id="{75343F80-D1E2-4B7E-AEEC-36AECFDBEE1F}"/>
                </a:ext>
              </a:extLst>
            </p:cNvPr>
            <p:cNvSpPr>
              <a:spLocks noGrp="1"/>
            </p:cNvSpPr>
            <p:nvPr/>
          </p:nvSpPr>
          <p:spPr>
            <a:xfrm>
              <a:off x="21713825" y="7002066"/>
              <a:ext cx="236680" cy="6096"/>
            </a:xfrm>
            <a:prstGeom prst="rect">
              <a:avLst/>
            </a:prstGeom>
            <a:solidFill>
              <a:srgbClr val="72AFD1"/>
            </a:solidFill>
            <a:ln w="0">
              <a:noFill/>
              <a:prstDash val="solid"/>
            </a:ln>
          </p:spPr>
        </p:sp>
        <p:sp>
          <p:nvSpPr>
            <p:cNvPr id="6111" name="dense-map-3-cell-25">
              <a:extLst>
                <a:ext uri="{FF2B5EF4-FFF2-40B4-BE49-F238E27FC236}">
                  <a16:creationId xmlns:a16="http://schemas.microsoft.com/office/drawing/2014/main" id="{E87DC4D8-B98F-4042-8F06-52492CC15E08}"/>
                </a:ext>
              </a:extLst>
            </p:cNvPr>
            <p:cNvSpPr>
              <a:spLocks noGrp="1"/>
            </p:cNvSpPr>
            <p:nvPr/>
          </p:nvSpPr>
          <p:spPr>
            <a:xfrm>
              <a:off x="21713825" y="7008019"/>
              <a:ext cx="236680" cy="6096"/>
            </a:xfrm>
            <a:prstGeom prst="rect">
              <a:avLst/>
            </a:prstGeom>
            <a:solidFill>
              <a:srgbClr val="4B9AC6"/>
            </a:solidFill>
            <a:ln w="0">
              <a:noFill/>
              <a:prstDash val="solid"/>
            </a:ln>
          </p:spPr>
        </p:sp>
        <p:sp>
          <p:nvSpPr>
            <p:cNvPr id="6112" name="dense-map-3-cell-24">
              <a:extLst>
                <a:ext uri="{FF2B5EF4-FFF2-40B4-BE49-F238E27FC236}">
                  <a16:creationId xmlns:a16="http://schemas.microsoft.com/office/drawing/2014/main" id="{FC9D6579-B482-4B10-84FC-2BCF6B417117}"/>
                </a:ext>
              </a:extLst>
            </p:cNvPr>
            <p:cNvSpPr>
              <a:spLocks noGrp="1"/>
            </p:cNvSpPr>
            <p:nvPr/>
          </p:nvSpPr>
          <p:spPr>
            <a:xfrm>
              <a:off x="21713825" y="7013972"/>
              <a:ext cx="236680" cy="6096"/>
            </a:xfrm>
            <a:prstGeom prst="rect">
              <a:avLst/>
            </a:prstGeom>
            <a:solidFill>
              <a:srgbClr val="2A88BD"/>
            </a:solidFill>
            <a:ln w="0">
              <a:noFill/>
              <a:prstDash val="solid"/>
            </a:ln>
          </p:spPr>
        </p:sp>
        <p:sp>
          <p:nvSpPr>
            <p:cNvPr id="6113" name="dense-map-3-cell-23">
              <a:extLst>
                <a:ext uri="{FF2B5EF4-FFF2-40B4-BE49-F238E27FC236}">
                  <a16:creationId xmlns:a16="http://schemas.microsoft.com/office/drawing/2014/main" id="{949698F9-F8E7-4644-8CD5-F117D9267BE1}"/>
                </a:ext>
              </a:extLst>
            </p:cNvPr>
            <p:cNvSpPr>
              <a:spLocks noGrp="1"/>
            </p:cNvSpPr>
            <p:nvPr/>
          </p:nvSpPr>
          <p:spPr>
            <a:xfrm>
              <a:off x="21713825" y="7019925"/>
              <a:ext cx="236680" cy="6096"/>
            </a:xfrm>
            <a:prstGeom prst="rect">
              <a:avLst/>
            </a:prstGeom>
            <a:solidFill>
              <a:srgbClr val="147DB7"/>
            </a:solidFill>
            <a:ln w="0">
              <a:noFill/>
              <a:prstDash val="solid"/>
            </a:ln>
          </p:spPr>
        </p:sp>
        <p:sp>
          <p:nvSpPr>
            <p:cNvPr id="6114" name="dense-map-3-cell-22">
              <a:extLst>
                <a:ext uri="{FF2B5EF4-FFF2-40B4-BE49-F238E27FC236}">
                  <a16:creationId xmlns:a16="http://schemas.microsoft.com/office/drawing/2014/main" id="{5185B489-3114-451B-A71D-9F5B9A90714F}"/>
                </a:ext>
              </a:extLst>
            </p:cNvPr>
            <p:cNvSpPr>
              <a:spLocks noGrp="1"/>
            </p:cNvSpPr>
            <p:nvPr/>
          </p:nvSpPr>
          <p:spPr>
            <a:xfrm>
              <a:off x="21713825" y="7025878"/>
              <a:ext cx="236680" cy="6096"/>
            </a:xfrm>
            <a:prstGeom prst="rect">
              <a:avLst/>
            </a:prstGeom>
            <a:solidFill>
              <a:srgbClr val="0876B4"/>
            </a:solidFill>
            <a:ln w="0">
              <a:noFill/>
              <a:prstDash val="solid"/>
            </a:ln>
          </p:spPr>
        </p:sp>
        <p:sp>
          <p:nvSpPr>
            <p:cNvPr id="6115" name="dense-map-3-cell-21">
              <a:extLst>
                <a:ext uri="{FF2B5EF4-FFF2-40B4-BE49-F238E27FC236}">
                  <a16:creationId xmlns:a16="http://schemas.microsoft.com/office/drawing/2014/main" id="{9AB6F62B-6B45-43EB-8170-3ADDD5E52427}"/>
                </a:ext>
              </a:extLst>
            </p:cNvPr>
            <p:cNvSpPr>
              <a:spLocks noGrp="1"/>
            </p:cNvSpPr>
            <p:nvPr/>
          </p:nvSpPr>
          <p:spPr>
            <a:xfrm>
              <a:off x="21713825" y="7031831"/>
              <a:ext cx="236680" cy="6096"/>
            </a:xfrm>
            <a:prstGeom prst="rect">
              <a:avLst/>
            </a:prstGeom>
            <a:solidFill>
              <a:srgbClr val="0273B2"/>
            </a:solidFill>
            <a:ln w="0">
              <a:noFill/>
              <a:prstDash val="solid"/>
            </a:ln>
          </p:spPr>
        </p:sp>
        <p:sp>
          <p:nvSpPr>
            <p:cNvPr id="6116" name="dense-map-3-cell-20">
              <a:extLst>
                <a:ext uri="{FF2B5EF4-FFF2-40B4-BE49-F238E27FC236}">
                  <a16:creationId xmlns:a16="http://schemas.microsoft.com/office/drawing/2014/main" id="{76EAF543-A378-4570-8ED4-788A2F1AEDF5}"/>
                </a:ext>
              </a:extLst>
            </p:cNvPr>
            <p:cNvSpPr>
              <a:spLocks noGrp="1"/>
            </p:cNvSpPr>
            <p:nvPr/>
          </p:nvSpPr>
          <p:spPr>
            <a:xfrm>
              <a:off x="21713825" y="7037784"/>
              <a:ext cx="236680" cy="6096"/>
            </a:xfrm>
            <a:prstGeom prst="rect">
              <a:avLst/>
            </a:prstGeom>
            <a:solidFill>
              <a:srgbClr val="0072B2"/>
            </a:solidFill>
            <a:ln w="0">
              <a:noFill/>
              <a:prstDash val="solid"/>
            </a:ln>
          </p:spPr>
        </p:sp>
        <p:sp>
          <p:nvSpPr>
            <p:cNvPr id="6117" name="dense-map-3-cell-19">
              <a:extLst>
                <a:ext uri="{FF2B5EF4-FFF2-40B4-BE49-F238E27FC236}">
                  <a16:creationId xmlns:a16="http://schemas.microsoft.com/office/drawing/2014/main" id="{0AB2465D-C3DF-4F14-AC7A-70FF6A7DB40E}"/>
                </a:ext>
              </a:extLst>
            </p:cNvPr>
            <p:cNvSpPr>
              <a:spLocks noGrp="1"/>
            </p:cNvSpPr>
            <p:nvPr/>
          </p:nvSpPr>
          <p:spPr>
            <a:xfrm>
              <a:off x="21713825" y="7043738"/>
              <a:ext cx="236680" cy="6096"/>
            </a:xfrm>
            <a:prstGeom prst="rect">
              <a:avLst/>
            </a:prstGeom>
            <a:solidFill>
              <a:srgbClr val="0072B2"/>
            </a:solidFill>
            <a:ln w="0">
              <a:noFill/>
              <a:prstDash val="solid"/>
            </a:ln>
          </p:spPr>
        </p:sp>
        <p:sp>
          <p:nvSpPr>
            <p:cNvPr id="6118" name="dense-map-3-cell-18">
              <a:extLst>
                <a:ext uri="{FF2B5EF4-FFF2-40B4-BE49-F238E27FC236}">
                  <a16:creationId xmlns:a16="http://schemas.microsoft.com/office/drawing/2014/main" id="{26BA177B-FD0A-4387-8A70-6F5F499E88E7}"/>
                </a:ext>
              </a:extLst>
            </p:cNvPr>
            <p:cNvSpPr>
              <a:spLocks noGrp="1"/>
            </p:cNvSpPr>
            <p:nvPr/>
          </p:nvSpPr>
          <p:spPr>
            <a:xfrm>
              <a:off x="21713825" y="7049691"/>
              <a:ext cx="236680" cy="6096"/>
            </a:xfrm>
            <a:prstGeom prst="rect">
              <a:avLst/>
            </a:prstGeom>
            <a:solidFill>
              <a:srgbClr val="0072B2"/>
            </a:solidFill>
            <a:ln w="0">
              <a:noFill/>
              <a:prstDash val="solid"/>
            </a:ln>
          </p:spPr>
        </p:sp>
        <p:sp>
          <p:nvSpPr>
            <p:cNvPr id="6119" name="dense-map-3-cell-17">
              <a:extLst>
                <a:ext uri="{FF2B5EF4-FFF2-40B4-BE49-F238E27FC236}">
                  <a16:creationId xmlns:a16="http://schemas.microsoft.com/office/drawing/2014/main" id="{011E1E4C-2288-461F-818B-D3902B39DE8D}"/>
                </a:ext>
              </a:extLst>
            </p:cNvPr>
            <p:cNvSpPr>
              <a:spLocks noGrp="1"/>
            </p:cNvSpPr>
            <p:nvPr/>
          </p:nvSpPr>
          <p:spPr>
            <a:xfrm>
              <a:off x="21713825" y="7055644"/>
              <a:ext cx="236680" cy="6096"/>
            </a:xfrm>
            <a:prstGeom prst="rect">
              <a:avLst/>
            </a:prstGeom>
            <a:solidFill>
              <a:srgbClr val="0072B2"/>
            </a:solidFill>
            <a:ln w="0">
              <a:noFill/>
              <a:prstDash val="solid"/>
            </a:ln>
          </p:spPr>
        </p:sp>
        <p:sp>
          <p:nvSpPr>
            <p:cNvPr id="6120" name="dense-map-3-cell-16">
              <a:extLst>
                <a:ext uri="{FF2B5EF4-FFF2-40B4-BE49-F238E27FC236}">
                  <a16:creationId xmlns:a16="http://schemas.microsoft.com/office/drawing/2014/main" id="{D2F40F74-6474-4D5B-AD77-933089AC0BBC}"/>
                </a:ext>
              </a:extLst>
            </p:cNvPr>
            <p:cNvSpPr>
              <a:spLocks noGrp="1"/>
            </p:cNvSpPr>
            <p:nvPr/>
          </p:nvSpPr>
          <p:spPr>
            <a:xfrm>
              <a:off x="21713825" y="7061597"/>
              <a:ext cx="236680" cy="6096"/>
            </a:xfrm>
            <a:prstGeom prst="rect">
              <a:avLst/>
            </a:prstGeom>
            <a:solidFill>
              <a:srgbClr val="0072B2"/>
            </a:solidFill>
            <a:ln w="0">
              <a:noFill/>
              <a:prstDash val="solid"/>
            </a:ln>
          </p:spPr>
        </p:sp>
        <p:sp>
          <p:nvSpPr>
            <p:cNvPr id="6121" name="dense-map-3-cell-15">
              <a:extLst>
                <a:ext uri="{FF2B5EF4-FFF2-40B4-BE49-F238E27FC236}">
                  <a16:creationId xmlns:a16="http://schemas.microsoft.com/office/drawing/2014/main" id="{280C5E10-BC27-41DD-B748-ADB9ED508406}"/>
                </a:ext>
              </a:extLst>
            </p:cNvPr>
            <p:cNvSpPr>
              <a:spLocks noGrp="1"/>
            </p:cNvSpPr>
            <p:nvPr/>
          </p:nvSpPr>
          <p:spPr>
            <a:xfrm>
              <a:off x="21713825" y="7067550"/>
              <a:ext cx="236680" cy="6096"/>
            </a:xfrm>
            <a:prstGeom prst="rect">
              <a:avLst/>
            </a:prstGeom>
            <a:solidFill>
              <a:srgbClr val="0072B2"/>
            </a:solidFill>
            <a:ln w="0">
              <a:noFill/>
              <a:prstDash val="solid"/>
            </a:ln>
          </p:spPr>
        </p:sp>
        <p:sp>
          <p:nvSpPr>
            <p:cNvPr id="6122" name="dense-map-3-cell-14">
              <a:extLst>
                <a:ext uri="{FF2B5EF4-FFF2-40B4-BE49-F238E27FC236}">
                  <a16:creationId xmlns:a16="http://schemas.microsoft.com/office/drawing/2014/main" id="{A9025C27-C9A8-43F7-B45D-D4830006F8D8}"/>
                </a:ext>
              </a:extLst>
            </p:cNvPr>
            <p:cNvSpPr>
              <a:spLocks noGrp="1"/>
            </p:cNvSpPr>
            <p:nvPr/>
          </p:nvSpPr>
          <p:spPr>
            <a:xfrm>
              <a:off x="21713825" y="7073503"/>
              <a:ext cx="236680" cy="6096"/>
            </a:xfrm>
            <a:prstGeom prst="rect">
              <a:avLst/>
            </a:prstGeom>
            <a:solidFill>
              <a:srgbClr val="0072B2"/>
            </a:solidFill>
            <a:ln w="0">
              <a:noFill/>
              <a:prstDash val="solid"/>
            </a:ln>
          </p:spPr>
        </p:sp>
        <p:sp>
          <p:nvSpPr>
            <p:cNvPr id="6123" name="dense-map-3-cell-13">
              <a:extLst>
                <a:ext uri="{FF2B5EF4-FFF2-40B4-BE49-F238E27FC236}">
                  <a16:creationId xmlns:a16="http://schemas.microsoft.com/office/drawing/2014/main" id="{FDA1929F-4B4E-4037-A972-7DC6F8014F21}"/>
                </a:ext>
              </a:extLst>
            </p:cNvPr>
            <p:cNvSpPr>
              <a:spLocks noGrp="1"/>
            </p:cNvSpPr>
            <p:nvPr/>
          </p:nvSpPr>
          <p:spPr>
            <a:xfrm>
              <a:off x="21713825" y="7079456"/>
              <a:ext cx="236680" cy="6096"/>
            </a:xfrm>
            <a:prstGeom prst="rect">
              <a:avLst/>
            </a:prstGeom>
            <a:solidFill>
              <a:srgbClr val="0072B2"/>
            </a:solidFill>
            <a:ln w="0">
              <a:noFill/>
              <a:prstDash val="solid"/>
            </a:ln>
          </p:spPr>
        </p:sp>
        <p:sp>
          <p:nvSpPr>
            <p:cNvPr id="6124" name="dense-map-3-cell-12">
              <a:extLst>
                <a:ext uri="{FF2B5EF4-FFF2-40B4-BE49-F238E27FC236}">
                  <a16:creationId xmlns:a16="http://schemas.microsoft.com/office/drawing/2014/main" id="{29CBC878-4716-4940-94A2-A4441854C3EC}"/>
                </a:ext>
              </a:extLst>
            </p:cNvPr>
            <p:cNvSpPr>
              <a:spLocks noGrp="1"/>
            </p:cNvSpPr>
            <p:nvPr/>
          </p:nvSpPr>
          <p:spPr>
            <a:xfrm>
              <a:off x="21713825" y="7085409"/>
              <a:ext cx="236680" cy="6096"/>
            </a:xfrm>
            <a:prstGeom prst="rect">
              <a:avLst/>
            </a:prstGeom>
            <a:solidFill>
              <a:srgbClr val="0072B2"/>
            </a:solidFill>
            <a:ln w="0">
              <a:noFill/>
              <a:prstDash val="solid"/>
            </a:ln>
          </p:spPr>
        </p:sp>
        <p:sp>
          <p:nvSpPr>
            <p:cNvPr id="6125" name="dense-map-3-cell-11">
              <a:extLst>
                <a:ext uri="{FF2B5EF4-FFF2-40B4-BE49-F238E27FC236}">
                  <a16:creationId xmlns:a16="http://schemas.microsoft.com/office/drawing/2014/main" id="{34643BD9-91DC-4EF5-9CBC-D2F69F401F74}"/>
                </a:ext>
              </a:extLst>
            </p:cNvPr>
            <p:cNvSpPr>
              <a:spLocks noGrp="1"/>
            </p:cNvSpPr>
            <p:nvPr/>
          </p:nvSpPr>
          <p:spPr>
            <a:xfrm>
              <a:off x="21713825" y="7091363"/>
              <a:ext cx="236680" cy="6096"/>
            </a:xfrm>
            <a:prstGeom prst="rect">
              <a:avLst/>
            </a:prstGeom>
            <a:solidFill>
              <a:srgbClr val="0072B2"/>
            </a:solidFill>
            <a:ln w="0">
              <a:noFill/>
              <a:prstDash val="solid"/>
            </a:ln>
          </p:spPr>
        </p:sp>
        <p:sp>
          <p:nvSpPr>
            <p:cNvPr id="6126" name="dense-map-3-cell-10">
              <a:extLst>
                <a:ext uri="{FF2B5EF4-FFF2-40B4-BE49-F238E27FC236}">
                  <a16:creationId xmlns:a16="http://schemas.microsoft.com/office/drawing/2014/main" id="{ABED078A-54CC-4268-B818-DC327D2A0B67}"/>
                </a:ext>
              </a:extLst>
            </p:cNvPr>
            <p:cNvSpPr>
              <a:spLocks noGrp="1"/>
            </p:cNvSpPr>
            <p:nvPr/>
          </p:nvSpPr>
          <p:spPr>
            <a:xfrm>
              <a:off x="21713825" y="7097316"/>
              <a:ext cx="236680" cy="6096"/>
            </a:xfrm>
            <a:prstGeom prst="rect">
              <a:avLst/>
            </a:prstGeom>
            <a:solidFill>
              <a:srgbClr val="0072B2"/>
            </a:solidFill>
            <a:ln w="0">
              <a:noFill/>
              <a:prstDash val="solid"/>
            </a:ln>
          </p:spPr>
        </p:sp>
        <p:sp>
          <p:nvSpPr>
            <p:cNvPr id="6127" name="dense-map-3-cell-9">
              <a:extLst>
                <a:ext uri="{FF2B5EF4-FFF2-40B4-BE49-F238E27FC236}">
                  <a16:creationId xmlns:a16="http://schemas.microsoft.com/office/drawing/2014/main" id="{1BE65186-FB2A-4461-91A2-D28605A8FB1C}"/>
                </a:ext>
              </a:extLst>
            </p:cNvPr>
            <p:cNvSpPr>
              <a:spLocks noGrp="1"/>
            </p:cNvSpPr>
            <p:nvPr/>
          </p:nvSpPr>
          <p:spPr>
            <a:xfrm>
              <a:off x="21713825" y="7103269"/>
              <a:ext cx="236680" cy="6096"/>
            </a:xfrm>
            <a:prstGeom prst="rect">
              <a:avLst/>
            </a:prstGeom>
            <a:solidFill>
              <a:srgbClr val="0072B2"/>
            </a:solidFill>
            <a:ln w="0">
              <a:noFill/>
              <a:prstDash val="solid"/>
            </a:ln>
          </p:spPr>
        </p:sp>
        <p:sp>
          <p:nvSpPr>
            <p:cNvPr id="6128" name="dense-map-3-cell-8">
              <a:extLst>
                <a:ext uri="{FF2B5EF4-FFF2-40B4-BE49-F238E27FC236}">
                  <a16:creationId xmlns:a16="http://schemas.microsoft.com/office/drawing/2014/main" id="{944EB78A-EAED-4EF4-8C3D-573D9A4E3929}"/>
                </a:ext>
              </a:extLst>
            </p:cNvPr>
            <p:cNvSpPr>
              <a:spLocks noGrp="1"/>
            </p:cNvSpPr>
            <p:nvPr/>
          </p:nvSpPr>
          <p:spPr>
            <a:xfrm>
              <a:off x="21713825" y="7109222"/>
              <a:ext cx="236680" cy="6096"/>
            </a:xfrm>
            <a:prstGeom prst="rect">
              <a:avLst/>
            </a:prstGeom>
            <a:solidFill>
              <a:srgbClr val="0072B2"/>
            </a:solidFill>
            <a:ln w="0">
              <a:noFill/>
              <a:prstDash val="solid"/>
            </a:ln>
          </p:spPr>
        </p:sp>
        <p:sp>
          <p:nvSpPr>
            <p:cNvPr id="6129" name="dense-map-3-cell-7">
              <a:extLst>
                <a:ext uri="{FF2B5EF4-FFF2-40B4-BE49-F238E27FC236}">
                  <a16:creationId xmlns:a16="http://schemas.microsoft.com/office/drawing/2014/main" id="{77FB67A0-DBE9-4F7A-9C13-3F1109DC7D8D}"/>
                </a:ext>
              </a:extLst>
            </p:cNvPr>
            <p:cNvSpPr>
              <a:spLocks noGrp="1"/>
            </p:cNvSpPr>
            <p:nvPr/>
          </p:nvSpPr>
          <p:spPr>
            <a:xfrm>
              <a:off x="21713825" y="7115175"/>
              <a:ext cx="236680" cy="6096"/>
            </a:xfrm>
            <a:prstGeom prst="rect">
              <a:avLst/>
            </a:prstGeom>
            <a:solidFill>
              <a:srgbClr val="0574B3"/>
            </a:solidFill>
            <a:ln w="0">
              <a:noFill/>
              <a:prstDash val="solid"/>
            </a:ln>
          </p:spPr>
        </p:sp>
        <p:sp>
          <p:nvSpPr>
            <p:cNvPr id="6130" name="dense-map-3-cell-6">
              <a:extLst>
                <a:ext uri="{FF2B5EF4-FFF2-40B4-BE49-F238E27FC236}">
                  <a16:creationId xmlns:a16="http://schemas.microsoft.com/office/drawing/2014/main" id="{9FFA0252-E78C-49D5-9050-BC520DE5E8F6}"/>
                </a:ext>
              </a:extLst>
            </p:cNvPr>
            <p:cNvSpPr>
              <a:spLocks noGrp="1"/>
            </p:cNvSpPr>
            <p:nvPr/>
          </p:nvSpPr>
          <p:spPr>
            <a:xfrm>
              <a:off x="21713825" y="7121128"/>
              <a:ext cx="236680" cy="6096"/>
            </a:xfrm>
            <a:prstGeom prst="rect">
              <a:avLst/>
            </a:prstGeom>
            <a:solidFill>
              <a:srgbClr val="137CB7"/>
            </a:solidFill>
            <a:ln w="0">
              <a:noFill/>
              <a:prstDash val="solid"/>
            </a:ln>
          </p:spPr>
        </p:sp>
        <p:sp>
          <p:nvSpPr>
            <p:cNvPr id="6131" name="dense-map-3-cell-5">
              <a:extLst>
                <a:ext uri="{FF2B5EF4-FFF2-40B4-BE49-F238E27FC236}">
                  <a16:creationId xmlns:a16="http://schemas.microsoft.com/office/drawing/2014/main" id="{42BD3522-920E-429D-9000-F32C8E64A833}"/>
                </a:ext>
              </a:extLst>
            </p:cNvPr>
            <p:cNvSpPr>
              <a:spLocks noGrp="1"/>
            </p:cNvSpPr>
            <p:nvPr/>
          </p:nvSpPr>
          <p:spPr>
            <a:xfrm>
              <a:off x="21713825" y="7127081"/>
              <a:ext cx="236680" cy="6096"/>
            </a:xfrm>
            <a:prstGeom prst="rect">
              <a:avLst/>
            </a:prstGeom>
            <a:solidFill>
              <a:srgbClr val="2888BD"/>
            </a:solidFill>
            <a:ln w="0">
              <a:noFill/>
              <a:prstDash val="solid"/>
            </a:ln>
          </p:spPr>
        </p:sp>
        <p:sp>
          <p:nvSpPr>
            <p:cNvPr id="6132" name="dense-map-3-cell-4">
              <a:extLst>
                <a:ext uri="{FF2B5EF4-FFF2-40B4-BE49-F238E27FC236}">
                  <a16:creationId xmlns:a16="http://schemas.microsoft.com/office/drawing/2014/main" id="{C779DAE3-D353-468B-9FF5-6D1F11E843D9}"/>
                </a:ext>
              </a:extLst>
            </p:cNvPr>
            <p:cNvSpPr>
              <a:spLocks noGrp="1"/>
            </p:cNvSpPr>
            <p:nvPr/>
          </p:nvSpPr>
          <p:spPr>
            <a:xfrm>
              <a:off x="21713825" y="7133034"/>
              <a:ext cx="236680" cy="6096"/>
            </a:xfrm>
            <a:prstGeom prst="rect">
              <a:avLst/>
            </a:prstGeom>
            <a:solidFill>
              <a:srgbClr val="3D93C2"/>
            </a:solidFill>
            <a:ln w="0">
              <a:noFill/>
              <a:prstDash val="solid"/>
            </a:ln>
          </p:spPr>
        </p:sp>
        <p:sp>
          <p:nvSpPr>
            <p:cNvPr id="6133" name="dense-map-3-cell-3">
              <a:extLst>
                <a:ext uri="{FF2B5EF4-FFF2-40B4-BE49-F238E27FC236}">
                  <a16:creationId xmlns:a16="http://schemas.microsoft.com/office/drawing/2014/main" id="{3E384E65-EBFD-4425-94ED-6B7E6D1E8E42}"/>
                </a:ext>
              </a:extLst>
            </p:cNvPr>
            <p:cNvSpPr>
              <a:spLocks noGrp="1"/>
            </p:cNvSpPr>
            <p:nvPr/>
          </p:nvSpPr>
          <p:spPr>
            <a:xfrm>
              <a:off x="21713825" y="7138988"/>
              <a:ext cx="236680" cy="6096"/>
            </a:xfrm>
            <a:prstGeom prst="rect">
              <a:avLst/>
            </a:prstGeom>
            <a:solidFill>
              <a:srgbClr val="76B1D2"/>
            </a:solidFill>
            <a:ln w="0">
              <a:noFill/>
              <a:prstDash val="solid"/>
            </a:ln>
          </p:spPr>
        </p:sp>
        <p:sp>
          <p:nvSpPr>
            <p:cNvPr id="6134" name="dense-map-3-cell-2">
              <a:extLst>
                <a:ext uri="{FF2B5EF4-FFF2-40B4-BE49-F238E27FC236}">
                  <a16:creationId xmlns:a16="http://schemas.microsoft.com/office/drawing/2014/main" id="{BCA087ED-1A8F-49C3-A117-813C596CE7EC}"/>
                </a:ext>
              </a:extLst>
            </p:cNvPr>
            <p:cNvSpPr>
              <a:spLocks noGrp="1"/>
            </p:cNvSpPr>
            <p:nvPr/>
          </p:nvSpPr>
          <p:spPr>
            <a:xfrm>
              <a:off x="21713825" y="7144941"/>
              <a:ext cx="236680" cy="6096"/>
            </a:xfrm>
            <a:prstGeom prst="rect">
              <a:avLst/>
            </a:prstGeom>
            <a:solidFill>
              <a:srgbClr val="C8DDE8"/>
            </a:solidFill>
            <a:ln w="0">
              <a:noFill/>
              <a:prstDash val="solid"/>
            </a:ln>
          </p:spPr>
        </p:sp>
        <p:sp>
          <p:nvSpPr>
            <p:cNvPr id="6135" name="dense-map-3-cell-1">
              <a:extLst>
                <a:ext uri="{FF2B5EF4-FFF2-40B4-BE49-F238E27FC236}">
                  <a16:creationId xmlns:a16="http://schemas.microsoft.com/office/drawing/2014/main" id="{869C516D-5DF4-45CA-ACEC-519439493128}"/>
                </a:ext>
              </a:extLst>
            </p:cNvPr>
            <p:cNvSpPr>
              <a:spLocks noGrp="1"/>
            </p:cNvSpPr>
            <p:nvPr/>
          </p:nvSpPr>
          <p:spPr>
            <a:xfrm>
              <a:off x="21713825" y="7150894"/>
              <a:ext cx="236680" cy="6096"/>
            </a:xfrm>
            <a:prstGeom prst="rect">
              <a:avLst/>
            </a:prstGeom>
            <a:solidFill>
              <a:srgbClr val="DCE8ED"/>
            </a:solidFill>
            <a:ln w="0">
              <a:noFill/>
              <a:prstDash val="solid"/>
            </a:ln>
          </p:spPr>
        </p:sp>
        <p:sp>
          <p:nvSpPr>
            <p:cNvPr id="6136" name="dense-map-3-cell-0">
              <a:extLst>
                <a:ext uri="{FF2B5EF4-FFF2-40B4-BE49-F238E27FC236}">
                  <a16:creationId xmlns:a16="http://schemas.microsoft.com/office/drawing/2014/main" id="{32F266ED-4279-4B5D-ADA0-BDF584DA276E}"/>
                </a:ext>
              </a:extLst>
            </p:cNvPr>
            <p:cNvSpPr>
              <a:spLocks noGrp="1"/>
            </p:cNvSpPr>
            <p:nvPr/>
          </p:nvSpPr>
          <p:spPr>
            <a:xfrm>
              <a:off x="21713825" y="7156847"/>
              <a:ext cx="236680" cy="6096"/>
            </a:xfrm>
            <a:prstGeom prst="rect">
              <a:avLst/>
            </a:prstGeom>
            <a:solidFill>
              <a:srgbClr val="DCE8ED"/>
            </a:solidFill>
            <a:ln w="0">
              <a:noFill/>
              <a:prstDash val="solid"/>
            </a:ln>
          </p:spPr>
        </p:sp>
        <p:sp>
          <p:nvSpPr>
            <p:cNvPr id="6137" name="dense-map-2-cell-191">
              <a:extLst>
                <a:ext uri="{FF2B5EF4-FFF2-40B4-BE49-F238E27FC236}">
                  <a16:creationId xmlns:a16="http://schemas.microsoft.com/office/drawing/2014/main" id="{D0F73555-9582-4632-87AD-B4531A698869}"/>
                </a:ext>
              </a:extLst>
            </p:cNvPr>
            <p:cNvSpPr>
              <a:spLocks noGrp="1"/>
            </p:cNvSpPr>
            <p:nvPr/>
          </p:nvSpPr>
          <p:spPr>
            <a:xfrm>
              <a:off x="21477288" y="6019800"/>
              <a:ext cx="236680" cy="6096"/>
            </a:xfrm>
            <a:prstGeom prst="rect">
              <a:avLst/>
            </a:prstGeom>
            <a:solidFill>
              <a:srgbClr val="DCE8ED"/>
            </a:solidFill>
            <a:ln w="0">
              <a:noFill/>
              <a:prstDash val="solid"/>
            </a:ln>
          </p:spPr>
        </p:sp>
        <p:sp>
          <p:nvSpPr>
            <p:cNvPr id="6138" name="dense-map-2-cell-190">
              <a:extLst>
                <a:ext uri="{FF2B5EF4-FFF2-40B4-BE49-F238E27FC236}">
                  <a16:creationId xmlns:a16="http://schemas.microsoft.com/office/drawing/2014/main" id="{FF3824A5-7CB8-4D0D-A006-20DABB622356}"/>
                </a:ext>
              </a:extLst>
            </p:cNvPr>
            <p:cNvSpPr>
              <a:spLocks noGrp="1"/>
            </p:cNvSpPr>
            <p:nvPr/>
          </p:nvSpPr>
          <p:spPr>
            <a:xfrm>
              <a:off x="21477288" y="6025753"/>
              <a:ext cx="236680" cy="6096"/>
            </a:xfrm>
            <a:prstGeom prst="rect">
              <a:avLst/>
            </a:prstGeom>
            <a:solidFill>
              <a:srgbClr val="DCE8ED"/>
            </a:solidFill>
            <a:ln w="0">
              <a:noFill/>
              <a:prstDash val="solid"/>
            </a:ln>
          </p:spPr>
        </p:sp>
        <p:sp>
          <p:nvSpPr>
            <p:cNvPr id="6139" name="dense-map-2-cell-189">
              <a:extLst>
                <a:ext uri="{FF2B5EF4-FFF2-40B4-BE49-F238E27FC236}">
                  <a16:creationId xmlns:a16="http://schemas.microsoft.com/office/drawing/2014/main" id="{4837AE6B-938C-4122-91AE-82436DC9A658}"/>
                </a:ext>
              </a:extLst>
            </p:cNvPr>
            <p:cNvSpPr>
              <a:spLocks noGrp="1"/>
            </p:cNvSpPr>
            <p:nvPr/>
          </p:nvSpPr>
          <p:spPr>
            <a:xfrm>
              <a:off x="21477288" y="6031706"/>
              <a:ext cx="236680" cy="6096"/>
            </a:xfrm>
            <a:prstGeom prst="rect">
              <a:avLst/>
            </a:prstGeom>
            <a:solidFill>
              <a:srgbClr val="DCE8ED"/>
            </a:solidFill>
            <a:ln w="0">
              <a:noFill/>
              <a:prstDash val="solid"/>
            </a:ln>
          </p:spPr>
        </p:sp>
        <p:sp>
          <p:nvSpPr>
            <p:cNvPr id="6140" name="dense-map-2-cell-188">
              <a:extLst>
                <a:ext uri="{FF2B5EF4-FFF2-40B4-BE49-F238E27FC236}">
                  <a16:creationId xmlns:a16="http://schemas.microsoft.com/office/drawing/2014/main" id="{C5AF8D6A-5CD5-48F8-92C6-630619357C0E}"/>
                </a:ext>
              </a:extLst>
            </p:cNvPr>
            <p:cNvSpPr>
              <a:spLocks noGrp="1"/>
            </p:cNvSpPr>
            <p:nvPr/>
          </p:nvSpPr>
          <p:spPr>
            <a:xfrm>
              <a:off x="21477288" y="6037659"/>
              <a:ext cx="236680" cy="6096"/>
            </a:xfrm>
            <a:prstGeom prst="rect">
              <a:avLst/>
            </a:prstGeom>
            <a:solidFill>
              <a:srgbClr val="DCE8ED"/>
            </a:solidFill>
            <a:ln w="0">
              <a:noFill/>
              <a:prstDash val="solid"/>
            </a:ln>
          </p:spPr>
        </p:sp>
        <p:sp>
          <p:nvSpPr>
            <p:cNvPr id="6141" name="dense-map-2-cell-187">
              <a:extLst>
                <a:ext uri="{FF2B5EF4-FFF2-40B4-BE49-F238E27FC236}">
                  <a16:creationId xmlns:a16="http://schemas.microsoft.com/office/drawing/2014/main" id="{75C6C1F5-C92C-4D83-B846-3B893A8E914D}"/>
                </a:ext>
              </a:extLst>
            </p:cNvPr>
            <p:cNvSpPr>
              <a:spLocks noGrp="1"/>
            </p:cNvSpPr>
            <p:nvPr/>
          </p:nvSpPr>
          <p:spPr>
            <a:xfrm>
              <a:off x="21477288" y="6043613"/>
              <a:ext cx="236680" cy="6096"/>
            </a:xfrm>
            <a:prstGeom prst="rect">
              <a:avLst/>
            </a:prstGeom>
            <a:solidFill>
              <a:srgbClr val="DCE6EA"/>
            </a:solidFill>
            <a:ln w="0">
              <a:noFill/>
              <a:prstDash val="solid"/>
            </a:ln>
          </p:spPr>
        </p:sp>
        <p:sp>
          <p:nvSpPr>
            <p:cNvPr id="6142" name="dense-map-2-cell-186">
              <a:extLst>
                <a:ext uri="{FF2B5EF4-FFF2-40B4-BE49-F238E27FC236}">
                  <a16:creationId xmlns:a16="http://schemas.microsoft.com/office/drawing/2014/main" id="{2426290A-1866-4231-8D60-1FB313368357}"/>
                </a:ext>
              </a:extLst>
            </p:cNvPr>
            <p:cNvSpPr>
              <a:spLocks noGrp="1"/>
            </p:cNvSpPr>
            <p:nvPr/>
          </p:nvSpPr>
          <p:spPr>
            <a:xfrm>
              <a:off x="21477288" y="6049566"/>
              <a:ext cx="236680" cy="6096"/>
            </a:xfrm>
            <a:prstGeom prst="rect">
              <a:avLst/>
            </a:prstGeom>
            <a:solidFill>
              <a:srgbClr val="DBDEE5"/>
            </a:solidFill>
            <a:ln w="0">
              <a:noFill/>
              <a:prstDash val="solid"/>
            </a:ln>
          </p:spPr>
        </p:sp>
        <p:sp>
          <p:nvSpPr>
            <p:cNvPr id="6143" name="dense-map-2-cell-185">
              <a:extLst>
                <a:ext uri="{FF2B5EF4-FFF2-40B4-BE49-F238E27FC236}">
                  <a16:creationId xmlns:a16="http://schemas.microsoft.com/office/drawing/2014/main" id="{60106CFF-98DA-4747-A24C-A8DBF57D9DE4}"/>
                </a:ext>
              </a:extLst>
            </p:cNvPr>
            <p:cNvSpPr>
              <a:spLocks noGrp="1"/>
            </p:cNvSpPr>
            <p:nvPr/>
          </p:nvSpPr>
          <p:spPr>
            <a:xfrm>
              <a:off x="21477288" y="6055519"/>
              <a:ext cx="236680" cy="6096"/>
            </a:xfrm>
            <a:prstGeom prst="rect">
              <a:avLst/>
            </a:prstGeom>
            <a:solidFill>
              <a:srgbClr val="D7C9D9"/>
            </a:solidFill>
            <a:ln w="0">
              <a:noFill/>
              <a:prstDash val="solid"/>
            </a:ln>
          </p:spPr>
        </p:sp>
        <p:sp>
          <p:nvSpPr>
            <p:cNvPr id="6144" name="dense-map-2-cell-184">
              <a:extLst>
                <a:ext uri="{FF2B5EF4-FFF2-40B4-BE49-F238E27FC236}">
                  <a16:creationId xmlns:a16="http://schemas.microsoft.com/office/drawing/2014/main" id="{95F1A082-B56C-4653-B20D-95D18EF656DC}"/>
                </a:ext>
              </a:extLst>
            </p:cNvPr>
            <p:cNvSpPr>
              <a:spLocks noGrp="1"/>
            </p:cNvSpPr>
            <p:nvPr/>
          </p:nvSpPr>
          <p:spPr>
            <a:xfrm>
              <a:off x="21477288" y="6061472"/>
              <a:ext cx="236680" cy="6096"/>
            </a:xfrm>
            <a:prstGeom prst="rect">
              <a:avLst/>
            </a:prstGeom>
            <a:solidFill>
              <a:srgbClr val="D4B1CA"/>
            </a:solidFill>
            <a:ln w="0">
              <a:noFill/>
              <a:prstDash val="solid"/>
            </a:ln>
          </p:spPr>
        </p:sp>
        <p:sp>
          <p:nvSpPr>
            <p:cNvPr id="6145" name="dense-map-2-cell-183">
              <a:extLst>
                <a:ext uri="{FF2B5EF4-FFF2-40B4-BE49-F238E27FC236}">
                  <a16:creationId xmlns:a16="http://schemas.microsoft.com/office/drawing/2014/main" id="{E5446A0C-349C-4898-911B-A16BB95E9C28}"/>
                </a:ext>
              </a:extLst>
            </p:cNvPr>
            <p:cNvSpPr>
              <a:spLocks noGrp="1"/>
            </p:cNvSpPr>
            <p:nvPr/>
          </p:nvSpPr>
          <p:spPr>
            <a:xfrm>
              <a:off x="21477288" y="6067425"/>
              <a:ext cx="236680" cy="6096"/>
            </a:xfrm>
            <a:prstGeom prst="rect">
              <a:avLst/>
            </a:prstGeom>
            <a:solidFill>
              <a:srgbClr val="D198BB"/>
            </a:solidFill>
            <a:ln w="0">
              <a:noFill/>
              <a:prstDash val="solid"/>
            </a:ln>
          </p:spPr>
        </p:sp>
        <p:sp>
          <p:nvSpPr>
            <p:cNvPr id="6146" name="dense-map-2-cell-182">
              <a:extLst>
                <a:ext uri="{FF2B5EF4-FFF2-40B4-BE49-F238E27FC236}">
                  <a16:creationId xmlns:a16="http://schemas.microsoft.com/office/drawing/2014/main" id="{424882FE-269A-4415-A139-B660FAC39BE5}"/>
                </a:ext>
              </a:extLst>
            </p:cNvPr>
            <p:cNvSpPr>
              <a:spLocks noGrp="1"/>
            </p:cNvSpPr>
            <p:nvPr/>
          </p:nvSpPr>
          <p:spPr>
            <a:xfrm>
              <a:off x="21477288" y="6073378"/>
              <a:ext cx="236680" cy="6096"/>
            </a:xfrm>
            <a:prstGeom prst="rect">
              <a:avLst/>
            </a:prstGeom>
            <a:solidFill>
              <a:srgbClr val="CE89B1"/>
            </a:solidFill>
            <a:ln w="0">
              <a:noFill/>
              <a:prstDash val="solid"/>
            </a:ln>
          </p:spPr>
        </p:sp>
        <p:sp>
          <p:nvSpPr>
            <p:cNvPr id="6147" name="dense-map-2-cell-181">
              <a:extLst>
                <a:ext uri="{FF2B5EF4-FFF2-40B4-BE49-F238E27FC236}">
                  <a16:creationId xmlns:a16="http://schemas.microsoft.com/office/drawing/2014/main" id="{15B16C6B-1A6B-4155-B2D9-618C2FF17C3D}"/>
                </a:ext>
              </a:extLst>
            </p:cNvPr>
            <p:cNvSpPr>
              <a:spLocks noGrp="1"/>
            </p:cNvSpPr>
            <p:nvPr/>
          </p:nvSpPr>
          <p:spPr>
            <a:xfrm>
              <a:off x="21477288" y="6079331"/>
              <a:ext cx="236680" cy="6096"/>
            </a:xfrm>
            <a:prstGeom prst="rect">
              <a:avLst/>
            </a:prstGeom>
            <a:solidFill>
              <a:srgbClr val="CD80AC"/>
            </a:solidFill>
            <a:ln w="0">
              <a:noFill/>
              <a:prstDash val="solid"/>
            </a:ln>
          </p:spPr>
        </p:sp>
        <p:sp>
          <p:nvSpPr>
            <p:cNvPr id="6148" name="dense-map-2-cell-180">
              <a:extLst>
                <a:ext uri="{FF2B5EF4-FFF2-40B4-BE49-F238E27FC236}">
                  <a16:creationId xmlns:a16="http://schemas.microsoft.com/office/drawing/2014/main" id="{C473E5B4-590F-4999-95C4-AC089337FF6B}"/>
                </a:ext>
              </a:extLst>
            </p:cNvPr>
            <p:cNvSpPr>
              <a:spLocks noGrp="1"/>
            </p:cNvSpPr>
            <p:nvPr/>
          </p:nvSpPr>
          <p:spPr>
            <a:xfrm>
              <a:off x="21477288" y="6085284"/>
              <a:ext cx="236680" cy="6096"/>
            </a:xfrm>
            <a:prstGeom prst="rect">
              <a:avLst/>
            </a:prstGeom>
            <a:solidFill>
              <a:srgbClr val="CC7AA8"/>
            </a:solidFill>
            <a:ln w="0">
              <a:noFill/>
              <a:prstDash val="solid"/>
            </a:ln>
          </p:spPr>
        </p:sp>
        <p:sp>
          <p:nvSpPr>
            <p:cNvPr id="6149" name="dense-map-2-cell-179">
              <a:extLst>
                <a:ext uri="{FF2B5EF4-FFF2-40B4-BE49-F238E27FC236}">
                  <a16:creationId xmlns:a16="http://schemas.microsoft.com/office/drawing/2014/main" id="{7E807853-4876-4CEA-9520-0C335FE16B7E}"/>
                </a:ext>
              </a:extLst>
            </p:cNvPr>
            <p:cNvSpPr>
              <a:spLocks noGrp="1"/>
            </p:cNvSpPr>
            <p:nvPr/>
          </p:nvSpPr>
          <p:spPr>
            <a:xfrm>
              <a:off x="21477288" y="6091238"/>
              <a:ext cx="236680" cy="6096"/>
            </a:xfrm>
            <a:prstGeom prst="rect">
              <a:avLst/>
            </a:prstGeom>
            <a:solidFill>
              <a:srgbClr val="CC79A7"/>
            </a:solidFill>
            <a:ln w="0">
              <a:noFill/>
              <a:prstDash val="solid"/>
            </a:ln>
          </p:spPr>
        </p:sp>
        <p:sp>
          <p:nvSpPr>
            <p:cNvPr id="6150" name="dense-map-2-cell-178">
              <a:extLst>
                <a:ext uri="{FF2B5EF4-FFF2-40B4-BE49-F238E27FC236}">
                  <a16:creationId xmlns:a16="http://schemas.microsoft.com/office/drawing/2014/main" id="{2FD05AD3-0886-40F7-B09E-38331D5F8E6F}"/>
                </a:ext>
              </a:extLst>
            </p:cNvPr>
            <p:cNvSpPr>
              <a:spLocks noGrp="1"/>
            </p:cNvSpPr>
            <p:nvPr/>
          </p:nvSpPr>
          <p:spPr>
            <a:xfrm>
              <a:off x="21477288" y="6097191"/>
              <a:ext cx="236680" cy="6096"/>
            </a:xfrm>
            <a:prstGeom prst="rect">
              <a:avLst/>
            </a:prstGeom>
            <a:solidFill>
              <a:srgbClr val="CC79A7"/>
            </a:solidFill>
            <a:ln w="0">
              <a:noFill/>
              <a:prstDash val="solid"/>
            </a:ln>
          </p:spPr>
        </p:sp>
        <p:sp>
          <p:nvSpPr>
            <p:cNvPr id="6151" name="dense-map-2-cell-177">
              <a:extLst>
                <a:ext uri="{FF2B5EF4-FFF2-40B4-BE49-F238E27FC236}">
                  <a16:creationId xmlns:a16="http://schemas.microsoft.com/office/drawing/2014/main" id="{72B64815-1A8B-43B5-BD22-A3504F83914B}"/>
                </a:ext>
              </a:extLst>
            </p:cNvPr>
            <p:cNvSpPr>
              <a:spLocks noGrp="1"/>
            </p:cNvSpPr>
            <p:nvPr/>
          </p:nvSpPr>
          <p:spPr>
            <a:xfrm>
              <a:off x="21477288" y="6103144"/>
              <a:ext cx="236680" cy="6096"/>
            </a:xfrm>
            <a:prstGeom prst="rect">
              <a:avLst/>
            </a:prstGeom>
            <a:solidFill>
              <a:srgbClr val="CC79A7"/>
            </a:solidFill>
            <a:ln w="0">
              <a:noFill/>
              <a:prstDash val="solid"/>
            </a:ln>
          </p:spPr>
        </p:sp>
        <p:sp>
          <p:nvSpPr>
            <p:cNvPr id="6152" name="dense-map-2-cell-176">
              <a:extLst>
                <a:ext uri="{FF2B5EF4-FFF2-40B4-BE49-F238E27FC236}">
                  <a16:creationId xmlns:a16="http://schemas.microsoft.com/office/drawing/2014/main" id="{1FF84CE0-FF52-431C-B8E5-3BAEFECAB4AC}"/>
                </a:ext>
              </a:extLst>
            </p:cNvPr>
            <p:cNvSpPr>
              <a:spLocks noGrp="1"/>
            </p:cNvSpPr>
            <p:nvPr/>
          </p:nvSpPr>
          <p:spPr>
            <a:xfrm>
              <a:off x="21477288" y="6109097"/>
              <a:ext cx="236680" cy="6096"/>
            </a:xfrm>
            <a:prstGeom prst="rect">
              <a:avLst/>
            </a:prstGeom>
            <a:solidFill>
              <a:srgbClr val="CC79A7"/>
            </a:solidFill>
            <a:ln w="0">
              <a:noFill/>
              <a:prstDash val="solid"/>
            </a:ln>
          </p:spPr>
        </p:sp>
        <p:sp>
          <p:nvSpPr>
            <p:cNvPr id="6153" name="dense-map-2-cell-175">
              <a:extLst>
                <a:ext uri="{FF2B5EF4-FFF2-40B4-BE49-F238E27FC236}">
                  <a16:creationId xmlns:a16="http://schemas.microsoft.com/office/drawing/2014/main" id="{6E385109-77E4-4EA2-B0D9-D8F7122D8B21}"/>
                </a:ext>
              </a:extLst>
            </p:cNvPr>
            <p:cNvSpPr>
              <a:spLocks noGrp="1"/>
            </p:cNvSpPr>
            <p:nvPr/>
          </p:nvSpPr>
          <p:spPr>
            <a:xfrm>
              <a:off x="21477288" y="6115050"/>
              <a:ext cx="236680" cy="6096"/>
            </a:xfrm>
            <a:prstGeom prst="rect">
              <a:avLst/>
            </a:prstGeom>
            <a:solidFill>
              <a:srgbClr val="CC79A7"/>
            </a:solidFill>
            <a:ln w="0">
              <a:noFill/>
              <a:prstDash val="solid"/>
            </a:ln>
          </p:spPr>
        </p:sp>
        <p:sp>
          <p:nvSpPr>
            <p:cNvPr id="6154" name="dense-map-2-cell-174">
              <a:extLst>
                <a:ext uri="{FF2B5EF4-FFF2-40B4-BE49-F238E27FC236}">
                  <a16:creationId xmlns:a16="http://schemas.microsoft.com/office/drawing/2014/main" id="{C3E98FD7-1CF3-496B-A0C3-19C5AD767810}"/>
                </a:ext>
              </a:extLst>
            </p:cNvPr>
            <p:cNvSpPr>
              <a:spLocks noGrp="1"/>
            </p:cNvSpPr>
            <p:nvPr/>
          </p:nvSpPr>
          <p:spPr>
            <a:xfrm>
              <a:off x="21477288" y="6121003"/>
              <a:ext cx="236680" cy="6096"/>
            </a:xfrm>
            <a:prstGeom prst="rect">
              <a:avLst/>
            </a:prstGeom>
            <a:solidFill>
              <a:srgbClr val="CC79A7"/>
            </a:solidFill>
            <a:ln w="0">
              <a:noFill/>
              <a:prstDash val="solid"/>
            </a:ln>
          </p:spPr>
        </p:sp>
        <p:sp>
          <p:nvSpPr>
            <p:cNvPr id="6155" name="dense-map-2-cell-173">
              <a:extLst>
                <a:ext uri="{FF2B5EF4-FFF2-40B4-BE49-F238E27FC236}">
                  <a16:creationId xmlns:a16="http://schemas.microsoft.com/office/drawing/2014/main" id="{3E15EAF9-7EEB-41F0-BD7A-16D59A0005D5}"/>
                </a:ext>
              </a:extLst>
            </p:cNvPr>
            <p:cNvSpPr>
              <a:spLocks noGrp="1"/>
            </p:cNvSpPr>
            <p:nvPr/>
          </p:nvSpPr>
          <p:spPr>
            <a:xfrm>
              <a:off x="21477288" y="6126956"/>
              <a:ext cx="236680" cy="6096"/>
            </a:xfrm>
            <a:prstGeom prst="rect">
              <a:avLst/>
            </a:prstGeom>
            <a:solidFill>
              <a:srgbClr val="CC79A7"/>
            </a:solidFill>
            <a:ln w="0">
              <a:noFill/>
              <a:prstDash val="solid"/>
            </a:ln>
          </p:spPr>
        </p:sp>
        <p:sp>
          <p:nvSpPr>
            <p:cNvPr id="6156" name="dense-map-2-cell-172">
              <a:extLst>
                <a:ext uri="{FF2B5EF4-FFF2-40B4-BE49-F238E27FC236}">
                  <a16:creationId xmlns:a16="http://schemas.microsoft.com/office/drawing/2014/main" id="{FD43390A-30C4-43BF-80DF-B30DF2DDC380}"/>
                </a:ext>
              </a:extLst>
            </p:cNvPr>
            <p:cNvSpPr>
              <a:spLocks noGrp="1"/>
            </p:cNvSpPr>
            <p:nvPr/>
          </p:nvSpPr>
          <p:spPr>
            <a:xfrm>
              <a:off x="21477288" y="6132909"/>
              <a:ext cx="236680" cy="6096"/>
            </a:xfrm>
            <a:prstGeom prst="rect">
              <a:avLst/>
            </a:prstGeom>
            <a:solidFill>
              <a:srgbClr val="CC79A7"/>
            </a:solidFill>
            <a:ln w="0">
              <a:noFill/>
              <a:prstDash val="solid"/>
            </a:ln>
          </p:spPr>
        </p:sp>
        <p:sp>
          <p:nvSpPr>
            <p:cNvPr id="6157" name="dense-map-2-cell-171">
              <a:extLst>
                <a:ext uri="{FF2B5EF4-FFF2-40B4-BE49-F238E27FC236}">
                  <a16:creationId xmlns:a16="http://schemas.microsoft.com/office/drawing/2014/main" id="{D2D20BBC-BE50-4BA4-9A28-CD5BC992CC2A}"/>
                </a:ext>
              </a:extLst>
            </p:cNvPr>
            <p:cNvSpPr>
              <a:spLocks noGrp="1"/>
            </p:cNvSpPr>
            <p:nvPr/>
          </p:nvSpPr>
          <p:spPr>
            <a:xfrm>
              <a:off x="21477288" y="6138863"/>
              <a:ext cx="236680" cy="6096"/>
            </a:xfrm>
            <a:prstGeom prst="rect">
              <a:avLst/>
            </a:prstGeom>
            <a:solidFill>
              <a:srgbClr val="CC7AA8"/>
            </a:solidFill>
            <a:ln w="0">
              <a:noFill/>
              <a:prstDash val="solid"/>
            </a:ln>
          </p:spPr>
        </p:sp>
        <p:sp>
          <p:nvSpPr>
            <p:cNvPr id="6158" name="dense-map-2-cell-170">
              <a:extLst>
                <a:ext uri="{FF2B5EF4-FFF2-40B4-BE49-F238E27FC236}">
                  <a16:creationId xmlns:a16="http://schemas.microsoft.com/office/drawing/2014/main" id="{D4E75BED-217F-4407-97F4-FBBA70DC326E}"/>
                </a:ext>
              </a:extLst>
            </p:cNvPr>
            <p:cNvSpPr>
              <a:spLocks noGrp="1"/>
            </p:cNvSpPr>
            <p:nvPr/>
          </p:nvSpPr>
          <p:spPr>
            <a:xfrm>
              <a:off x="21477288" y="6144816"/>
              <a:ext cx="236680" cy="6096"/>
            </a:xfrm>
            <a:prstGeom prst="rect">
              <a:avLst/>
            </a:prstGeom>
            <a:solidFill>
              <a:srgbClr val="CD7EAA"/>
            </a:solidFill>
            <a:ln w="0">
              <a:noFill/>
              <a:prstDash val="solid"/>
            </a:ln>
          </p:spPr>
        </p:sp>
        <p:sp>
          <p:nvSpPr>
            <p:cNvPr id="6159" name="dense-map-2-cell-169">
              <a:extLst>
                <a:ext uri="{FF2B5EF4-FFF2-40B4-BE49-F238E27FC236}">
                  <a16:creationId xmlns:a16="http://schemas.microsoft.com/office/drawing/2014/main" id="{8DCC21DC-4CE5-4727-A7E3-71156B15933F}"/>
                </a:ext>
              </a:extLst>
            </p:cNvPr>
            <p:cNvSpPr>
              <a:spLocks noGrp="1"/>
            </p:cNvSpPr>
            <p:nvPr/>
          </p:nvSpPr>
          <p:spPr>
            <a:xfrm>
              <a:off x="21477288" y="6150769"/>
              <a:ext cx="236680" cy="6096"/>
            </a:xfrm>
            <a:prstGeom prst="rect">
              <a:avLst/>
            </a:prstGeom>
            <a:solidFill>
              <a:srgbClr val="CE85AE"/>
            </a:solidFill>
            <a:ln w="0">
              <a:noFill/>
              <a:prstDash val="solid"/>
            </a:ln>
          </p:spPr>
        </p:sp>
        <p:sp>
          <p:nvSpPr>
            <p:cNvPr id="6160" name="dense-map-2-cell-168">
              <a:extLst>
                <a:ext uri="{FF2B5EF4-FFF2-40B4-BE49-F238E27FC236}">
                  <a16:creationId xmlns:a16="http://schemas.microsoft.com/office/drawing/2014/main" id="{DBDA521E-8C7C-4B10-B121-63CC59871C0F}"/>
                </a:ext>
              </a:extLst>
            </p:cNvPr>
            <p:cNvSpPr>
              <a:spLocks noGrp="1"/>
            </p:cNvSpPr>
            <p:nvPr/>
          </p:nvSpPr>
          <p:spPr>
            <a:xfrm>
              <a:off x="21477288" y="6156722"/>
              <a:ext cx="236680" cy="6096"/>
            </a:xfrm>
            <a:prstGeom prst="rect">
              <a:avLst/>
            </a:prstGeom>
            <a:solidFill>
              <a:srgbClr val="CF91B6"/>
            </a:solidFill>
            <a:ln w="0">
              <a:noFill/>
              <a:prstDash val="solid"/>
            </a:ln>
          </p:spPr>
        </p:sp>
        <p:sp>
          <p:nvSpPr>
            <p:cNvPr id="6161" name="dense-map-2-cell-167">
              <a:extLst>
                <a:ext uri="{FF2B5EF4-FFF2-40B4-BE49-F238E27FC236}">
                  <a16:creationId xmlns:a16="http://schemas.microsoft.com/office/drawing/2014/main" id="{B53342E5-4507-4401-B675-FAB4C34C852A}"/>
                </a:ext>
              </a:extLst>
            </p:cNvPr>
            <p:cNvSpPr>
              <a:spLocks noGrp="1"/>
            </p:cNvSpPr>
            <p:nvPr/>
          </p:nvSpPr>
          <p:spPr>
            <a:xfrm>
              <a:off x="21477288" y="6162675"/>
              <a:ext cx="236680" cy="6096"/>
            </a:xfrm>
            <a:prstGeom prst="rect">
              <a:avLst/>
            </a:prstGeom>
            <a:solidFill>
              <a:srgbClr val="D2A2C1"/>
            </a:solidFill>
            <a:ln w="0">
              <a:noFill/>
              <a:prstDash val="solid"/>
            </a:ln>
          </p:spPr>
        </p:sp>
        <p:sp>
          <p:nvSpPr>
            <p:cNvPr id="6162" name="dense-map-2-cell-166">
              <a:extLst>
                <a:ext uri="{FF2B5EF4-FFF2-40B4-BE49-F238E27FC236}">
                  <a16:creationId xmlns:a16="http://schemas.microsoft.com/office/drawing/2014/main" id="{68ED3BFD-FA23-4D98-A94D-C538C78D0C6A}"/>
                </a:ext>
              </a:extLst>
            </p:cNvPr>
            <p:cNvSpPr>
              <a:spLocks noGrp="1"/>
            </p:cNvSpPr>
            <p:nvPr/>
          </p:nvSpPr>
          <p:spPr>
            <a:xfrm>
              <a:off x="21477288" y="6168628"/>
              <a:ext cx="236680" cy="6096"/>
            </a:xfrm>
            <a:prstGeom prst="rect">
              <a:avLst/>
            </a:prstGeom>
            <a:solidFill>
              <a:srgbClr val="D5B6CE"/>
            </a:solidFill>
            <a:ln w="0">
              <a:noFill/>
              <a:prstDash val="solid"/>
            </a:ln>
          </p:spPr>
        </p:sp>
        <p:sp>
          <p:nvSpPr>
            <p:cNvPr id="6163" name="dense-map-2-cell-165">
              <a:extLst>
                <a:ext uri="{FF2B5EF4-FFF2-40B4-BE49-F238E27FC236}">
                  <a16:creationId xmlns:a16="http://schemas.microsoft.com/office/drawing/2014/main" id="{704B07C8-41C6-4320-8D2E-8923B147D221}"/>
                </a:ext>
              </a:extLst>
            </p:cNvPr>
            <p:cNvSpPr>
              <a:spLocks noGrp="1"/>
            </p:cNvSpPr>
            <p:nvPr/>
          </p:nvSpPr>
          <p:spPr>
            <a:xfrm>
              <a:off x="21477288" y="6174581"/>
              <a:ext cx="236680" cy="6096"/>
            </a:xfrm>
            <a:prstGeom prst="rect">
              <a:avLst/>
            </a:prstGeom>
            <a:solidFill>
              <a:srgbClr val="D8CAD9"/>
            </a:solidFill>
            <a:ln w="0">
              <a:noFill/>
              <a:prstDash val="solid"/>
            </a:ln>
          </p:spPr>
        </p:sp>
        <p:sp>
          <p:nvSpPr>
            <p:cNvPr id="6164" name="dense-map-2-cell-164">
              <a:extLst>
                <a:ext uri="{FF2B5EF4-FFF2-40B4-BE49-F238E27FC236}">
                  <a16:creationId xmlns:a16="http://schemas.microsoft.com/office/drawing/2014/main" id="{E58D8743-EAC9-4530-8BE8-1D17CE819609}"/>
                </a:ext>
              </a:extLst>
            </p:cNvPr>
            <p:cNvSpPr>
              <a:spLocks noGrp="1"/>
            </p:cNvSpPr>
            <p:nvPr/>
          </p:nvSpPr>
          <p:spPr>
            <a:xfrm>
              <a:off x="21477288" y="6180534"/>
              <a:ext cx="236680" cy="6096"/>
            </a:xfrm>
            <a:prstGeom prst="rect">
              <a:avLst/>
            </a:prstGeom>
            <a:solidFill>
              <a:srgbClr val="DAD8DE"/>
            </a:solidFill>
            <a:ln w="0">
              <a:noFill/>
              <a:prstDash val="solid"/>
            </a:ln>
          </p:spPr>
        </p:sp>
        <p:sp>
          <p:nvSpPr>
            <p:cNvPr id="6165" name="dense-map-2-cell-163">
              <a:extLst>
                <a:ext uri="{FF2B5EF4-FFF2-40B4-BE49-F238E27FC236}">
                  <a16:creationId xmlns:a16="http://schemas.microsoft.com/office/drawing/2014/main" id="{FB9AA4CB-3998-48C8-9EB1-87A92F7056EF}"/>
                </a:ext>
              </a:extLst>
            </p:cNvPr>
            <p:cNvSpPr>
              <a:spLocks noGrp="1"/>
            </p:cNvSpPr>
            <p:nvPr/>
          </p:nvSpPr>
          <p:spPr>
            <a:xfrm>
              <a:off x="21477288" y="6186488"/>
              <a:ext cx="236680" cy="6096"/>
            </a:xfrm>
            <a:prstGeom prst="rect">
              <a:avLst/>
            </a:prstGeom>
            <a:solidFill>
              <a:srgbClr val="DCE4E7"/>
            </a:solidFill>
            <a:ln w="0">
              <a:noFill/>
              <a:prstDash val="solid"/>
            </a:ln>
          </p:spPr>
        </p:sp>
        <p:sp>
          <p:nvSpPr>
            <p:cNvPr id="6166" name="dense-map-2-cell-162">
              <a:extLst>
                <a:ext uri="{FF2B5EF4-FFF2-40B4-BE49-F238E27FC236}">
                  <a16:creationId xmlns:a16="http://schemas.microsoft.com/office/drawing/2014/main" id="{8155D7F4-83E7-4AEB-AB51-5CBBFF830E57}"/>
                </a:ext>
              </a:extLst>
            </p:cNvPr>
            <p:cNvSpPr>
              <a:spLocks noGrp="1"/>
            </p:cNvSpPr>
            <p:nvPr/>
          </p:nvSpPr>
          <p:spPr>
            <a:xfrm>
              <a:off x="21477288" y="6192441"/>
              <a:ext cx="236680" cy="6096"/>
            </a:xfrm>
            <a:prstGeom prst="rect">
              <a:avLst/>
            </a:prstGeom>
            <a:solidFill>
              <a:srgbClr val="DCE7EC"/>
            </a:solidFill>
            <a:ln w="0">
              <a:noFill/>
              <a:prstDash val="solid"/>
            </a:ln>
          </p:spPr>
        </p:sp>
        <p:sp>
          <p:nvSpPr>
            <p:cNvPr id="6167" name="dense-map-2-cell-161">
              <a:extLst>
                <a:ext uri="{FF2B5EF4-FFF2-40B4-BE49-F238E27FC236}">
                  <a16:creationId xmlns:a16="http://schemas.microsoft.com/office/drawing/2014/main" id="{9F99207E-00EC-448B-ABCC-86850024AB61}"/>
                </a:ext>
              </a:extLst>
            </p:cNvPr>
            <p:cNvSpPr>
              <a:spLocks noGrp="1"/>
            </p:cNvSpPr>
            <p:nvPr/>
          </p:nvSpPr>
          <p:spPr>
            <a:xfrm>
              <a:off x="21477288" y="6198394"/>
              <a:ext cx="236680" cy="6096"/>
            </a:xfrm>
            <a:prstGeom prst="rect">
              <a:avLst/>
            </a:prstGeom>
            <a:solidFill>
              <a:srgbClr val="DCE8ED"/>
            </a:solidFill>
            <a:ln w="0">
              <a:noFill/>
              <a:prstDash val="solid"/>
            </a:ln>
          </p:spPr>
        </p:sp>
        <p:sp>
          <p:nvSpPr>
            <p:cNvPr id="6168" name="dense-map-2-cell-160">
              <a:extLst>
                <a:ext uri="{FF2B5EF4-FFF2-40B4-BE49-F238E27FC236}">
                  <a16:creationId xmlns:a16="http://schemas.microsoft.com/office/drawing/2014/main" id="{75188743-8ACE-488B-B790-558FBF966877}"/>
                </a:ext>
              </a:extLst>
            </p:cNvPr>
            <p:cNvSpPr>
              <a:spLocks noGrp="1"/>
            </p:cNvSpPr>
            <p:nvPr/>
          </p:nvSpPr>
          <p:spPr>
            <a:xfrm>
              <a:off x="21477288" y="6204347"/>
              <a:ext cx="236680" cy="6096"/>
            </a:xfrm>
            <a:prstGeom prst="rect">
              <a:avLst/>
            </a:prstGeom>
            <a:solidFill>
              <a:srgbClr val="DCE8ED"/>
            </a:solidFill>
            <a:ln w="0">
              <a:noFill/>
              <a:prstDash val="solid"/>
            </a:ln>
          </p:spPr>
        </p:sp>
        <p:sp>
          <p:nvSpPr>
            <p:cNvPr id="6169" name="dense-map-2-cell-159">
              <a:extLst>
                <a:ext uri="{FF2B5EF4-FFF2-40B4-BE49-F238E27FC236}">
                  <a16:creationId xmlns:a16="http://schemas.microsoft.com/office/drawing/2014/main" id="{9893E35E-B297-42A9-A0E6-B4039DB8391A}"/>
                </a:ext>
              </a:extLst>
            </p:cNvPr>
            <p:cNvSpPr>
              <a:spLocks noGrp="1"/>
            </p:cNvSpPr>
            <p:nvPr/>
          </p:nvSpPr>
          <p:spPr>
            <a:xfrm>
              <a:off x="21477288" y="6210300"/>
              <a:ext cx="236680" cy="6096"/>
            </a:xfrm>
            <a:prstGeom prst="rect">
              <a:avLst/>
            </a:prstGeom>
            <a:solidFill>
              <a:srgbClr val="DCE8ED"/>
            </a:solidFill>
            <a:ln w="0">
              <a:noFill/>
              <a:prstDash val="solid"/>
            </a:ln>
          </p:spPr>
        </p:sp>
        <p:sp>
          <p:nvSpPr>
            <p:cNvPr id="6170" name="dense-map-2-cell-158">
              <a:extLst>
                <a:ext uri="{FF2B5EF4-FFF2-40B4-BE49-F238E27FC236}">
                  <a16:creationId xmlns:a16="http://schemas.microsoft.com/office/drawing/2014/main" id="{6AA6925C-07C1-4510-8951-C8FBD554E818}"/>
                </a:ext>
              </a:extLst>
            </p:cNvPr>
            <p:cNvSpPr>
              <a:spLocks noGrp="1"/>
            </p:cNvSpPr>
            <p:nvPr/>
          </p:nvSpPr>
          <p:spPr>
            <a:xfrm>
              <a:off x="21477288" y="6216253"/>
              <a:ext cx="236680" cy="6096"/>
            </a:xfrm>
            <a:prstGeom prst="rect">
              <a:avLst/>
            </a:prstGeom>
            <a:solidFill>
              <a:srgbClr val="DCE8ED"/>
            </a:solidFill>
            <a:ln w="0">
              <a:noFill/>
              <a:prstDash val="solid"/>
            </a:ln>
          </p:spPr>
        </p:sp>
        <p:sp>
          <p:nvSpPr>
            <p:cNvPr id="6171" name="dense-map-2-cell-157">
              <a:extLst>
                <a:ext uri="{FF2B5EF4-FFF2-40B4-BE49-F238E27FC236}">
                  <a16:creationId xmlns:a16="http://schemas.microsoft.com/office/drawing/2014/main" id="{33C6A676-ABED-4145-9440-2447ACDD5FE7}"/>
                </a:ext>
              </a:extLst>
            </p:cNvPr>
            <p:cNvSpPr>
              <a:spLocks noGrp="1"/>
            </p:cNvSpPr>
            <p:nvPr/>
          </p:nvSpPr>
          <p:spPr>
            <a:xfrm>
              <a:off x="21477288" y="6222206"/>
              <a:ext cx="236680" cy="6096"/>
            </a:xfrm>
            <a:prstGeom prst="rect">
              <a:avLst/>
            </a:prstGeom>
            <a:solidFill>
              <a:srgbClr val="DCE8ED"/>
            </a:solidFill>
            <a:ln w="0">
              <a:noFill/>
              <a:prstDash val="solid"/>
            </a:ln>
          </p:spPr>
        </p:sp>
        <p:sp>
          <p:nvSpPr>
            <p:cNvPr id="6172" name="dense-map-2-cell-156">
              <a:extLst>
                <a:ext uri="{FF2B5EF4-FFF2-40B4-BE49-F238E27FC236}">
                  <a16:creationId xmlns:a16="http://schemas.microsoft.com/office/drawing/2014/main" id="{03665D55-37EF-4ACF-887B-21AFAC792BED}"/>
                </a:ext>
              </a:extLst>
            </p:cNvPr>
            <p:cNvSpPr>
              <a:spLocks noGrp="1"/>
            </p:cNvSpPr>
            <p:nvPr/>
          </p:nvSpPr>
          <p:spPr>
            <a:xfrm>
              <a:off x="21477288" y="6228159"/>
              <a:ext cx="236680" cy="6096"/>
            </a:xfrm>
            <a:prstGeom prst="rect">
              <a:avLst/>
            </a:prstGeom>
            <a:solidFill>
              <a:srgbClr val="DCE8ED"/>
            </a:solidFill>
            <a:ln w="0">
              <a:noFill/>
              <a:prstDash val="solid"/>
            </a:ln>
          </p:spPr>
        </p:sp>
        <p:sp>
          <p:nvSpPr>
            <p:cNvPr id="6173" name="dense-map-2-cell-155">
              <a:extLst>
                <a:ext uri="{FF2B5EF4-FFF2-40B4-BE49-F238E27FC236}">
                  <a16:creationId xmlns:a16="http://schemas.microsoft.com/office/drawing/2014/main" id="{B4553B2A-4555-4ADC-B32E-0E62E2EF064D}"/>
                </a:ext>
              </a:extLst>
            </p:cNvPr>
            <p:cNvSpPr>
              <a:spLocks noGrp="1"/>
            </p:cNvSpPr>
            <p:nvPr/>
          </p:nvSpPr>
          <p:spPr>
            <a:xfrm>
              <a:off x="21477288" y="6234113"/>
              <a:ext cx="236680" cy="6096"/>
            </a:xfrm>
            <a:prstGeom prst="rect">
              <a:avLst/>
            </a:prstGeom>
            <a:solidFill>
              <a:srgbClr val="DCE8ED"/>
            </a:solidFill>
            <a:ln w="0">
              <a:noFill/>
              <a:prstDash val="solid"/>
            </a:ln>
          </p:spPr>
        </p:sp>
        <p:sp>
          <p:nvSpPr>
            <p:cNvPr id="6174" name="dense-map-2-cell-154">
              <a:extLst>
                <a:ext uri="{FF2B5EF4-FFF2-40B4-BE49-F238E27FC236}">
                  <a16:creationId xmlns:a16="http://schemas.microsoft.com/office/drawing/2014/main" id="{C9A0DDB8-D352-48C4-BFA3-C23C8EF0DAA0}"/>
                </a:ext>
              </a:extLst>
            </p:cNvPr>
            <p:cNvSpPr>
              <a:spLocks noGrp="1"/>
            </p:cNvSpPr>
            <p:nvPr/>
          </p:nvSpPr>
          <p:spPr>
            <a:xfrm>
              <a:off x="21477288" y="6240066"/>
              <a:ext cx="236680" cy="6096"/>
            </a:xfrm>
            <a:prstGeom prst="rect">
              <a:avLst/>
            </a:prstGeom>
            <a:solidFill>
              <a:srgbClr val="DCE8ED"/>
            </a:solidFill>
            <a:ln w="0">
              <a:noFill/>
              <a:prstDash val="solid"/>
            </a:ln>
          </p:spPr>
        </p:sp>
        <p:sp>
          <p:nvSpPr>
            <p:cNvPr id="6175" name="dense-map-2-cell-153">
              <a:extLst>
                <a:ext uri="{FF2B5EF4-FFF2-40B4-BE49-F238E27FC236}">
                  <a16:creationId xmlns:a16="http://schemas.microsoft.com/office/drawing/2014/main" id="{55760EA0-2699-4ACC-99D2-CE158C31601F}"/>
                </a:ext>
              </a:extLst>
            </p:cNvPr>
            <p:cNvSpPr>
              <a:spLocks noGrp="1"/>
            </p:cNvSpPr>
            <p:nvPr/>
          </p:nvSpPr>
          <p:spPr>
            <a:xfrm>
              <a:off x="21477288" y="6246019"/>
              <a:ext cx="236680" cy="6096"/>
            </a:xfrm>
            <a:prstGeom prst="rect">
              <a:avLst/>
            </a:prstGeom>
            <a:solidFill>
              <a:srgbClr val="DCE8ED"/>
            </a:solidFill>
            <a:ln w="0">
              <a:noFill/>
              <a:prstDash val="solid"/>
            </a:ln>
          </p:spPr>
        </p:sp>
        <p:sp>
          <p:nvSpPr>
            <p:cNvPr id="6176" name="dense-map-2-cell-152">
              <a:extLst>
                <a:ext uri="{FF2B5EF4-FFF2-40B4-BE49-F238E27FC236}">
                  <a16:creationId xmlns:a16="http://schemas.microsoft.com/office/drawing/2014/main" id="{04919B3E-35E3-4B75-915B-147D06F41AA8}"/>
                </a:ext>
              </a:extLst>
            </p:cNvPr>
            <p:cNvSpPr>
              <a:spLocks noGrp="1"/>
            </p:cNvSpPr>
            <p:nvPr/>
          </p:nvSpPr>
          <p:spPr>
            <a:xfrm>
              <a:off x="21477288" y="6251972"/>
              <a:ext cx="236680" cy="6096"/>
            </a:xfrm>
            <a:prstGeom prst="rect">
              <a:avLst/>
            </a:prstGeom>
            <a:solidFill>
              <a:srgbClr val="DCE8ED"/>
            </a:solidFill>
            <a:ln w="0">
              <a:noFill/>
              <a:prstDash val="solid"/>
            </a:ln>
          </p:spPr>
        </p:sp>
        <p:sp>
          <p:nvSpPr>
            <p:cNvPr id="6177" name="dense-map-2-cell-151">
              <a:extLst>
                <a:ext uri="{FF2B5EF4-FFF2-40B4-BE49-F238E27FC236}">
                  <a16:creationId xmlns:a16="http://schemas.microsoft.com/office/drawing/2014/main" id="{58302563-2859-439A-85C7-511BBA0E2513}"/>
                </a:ext>
              </a:extLst>
            </p:cNvPr>
            <p:cNvSpPr>
              <a:spLocks noGrp="1"/>
            </p:cNvSpPr>
            <p:nvPr/>
          </p:nvSpPr>
          <p:spPr>
            <a:xfrm>
              <a:off x="21477288" y="6257925"/>
              <a:ext cx="236680" cy="6096"/>
            </a:xfrm>
            <a:prstGeom prst="rect">
              <a:avLst/>
            </a:prstGeom>
            <a:solidFill>
              <a:srgbClr val="DCE8ED"/>
            </a:solidFill>
            <a:ln w="0">
              <a:noFill/>
              <a:prstDash val="solid"/>
            </a:ln>
          </p:spPr>
        </p:sp>
        <p:sp>
          <p:nvSpPr>
            <p:cNvPr id="6178" name="dense-map-2-cell-150">
              <a:extLst>
                <a:ext uri="{FF2B5EF4-FFF2-40B4-BE49-F238E27FC236}">
                  <a16:creationId xmlns:a16="http://schemas.microsoft.com/office/drawing/2014/main" id="{78D38043-254A-4269-AB25-57B54E8562E1}"/>
                </a:ext>
              </a:extLst>
            </p:cNvPr>
            <p:cNvSpPr>
              <a:spLocks noGrp="1"/>
            </p:cNvSpPr>
            <p:nvPr/>
          </p:nvSpPr>
          <p:spPr>
            <a:xfrm>
              <a:off x="21477288" y="6263878"/>
              <a:ext cx="236680" cy="6096"/>
            </a:xfrm>
            <a:prstGeom prst="rect">
              <a:avLst/>
            </a:prstGeom>
            <a:solidFill>
              <a:srgbClr val="DCE8ED"/>
            </a:solidFill>
            <a:ln w="0">
              <a:noFill/>
              <a:prstDash val="solid"/>
            </a:ln>
          </p:spPr>
        </p:sp>
        <p:sp>
          <p:nvSpPr>
            <p:cNvPr id="6179" name="dense-map-2-cell-149">
              <a:extLst>
                <a:ext uri="{FF2B5EF4-FFF2-40B4-BE49-F238E27FC236}">
                  <a16:creationId xmlns:a16="http://schemas.microsoft.com/office/drawing/2014/main" id="{F7B5532D-1922-4C32-9A19-3DA355383818}"/>
                </a:ext>
              </a:extLst>
            </p:cNvPr>
            <p:cNvSpPr>
              <a:spLocks noGrp="1"/>
            </p:cNvSpPr>
            <p:nvPr/>
          </p:nvSpPr>
          <p:spPr>
            <a:xfrm>
              <a:off x="21477288" y="6269831"/>
              <a:ext cx="236680" cy="6096"/>
            </a:xfrm>
            <a:prstGeom prst="rect">
              <a:avLst/>
            </a:prstGeom>
            <a:solidFill>
              <a:srgbClr val="DCE8ED"/>
            </a:solidFill>
            <a:ln w="0">
              <a:noFill/>
              <a:prstDash val="solid"/>
            </a:ln>
          </p:spPr>
        </p:sp>
        <p:sp>
          <p:nvSpPr>
            <p:cNvPr id="6180" name="dense-map-2-cell-148">
              <a:extLst>
                <a:ext uri="{FF2B5EF4-FFF2-40B4-BE49-F238E27FC236}">
                  <a16:creationId xmlns:a16="http://schemas.microsoft.com/office/drawing/2014/main" id="{C677C94F-AB52-46CA-9548-5DBA210D13D5}"/>
                </a:ext>
              </a:extLst>
            </p:cNvPr>
            <p:cNvSpPr>
              <a:spLocks noGrp="1"/>
            </p:cNvSpPr>
            <p:nvPr/>
          </p:nvSpPr>
          <p:spPr>
            <a:xfrm>
              <a:off x="21477288" y="6275784"/>
              <a:ext cx="236680" cy="6096"/>
            </a:xfrm>
            <a:prstGeom prst="rect">
              <a:avLst/>
            </a:prstGeom>
            <a:solidFill>
              <a:srgbClr val="DCE8ED"/>
            </a:solidFill>
            <a:ln w="0">
              <a:noFill/>
              <a:prstDash val="solid"/>
            </a:ln>
          </p:spPr>
        </p:sp>
        <p:sp>
          <p:nvSpPr>
            <p:cNvPr id="6181" name="dense-map-2-cell-147">
              <a:extLst>
                <a:ext uri="{FF2B5EF4-FFF2-40B4-BE49-F238E27FC236}">
                  <a16:creationId xmlns:a16="http://schemas.microsoft.com/office/drawing/2014/main" id="{533A6880-F36B-482D-9220-FC6B4560529A}"/>
                </a:ext>
              </a:extLst>
            </p:cNvPr>
            <p:cNvSpPr>
              <a:spLocks noGrp="1"/>
            </p:cNvSpPr>
            <p:nvPr/>
          </p:nvSpPr>
          <p:spPr>
            <a:xfrm>
              <a:off x="21477288" y="6281738"/>
              <a:ext cx="236680" cy="6096"/>
            </a:xfrm>
            <a:prstGeom prst="rect">
              <a:avLst/>
            </a:prstGeom>
            <a:solidFill>
              <a:srgbClr val="DCE8ED"/>
            </a:solidFill>
            <a:ln w="0">
              <a:noFill/>
              <a:prstDash val="solid"/>
            </a:ln>
          </p:spPr>
        </p:sp>
        <p:sp>
          <p:nvSpPr>
            <p:cNvPr id="6182" name="dense-map-2-cell-146">
              <a:extLst>
                <a:ext uri="{FF2B5EF4-FFF2-40B4-BE49-F238E27FC236}">
                  <a16:creationId xmlns:a16="http://schemas.microsoft.com/office/drawing/2014/main" id="{B3DBD7BB-D058-41CB-938D-23A33B6980B7}"/>
                </a:ext>
              </a:extLst>
            </p:cNvPr>
            <p:cNvSpPr>
              <a:spLocks noGrp="1"/>
            </p:cNvSpPr>
            <p:nvPr/>
          </p:nvSpPr>
          <p:spPr>
            <a:xfrm>
              <a:off x="21477288" y="6287691"/>
              <a:ext cx="236680" cy="6096"/>
            </a:xfrm>
            <a:prstGeom prst="rect">
              <a:avLst/>
            </a:prstGeom>
            <a:solidFill>
              <a:srgbClr val="DCE8ED"/>
            </a:solidFill>
            <a:ln w="0">
              <a:noFill/>
              <a:prstDash val="solid"/>
            </a:ln>
          </p:spPr>
        </p:sp>
        <p:sp>
          <p:nvSpPr>
            <p:cNvPr id="6183" name="dense-map-2-cell-145">
              <a:extLst>
                <a:ext uri="{FF2B5EF4-FFF2-40B4-BE49-F238E27FC236}">
                  <a16:creationId xmlns:a16="http://schemas.microsoft.com/office/drawing/2014/main" id="{053BF0E2-8949-40F8-ADA5-7DDECDBB2234}"/>
                </a:ext>
              </a:extLst>
            </p:cNvPr>
            <p:cNvSpPr>
              <a:spLocks noGrp="1"/>
            </p:cNvSpPr>
            <p:nvPr/>
          </p:nvSpPr>
          <p:spPr>
            <a:xfrm>
              <a:off x="21477288" y="6293644"/>
              <a:ext cx="236680" cy="6096"/>
            </a:xfrm>
            <a:prstGeom prst="rect">
              <a:avLst/>
            </a:prstGeom>
            <a:solidFill>
              <a:srgbClr val="DCE8ED"/>
            </a:solidFill>
            <a:ln w="0">
              <a:noFill/>
              <a:prstDash val="solid"/>
            </a:ln>
          </p:spPr>
        </p:sp>
        <p:sp>
          <p:nvSpPr>
            <p:cNvPr id="6184" name="dense-map-2-cell-144">
              <a:extLst>
                <a:ext uri="{FF2B5EF4-FFF2-40B4-BE49-F238E27FC236}">
                  <a16:creationId xmlns:a16="http://schemas.microsoft.com/office/drawing/2014/main" id="{99B05245-C4F4-4A6E-93C6-47C928B6D2D6}"/>
                </a:ext>
              </a:extLst>
            </p:cNvPr>
            <p:cNvSpPr>
              <a:spLocks noGrp="1"/>
            </p:cNvSpPr>
            <p:nvPr/>
          </p:nvSpPr>
          <p:spPr>
            <a:xfrm>
              <a:off x="21477288" y="6299597"/>
              <a:ext cx="236680" cy="6096"/>
            </a:xfrm>
            <a:prstGeom prst="rect">
              <a:avLst/>
            </a:prstGeom>
            <a:solidFill>
              <a:srgbClr val="DCE8ED"/>
            </a:solidFill>
            <a:ln w="0">
              <a:noFill/>
              <a:prstDash val="solid"/>
            </a:ln>
          </p:spPr>
        </p:sp>
        <p:sp>
          <p:nvSpPr>
            <p:cNvPr id="6185" name="dense-map-2-cell-143">
              <a:extLst>
                <a:ext uri="{FF2B5EF4-FFF2-40B4-BE49-F238E27FC236}">
                  <a16:creationId xmlns:a16="http://schemas.microsoft.com/office/drawing/2014/main" id="{CA06EF3A-792E-4797-9DD2-B85D9023A27D}"/>
                </a:ext>
              </a:extLst>
            </p:cNvPr>
            <p:cNvSpPr>
              <a:spLocks noGrp="1"/>
            </p:cNvSpPr>
            <p:nvPr/>
          </p:nvSpPr>
          <p:spPr>
            <a:xfrm>
              <a:off x="21477288" y="6305550"/>
              <a:ext cx="236680" cy="6096"/>
            </a:xfrm>
            <a:prstGeom prst="rect">
              <a:avLst/>
            </a:prstGeom>
            <a:solidFill>
              <a:srgbClr val="DCE8ED"/>
            </a:solidFill>
            <a:ln w="0">
              <a:noFill/>
              <a:prstDash val="solid"/>
            </a:ln>
          </p:spPr>
        </p:sp>
        <p:sp>
          <p:nvSpPr>
            <p:cNvPr id="6186" name="dense-map-2-cell-142">
              <a:extLst>
                <a:ext uri="{FF2B5EF4-FFF2-40B4-BE49-F238E27FC236}">
                  <a16:creationId xmlns:a16="http://schemas.microsoft.com/office/drawing/2014/main" id="{54C6B4E9-B9BE-4003-9ACB-5AF5406665FC}"/>
                </a:ext>
              </a:extLst>
            </p:cNvPr>
            <p:cNvSpPr>
              <a:spLocks noGrp="1"/>
            </p:cNvSpPr>
            <p:nvPr/>
          </p:nvSpPr>
          <p:spPr>
            <a:xfrm>
              <a:off x="21477288" y="6311503"/>
              <a:ext cx="236680" cy="6096"/>
            </a:xfrm>
            <a:prstGeom prst="rect">
              <a:avLst/>
            </a:prstGeom>
            <a:solidFill>
              <a:srgbClr val="DCE8ED"/>
            </a:solidFill>
            <a:ln w="0">
              <a:noFill/>
              <a:prstDash val="solid"/>
            </a:ln>
          </p:spPr>
        </p:sp>
        <p:sp>
          <p:nvSpPr>
            <p:cNvPr id="6187" name="dense-map-2-cell-141">
              <a:extLst>
                <a:ext uri="{FF2B5EF4-FFF2-40B4-BE49-F238E27FC236}">
                  <a16:creationId xmlns:a16="http://schemas.microsoft.com/office/drawing/2014/main" id="{D8BB742D-89D7-4735-8DEE-30B476AE3E95}"/>
                </a:ext>
              </a:extLst>
            </p:cNvPr>
            <p:cNvSpPr>
              <a:spLocks noGrp="1"/>
            </p:cNvSpPr>
            <p:nvPr/>
          </p:nvSpPr>
          <p:spPr>
            <a:xfrm>
              <a:off x="21477288" y="6317456"/>
              <a:ext cx="236680" cy="6096"/>
            </a:xfrm>
            <a:prstGeom prst="rect">
              <a:avLst/>
            </a:prstGeom>
            <a:solidFill>
              <a:srgbClr val="DCE8ED"/>
            </a:solidFill>
            <a:ln w="0">
              <a:noFill/>
              <a:prstDash val="solid"/>
            </a:ln>
          </p:spPr>
        </p:sp>
        <p:sp>
          <p:nvSpPr>
            <p:cNvPr id="6188" name="dense-map-2-cell-140">
              <a:extLst>
                <a:ext uri="{FF2B5EF4-FFF2-40B4-BE49-F238E27FC236}">
                  <a16:creationId xmlns:a16="http://schemas.microsoft.com/office/drawing/2014/main" id="{9DB8DB21-9B82-46C5-AE8C-40809C9F61A7}"/>
                </a:ext>
              </a:extLst>
            </p:cNvPr>
            <p:cNvSpPr>
              <a:spLocks noGrp="1"/>
            </p:cNvSpPr>
            <p:nvPr/>
          </p:nvSpPr>
          <p:spPr>
            <a:xfrm>
              <a:off x="21477288" y="6323409"/>
              <a:ext cx="236680" cy="6096"/>
            </a:xfrm>
            <a:prstGeom prst="rect">
              <a:avLst/>
            </a:prstGeom>
            <a:solidFill>
              <a:srgbClr val="DBE8ED"/>
            </a:solidFill>
            <a:ln w="0">
              <a:noFill/>
              <a:prstDash val="solid"/>
            </a:ln>
          </p:spPr>
        </p:sp>
        <p:sp>
          <p:nvSpPr>
            <p:cNvPr id="6189" name="dense-map-2-cell-139">
              <a:extLst>
                <a:ext uri="{FF2B5EF4-FFF2-40B4-BE49-F238E27FC236}">
                  <a16:creationId xmlns:a16="http://schemas.microsoft.com/office/drawing/2014/main" id="{FB49670D-D454-481D-BD11-15D440D6FA91}"/>
                </a:ext>
              </a:extLst>
            </p:cNvPr>
            <p:cNvSpPr>
              <a:spLocks noGrp="1"/>
            </p:cNvSpPr>
            <p:nvPr/>
          </p:nvSpPr>
          <p:spPr>
            <a:xfrm>
              <a:off x="21477288" y="6329363"/>
              <a:ext cx="236680" cy="6096"/>
            </a:xfrm>
            <a:prstGeom prst="rect">
              <a:avLst/>
            </a:prstGeom>
            <a:solidFill>
              <a:srgbClr val="DBE8ED"/>
            </a:solidFill>
            <a:ln w="0">
              <a:noFill/>
              <a:prstDash val="solid"/>
            </a:ln>
          </p:spPr>
        </p:sp>
        <p:sp>
          <p:nvSpPr>
            <p:cNvPr id="6190" name="dense-map-2-cell-138">
              <a:extLst>
                <a:ext uri="{FF2B5EF4-FFF2-40B4-BE49-F238E27FC236}">
                  <a16:creationId xmlns:a16="http://schemas.microsoft.com/office/drawing/2014/main" id="{679B901E-746C-408A-9030-E0FAE53B843D}"/>
                </a:ext>
              </a:extLst>
            </p:cNvPr>
            <p:cNvSpPr>
              <a:spLocks noGrp="1"/>
            </p:cNvSpPr>
            <p:nvPr/>
          </p:nvSpPr>
          <p:spPr>
            <a:xfrm>
              <a:off x="21477288" y="6335316"/>
              <a:ext cx="236680" cy="6096"/>
            </a:xfrm>
            <a:prstGeom prst="rect">
              <a:avLst/>
            </a:prstGeom>
            <a:solidFill>
              <a:srgbClr val="DCE8ED"/>
            </a:solidFill>
            <a:ln w="0">
              <a:noFill/>
              <a:prstDash val="solid"/>
            </a:ln>
          </p:spPr>
        </p:sp>
        <p:sp>
          <p:nvSpPr>
            <p:cNvPr id="6191" name="dense-map-2-cell-137">
              <a:extLst>
                <a:ext uri="{FF2B5EF4-FFF2-40B4-BE49-F238E27FC236}">
                  <a16:creationId xmlns:a16="http://schemas.microsoft.com/office/drawing/2014/main" id="{77C079CF-0000-4DA1-ACED-C297ED2791F2}"/>
                </a:ext>
              </a:extLst>
            </p:cNvPr>
            <p:cNvSpPr>
              <a:spLocks noGrp="1"/>
            </p:cNvSpPr>
            <p:nvPr/>
          </p:nvSpPr>
          <p:spPr>
            <a:xfrm>
              <a:off x="21477288" y="6341269"/>
              <a:ext cx="236680" cy="6096"/>
            </a:xfrm>
            <a:prstGeom prst="rect">
              <a:avLst/>
            </a:prstGeom>
            <a:solidFill>
              <a:srgbClr val="DCE8ED"/>
            </a:solidFill>
            <a:ln w="0">
              <a:noFill/>
              <a:prstDash val="solid"/>
            </a:ln>
          </p:spPr>
        </p:sp>
        <p:sp>
          <p:nvSpPr>
            <p:cNvPr id="6192" name="dense-map-2-cell-136">
              <a:extLst>
                <a:ext uri="{FF2B5EF4-FFF2-40B4-BE49-F238E27FC236}">
                  <a16:creationId xmlns:a16="http://schemas.microsoft.com/office/drawing/2014/main" id="{040E153D-64E7-49D6-B341-2FE5D366EEC9}"/>
                </a:ext>
              </a:extLst>
            </p:cNvPr>
            <p:cNvSpPr>
              <a:spLocks noGrp="1"/>
            </p:cNvSpPr>
            <p:nvPr/>
          </p:nvSpPr>
          <p:spPr>
            <a:xfrm>
              <a:off x="21477288" y="6347222"/>
              <a:ext cx="236680" cy="6096"/>
            </a:xfrm>
            <a:prstGeom prst="rect">
              <a:avLst/>
            </a:prstGeom>
            <a:solidFill>
              <a:srgbClr val="DCE8ED"/>
            </a:solidFill>
            <a:ln w="0">
              <a:noFill/>
              <a:prstDash val="solid"/>
            </a:ln>
          </p:spPr>
        </p:sp>
        <p:sp>
          <p:nvSpPr>
            <p:cNvPr id="6193" name="dense-map-2-cell-135">
              <a:extLst>
                <a:ext uri="{FF2B5EF4-FFF2-40B4-BE49-F238E27FC236}">
                  <a16:creationId xmlns:a16="http://schemas.microsoft.com/office/drawing/2014/main" id="{CC76DC5E-4CC6-4BF2-959C-E577E26CB125}"/>
                </a:ext>
              </a:extLst>
            </p:cNvPr>
            <p:cNvSpPr>
              <a:spLocks noGrp="1"/>
            </p:cNvSpPr>
            <p:nvPr/>
          </p:nvSpPr>
          <p:spPr>
            <a:xfrm>
              <a:off x="21477288" y="6353175"/>
              <a:ext cx="236680" cy="6096"/>
            </a:xfrm>
            <a:prstGeom prst="rect">
              <a:avLst/>
            </a:prstGeom>
            <a:solidFill>
              <a:srgbClr val="CFE1E4"/>
            </a:solidFill>
            <a:ln w="0">
              <a:noFill/>
              <a:prstDash val="solid"/>
            </a:ln>
          </p:spPr>
        </p:sp>
        <p:sp>
          <p:nvSpPr>
            <p:cNvPr id="6194" name="dense-map-2-cell-134">
              <a:extLst>
                <a:ext uri="{FF2B5EF4-FFF2-40B4-BE49-F238E27FC236}">
                  <a16:creationId xmlns:a16="http://schemas.microsoft.com/office/drawing/2014/main" id="{973F474B-620F-474E-BF9B-E384E748A483}"/>
                </a:ext>
              </a:extLst>
            </p:cNvPr>
            <p:cNvSpPr>
              <a:spLocks noGrp="1"/>
            </p:cNvSpPr>
            <p:nvPr/>
          </p:nvSpPr>
          <p:spPr>
            <a:xfrm>
              <a:off x="21477288" y="6359128"/>
              <a:ext cx="236680" cy="6096"/>
            </a:xfrm>
            <a:prstGeom prst="rect">
              <a:avLst/>
            </a:prstGeom>
            <a:solidFill>
              <a:srgbClr val="A4D2CC"/>
            </a:solidFill>
            <a:ln w="0">
              <a:noFill/>
              <a:prstDash val="solid"/>
            </a:ln>
          </p:spPr>
        </p:sp>
        <p:sp>
          <p:nvSpPr>
            <p:cNvPr id="6195" name="dense-map-2-cell-133">
              <a:extLst>
                <a:ext uri="{FF2B5EF4-FFF2-40B4-BE49-F238E27FC236}">
                  <a16:creationId xmlns:a16="http://schemas.microsoft.com/office/drawing/2014/main" id="{7025B121-521C-49A4-AEEF-BAA3CBE8308E}"/>
                </a:ext>
              </a:extLst>
            </p:cNvPr>
            <p:cNvSpPr>
              <a:spLocks noGrp="1"/>
            </p:cNvSpPr>
            <p:nvPr/>
          </p:nvSpPr>
          <p:spPr>
            <a:xfrm>
              <a:off x="21477288" y="6365081"/>
              <a:ext cx="236680" cy="6096"/>
            </a:xfrm>
            <a:prstGeom prst="rect">
              <a:avLst/>
            </a:prstGeom>
            <a:solidFill>
              <a:srgbClr val="7BC7B7"/>
            </a:solidFill>
            <a:ln w="0">
              <a:noFill/>
              <a:prstDash val="solid"/>
            </a:ln>
          </p:spPr>
        </p:sp>
        <p:sp>
          <p:nvSpPr>
            <p:cNvPr id="6196" name="dense-map-2-cell-132">
              <a:extLst>
                <a:ext uri="{FF2B5EF4-FFF2-40B4-BE49-F238E27FC236}">
                  <a16:creationId xmlns:a16="http://schemas.microsoft.com/office/drawing/2014/main" id="{AF11C48A-80DC-47BE-AF8C-7062613391C7}"/>
                </a:ext>
              </a:extLst>
            </p:cNvPr>
            <p:cNvSpPr>
              <a:spLocks noGrp="1"/>
            </p:cNvSpPr>
            <p:nvPr/>
          </p:nvSpPr>
          <p:spPr>
            <a:xfrm>
              <a:off x="21477288" y="6371034"/>
              <a:ext cx="236680" cy="6096"/>
            </a:xfrm>
            <a:prstGeom prst="rect">
              <a:avLst/>
            </a:prstGeom>
            <a:solidFill>
              <a:srgbClr val="51B9A0"/>
            </a:solidFill>
            <a:ln w="0">
              <a:noFill/>
              <a:prstDash val="solid"/>
            </a:ln>
          </p:spPr>
        </p:sp>
        <p:sp>
          <p:nvSpPr>
            <p:cNvPr id="6197" name="dense-map-2-cell-131">
              <a:extLst>
                <a:ext uri="{FF2B5EF4-FFF2-40B4-BE49-F238E27FC236}">
                  <a16:creationId xmlns:a16="http://schemas.microsoft.com/office/drawing/2014/main" id="{CE102D21-F012-4285-A445-5FD629B3FC50}"/>
                </a:ext>
              </a:extLst>
            </p:cNvPr>
            <p:cNvSpPr>
              <a:spLocks noGrp="1"/>
            </p:cNvSpPr>
            <p:nvPr/>
          </p:nvSpPr>
          <p:spPr>
            <a:xfrm>
              <a:off x="21477288" y="6376988"/>
              <a:ext cx="236680" cy="6096"/>
            </a:xfrm>
            <a:prstGeom prst="rect">
              <a:avLst/>
            </a:prstGeom>
            <a:solidFill>
              <a:srgbClr val="2BAC8B"/>
            </a:solidFill>
            <a:ln w="0">
              <a:noFill/>
              <a:prstDash val="solid"/>
            </a:ln>
          </p:spPr>
        </p:sp>
        <p:sp>
          <p:nvSpPr>
            <p:cNvPr id="6198" name="dense-map-2-cell-130">
              <a:extLst>
                <a:ext uri="{FF2B5EF4-FFF2-40B4-BE49-F238E27FC236}">
                  <a16:creationId xmlns:a16="http://schemas.microsoft.com/office/drawing/2014/main" id="{5D4BA0AE-376D-4A25-90B3-E3272F652D64}"/>
                </a:ext>
              </a:extLst>
            </p:cNvPr>
            <p:cNvSpPr>
              <a:spLocks noGrp="1"/>
            </p:cNvSpPr>
            <p:nvPr/>
          </p:nvSpPr>
          <p:spPr>
            <a:xfrm>
              <a:off x="21477288" y="6382941"/>
              <a:ext cx="236680" cy="6096"/>
            </a:xfrm>
            <a:prstGeom prst="rect">
              <a:avLst/>
            </a:prstGeom>
            <a:solidFill>
              <a:srgbClr val="0EA37B"/>
            </a:solidFill>
            <a:ln w="0">
              <a:noFill/>
              <a:prstDash val="solid"/>
            </a:ln>
          </p:spPr>
        </p:sp>
        <p:sp>
          <p:nvSpPr>
            <p:cNvPr id="6199" name="dense-map-2-cell-129">
              <a:extLst>
                <a:ext uri="{FF2B5EF4-FFF2-40B4-BE49-F238E27FC236}">
                  <a16:creationId xmlns:a16="http://schemas.microsoft.com/office/drawing/2014/main" id="{71DDB375-2C03-4B59-A8A2-38BBED338CCF}"/>
                </a:ext>
              </a:extLst>
            </p:cNvPr>
            <p:cNvSpPr>
              <a:spLocks noGrp="1"/>
            </p:cNvSpPr>
            <p:nvPr/>
          </p:nvSpPr>
          <p:spPr>
            <a:xfrm>
              <a:off x="21477288" y="6388894"/>
              <a:ext cx="236680" cy="6096"/>
            </a:xfrm>
            <a:prstGeom prst="rect">
              <a:avLst/>
            </a:prstGeom>
            <a:solidFill>
              <a:srgbClr val="019E74"/>
            </a:solidFill>
            <a:ln w="0">
              <a:noFill/>
              <a:prstDash val="solid"/>
            </a:ln>
          </p:spPr>
        </p:sp>
        <p:sp>
          <p:nvSpPr>
            <p:cNvPr id="6200" name="dense-map-2-cell-128">
              <a:extLst>
                <a:ext uri="{FF2B5EF4-FFF2-40B4-BE49-F238E27FC236}">
                  <a16:creationId xmlns:a16="http://schemas.microsoft.com/office/drawing/2014/main" id="{2B05F9AA-6073-4DAA-BC93-FC29FDA14674}"/>
                </a:ext>
              </a:extLst>
            </p:cNvPr>
            <p:cNvSpPr>
              <a:spLocks noGrp="1"/>
            </p:cNvSpPr>
            <p:nvPr/>
          </p:nvSpPr>
          <p:spPr>
            <a:xfrm>
              <a:off x="21477288" y="6394847"/>
              <a:ext cx="236680" cy="6096"/>
            </a:xfrm>
            <a:prstGeom prst="rect">
              <a:avLst/>
            </a:prstGeom>
            <a:solidFill>
              <a:srgbClr val="009E73"/>
            </a:solidFill>
            <a:ln w="0">
              <a:noFill/>
              <a:prstDash val="solid"/>
            </a:ln>
          </p:spPr>
        </p:sp>
        <p:sp>
          <p:nvSpPr>
            <p:cNvPr id="6201" name="dense-map-2-cell-127">
              <a:extLst>
                <a:ext uri="{FF2B5EF4-FFF2-40B4-BE49-F238E27FC236}">
                  <a16:creationId xmlns:a16="http://schemas.microsoft.com/office/drawing/2014/main" id="{D8C9B553-A6B3-41C6-BF2B-8DCC1F00EFB7}"/>
                </a:ext>
              </a:extLst>
            </p:cNvPr>
            <p:cNvSpPr>
              <a:spLocks noGrp="1"/>
            </p:cNvSpPr>
            <p:nvPr/>
          </p:nvSpPr>
          <p:spPr>
            <a:xfrm>
              <a:off x="21477288" y="6400800"/>
              <a:ext cx="236680" cy="6096"/>
            </a:xfrm>
            <a:prstGeom prst="rect">
              <a:avLst/>
            </a:prstGeom>
            <a:solidFill>
              <a:srgbClr val="009E73"/>
            </a:solidFill>
            <a:ln w="0">
              <a:noFill/>
              <a:prstDash val="solid"/>
            </a:ln>
          </p:spPr>
        </p:sp>
        <p:sp>
          <p:nvSpPr>
            <p:cNvPr id="6202" name="dense-map-2-cell-126">
              <a:extLst>
                <a:ext uri="{FF2B5EF4-FFF2-40B4-BE49-F238E27FC236}">
                  <a16:creationId xmlns:a16="http://schemas.microsoft.com/office/drawing/2014/main" id="{8D26EE94-CFAF-4687-96E9-2DBBF418F190}"/>
                </a:ext>
              </a:extLst>
            </p:cNvPr>
            <p:cNvSpPr>
              <a:spLocks noGrp="1"/>
            </p:cNvSpPr>
            <p:nvPr/>
          </p:nvSpPr>
          <p:spPr>
            <a:xfrm>
              <a:off x="21477288" y="6406753"/>
              <a:ext cx="236680" cy="6096"/>
            </a:xfrm>
            <a:prstGeom prst="rect">
              <a:avLst/>
            </a:prstGeom>
            <a:solidFill>
              <a:srgbClr val="009E73"/>
            </a:solidFill>
            <a:ln w="0">
              <a:noFill/>
              <a:prstDash val="solid"/>
            </a:ln>
          </p:spPr>
        </p:sp>
        <p:sp>
          <p:nvSpPr>
            <p:cNvPr id="6203" name="dense-map-2-cell-125">
              <a:extLst>
                <a:ext uri="{FF2B5EF4-FFF2-40B4-BE49-F238E27FC236}">
                  <a16:creationId xmlns:a16="http://schemas.microsoft.com/office/drawing/2014/main" id="{033AAF7D-DE04-4BD8-8E36-A30CE255AD6C}"/>
                </a:ext>
              </a:extLst>
            </p:cNvPr>
            <p:cNvSpPr>
              <a:spLocks noGrp="1"/>
            </p:cNvSpPr>
            <p:nvPr/>
          </p:nvSpPr>
          <p:spPr>
            <a:xfrm>
              <a:off x="21477288" y="6412706"/>
              <a:ext cx="236680" cy="6096"/>
            </a:xfrm>
            <a:prstGeom prst="rect">
              <a:avLst/>
            </a:prstGeom>
            <a:solidFill>
              <a:srgbClr val="009E73"/>
            </a:solidFill>
            <a:ln w="0">
              <a:noFill/>
              <a:prstDash val="solid"/>
            </a:ln>
          </p:spPr>
        </p:sp>
        <p:sp>
          <p:nvSpPr>
            <p:cNvPr id="6204" name="dense-map-2-cell-124">
              <a:extLst>
                <a:ext uri="{FF2B5EF4-FFF2-40B4-BE49-F238E27FC236}">
                  <a16:creationId xmlns:a16="http://schemas.microsoft.com/office/drawing/2014/main" id="{4135528A-5E53-49C9-BD27-921A9B2282A3}"/>
                </a:ext>
              </a:extLst>
            </p:cNvPr>
            <p:cNvSpPr>
              <a:spLocks noGrp="1"/>
            </p:cNvSpPr>
            <p:nvPr/>
          </p:nvSpPr>
          <p:spPr>
            <a:xfrm>
              <a:off x="21477288" y="6418659"/>
              <a:ext cx="236680" cy="6096"/>
            </a:xfrm>
            <a:prstGeom prst="rect">
              <a:avLst/>
            </a:prstGeom>
            <a:solidFill>
              <a:srgbClr val="009E73"/>
            </a:solidFill>
            <a:ln w="0">
              <a:noFill/>
              <a:prstDash val="solid"/>
            </a:ln>
          </p:spPr>
        </p:sp>
        <p:sp>
          <p:nvSpPr>
            <p:cNvPr id="6205" name="dense-map-2-cell-123">
              <a:extLst>
                <a:ext uri="{FF2B5EF4-FFF2-40B4-BE49-F238E27FC236}">
                  <a16:creationId xmlns:a16="http://schemas.microsoft.com/office/drawing/2014/main" id="{882C9A85-7B7A-4276-8415-5FEEB65F01E0}"/>
                </a:ext>
              </a:extLst>
            </p:cNvPr>
            <p:cNvSpPr>
              <a:spLocks noGrp="1"/>
            </p:cNvSpPr>
            <p:nvPr/>
          </p:nvSpPr>
          <p:spPr>
            <a:xfrm>
              <a:off x="21477288" y="6424613"/>
              <a:ext cx="236680" cy="6096"/>
            </a:xfrm>
            <a:prstGeom prst="rect">
              <a:avLst/>
            </a:prstGeom>
            <a:solidFill>
              <a:srgbClr val="009E73"/>
            </a:solidFill>
            <a:ln w="0">
              <a:noFill/>
              <a:prstDash val="solid"/>
            </a:ln>
          </p:spPr>
        </p:sp>
        <p:sp>
          <p:nvSpPr>
            <p:cNvPr id="6206" name="dense-map-2-cell-122">
              <a:extLst>
                <a:ext uri="{FF2B5EF4-FFF2-40B4-BE49-F238E27FC236}">
                  <a16:creationId xmlns:a16="http://schemas.microsoft.com/office/drawing/2014/main" id="{AD20B7A3-3A9E-4A6A-ADDB-AAEEBBB6C3E2}"/>
                </a:ext>
              </a:extLst>
            </p:cNvPr>
            <p:cNvSpPr>
              <a:spLocks noGrp="1"/>
            </p:cNvSpPr>
            <p:nvPr/>
          </p:nvSpPr>
          <p:spPr>
            <a:xfrm>
              <a:off x="21477288" y="6430566"/>
              <a:ext cx="236680" cy="6096"/>
            </a:xfrm>
            <a:prstGeom prst="rect">
              <a:avLst/>
            </a:prstGeom>
            <a:solidFill>
              <a:srgbClr val="009E73"/>
            </a:solidFill>
            <a:ln w="0">
              <a:noFill/>
              <a:prstDash val="solid"/>
            </a:ln>
          </p:spPr>
        </p:sp>
        <p:sp>
          <p:nvSpPr>
            <p:cNvPr id="6207" name="dense-map-2-cell-121">
              <a:extLst>
                <a:ext uri="{FF2B5EF4-FFF2-40B4-BE49-F238E27FC236}">
                  <a16:creationId xmlns:a16="http://schemas.microsoft.com/office/drawing/2014/main" id="{8F9A7370-0644-4588-801B-BE5A7A4E56D0}"/>
                </a:ext>
              </a:extLst>
            </p:cNvPr>
            <p:cNvSpPr>
              <a:spLocks noGrp="1"/>
            </p:cNvSpPr>
            <p:nvPr/>
          </p:nvSpPr>
          <p:spPr>
            <a:xfrm>
              <a:off x="21477288" y="6436519"/>
              <a:ext cx="236680" cy="6096"/>
            </a:xfrm>
            <a:prstGeom prst="rect">
              <a:avLst/>
            </a:prstGeom>
            <a:solidFill>
              <a:srgbClr val="009E73"/>
            </a:solidFill>
            <a:ln w="0">
              <a:noFill/>
              <a:prstDash val="solid"/>
            </a:ln>
          </p:spPr>
        </p:sp>
        <p:sp>
          <p:nvSpPr>
            <p:cNvPr id="6208" name="dense-map-2-cell-120">
              <a:extLst>
                <a:ext uri="{FF2B5EF4-FFF2-40B4-BE49-F238E27FC236}">
                  <a16:creationId xmlns:a16="http://schemas.microsoft.com/office/drawing/2014/main" id="{1DA033D9-49BD-4592-8EF4-FA7DA56E2386}"/>
                </a:ext>
              </a:extLst>
            </p:cNvPr>
            <p:cNvSpPr>
              <a:spLocks noGrp="1"/>
            </p:cNvSpPr>
            <p:nvPr/>
          </p:nvSpPr>
          <p:spPr>
            <a:xfrm>
              <a:off x="21477288" y="6442472"/>
              <a:ext cx="236680" cy="6096"/>
            </a:xfrm>
            <a:prstGeom prst="rect">
              <a:avLst/>
            </a:prstGeom>
            <a:solidFill>
              <a:srgbClr val="009E73"/>
            </a:solidFill>
            <a:ln w="0">
              <a:noFill/>
              <a:prstDash val="solid"/>
            </a:ln>
          </p:spPr>
        </p:sp>
        <p:sp>
          <p:nvSpPr>
            <p:cNvPr id="6209" name="dense-map-2-cell-119">
              <a:extLst>
                <a:ext uri="{FF2B5EF4-FFF2-40B4-BE49-F238E27FC236}">
                  <a16:creationId xmlns:a16="http://schemas.microsoft.com/office/drawing/2014/main" id="{7DB6140B-0AE3-4282-8102-0BE3A3EFC8CF}"/>
                </a:ext>
              </a:extLst>
            </p:cNvPr>
            <p:cNvSpPr>
              <a:spLocks noGrp="1"/>
            </p:cNvSpPr>
            <p:nvPr/>
          </p:nvSpPr>
          <p:spPr>
            <a:xfrm>
              <a:off x="21477288" y="6448425"/>
              <a:ext cx="236680" cy="6096"/>
            </a:xfrm>
            <a:prstGeom prst="rect">
              <a:avLst/>
            </a:prstGeom>
            <a:solidFill>
              <a:srgbClr val="029F74"/>
            </a:solidFill>
            <a:ln w="0">
              <a:noFill/>
              <a:prstDash val="solid"/>
            </a:ln>
          </p:spPr>
        </p:sp>
        <p:sp>
          <p:nvSpPr>
            <p:cNvPr id="6210" name="dense-map-2-cell-118">
              <a:extLst>
                <a:ext uri="{FF2B5EF4-FFF2-40B4-BE49-F238E27FC236}">
                  <a16:creationId xmlns:a16="http://schemas.microsoft.com/office/drawing/2014/main" id="{C85303D2-535F-4BEC-9A8A-1CE6A326BADF}"/>
                </a:ext>
              </a:extLst>
            </p:cNvPr>
            <p:cNvSpPr>
              <a:spLocks noGrp="1"/>
            </p:cNvSpPr>
            <p:nvPr/>
          </p:nvSpPr>
          <p:spPr>
            <a:xfrm>
              <a:off x="21477288" y="6454378"/>
              <a:ext cx="236680" cy="6096"/>
            </a:xfrm>
            <a:prstGeom prst="rect">
              <a:avLst/>
            </a:prstGeom>
            <a:solidFill>
              <a:srgbClr val="07A077"/>
            </a:solidFill>
            <a:ln w="0">
              <a:noFill/>
              <a:prstDash val="solid"/>
            </a:ln>
          </p:spPr>
        </p:sp>
        <p:sp>
          <p:nvSpPr>
            <p:cNvPr id="6211" name="dense-map-2-cell-117">
              <a:extLst>
                <a:ext uri="{FF2B5EF4-FFF2-40B4-BE49-F238E27FC236}">
                  <a16:creationId xmlns:a16="http://schemas.microsoft.com/office/drawing/2014/main" id="{AAD18837-9742-4903-8330-CACB1D53FD37}"/>
                </a:ext>
              </a:extLst>
            </p:cNvPr>
            <p:cNvSpPr>
              <a:spLocks noGrp="1"/>
            </p:cNvSpPr>
            <p:nvPr/>
          </p:nvSpPr>
          <p:spPr>
            <a:xfrm>
              <a:off x="21477288" y="6460331"/>
              <a:ext cx="236680" cy="6096"/>
            </a:xfrm>
            <a:prstGeom prst="rect">
              <a:avLst/>
            </a:prstGeom>
            <a:solidFill>
              <a:srgbClr val="0EA37B"/>
            </a:solidFill>
            <a:ln w="0">
              <a:noFill/>
              <a:prstDash val="solid"/>
            </a:ln>
          </p:spPr>
        </p:sp>
        <p:sp>
          <p:nvSpPr>
            <p:cNvPr id="6212" name="dense-map-2-cell-116">
              <a:extLst>
                <a:ext uri="{FF2B5EF4-FFF2-40B4-BE49-F238E27FC236}">
                  <a16:creationId xmlns:a16="http://schemas.microsoft.com/office/drawing/2014/main" id="{4297798A-7056-4C37-B369-E16CF7CFBC58}"/>
                </a:ext>
              </a:extLst>
            </p:cNvPr>
            <p:cNvSpPr>
              <a:spLocks noGrp="1"/>
            </p:cNvSpPr>
            <p:nvPr/>
          </p:nvSpPr>
          <p:spPr>
            <a:xfrm>
              <a:off x="21477288" y="6466284"/>
              <a:ext cx="236680" cy="6096"/>
            </a:xfrm>
            <a:prstGeom prst="rect">
              <a:avLst/>
            </a:prstGeom>
            <a:solidFill>
              <a:srgbClr val="1CA783"/>
            </a:solidFill>
            <a:ln w="0">
              <a:noFill/>
              <a:prstDash val="solid"/>
            </a:ln>
          </p:spPr>
        </p:sp>
        <p:sp>
          <p:nvSpPr>
            <p:cNvPr id="6213" name="dense-map-2-cell-115">
              <a:extLst>
                <a:ext uri="{FF2B5EF4-FFF2-40B4-BE49-F238E27FC236}">
                  <a16:creationId xmlns:a16="http://schemas.microsoft.com/office/drawing/2014/main" id="{D42D503C-FEB8-45E7-8F21-A712BD5066FA}"/>
                </a:ext>
              </a:extLst>
            </p:cNvPr>
            <p:cNvSpPr>
              <a:spLocks noGrp="1"/>
            </p:cNvSpPr>
            <p:nvPr/>
          </p:nvSpPr>
          <p:spPr>
            <a:xfrm>
              <a:off x="21477288" y="6472238"/>
              <a:ext cx="236680" cy="6096"/>
            </a:xfrm>
            <a:prstGeom prst="rect">
              <a:avLst/>
            </a:prstGeom>
            <a:solidFill>
              <a:srgbClr val="31AE8E"/>
            </a:solidFill>
            <a:ln w="0">
              <a:noFill/>
              <a:prstDash val="solid"/>
            </a:ln>
          </p:spPr>
        </p:sp>
        <p:sp>
          <p:nvSpPr>
            <p:cNvPr id="6214" name="dense-map-2-cell-114">
              <a:extLst>
                <a:ext uri="{FF2B5EF4-FFF2-40B4-BE49-F238E27FC236}">
                  <a16:creationId xmlns:a16="http://schemas.microsoft.com/office/drawing/2014/main" id="{3DBB6DAB-8FE0-48F1-A568-2B73785B608F}"/>
                </a:ext>
              </a:extLst>
            </p:cNvPr>
            <p:cNvSpPr>
              <a:spLocks noGrp="1"/>
            </p:cNvSpPr>
            <p:nvPr/>
          </p:nvSpPr>
          <p:spPr>
            <a:xfrm>
              <a:off x="21477288" y="6478191"/>
              <a:ext cx="236680" cy="6096"/>
            </a:xfrm>
            <a:prstGeom prst="rect">
              <a:avLst/>
            </a:prstGeom>
            <a:solidFill>
              <a:srgbClr val="46B59A"/>
            </a:solidFill>
            <a:ln w="0">
              <a:noFill/>
              <a:prstDash val="solid"/>
            </a:ln>
          </p:spPr>
        </p:sp>
        <p:sp>
          <p:nvSpPr>
            <p:cNvPr id="6215" name="dense-map-2-cell-113">
              <a:extLst>
                <a:ext uri="{FF2B5EF4-FFF2-40B4-BE49-F238E27FC236}">
                  <a16:creationId xmlns:a16="http://schemas.microsoft.com/office/drawing/2014/main" id="{AB221B2A-F9C7-4DD2-9EA8-2A40F261DEF5}"/>
                </a:ext>
              </a:extLst>
            </p:cNvPr>
            <p:cNvSpPr>
              <a:spLocks noGrp="1"/>
            </p:cNvSpPr>
            <p:nvPr/>
          </p:nvSpPr>
          <p:spPr>
            <a:xfrm>
              <a:off x="21477288" y="6484144"/>
              <a:ext cx="236680" cy="6096"/>
            </a:xfrm>
            <a:prstGeom prst="rect">
              <a:avLst/>
            </a:prstGeom>
            <a:solidFill>
              <a:srgbClr val="5BBDA6"/>
            </a:solidFill>
            <a:ln w="0">
              <a:noFill/>
              <a:prstDash val="solid"/>
            </a:ln>
          </p:spPr>
        </p:sp>
        <p:sp>
          <p:nvSpPr>
            <p:cNvPr id="6216" name="dense-map-2-cell-112">
              <a:extLst>
                <a:ext uri="{FF2B5EF4-FFF2-40B4-BE49-F238E27FC236}">
                  <a16:creationId xmlns:a16="http://schemas.microsoft.com/office/drawing/2014/main" id="{3792A10C-88BF-4846-AEA9-6F0C14768B35}"/>
                </a:ext>
              </a:extLst>
            </p:cNvPr>
            <p:cNvSpPr>
              <a:spLocks noGrp="1"/>
            </p:cNvSpPr>
            <p:nvPr/>
          </p:nvSpPr>
          <p:spPr>
            <a:xfrm>
              <a:off x="21477288" y="6490097"/>
              <a:ext cx="236680" cy="6096"/>
            </a:xfrm>
            <a:prstGeom prst="rect">
              <a:avLst/>
            </a:prstGeom>
            <a:solidFill>
              <a:srgbClr val="6CC2AF"/>
            </a:solidFill>
            <a:ln w="0">
              <a:noFill/>
              <a:prstDash val="solid"/>
            </a:ln>
          </p:spPr>
        </p:sp>
        <p:sp>
          <p:nvSpPr>
            <p:cNvPr id="6217" name="dense-map-2-cell-111">
              <a:extLst>
                <a:ext uri="{FF2B5EF4-FFF2-40B4-BE49-F238E27FC236}">
                  <a16:creationId xmlns:a16="http://schemas.microsoft.com/office/drawing/2014/main" id="{00988DF2-23E7-4C40-B30A-5ECAFD768186}"/>
                </a:ext>
              </a:extLst>
            </p:cNvPr>
            <p:cNvSpPr>
              <a:spLocks noGrp="1"/>
            </p:cNvSpPr>
            <p:nvPr/>
          </p:nvSpPr>
          <p:spPr>
            <a:xfrm>
              <a:off x="21477288" y="6496050"/>
              <a:ext cx="236680" cy="6096"/>
            </a:xfrm>
            <a:prstGeom prst="rect">
              <a:avLst/>
            </a:prstGeom>
            <a:solidFill>
              <a:srgbClr val="79C7B6"/>
            </a:solidFill>
            <a:ln w="0">
              <a:noFill/>
              <a:prstDash val="solid"/>
            </a:ln>
          </p:spPr>
        </p:sp>
        <p:sp>
          <p:nvSpPr>
            <p:cNvPr id="6218" name="dense-map-2-cell-110">
              <a:extLst>
                <a:ext uri="{FF2B5EF4-FFF2-40B4-BE49-F238E27FC236}">
                  <a16:creationId xmlns:a16="http://schemas.microsoft.com/office/drawing/2014/main" id="{B57046D6-B106-4462-8C1B-066F01337F4D}"/>
                </a:ext>
              </a:extLst>
            </p:cNvPr>
            <p:cNvSpPr>
              <a:spLocks noGrp="1"/>
            </p:cNvSpPr>
            <p:nvPr/>
          </p:nvSpPr>
          <p:spPr>
            <a:xfrm>
              <a:off x="21477288" y="6502003"/>
              <a:ext cx="236680" cy="6096"/>
            </a:xfrm>
            <a:prstGeom prst="rect">
              <a:avLst/>
            </a:prstGeom>
            <a:solidFill>
              <a:srgbClr val="80C9BA"/>
            </a:solidFill>
            <a:ln w="0">
              <a:noFill/>
              <a:prstDash val="solid"/>
            </a:ln>
          </p:spPr>
        </p:sp>
        <p:sp>
          <p:nvSpPr>
            <p:cNvPr id="6219" name="dense-map-2-cell-109">
              <a:extLst>
                <a:ext uri="{FF2B5EF4-FFF2-40B4-BE49-F238E27FC236}">
                  <a16:creationId xmlns:a16="http://schemas.microsoft.com/office/drawing/2014/main" id="{1B9248EF-40A9-40D1-8D53-B218A455E515}"/>
                </a:ext>
              </a:extLst>
            </p:cNvPr>
            <p:cNvSpPr>
              <a:spLocks noGrp="1"/>
            </p:cNvSpPr>
            <p:nvPr/>
          </p:nvSpPr>
          <p:spPr>
            <a:xfrm>
              <a:off x="21477288" y="6507956"/>
              <a:ext cx="236680" cy="6096"/>
            </a:xfrm>
            <a:prstGeom prst="rect">
              <a:avLst/>
            </a:prstGeom>
            <a:solidFill>
              <a:srgbClr val="81C9BA"/>
            </a:solidFill>
            <a:ln w="0">
              <a:noFill/>
              <a:prstDash val="solid"/>
            </a:ln>
          </p:spPr>
        </p:sp>
        <p:sp>
          <p:nvSpPr>
            <p:cNvPr id="6220" name="dense-map-2-cell-108">
              <a:extLst>
                <a:ext uri="{FF2B5EF4-FFF2-40B4-BE49-F238E27FC236}">
                  <a16:creationId xmlns:a16="http://schemas.microsoft.com/office/drawing/2014/main" id="{A9813A4B-4E96-4A0F-89DF-8D4452D2DEF8}"/>
                </a:ext>
              </a:extLst>
            </p:cNvPr>
            <p:cNvSpPr>
              <a:spLocks noGrp="1"/>
            </p:cNvSpPr>
            <p:nvPr/>
          </p:nvSpPr>
          <p:spPr>
            <a:xfrm>
              <a:off x="21477288" y="6513909"/>
              <a:ext cx="236680" cy="6096"/>
            </a:xfrm>
            <a:prstGeom prst="rect">
              <a:avLst/>
            </a:prstGeom>
            <a:solidFill>
              <a:srgbClr val="81C9BA"/>
            </a:solidFill>
            <a:ln w="0">
              <a:noFill/>
              <a:prstDash val="solid"/>
            </a:ln>
          </p:spPr>
        </p:sp>
        <p:sp>
          <p:nvSpPr>
            <p:cNvPr id="6221" name="dense-map-2-cell-107">
              <a:extLst>
                <a:ext uri="{FF2B5EF4-FFF2-40B4-BE49-F238E27FC236}">
                  <a16:creationId xmlns:a16="http://schemas.microsoft.com/office/drawing/2014/main" id="{1DA655EA-7060-4BF5-8A33-D8014CD70C54}"/>
                </a:ext>
              </a:extLst>
            </p:cNvPr>
            <p:cNvSpPr>
              <a:spLocks noGrp="1"/>
            </p:cNvSpPr>
            <p:nvPr/>
          </p:nvSpPr>
          <p:spPr>
            <a:xfrm>
              <a:off x="21477288" y="6519863"/>
              <a:ext cx="236680" cy="6096"/>
            </a:xfrm>
            <a:prstGeom prst="rect">
              <a:avLst/>
            </a:prstGeom>
            <a:solidFill>
              <a:srgbClr val="81C9BA"/>
            </a:solidFill>
            <a:ln w="0">
              <a:noFill/>
              <a:prstDash val="solid"/>
            </a:ln>
          </p:spPr>
        </p:sp>
        <p:sp>
          <p:nvSpPr>
            <p:cNvPr id="6222" name="dense-map-2-cell-106">
              <a:extLst>
                <a:ext uri="{FF2B5EF4-FFF2-40B4-BE49-F238E27FC236}">
                  <a16:creationId xmlns:a16="http://schemas.microsoft.com/office/drawing/2014/main" id="{702FB59F-EB03-470C-BC1F-7444C72FE980}"/>
                </a:ext>
              </a:extLst>
            </p:cNvPr>
            <p:cNvSpPr>
              <a:spLocks noGrp="1"/>
            </p:cNvSpPr>
            <p:nvPr/>
          </p:nvSpPr>
          <p:spPr>
            <a:xfrm>
              <a:off x="21477288" y="6525816"/>
              <a:ext cx="236680" cy="6096"/>
            </a:xfrm>
            <a:prstGeom prst="rect">
              <a:avLst/>
            </a:prstGeom>
            <a:solidFill>
              <a:srgbClr val="81C9BA"/>
            </a:solidFill>
            <a:ln w="0">
              <a:noFill/>
              <a:prstDash val="solid"/>
            </a:ln>
          </p:spPr>
        </p:sp>
        <p:sp>
          <p:nvSpPr>
            <p:cNvPr id="6223" name="dense-map-2-cell-105">
              <a:extLst>
                <a:ext uri="{FF2B5EF4-FFF2-40B4-BE49-F238E27FC236}">
                  <a16:creationId xmlns:a16="http://schemas.microsoft.com/office/drawing/2014/main" id="{D634E61A-886D-4F85-85CA-A27C8B41BE0C}"/>
                </a:ext>
              </a:extLst>
            </p:cNvPr>
            <p:cNvSpPr>
              <a:spLocks noGrp="1"/>
            </p:cNvSpPr>
            <p:nvPr/>
          </p:nvSpPr>
          <p:spPr>
            <a:xfrm>
              <a:off x="21477288" y="6531769"/>
              <a:ext cx="236680" cy="6096"/>
            </a:xfrm>
            <a:prstGeom prst="rect">
              <a:avLst/>
            </a:prstGeom>
            <a:solidFill>
              <a:srgbClr val="81C9BA"/>
            </a:solidFill>
            <a:ln w="0">
              <a:noFill/>
              <a:prstDash val="solid"/>
            </a:ln>
          </p:spPr>
        </p:sp>
        <p:sp>
          <p:nvSpPr>
            <p:cNvPr id="6224" name="dense-map-2-cell-104">
              <a:extLst>
                <a:ext uri="{FF2B5EF4-FFF2-40B4-BE49-F238E27FC236}">
                  <a16:creationId xmlns:a16="http://schemas.microsoft.com/office/drawing/2014/main" id="{5606414A-9311-4F6A-8F9E-1090A39E8A1B}"/>
                </a:ext>
              </a:extLst>
            </p:cNvPr>
            <p:cNvSpPr>
              <a:spLocks noGrp="1"/>
            </p:cNvSpPr>
            <p:nvPr/>
          </p:nvSpPr>
          <p:spPr>
            <a:xfrm>
              <a:off x="21477288" y="6537722"/>
              <a:ext cx="236680" cy="6096"/>
            </a:xfrm>
            <a:prstGeom prst="rect">
              <a:avLst/>
            </a:prstGeom>
            <a:solidFill>
              <a:srgbClr val="81C9BA"/>
            </a:solidFill>
            <a:ln w="0">
              <a:noFill/>
              <a:prstDash val="solid"/>
            </a:ln>
          </p:spPr>
        </p:sp>
        <p:sp>
          <p:nvSpPr>
            <p:cNvPr id="6225" name="dense-map-2-cell-103">
              <a:extLst>
                <a:ext uri="{FF2B5EF4-FFF2-40B4-BE49-F238E27FC236}">
                  <a16:creationId xmlns:a16="http://schemas.microsoft.com/office/drawing/2014/main" id="{8988AC71-C701-4BF5-86D9-8AE101AEC4E6}"/>
                </a:ext>
              </a:extLst>
            </p:cNvPr>
            <p:cNvSpPr>
              <a:spLocks noGrp="1"/>
            </p:cNvSpPr>
            <p:nvPr/>
          </p:nvSpPr>
          <p:spPr>
            <a:xfrm>
              <a:off x="21477288" y="6543675"/>
              <a:ext cx="236680" cy="6096"/>
            </a:xfrm>
            <a:prstGeom prst="rect">
              <a:avLst/>
            </a:prstGeom>
            <a:solidFill>
              <a:srgbClr val="81C9BA"/>
            </a:solidFill>
            <a:ln w="0">
              <a:noFill/>
              <a:prstDash val="solid"/>
            </a:ln>
          </p:spPr>
        </p:sp>
        <p:sp>
          <p:nvSpPr>
            <p:cNvPr id="6226" name="dense-map-2-cell-102">
              <a:extLst>
                <a:ext uri="{FF2B5EF4-FFF2-40B4-BE49-F238E27FC236}">
                  <a16:creationId xmlns:a16="http://schemas.microsoft.com/office/drawing/2014/main" id="{C1244988-961E-469E-94A0-13CB46E8F25D}"/>
                </a:ext>
              </a:extLst>
            </p:cNvPr>
            <p:cNvSpPr>
              <a:spLocks noGrp="1"/>
            </p:cNvSpPr>
            <p:nvPr/>
          </p:nvSpPr>
          <p:spPr>
            <a:xfrm>
              <a:off x="21477288" y="6549628"/>
              <a:ext cx="236680" cy="6096"/>
            </a:xfrm>
            <a:prstGeom prst="rect">
              <a:avLst/>
            </a:prstGeom>
            <a:solidFill>
              <a:srgbClr val="81C9BA"/>
            </a:solidFill>
            <a:ln w="0">
              <a:noFill/>
              <a:prstDash val="solid"/>
            </a:ln>
          </p:spPr>
        </p:sp>
        <p:sp>
          <p:nvSpPr>
            <p:cNvPr id="6227" name="dense-map-2-cell-101">
              <a:extLst>
                <a:ext uri="{FF2B5EF4-FFF2-40B4-BE49-F238E27FC236}">
                  <a16:creationId xmlns:a16="http://schemas.microsoft.com/office/drawing/2014/main" id="{1E916442-9CF9-4677-B3CF-62D10C82B660}"/>
                </a:ext>
              </a:extLst>
            </p:cNvPr>
            <p:cNvSpPr>
              <a:spLocks noGrp="1"/>
            </p:cNvSpPr>
            <p:nvPr/>
          </p:nvSpPr>
          <p:spPr>
            <a:xfrm>
              <a:off x="21477288" y="6555581"/>
              <a:ext cx="236680" cy="6096"/>
            </a:xfrm>
            <a:prstGeom prst="rect">
              <a:avLst/>
            </a:prstGeom>
            <a:solidFill>
              <a:srgbClr val="81C9BA"/>
            </a:solidFill>
            <a:ln w="0">
              <a:noFill/>
              <a:prstDash val="solid"/>
            </a:ln>
          </p:spPr>
        </p:sp>
        <p:sp>
          <p:nvSpPr>
            <p:cNvPr id="6228" name="dense-map-2-cell-100">
              <a:extLst>
                <a:ext uri="{FF2B5EF4-FFF2-40B4-BE49-F238E27FC236}">
                  <a16:creationId xmlns:a16="http://schemas.microsoft.com/office/drawing/2014/main" id="{9EFA1D3C-6CA6-44E6-AD5E-F4E781988BA8}"/>
                </a:ext>
              </a:extLst>
            </p:cNvPr>
            <p:cNvSpPr>
              <a:spLocks noGrp="1"/>
            </p:cNvSpPr>
            <p:nvPr/>
          </p:nvSpPr>
          <p:spPr>
            <a:xfrm>
              <a:off x="21477288" y="6561534"/>
              <a:ext cx="236680" cy="6096"/>
            </a:xfrm>
            <a:prstGeom prst="rect">
              <a:avLst/>
            </a:prstGeom>
            <a:solidFill>
              <a:srgbClr val="81C9BA"/>
            </a:solidFill>
            <a:ln w="0">
              <a:noFill/>
              <a:prstDash val="solid"/>
            </a:ln>
          </p:spPr>
        </p:sp>
        <p:sp>
          <p:nvSpPr>
            <p:cNvPr id="6229" name="dense-map-2-cell-99">
              <a:extLst>
                <a:ext uri="{FF2B5EF4-FFF2-40B4-BE49-F238E27FC236}">
                  <a16:creationId xmlns:a16="http://schemas.microsoft.com/office/drawing/2014/main" id="{F356081D-B69D-4A4D-8578-910BB92CB7AB}"/>
                </a:ext>
              </a:extLst>
            </p:cNvPr>
            <p:cNvSpPr>
              <a:spLocks noGrp="1"/>
            </p:cNvSpPr>
            <p:nvPr/>
          </p:nvSpPr>
          <p:spPr>
            <a:xfrm>
              <a:off x="21477288" y="6567488"/>
              <a:ext cx="236680" cy="6096"/>
            </a:xfrm>
            <a:prstGeom prst="rect">
              <a:avLst/>
            </a:prstGeom>
            <a:solidFill>
              <a:srgbClr val="81C9BA"/>
            </a:solidFill>
            <a:ln w="0">
              <a:noFill/>
              <a:prstDash val="solid"/>
            </a:ln>
          </p:spPr>
        </p:sp>
        <p:sp>
          <p:nvSpPr>
            <p:cNvPr id="6230" name="dense-map-2-cell-98">
              <a:extLst>
                <a:ext uri="{FF2B5EF4-FFF2-40B4-BE49-F238E27FC236}">
                  <a16:creationId xmlns:a16="http://schemas.microsoft.com/office/drawing/2014/main" id="{5C0C22AA-95F7-4AEF-808E-A718B0C1F01B}"/>
                </a:ext>
              </a:extLst>
            </p:cNvPr>
            <p:cNvSpPr>
              <a:spLocks noGrp="1"/>
            </p:cNvSpPr>
            <p:nvPr/>
          </p:nvSpPr>
          <p:spPr>
            <a:xfrm>
              <a:off x="21477288" y="6573441"/>
              <a:ext cx="236680" cy="6096"/>
            </a:xfrm>
            <a:prstGeom prst="rect">
              <a:avLst/>
            </a:prstGeom>
            <a:solidFill>
              <a:srgbClr val="81C9BA"/>
            </a:solidFill>
            <a:ln w="0">
              <a:noFill/>
              <a:prstDash val="solid"/>
            </a:ln>
          </p:spPr>
        </p:sp>
        <p:sp>
          <p:nvSpPr>
            <p:cNvPr id="6231" name="dense-map-2-cell-97">
              <a:extLst>
                <a:ext uri="{FF2B5EF4-FFF2-40B4-BE49-F238E27FC236}">
                  <a16:creationId xmlns:a16="http://schemas.microsoft.com/office/drawing/2014/main" id="{160D9C82-A827-4CCA-81AD-2F0826B60AC7}"/>
                </a:ext>
              </a:extLst>
            </p:cNvPr>
            <p:cNvSpPr>
              <a:spLocks noGrp="1"/>
            </p:cNvSpPr>
            <p:nvPr/>
          </p:nvSpPr>
          <p:spPr>
            <a:xfrm>
              <a:off x="21477288" y="6579394"/>
              <a:ext cx="236680" cy="6096"/>
            </a:xfrm>
            <a:prstGeom prst="rect">
              <a:avLst/>
            </a:prstGeom>
            <a:solidFill>
              <a:srgbClr val="81C9BA"/>
            </a:solidFill>
            <a:ln w="0">
              <a:noFill/>
              <a:prstDash val="solid"/>
            </a:ln>
          </p:spPr>
        </p:sp>
        <p:sp>
          <p:nvSpPr>
            <p:cNvPr id="6232" name="dense-map-2-cell-96">
              <a:extLst>
                <a:ext uri="{FF2B5EF4-FFF2-40B4-BE49-F238E27FC236}">
                  <a16:creationId xmlns:a16="http://schemas.microsoft.com/office/drawing/2014/main" id="{A539D56C-8349-4073-B135-CA045F7B4B6F}"/>
                </a:ext>
              </a:extLst>
            </p:cNvPr>
            <p:cNvSpPr>
              <a:spLocks noGrp="1"/>
            </p:cNvSpPr>
            <p:nvPr/>
          </p:nvSpPr>
          <p:spPr>
            <a:xfrm>
              <a:off x="21477288" y="6585347"/>
              <a:ext cx="236680" cy="6096"/>
            </a:xfrm>
            <a:prstGeom prst="rect">
              <a:avLst/>
            </a:prstGeom>
            <a:solidFill>
              <a:srgbClr val="81C9BA"/>
            </a:solidFill>
            <a:ln w="0">
              <a:noFill/>
              <a:prstDash val="solid"/>
            </a:ln>
          </p:spPr>
        </p:sp>
        <p:sp>
          <p:nvSpPr>
            <p:cNvPr id="6233" name="dense-map-2-cell-95">
              <a:extLst>
                <a:ext uri="{FF2B5EF4-FFF2-40B4-BE49-F238E27FC236}">
                  <a16:creationId xmlns:a16="http://schemas.microsoft.com/office/drawing/2014/main" id="{38671AC4-D8E2-45F9-9BD7-5DEFCCEFCE70}"/>
                </a:ext>
              </a:extLst>
            </p:cNvPr>
            <p:cNvSpPr>
              <a:spLocks noGrp="1"/>
            </p:cNvSpPr>
            <p:nvPr/>
          </p:nvSpPr>
          <p:spPr>
            <a:xfrm>
              <a:off x="21477288" y="6591300"/>
              <a:ext cx="236680" cy="6096"/>
            </a:xfrm>
            <a:prstGeom prst="rect">
              <a:avLst/>
            </a:prstGeom>
            <a:solidFill>
              <a:srgbClr val="81C9BA"/>
            </a:solidFill>
            <a:ln w="0">
              <a:noFill/>
              <a:prstDash val="solid"/>
            </a:ln>
          </p:spPr>
        </p:sp>
        <p:sp>
          <p:nvSpPr>
            <p:cNvPr id="6234" name="dense-map-2-cell-94">
              <a:extLst>
                <a:ext uri="{FF2B5EF4-FFF2-40B4-BE49-F238E27FC236}">
                  <a16:creationId xmlns:a16="http://schemas.microsoft.com/office/drawing/2014/main" id="{0F5FC3D7-63B1-465E-AA8A-2A172A227320}"/>
                </a:ext>
              </a:extLst>
            </p:cNvPr>
            <p:cNvSpPr>
              <a:spLocks noGrp="1"/>
            </p:cNvSpPr>
            <p:nvPr/>
          </p:nvSpPr>
          <p:spPr>
            <a:xfrm>
              <a:off x="21477288" y="6597253"/>
              <a:ext cx="236680" cy="6096"/>
            </a:xfrm>
            <a:prstGeom prst="rect">
              <a:avLst/>
            </a:prstGeom>
            <a:solidFill>
              <a:srgbClr val="81C9BA"/>
            </a:solidFill>
            <a:ln w="0">
              <a:noFill/>
              <a:prstDash val="solid"/>
            </a:ln>
          </p:spPr>
        </p:sp>
        <p:sp>
          <p:nvSpPr>
            <p:cNvPr id="6235" name="dense-map-2-cell-93">
              <a:extLst>
                <a:ext uri="{FF2B5EF4-FFF2-40B4-BE49-F238E27FC236}">
                  <a16:creationId xmlns:a16="http://schemas.microsoft.com/office/drawing/2014/main" id="{4644E36B-235B-43A2-8494-DA482BCE7FF0}"/>
                </a:ext>
              </a:extLst>
            </p:cNvPr>
            <p:cNvSpPr>
              <a:spLocks noGrp="1"/>
            </p:cNvSpPr>
            <p:nvPr/>
          </p:nvSpPr>
          <p:spPr>
            <a:xfrm>
              <a:off x="21477288" y="6603206"/>
              <a:ext cx="236680" cy="6096"/>
            </a:xfrm>
            <a:prstGeom prst="rect">
              <a:avLst/>
            </a:prstGeom>
            <a:solidFill>
              <a:srgbClr val="81C9BA"/>
            </a:solidFill>
            <a:ln w="0">
              <a:noFill/>
              <a:prstDash val="solid"/>
            </a:ln>
          </p:spPr>
        </p:sp>
        <p:sp>
          <p:nvSpPr>
            <p:cNvPr id="6236" name="dense-map-2-cell-92">
              <a:extLst>
                <a:ext uri="{FF2B5EF4-FFF2-40B4-BE49-F238E27FC236}">
                  <a16:creationId xmlns:a16="http://schemas.microsoft.com/office/drawing/2014/main" id="{2302CEDD-6298-4E47-A5B8-14FA5432E3C4}"/>
                </a:ext>
              </a:extLst>
            </p:cNvPr>
            <p:cNvSpPr>
              <a:spLocks noGrp="1"/>
            </p:cNvSpPr>
            <p:nvPr/>
          </p:nvSpPr>
          <p:spPr>
            <a:xfrm>
              <a:off x="21477288" y="6609159"/>
              <a:ext cx="236680" cy="6096"/>
            </a:xfrm>
            <a:prstGeom prst="rect">
              <a:avLst/>
            </a:prstGeom>
            <a:solidFill>
              <a:srgbClr val="81C9BA"/>
            </a:solidFill>
            <a:ln w="0">
              <a:noFill/>
              <a:prstDash val="solid"/>
            </a:ln>
          </p:spPr>
        </p:sp>
        <p:sp>
          <p:nvSpPr>
            <p:cNvPr id="6237" name="dense-map-2-cell-91">
              <a:extLst>
                <a:ext uri="{FF2B5EF4-FFF2-40B4-BE49-F238E27FC236}">
                  <a16:creationId xmlns:a16="http://schemas.microsoft.com/office/drawing/2014/main" id="{3EC902A0-C3E2-4978-96BE-FB4512947395}"/>
                </a:ext>
              </a:extLst>
            </p:cNvPr>
            <p:cNvSpPr>
              <a:spLocks noGrp="1"/>
            </p:cNvSpPr>
            <p:nvPr/>
          </p:nvSpPr>
          <p:spPr>
            <a:xfrm>
              <a:off x="21477288" y="6615113"/>
              <a:ext cx="236680" cy="6096"/>
            </a:xfrm>
            <a:prstGeom prst="rect">
              <a:avLst/>
            </a:prstGeom>
            <a:solidFill>
              <a:srgbClr val="81C9BA"/>
            </a:solidFill>
            <a:ln w="0">
              <a:noFill/>
              <a:prstDash val="solid"/>
            </a:ln>
          </p:spPr>
        </p:sp>
        <p:sp>
          <p:nvSpPr>
            <p:cNvPr id="6238" name="dense-map-2-cell-90">
              <a:extLst>
                <a:ext uri="{FF2B5EF4-FFF2-40B4-BE49-F238E27FC236}">
                  <a16:creationId xmlns:a16="http://schemas.microsoft.com/office/drawing/2014/main" id="{060CECE4-050B-44C6-9FD6-E81120A5B7F0}"/>
                </a:ext>
              </a:extLst>
            </p:cNvPr>
            <p:cNvSpPr>
              <a:spLocks noGrp="1"/>
            </p:cNvSpPr>
            <p:nvPr/>
          </p:nvSpPr>
          <p:spPr>
            <a:xfrm>
              <a:off x="21477288" y="6621066"/>
              <a:ext cx="236680" cy="6096"/>
            </a:xfrm>
            <a:prstGeom prst="rect">
              <a:avLst/>
            </a:prstGeom>
            <a:solidFill>
              <a:srgbClr val="81C9BA"/>
            </a:solidFill>
            <a:ln w="0">
              <a:noFill/>
              <a:prstDash val="solid"/>
            </a:ln>
          </p:spPr>
        </p:sp>
        <p:sp>
          <p:nvSpPr>
            <p:cNvPr id="6239" name="dense-map-2-cell-89">
              <a:extLst>
                <a:ext uri="{FF2B5EF4-FFF2-40B4-BE49-F238E27FC236}">
                  <a16:creationId xmlns:a16="http://schemas.microsoft.com/office/drawing/2014/main" id="{FE6BF0C3-2EEE-4A86-A656-15B244399819}"/>
                </a:ext>
              </a:extLst>
            </p:cNvPr>
            <p:cNvSpPr>
              <a:spLocks noGrp="1"/>
            </p:cNvSpPr>
            <p:nvPr/>
          </p:nvSpPr>
          <p:spPr>
            <a:xfrm>
              <a:off x="21477288" y="6627019"/>
              <a:ext cx="236680" cy="6096"/>
            </a:xfrm>
            <a:prstGeom prst="rect">
              <a:avLst/>
            </a:prstGeom>
            <a:solidFill>
              <a:srgbClr val="81C9BA"/>
            </a:solidFill>
            <a:ln w="0">
              <a:noFill/>
              <a:prstDash val="solid"/>
            </a:ln>
          </p:spPr>
        </p:sp>
        <p:sp>
          <p:nvSpPr>
            <p:cNvPr id="6240" name="dense-map-2-cell-88">
              <a:extLst>
                <a:ext uri="{FF2B5EF4-FFF2-40B4-BE49-F238E27FC236}">
                  <a16:creationId xmlns:a16="http://schemas.microsoft.com/office/drawing/2014/main" id="{38F79706-DF15-4B2A-B606-C63F8397B3E7}"/>
                </a:ext>
              </a:extLst>
            </p:cNvPr>
            <p:cNvSpPr>
              <a:spLocks noGrp="1"/>
            </p:cNvSpPr>
            <p:nvPr/>
          </p:nvSpPr>
          <p:spPr>
            <a:xfrm>
              <a:off x="21477288" y="6632972"/>
              <a:ext cx="236680" cy="6096"/>
            </a:xfrm>
            <a:prstGeom prst="rect">
              <a:avLst/>
            </a:prstGeom>
            <a:solidFill>
              <a:srgbClr val="81C9BA"/>
            </a:solidFill>
            <a:ln w="0">
              <a:noFill/>
              <a:prstDash val="solid"/>
            </a:ln>
          </p:spPr>
        </p:sp>
        <p:sp>
          <p:nvSpPr>
            <p:cNvPr id="6241" name="dense-map-2-cell-87">
              <a:extLst>
                <a:ext uri="{FF2B5EF4-FFF2-40B4-BE49-F238E27FC236}">
                  <a16:creationId xmlns:a16="http://schemas.microsoft.com/office/drawing/2014/main" id="{BC9AACB0-1220-4AC8-BC23-267FC6B843EF}"/>
                </a:ext>
              </a:extLst>
            </p:cNvPr>
            <p:cNvSpPr>
              <a:spLocks noGrp="1"/>
            </p:cNvSpPr>
            <p:nvPr/>
          </p:nvSpPr>
          <p:spPr>
            <a:xfrm>
              <a:off x="21477288" y="6638925"/>
              <a:ext cx="236680" cy="6096"/>
            </a:xfrm>
            <a:prstGeom prst="rect">
              <a:avLst/>
            </a:prstGeom>
            <a:solidFill>
              <a:srgbClr val="81C9BA"/>
            </a:solidFill>
            <a:ln w="0">
              <a:noFill/>
              <a:prstDash val="solid"/>
            </a:ln>
          </p:spPr>
        </p:sp>
        <p:sp>
          <p:nvSpPr>
            <p:cNvPr id="6242" name="dense-map-2-cell-86">
              <a:extLst>
                <a:ext uri="{FF2B5EF4-FFF2-40B4-BE49-F238E27FC236}">
                  <a16:creationId xmlns:a16="http://schemas.microsoft.com/office/drawing/2014/main" id="{27F63416-8AF5-4339-87D2-E4FA63294F55}"/>
                </a:ext>
              </a:extLst>
            </p:cNvPr>
            <p:cNvSpPr>
              <a:spLocks noGrp="1"/>
            </p:cNvSpPr>
            <p:nvPr/>
          </p:nvSpPr>
          <p:spPr>
            <a:xfrm>
              <a:off x="21477288" y="6644878"/>
              <a:ext cx="236680" cy="6096"/>
            </a:xfrm>
            <a:prstGeom prst="rect">
              <a:avLst/>
            </a:prstGeom>
            <a:solidFill>
              <a:srgbClr val="81C9BA"/>
            </a:solidFill>
            <a:ln w="0">
              <a:noFill/>
              <a:prstDash val="solid"/>
            </a:ln>
          </p:spPr>
        </p:sp>
        <p:sp>
          <p:nvSpPr>
            <p:cNvPr id="6243" name="dense-map-2-cell-85">
              <a:extLst>
                <a:ext uri="{FF2B5EF4-FFF2-40B4-BE49-F238E27FC236}">
                  <a16:creationId xmlns:a16="http://schemas.microsoft.com/office/drawing/2014/main" id="{D4C5B091-8746-43D2-A023-297BF91C7E3A}"/>
                </a:ext>
              </a:extLst>
            </p:cNvPr>
            <p:cNvSpPr>
              <a:spLocks noGrp="1"/>
            </p:cNvSpPr>
            <p:nvPr/>
          </p:nvSpPr>
          <p:spPr>
            <a:xfrm>
              <a:off x="21477288" y="6650831"/>
              <a:ext cx="236680" cy="6096"/>
            </a:xfrm>
            <a:prstGeom prst="rect">
              <a:avLst/>
            </a:prstGeom>
            <a:solidFill>
              <a:srgbClr val="81C9BA"/>
            </a:solidFill>
            <a:ln w="0">
              <a:noFill/>
              <a:prstDash val="solid"/>
            </a:ln>
          </p:spPr>
        </p:sp>
        <p:sp>
          <p:nvSpPr>
            <p:cNvPr id="6244" name="dense-map-2-cell-84">
              <a:extLst>
                <a:ext uri="{FF2B5EF4-FFF2-40B4-BE49-F238E27FC236}">
                  <a16:creationId xmlns:a16="http://schemas.microsoft.com/office/drawing/2014/main" id="{D6FC248B-4B23-458A-B0D5-BA278022DCDF}"/>
                </a:ext>
              </a:extLst>
            </p:cNvPr>
            <p:cNvSpPr>
              <a:spLocks noGrp="1"/>
            </p:cNvSpPr>
            <p:nvPr/>
          </p:nvSpPr>
          <p:spPr>
            <a:xfrm>
              <a:off x="21477288" y="6656784"/>
              <a:ext cx="236680" cy="6096"/>
            </a:xfrm>
            <a:prstGeom prst="rect">
              <a:avLst/>
            </a:prstGeom>
            <a:solidFill>
              <a:srgbClr val="81C9BA"/>
            </a:solidFill>
            <a:ln w="0">
              <a:noFill/>
              <a:prstDash val="solid"/>
            </a:ln>
          </p:spPr>
        </p:sp>
        <p:sp>
          <p:nvSpPr>
            <p:cNvPr id="6245" name="dense-map-2-cell-83">
              <a:extLst>
                <a:ext uri="{FF2B5EF4-FFF2-40B4-BE49-F238E27FC236}">
                  <a16:creationId xmlns:a16="http://schemas.microsoft.com/office/drawing/2014/main" id="{A7B02769-CA1F-4F87-8BF4-FB268062322B}"/>
                </a:ext>
              </a:extLst>
            </p:cNvPr>
            <p:cNvSpPr>
              <a:spLocks noGrp="1"/>
            </p:cNvSpPr>
            <p:nvPr/>
          </p:nvSpPr>
          <p:spPr>
            <a:xfrm>
              <a:off x="21477288" y="6662738"/>
              <a:ext cx="236680" cy="6096"/>
            </a:xfrm>
            <a:prstGeom prst="rect">
              <a:avLst/>
            </a:prstGeom>
            <a:solidFill>
              <a:srgbClr val="7CC8B8"/>
            </a:solidFill>
            <a:ln w="0">
              <a:noFill/>
              <a:prstDash val="solid"/>
            </a:ln>
          </p:spPr>
        </p:sp>
        <p:sp>
          <p:nvSpPr>
            <p:cNvPr id="6246" name="dense-map-2-cell-82">
              <a:extLst>
                <a:ext uri="{FF2B5EF4-FFF2-40B4-BE49-F238E27FC236}">
                  <a16:creationId xmlns:a16="http://schemas.microsoft.com/office/drawing/2014/main" id="{2E3663A3-8ACE-4EF3-B342-E1259EB67F20}"/>
                </a:ext>
              </a:extLst>
            </p:cNvPr>
            <p:cNvSpPr>
              <a:spLocks noGrp="1"/>
            </p:cNvSpPr>
            <p:nvPr/>
          </p:nvSpPr>
          <p:spPr>
            <a:xfrm>
              <a:off x="21477288" y="6668691"/>
              <a:ext cx="236680" cy="6096"/>
            </a:xfrm>
            <a:prstGeom prst="rect">
              <a:avLst/>
            </a:prstGeom>
            <a:solidFill>
              <a:srgbClr val="6DC3B0"/>
            </a:solidFill>
            <a:ln w="0">
              <a:noFill/>
              <a:prstDash val="solid"/>
            </a:ln>
          </p:spPr>
        </p:sp>
        <p:sp>
          <p:nvSpPr>
            <p:cNvPr id="6247" name="dense-map-2-cell-81">
              <a:extLst>
                <a:ext uri="{FF2B5EF4-FFF2-40B4-BE49-F238E27FC236}">
                  <a16:creationId xmlns:a16="http://schemas.microsoft.com/office/drawing/2014/main" id="{1085B821-052F-454B-A37A-AB204FDFDA74}"/>
                </a:ext>
              </a:extLst>
            </p:cNvPr>
            <p:cNvSpPr>
              <a:spLocks noGrp="1"/>
            </p:cNvSpPr>
            <p:nvPr/>
          </p:nvSpPr>
          <p:spPr>
            <a:xfrm>
              <a:off x="21477288" y="6674644"/>
              <a:ext cx="236680" cy="6096"/>
            </a:xfrm>
            <a:prstGeom prst="rect">
              <a:avLst/>
            </a:prstGeom>
            <a:solidFill>
              <a:srgbClr val="70C4B1"/>
            </a:solidFill>
            <a:ln w="0">
              <a:noFill/>
              <a:prstDash val="solid"/>
            </a:ln>
          </p:spPr>
        </p:sp>
        <p:sp>
          <p:nvSpPr>
            <p:cNvPr id="6248" name="dense-map-2-cell-80">
              <a:extLst>
                <a:ext uri="{FF2B5EF4-FFF2-40B4-BE49-F238E27FC236}">
                  <a16:creationId xmlns:a16="http://schemas.microsoft.com/office/drawing/2014/main" id="{A16A382B-2A58-4474-AA1C-FF45E9FA38B9}"/>
                </a:ext>
              </a:extLst>
            </p:cNvPr>
            <p:cNvSpPr>
              <a:spLocks noGrp="1"/>
            </p:cNvSpPr>
            <p:nvPr/>
          </p:nvSpPr>
          <p:spPr>
            <a:xfrm>
              <a:off x="21477288" y="6680597"/>
              <a:ext cx="236680" cy="6096"/>
            </a:xfrm>
            <a:prstGeom prst="rect">
              <a:avLst/>
            </a:prstGeom>
            <a:solidFill>
              <a:srgbClr val="93BDA5"/>
            </a:solidFill>
            <a:ln w="0">
              <a:noFill/>
              <a:prstDash val="solid"/>
            </a:ln>
          </p:spPr>
        </p:sp>
        <p:sp>
          <p:nvSpPr>
            <p:cNvPr id="6249" name="dense-map-2-cell-79">
              <a:extLst>
                <a:ext uri="{FF2B5EF4-FFF2-40B4-BE49-F238E27FC236}">
                  <a16:creationId xmlns:a16="http://schemas.microsoft.com/office/drawing/2014/main" id="{9CBFB404-B552-4764-AD25-F0A26079AD47}"/>
                </a:ext>
              </a:extLst>
            </p:cNvPr>
            <p:cNvSpPr>
              <a:spLocks noGrp="1"/>
            </p:cNvSpPr>
            <p:nvPr/>
          </p:nvSpPr>
          <p:spPr>
            <a:xfrm>
              <a:off x="21477288" y="6686550"/>
              <a:ext cx="236680" cy="6096"/>
            </a:xfrm>
            <a:prstGeom prst="rect">
              <a:avLst/>
            </a:prstGeom>
            <a:solidFill>
              <a:srgbClr val="D0945D"/>
            </a:solidFill>
            <a:ln w="0">
              <a:noFill/>
              <a:prstDash val="solid"/>
            </a:ln>
          </p:spPr>
        </p:sp>
        <p:sp>
          <p:nvSpPr>
            <p:cNvPr id="6250" name="dense-map-2-cell-78">
              <a:extLst>
                <a:ext uri="{FF2B5EF4-FFF2-40B4-BE49-F238E27FC236}">
                  <a16:creationId xmlns:a16="http://schemas.microsoft.com/office/drawing/2014/main" id="{56641455-5284-49D4-ACD9-50283AB2E4D2}"/>
                </a:ext>
              </a:extLst>
            </p:cNvPr>
            <p:cNvSpPr>
              <a:spLocks noGrp="1"/>
            </p:cNvSpPr>
            <p:nvPr/>
          </p:nvSpPr>
          <p:spPr>
            <a:xfrm>
              <a:off x="21477288" y="6692503"/>
              <a:ext cx="236680" cy="6096"/>
            </a:xfrm>
            <a:prstGeom prst="rect">
              <a:avLst/>
            </a:prstGeom>
            <a:solidFill>
              <a:srgbClr val="D6701E"/>
            </a:solidFill>
            <a:ln w="0">
              <a:noFill/>
              <a:prstDash val="solid"/>
            </a:ln>
          </p:spPr>
        </p:sp>
        <p:sp>
          <p:nvSpPr>
            <p:cNvPr id="6251" name="dense-map-2-cell-77">
              <a:extLst>
                <a:ext uri="{FF2B5EF4-FFF2-40B4-BE49-F238E27FC236}">
                  <a16:creationId xmlns:a16="http://schemas.microsoft.com/office/drawing/2014/main" id="{35B87A5F-823D-4EB1-8296-EA4F16609579}"/>
                </a:ext>
              </a:extLst>
            </p:cNvPr>
            <p:cNvSpPr>
              <a:spLocks noGrp="1"/>
            </p:cNvSpPr>
            <p:nvPr/>
          </p:nvSpPr>
          <p:spPr>
            <a:xfrm>
              <a:off x="21477288" y="6698456"/>
              <a:ext cx="236680" cy="6096"/>
            </a:xfrm>
            <a:prstGeom prst="rect">
              <a:avLst/>
            </a:prstGeom>
            <a:solidFill>
              <a:srgbClr val="D5650C"/>
            </a:solidFill>
            <a:ln w="0">
              <a:noFill/>
              <a:prstDash val="solid"/>
            </a:ln>
          </p:spPr>
        </p:sp>
        <p:sp>
          <p:nvSpPr>
            <p:cNvPr id="6252" name="dense-map-2-cell-76">
              <a:extLst>
                <a:ext uri="{FF2B5EF4-FFF2-40B4-BE49-F238E27FC236}">
                  <a16:creationId xmlns:a16="http://schemas.microsoft.com/office/drawing/2014/main" id="{61326D27-3D89-447A-861B-31B3AB450648}"/>
                </a:ext>
              </a:extLst>
            </p:cNvPr>
            <p:cNvSpPr>
              <a:spLocks noGrp="1"/>
            </p:cNvSpPr>
            <p:nvPr/>
          </p:nvSpPr>
          <p:spPr>
            <a:xfrm>
              <a:off x="21477288" y="6704409"/>
              <a:ext cx="236680" cy="6096"/>
            </a:xfrm>
            <a:prstGeom prst="rect">
              <a:avLst/>
            </a:prstGeom>
            <a:solidFill>
              <a:srgbClr val="D55F02"/>
            </a:solidFill>
            <a:ln w="0">
              <a:noFill/>
              <a:prstDash val="solid"/>
            </a:ln>
          </p:spPr>
        </p:sp>
        <p:sp>
          <p:nvSpPr>
            <p:cNvPr id="6253" name="dense-map-2-cell-75">
              <a:extLst>
                <a:ext uri="{FF2B5EF4-FFF2-40B4-BE49-F238E27FC236}">
                  <a16:creationId xmlns:a16="http://schemas.microsoft.com/office/drawing/2014/main" id="{1E90FEC2-34CC-415D-8E2C-E2A75CADE2FE}"/>
                </a:ext>
              </a:extLst>
            </p:cNvPr>
            <p:cNvSpPr>
              <a:spLocks noGrp="1"/>
            </p:cNvSpPr>
            <p:nvPr/>
          </p:nvSpPr>
          <p:spPr>
            <a:xfrm>
              <a:off x="21477288" y="6710363"/>
              <a:ext cx="236680" cy="6096"/>
            </a:xfrm>
            <a:prstGeom prst="rect">
              <a:avLst/>
            </a:prstGeom>
            <a:solidFill>
              <a:srgbClr val="D55E00"/>
            </a:solidFill>
            <a:ln w="0">
              <a:noFill/>
              <a:prstDash val="solid"/>
            </a:ln>
          </p:spPr>
        </p:sp>
        <p:sp>
          <p:nvSpPr>
            <p:cNvPr id="6254" name="dense-map-2-cell-74">
              <a:extLst>
                <a:ext uri="{FF2B5EF4-FFF2-40B4-BE49-F238E27FC236}">
                  <a16:creationId xmlns:a16="http://schemas.microsoft.com/office/drawing/2014/main" id="{808F8268-E421-4D51-808F-9CA0A2A74E3A}"/>
                </a:ext>
              </a:extLst>
            </p:cNvPr>
            <p:cNvSpPr>
              <a:spLocks noGrp="1"/>
            </p:cNvSpPr>
            <p:nvPr/>
          </p:nvSpPr>
          <p:spPr>
            <a:xfrm>
              <a:off x="21477288" y="6716316"/>
              <a:ext cx="236680" cy="6096"/>
            </a:xfrm>
            <a:prstGeom prst="rect">
              <a:avLst/>
            </a:prstGeom>
            <a:solidFill>
              <a:srgbClr val="D55E00"/>
            </a:solidFill>
            <a:ln w="0">
              <a:noFill/>
              <a:prstDash val="solid"/>
            </a:ln>
          </p:spPr>
        </p:sp>
        <p:sp>
          <p:nvSpPr>
            <p:cNvPr id="6255" name="dense-map-2-cell-73">
              <a:extLst>
                <a:ext uri="{FF2B5EF4-FFF2-40B4-BE49-F238E27FC236}">
                  <a16:creationId xmlns:a16="http://schemas.microsoft.com/office/drawing/2014/main" id="{ABE6B076-222D-4125-B7EA-0D70DC9C259A}"/>
                </a:ext>
              </a:extLst>
            </p:cNvPr>
            <p:cNvSpPr>
              <a:spLocks noGrp="1"/>
            </p:cNvSpPr>
            <p:nvPr/>
          </p:nvSpPr>
          <p:spPr>
            <a:xfrm>
              <a:off x="21477288" y="6722269"/>
              <a:ext cx="236680" cy="6096"/>
            </a:xfrm>
            <a:prstGeom prst="rect">
              <a:avLst/>
            </a:prstGeom>
            <a:solidFill>
              <a:srgbClr val="D55E00"/>
            </a:solidFill>
            <a:ln w="0">
              <a:noFill/>
              <a:prstDash val="solid"/>
            </a:ln>
          </p:spPr>
        </p:sp>
        <p:sp>
          <p:nvSpPr>
            <p:cNvPr id="6256" name="dense-map-2-cell-72">
              <a:extLst>
                <a:ext uri="{FF2B5EF4-FFF2-40B4-BE49-F238E27FC236}">
                  <a16:creationId xmlns:a16="http://schemas.microsoft.com/office/drawing/2014/main" id="{1D25FD7F-8E0B-4E27-AFEE-D5EBA72CB5AA}"/>
                </a:ext>
              </a:extLst>
            </p:cNvPr>
            <p:cNvSpPr>
              <a:spLocks noGrp="1"/>
            </p:cNvSpPr>
            <p:nvPr/>
          </p:nvSpPr>
          <p:spPr>
            <a:xfrm>
              <a:off x="21477288" y="6728222"/>
              <a:ext cx="236680" cy="6096"/>
            </a:xfrm>
            <a:prstGeom prst="rect">
              <a:avLst/>
            </a:prstGeom>
            <a:solidFill>
              <a:srgbClr val="D55E00"/>
            </a:solidFill>
            <a:ln w="0">
              <a:noFill/>
              <a:prstDash val="solid"/>
            </a:ln>
          </p:spPr>
        </p:sp>
        <p:sp>
          <p:nvSpPr>
            <p:cNvPr id="6257" name="dense-map-2-cell-71">
              <a:extLst>
                <a:ext uri="{FF2B5EF4-FFF2-40B4-BE49-F238E27FC236}">
                  <a16:creationId xmlns:a16="http://schemas.microsoft.com/office/drawing/2014/main" id="{9A264C8B-39EF-462B-A288-EEFF08396E78}"/>
                </a:ext>
              </a:extLst>
            </p:cNvPr>
            <p:cNvSpPr>
              <a:spLocks noGrp="1"/>
            </p:cNvSpPr>
            <p:nvPr/>
          </p:nvSpPr>
          <p:spPr>
            <a:xfrm>
              <a:off x="21477288" y="6734175"/>
              <a:ext cx="236680" cy="6096"/>
            </a:xfrm>
            <a:prstGeom prst="rect">
              <a:avLst/>
            </a:prstGeom>
            <a:solidFill>
              <a:srgbClr val="D55E00"/>
            </a:solidFill>
            <a:ln w="0">
              <a:noFill/>
              <a:prstDash val="solid"/>
            </a:ln>
          </p:spPr>
        </p:sp>
        <p:sp>
          <p:nvSpPr>
            <p:cNvPr id="6258" name="dense-map-2-cell-70">
              <a:extLst>
                <a:ext uri="{FF2B5EF4-FFF2-40B4-BE49-F238E27FC236}">
                  <a16:creationId xmlns:a16="http://schemas.microsoft.com/office/drawing/2014/main" id="{7C44AAF5-1B66-4FD2-83A3-98A045F899F5}"/>
                </a:ext>
              </a:extLst>
            </p:cNvPr>
            <p:cNvSpPr>
              <a:spLocks noGrp="1"/>
            </p:cNvSpPr>
            <p:nvPr/>
          </p:nvSpPr>
          <p:spPr>
            <a:xfrm>
              <a:off x="21477288" y="6740128"/>
              <a:ext cx="236680" cy="6096"/>
            </a:xfrm>
            <a:prstGeom prst="rect">
              <a:avLst/>
            </a:prstGeom>
            <a:solidFill>
              <a:srgbClr val="D55E00"/>
            </a:solidFill>
            <a:ln w="0">
              <a:noFill/>
              <a:prstDash val="solid"/>
            </a:ln>
          </p:spPr>
        </p:sp>
        <p:sp>
          <p:nvSpPr>
            <p:cNvPr id="6259" name="dense-map-2-cell-69">
              <a:extLst>
                <a:ext uri="{FF2B5EF4-FFF2-40B4-BE49-F238E27FC236}">
                  <a16:creationId xmlns:a16="http://schemas.microsoft.com/office/drawing/2014/main" id="{E012923E-F809-494C-B76D-FC46241B7FE4}"/>
                </a:ext>
              </a:extLst>
            </p:cNvPr>
            <p:cNvSpPr>
              <a:spLocks noGrp="1"/>
            </p:cNvSpPr>
            <p:nvPr/>
          </p:nvSpPr>
          <p:spPr>
            <a:xfrm>
              <a:off x="21477288" y="6746081"/>
              <a:ext cx="236680" cy="6096"/>
            </a:xfrm>
            <a:prstGeom prst="rect">
              <a:avLst/>
            </a:prstGeom>
            <a:solidFill>
              <a:srgbClr val="D55E00"/>
            </a:solidFill>
            <a:ln w="0">
              <a:noFill/>
              <a:prstDash val="solid"/>
            </a:ln>
          </p:spPr>
        </p:sp>
        <p:sp>
          <p:nvSpPr>
            <p:cNvPr id="6260" name="dense-map-2-cell-68">
              <a:extLst>
                <a:ext uri="{FF2B5EF4-FFF2-40B4-BE49-F238E27FC236}">
                  <a16:creationId xmlns:a16="http://schemas.microsoft.com/office/drawing/2014/main" id="{1859B1DA-7A59-412F-9111-12F229A353F2}"/>
                </a:ext>
              </a:extLst>
            </p:cNvPr>
            <p:cNvSpPr>
              <a:spLocks noGrp="1"/>
            </p:cNvSpPr>
            <p:nvPr/>
          </p:nvSpPr>
          <p:spPr>
            <a:xfrm>
              <a:off x="21477288" y="6752034"/>
              <a:ext cx="236680" cy="6096"/>
            </a:xfrm>
            <a:prstGeom prst="rect">
              <a:avLst/>
            </a:prstGeom>
            <a:solidFill>
              <a:srgbClr val="D55E00"/>
            </a:solidFill>
            <a:ln w="0">
              <a:noFill/>
              <a:prstDash val="solid"/>
            </a:ln>
          </p:spPr>
        </p:sp>
        <p:sp>
          <p:nvSpPr>
            <p:cNvPr id="6261" name="dense-map-2-cell-67">
              <a:extLst>
                <a:ext uri="{FF2B5EF4-FFF2-40B4-BE49-F238E27FC236}">
                  <a16:creationId xmlns:a16="http://schemas.microsoft.com/office/drawing/2014/main" id="{D46C825C-6BE0-41C8-8823-B226ACFB8F2D}"/>
                </a:ext>
              </a:extLst>
            </p:cNvPr>
            <p:cNvSpPr>
              <a:spLocks noGrp="1"/>
            </p:cNvSpPr>
            <p:nvPr/>
          </p:nvSpPr>
          <p:spPr>
            <a:xfrm>
              <a:off x="21477288" y="6757988"/>
              <a:ext cx="236680" cy="6096"/>
            </a:xfrm>
            <a:prstGeom prst="rect">
              <a:avLst/>
            </a:prstGeom>
            <a:solidFill>
              <a:srgbClr val="D55E00"/>
            </a:solidFill>
            <a:ln w="0">
              <a:noFill/>
              <a:prstDash val="solid"/>
            </a:ln>
          </p:spPr>
        </p:sp>
        <p:sp>
          <p:nvSpPr>
            <p:cNvPr id="6262" name="dense-map-2-cell-66">
              <a:extLst>
                <a:ext uri="{FF2B5EF4-FFF2-40B4-BE49-F238E27FC236}">
                  <a16:creationId xmlns:a16="http://schemas.microsoft.com/office/drawing/2014/main" id="{93A78E0D-37A0-4BDC-ACEE-BACB0C75CF66}"/>
                </a:ext>
              </a:extLst>
            </p:cNvPr>
            <p:cNvSpPr>
              <a:spLocks noGrp="1"/>
            </p:cNvSpPr>
            <p:nvPr/>
          </p:nvSpPr>
          <p:spPr>
            <a:xfrm>
              <a:off x="21477288" y="6763941"/>
              <a:ext cx="236680" cy="6096"/>
            </a:xfrm>
            <a:prstGeom prst="rect">
              <a:avLst/>
            </a:prstGeom>
            <a:solidFill>
              <a:srgbClr val="D55E00"/>
            </a:solidFill>
            <a:ln w="0">
              <a:noFill/>
              <a:prstDash val="solid"/>
            </a:ln>
          </p:spPr>
        </p:sp>
        <p:sp>
          <p:nvSpPr>
            <p:cNvPr id="6263" name="dense-map-2-cell-65">
              <a:extLst>
                <a:ext uri="{FF2B5EF4-FFF2-40B4-BE49-F238E27FC236}">
                  <a16:creationId xmlns:a16="http://schemas.microsoft.com/office/drawing/2014/main" id="{18D579C5-9614-4F0F-B7C5-26163FF656DA}"/>
                </a:ext>
              </a:extLst>
            </p:cNvPr>
            <p:cNvSpPr>
              <a:spLocks noGrp="1"/>
            </p:cNvSpPr>
            <p:nvPr/>
          </p:nvSpPr>
          <p:spPr>
            <a:xfrm>
              <a:off x="21477288" y="6769894"/>
              <a:ext cx="236680" cy="6096"/>
            </a:xfrm>
            <a:prstGeom prst="rect">
              <a:avLst/>
            </a:prstGeom>
            <a:solidFill>
              <a:srgbClr val="D55E00"/>
            </a:solidFill>
            <a:ln w="0">
              <a:noFill/>
              <a:prstDash val="solid"/>
            </a:ln>
          </p:spPr>
        </p:sp>
        <p:sp>
          <p:nvSpPr>
            <p:cNvPr id="6264" name="dense-map-2-cell-64">
              <a:extLst>
                <a:ext uri="{FF2B5EF4-FFF2-40B4-BE49-F238E27FC236}">
                  <a16:creationId xmlns:a16="http://schemas.microsoft.com/office/drawing/2014/main" id="{EBA38334-39C0-45DF-BC96-31799573C6F0}"/>
                </a:ext>
              </a:extLst>
            </p:cNvPr>
            <p:cNvSpPr>
              <a:spLocks noGrp="1"/>
            </p:cNvSpPr>
            <p:nvPr/>
          </p:nvSpPr>
          <p:spPr>
            <a:xfrm>
              <a:off x="21477288" y="6775847"/>
              <a:ext cx="236680" cy="6096"/>
            </a:xfrm>
            <a:prstGeom prst="rect">
              <a:avLst/>
            </a:prstGeom>
            <a:solidFill>
              <a:srgbClr val="D55E01"/>
            </a:solidFill>
            <a:ln w="0">
              <a:noFill/>
              <a:prstDash val="solid"/>
            </a:ln>
          </p:spPr>
        </p:sp>
        <p:sp>
          <p:nvSpPr>
            <p:cNvPr id="6265" name="dense-map-2-cell-63">
              <a:extLst>
                <a:ext uri="{FF2B5EF4-FFF2-40B4-BE49-F238E27FC236}">
                  <a16:creationId xmlns:a16="http://schemas.microsoft.com/office/drawing/2014/main" id="{82DB5D90-6824-4096-A7C7-6CD8A6A9F968}"/>
                </a:ext>
              </a:extLst>
            </p:cNvPr>
            <p:cNvSpPr>
              <a:spLocks noGrp="1"/>
            </p:cNvSpPr>
            <p:nvPr/>
          </p:nvSpPr>
          <p:spPr>
            <a:xfrm>
              <a:off x="21477288" y="6781800"/>
              <a:ext cx="236680" cy="6096"/>
            </a:xfrm>
            <a:prstGeom prst="rect">
              <a:avLst/>
            </a:prstGeom>
            <a:solidFill>
              <a:srgbClr val="D56309"/>
            </a:solidFill>
            <a:ln w="0">
              <a:noFill/>
              <a:prstDash val="solid"/>
            </a:ln>
          </p:spPr>
        </p:sp>
        <p:sp>
          <p:nvSpPr>
            <p:cNvPr id="6266" name="dense-map-2-cell-62">
              <a:extLst>
                <a:ext uri="{FF2B5EF4-FFF2-40B4-BE49-F238E27FC236}">
                  <a16:creationId xmlns:a16="http://schemas.microsoft.com/office/drawing/2014/main" id="{8BC9EDE3-36A2-4F89-8311-D5457E3DDA9E}"/>
                </a:ext>
              </a:extLst>
            </p:cNvPr>
            <p:cNvSpPr>
              <a:spLocks noGrp="1"/>
            </p:cNvSpPr>
            <p:nvPr/>
          </p:nvSpPr>
          <p:spPr>
            <a:xfrm>
              <a:off x="21477288" y="6787753"/>
              <a:ext cx="236680" cy="6096"/>
            </a:xfrm>
            <a:prstGeom prst="rect">
              <a:avLst/>
            </a:prstGeom>
            <a:solidFill>
              <a:srgbClr val="D67121"/>
            </a:solidFill>
            <a:ln w="0">
              <a:noFill/>
              <a:prstDash val="solid"/>
            </a:ln>
          </p:spPr>
        </p:sp>
        <p:sp>
          <p:nvSpPr>
            <p:cNvPr id="6267" name="dense-map-2-cell-61">
              <a:extLst>
                <a:ext uri="{FF2B5EF4-FFF2-40B4-BE49-F238E27FC236}">
                  <a16:creationId xmlns:a16="http://schemas.microsoft.com/office/drawing/2014/main" id="{F2614A09-B40C-4358-887D-F232660DAB9E}"/>
                </a:ext>
              </a:extLst>
            </p:cNvPr>
            <p:cNvSpPr>
              <a:spLocks noGrp="1"/>
            </p:cNvSpPr>
            <p:nvPr/>
          </p:nvSpPr>
          <p:spPr>
            <a:xfrm>
              <a:off x="21477288" y="6793706"/>
              <a:ext cx="236680" cy="6096"/>
            </a:xfrm>
            <a:prstGeom prst="rect">
              <a:avLst/>
            </a:prstGeom>
            <a:solidFill>
              <a:srgbClr val="D78746"/>
            </a:solidFill>
            <a:ln w="0">
              <a:noFill/>
              <a:prstDash val="solid"/>
            </a:ln>
          </p:spPr>
        </p:sp>
        <p:sp>
          <p:nvSpPr>
            <p:cNvPr id="6268" name="dense-map-2-cell-60">
              <a:extLst>
                <a:ext uri="{FF2B5EF4-FFF2-40B4-BE49-F238E27FC236}">
                  <a16:creationId xmlns:a16="http://schemas.microsoft.com/office/drawing/2014/main" id="{534D7CD2-E9EA-4065-B3C3-0924582459B1}"/>
                </a:ext>
              </a:extLst>
            </p:cNvPr>
            <p:cNvSpPr>
              <a:spLocks noGrp="1"/>
            </p:cNvSpPr>
            <p:nvPr/>
          </p:nvSpPr>
          <p:spPr>
            <a:xfrm>
              <a:off x="21477288" y="6799659"/>
              <a:ext cx="236680" cy="6096"/>
            </a:xfrm>
            <a:prstGeom prst="rect">
              <a:avLst/>
            </a:prstGeom>
            <a:solidFill>
              <a:srgbClr val="D8A072"/>
            </a:solidFill>
            <a:ln w="0">
              <a:noFill/>
              <a:prstDash val="solid"/>
            </a:ln>
          </p:spPr>
        </p:sp>
        <p:sp>
          <p:nvSpPr>
            <p:cNvPr id="6269" name="dense-map-2-cell-59">
              <a:extLst>
                <a:ext uri="{FF2B5EF4-FFF2-40B4-BE49-F238E27FC236}">
                  <a16:creationId xmlns:a16="http://schemas.microsoft.com/office/drawing/2014/main" id="{B8FE0A3E-3485-4D2A-BAA9-274799285F92}"/>
                </a:ext>
              </a:extLst>
            </p:cNvPr>
            <p:cNvSpPr>
              <a:spLocks noGrp="1"/>
            </p:cNvSpPr>
            <p:nvPr/>
          </p:nvSpPr>
          <p:spPr>
            <a:xfrm>
              <a:off x="21477288" y="6805613"/>
              <a:ext cx="236680" cy="6096"/>
            </a:xfrm>
            <a:prstGeom prst="rect">
              <a:avLst/>
            </a:prstGeom>
            <a:solidFill>
              <a:srgbClr val="D9BA9E"/>
            </a:solidFill>
            <a:ln w="0">
              <a:noFill/>
              <a:prstDash val="solid"/>
            </a:ln>
          </p:spPr>
        </p:sp>
        <p:sp>
          <p:nvSpPr>
            <p:cNvPr id="6270" name="dense-map-2-cell-58">
              <a:extLst>
                <a:ext uri="{FF2B5EF4-FFF2-40B4-BE49-F238E27FC236}">
                  <a16:creationId xmlns:a16="http://schemas.microsoft.com/office/drawing/2014/main" id="{45993BAA-FCB3-4688-86A1-C10295C9E32B}"/>
                </a:ext>
              </a:extLst>
            </p:cNvPr>
            <p:cNvSpPr>
              <a:spLocks noGrp="1"/>
            </p:cNvSpPr>
            <p:nvPr/>
          </p:nvSpPr>
          <p:spPr>
            <a:xfrm>
              <a:off x="21477288" y="6811566"/>
              <a:ext cx="236680" cy="6096"/>
            </a:xfrm>
            <a:prstGeom prst="rect">
              <a:avLst/>
            </a:prstGeom>
            <a:solidFill>
              <a:srgbClr val="D5D4CB"/>
            </a:solidFill>
            <a:ln w="0">
              <a:noFill/>
              <a:prstDash val="solid"/>
            </a:ln>
          </p:spPr>
        </p:sp>
        <p:sp>
          <p:nvSpPr>
            <p:cNvPr id="6271" name="dense-map-2-cell-57">
              <a:extLst>
                <a:ext uri="{FF2B5EF4-FFF2-40B4-BE49-F238E27FC236}">
                  <a16:creationId xmlns:a16="http://schemas.microsoft.com/office/drawing/2014/main" id="{E8430B71-132E-4684-8CED-51D84AA21FF5}"/>
                </a:ext>
              </a:extLst>
            </p:cNvPr>
            <p:cNvSpPr>
              <a:spLocks noGrp="1"/>
            </p:cNvSpPr>
            <p:nvPr/>
          </p:nvSpPr>
          <p:spPr>
            <a:xfrm>
              <a:off x="21477288" y="6817519"/>
              <a:ext cx="236680" cy="6096"/>
            </a:xfrm>
            <a:prstGeom prst="rect">
              <a:avLst/>
            </a:prstGeom>
            <a:solidFill>
              <a:srgbClr val="DBE6E9"/>
            </a:solidFill>
            <a:ln w="0">
              <a:noFill/>
              <a:prstDash val="solid"/>
            </a:ln>
          </p:spPr>
        </p:sp>
        <p:sp>
          <p:nvSpPr>
            <p:cNvPr id="6272" name="dense-map-2-cell-56">
              <a:extLst>
                <a:ext uri="{FF2B5EF4-FFF2-40B4-BE49-F238E27FC236}">
                  <a16:creationId xmlns:a16="http://schemas.microsoft.com/office/drawing/2014/main" id="{6413FA57-95F5-4FDC-AF4B-A467C91D876D}"/>
                </a:ext>
              </a:extLst>
            </p:cNvPr>
            <p:cNvSpPr>
              <a:spLocks noGrp="1"/>
            </p:cNvSpPr>
            <p:nvPr/>
          </p:nvSpPr>
          <p:spPr>
            <a:xfrm>
              <a:off x="21477288" y="6823472"/>
              <a:ext cx="236680" cy="6096"/>
            </a:xfrm>
            <a:prstGeom prst="rect">
              <a:avLst/>
            </a:prstGeom>
            <a:solidFill>
              <a:srgbClr val="DAE7EC"/>
            </a:solidFill>
            <a:ln w="0">
              <a:noFill/>
              <a:prstDash val="solid"/>
            </a:ln>
          </p:spPr>
        </p:sp>
        <p:sp>
          <p:nvSpPr>
            <p:cNvPr id="6273" name="dense-map-2-cell-55">
              <a:extLst>
                <a:ext uri="{FF2B5EF4-FFF2-40B4-BE49-F238E27FC236}">
                  <a16:creationId xmlns:a16="http://schemas.microsoft.com/office/drawing/2014/main" id="{8ECA5B88-0A85-4CAF-841A-BA9D872ACD70}"/>
                </a:ext>
              </a:extLst>
            </p:cNvPr>
            <p:cNvSpPr>
              <a:spLocks noGrp="1"/>
            </p:cNvSpPr>
            <p:nvPr/>
          </p:nvSpPr>
          <p:spPr>
            <a:xfrm>
              <a:off x="21477288" y="6829425"/>
              <a:ext cx="236680" cy="6096"/>
            </a:xfrm>
            <a:prstGeom prst="rect">
              <a:avLst/>
            </a:prstGeom>
            <a:solidFill>
              <a:srgbClr val="DBE8ED"/>
            </a:solidFill>
            <a:ln w="0">
              <a:noFill/>
              <a:prstDash val="solid"/>
            </a:ln>
          </p:spPr>
        </p:sp>
        <p:sp>
          <p:nvSpPr>
            <p:cNvPr id="6274" name="dense-map-2-cell-54">
              <a:extLst>
                <a:ext uri="{FF2B5EF4-FFF2-40B4-BE49-F238E27FC236}">
                  <a16:creationId xmlns:a16="http://schemas.microsoft.com/office/drawing/2014/main" id="{3CA966D5-1EC4-4E64-A7EB-1A23C4F789E3}"/>
                </a:ext>
              </a:extLst>
            </p:cNvPr>
            <p:cNvSpPr>
              <a:spLocks noGrp="1"/>
            </p:cNvSpPr>
            <p:nvPr/>
          </p:nvSpPr>
          <p:spPr>
            <a:xfrm>
              <a:off x="21477288" y="6835378"/>
              <a:ext cx="236680" cy="6096"/>
            </a:xfrm>
            <a:prstGeom prst="rect">
              <a:avLst/>
            </a:prstGeom>
            <a:solidFill>
              <a:srgbClr val="DCE8ED"/>
            </a:solidFill>
            <a:ln w="0">
              <a:noFill/>
              <a:prstDash val="solid"/>
            </a:ln>
          </p:spPr>
        </p:sp>
        <p:sp>
          <p:nvSpPr>
            <p:cNvPr id="6275" name="dense-map-2-cell-53">
              <a:extLst>
                <a:ext uri="{FF2B5EF4-FFF2-40B4-BE49-F238E27FC236}">
                  <a16:creationId xmlns:a16="http://schemas.microsoft.com/office/drawing/2014/main" id="{5C1D28E2-49FB-4EC0-9A5B-03F9FF4E7A54}"/>
                </a:ext>
              </a:extLst>
            </p:cNvPr>
            <p:cNvSpPr>
              <a:spLocks noGrp="1"/>
            </p:cNvSpPr>
            <p:nvPr/>
          </p:nvSpPr>
          <p:spPr>
            <a:xfrm>
              <a:off x="21477288" y="6841331"/>
              <a:ext cx="236680" cy="6096"/>
            </a:xfrm>
            <a:prstGeom prst="rect">
              <a:avLst/>
            </a:prstGeom>
            <a:solidFill>
              <a:srgbClr val="DCE8ED"/>
            </a:solidFill>
            <a:ln w="0">
              <a:noFill/>
              <a:prstDash val="solid"/>
            </a:ln>
          </p:spPr>
        </p:sp>
        <p:sp>
          <p:nvSpPr>
            <p:cNvPr id="6276" name="dense-map-2-cell-52">
              <a:extLst>
                <a:ext uri="{FF2B5EF4-FFF2-40B4-BE49-F238E27FC236}">
                  <a16:creationId xmlns:a16="http://schemas.microsoft.com/office/drawing/2014/main" id="{E9918EF9-BDB7-40AC-AE12-DF1203E3DFCE}"/>
                </a:ext>
              </a:extLst>
            </p:cNvPr>
            <p:cNvSpPr>
              <a:spLocks noGrp="1"/>
            </p:cNvSpPr>
            <p:nvPr/>
          </p:nvSpPr>
          <p:spPr>
            <a:xfrm>
              <a:off x="21477288" y="6847284"/>
              <a:ext cx="236680" cy="6096"/>
            </a:xfrm>
            <a:prstGeom prst="rect">
              <a:avLst/>
            </a:prstGeom>
            <a:solidFill>
              <a:srgbClr val="DCE8ED"/>
            </a:solidFill>
            <a:ln w="0">
              <a:noFill/>
              <a:prstDash val="solid"/>
            </a:ln>
          </p:spPr>
        </p:sp>
        <p:sp>
          <p:nvSpPr>
            <p:cNvPr id="6277" name="dense-map-2-cell-51">
              <a:extLst>
                <a:ext uri="{FF2B5EF4-FFF2-40B4-BE49-F238E27FC236}">
                  <a16:creationId xmlns:a16="http://schemas.microsoft.com/office/drawing/2014/main" id="{D8948258-BF1F-4793-B8AE-CDADDE0170EC}"/>
                </a:ext>
              </a:extLst>
            </p:cNvPr>
            <p:cNvSpPr>
              <a:spLocks noGrp="1"/>
            </p:cNvSpPr>
            <p:nvPr/>
          </p:nvSpPr>
          <p:spPr>
            <a:xfrm>
              <a:off x="21477288" y="6853238"/>
              <a:ext cx="236680" cy="6096"/>
            </a:xfrm>
            <a:prstGeom prst="rect">
              <a:avLst/>
            </a:prstGeom>
            <a:solidFill>
              <a:srgbClr val="DCE8ED"/>
            </a:solidFill>
            <a:ln w="0">
              <a:noFill/>
              <a:prstDash val="solid"/>
            </a:ln>
          </p:spPr>
        </p:sp>
        <p:sp>
          <p:nvSpPr>
            <p:cNvPr id="6278" name="dense-map-2-cell-50">
              <a:extLst>
                <a:ext uri="{FF2B5EF4-FFF2-40B4-BE49-F238E27FC236}">
                  <a16:creationId xmlns:a16="http://schemas.microsoft.com/office/drawing/2014/main" id="{B2AE450B-F02B-418A-8C84-C2D1C53ECA8D}"/>
                </a:ext>
              </a:extLst>
            </p:cNvPr>
            <p:cNvSpPr>
              <a:spLocks noGrp="1"/>
            </p:cNvSpPr>
            <p:nvPr/>
          </p:nvSpPr>
          <p:spPr>
            <a:xfrm>
              <a:off x="21477288" y="6859191"/>
              <a:ext cx="236680" cy="6096"/>
            </a:xfrm>
            <a:prstGeom prst="rect">
              <a:avLst/>
            </a:prstGeom>
            <a:solidFill>
              <a:srgbClr val="DCE8ED"/>
            </a:solidFill>
            <a:ln w="0">
              <a:noFill/>
              <a:prstDash val="solid"/>
            </a:ln>
          </p:spPr>
        </p:sp>
        <p:sp>
          <p:nvSpPr>
            <p:cNvPr id="6279" name="dense-map-2-cell-49">
              <a:extLst>
                <a:ext uri="{FF2B5EF4-FFF2-40B4-BE49-F238E27FC236}">
                  <a16:creationId xmlns:a16="http://schemas.microsoft.com/office/drawing/2014/main" id="{FA3B989E-8836-458B-B9B1-061712153E53}"/>
                </a:ext>
              </a:extLst>
            </p:cNvPr>
            <p:cNvSpPr>
              <a:spLocks noGrp="1"/>
            </p:cNvSpPr>
            <p:nvPr/>
          </p:nvSpPr>
          <p:spPr>
            <a:xfrm>
              <a:off x="21477288" y="6865144"/>
              <a:ext cx="236680" cy="6096"/>
            </a:xfrm>
            <a:prstGeom prst="rect">
              <a:avLst/>
            </a:prstGeom>
            <a:solidFill>
              <a:srgbClr val="DCE8ED"/>
            </a:solidFill>
            <a:ln w="0">
              <a:noFill/>
              <a:prstDash val="solid"/>
            </a:ln>
          </p:spPr>
        </p:sp>
        <p:sp>
          <p:nvSpPr>
            <p:cNvPr id="6280" name="dense-map-2-cell-48">
              <a:extLst>
                <a:ext uri="{FF2B5EF4-FFF2-40B4-BE49-F238E27FC236}">
                  <a16:creationId xmlns:a16="http://schemas.microsoft.com/office/drawing/2014/main" id="{78965E69-6A8F-4F45-A1D6-C13A7FA91986}"/>
                </a:ext>
              </a:extLst>
            </p:cNvPr>
            <p:cNvSpPr>
              <a:spLocks noGrp="1"/>
            </p:cNvSpPr>
            <p:nvPr/>
          </p:nvSpPr>
          <p:spPr>
            <a:xfrm>
              <a:off x="21477288" y="6871097"/>
              <a:ext cx="236680" cy="6096"/>
            </a:xfrm>
            <a:prstGeom prst="rect">
              <a:avLst/>
            </a:prstGeom>
            <a:solidFill>
              <a:srgbClr val="DCE8ED"/>
            </a:solidFill>
            <a:ln w="0">
              <a:noFill/>
              <a:prstDash val="solid"/>
            </a:ln>
          </p:spPr>
        </p:sp>
        <p:sp>
          <p:nvSpPr>
            <p:cNvPr id="6281" name="dense-map-2-cell-47">
              <a:extLst>
                <a:ext uri="{FF2B5EF4-FFF2-40B4-BE49-F238E27FC236}">
                  <a16:creationId xmlns:a16="http://schemas.microsoft.com/office/drawing/2014/main" id="{3F654231-A49D-4030-8F57-6562803C4BC9}"/>
                </a:ext>
              </a:extLst>
            </p:cNvPr>
            <p:cNvSpPr>
              <a:spLocks noGrp="1"/>
            </p:cNvSpPr>
            <p:nvPr/>
          </p:nvSpPr>
          <p:spPr>
            <a:xfrm>
              <a:off x="21477288" y="6877050"/>
              <a:ext cx="236680" cy="6096"/>
            </a:xfrm>
            <a:prstGeom prst="rect">
              <a:avLst/>
            </a:prstGeom>
            <a:solidFill>
              <a:srgbClr val="DCE8ED"/>
            </a:solidFill>
            <a:ln w="0">
              <a:noFill/>
              <a:prstDash val="solid"/>
            </a:ln>
          </p:spPr>
        </p:sp>
        <p:sp>
          <p:nvSpPr>
            <p:cNvPr id="6282" name="dense-map-2-cell-46">
              <a:extLst>
                <a:ext uri="{FF2B5EF4-FFF2-40B4-BE49-F238E27FC236}">
                  <a16:creationId xmlns:a16="http://schemas.microsoft.com/office/drawing/2014/main" id="{60F6223B-3A93-4709-BF64-EEC56D8BDF97}"/>
                </a:ext>
              </a:extLst>
            </p:cNvPr>
            <p:cNvSpPr>
              <a:spLocks noGrp="1"/>
            </p:cNvSpPr>
            <p:nvPr/>
          </p:nvSpPr>
          <p:spPr>
            <a:xfrm>
              <a:off x="21477288" y="6883003"/>
              <a:ext cx="236680" cy="6096"/>
            </a:xfrm>
            <a:prstGeom prst="rect">
              <a:avLst/>
            </a:prstGeom>
            <a:solidFill>
              <a:srgbClr val="DCE8ED"/>
            </a:solidFill>
            <a:ln w="0">
              <a:noFill/>
              <a:prstDash val="solid"/>
            </a:ln>
          </p:spPr>
        </p:sp>
        <p:sp>
          <p:nvSpPr>
            <p:cNvPr id="6283" name="dense-map-2-cell-45">
              <a:extLst>
                <a:ext uri="{FF2B5EF4-FFF2-40B4-BE49-F238E27FC236}">
                  <a16:creationId xmlns:a16="http://schemas.microsoft.com/office/drawing/2014/main" id="{A512E132-84A7-4312-9D46-3FA0429FD893}"/>
                </a:ext>
              </a:extLst>
            </p:cNvPr>
            <p:cNvSpPr>
              <a:spLocks noGrp="1"/>
            </p:cNvSpPr>
            <p:nvPr/>
          </p:nvSpPr>
          <p:spPr>
            <a:xfrm>
              <a:off x="21477288" y="6888956"/>
              <a:ext cx="236680" cy="6096"/>
            </a:xfrm>
            <a:prstGeom prst="rect">
              <a:avLst/>
            </a:prstGeom>
            <a:solidFill>
              <a:srgbClr val="DCE8ED"/>
            </a:solidFill>
            <a:ln w="0">
              <a:noFill/>
              <a:prstDash val="solid"/>
            </a:ln>
          </p:spPr>
        </p:sp>
        <p:sp>
          <p:nvSpPr>
            <p:cNvPr id="6284" name="dense-map-2-cell-44">
              <a:extLst>
                <a:ext uri="{FF2B5EF4-FFF2-40B4-BE49-F238E27FC236}">
                  <a16:creationId xmlns:a16="http://schemas.microsoft.com/office/drawing/2014/main" id="{3CC6AB69-79E2-443B-BB9C-F9727490007D}"/>
                </a:ext>
              </a:extLst>
            </p:cNvPr>
            <p:cNvSpPr>
              <a:spLocks noGrp="1"/>
            </p:cNvSpPr>
            <p:nvPr/>
          </p:nvSpPr>
          <p:spPr>
            <a:xfrm>
              <a:off x="21477288" y="6894909"/>
              <a:ext cx="236680" cy="6096"/>
            </a:xfrm>
            <a:prstGeom prst="rect">
              <a:avLst/>
            </a:prstGeom>
            <a:solidFill>
              <a:srgbClr val="DCE8ED"/>
            </a:solidFill>
            <a:ln w="0">
              <a:noFill/>
              <a:prstDash val="solid"/>
            </a:ln>
          </p:spPr>
        </p:sp>
        <p:sp>
          <p:nvSpPr>
            <p:cNvPr id="6285" name="dense-map-2-cell-43">
              <a:extLst>
                <a:ext uri="{FF2B5EF4-FFF2-40B4-BE49-F238E27FC236}">
                  <a16:creationId xmlns:a16="http://schemas.microsoft.com/office/drawing/2014/main" id="{168E60A5-FD0F-4D2A-8129-DFDFF933B4D3}"/>
                </a:ext>
              </a:extLst>
            </p:cNvPr>
            <p:cNvSpPr>
              <a:spLocks noGrp="1"/>
            </p:cNvSpPr>
            <p:nvPr/>
          </p:nvSpPr>
          <p:spPr>
            <a:xfrm>
              <a:off x="21477288" y="6900863"/>
              <a:ext cx="236680" cy="6096"/>
            </a:xfrm>
            <a:prstGeom prst="rect">
              <a:avLst/>
            </a:prstGeom>
            <a:solidFill>
              <a:srgbClr val="DCE8ED"/>
            </a:solidFill>
            <a:ln w="0">
              <a:noFill/>
              <a:prstDash val="solid"/>
            </a:ln>
          </p:spPr>
        </p:sp>
        <p:sp>
          <p:nvSpPr>
            <p:cNvPr id="6286" name="dense-map-2-cell-42">
              <a:extLst>
                <a:ext uri="{FF2B5EF4-FFF2-40B4-BE49-F238E27FC236}">
                  <a16:creationId xmlns:a16="http://schemas.microsoft.com/office/drawing/2014/main" id="{BDE4B326-AEF3-419D-8F6F-6622488479F5}"/>
                </a:ext>
              </a:extLst>
            </p:cNvPr>
            <p:cNvSpPr>
              <a:spLocks noGrp="1"/>
            </p:cNvSpPr>
            <p:nvPr/>
          </p:nvSpPr>
          <p:spPr>
            <a:xfrm>
              <a:off x="21477288" y="6906816"/>
              <a:ext cx="236680" cy="6096"/>
            </a:xfrm>
            <a:prstGeom prst="rect">
              <a:avLst/>
            </a:prstGeom>
            <a:solidFill>
              <a:srgbClr val="DCE8ED"/>
            </a:solidFill>
            <a:ln w="0">
              <a:noFill/>
              <a:prstDash val="solid"/>
            </a:ln>
          </p:spPr>
        </p:sp>
        <p:sp>
          <p:nvSpPr>
            <p:cNvPr id="6287" name="dense-map-2-cell-41">
              <a:extLst>
                <a:ext uri="{FF2B5EF4-FFF2-40B4-BE49-F238E27FC236}">
                  <a16:creationId xmlns:a16="http://schemas.microsoft.com/office/drawing/2014/main" id="{47BC23FC-0FED-472F-9AFD-7AF46624AFB3}"/>
                </a:ext>
              </a:extLst>
            </p:cNvPr>
            <p:cNvSpPr>
              <a:spLocks noGrp="1"/>
            </p:cNvSpPr>
            <p:nvPr/>
          </p:nvSpPr>
          <p:spPr>
            <a:xfrm>
              <a:off x="21477288" y="6912769"/>
              <a:ext cx="236680" cy="6096"/>
            </a:xfrm>
            <a:prstGeom prst="rect">
              <a:avLst/>
            </a:prstGeom>
            <a:solidFill>
              <a:srgbClr val="DCE8ED"/>
            </a:solidFill>
            <a:ln w="0">
              <a:noFill/>
              <a:prstDash val="solid"/>
            </a:ln>
          </p:spPr>
        </p:sp>
        <p:sp>
          <p:nvSpPr>
            <p:cNvPr id="6288" name="dense-map-2-cell-40">
              <a:extLst>
                <a:ext uri="{FF2B5EF4-FFF2-40B4-BE49-F238E27FC236}">
                  <a16:creationId xmlns:a16="http://schemas.microsoft.com/office/drawing/2014/main" id="{FFBA63B3-FD3D-4E04-AC6E-9E2E5643A5D6}"/>
                </a:ext>
              </a:extLst>
            </p:cNvPr>
            <p:cNvSpPr>
              <a:spLocks noGrp="1"/>
            </p:cNvSpPr>
            <p:nvPr/>
          </p:nvSpPr>
          <p:spPr>
            <a:xfrm>
              <a:off x="21477288" y="6918722"/>
              <a:ext cx="236680" cy="6096"/>
            </a:xfrm>
            <a:prstGeom prst="rect">
              <a:avLst/>
            </a:prstGeom>
            <a:solidFill>
              <a:srgbClr val="DCE8ED"/>
            </a:solidFill>
            <a:ln w="0">
              <a:noFill/>
              <a:prstDash val="solid"/>
            </a:ln>
          </p:spPr>
        </p:sp>
        <p:sp>
          <p:nvSpPr>
            <p:cNvPr id="6289" name="dense-map-2-cell-39">
              <a:extLst>
                <a:ext uri="{FF2B5EF4-FFF2-40B4-BE49-F238E27FC236}">
                  <a16:creationId xmlns:a16="http://schemas.microsoft.com/office/drawing/2014/main" id="{E6F01E34-FDF4-47F4-8BDD-10D7644EBF04}"/>
                </a:ext>
              </a:extLst>
            </p:cNvPr>
            <p:cNvSpPr>
              <a:spLocks noGrp="1"/>
            </p:cNvSpPr>
            <p:nvPr/>
          </p:nvSpPr>
          <p:spPr>
            <a:xfrm>
              <a:off x="21477288" y="6924675"/>
              <a:ext cx="236680" cy="6096"/>
            </a:xfrm>
            <a:prstGeom prst="rect">
              <a:avLst/>
            </a:prstGeom>
            <a:solidFill>
              <a:srgbClr val="DCE8ED"/>
            </a:solidFill>
            <a:ln w="0">
              <a:noFill/>
              <a:prstDash val="solid"/>
            </a:ln>
          </p:spPr>
        </p:sp>
        <p:sp>
          <p:nvSpPr>
            <p:cNvPr id="6290" name="dense-map-2-cell-38">
              <a:extLst>
                <a:ext uri="{FF2B5EF4-FFF2-40B4-BE49-F238E27FC236}">
                  <a16:creationId xmlns:a16="http://schemas.microsoft.com/office/drawing/2014/main" id="{0C417CD2-ABE8-4A61-88FF-A7C7B882A546}"/>
                </a:ext>
              </a:extLst>
            </p:cNvPr>
            <p:cNvSpPr>
              <a:spLocks noGrp="1"/>
            </p:cNvSpPr>
            <p:nvPr/>
          </p:nvSpPr>
          <p:spPr>
            <a:xfrm>
              <a:off x="21477288" y="6930628"/>
              <a:ext cx="236680" cy="6096"/>
            </a:xfrm>
            <a:prstGeom prst="rect">
              <a:avLst/>
            </a:prstGeom>
            <a:solidFill>
              <a:srgbClr val="DCE8ED"/>
            </a:solidFill>
            <a:ln w="0">
              <a:noFill/>
              <a:prstDash val="solid"/>
            </a:ln>
          </p:spPr>
        </p:sp>
        <p:sp>
          <p:nvSpPr>
            <p:cNvPr id="6291" name="dense-map-2-cell-37">
              <a:extLst>
                <a:ext uri="{FF2B5EF4-FFF2-40B4-BE49-F238E27FC236}">
                  <a16:creationId xmlns:a16="http://schemas.microsoft.com/office/drawing/2014/main" id="{333EAA62-C170-43DF-99B9-998D764857A9}"/>
                </a:ext>
              </a:extLst>
            </p:cNvPr>
            <p:cNvSpPr>
              <a:spLocks noGrp="1"/>
            </p:cNvSpPr>
            <p:nvPr/>
          </p:nvSpPr>
          <p:spPr>
            <a:xfrm>
              <a:off x="21477288" y="6936581"/>
              <a:ext cx="236680" cy="6096"/>
            </a:xfrm>
            <a:prstGeom prst="rect">
              <a:avLst/>
            </a:prstGeom>
            <a:solidFill>
              <a:srgbClr val="DCE8ED"/>
            </a:solidFill>
            <a:ln w="0">
              <a:noFill/>
              <a:prstDash val="solid"/>
            </a:ln>
          </p:spPr>
        </p:sp>
        <p:sp>
          <p:nvSpPr>
            <p:cNvPr id="6292" name="dense-map-2-cell-36">
              <a:extLst>
                <a:ext uri="{FF2B5EF4-FFF2-40B4-BE49-F238E27FC236}">
                  <a16:creationId xmlns:a16="http://schemas.microsoft.com/office/drawing/2014/main" id="{2808C4B5-C0CE-49D4-A0AB-1B3BC8BA67A8}"/>
                </a:ext>
              </a:extLst>
            </p:cNvPr>
            <p:cNvSpPr>
              <a:spLocks noGrp="1"/>
            </p:cNvSpPr>
            <p:nvPr/>
          </p:nvSpPr>
          <p:spPr>
            <a:xfrm>
              <a:off x="21477288" y="6942534"/>
              <a:ext cx="236680" cy="6096"/>
            </a:xfrm>
            <a:prstGeom prst="rect">
              <a:avLst/>
            </a:prstGeom>
            <a:solidFill>
              <a:srgbClr val="DCE8ED"/>
            </a:solidFill>
            <a:ln w="0">
              <a:noFill/>
              <a:prstDash val="solid"/>
            </a:ln>
          </p:spPr>
        </p:sp>
        <p:sp>
          <p:nvSpPr>
            <p:cNvPr id="6293" name="dense-map-2-cell-35">
              <a:extLst>
                <a:ext uri="{FF2B5EF4-FFF2-40B4-BE49-F238E27FC236}">
                  <a16:creationId xmlns:a16="http://schemas.microsoft.com/office/drawing/2014/main" id="{CD41FD2D-FD7E-4A34-8A07-60FBE411FB6A}"/>
                </a:ext>
              </a:extLst>
            </p:cNvPr>
            <p:cNvSpPr>
              <a:spLocks noGrp="1"/>
            </p:cNvSpPr>
            <p:nvPr/>
          </p:nvSpPr>
          <p:spPr>
            <a:xfrm>
              <a:off x="21477288" y="6948488"/>
              <a:ext cx="236680" cy="6096"/>
            </a:xfrm>
            <a:prstGeom prst="rect">
              <a:avLst/>
            </a:prstGeom>
            <a:solidFill>
              <a:srgbClr val="DCE8ED"/>
            </a:solidFill>
            <a:ln w="0">
              <a:noFill/>
              <a:prstDash val="solid"/>
            </a:ln>
          </p:spPr>
        </p:sp>
        <p:sp>
          <p:nvSpPr>
            <p:cNvPr id="6294" name="dense-map-2-cell-34">
              <a:extLst>
                <a:ext uri="{FF2B5EF4-FFF2-40B4-BE49-F238E27FC236}">
                  <a16:creationId xmlns:a16="http://schemas.microsoft.com/office/drawing/2014/main" id="{C877BE75-281D-431A-AAA6-5AD2EBFA28CC}"/>
                </a:ext>
              </a:extLst>
            </p:cNvPr>
            <p:cNvSpPr>
              <a:spLocks noGrp="1"/>
            </p:cNvSpPr>
            <p:nvPr/>
          </p:nvSpPr>
          <p:spPr>
            <a:xfrm>
              <a:off x="21477288" y="6954441"/>
              <a:ext cx="236680" cy="6096"/>
            </a:xfrm>
            <a:prstGeom prst="rect">
              <a:avLst/>
            </a:prstGeom>
            <a:solidFill>
              <a:srgbClr val="DCE8ED"/>
            </a:solidFill>
            <a:ln w="0">
              <a:noFill/>
              <a:prstDash val="solid"/>
            </a:ln>
          </p:spPr>
        </p:sp>
        <p:sp>
          <p:nvSpPr>
            <p:cNvPr id="6295" name="dense-map-2-cell-33">
              <a:extLst>
                <a:ext uri="{FF2B5EF4-FFF2-40B4-BE49-F238E27FC236}">
                  <a16:creationId xmlns:a16="http://schemas.microsoft.com/office/drawing/2014/main" id="{B69B6967-95D3-45FD-8747-89276CFB9F16}"/>
                </a:ext>
              </a:extLst>
            </p:cNvPr>
            <p:cNvSpPr>
              <a:spLocks noGrp="1"/>
            </p:cNvSpPr>
            <p:nvPr/>
          </p:nvSpPr>
          <p:spPr>
            <a:xfrm>
              <a:off x="21477288" y="6960394"/>
              <a:ext cx="236680" cy="6096"/>
            </a:xfrm>
            <a:prstGeom prst="rect">
              <a:avLst/>
            </a:prstGeom>
            <a:solidFill>
              <a:srgbClr val="DCE8ED"/>
            </a:solidFill>
            <a:ln w="0">
              <a:noFill/>
              <a:prstDash val="solid"/>
            </a:ln>
          </p:spPr>
        </p:sp>
        <p:sp>
          <p:nvSpPr>
            <p:cNvPr id="6296" name="dense-map-2-cell-32">
              <a:extLst>
                <a:ext uri="{FF2B5EF4-FFF2-40B4-BE49-F238E27FC236}">
                  <a16:creationId xmlns:a16="http://schemas.microsoft.com/office/drawing/2014/main" id="{23781FEF-BB15-4B9F-A83F-6CFAA7EDC3AC}"/>
                </a:ext>
              </a:extLst>
            </p:cNvPr>
            <p:cNvSpPr>
              <a:spLocks noGrp="1"/>
            </p:cNvSpPr>
            <p:nvPr/>
          </p:nvSpPr>
          <p:spPr>
            <a:xfrm>
              <a:off x="21477288" y="6966347"/>
              <a:ext cx="236680" cy="6096"/>
            </a:xfrm>
            <a:prstGeom prst="rect">
              <a:avLst/>
            </a:prstGeom>
            <a:solidFill>
              <a:srgbClr val="DCE8ED"/>
            </a:solidFill>
            <a:ln w="0">
              <a:noFill/>
              <a:prstDash val="solid"/>
            </a:ln>
          </p:spPr>
        </p:sp>
        <p:sp>
          <p:nvSpPr>
            <p:cNvPr id="6297" name="dense-map-2-cell-31">
              <a:extLst>
                <a:ext uri="{FF2B5EF4-FFF2-40B4-BE49-F238E27FC236}">
                  <a16:creationId xmlns:a16="http://schemas.microsoft.com/office/drawing/2014/main" id="{BF8A501B-3CBC-4F07-9ADE-4EFB45BDDFDA}"/>
                </a:ext>
              </a:extLst>
            </p:cNvPr>
            <p:cNvSpPr>
              <a:spLocks noGrp="1"/>
            </p:cNvSpPr>
            <p:nvPr/>
          </p:nvSpPr>
          <p:spPr>
            <a:xfrm>
              <a:off x="21477288" y="6972300"/>
              <a:ext cx="236680" cy="6096"/>
            </a:xfrm>
            <a:prstGeom prst="rect">
              <a:avLst/>
            </a:prstGeom>
            <a:solidFill>
              <a:srgbClr val="DBE8ED"/>
            </a:solidFill>
            <a:ln w="0">
              <a:noFill/>
              <a:prstDash val="solid"/>
            </a:ln>
          </p:spPr>
        </p:sp>
        <p:sp>
          <p:nvSpPr>
            <p:cNvPr id="6298" name="dense-map-2-cell-30">
              <a:extLst>
                <a:ext uri="{FF2B5EF4-FFF2-40B4-BE49-F238E27FC236}">
                  <a16:creationId xmlns:a16="http://schemas.microsoft.com/office/drawing/2014/main" id="{7B271C85-837D-4280-81AF-7D02E2DC531A}"/>
                </a:ext>
              </a:extLst>
            </p:cNvPr>
            <p:cNvSpPr>
              <a:spLocks noGrp="1"/>
            </p:cNvSpPr>
            <p:nvPr/>
          </p:nvSpPr>
          <p:spPr>
            <a:xfrm>
              <a:off x="21477288" y="6978253"/>
              <a:ext cx="236680" cy="6096"/>
            </a:xfrm>
            <a:prstGeom prst="rect">
              <a:avLst/>
            </a:prstGeom>
            <a:solidFill>
              <a:srgbClr val="D8E6EC"/>
            </a:solidFill>
            <a:ln w="0">
              <a:noFill/>
              <a:prstDash val="solid"/>
            </a:ln>
          </p:spPr>
        </p:sp>
        <p:sp>
          <p:nvSpPr>
            <p:cNvPr id="6299" name="dense-map-2-cell-29">
              <a:extLst>
                <a:ext uri="{FF2B5EF4-FFF2-40B4-BE49-F238E27FC236}">
                  <a16:creationId xmlns:a16="http://schemas.microsoft.com/office/drawing/2014/main" id="{73D51ACB-A1EF-4B14-899B-D3D5A14B0B8B}"/>
                </a:ext>
              </a:extLst>
            </p:cNvPr>
            <p:cNvSpPr>
              <a:spLocks noGrp="1"/>
            </p:cNvSpPr>
            <p:nvPr/>
          </p:nvSpPr>
          <p:spPr>
            <a:xfrm>
              <a:off x="21477288" y="6984206"/>
              <a:ext cx="236680" cy="6096"/>
            </a:xfrm>
            <a:prstGeom prst="rect">
              <a:avLst/>
            </a:prstGeom>
            <a:solidFill>
              <a:srgbClr val="CDE0E9"/>
            </a:solidFill>
            <a:ln w="0">
              <a:noFill/>
              <a:prstDash val="solid"/>
            </a:ln>
          </p:spPr>
        </p:sp>
        <p:sp>
          <p:nvSpPr>
            <p:cNvPr id="6300" name="dense-map-2-cell-28">
              <a:extLst>
                <a:ext uri="{FF2B5EF4-FFF2-40B4-BE49-F238E27FC236}">
                  <a16:creationId xmlns:a16="http://schemas.microsoft.com/office/drawing/2014/main" id="{E61A9E3D-1EA1-4FBE-9653-67B9893BEB0D}"/>
                </a:ext>
              </a:extLst>
            </p:cNvPr>
            <p:cNvSpPr>
              <a:spLocks noGrp="1"/>
            </p:cNvSpPr>
            <p:nvPr/>
          </p:nvSpPr>
          <p:spPr>
            <a:xfrm>
              <a:off x="21477288" y="6990159"/>
              <a:ext cx="236680" cy="6096"/>
            </a:xfrm>
            <a:prstGeom prst="rect">
              <a:avLst/>
            </a:prstGeom>
            <a:solidFill>
              <a:srgbClr val="BAD6E4"/>
            </a:solidFill>
            <a:ln w="0">
              <a:noFill/>
              <a:prstDash val="solid"/>
            </a:ln>
          </p:spPr>
        </p:sp>
        <p:sp>
          <p:nvSpPr>
            <p:cNvPr id="6301" name="dense-map-2-cell-27">
              <a:extLst>
                <a:ext uri="{FF2B5EF4-FFF2-40B4-BE49-F238E27FC236}">
                  <a16:creationId xmlns:a16="http://schemas.microsoft.com/office/drawing/2014/main" id="{2ED0D9B0-E883-4A10-9285-71E5412DAD62}"/>
                </a:ext>
              </a:extLst>
            </p:cNvPr>
            <p:cNvSpPr>
              <a:spLocks noGrp="1"/>
            </p:cNvSpPr>
            <p:nvPr/>
          </p:nvSpPr>
          <p:spPr>
            <a:xfrm>
              <a:off x="21477288" y="6996113"/>
              <a:ext cx="236680" cy="6096"/>
            </a:xfrm>
            <a:prstGeom prst="rect">
              <a:avLst/>
            </a:prstGeom>
            <a:solidFill>
              <a:srgbClr val="9DC6DC"/>
            </a:solidFill>
            <a:ln w="0">
              <a:noFill/>
              <a:prstDash val="solid"/>
            </a:ln>
          </p:spPr>
        </p:sp>
        <p:sp>
          <p:nvSpPr>
            <p:cNvPr id="6302" name="dense-map-2-cell-26">
              <a:extLst>
                <a:ext uri="{FF2B5EF4-FFF2-40B4-BE49-F238E27FC236}">
                  <a16:creationId xmlns:a16="http://schemas.microsoft.com/office/drawing/2014/main" id="{A384898D-43BD-49FB-B8DE-897B1EEC51BD}"/>
                </a:ext>
              </a:extLst>
            </p:cNvPr>
            <p:cNvSpPr>
              <a:spLocks noGrp="1"/>
            </p:cNvSpPr>
            <p:nvPr/>
          </p:nvSpPr>
          <p:spPr>
            <a:xfrm>
              <a:off x="21477288" y="7002066"/>
              <a:ext cx="236680" cy="6096"/>
            </a:xfrm>
            <a:prstGeom prst="rect">
              <a:avLst/>
            </a:prstGeom>
            <a:solidFill>
              <a:srgbClr val="73B0D1"/>
            </a:solidFill>
            <a:ln w="0">
              <a:noFill/>
              <a:prstDash val="solid"/>
            </a:ln>
          </p:spPr>
        </p:sp>
        <p:sp>
          <p:nvSpPr>
            <p:cNvPr id="6303" name="dense-map-2-cell-25">
              <a:extLst>
                <a:ext uri="{FF2B5EF4-FFF2-40B4-BE49-F238E27FC236}">
                  <a16:creationId xmlns:a16="http://schemas.microsoft.com/office/drawing/2014/main" id="{CBF10A9B-37BF-4AEE-8AD7-56BF2B970EC9}"/>
                </a:ext>
              </a:extLst>
            </p:cNvPr>
            <p:cNvSpPr>
              <a:spLocks noGrp="1"/>
            </p:cNvSpPr>
            <p:nvPr/>
          </p:nvSpPr>
          <p:spPr>
            <a:xfrm>
              <a:off x="21477288" y="7008019"/>
              <a:ext cx="236680" cy="6096"/>
            </a:xfrm>
            <a:prstGeom prst="rect">
              <a:avLst/>
            </a:prstGeom>
            <a:solidFill>
              <a:srgbClr val="4D9BC7"/>
            </a:solidFill>
            <a:ln w="0">
              <a:noFill/>
              <a:prstDash val="solid"/>
            </a:ln>
          </p:spPr>
        </p:sp>
        <p:sp>
          <p:nvSpPr>
            <p:cNvPr id="6304" name="dense-map-2-cell-24">
              <a:extLst>
                <a:ext uri="{FF2B5EF4-FFF2-40B4-BE49-F238E27FC236}">
                  <a16:creationId xmlns:a16="http://schemas.microsoft.com/office/drawing/2014/main" id="{53485C46-E747-43DF-B0C8-B07EFDA0FB50}"/>
                </a:ext>
              </a:extLst>
            </p:cNvPr>
            <p:cNvSpPr>
              <a:spLocks noGrp="1"/>
            </p:cNvSpPr>
            <p:nvPr/>
          </p:nvSpPr>
          <p:spPr>
            <a:xfrm>
              <a:off x="21477288" y="7013972"/>
              <a:ext cx="236680" cy="6096"/>
            </a:xfrm>
            <a:prstGeom prst="rect">
              <a:avLst/>
            </a:prstGeom>
            <a:solidFill>
              <a:srgbClr val="2C89BE"/>
            </a:solidFill>
            <a:ln w="0">
              <a:noFill/>
              <a:prstDash val="solid"/>
            </a:ln>
          </p:spPr>
        </p:sp>
        <p:sp>
          <p:nvSpPr>
            <p:cNvPr id="6305" name="dense-map-2-cell-23">
              <a:extLst>
                <a:ext uri="{FF2B5EF4-FFF2-40B4-BE49-F238E27FC236}">
                  <a16:creationId xmlns:a16="http://schemas.microsoft.com/office/drawing/2014/main" id="{131BF70B-CEBD-4B57-AADD-29031B58C433}"/>
                </a:ext>
              </a:extLst>
            </p:cNvPr>
            <p:cNvSpPr>
              <a:spLocks noGrp="1"/>
            </p:cNvSpPr>
            <p:nvPr/>
          </p:nvSpPr>
          <p:spPr>
            <a:xfrm>
              <a:off x="21477288" y="7019925"/>
              <a:ext cx="236680" cy="6096"/>
            </a:xfrm>
            <a:prstGeom prst="rect">
              <a:avLst/>
            </a:prstGeom>
            <a:solidFill>
              <a:srgbClr val="137CB7"/>
            </a:solidFill>
            <a:ln w="0">
              <a:noFill/>
              <a:prstDash val="solid"/>
            </a:ln>
          </p:spPr>
        </p:sp>
        <p:sp>
          <p:nvSpPr>
            <p:cNvPr id="6306" name="dense-map-2-cell-22">
              <a:extLst>
                <a:ext uri="{FF2B5EF4-FFF2-40B4-BE49-F238E27FC236}">
                  <a16:creationId xmlns:a16="http://schemas.microsoft.com/office/drawing/2014/main" id="{C4A0D0CB-FCCA-40CD-84CB-26D83649C377}"/>
                </a:ext>
              </a:extLst>
            </p:cNvPr>
            <p:cNvSpPr>
              <a:spLocks noGrp="1"/>
            </p:cNvSpPr>
            <p:nvPr/>
          </p:nvSpPr>
          <p:spPr>
            <a:xfrm>
              <a:off x="21477288" y="7025878"/>
              <a:ext cx="236680" cy="6096"/>
            </a:xfrm>
            <a:prstGeom prst="rect">
              <a:avLst/>
            </a:prstGeom>
            <a:solidFill>
              <a:srgbClr val="0574B3"/>
            </a:solidFill>
            <a:ln w="0">
              <a:noFill/>
              <a:prstDash val="solid"/>
            </a:ln>
          </p:spPr>
        </p:sp>
        <p:sp>
          <p:nvSpPr>
            <p:cNvPr id="6307" name="dense-map-2-cell-21">
              <a:extLst>
                <a:ext uri="{FF2B5EF4-FFF2-40B4-BE49-F238E27FC236}">
                  <a16:creationId xmlns:a16="http://schemas.microsoft.com/office/drawing/2014/main" id="{3C4B3BA6-73BE-4B72-8590-C61B584AC911}"/>
                </a:ext>
              </a:extLst>
            </p:cNvPr>
            <p:cNvSpPr>
              <a:spLocks noGrp="1"/>
            </p:cNvSpPr>
            <p:nvPr/>
          </p:nvSpPr>
          <p:spPr>
            <a:xfrm>
              <a:off x="21477288" y="7031831"/>
              <a:ext cx="236680" cy="6096"/>
            </a:xfrm>
            <a:prstGeom prst="rect">
              <a:avLst/>
            </a:prstGeom>
            <a:solidFill>
              <a:srgbClr val="0072B2"/>
            </a:solidFill>
            <a:ln w="0">
              <a:noFill/>
              <a:prstDash val="solid"/>
            </a:ln>
          </p:spPr>
        </p:sp>
        <p:sp>
          <p:nvSpPr>
            <p:cNvPr id="6308" name="dense-map-2-cell-20">
              <a:extLst>
                <a:ext uri="{FF2B5EF4-FFF2-40B4-BE49-F238E27FC236}">
                  <a16:creationId xmlns:a16="http://schemas.microsoft.com/office/drawing/2014/main" id="{C1FB2E78-7742-4814-8CA6-DBA0F26A8907}"/>
                </a:ext>
              </a:extLst>
            </p:cNvPr>
            <p:cNvSpPr>
              <a:spLocks noGrp="1"/>
            </p:cNvSpPr>
            <p:nvPr/>
          </p:nvSpPr>
          <p:spPr>
            <a:xfrm>
              <a:off x="21477288" y="7037784"/>
              <a:ext cx="236680" cy="6096"/>
            </a:xfrm>
            <a:prstGeom prst="rect">
              <a:avLst/>
            </a:prstGeom>
            <a:solidFill>
              <a:srgbClr val="0072B2"/>
            </a:solidFill>
            <a:ln w="0">
              <a:noFill/>
              <a:prstDash val="solid"/>
            </a:ln>
          </p:spPr>
        </p:sp>
        <p:sp>
          <p:nvSpPr>
            <p:cNvPr id="6309" name="dense-map-2-cell-19">
              <a:extLst>
                <a:ext uri="{FF2B5EF4-FFF2-40B4-BE49-F238E27FC236}">
                  <a16:creationId xmlns:a16="http://schemas.microsoft.com/office/drawing/2014/main" id="{58172FC0-BE9E-4665-95EE-A2CD9098009B}"/>
                </a:ext>
              </a:extLst>
            </p:cNvPr>
            <p:cNvSpPr>
              <a:spLocks noGrp="1"/>
            </p:cNvSpPr>
            <p:nvPr/>
          </p:nvSpPr>
          <p:spPr>
            <a:xfrm>
              <a:off x="21477288" y="7043738"/>
              <a:ext cx="236680" cy="6096"/>
            </a:xfrm>
            <a:prstGeom prst="rect">
              <a:avLst/>
            </a:prstGeom>
            <a:solidFill>
              <a:srgbClr val="0072B2"/>
            </a:solidFill>
            <a:ln w="0">
              <a:noFill/>
              <a:prstDash val="solid"/>
            </a:ln>
          </p:spPr>
        </p:sp>
        <p:sp>
          <p:nvSpPr>
            <p:cNvPr id="6310" name="dense-map-2-cell-18">
              <a:extLst>
                <a:ext uri="{FF2B5EF4-FFF2-40B4-BE49-F238E27FC236}">
                  <a16:creationId xmlns:a16="http://schemas.microsoft.com/office/drawing/2014/main" id="{D653D88B-F577-4806-A1A2-47A2DE826DBA}"/>
                </a:ext>
              </a:extLst>
            </p:cNvPr>
            <p:cNvSpPr>
              <a:spLocks noGrp="1"/>
            </p:cNvSpPr>
            <p:nvPr/>
          </p:nvSpPr>
          <p:spPr>
            <a:xfrm>
              <a:off x="21477288" y="7049691"/>
              <a:ext cx="236680" cy="6096"/>
            </a:xfrm>
            <a:prstGeom prst="rect">
              <a:avLst/>
            </a:prstGeom>
            <a:solidFill>
              <a:srgbClr val="0072B2"/>
            </a:solidFill>
            <a:ln w="0">
              <a:noFill/>
              <a:prstDash val="solid"/>
            </a:ln>
          </p:spPr>
        </p:sp>
        <p:sp>
          <p:nvSpPr>
            <p:cNvPr id="6311" name="dense-map-2-cell-17">
              <a:extLst>
                <a:ext uri="{FF2B5EF4-FFF2-40B4-BE49-F238E27FC236}">
                  <a16:creationId xmlns:a16="http://schemas.microsoft.com/office/drawing/2014/main" id="{19B092FD-CF68-4A6F-AA50-2DAECF7F4620}"/>
                </a:ext>
              </a:extLst>
            </p:cNvPr>
            <p:cNvSpPr>
              <a:spLocks noGrp="1"/>
            </p:cNvSpPr>
            <p:nvPr/>
          </p:nvSpPr>
          <p:spPr>
            <a:xfrm>
              <a:off x="21477288" y="7055644"/>
              <a:ext cx="236680" cy="6096"/>
            </a:xfrm>
            <a:prstGeom prst="rect">
              <a:avLst/>
            </a:prstGeom>
            <a:solidFill>
              <a:srgbClr val="0072B2"/>
            </a:solidFill>
            <a:ln w="0">
              <a:noFill/>
              <a:prstDash val="solid"/>
            </a:ln>
          </p:spPr>
        </p:sp>
        <p:sp>
          <p:nvSpPr>
            <p:cNvPr id="6312" name="dense-map-2-cell-16">
              <a:extLst>
                <a:ext uri="{FF2B5EF4-FFF2-40B4-BE49-F238E27FC236}">
                  <a16:creationId xmlns:a16="http://schemas.microsoft.com/office/drawing/2014/main" id="{BB84F859-E494-4283-98C3-FFDCA299CCA2}"/>
                </a:ext>
              </a:extLst>
            </p:cNvPr>
            <p:cNvSpPr>
              <a:spLocks noGrp="1"/>
            </p:cNvSpPr>
            <p:nvPr/>
          </p:nvSpPr>
          <p:spPr>
            <a:xfrm>
              <a:off x="21477288" y="7061597"/>
              <a:ext cx="236680" cy="6096"/>
            </a:xfrm>
            <a:prstGeom prst="rect">
              <a:avLst/>
            </a:prstGeom>
            <a:solidFill>
              <a:srgbClr val="0072B2"/>
            </a:solidFill>
            <a:ln w="0">
              <a:noFill/>
              <a:prstDash val="solid"/>
            </a:ln>
          </p:spPr>
        </p:sp>
        <p:sp>
          <p:nvSpPr>
            <p:cNvPr id="6313" name="dense-map-2-cell-15">
              <a:extLst>
                <a:ext uri="{FF2B5EF4-FFF2-40B4-BE49-F238E27FC236}">
                  <a16:creationId xmlns:a16="http://schemas.microsoft.com/office/drawing/2014/main" id="{0CA07083-85DB-4BF8-AF42-F5B2FA38EC9D}"/>
                </a:ext>
              </a:extLst>
            </p:cNvPr>
            <p:cNvSpPr>
              <a:spLocks noGrp="1"/>
            </p:cNvSpPr>
            <p:nvPr/>
          </p:nvSpPr>
          <p:spPr>
            <a:xfrm>
              <a:off x="21477288" y="7067550"/>
              <a:ext cx="236680" cy="6096"/>
            </a:xfrm>
            <a:prstGeom prst="rect">
              <a:avLst/>
            </a:prstGeom>
            <a:solidFill>
              <a:srgbClr val="0072B2"/>
            </a:solidFill>
            <a:ln w="0">
              <a:noFill/>
              <a:prstDash val="solid"/>
            </a:ln>
          </p:spPr>
        </p:sp>
        <p:sp>
          <p:nvSpPr>
            <p:cNvPr id="6314" name="dense-map-2-cell-14">
              <a:extLst>
                <a:ext uri="{FF2B5EF4-FFF2-40B4-BE49-F238E27FC236}">
                  <a16:creationId xmlns:a16="http://schemas.microsoft.com/office/drawing/2014/main" id="{5F6DED7D-1860-4B28-B7B3-4A870C89E583}"/>
                </a:ext>
              </a:extLst>
            </p:cNvPr>
            <p:cNvSpPr>
              <a:spLocks noGrp="1"/>
            </p:cNvSpPr>
            <p:nvPr/>
          </p:nvSpPr>
          <p:spPr>
            <a:xfrm>
              <a:off x="21477288" y="7073503"/>
              <a:ext cx="236680" cy="6096"/>
            </a:xfrm>
            <a:prstGeom prst="rect">
              <a:avLst/>
            </a:prstGeom>
            <a:solidFill>
              <a:srgbClr val="0072B2"/>
            </a:solidFill>
            <a:ln w="0">
              <a:noFill/>
              <a:prstDash val="solid"/>
            </a:ln>
          </p:spPr>
        </p:sp>
        <p:sp>
          <p:nvSpPr>
            <p:cNvPr id="6315" name="dense-map-2-cell-13">
              <a:extLst>
                <a:ext uri="{FF2B5EF4-FFF2-40B4-BE49-F238E27FC236}">
                  <a16:creationId xmlns:a16="http://schemas.microsoft.com/office/drawing/2014/main" id="{AEDF6A75-3816-4171-A86C-C5D4187478DB}"/>
                </a:ext>
              </a:extLst>
            </p:cNvPr>
            <p:cNvSpPr>
              <a:spLocks noGrp="1"/>
            </p:cNvSpPr>
            <p:nvPr/>
          </p:nvSpPr>
          <p:spPr>
            <a:xfrm>
              <a:off x="21477288" y="7079456"/>
              <a:ext cx="236680" cy="6096"/>
            </a:xfrm>
            <a:prstGeom prst="rect">
              <a:avLst/>
            </a:prstGeom>
            <a:solidFill>
              <a:srgbClr val="0072B2"/>
            </a:solidFill>
            <a:ln w="0">
              <a:noFill/>
              <a:prstDash val="solid"/>
            </a:ln>
          </p:spPr>
        </p:sp>
        <p:sp>
          <p:nvSpPr>
            <p:cNvPr id="6316" name="dense-map-2-cell-12">
              <a:extLst>
                <a:ext uri="{FF2B5EF4-FFF2-40B4-BE49-F238E27FC236}">
                  <a16:creationId xmlns:a16="http://schemas.microsoft.com/office/drawing/2014/main" id="{C500A667-4348-4DCD-9FD6-D31420EDA0FD}"/>
                </a:ext>
              </a:extLst>
            </p:cNvPr>
            <p:cNvSpPr>
              <a:spLocks noGrp="1"/>
            </p:cNvSpPr>
            <p:nvPr/>
          </p:nvSpPr>
          <p:spPr>
            <a:xfrm>
              <a:off x="21477288" y="7085409"/>
              <a:ext cx="236680" cy="6096"/>
            </a:xfrm>
            <a:prstGeom prst="rect">
              <a:avLst/>
            </a:prstGeom>
            <a:solidFill>
              <a:srgbClr val="0072B2"/>
            </a:solidFill>
            <a:ln w="0">
              <a:noFill/>
              <a:prstDash val="solid"/>
            </a:ln>
          </p:spPr>
        </p:sp>
        <p:sp>
          <p:nvSpPr>
            <p:cNvPr id="6317" name="dense-map-2-cell-11">
              <a:extLst>
                <a:ext uri="{FF2B5EF4-FFF2-40B4-BE49-F238E27FC236}">
                  <a16:creationId xmlns:a16="http://schemas.microsoft.com/office/drawing/2014/main" id="{888B3D25-5DB7-4E25-A8E3-8E00ADB3936D}"/>
                </a:ext>
              </a:extLst>
            </p:cNvPr>
            <p:cNvSpPr>
              <a:spLocks noGrp="1"/>
            </p:cNvSpPr>
            <p:nvPr/>
          </p:nvSpPr>
          <p:spPr>
            <a:xfrm>
              <a:off x="21477288" y="7091363"/>
              <a:ext cx="236680" cy="6096"/>
            </a:xfrm>
            <a:prstGeom prst="rect">
              <a:avLst/>
            </a:prstGeom>
            <a:solidFill>
              <a:srgbClr val="0072B2"/>
            </a:solidFill>
            <a:ln w="0">
              <a:noFill/>
              <a:prstDash val="solid"/>
            </a:ln>
          </p:spPr>
        </p:sp>
        <p:sp>
          <p:nvSpPr>
            <p:cNvPr id="6318" name="dense-map-2-cell-10">
              <a:extLst>
                <a:ext uri="{FF2B5EF4-FFF2-40B4-BE49-F238E27FC236}">
                  <a16:creationId xmlns:a16="http://schemas.microsoft.com/office/drawing/2014/main" id="{3C82B58C-DDFB-45B6-8993-594E78711ED7}"/>
                </a:ext>
              </a:extLst>
            </p:cNvPr>
            <p:cNvSpPr>
              <a:spLocks noGrp="1"/>
            </p:cNvSpPr>
            <p:nvPr/>
          </p:nvSpPr>
          <p:spPr>
            <a:xfrm>
              <a:off x="21477288" y="7097316"/>
              <a:ext cx="236680" cy="6096"/>
            </a:xfrm>
            <a:prstGeom prst="rect">
              <a:avLst/>
            </a:prstGeom>
            <a:solidFill>
              <a:srgbClr val="0072B2"/>
            </a:solidFill>
            <a:ln w="0">
              <a:noFill/>
              <a:prstDash val="solid"/>
            </a:ln>
          </p:spPr>
        </p:sp>
        <p:sp>
          <p:nvSpPr>
            <p:cNvPr id="6319" name="dense-map-2-cell-9">
              <a:extLst>
                <a:ext uri="{FF2B5EF4-FFF2-40B4-BE49-F238E27FC236}">
                  <a16:creationId xmlns:a16="http://schemas.microsoft.com/office/drawing/2014/main" id="{C1B9A2F4-D604-46C2-A418-002E7DFC0CBC}"/>
                </a:ext>
              </a:extLst>
            </p:cNvPr>
            <p:cNvSpPr>
              <a:spLocks noGrp="1"/>
            </p:cNvSpPr>
            <p:nvPr/>
          </p:nvSpPr>
          <p:spPr>
            <a:xfrm>
              <a:off x="21477288" y="7103269"/>
              <a:ext cx="236680" cy="6096"/>
            </a:xfrm>
            <a:prstGeom prst="rect">
              <a:avLst/>
            </a:prstGeom>
            <a:solidFill>
              <a:srgbClr val="0072B2"/>
            </a:solidFill>
            <a:ln w="0">
              <a:noFill/>
              <a:prstDash val="solid"/>
            </a:ln>
          </p:spPr>
        </p:sp>
        <p:sp>
          <p:nvSpPr>
            <p:cNvPr id="6320" name="dense-map-2-cell-8">
              <a:extLst>
                <a:ext uri="{FF2B5EF4-FFF2-40B4-BE49-F238E27FC236}">
                  <a16:creationId xmlns:a16="http://schemas.microsoft.com/office/drawing/2014/main" id="{64985F5D-5165-41F9-AB90-2BB166F8DA99}"/>
                </a:ext>
              </a:extLst>
            </p:cNvPr>
            <p:cNvSpPr>
              <a:spLocks noGrp="1"/>
            </p:cNvSpPr>
            <p:nvPr/>
          </p:nvSpPr>
          <p:spPr>
            <a:xfrm>
              <a:off x="21477288" y="7109222"/>
              <a:ext cx="236680" cy="6096"/>
            </a:xfrm>
            <a:prstGeom prst="rect">
              <a:avLst/>
            </a:prstGeom>
            <a:solidFill>
              <a:srgbClr val="0574B3"/>
            </a:solidFill>
            <a:ln w="0">
              <a:noFill/>
              <a:prstDash val="solid"/>
            </a:ln>
          </p:spPr>
        </p:sp>
        <p:sp>
          <p:nvSpPr>
            <p:cNvPr id="6321" name="dense-map-2-cell-7">
              <a:extLst>
                <a:ext uri="{FF2B5EF4-FFF2-40B4-BE49-F238E27FC236}">
                  <a16:creationId xmlns:a16="http://schemas.microsoft.com/office/drawing/2014/main" id="{56F679EB-3C67-4491-BB16-488E36986131}"/>
                </a:ext>
              </a:extLst>
            </p:cNvPr>
            <p:cNvSpPr>
              <a:spLocks noGrp="1"/>
            </p:cNvSpPr>
            <p:nvPr/>
          </p:nvSpPr>
          <p:spPr>
            <a:xfrm>
              <a:off x="21477288" y="7115175"/>
              <a:ext cx="236680" cy="6096"/>
            </a:xfrm>
            <a:prstGeom prst="rect">
              <a:avLst/>
            </a:prstGeom>
            <a:solidFill>
              <a:srgbClr val="1D82BA"/>
            </a:solidFill>
            <a:ln w="0">
              <a:noFill/>
              <a:prstDash val="solid"/>
            </a:ln>
          </p:spPr>
        </p:sp>
        <p:sp>
          <p:nvSpPr>
            <p:cNvPr id="6322" name="dense-map-2-cell-6">
              <a:extLst>
                <a:ext uri="{FF2B5EF4-FFF2-40B4-BE49-F238E27FC236}">
                  <a16:creationId xmlns:a16="http://schemas.microsoft.com/office/drawing/2014/main" id="{0D27F267-3CD5-4864-ADE6-4E14BE467A09}"/>
                </a:ext>
              </a:extLst>
            </p:cNvPr>
            <p:cNvSpPr>
              <a:spLocks noGrp="1"/>
            </p:cNvSpPr>
            <p:nvPr/>
          </p:nvSpPr>
          <p:spPr>
            <a:xfrm>
              <a:off x="21477288" y="7121128"/>
              <a:ext cx="236680" cy="6096"/>
            </a:xfrm>
            <a:prstGeom prst="rect">
              <a:avLst/>
            </a:prstGeom>
            <a:solidFill>
              <a:srgbClr val="4698C5"/>
            </a:solidFill>
            <a:ln w="0">
              <a:noFill/>
              <a:prstDash val="solid"/>
            </a:ln>
          </p:spPr>
        </p:sp>
        <p:sp>
          <p:nvSpPr>
            <p:cNvPr id="6323" name="dense-map-2-cell-5">
              <a:extLst>
                <a:ext uri="{FF2B5EF4-FFF2-40B4-BE49-F238E27FC236}">
                  <a16:creationId xmlns:a16="http://schemas.microsoft.com/office/drawing/2014/main" id="{70D8A970-2A57-499E-A611-89374C195F68}"/>
                </a:ext>
              </a:extLst>
            </p:cNvPr>
            <p:cNvSpPr>
              <a:spLocks noGrp="1"/>
            </p:cNvSpPr>
            <p:nvPr/>
          </p:nvSpPr>
          <p:spPr>
            <a:xfrm>
              <a:off x="21477288" y="7127081"/>
              <a:ext cx="236680" cy="6096"/>
            </a:xfrm>
            <a:prstGeom prst="rect">
              <a:avLst/>
            </a:prstGeom>
            <a:solidFill>
              <a:srgbClr val="71AFD0"/>
            </a:solidFill>
            <a:ln w="0">
              <a:noFill/>
              <a:prstDash val="solid"/>
            </a:ln>
          </p:spPr>
        </p:sp>
        <p:sp>
          <p:nvSpPr>
            <p:cNvPr id="6324" name="dense-map-2-cell-4">
              <a:extLst>
                <a:ext uri="{FF2B5EF4-FFF2-40B4-BE49-F238E27FC236}">
                  <a16:creationId xmlns:a16="http://schemas.microsoft.com/office/drawing/2014/main" id="{0D282E98-08B9-4B4F-A4D0-D9A723814576}"/>
                </a:ext>
              </a:extLst>
            </p:cNvPr>
            <p:cNvSpPr>
              <a:spLocks noGrp="1"/>
            </p:cNvSpPr>
            <p:nvPr/>
          </p:nvSpPr>
          <p:spPr>
            <a:xfrm>
              <a:off x="21477288" y="7133034"/>
              <a:ext cx="236680" cy="6096"/>
            </a:xfrm>
            <a:prstGeom prst="rect">
              <a:avLst/>
            </a:prstGeom>
            <a:solidFill>
              <a:srgbClr val="9EC7DC"/>
            </a:solidFill>
            <a:ln w="0">
              <a:noFill/>
              <a:prstDash val="solid"/>
            </a:ln>
          </p:spPr>
        </p:sp>
        <p:sp>
          <p:nvSpPr>
            <p:cNvPr id="6325" name="dense-map-2-cell-3">
              <a:extLst>
                <a:ext uri="{FF2B5EF4-FFF2-40B4-BE49-F238E27FC236}">
                  <a16:creationId xmlns:a16="http://schemas.microsoft.com/office/drawing/2014/main" id="{126BAD81-8BB7-4840-958A-C6167FC0647A}"/>
                </a:ext>
              </a:extLst>
            </p:cNvPr>
            <p:cNvSpPr>
              <a:spLocks noGrp="1"/>
            </p:cNvSpPr>
            <p:nvPr/>
          </p:nvSpPr>
          <p:spPr>
            <a:xfrm>
              <a:off x="21477288" y="7138988"/>
              <a:ext cx="236680" cy="6096"/>
            </a:xfrm>
            <a:prstGeom prst="rect">
              <a:avLst/>
            </a:prstGeom>
            <a:solidFill>
              <a:srgbClr val="C8DDE8"/>
            </a:solidFill>
            <a:ln w="0">
              <a:noFill/>
              <a:prstDash val="solid"/>
            </a:ln>
          </p:spPr>
        </p:sp>
        <p:sp>
          <p:nvSpPr>
            <p:cNvPr id="6326" name="dense-map-2-cell-2">
              <a:extLst>
                <a:ext uri="{FF2B5EF4-FFF2-40B4-BE49-F238E27FC236}">
                  <a16:creationId xmlns:a16="http://schemas.microsoft.com/office/drawing/2014/main" id="{B4861B5D-73A1-4884-BB07-71A1C031DB67}"/>
                </a:ext>
              </a:extLst>
            </p:cNvPr>
            <p:cNvSpPr>
              <a:spLocks noGrp="1"/>
            </p:cNvSpPr>
            <p:nvPr/>
          </p:nvSpPr>
          <p:spPr>
            <a:xfrm>
              <a:off x="21477288" y="7144941"/>
              <a:ext cx="236680" cy="6096"/>
            </a:xfrm>
            <a:prstGeom prst="rect">
              <a:avLst/>
            </a:prstGeom>
            <a:solidFill>
              <a:srgbClr val="DCE8ED"/>
            </a:solidFill>
            <a:ln w="0">
              <a:noFill/>
              <a:prstDash val="solid"/>
            </a:ln>
          </p:spPr>
        </p:sp>
        <p:sp>
          <p:nvSpPr>
            <p:cNvPr id="6327" name="dense-map-2-cell-1">
              <a:extLst>
                <a:ext uri="{FF2B5EF4-FFF2-40B4-BE49-F238E27FC236}">
                  <a16:creationId xmlns:a16="http://schemas.microsoft.com/office/drawing/2014/main" id="{F483B0A8-D442-4B3E-9FA1-DB41B3CA383B}"/>
                </a:ext>
              </a:extLst>
            </p:cNvPr>
            <p:cNvSpPr>
              <a:spLocks noGrp="1"/>
            </p:cNvSpPr>
            <p:nvPr/>
          </p:nvSpPr>
          <p:spPr>
            <a:xfrm>
              <a:off x="21477288" y="7150894"/>
              <a:ext cx="236680" cy="6096"/>
            </a:xfrm>
            <a:prstGeom prst="rect">
              <a:avLst/>
            </a:prstGeom>
            <a:solidFill>
              <a:srgbClr val="DCE8ED"/>
            </a:solidFill>
            <a:ln w="0">
              <a:noFill/>
              <a:prstDash val="solid"/>
            </a:ln>
          </p:spPr>
        </p:sp>
        <p:sp>
          <p:nvSpPr>
            <p:cNvPr id="6328" name="dense-map-2-cell-0">
              <a:extLst>
                <a:ext uri="{FF2B5EF4-FFF2-40B4-BE49-F238E27FC236}">
                  <a16:creationId xmlns:a16="http://schemas.microsoft.com/office/drawing/2014/main" id="{9FC813EA-F9AC-472B-BEAB-6DD1F870E870}"/>
                </a:ext>
              </a:extLst>
            </p:cNvPr>
            <p:cNvSpPr>
              <a:spLocks noGrp="1"/>
            </p:cNvSpPr>
            <p:nvPr/>
          </p:nvSpPr>
          <p:spPr>
            <a:xfrm>
              <a:off x="21477288" y="7156847"/>
              <a:ext cx="236680" cy="6096"/>
            </a:xfrm>
            <a:prstGeom prst="rect">
              <a:avLst/>
            </a:prstGeom>
            <a:solidFill>
              <a:srgbClr val="DCE8ED"/>
            </a:solidFill>
            <a:ln w="0">
              <a:noFill/>
              <a:prstDash val="solid"/>
            </a:ln>
          </p:spPr>
        </p:sp>
        <p:sp>
          <p:nvSpPr>
            <p:cNvPr id="6329" name="dense-map-1-cell-191">
              <a:extLst>
                <a:ext uri="{FF2B5EF4-FFF2-40B4-BE49-F238E27FC236}">
                  <a16:creationId xmlns:a16="http://schemas.microsoft.com/office/drawing/2014/main" id="{52417E18-8010-4156-8F08-3664236C0F73}"/>
                </a:ext>
              </a:extLst>
            </p:cNvPr>
            <p:cNvSpPr>
              <a:spLocks noGrp="1"/>
            </p:cNvSpPr>
            <p:nvPr/>
          </p:nvSpPr>
          <p:spPr>
            <a:xfrm>
              <a:off x="21240750" y="6019800"/>
              <a:ext cx="236680" cy="6096"/>
            </a:xfrm>
            <a:prstGeom prst="rect">
              <a:avLst/>
            </a:prstGeom>
            <a:solidFill>
              <a:srgbClr val="DCE8ED"/>
            </a:solidFill>
            <a:ln w="0">
              <a:noFill/>
              <a:prstDash val="solid"/>
            </a:ln>
          </p:spPr>
        </p:sp>
        <p:sp>
          <p:nvSpPr>
            <p:cNvPr id="6330" name="dense-map-1-cell-190">
              <a:extLst>
                <a:ext uri="{FF2B5EF4-FFF2-40B4-BE49-F238E27FC236}">
                  <a16:creationId xmlns:a16="http://schemas.microsoft.com/office/drawing/2014/main" id="{2F13D758-7459-4E6C-9D52-C54F9EED80F0}"/>
                </a:ext>
              </a:extLst>
            </p:cNvPr>
            <p:cNvSpPr>
              <a:spLocks noGrp="1"/>
            </p:cNvSpPr>
            <p:nvPr/>
          </p:nvSpPr>
          <p:spPr>
            <a:xfrm>
              <a:off x="21240750" y="6025753"/>
              <a:ext cx="236680" cy="6096"/>
            </a:xfrm>
            <a:prstGeom prst="rect">
              <a:avLst/>
            </a:prstGeom>
            <a:solidFill>
              <a:srgbClr val="DCE8ED"/>
            </a:solidFill>
            <a:ln w="0">
              <a:noFill/>
              <a:prstDash val="solid"/>
            </a:ln>
          </p:spPr>
        </p:sp>
        <p:sp>
          <p:nvSpPr>
            <p:cNvPr id="6331" name="dense-map-1-cell-189">
              <a:extLst>
                <a:ext uri="{FF2B5EF4-FFF2-40B4-BE49-F238E27FC236}">
                  <a16:creationId xmlns:a16="http://schemas.microsoft.com/office/drawing/2014/main" id="{4548CDA1-E2C1-444C-A1A1-9ADC8F867FF6}"/>
                </a:ext>
              </a:extLst>
            </p:cNvPr>
            <p:cNvSpPr>
              <a:spLocks noGrp="1"/>
            </p:cNvSpPr>
            <p:nvPr/>
          </p:nvSpPr>
          <p:spPr>
            <a:xfrm>
              <a:off x="21240750" y="6031706"/>
              <a:ext cx="236680" cy="6096"/>
            </a:xfrm>
            <a:prstGeom prst="rect">
              <a:avLst/>
            </a:prstGeom>
            <a:solidFill>
              <a:srgbClr val="DCE8ED"/>
            </a:solidFill>
            <a:ln w="0">
              <a:noFill/>
              <a:prstDash val="solid"/>
            </a:ln>
          </p:spPr>
        </p:sp>
        <p:sp>
          <p:nvSpPr>
            <p:cNvPr id="6332" name="dense-map-1-cell-188">
              <a:extLst>
                <a:ext uri="{FF2B5EF4-FFF2-40B4-BE49-F238E27FC236}">
                  <a16:creationId xmlns:a16="http://schemas.microsoft.com/office/drawing/2014/main" id="{006797B3-C6AA-4FF6-B40B-07B52AC9F128}"/>
                </a:ext>
              </a:extLst>
            </p:cNvPr>
            <p:cNvSpPr>
              <a:spLocks noGrp="1"/>
            </p:cNvSpPr>
            <p:nvPr/>
          </p:nvSpPr>
          <p:spPr>
            <a:xfrm>
              <a:off x="21240750" y="6037659"/>
              <a:ext cx="236680" cy="6096"/>
            </a:xfrm>
            <a:prstGeom prst="rect">
              <a:avLst/>
            </a:prstGeom>
            <a:solidFill>
              <a:srgbClr val="DCE8ED"/>
            </a:solidFill>
            <a:ln w="0">
              <a:noFill/>
              <a:prstDash val="solid"/>
            </a:ln>
          </p:spPr>
        </p:sp>
        <p:sp>
          <p:nvSpPr>
            <p:cNvPr id="6333" name="dense-map-1-cell-187">
              <a:extLst>
                <a:ext uri="{FF2B5EF4-FFF2-40B4-BE49-F238E27FC236}">
                  <a16:creationId xmlns:a16="http://schemas.microsoft.com/office/drawing/2014/main" id="{7A10C1C2-CC9A-47A3-B557-829F0F7E0CB2}"/>
                </a:ext>
              </a:extLst>
            </p:cNvPr>
            <p:cNvSpPr>
              <a:spLocks noGrp="1"/>
            </p:cNvSpPr>
            <p:nvPr/>
          </p:nvSpPr>
          <p:spPr>
            <a:xfrm>
              <a:off x="21240750" y="6043613"/>
              <a:ext cx="236680" cy="6096"/>
            </a:xfrm>
            <a:prstGeom prst="rect">
              <a:avLst/>
            </a:prstGeom>
            <a:solidFill>
              <a:srgbClr val="DCE8ED"/>
            </a:solidFill>
            <a:ln w="0">
              <a:noFill/>
              <a:prstDash val="solid"/>
            </a:ln>
          </p:spPr>
        </p:sp>
        <p:sp>
          <p:nvSpPr>
            <p:cNvPr id="6334" name="dense-map-1-cell-186">
              <a:extLst>
                <a:ext uri="{FF2B5EF4-FFF2-40B4-BE49-F238E27FC236}">
                  <a16:creationId xmlns:a16="http://schemas.microsoft.com/office/drawing/2014/main" id="{99C0CB5F-0E54-4E8E-A7A5-E6C825239498}"/>
                </a:ext>
              </a:extLst>
            </p:cNvPr>
            <p:cNvSpPr>
              <a:spLocks noGrp="1"/>
            </p:cNvSpPr>
            <p:nvPr/>
          </p:nvSpPr>
          <p:spPr>
            <a:xfrm>
              <a:off x="21240750" y="6049566"/>
              <a:ext cx="236680" cy="6096"/>
            </a:xfrm>
            <a:prstGeom prst="rect">
              <a:avLst/>
            </a:prstGeom>
            <a:solidFill>
              <a:srgbClr val="DBE3E5"/>
            </a:solidFill>
            <a:ln w="0">
              <a:noFill/>
              <a:prstDash val="solid"/>
            </a:ln>
          </p:spPr>
        </p:sp>
        <p:sp>
          <p:nvSpPr>
            <p:cNvPr id="6335" name="dense-map-1-cell-185">
              <a:extLst>
                <a:ext uri="{FF2B5EF4-FFF2-40B4-BE49-F238E27FC236}">
                  <a16:creationId xmlns:a16="http://schemas.microsoft.com/office/drawing/2014/main" id="{453671B5-B11F-4787-957A-7A11FBD9FE35}"/>
                </a:ext>
              </a:extLst>
            </p:cNvPr>
            <p:cNvSpPr>
              <a:spLocks noGrp="1"/>
            </p:cNvSpPr>
            <p:nvPr/>
          </p:nvSpPr>
          <p:spPr>
            <a:xfrm>
              <a:off x="21240750" y="6055519"/>
              <a:ext cx="236680" cy="6096"/>
            </a:xfrm>
            <a:prstGeom prst="rect">
              <a:avLst/>
            </a:prstGeom>
            <a:solidFill>
              <a:srgbClr val="D7C8D9"/>
            </a:solidFill>
            <a:ln w="0">
              <a:noFill/>
              <a:prstDash val="solid"/>
            </a:ln>
          </p:spPr>
        </p:sp>
        <p:sp>
          <p:nvSpPr>
            <p:cNvPr id="6336" name="dense-map-1-cell-184">
              <a:extLst>
                <a:ext uri="{FF2B5EF4-FFF2-40B4-BE49-F238E27FC236}">
                  <a16:creationId xmlns:a16="http://schemas.microsoft.com/office/drawing/2014/main" id="{7C0655BE-A50D-450F-94E8-70DD0E556643}"/>
                </a:ext>
              </a:extLst>
            </p:cNvPr>
            <p:cNvSpPr>
              <a:spLocks noGrp="1"/>
            </p:cNvSpPr>
            <p:nvPr/>
          </p:nvSpPr>
          <p:spPr>
            <a:xfrm>
              <a:off x="21240750" y="6061472"/>
              <a:ext cx="236680" cy="6096"/>
            </a:xfrm>
            <a:prstGeom prst="rect">
              <a:avLst/>
            </a:prstGeom>
            <a:solidFill>
              <a:srgbClr val="D2A6C3"/>
            </a:solidFill>
            <a:ln w="0">
              <a:noFill/>
              <a:prstDash val="solid"/>
            </a:ln>
          </p:spPr>
        </p:sp>
        <p:sp>
          <p:nvSpPr>
            <p:cNvPr id="6337" name="dense-map-1-cell-183">
              <a:extLst>
                <a:ext uri="{FF2B5EF4-FFF2-40B4-BE49-F238E27FC236}">
                  <a16:creationId xmlns:a16="http://schemas.microsoft.com/office/drawing/2014/main" id="{1C315AF3-A0FD-4C0C-8CAE-93B43D7D31C2}"/>
                </a:ext>
              </a:extLst>
            </p:cNvPr>
            <p:cNvSpPr>
              <a:spLocks noGrp="1"/>
            </p:cNvSpPr>
            <p:nvPr/>
          </p:nvSpPr>
          <p:spPr>
            <a:xfrm>
              <a:off x="21240750" y="6067425"/>
              <a:ext cx="236680" cy="6096"/>
            </a:xfrm>
            <a:prstGeom prst="rect">
              <a:avLst/>
            </a:prstGeom>
            <a:solidFill>
              <a:srgbClr val="CE88B0"/>
            </a:solidFill>
            <a:ln w="0">
              <a:noFill/>
              <a:prstDash val="solid"/>
            </a:ln>
          </p:spPr>
        </p:sp>
        <p:sp>
          <p:nvSpPr>
            <p:cNvPr id="6338" name="dense-map-1-cell-182">
              <a:extLst>
                <a:ext uri="{FF2B5EF4-FFF2-40B4-BE49-F238E27FC236}">
                  <a16:creationId xmlns:a16="http://schemas.microsoft.com/office/drawing/2014/main" id="{56E0E1F5-21AE-4247-9DF6-B870D00DF768}"/>
                </a:ext>
              </a:extLst>
            </p:cNvPr>
            <p:cNvSpPr>
              <a:spLocks noGrp="1"/>
            </p:cNvSpPr>
            <p:nvPr/>
          </p:nvSpPr>
          <p:spPr>
            <a:xfrm>
              <a:off x="21240750" y="6073378"/>
              <a:ext cx="236680" cy="6096"/>
            </a:xfrm>
            <a:prstGeom prst="rect">
              <a:avLst/>
            </a:prstGeom>
            <a:solidFill>
              <a:srgbClr val="CC79A7"/>
            </a:solidFill>
            <a:ln w="0">
              <a:noFill/>
              <a:prstDash val="solid"/>
            </a:ln>
          </p:spPr>
        </p:sp>
        <p:sp>
          <p:nvSpPr>
            <p:cNvPr id="6339" name="dense-map-1-cell-181">
              <a:extLst>
                <a:ext uri="{FF2B5EF4-FFF2-40B4-BE49-F238E27FC236}">
                  <a16:creationId xmlns:a16="http://schemas.microsoft.com/office/drawing/2014/main" id="{82FA79B9-BCCB-4ACD-BD43-112B514C2B69}"/>
                </a:ext>
              </a:extLst>
            </p:cNvPr>
            <p:cNvSpPr>
              <a:spLocks noGrp="1"/>
            </p:cNvSpPr>
            <p:nvPr/>
          </p:nvSpPr>
          <p:spPr>
            <a:xfrm>
              <a:off x="21240750" y="6079331"/>
              <a:ext cx="236680" cy="6096"/>
            </a:xfrm>
            <a:prstGeom prst="rect">
              <a:avLst/>
            </a:prstGeom>
            <a:solidFill>
              <a:srgbClr val="CC79A7"/>
            </a:solidFill>
            <a:ln w="0">
              <a:noFill/>
              <a:prstDash val="solid"/>
            </a:ln>
          </p:spPr>
        </p:sp>
        <p:sp>
          <p:nvSpPr>
            <p:cNvPr id="6340" name="dense-map-1-cell-180">
              <a:extLst>
                <a:ext uri="{FF2B5EF4-FFF2-40B4-BE49-F238E27FC236}">
                  <a16:creationId xmlns:a16="http://schemas.microsoft.com/office/drawing/2014/main" id="{EE0317A7-60A4-4C62-A17D-7FBE837189B2}"/>
                </a:ext>
              </a:extLst>
            </p:cNvPr>
            <p:cNvSpPr>
              <a:spLocks noGrp="1"/>
            </p:cNvSpPr>
            <p:nvPr/>
          </p:nvSpPr>
          <p:spPr>
            <a:xfrm>
              <a:off x="21240750" y="6085284"/>
              <a:ext cx="236680" cy="6096"/>
            </a:xfrm>
            <a:prstGeom prst="rect">
              <a:avLst/>
            </a:prstGeom>
            <a:solidFill>
              <a:srgbClr val="CC79A7"/>
            </a:solidFill>
            <a:ln w="0">
              <a:noFill/>
              <a:prstDash val="solid"/>
            </a:ln>
          </p:spPr>
        </p:sp>
        <p:sp>
          <p:nvSpPr>
            <p:cNvPr id="6341" name="dense-map-1-cell-179">
              <a:extLst>
                <a:ext uri="{FF2B5EF4-FFF2-40B4-BE49-F238E27FC236}">
                  <a16:creationId xmlns:a16="http://schemas.microsoft.com/office/drawing/2014/main" id="{F5193EAD-B7D7-42E6-8D77-0FFF48628AAD}"/>
                </a:ext>
              </a:extLst>
            </p:cNvPr>
            <p:cNvSpPr>
              <a:spLocks noGrp="1"/>
            </p:cNvSpPr>
            <p:nvPr/>
          </p:nvSpPr>
          <p:spPr>
            <a:xfrm>
              <a:off x="21240750" y="6091238"/>
              <a:ext cx="236680" cy="6096"/>
            </a:xfrm>
            <a:prstGeom prst="rect">
              <a:avLst/>
            </a:prstGeom>
            <a:solidFill>
              <a:srgbClr val="CC79A7"/>
            </a:solidFill>
            <a:ln w="0">
              <a:noFill/>
              <a:prstDash val="solid"/>
            </a:ln>
          </p:spPr>
        </p:sp>
        <p:sp>
          <p:nvSpPr>
            <p:cNvPr id="6342" name="dense-map-1-cell-178">
              <a:extLst>
                <a:ext uri="{FF2B5EF4-FFF2-40B4-BE49-F238E27FC236}">
                  <a16:creationId xmlns:a16="http://schemas.microsoft.com/office/drawing/2014/main" id="{1ADE4A52-6BB3-422A-B4B9-A40A0DA7F2F7}"/>
                </a:ext>
              </a:extLst>
            </p:cNvPr>
            <p:cNvSpPr>
              <a:spLocks noGrp="1"/>
            </p:cNvSpPr>
            <p:nvPr/>
          </p:nvSpPr>
          <p:spPr>
            <a:xfrm>
              <a:off x="21240750" y="6097191"/>
              <a:ext cx="236680" cy="6096"/>
            </a:xfrm>
            <a:prstGeom prst="rect">
              <a:avLst/>
            </a:prstGeom>
            <a:solidFill>
              <a:srgbClr val="CC79A7"/>
            </a:solidFill>
            <a:ln w="0">
              <a:noFill/>
              <a:prstDash val="solid"/>
            </a:ln>
          </p:spPr>
        </p:sp>
        <p:sp>
          <p:nvSpPr>
            <p:cNvPr id="6343" name="dense-map-1-cell-177">
              <a:extLst>
                <a:ext uri="{FF2B5EF4-FFF2-40B4-BE49-F238E27FC236}">
                  <a16:creationId xmlns:a16="http://schemas.microsoft.com/office/drawing/2014/main" id="{5BFFCA5A-0AE7-47DE-834B-DB167B21D85C}"/>
                </a:ext>
              </a:extLst>
            </p:cNvPr>
            <p:cNvSpPr>
              <a:spLocks noGrp="1"/>
            </p:cNvSpPr>
            <p:nvPr/>
          </p:nvSpPr>
          <p:spPr>
            <a:xfrm>
              <a:off x="21240750" y="6103144"/>
              <a:ext cx="236680" cy="6096"/>
            </a:xfrm>
            <a:prstGeom prst="rect">
              <a:avLst/>
            </a:prstGeom>
            <a:solidFill>
              <a:srgbClr val="CC79A7"/>
            </a:solidFill>
            <a:ln w="0">
              <a:noFill/>
              <a:prstDash val="solid"/>
            </a:ln>
          </p:spPr>
        </p:sp>
        <p:sp>
          <p:nvSpPr>
            <p:cNvPr id="6344" name="dense-map-1-cell-176">
              <a:extLst>
                <a:ext uri="{FF2B5EF4-FFF2-40B4-BE49-F238E27FC236}">
                  <a16:creationId xmlns:a16="http://schemas.microsoft.com/office/drawing/2014/main" id="{78388A0D-F094-40D8-8228-2B916752D8F1}"/>
                </a:ext>
              </a:extLst>
            </p:cNvPr>
            <p:cNvSpPr>
              <a:spLocks noGrp="1"/>
            </p:cNvSpPr>
            <p:nvPr/>
          </p:nvSpPr>
          <p:spPr>
            <a:xfrm>
              <a:off x="21240750" y="6109097"/>
              <a:ext cx="236680" cy="6096"/>
            </a:xfrm>
            <a:prstGeom prst="rect">
              <a:avLst/>
            </a:prstGeom>
            <a:solidFill>
              <a:srgbClr val="CC79A7"/>
            </a:solidFill>
            <a:ln w="0">
              <a:noFill/>
              <a:prstDash val="solid"/>
            </a:ln>
          </p:spPr>
        </p:sp>
        <p:sp>
          <p:nvSpPr>
            <p:cNvPr id="6345" name="dense-map-1-cell-175">
              <a:extLst>
                <a:ext uri="{FF2B5EF4-FFF2-40B4-BE49-F238E27FC236}">
                  <a16:creationId xmlns:a16="http://schemas.microsoft.com/office/drawing/2014/main" id="{D7EE4957-4902-4B15-B4C1-705970B3786A}"/>
                </a:ext>
              </a:extLst>
            </p:cNvPr>
            <p:cNvSpPr>
              <a:spLocks noGrp="1"/>
            </p:cNvSpPr>
            <p:nvPr/>
          </p:nvSpPr>
          <p:spPr>
            <a:xfrm>
              <a:off x="21240750" y="6115050"/>
              <a:ext cx="236680" cy="6096"/>
            </a:xfrm>
            <a:prstGeom prst="rect">
              <a:avLst/>
            </a:prstGeom>
            <a:solidFill>
              <a:srgbClr val="CC79A7"/>
            </a:solidFill>
            <a:ln w="0">
              <a:noFill/>
              <a:prstDash val="solid"/>
            </a:ln>
          </p:spPr>
        </p:sp>
        <p:sp>
          <p:nvSpPr>
            <p:cNvPr id="6346" name="dense-map-1-cell-174">
              <a:extLst>
                <a:ext uri="{FF2B5EF4-FFF2-40B4-BE49-F238E27FC236}">
                  <a16:creationId xmlns:a16="http://schemas.microsoft.com/office/drawing/2014/main" id="{F5875777-328D-4C5D-B805-3C975A98E3BA}"/>
                </a:ext>
              </a:extLst>
            </p:cNvPr>
            <p:cNvSpPr>
              <a:spLocks noGrp="1"/>
            </p:cNvSpPr>
            <p:nvPr/>
          </p:nvSpPr>
          <p:spPr>
            <a:xfrm>
              <a:off x="21240750" y="6121003"/>
              <a:ext cx="236680" cy="6096"/>
            </a:xfrm>
            <a:prstGeom prst="rect">
              <a:avLst/>
            </a:prstGeom>
            <a:solidFill>
              <a:srgbClr val="CC79A7"/>
            </a:solidFill>
            <a:ln w="0">
              <a:noFill/>
              <a:prstDash val="solid"/>
            </a:ln>
          </p:spPr>
        </p:sp>
        <p:sp>
          <p:nvSpPr>
            <p:cNvPr id="6347" name="dense-map-1-cell-173">
              <a:extLst>
                <a:ext uri="{FF2B5EF4-FFF2-40B4-BE49-F238E27FC236}">
                  <a16:creationId xmlns:a16="http://schemas.microsoft.com/office/drawing/2014/main" id="{8CA5F9BE-25C5-4709-932D-5F76F592A306}"/>
                </a:ext>
              </a:extLst>
            </p:cNvPr>
            <p:cNvSpPr>
              <a:spLocks noGrp="1"/>
            </p:cNvSpPr>
            <p:nvPr/>
          </p:nvSpPr>
          <p:spPr>
            <a:xfrm>
              <a:off x="21240750" y="6126956"/>
              <a:ext cx="236680" cy="6096"/>
            </a:xfrm>
            <a:prstGeom prst="rect">
              <a:avLst/>
            </a:prstGeom>
            <a:solidFill>
              <a:srgbClr val="CC79A7"/>
            </a:solidFill>
            <a:ln w="0">
              <a:noFill/>
              <a:prstDash val="solid"/>
            </a:ln>
          </p:spPr>
        </p:sp>
        <p:sp>
          <p:nvSpPr>
            <p:cNvPr id="6348" name="dense-map-1-cell-172">
              <a:extLst>
                <a:ext uri="{FF2B5EF4-FFF2-40B4-BE49-F238E27FC236}">
                  <a16:creationId xmlns:a16="http://schemas.microsoft.com/office/drawing/2014/main" id="{4B20A07F-5DC0-430A-829F-08589E8DCC0B}"/>
                </a:ext>
              </a:extLst>
            </p:cNvPr>
            <p:cNvSpPr>
              <a:spLocks noGrp="1"/>
            </p:cNvSpPr>
            <p:nvPr/>
          </p:nvSpPr>
          <p:spPr>
            <a:xfrm>
              <a:off x="21240750" y="6132909"/>
              <a:ext cx="236680" cy="6096"/>
            </a:xfrm>
            <a:prstGeom prst="rect">
              <a:avLst/>
            </a:prstGeom>
            <a:solidFill>
              <a:srgbClr val="CC79A7"/>
            </a:solidFill>
            <a:ln w="0">
              <a:noFill/>
              <a:prstDash val="solid"/>
            </a:ln>
          </p:spPr>
        </p:sp>
        <p:sp>
          <p:nvSpPr>
            <p:cNvPr id="6349" name="dense-map-1-cell-171">
              <a:extLst>
                <a:ext uri="{FF2B5EF4-FFF2-40B4-BE49-F238E27FC236}">
                  <a16:creationId xmlns:a16="http://schemas.microsoft.com/office/drawing/2014/main" id="{F6FB2E58-00B1-4F31-8517-F7B8C3E870FE}"/>
                </a:ext>
              </a:extLst>
            </p:cNvPr>
            <p:cNvSpPr>
              <a:spLocks noGrp="1"/>
            </p:cNvSpPr>
            <p:nvPr/>
          </p:nvSpPr>
          <p:spPr>
            <a:xfrm>
              <a:off x="21240750" y="6138863"/>
              <a:ext cx="236680" cy="6096"/>
            </a:xfrm>
            <a:prstGeom prst="rect">
              <a:avLst/>
            </a:prstGeom>
            <a:solidFill>
              <a:srgbClr val="CC79A7"/>
            </a:solidFill>
            <a:ln w="0">
              <a:noFill/>
              <a:prstDash val="solid"/>
            </a:ln>
          </p:spPr>
        </p:sp>
        <p:sp>
          <p:nvSpPr>
            <p:cNvPr id="6350" name="dense-map-1-cell-170">
              <a:extLst>
                <a:ext uri="{FF2B5EF4-FFF2-40B4-BE49-F238E27FC236}">
                  <a16:creationId xmlns:a16="http://schemas.microsoft.com/office/drawing/2014/main" id="{C603C46F-C363-46B5-A5AF-2E5457E7B9C3}"/>
                </a:ext>
              </a:extLst>
            </p:cNvPr>
            <p:cNvSpPr>
              <a:spLocks noGrp="1"/>
            </p:cNvSpPr>
            <p:nvPr/>
          </p:nvSpPr>
          <p:spPr>
            <a:xfrm>
              <a:off x="21240750" y="6144816"/>
              <a:ext cx="236680" cy="6096"/>
            </a:xfrm>
            <a:prstGeom prst="rect">
              <a:avLst/>
            </a:prstGeom>
            <a:solidFill>
              <a:srgbClr val="CC79A7"/>
            </a:solidFill>
            <a:ln w="0">
              <a:noFill/>
              <a:prstDash val="solid"/>
            </a:ln>
          </p:spPr>
        </p:sp>
        <p:sp>
          <p:nvSpPr>
            <p:cNvPr id="6351" name="dense-map-1-cell-169">
              <a:extLst>
                <a:ext uri="{FF2B5EF4-FFF2-40B4-BE49-F238E27FC236}">
                  <a16:creationId xmlns:a16="http://schemas.microsoft.com/office/drawing/2014/main" id="{7E4F54D0-F039-42C7-B436-817CF99C7CEC}"/>
                </a:ext>
              </a:extLst>
            </p:cNvPr>
            <p:cNvSpPr>
              <a:spLocks noGrp="1"/>
            </p:cNvSpPr>
            <p:nvPr/>
          </p:nvSpPr>
          <p:spPr>
            <a:xfrm>
              <a:off x="21240750" y="6150769"/>
              <a:ext cx="236680" cy="6096"/>
            </a:xfrm>
            <a:prstGeom prst="rect">
              <a:avLst/>
            </a:prstGeom>
            <a:solidFill>
              <a:srgbClr val="CC79A7"/>
            </a:solidFill>
            <a:ln w="0">
              <a:noFill/>
              <a:prstDash val="solid"/>
            </a:ln>
          </p:spPr>
        </p:sp>
        <p:sp>
          <p:nvSpPr>
            <p:cNvPr id="6352" name="dense-map-1-cell-168">
              <a:extLst>
                <a:ext uri="{FF2B5EF4-FFF2-40B4-BE49-F238E27FC236}">
                  <a16:creationId xmlns:a16="http://schemas.microsoft.com/office/drawing/2014/main" id="{C997918E-2E5E-403C-A526-278E407C544D}"/>
                </a:ext>
              </a:extLst>
            </p:cNvPr>
            <p:cNvSpPr>
              <a:spLocks noGrp="1"/>
            </p:cNvSpPr>
            <p:nvPr/>
          </p:nvSpPr>
          <p:spPr>
            <a:xfrm>
              <a:off x="21240750" y="6156722"/>
              <a:ext cx="236680" cy="6096"/>
            </a:xfrm>
            <a:prstGeom prst="rect">
              <a:avLst/>
            </a:prstGeom>
            <a:solidFill>
              <a:srgbClr val="CD7EAA"/>
            </a:solidFill>
            <a:ln w="0">
              <a:noFill/>
              <a:prstDash val="solid"/>
            </a:ln>
          </p:spPr>
        </p:sp>
        <p:sp>
          <p:nvSpPr>
            <p:cNvPr id="6353" name="dense-map-1-cell-167">
              <a:extLst>
                <a:ext uri="{FF2B5EF4-FFF2-40B4-BE49-F238E27FC236}">
                  <a16:creationId xmlns:a16="http://schemas.microsoft.com/office/drawing/2014/main" id="{D41E2FA4-90D9-49AA-8B9F-BF283A99BA85}"/>
                </a:ext>
              </a:extLst>
            </p:cNvPr>
            <p:cNvSpPr>
              <a:spLocks noGrp="1"/>
            </p:cNvSpPr>
            <p:nvPr/>
          </p:nvSpPr>
          <p:spPr>
            <a:xfrm>
              <a:off x="21240750" y="6162675"/>
              <a:ext cx="236680" cy="6096"/>
            </a:xfrm>
            <a:prstGeom prst="rect">
              <a:avLst/>
            </a:prstGeom>
            <a:solidFill>
              <a:srgbClr val="CF8AB2"/>
            </a:solidFill>
            <a:ln w="0">
              <a:noFill/>
              <a:prstDash val="solid"/>
            </a:ln>
          </p:spPr>
        </p:sp>
        <p:sp>
          <p:nvSpPr>
            <p:cNvPr id="6354" name="dense-map-1-cell-166">
              <a:extLst>
                <a:ext uri="{FF2B5EF4-FFF2-40B4-BE49-F238E27FC236}">
                  <a16:creationId xmlns:a16="http://schemas.microsoft.com/office/drawing/2014/main" id="{0FF37EFA-DC04-4D7C-A409-0CCBAE0D20FF}"/>
                </a:ext>
              </a:extLst>
            </p:cNvPr>
            <p:cNvSpPr>
              <a:spLocks noGrp="1"/>
            </p:cNvSpPr>
            <p:nvPr/>
          </p:nvSpPr>
          <p:spPr>
            <a:xfrm>
              <a:off x="21240750" y="6168628"/>
              <a:ext cx="236680" cy="6096"/>
            </a:xfrm>
            <a:prstGeom prst="rect">
              <a:avLst/>
            </a:prstGeom>
            <a:solidFill>
              <a:srgbClr val="D19DBE"/>
            </a:solidFill>
            <a:ln w="0">
              <a:noFill/>
              <a:prstDash val="solid"/>
            </a:ln>
          </p:spPr>
        </p:sp>
        <p:sp>
          <p:nvSpPr>
            <p:cNvPr id="6355" name="dense-map-1-cell-165">
              <a:extLst>
                <a:ext uri="{FF2B5EF4-FFF2-40B4-BE49-F238E27FC236}">
                  <a16:creationId xmlns:a16="http://schemas.microsoft.com/office/drawing/2014/main" id="{04B978FC-42B7-4C56-98C4-20D53E04BD49}"/>
                </a:ext>
              </a:extLst>
            </p:cNvPr>
            <p:cNvSpPr>
              <a:spLocks noGrp="1"/>
            </p:cNvSpPr>
            <p:nvPr/>
          </p:nvSpPr>
          <p:spPr>
            <a:xfrm>
              <a:off x="21240750" y="6174581"/>
              <a:ext cx="236680" cy="6096"/>
            </a:xfrm>
            <a:prstGeom prst="rect">
              <a:avLst/>
            </a:prstGeom>
            <a:solidFill>
              <a:srgbClr val="D4B2CB"/>
            </a:solidFill>
            <a:ln w="0">
              <a:noFill/>
              <a:prstDash val="solid"/>
            </a:ln>
          </p:spPr>
        </p:sp>
        <p:sp>
          <p:nvSpPr>
            <p:cNvPr id="6356" name="dense-map-1-cell-164">
              <a:extLst>
                <a:ext uri="{FF2B5EF4-FFF2-40B4-BE49-F238E27FC236}">
                  <a16:creationId xmlns:a16="http://schemas.microsoft.com/office/drawing/2014/main" id="{7F564DD8-826B-446E-ACE6-D97B5163221D}"/>
                </a:ext>
              </a:extLst>
            </p:cNvPr>
            <p:cNvSpPr>
              <a:spLocks noGrp="1"/>
            </p:cNvSpPr>
            <p:nvPr/>
          </p:nvSpPr>
          <p:spPr>
            <a:xfrm>
              <a:off x="21240750" y="6180534"/>
              <a:ext cx="236680" cy="6096"/>
            </a:xfrm>
            <a:prstGeom prst="rect">
              <a:avLst/>
            </a:prstGeom>
            <a:solidFill>
              <a:srgbClr val="D7C8D9"/>
            </a:solidFill>
            <a:ln w="0">
              <a:noFill/>
              <a:prstDash val="solid"/>
            </a:ln>
          </p:spPr>
        </p:sp>
        <p:sp>
          <p:nvSpPr>
            <p:cNvPr id="6357" name="dense-map-1-cell-163">
              <a:extLst>
                <a:ext uri="{FF2B5EF4-FFF2-40B4-BE49-F238E27FC236}">
                  <a16:creationId xmlns:a16="http://schemas.microsoft.com/office/drawing/2014/main" id="{FC0C7F64-4B30-4197-8EE3-C6EE807428F8}"/>
                </a:ext>
              </a:extLst>
            </p:cNvPr>
            <p:cNvSpPr>
              <a:spLocks noGrp="1"/>
            </p:cNvSpPr>
            <p:nvPr/>
          </p:nvSpPr>
          <p:spPr>
            <a:xfrm>
              <a:off x="21240750" y="6186488"/>
              <a:ext cx="236680" cy="6096"/>
            </a:xfrm>
            <a:prstGeom prst="rect">
              <a:avLst/>
            </a:prstGeom>
            <a:solidFill>
              <a:srgbClr val="DADCDB"/>
            </a:solidFill>
            <a:ln w="0">
              <a:noFill/>
              <a:prstDash val="solid"/>
            </a:ln>
          </p:spPr>
        </p:sp>
        <p:sp>
          <p:nvSpPr>
            <p:cNvPr id="6358" name="dense-map-1-cell-162">
              <a:extLst>
                <a:ext uri="{FF2B5EF4-FFF2-40B4-BE49-F238E27FC236}">
                  <a16:creationId xmlns:a16="http://schemas.microsoft.com/office/drawing/2014/main" id="{326A4B25-9AC7-401B-862B-3D031D00DC20}"/>
                </a:ext>
              </a:extLst>
            </p:cNvPr>
            <p:cNvSpPr>
              <a:spLocks noGrp="1"/>
            </p:cNvSpPr>
            <p:nvPr/>
          </p:nvSpPr>
          <p:spPr>
            <a:xfrm>
              <a:off x="21240750" y="6192441"/>
              <a:ext cx="236680" cy="6096"/>
            </a:xfrm>
            <a:prstGeom prst="rect">
              <a:avLst/>
            </a:prstGeom>
            <a:solidFill>
              <a:srgbClr val="DCE6E9"/>
            </a:solidFill>
            <a:ln w="0">
              <a:noFill/>
              <a:prstDash val="solid"/>
            </a:ln>
          </p:spPr>
        </p:sp>
        <p:sp>
          <p:nvSpPr>
            <p:cNvPr id="6359" name="dense-map-1-cell-161">
              <a:extLst>
                <a:ext uri="{FF2B5EF4-FFF2-40B4-BE49-F238E27FC236}">
                  <a16:creationId xmlns:a16="http://schemas.microsoft.com/office/drawing/2014/main" id="{2F83C2FE-D848-4558-AEEC-3A58781F1A96}"/>
                </a:ext>
              </a:extLst>
            </p:cNvPr>
            <p:cNvSpPr>
              <a:spLocks noGrp="1"/>
            </p:cNvSpPr>
            <p:nvPr/>
          </p:nvSpPr>
          <p:spPr>
            <a:xfrm>
              <a:off x="21240750" y="6198394"/>
              <a:ext cx="236680" cy="6096"/>
            </a:xfrm>
            <a:prstGeom prst="rect">
              <a:avLst/>
            </a:prstGeom>
            <a:solidFill>
              <a:srgbClr val="DCE8ED"/>
            </a:solidFill>
            <a:ln w="0">
              <a:noFill/>
              <a:prstDash val="solid"/>
            </a:ln>
          </p:spPr>
        </p:sp>
        <p:sp>
          <p:nvSpPr>
            <p:cNvPr id="6360" name="dense-map-1-cell-160">
              <a:extLst>
                <a:ext uri="{FF2B5EF4-FFF2-40B4-BE49-F238E27FC236}">
                  <a16:creationId xmlns:a16="http://schemas.microsoft.com/office/drawing/2014/main" id="{01EB98F8-A9FC-4719-B02E-09B8E46B09AB}"/>
                </a:ext>
              </a:extLst>
            </p:cNvPr>
            <p:cNvSpPr>
              <a:spLocks noGrp="1"/>
            </p:cNvSpPr>
            <p:nvPr/>
          </p:nvSpPr>
          <p:spPr>
            <a:xfrm>
              <a:off x="21240750" y="6204347"/>
              <a:ext cx="236680" cy="6096"/>
            </a:xfrm>
            <a:prstGeom prst="rect">
              <a:avLst/>
            </a:prstGeom>
            <a:solidFill>
              <a:srgbClr val="DCE8ED"/>
            </a:solidFill>
            <a:ln w="0">
              <a:noFill/>
              <a:prstDash val="solid"/>
            </a:ln>
          </p:spPr>
        </p:sp>
        <p:sp>
          <p:nvSpPr>
            <p:cNvPr id="6361" name="dense-map-1-cell-159">
              <a:extLst>
                <a:ext uri="{FF2B5EF4-FFF2-40B4-BE49-F238E27FC236}">
                  <a16:creationId xmlns:a16="http://schemas.microsoft.com/office/drawing/2014/main" id="{22AA16CF-CC20-4767-AB23-61E144D77B6B}"/>
                </a:ext>
              </a:extLst>
            </p:cNvPr>
            <p:cNvSpPr>
              <a:spLocks noGrp="1"/>
            </p:cNvSpPr>
            <p:nvPr/>
          </p:nvSpPr>
          <p:spPr>
            <a:xfrm>
              <a:off x="21240750" y="6210300"/>
              <a:ext cx="236680" cy="6096"/>
            </a:xfrm>
            <a:prstGeom prst="rect">
              <a:avLst/>
            </a:prstGeom>
            <a:solidFill>
              <a:srgbClr val="DCE8ED"/>
            </a:solidFill>
            <a:ln w="0">
              <a:noFill/>
              <a:prstDash val="solid"/>
            </a:ln>
          </p:spPr>
        </p:sp>
        <p:sp>
          <p:nvSpPr>
            <p:cNvPr id="6362" name="dense-map-1-cell-158">
              <a:extLst>
                <a:ext uri="{FF2B5EF4-FFF2-40B4-BE49-F238E27FC236}">
                  <a16:creationId xmlns:a16="http://schemas.microsoft.com/office/drawing/2014/main" id="{C505AABB-A91A-4B75-BC9A-C076BECB3D6F}"/>
                </a:ext>
              </a:extLst>
            </p:cNvPr>
            <p:cNvSpPr>
              <a:spLocks noGrp="1"/>
            </p:cNvSpPr>
            <p:nvPr/>
          </p:nvSpPr>
          <p:spPr>
            <a:xfrm>
              <a:off x="21240750" y="6216253"/>
              <a:ext cx="236680" cy="6096"/>
            </a:xfrm>
            <a:prstGeom prst="rect">
              <a:avLst/>
            </a:prstGeom>
            <a:solidFill>
              <a:srgbClr val="DCE8ED"/>
            </a:solidFill>
            <a:ln w="0">
              <a:noFill/>
              <a:prstDash val="solid"/>
            </a:ln>
          </p:spPr>
        </p:sp>
        <p:sp>
          <p:nvSpPr>
            <p:cNvPr id="6363" name="dense-map-1-cell-157">
              <a:extLst>
                <a:ext uri="{FF2B5EF4-FFF2-40B4-BE49-F238E27FC236}">
                  <a16:creationId xmlns:a16="http://schemas.microsoft.com/office/drawing/2014/main" id="{D331E220-770E-4B22-AC09-BCE307F812EB}"/>
                </a:ext>
              </a:extLst>
            </p:cNvPr>
            <p:cNvSpPr>
              <a:spLocks noGrp="1"/>
            </p:cNvSpPr>
            <p:nvPr/>
          </p:nvSpPr>
          <p:spPr>
            <a:xfrm>
              <a:off x="21240750" y="6222206"/>
              <a:ext cx="236680" cy="6096"/>
            </a:xfrm>
            <a:prstGeom prst="rect">
              <a:avLst/>
            </a:prstGeom>
            <a:solidFill>
              <a:srgbClr val="DCE8ED"/>
            </a:solidFill>
            <a:ln w="0">
              <a:noFill/>
              <a:prstDash val="solid"/>
            </a:ln>
          </p:spPr>
        </p:sp>
        <p:sp>
          <p:nvSpPr>
            <p:cNvPr id="6364" name="dense-map-1-cell-156">
              <a:extLst>
                <a:ext uri="{FF2B5EF4-FFF2-40B4-BE49-F238E27FC236}">
                  <a16:creationId xmlns:a16="http://schemas.microsoft.com/office/drawing/2014/main" id="{265D0D7B-2AFC-439A-90E0-0C2852007FD0}"/>
                </a:ext>
              </a:extLst>
            </p:cNvPr>
            <p:cNvSpPr>
              <a:spLocks noGrp="1"/>
            </p:cNvSpPr>
            <p:nvPr/>
          </p:nvSpPr>
          <p:spPr>
            <a:xfrm>
              <a:off x="21240750" y="6228159"/>
              <a:ext cx="236680" cy="6096"/>
            </a:xfrm>
            <a:prstGeom prst="rect">
              <a:avLst/>
            </a:prstGeom>
            <a:solidFill>
              <a:srgbClr val="DCE8ED"/>
            </a:solidFill>
            <a:ln w="0">
              <a:noFill/>
              <a:prstDash val="solid"/>
            </a:ln>
          </p:spPr>
        </p:sp>
        <p:sp>
          <p:nvSpPr>
            <p:cNvPr id="6365" name="dense-map-1-cell-155">
              <a:extLst>
                <a:ext uri="{FF2B5EF4-FFF2-40B4-BE49-F238E27FC236}">
                  <a16:creationId xmlns:a16="http://schemas.microsoft.com/office/drawing/2014/main" id="{38074BEC-FEA1-4CD8-90B8-B48213CFB884}"/>
                </a:ext>
              </a:extLst>
            </p:cNvPr>
            <p:cNvSpPr>
              <a:spLocks noGrp="1"/>
            </p:cNvSpPr>
            <p:nvPr/>
          </p:nvSpPr>
          <p:spPr>
            <a:xfrm>
              <a:off x="21240750" y="6234113"/>
              <a:ext cx="236680" cy="6096"/>
            </a:xfrm>
            <a:prstGeom prst="rect">
              <a:avLst/>
            </a:prstGeom>
            <a:solidFill>
              <a:srgbClr val="DCE8ED"/>
            </a:solidFill>
            <a:ln w="0">
              <a:noFill/>
              <a:prstDash val="solid"/>
            </a:ln>
          </p:spPr>
        </p:sp>
        <p:sp>
          <p:nvSpPr>
            <p:cNvPr id="6366" name="dense-map-1-cell-154">
              <a:extLst>
                <a:ext uri="{FF2B5EF4-FFF2-40B4-BE49-F238E27FC236}">
                  <a16:creationId xmlns:a16="http://schemas.microsoft.com/office/drawing/2014/main" id="{795FD427-A38F-438E-9675-B9C50606D3F3}"/>
                </a:ext>
              </a:extLst>
            </p:cNvPr>
            <p:cNvSpPr>
              <a:spLocks noGrp="1"/>
            </p:cNvSpPr>
            <p:nvPr/>
          </p:nvSpPr>
          <p:spPr>
            <a:xfrm>
              <a:off x="21240750" y="6240066"/>
              <a:ext cx="236680" cy="6096"/>
            </a:xfrm>
            <a:prstGeom prst="rect">
              <a:avLst/>
            </a:prstGeom>
            <a:solidFill>
              <a:srgbClr val="DCE8ED"/>
            </a:solidFill>
            <a:ln w="0">
              <a:noFill/>
              <a:prstDash val="solid"/>
            </a:ln>
          </p:spPr>
        </p:sp>
        <p:sp>
          <p:nvSpPr>
            <p:cNvPr id="6367" name="dense-map-1-cell-153">
              <a:extLst>
                <a:ext uri="{FF2B5EF4-FFF2-40B4-BE49-F238E27FC236}">
                  <a16:creationId xmlns:a16="http://schemas.microsoft.com/office/drawing/2014/main" id="{8893FFF9-CD66-496D-BE78-6BB71CA058C9}"/>
                </a:ext>
              </a:extLst>
            </p:cNvPr>
            <p:cNvSpPr>
              <a:spLocks noGrp="1"/>
            </p:cNvSpPr>
            <p:nvPr/>
          </p:nvSpPr>
          <p:spPr>
            <a:xfrm>
              <a:off x="21240750" y="6246019"/>
              <a:ext cx="236680" cy="6096"/>
            </a:xfrm>
            <a:prstGeom prst="rect">
              <a:avLst/>
            </a:prstGeom>
            <a:solidFill>
              <a:srgbClr val="DCE8ED"/>
            </a:solidFill>
            <a:ln w="0">
              <a:noFill/>
              <a:prstDash val="solid"/>
            </a:ln>
          </p:spPr>
        </p:sp>
        <p:sp>
          <p:nvSpPr>
            <p:cNvPr id="6368" name="dense-map-1-cell-152">
              <a:extLst>
                <a:ext uri="{FF2B5EF4-FFF2-40B4-BE49-F238E27FC236}">
                  <a16:creationId xmlns:a16="http://schemas.microsoft.com/office/drawing/2014/main" id="{69CBABF2-7911-44F8-8615-FFA930398913}"/>
                </a:ext>
              </a:extLst>
            </p:cNvPr>
            <p:cNvSpPr>
              <a:spLocks noGrp="1"/>
            </p:cNvSpPr>
            <p:nvPr/>
          </p:nvSpPr>
          <p:spPr>
            <a:xfrm>
              <a:off x="21240750" y="6251972"/>
              <a:ext cx="236680" cy="6096"/>
            </a:xfrm>
            <a:prstGeom prst="rect">
              <a:avLst/>
            </a:prstGeom>
            <a:solidFill>
              <a:srgbClr val="DCE8ED"/>
            </a:solidFill>
            <a:ln w="0">
              <a:noFill/>
              <a:prstDash val="solid"/>
            </a:ln>
          </p:spPr>
        </p:sp>
        <p:sp>
          <p:nvSpPr>
            <p:cNvPr id="6369" name="dense-map-1-cell-151">
              <a:extLst>
                <a:ext uri="{FF2B5EF4-FFF2-40B4-BE49-F238E27FC236}">
                  <a16:creationId xmlns:a16="http://schemas.microsoft.com/office/drawing/2014/main" id="{19E37A14-642B-446F-97D8-3A5C0518D43B}"/>
                </a:ext>
              </a:extLst>
            </p:cNvPr>
            <p:cNvSpPr>
              <a:spLocks noGrp="1"/>
            </p:cNvSpPr>
            <p:nvPr/>
          </p:nvSpPr>
          <p:spPr>
            <a:xfrm>
              <a:off x="21240750" y="6257925"/>
              <a:ext cx="236680" cy="6096"/>
            </a:xfrm>
            <a:prstGeom prst="rect">
              <a:avLst/>
            </a:prstGeom>
            <a:solidFill>
              <a:srgbClr val="DCE8ED"/>
            </a:solidFill>
            <a:ln w="0">
              <a:noFill/>
              <a:prstDash val="solid"/>
            </a:ln>
          </p:spPr>
        </p:sp>
        <p:sp>
          <p:nvSpPr>
            <p:cNvPr id="6370" name="dense-map-1-cell-150">
              <a:extLst>
                <a:ext uri="{FF2B5EF4-FFF2-40B4-BE49-F238E27FC236}">
                  <a16:creationId xmlns:a16="http://schemas.microsoft.com/office/drawing/2014/main" id="{00444856-74A1-475C-9601-74507FC3BCE4}"/>
                </a:ext>
              </a:extLst>
            </p:cNvPr>
            <p:cNvSpPr>
              <a:spLocks noGrp="1"/>
            </p:cNvSpPr>
            <p:nvPr/>
          </p:nvSpPr>
          <p:spPr>
            <a:xfrm>
              <a:off x="21240750" y="6263878"/>
              <a:ext cx="236680" cy="6096"/>
            </a:xfrm>
            <a:prstGeom prst="rect">
              <a:avLst/>
            </a:prstGeom>
            <a:solidFill>
              <a:srgbClr val="DCE8ED"/>
            </a:solidFill>
            <a:ln w="0">
              <a:noFill/>
              <a:prstDash val="solid"/>
            </a:ln>
          </p:spPr>
        </p:sp>
        <p:sp>
          <p:nvSpPr>
            <p:cNvPr id="6371" name="dense-map-1-cell-149">
              <a:extLst>
                <a:ext uri="{FF2B5EF4-FFF2-40B4-BE49-F238E27FC236}">
                  <a16:creationId xmlns:a16="http://schemas.microsoft.com/office/drawing/2014/main" id="{EBAA9805-F825-4FFC-9F3B-F68E108CCDD3}"/>
                </a:ext>
              </a:extLst>
            </p:cNvPr>
            <p:cNvSpPr>
              <a:spLocks noGrp="1"/>
            </p:cNvSpPr>
            <p:nvPr/>
          </p:nvSpPr>
          <p:spPr>
            <a:xfrm>
              <a:off x="21240750" y="6269831"/>
              <a:ext cx="236680" cy="6096"/>
            </a:xfrm>
            <a:prstGeom prst="rect">
              <a:avLst/>
            </a:prstGeom>
            <a:solidFill>
              <a:srgbClr val="DCE8ED"/>
            </a:solidFill>
            <a:ln w="0">
              <a:noFill/>
              <a:prstDash val="solid"/>
            </a:ln>
          </p:spPr>
        </p:sp>
        <p:sp>
          <p:nvSpPr>
            <p:cNvPr id="6372" name="dense-map-1-cell-148">
              <a:extLst>
                <a:ext uri="{FF2B5EF4-FFF2-40B4-BE49-F238E27FC236}">
                  <a16:creationId xmlns:a16="http://schemas.microsoft.com/office/drawing/2014/main" id="{739057EC-6B39-4960-84B1-997C97726B70}"/>
                </a:ext>
              </a:extLst>
            </p:cNvPr>
            <p:cNvSpPr>
              <a:spLocks noGrp="1"/>
            </p:cNvSpPr>
            <p:nvPr/>
          </p:nvSpPr>
          <p:spPr>
            <a:xfrm>
              <a:off x="21240750" y="6275784"/>
              <a:ext cx="236680" cy="6096"/>
            </a:xfrm>
            <a:prstGeom prst="rect">
              <a:avLst/>
            </a:prstGeom>
            <a:solidFill>
              <a:srgbClr val="DCE8ED"/>
            </a:solidFill>
            <a:ln w="0">
              <a:noFill/>
              <a:prstDash val="solid"/>
            </a:ln>
          </p:spPr>
        </p:sp>
        <p:sp>
          <p:nvSpPr>
            <p:cNvPr id="6373" name="dense-map-1-cell-147">
              <a:extLst>
                <a:ext uri="{FF2B5EF4-FFF2-40B4-BE49-F238E27FC236}">
                  <a16:creationId xmlns:a16="http://schemas.microsoft.com/office/drawing/2014/main" id="{D5E470B5-B215-44C9-ADED-F434F2F2A08C}"/>
                </a:ext>
              </a:extLst>
            </p:cNvPr>
            <p:cNvSpPr>
              <a:spLocks noGrp="1"/>
            </p:cNvSpPr>
            <p:nvPr/>
          </p:nvSpPr>
          <p:spPr>
            <a:xfrm>
              <a:off x="21240750" y="6281738"/>
              <a:ext cx="236680" cy="6096"/>
            </a:xfrm>
            <a:prstGeom prst="rect">
              <a:avLst/>
            </a:prstGeom>
            <a:solidFill>
              <a:srgbClr val="DCE8ED"/>
            </a:solidFill>
            <a:ln w="0">
              <a:noFill/>
              <a:prstDash val="solid"/>
            </a:ln>
          </p:spPr>
        </p:sp>
        <p:sp>
          <p:nvSpPr>
            <p:cNvPr id="6374" name="dense-map-1-cell-146">
              <a:extLst>
                <a:ext uri="{FF2B5EF4-FFF2-40B4-BE49-F238E27FC236}">
                  <a16:creationId xmlns:a16="http://schemas.microsoft.com/office/drawing/2014/main" id="{CF871CFF-7CE6-4315-8EFB-0758A2164A84}"/>
                </a:ext>
              </a:extLst>
            </p:cNvPr>
            <p:cNvSpPr>
              <a:spLocks noGrp="1"/>
            </p:cNvSpPr>
            <p:nvPr/>
          </p:nvSpPr>
          <p:spPr>
            <a:xfrm>
              <a:off x="21240750" y="6287691"/>
              <a:ext cx="236680" cy="6096"/>
            </a:xfrm>
            <a:prstGeom prst="rect">
              <a:avLst/>
            </a:prstGeom>
            <a:solidFill>
              <a:srgbClr val="DCE8ED"/>
            </a:solidFill>
            <a:ln w="0">
              <a:noFill/>
              <a:prstDash val="solid"/>
            </a:ln>
          </p:spPr>
        </p:sp>
        <p:sp>
          <p:nvSpPr>
            <p:cNvPr id="6375" name="dense-map-1-cell-145">
              <a:extLst>
                <a:ext uri="{FF2B5EF4-FFF2-40B4-BE49-F238E27FC236}">
                  <a16:creationId xmlns:a16="http://schemas.microsoft.com/office/drawing/2014/main" id="{679DBFCA-504D-40AB-9E4E-F2DE444B2838}"/>
                </a:ext>
              </a:extLst>
            </p:cNvPr>
            <p:cNvSpPr>
              <a:spLocks noGrp="1"/>
            </p:cNvSpPr>
            <p:nvPr/>
          </p:nvSpPr>
          <p:spPr>
            <a:xfrm>
              <a:off x="21240750" y="6293644"/>
              <a:ext cx="236680" cy="6096"/>
            </a:xfrm>
            <a:prstGeom prst="rect">
              <a:avLst/>
            </a:prstGeom>
            <a:solidFill>
              <a:srgbClr val="DCE8ED"/>
            </a:solidFill>
            <a:ln w="0">
              <a:noFill/>
              <a:prstDash val="solid"/>
            </a:ln>
          </p:spPr>
        </p:sp>
        <p:sp>
          <p:nvSpPr>
            <p:cNvPr id="6376" name="dense-map-1-cell-144">
              <a:extLst>
                <a:ext uri="{FF2B5EF4-FFF2-40B4-BE49-F238E27FC236}">
                  <a16:creationId xmlns:a16="http://schemas.microsoft.com/office/drawing/2014/main" id="{8E68E786-6D30-41C4-9125-BF2E82CD3EC2}"/>
                </a:ext>
              </a:extLst>
            </p:cNvPr>
            <p:cNvSpPr>
              <a:spLocks noGrp="1"/>
            </p:cNvSpPr>
            <p:nvPr/>
          </p:nvSpPr>
          <p:spPr>
            <a:xfrm>
              <a:off x="21240750" y="6299597"/>
              <a:ext cx="236680" cy="6096"/>
            </a:xfrm>
            <a:prstGeom prst="rect">
              <a:avLst/>
            </a:prstGeom>
            <a:solidFill>
              <a:srgbClr val="DCE8ED"/>
            </a:solidFill>
            <a:ln w="0">
              <a:noFill/>
              <a:prstDash val="solid"/>
            </a:ln>
          </p:spPr>
        </p:sp>
        <p:sp>
          <p:nvSpPr>
            <p:cNvPr id="6377" name="dense-map-1-cell-143">
              <a:extLst>
                <a:ext uri="{FF2B5EF4-FFF2-40B4-BE49-F238E27FC236}">
                  <a16:creationId xmlns:a16="http://schemas.microsoft.com/office/drawing/2014/main" id="{73989C62-C30A-45BC-80A8-C62698B0B08C}"/>
                </a:ext>
              </a:extLst>
            </p:cNvPr>
            <p:cNvSpPr>
              <a:spLocks noGrp="1"/>
            </p:cNvSpPr>
            <p:nvPr/>
          </p:nvSpPr>
          <p:spPr>
            <a:xfrm>
              <a:off x="21240750" y="6305550"/>
              <a:ext cx="236680" cy="6096"/>
            </a:xfrm>
            <a:prstGeom prst="rect">
              <a:avLst/>
            </a:prstGeom>
            <a:solidFill>
              <a:srgbClr val="DCE8ED"/>
            </a:solidFill>
            <a:ln w="0">
              <a:noFill/>
              <a:prstDash val="solid"/>
            </a:ln>
          </p:spPr>
        </p:sp>
        <p:sp>
          <p:nvSpPr>
            <p:cNvPr id="6378" name="dense-map-1-cell-142">
              <a:extLst>
                <a:ext uri="{FF2B5EF4-FFF2-40B4-BE49-F238E27FC236}">
                  <a16:creationId xmlns:a16="http://schemas.microsoft.com/office/drawing/2014/main" id="{9FED782F-CD8F-45F7-899A-1C5167F73F19}"/>
                </a:ext>
              </a:extLst>
            </p:cNvPr>
            <p:cNvSpPr>
              <a:spLocks noGrp="1"/>
            </p:cNvSpPr>
            <p:nvPr/>
          </p:nvSpPr>
          <p:spPr>
            <a:xfrm>
              <a:off x="21240750" y="6311503"/>
              <a:ext cx="236680" cy="6096"/>
            </a:xfrm>
            <a:prstGeom prst="rect">
              <a:avLst/>
            </a:prstGeom>
            <a:solidFill>
              <a:srgbClr val="DCE8ED"/>
            </a:solidFill>
            <a:ln w="0">
              <a:noFill/>
              <a:prstDash val="solid"/>
            </a:ln>
          </p:spPr>
        </p:sp>
        <p:sp>
          <p:nvSpPr>
            <p:cNvPr id="6379" name="dense-map-1-cell-141">
              <a:extLst>
                <a:ext uri="{FF2B5EF4-FFF2-40B4-BE49-F238E27FC236}">
                  <a16:creationId xmlns:a16="http://schemas.microsoft.com/office/drawing/2014/main" id="{77553A4B-11EA-4738-9110-D60726CFF668}"/>
                </a:ext>
              </a:extLst>
            </p:cNvPr>
            <p:cNvSpPr>
              <a:spLocks noGrp="1"/>
            </p:cNvSpPr>
            <p:nvPr/>
          </p:nvSpPr>
          <p:spPr>
            <a:xfrm>
              <a:off x="21240750" y="6317456"/>
              <a:ext cx="236680" cy="6096"/>
            </a:xfrm>
            <a:prstGeom prst="rect">
              <a:avLst/>
            </a:prstGeom>
            <a:solidFill>
              <a:srgbClr val="DCE8ED"/>
            </a:solidFill>
            <a:ln w="0">
              <a:noFill/>
              <a:prstDash val="solid"/>
            </a:ln>
          </p:spPr>
        </p:sp>
        <p:sp>
          <p:nvSpPr>
            <p:cNvPr id="6380" name="dense-map-1-cell-140">
              <a:extLst>
                <a:ext uri="{FF2B5EF4-FFF2-40B4-BE49-F238E27FC236}">
                  <a16:creationId xmlns:a16="http://schemas.microsoft.com/office/drawing/2014/main" id="{E8BEAE0D-661C-401E-AF85-8AB9A1D3D933}"/>
                </a:ext>
              </a:extLst>
            </p:cNvPr>
            <p:cNvSpPr>
              <a:spLocks noGrp="1"/>
            </p:cNvSpPr>
            <p:nvPr/>
          </p:nvSpPr>
          <p:spPr>
            <a:xfrm>
              <a:off x="21240750" y="6323409"/>
              <a:ext cx="236680" cy="6096"/>
            </a:xfrm>
            <a:prstGeom prst="rect">
              <a:avLst/>
            </a:prstGeom>
            <a:solidFill>
              <a:srgbClr val="DCE8ED"/>
            </a:solidFill>
            <a:ln w="0">
              <a:noFill/>
              <a:prstDash val="solid"/>
            </a:ln>
          </p:spPr>
        </p:sp>
        <p:sp>
          <p:nvSpPr>
            <p:cNvPr id="6381" name="dense-map-1-cell-139">
              <a:extLst>
                <a:ext uri="{FF2B5EF4-FFF2-40B4-BE49-F238E27FC236}">
                  <a16:creationId xmlns:a16="http://schemas.microsoft.com/office/drawing/2014/main" id="{EE078173-D0B5-477B-95D0-3B70D190649B}"/>
                </a:ext>
              </a:extLst>
            </p:cNvPr>
            <p:cNvSpPr>
              <a:spLocks noGrp="1"/>
            </p:cNvSpPr>
            <p:nvPr/>
          </p:nvSpPr>
          <p:spPr>
            <a:xfrm>
              <a:off x="21240750" y="6329363"/>
              <a:ext cx="236680" cy="6096"/>
            </a:xfrm>
            <a:prstGeom prst="rect">
              <a:avLst/>
            </a:prstGeom>
            <a:solidFill>
              <a:srgbClr val="DCE8ED"/>
            </a:solidFill>
            <a:ln w="0">
              <a:noFill/>
              <a:prstDash val="solid"/>
            </a:ln>
          </p:spPr>
        </p:sp>
        <p:sp>
          <p:nvSpPr>
            <p:cNvPr id="6382" name="dense-map-1-cell-138">
              <a:extLst>
                <a:ext uri="{FF2B5EF4-FFF2-40B4-BE49-F238E27FC236}">
                  <a16:creationId xmlns:a16="http://schemas.microsoft.com/office/drawing/2014/main" id="{0141C848-32C3-4646-AB3B-C1510214382A}"/>
                </a:ext>
              </a:extLst>
            </p:cNvPr>
            <p:cNvSpPr>
              <a:spLocks noGrp="1"/>
            </p:cNvSpPr>
            <p:nvPr/>
          </p:nvSpPr>
          <p:spPr>
            <a:xfrm>
              <a:off x="21240750" y="6335316"/>
              <a:ext cx="236680" cy="6096"/>
            </a:xfrm>
            <a:prstGeom prst="rect">
              <a:avLst/>
            </a:prstGeom>
            <a:solidFill>
              <a:srgbClr val="DCE8ED"/>
            </a:solidFill>
            <a:ln w="0">
              <a:noFill/>
              <a:prstDash val="solid"/>
            </a:ln>
          </p:spPr>
        </p:sp>
        <p:sp>
          <p:nvSpPr>
            <p:cNvPr id="6383" name="dense-map-1-cell-137">
              <a:extLst>
                <a:ext uri="{FF2B5EF4-FFF2-40B4-BE49-F238E27FC236}">
                  <a16:creationId xmlns:a16="http://schemas.microsoft.com/office/drawing/2014/main" id="{88519C96-AC6E-4F95-B9DC-FECB9B85E94A}"/>
                </a:ext>
              </a:extLst>
            </p:cNvPr>
            <p:cNvSpPr>
              <a:spLocks noGrp="1"/>
            </p:cNvSpPr>
            <p:nvPr/>
          </p:nvSpPr>
          <p:spPr>
            <a:xfrm>
              <a:off x="21240750" y="6341269"/>
              <a:ext cx="236680" cy="6096"/>
            </a:xfrm>
            <a:prstGeom prst="rect">
              <a:avLst/>
            </a:prstGeom>
            <a:solidFill>
              <a:srgbClr val="DCE8ED"/>
            </a:solidFill>
            <a:ln w="0">
              <a:noFill/>
              <a:prstDash val="solid"/>
            </a:ln>
          </p:spPr>
        </p:sp>
        <p:sp>
          <p:nvSpPr>
            <p:cNvPr id="6384" name="dense-map-1-cell-136">
              <a:extLst>
                <a:ext uri="{FF2B5EF4-FFF2-40B4-BE49-F238E27FC236}">
                  <a16:creationId xmlns:a16="http://schemas.microsoft.com/office/drawing/2014/main" id="{5B8E2C13-FF74-4FCF-8C37-11DB45C6099E}"/>
                </a:ext>
              </a:extLst>
            </p:cNvPr>
            <p:cNvSpPr>
              <a:spLocks noGrp="1"/>
            </p:cNvSpPr>
            <p:nvPr/>
          </p:nvSpPr>
          <p:spPr>
            <a:xfrm>
              <a:off x="21240750" y="6347222"/>
              <a:ext cx="236680" cy="6096"/>
            </a:xfrm>
            <a:prstGeom prst="rect">
              <a:avLst/>
            </a:prstGeom>
            <a:solidFill>
              <a:srgbClr val="DCE8ED"/>
            </a:solidFill>
            <a:ln w="0">
              <a:noFill/>
              <a:prstDash val="solid"/>
            </a:ln>
          </p:spPr>
        </p:sp>
        <p:sp>
          <p:nvSpPr>
            <p:cNvPr id="6385" name="dense-map-1-cell-135">
              <a:extLst>
                <a:ext uri="{FF2B5EF4-FFF2-40B4-BE49-F238E27FC236}">
                  <a16:creationId xmlns:a16="http://schemas.microsoft.com/office/drawing/2014/main" id="{3174EA7D-7F59-4F12-9F43-BB5C8A746452}"/>
                </a:ext>
              </a:extLst>
            </p:cNvPr>
            <p:cNvSpPr>
              <a:spLocks noGrp="1"/>
            </p:cNvSpPr>
            <p:nvPr/>
          </p:nvSpPr>
          <p:spPr>
            <a:xfrm>
              <a:off x="21240750" y="6353175"/>
              <a:ext cx="236680" cy="6096"/>
            </a:xfrm>
            <a:prstGeom prst="rect">
              <a:avLst/>
            </a:prstGeom>
            <a:solidFill>
              <a:srgbClr val="DCE7ED"/>
            </a:solidFill>
            <a:ln w="0">
              <a:noFill/>
              <a:prstDash val="solid"/>
            </a:ln>
          </p:spPr>
        </p:sp>
        <p:sp>
          <p:nvSpPr>
            <p:cNvPr id="6386" name="dense-map-1-cell-134">
              <a:extLst>
                <a:ext uri="{FF2B5EF4-FFF2-40B4-BE49-F238E27FC236}">
                  <a16:creationId xmlns:a16="http://schemas.microsoft.com/office/drawing/2014/main" id="{E1ADDA06-9A1C-47C7-97DE-62034AF58B82}"/>
                </a:ext>
              </a:extLst>
            </p:cNvPr>
            <p:cNvSpPr>
              <a:spLocks noGrp="1"/>
            </p:cNvSpPr>
            <p:nvPr/>
          </p:nvSpPr>
          <p:spPr>
            <a:xfrm>
              <a:off x="21240750" y="6359128"/>
              <a:ext cx="236680" cy="6096"/>
            </a:xfrm>
            <a:prstGeom prst="rect">
              <a:avLst/>
            </a:prstGeom>
            <a:solidFill>
              <a:srgbClr val="D7E0E8"/>
            </a:solidFill>
            <a:ln w="0">
              <a:noFill/>
              <a:prstDash val="solid"/>
            </a:ln>
          </p:spPr>
        </p:sp>
        <p:sp>
          <p:nvSpPr>
            <p:cNvPr id="6387" name="dense-map-1-cell-133">
              <a:extLst>
                <a:ext uri="{FF2B5EF4-FFF2-40B4-BE49-F238E27FC236}">
                  <a16:creationId xmlns:a16="http://schemas.microsoft.com/office/drawing/2014/main" id="{D1F8E175-E75C-4C4C-8A4F-B8820356524D}"/>
                </a:ext>
              </a:extLst>
            </p:cNvPr>
            <p:cNvSpPr>
              <a:spLocks noGrp="1"/>
            </p:cNvSpPr>
            <p:nvPr/>
          </p:nvSpPr>
          <p:spPr>
            <a:xfrm>
              <a:off x="21240750" y="6365081"/>
              <a:ext cx="236680" cy="6096"/>
            </a:xfrm>
            <a:prstGeom prst="rect">
              <a:avLst/>
            </a:prstGeom>
            <a:solidFill>
              <a:srgbClr val="ABD7D2"/>
            </a:solidFill>
            <a:ln w="0">
              <a:noFill/>
              <a:prstDash val="solid"/>
            </a:ln>
          </p:spPr>
        </p:sp>
        <p:sp>
          <p:nvSpPr>
            <p:cNvPr id="6388" name="dense-map-1-cell-132">
              <a:extLst>
                <a:ext uri="{FF2B5EF4-FFF2-40B4-BE49-F238E27FC236}">
                  <a16:creationId xmlns:a16="http://schemas.microsoft.com/office/drawing/2014/main" id="{6620FDD2-C537-43C9-96C1-2455291798F8}"/>
                </a:ext>
              </a:extLst>
            </p:cNvPr>
            <p:cNvSpPr>
              <a:spLocks noGrp="1"/>
            </p:cNvSpPr>
            <p:nvPr/>
          </p:nvSpPr>
          <p:spPr>
            <a:xfrm>
              <a:off x="21240750" y="6371034"/>
              <a:ext cx="236680" cy="6096"/>
            </a:xfrm>
            <a:prstGeom prst="rect">
              <a:avLst/>
            </a:prstGeom>
            <a:solidFill>
              <a:srgbClr val="83CABC"/>
            </a:solidFill>
            <a:ln w="0">
              <a:noFill/>
              <a:prstDash val="solid"/>
            </a:ln>
          </p:spPr>
        </p:sp>
        <p:sp>
          <p:nvSpPr>
            <p:cNvPr id="6389" name="dense-map-1-cell-131">
              <a:extLst>
                <a:ext uri="{FF2B5EF4-FFF2-40B4-BE49-F238E27FC236}">
                  <a16:creationId xmlns:a16="http://schemas.microsoft.com/office/drawing/2014/main" id="{3A007BA4-0E20-4B6E-93AB-FDF683C6298D}"/>
                </a:ext>
              </a:extLst>
            </p:cNvPr>
            <p:cNvSpPr>
              <a:spLocks noGrp="1"/>
            </p:cNvSpPr>
            <p:nvPr/>
          </p:nvSpPr>
          <p:spPr>
            <a:xfrm>
              <a:off x="21240750" y="6376988"/>
              <a:ext cx="236680" cy="6096"/>
            </a:xfrm>
            <a:prstGeom prst="rect">
              <a:avLst/>
            </a:prstGeom>
            <a:solidFill>
              <a:srgbClr val="59BCA4"/>
            </a:solidFill>
            <a:ln w="0">
              <a:noFill/>
              <a:prstDash val="solid"/>
            </a:ln>
          </p:spPr>
        </p:sp>
        <p:sp>
          <p:nvSpPr>
            <p:cNvPr id="6390" name="dense-map-1-cell-130">
              <a:extLst>
                <a:ext uri="{FF2B5EF4-FFF2-40B4-BE49-F238E27FC236}">
                  <a16:creationId xmlns:a16="http://schemas.microsoft.com/office/drawing/2014/main" id="{F5E6AE40-F8A5-421F-B619-6E06A553FE99}"/>
                </a:ext>
              </a:extLst>
            </p:cNvPr>
            <p:cNvSpPr>
              <a:spLocks noGrp="1"/>
            </p:cNvSpPr>
            <p:nvPr/>
          </p:nvSpPr>
          <p:spPr>
            <a:xfrm>
              <a:off x="21240750" y="6382941"/>
              <a:ext cx="236680" cy="6096"/>
            </a:xfrm>
            <a:prstGeom prst="rect">
              <a:avLst/>
            </a:prstGeom>
            <a:solidFill>
              <a:srgbClr val="31AF8E"/>
            </a:solidFill>
            <a:ln w="0">
              <a:noFill/>
              <a:prstDash val="solid"/>
            </a:ln>
          </p:spPr>
        </p:sp>
        <p:sp>
          <p:nvSpPr>
            <p:cNvPr id="6391" name="dense-map-1-cell-129">
              <a:extLst>
                <a:ext uri="{FF2B5EF4-FFF2-40B4-BE49-F238E27FC236}">
                  <a16:creationId xmlns:a16="http://schemas.microsoft.com/office/drawing/2014/main" id="{8F5EB2B4-F473-4648-B348-4BF0A4863029}"/>
                </a:ext>
              </a:extLst>
            </p:cNvPr>
            <p:cNvSpPr>
              <a:spLocks noGrp="1"/>
            </p:cNvSpPr>
            <p:nvPr/>
          </p:nvSpPr>
          <p:spPr>
            <a:xfrm>
              <a:off x="21240750" y="6388894"/>
              <a:ext cx="236680" cy="6096"/>
            </a:xfrm>
            <a:prstGeom prst="rect">
              <a:avLst/>
            </a:prstGeom>
            <a:solidFill>
              <a:srgbClr val="11A47D"/>
            </a:solidFill>
            <a:ln w="0">
              <a:noFill/>
              <a:prstDash val="solid"/>
            </a:ln>
          </p:spPr>
        </p:sp>
        <p:sp>
          <p:nvSpPr>
            <p:cNvPr id="6392" name="dense-map-1-cell-128">
              <a:extLst>
                <a:ext uri="{FF2B5EF4-FFF2-40B4-BE49-F238E27FC236}">
                  <a16:creationId xmlns:a16="http://schemas.microsoft.com/office/drawing/2014/main" id="{CB9F3730-74DC-4B26-9777-78E3EE02533D}"/>
                </a:ext>
              </a:extLst>
            </p:cNvPr>
            <p:cNvSpPr>
              <a:spLocks noGrp="1"/>
            </p:cNvSpPr>
            <p:nvPr/>
          </p:nvSpPr>
          <p:spPr>
            <a:xfrm>
              <a:off x="21240750" y="6394847"/>
              <a:ext cx="236680" cy="6096"/>
            </a:xfrm>
            <a:prstGeom prst="rect">
              <a:avLst/>
            </a:prstGeom>
            <a:solidFill>
              <a:srgbClr val="019E74"/>
            </a:solidFill>
            <a:ln w="0">
              <a:noFill/>
              <a:prstDash val="solid"/>
            </a:ln>
          </p:spPr>
        </p:sp>
        <p:sp>
          <p:nvSpPr>
            <p:cNvPr id="6393" name="dense-map-1-cell-127">
              <a:extLst>
                <a:ext uri="{FF2B5EF4-FFF2-40B4-BE49-F238E27FC236}">
                  <a16:creationId xmlns:a16="http://schemas.microsoft.com/office/drawing/2014/main" id="{7B6DCFED-65C5-4E55-B541-698EEFADA416}"/>
                </a:ext>
              </a:extLst>
            </p:cNvPr>
            <p:cNvSpPr>
              <a:spLocks noGrp="1"/>
            </p:cNvSpPr>
            <p:nvPr/>
          </p:nvSpPr>
          <p:spPr>
            <a:xfrm>
              <a:off x="21240750" y="6400800"/>
              <a:ext cx="236680" cy="6096"/>
            </a:xfrm>
            <a:prstGeom prst="rect">
              <a:avLst/>
            </a:prstGeom>
            <a:solidFill>
              <a:srgbClr val="009E73"/>
            </a:solidFill>
            <a:ln w="0">
              <a:noFill/>
              <a:prstDash val="solid"/>
            </a:ln>
          </p:spPr>
        </p:sp>
        <p:sp>
          <p:nvSpPr>
            <p:cNvPr id="6394" name="dense-map-1-cell-126">
              <a:extLst>
                <a:ext uri="{FF2B5EF4-FFF2-40B4-BE49-F238E27FC236}">
                  <a16:creationId xmlns:a16="http://schemas.microsoft.com/office/drawing/2014/main" id="{011EE910-6FC1-459B-A675-F7F033B7EAB8}"/>
                </a:ext>
              </a:extLst>
            </p:cNvPr>
            <p:cNvSpPr>
              <a:spLocks noGrp="1"/>
            </p:cNvSpPr>
            <p:nvPr/>
          </p:nvSpPr>
          <p:spPr>
            <a:xfrm>
              <a:off x="21240750" y="6406753"/>
              <a:ext cx="236680" cy="6096"/>
            </a:xfrm>
            <a:prstGeom prst="rect">
              <a:avLst/>
            </a:prstGeom>
            <a:solidFill>
              <a:srgbClr val="009E73"/>
            </a:solidFill>
            <a:ln w="0">
              <a:noFill/>
              <a:prstDash val="solid"/>
            </a:ln>
          </p:spPr>
        </p:sp>
        <p:sp>
          <p:nvSpPr>
            <p:cNvPr id="6395" name="dense-map-1-cell-125">
              <a:extLst>
                <a:ext uri="{FF2B5EF4-FFF2-40B4-BE49-F238E27FC236}">
                  <a16:creationId xmlns:a16="http://schemas.microsoft.com/office/drawing/2014/main" id="{EEB4D309-546C-437B-B2F6-BB0C6093A8C1}"/>
                </a:ext>
              </a:extLst>
            </p:cNvPr>
            <p:cNvSpPr>
              <a:spLocks noGrp="1"/>
            </p:cNvSpPr>
            <p:nvPr/>
          </p:nvSpPr>
          <p:spPr>
            <a:xfrm>
              <a:off x="21240750" y="6412706"/>
              <a:ext cx="236680" cy="6096"/>
            </a:xfrm>
            <a:prstGeom prst="rect">
              <a:avLst/>
            </a:prstGeom>
            <a:solidFill>
              <a:srgbClr val="009E73"/>
            </a:solidFill>
            <a:ln w="0">
              <a:noFill/>
              <a:prstDash val="solid"/>
            </a:ln>
          </p:spPr>
        </p:sp>
        <p:sp>
          <p:nvSpPr>
            <p:cNvPr id="6396" name="dense-map-1-cell-124">
              <a:extLst>
                <a:ext uri="{FF2B5EF4-FFF2-40B4-BE49-F238E27FC236}">
                  <a16:creationId xmlns:a16="http://schemas.microsoft.com/office/drawing/2014/main" id="{0ABE19AF-5603-4320-833D-6BF98AC81010}"/>
                </a:ext>
              </a:extLst>
            </p:cNvPr>
            <p:cNvSpPr>
              <a:spLocks noGrp="1"/>
            </p:cNvSpPr>
            <p:nvPr/>
          </p:nvSpPr>
          <p:spPr>
            <a:xfrm>
              <a:off x="21240750" y="6418659"/>
              <a:ext cx="236680" cy="6096"/>
            </a:xfrm>
            <a:prstGeom prst="rect">
              <a:avLst/>
            </a:prstGeom>
            <a:solidFill>
              <a:srgbClr val="009E73"/>
            </a:solidFill>
            <a:ln w="0">
              <a:noFill/>
              <a:prstDash val="solid"/>
            </a:ln>
          </p:spPr>
        </p:sp>
        <p:sp>
          <p:nvSpPr>
            <p:cNvPr id="6397" name="dense-map-1-cell-123">
              <a:extLst>
                <a:ext uri="{FF2B5EF4-FFF2-40B4-BE49-F238E27FC236}">
                  <a16:creationId xmlns:a16="http://schemas.microsoft.com/office/drawing/2014/main" id="{D8E2FCFC-FDEE-4660-A3B4-4EAC01835B4E}"/>
                </a:ext>
              </a:extLst>
            </p:cNvPr>
            <p:cNvSpPr>
              <a:spLocks noGrp="1"/>
            </p:cNvSpPr>
            <p:nvPr/>
          </p:nvSpPr>
          <p:spPr>
            <a:xfrm>
              <a:off x="21240750" y="6424613"/>
              <a:ext cx="236680" cy="6096"/>
            </a:xfrm>
            <a:prstGeom prst="rect">
              <a:avLst/>
            </a:prstGeom>
            <a:solidFill>
              <a:srgbClr val="009E73"/>
            </a:solidFill>
            <a:ln w="0">
              <a:noFill/>
              <a:prstDash val="solid"/>
            </a:ln>
          </p:spPr>
        </p:sp>
        <p:sp>
          <p:nvSpPr>
            <p:cNvPr id="6398" name="dense-map-1-cell-122">
              <a:extLst>
                <a:ext uri="{FF2B5EF4-FFF2-40B4-BE49-F238E27FC236}">
                  <a16:creationId xmlns:a16="http://schemas.microsoft.com/office/drawing/2014/main" id="{4B00C242-0D04-48E3-88C4-348EAED8F499}"/>
                </a:ext>
              </a:extLst>
            </p:cNvPr>
            <p:cNvSpPr>
              <a:spLocks noGrp="1"/>
            </p:cNvSpPr>
            <p:nvPr/>
          </p:nvSpPr>
          <p:spPr>
            <a:xfrm>
              <a:off x="21240750" y="6430566"/>
              <a:ext cx="236680" cy="6096"/>
            </a:xfrm>
            <a:prstGeom prst="rect">
              <a:avLst/>
            </a:prstGeom>
            <a:solidFill>
              <a:srgbClr val="009E73"/>
            </a:solidFill>
            <a:ln w="0">
              <a:noFill/>
              <a:prstDash val="solid"/>
            </a:ln>
          </p:spPr>
        </p:sp>
        <p:sp>
          <p:nvSpPr>
            <p:cNvPr id="6399" name="dense-map-1-cell-121">
              <a:extLst>
                <a:ext uri="{FF2B5EF4-FFF2-40B4-BE49-F238E27FC236}">
                  <a16:creationId xmlns:a16="http://schemas.microsoft.com/office/drawing/2014/main" id="{158A89A6-6425-480D-8965-FFEF25465B6E}"/>
                </a:ext>
              </a:extLst>
            </p:cNvPr>
            <p:cNvSpPr>
              <a:spLocks noGrp="1"/>
            </p:cNvSpPr>
            <p:nvPr/>
          </p:nvSpPr>
          <p:spPr>
            <a:xfrm>
              <a:off x="21240750" y="6436519"/>
              <a:ext cx="236680" cy="6096"/>
            </a:xfrm>
            <a:prstGeom prst="rect">
              <a:avLst/>
            </a:prstGeom>
            <a:solidFill>
              <a:srgbClr val="009E73"/>
            </a:solidFill>
            <a:ln w="0">
              <a:noFill/>
              <a:prstDash val="solid"/>
            </a:ln>
          </p:spPr>
        </p:sp>
        <p:sp>
          <p:nvSpPr>
            <p:cNvPr id="6400" name="dense-map-1-cell-120">
              <a:extLst>
                <a:ext uri="{FF2B5EF4-FFF2-40B4-BE49-F238E27FC236}">
                  <a16:creationId xmlns:a16="http://schemas.microsoft.com/office/drawing/2014/main" id="{5796661C-B7B0-4EC2-A028-EB4830C89A32}"/>
                </a:ext>
              </a:extLst>
            </p:cNvPr>
            <p:cNvSpPr>
              <a:spLocks noGrp="1"/>
            </p:cNvSpPr>
            <p:nvPr/>
          </p:nvSpPr>
          <p:spPr>
            <a:xfrm>
              <a:off x="21240750" y="6442472"/>
              <a:ext cx="236680" cy="6096"/>
            </a:xfrm>
            <a:prstGeom prst="rect">
              <a:avLst/>
            </a:prstGeom>
            <a:solidFill>
              <a:srgbClr val="009E73"/>
            </a:solidFill>
            <a:ln w="0">
              <a:noFill/>
              <a:prstDash val="solid"/>
            </a:ln>
          </p:spPr>
        </p:sp>
        <p:sp>
          <p:nvSpPr>
            <p:cNvPr id="6401" name="dense-map-1-cell-119">
              <a:extLst>
                <a:ext uri="{FF2B5EF4-FFF2-40B4-BE49-F238E27FC236}">
                  <a16:creationId xmlns:a16="http://schemas.microsoft.com/office/drawing/2014/main" id="{2D9C2BEF-569B-4025-AB3F-B40AFF34CF2C}"/>
                </a:ext>
              </a:extLst>
            </p:cNvPr>
            <p:cNvSpPr>
              <a:spLocks noGrp="1"/>
            </p:cNvSpPr>
            <p:nvPr/>
          </p:nvSpPr>
          <p:spPr>
            <a:xfrm>
              <a:off x="21240750" y="6448425"/>
              <a:ext cx="236680" cy="6096"/>
            </a:xfrm>
            <a:prstGeom prst="rect">
              <a:avLst/>
            </a:prstGeom>
            <a:solidFill>
              <a:srgbClr val="009E73"/>
            </a:solidFill>
            <a:ln w="0">
              <a:noFill/>
              <a:prstDash val="solid"/>
            </a:ln>
          </p:spPr>
        </p:sp>
        <p:sp>
          <p:nvSpPr>
            <p:cNvPr id="6402" name="dense-map-1-cell-118">
              <a:extLst>
                <a:ext uri="{FF2B5EF4-FFF2-40B4-BE49-F238E27FC236}">
                  <a16:creationId xmlns:a16="http://schemas.microsoft.com/office/drawing/2014/main" id="{C054B2DD-6618-4154-85B5-C5CEE627FE56}"/>
                </a:ext>
              </a:extLst>
            </p:cNvPr>
            <p:cNvSpPr>
              <a:spLocks noGrp="1"/>
            </p:cNvSpPr>
            <p:nvPr/>
          </p:nvSpPr>
          <p:spPr>
            <a:xfrm>
              <a:off x="21240750" y="6454378"/>
              <a:ext cx="236680" cy="6096"/>
            </a:xfrm>
            <a:prstGeom prst="rect">
              <a:avLst/>
            </a:prstGeom>
            <a:solidFill>
              <a:srgbClr val="009E73"/>
            </a:solidFill>
            <a:ln w="0">
              <a:noFill/>
              <a:prstDash val="solid"/>
            </a:ln>
          </p:spPr>
        </p:sp>
        <p:sp>
          <p:nvSpPr>
            <p:cNvPr id="6403" name="dense-map-1-cell-117">
              <a:extLst>
                <a:ext uri="{FF2B5EF4-FFF2-40B4-BE49-F238E27FC236}">
                  <a16:creationId xmlns:a16="http://schemas.microsoft.com/office/drawing/2014/main" id="{602DE112-2EA9-4806-8888-83D1ABEBD8E3}"/>
                </a:ext>
              </a:extLst>
            </p:cNvPr>
            <p:cNvSpPr>
              <a:spLocks noGrp="1"/>
            </p:cNvSpPr>
            <p:nvPr/>
          </p:nvSpPr>
          <p:spPr>
            <a:xfrm>
              <a:off x="21240750" y="6460331"/>
              <a:ext cx="236680" cy="6096"/>
            </a:xfrm>
            <a:prstGeom prst="rect">
              <a:avLst/>
            </a:prstGeom>
            <a:solidFill>
              <a:srgbClr val="009E73"/>
            </a:solidFill>
            <a:ln w="0">
              <a:noFill/>
              <a:prstDash val="solid"/>
            </a:ln>
          </p:spPr>
        </p:sp>
        <p:sp>
          <p:nvSpPr>
            <p:cNvPr id="6404" name="dense-map-1-cell-116">
              <a:extLst>
                <a:ext uri="{FF2B5EF4-FFF2-40B4-BE49-F238E27FC236}">
                  <a16:creationId xmlns:a16="http://schemas.microsoft.com/office/drawing/2014/main" id="{1476D73C-DA14-4F76-B624-E67466E3AF18}"/>
                </a:ext>
              </a:extLst>
            </p:cNvPr>
            <p:cNvSpPr>
              <a:spLocks noGrp="1"/>
            </p:cNvSpPr>
            <p:nvPr/>
          </p:nvSpPr>
          <p:spPr>
            <a:xfrm>
              <a:off x="21240750" y="6466284"/>
              <a:ext cx="236680" cy="6096"/>
            </a:xfrm>
            <a:prstGeom prst="rect">
              <a:avLst/>
            </a:prstGeom>
            <a:solidFill>
              <a:srgbClr val="009E73"/>
            </a:solidFill>
            <a:ln w="0">
              <a:noFill/>
              <a:prstDash val="solid"/>
            </a:ln>
          </p:spPr>
        </p:sp>
        <p:sp>
          <p:nvSpPr>
            <p:cNvPr id="6405" name="dense-map-1-cell-115">
              <a:extLst>
                <a:ext uri="{FF2B5EF4-FFF2-40B4-BE49-F238E27FC236}">
                  <a16:creationId xmlns:a16="http://schemas.microsoft.com/office/drawing/2014/main" id="{21764075-CBCB-4487-A73F-83F856168D47}"/>
                </a:ext>
              </a:extLst>
            </p:cNvPr>
            <p:cNvSpPr>
              <a:spLocks noGrp="1"/>
            </p:cNvSpPr>
            <p:nvPr/>
          </p:nvSpPr>
          <p:spPr>
            <a:xfrm>
              <a:off x="21240750" y="6472238"/>
              <a:ext cx="236680" cy="6096"/>
            </a:xfrm>
            <a:prstGeom prst="rect">
              <a:avLst/>
            </a:prstGeom>
            <a:solidFill>
              <a:srgbClr val="07A177"/>
            </a:solidFill>
            <a:ln w="0">
              <a:noFill/>
              <a:prstDash val="solid"/>
            </a:ln>
          </p:spPr>
        </p:sp>
        <p:sp>
          <p:nvSpPr>
            <p:cNvPr id="6406" name="dense-map-1-cell-114">
              <a:extLst>
                <a:ext uri="{FF2B5EF4-FFF2-40B4-BE49-F238E27FC236}">
                  <a16:creationId xmlns:a16="http://schemas.microsoft.com/office/drawing/2014/main" id="{2260CE8F-6C47-4453-9477-F9296B54E860}"/>
                </a:ext>
              </a:extLst>
            </p:cNvPr>
            <p:cNvSpPr>
              <a:spLocks noGrp="1"/>
            </p:cNvSpPr>
            <p:nvPr/>
          </p:nvSpPr>
          <p:spPr>
            <a:xfrm>
              <a:off x="21240750" y="6478191"/>
              <a:ext cx="236680" cy="6096"/>
            </a:xfrm>
            <a:prstGeom prst="rect">
              <a:avLst/>
            </a:prstGeom>
            <a:solidFill>
              <a:srgbClr val="1AA781"/>
            </a:solidFill>
            <a:ln w="0">
              <a:noFill/>
              <a:prstDash val="solid"/>
            </a:ln>
          </p:spPr>
        </p:sp>
        <p:sp>
          <p:nvSpPr>
            <p:cNvPr id="6407" name="dense-map-1-cell-113">
              <a:extLst>
                <a:ext uri="{FF2B5EF4-FFF2-40B4-BE49-F238E27FC236}">
                  <a16:creationId xmlns:a16="http://schemas.microsoft.com/office/drawing/2014/main" id="{4D89EC3F-F12A-4B19-B0E3-E801FAD92F50}"/>
                </a:ext>
              </a:extLst>
            </p:cNvPr>
            <p:cNvSpPr>
              <a:spLocks noGrp="1"/>
            </p:cNvSpPr>
            <p:nvPr/>
          </p:nvSpPr>
          <p:spPr>
            <a:xfrm>
              <a:off x="21240750" y="6484144"/>
              <a:ext cx="236680" cy="6096"/>
            </a:xfrm>
            <a:prstGeom prst="rect">
              <a:avLst/>
            </a:prstGeom>
            <a:solidFill>
              <a:srgbClr val="2EAE8D"/>
            </a:solidFill>
            <a:ln w="0">
              <a:noFill/>
              <a:prstDash val="solid"/>
            </a:ln>
          </p:spPr>
        </p:sp>
        <p:sp>
          <p:nvSpPr>
            <p:cNvPr id="6408" name="dense-map-1-cell-112">
              <a:extLst>
                <a:ext uri="{FF2B5EF4-FFF2-40B4-BE49-F238E27FC236}">
                  <a16:creationId xmlns:a16="http://schemas.microsoft.com/office/drawing/2014/main" id="{4EBBE14B-896D-4886-A961-B7F25D310782}"/>
                </a:ext>
              </a:extLst>
            </p:cNvPr>
            <p:cNvSpPr>
              <a:spLocks noGrp="1"/>
            </p:cNvSpPr>
            <p:nvPr/>
          </p:nvSpPr>
          <p:spPr>
            <a:xfrm>
              <a:off x="21240750" y="6490097"/>
              <a:ext cx="236680" cy="6096"/>
            </a:xfrm>
            <a:prstGeom prst="rect">
              <a:avLst/>
            </a:prstGeom>
            <a:solidFill>
              <a:srgbClr val="48B69B"/>
            </a:solidFill>
            <a:ln w="0">
              <a:noFill/>
              <a:prstDash val="solid"/>
            </a:ln>
          </p:spPr>
        </p:sp>
        <p:sp>
          <p:nvSpPr>
            <p:cNvPr id="6409" name="dense-map-1-cell-111">
              <a:extLst>
                <a:ext uri="{FF2B5EF4-FFF2-40B4-BE49-F238E27FC236}">
                  <a16:creationId xmlns:a16="http://schemas.microsoft.com/office/drawing/2014/main" id="{D17580C5-0B59-4C61-8907-4FBCE0110199}"/>
                </a:ext>
              </a:extLst>
            </p:cNvPr>
            <p:cNvSpPr>
              <a:spLocks noGrp="1"/>
            </p:cNvSpPr>
            <p:nvPr/>
          </p:nvSpPr>
          <p:spPr>
            <a:xfrm>
              <a:off x="21240750" y="6496050"/>
              <a:ext cx="236680" cy="6096"/>
            </a:xfrm>
            <a:prstGeom prst="rect">
              <a:avLst/>
            </a:prstGeom>
            <a:solidFill>
              <a:srgbClr val="60BEA8"/>
            </a:solidFill>
            <a:ln w="0">
              <a:noFill/>
              <a:prstDash val="solid"/>
            </a:ln>
          </p:spPr>
        </p:sp>
        <p:sp>
          <p:nvSpPr>
            <p:cNvPr id="6410" name="dense-map-1-cell-110">
              <a:extLst>
                <a:ext uri="{FF2B5EF4-FFF2-40B4-BE49-F238E27FC236}">
                  <a16:creationId xmlns:a16="http://schemas.microsoft.com/office/drawing/2014/main" id="{7EFBD934-E954-43F8-9676-A7FCBAF07129}"/>
                </a:ext>
              </a:extLst>
            </p:cNvPr>
            <p:cNvSpPr>
              <a:spLocks noGrp="1"/>
            </p:cNvSpPr>
            <p:nvPr/>
          </p:nvSpPr>
          <p:spPr>
            <a:xfrm>
              <a:off x="21240750" y="6502003"/>
              <a:ext cx="236680" cy="6096"/>
            </a:xfrm>
            <a:prstGeom prst="rect">
              <a:avLst/>
            </a:prstGeom>
            <a:solidFill>
              <a:srgbClr val="73C5B3"/>
            </a:solidFill>
            <a:ln w="0">
              <a:noFill/>
              <a:prstDash val="solid"/>
            </a:ln>
          </p:spPr>
        </p:sp>
        <p:sp>
          <p:nvSpPr>
            <p:cNvPr id="6411" name="dense-map-1-cell-109">
              <a:extLst>
                <a:ext uri="{FF2B5EF4-FFF2-40B4-BE49-F238E27FC236}">
                  <a16:creationId xmlns:a16="http://schemas.microsoft.com/office/drawing/2014/main" id="{AD63BBCB-FADD-48B5-B672-56A8400B521F}"/>
                </a:ext>
              </a:extLst>
            </p:cNvPr>
            <p:cNvSpPr>
              <a:spLocks noGrp="1"/>
            </p:cNvSpPr>
            <p:nvPr/>
          </p:nvSpPr>
          <p:spPr>
            <a:xfrm>
              <a:off x="21240750" y="6507956"/>
              <a:ext cx="236680" cy="6096"/>
            </a:xfrm>
            <a:prstGeom prst="rect">
              <a:avLst/>
            </a:prstGeom>
            <a:solidFill>
              <a:srgbClr val="7FC9B9"/>
            </a:solidFill>
            <a:ln w="0">
              <a:noFill/>
              <a:prstDash val="solid"/>
            </a:ln>
          </p:spPr>
        </p:sp>
        <p:sp>
          <p:nvSpPr>
            <p:cNvPr id="6412" name="dense-map-1-cell-108">
              <a:extLst>
                <a:ext uri="{FF2B5EF4-FFF2-40B4-BE49-F238E27FC236}">
                  <a16:creationId xmlns:a16="http://schemas.microsoft.com/office/drawing/2014/main" id="{B288EA8C-900E-490F-921A-B18FBF5CB555}"/>
                </a:ext>
              </a:extLst>
            </p:cNvPr>
            <p:cNvSpPr>
              <a:spLocks noGrp="1"/>
            </p:cNvSpPr>
            <p:nvPr/>
          </p:nvSpPr>
          <p:spPr>
            <a:xfrm>
              <a:off x="21240750" y="6513909"/>
              <a:ext cx="236680" cy="6096"/>
            </a:xfrm>
            <a:prstGeom prst="rect">
              <a:avLst/>
            </a:prstGeom>
            <a:solidFill>
              <a:srgbClr val="81C9BA"/>
            </a:solidFill>
            <a:ln w="0">
              <a:noFill/>
              <a:prstDash val="solid"/>
            </a:ln>
          </p:spPr>
        </p:sp>
        <p:sp>
          <p:nvSpPr>
            <p:cNvPr id="6413" name="dense-map-1-cell-107">
              <a:extLst>
                <a:ext uri="{FF2B5EF4-FFF2-40B4-BE49-F238E27FC236}">
                  <a16:creationId xmlns:a16="http://schemas.microsoft.com/office/drawing/2014/main" id="{66999307-E1BC-4499-8AE9-161A7EC2D75B}"/>
                </a:ext>
              </a:extLst>
            </p:cNvPr>
            <p:cNvSpPr>
              <a:spLocks noGrp="1"/>
            </p:cNvSpPr>
            <p:nvPr/>
          </p:nvSpPr>
          <p:spPr>
            <a:xfrm>
              <a:off x="21240750" y="6519863"/>
              <a:ext cx="236680" cy="6096"/>
            </a:xfrm>
            <a:prstGeom prst="rect">
              <a:avLst/>
            </a:prstGeom>
            <a:solidFill>
              <a:srgbClr val="81C9BA"/>
            </a:solidFill>
            <a:ln w="0">
              <a:noFill/>
              <a:prstDash val="solid"/>
            </a:ln>
          </p:spPr>
        </p:sp>
        <p:sp>
          <p:nvSpPr>
            <p:cNvPr id="6414" name="dense-map-1-cell-106">
              <a:extLst>
                <a:ext uri="{FF2B5EF4-FFF2-40B4-BE49-F238E27FC236}">
                  <a16:creationId xmlns:a16="http://schemas.microsoft.com/office/drawing/2014/main" id="{8CFF535C-6742-4723-AAA1-9F531E6876E5}"/>
                </a:ext>
              </a:extLst>
            </p:cNvPr>
            <p:cNvSpPr>
              <a:spLocks noGrp="1"/>
            </p:cNvSpPr>
            <p:nvPr/>
          </p:nvSpPr>
          <p:spPr>
            <a:xfrm>
              <a:off x="21240750" y="6525816"/>
              <a:ext cx="236680" cy="6096"/>
            </a:xfrm>
            <a:prstGeom prst="rect">
              <a:avLst/>
            </a:prstGeom>
            <a:solidFill>
              <a:srgbClr val="81C9BA"/>
            </a:solidFill>
            <a:ln w="0">
              <a:noFill/>
              <a:prstDash val="solid"/>
            </a:ln>
          </p:spPr>
        </p:sp>
        <p:sp>
          <p:nvSpPr>
            <p:cNvPr id="6415" name="dense-map-1-cell-105">
              <a:extLst>
                <a:ext uri="{FF2B5EF4-FFF2-40B4-BE49-F238E27FC236}">
                  <a16:creationId xmlns:a16="http://schemas.microsoft.com/office/drawing/2014/main" id="{4A6E6094-4FBC-4D21-8CF5-FE6AA7030F8D}"/>
                </a:ext>
              </a:extLst>
            </p:cNvPr>
            <p:cNvSpPr>
              <a:spLocks noGrp="1"/>
            </p:cNvSpPr>
            <p:nvPr/>
          </p:nvSpPr>
          <p:spPr>
            <a:xfrm>
              <a:off x="21240750" y="6531769"/>
              <a:ext cx="236680" cy="6096"/>
            </a:xfrm>
            <a:prstGeom prst="rect">
              <a:avLst/>
            </a:prstGeom>
            <a:solidFill>
              <a:srgbClr val="81C9BA"/>
            </a:solidFill>
            <a:ln w="0">
              <a:noFill/>
              <a:prstDash val="solid"/>
            </a:ln>
          </p:spPr>
        </p:sp>
        <p:sp>
          <p:nvSpPr>
            <p:cNvPr id="6416" name="dense-map-1-cell-104">
              <a:extLst>
                <a:ext uri="{FF2B5EF4-FFF2-40B4-BE49-F238E27FC236}">
                  <a16:creationId xmlns:a16="http://schemas.microsoft.com/office/drawing/2014/main" id="{EB6B1CFE-3BA8-4D57-92B0-EDD479DEEC3A}"/>
                </a:ext>
              </a:extLst>
            </p:cNvPr>
            <p:cNvSpPr>
              <a:spLocks noGrp="1"/>
            </p:cNvSpPr>
            <p:nvPr/>
          </p:nvSpPr>
          <p:spPr>
            <a:xfrm>
              <a:off x="21240750" y="6537722"/>
              <a:ext cx="236680" cy="6096"/>
            </a:xfrm>
            <a:prstGeom prst="rect">
              <a:avLst/>
            </a:prstGeom>
            <a:solidFill>
              <a:srgbClr val="81C9BA"/>
            </a:solidFill>
            <a:ln w="0">
              <a:noFill/>
              <a:prstDash val="solid"/>
            </a:ln>
          </p:spPr>
        </p:sp>
        <p:sp>
          <p:nvSpPr>
            <p:cNvPr id="6417" name="dense-map-1-cell-103">
              <a:extLst>
                <a:ext uri="{FF2B5EF4-FFF2-40B4-BE49-F238E27FC236}">
                  <a16:creationId xmlns:a16="http://schemas.microsoft.com/office/drawing/2014/main" id="{8468668B-5228-4F77-8256-A3DB3A0A0F57}"/>
                </a:ext>
              </a:extLst>
            </p:cNvPr>
            <p:cNvSpPr>
              <a:spLocks noGrp="1"/>
            </p:cNvSpPr>
            <p:nvPr/>
          </p:nvSpPr>
          <p:spPr>
            <a:xfrm>
              <a:off x="21240750" y="6543675"/>
              <a:ext cx="236680" cy="6096"/>
            </a:xfrm>
            <a:prstGeom prst="rect">
              <a:avLst/>
            </a:prstGeom>
            <a:solidFill>
              <a:srgbClr val="81C9BA"/>
            </a:solidFill>
            <a:ln w="0">
              <a:noFill/>
              <a:prstDash val="solid"/>
            </a:ln>
          </p:spPr>
        </p:sp>
        <p:sp>
          <p:nvSpPr>
            <p:cNvPr id="6418" name="dense-map-1-cell-102">
              <a:extLst>
                <a:ext uri="{FF2B5EF4-FFF2-40B4-BE49-F238E27FC236}">
                  <a16:creationId xmlns:a16="http://schemas.microsoft.com/office/drawing/2014/main" id="{010EABBA-F95F-4C92-8A3A-E6DC6E752DB5}"/>
                </a:ext>
              </a:extLst>
            </p:cNvPr>
            <p:cNvSpPr>
              <a:spLocks noGrp="1"/>
            </p:cNvSpPr>
            <p:nvPr/>
          </p:nvSpPr>
          <p:spPr>
            <a:xfrm>
              <a:off x="21240750" y="6549628"/>
              <a:ext cx="236680" cy="6096"/>
            </a:xfrm>
            <a:prstGeom prst="rect">
              <a:avLst/>
            </a:prstGeom>
            <a:solidFill>
              <a:srgbClr val="81C9BA"/>
            </a:solidFill>
            <a:ln w="0">
              <a:noFill/>
              <a:prstDash val="solid"/>
            </a:ln>
          </p:spPr>
        </p:sp>
        <p:sp>
          <p:nvSpPr>
            <p:cNvPr id="6419" name="dense-map-1-cell-101">
              <a:extLst>
                <a:ext uri="{FF2B5EF4-FFF2-40B4-BE49-F238E27FC236}">
                  <a16:creationId xmlns:a16="http://schemas.microsoft.com/office/drawing/2014/main" id="{B7C73114-4C28-4BDF-B4EF-2A71C2D37CC9}"/>
                </a:ext>
              </a:extLst>
            </p:cNvPr>
            <p:cNvSpPr>
              <a:spLocks noGrp="1"/>
            </p:cNvSpPr>
            <p:nvPr/>
          </p:nvSpPr>
          <p:spPr>
            <a:xfrm>
              <a:off x="21240750" y="6555581"/>
              <a:ext cx="236680" cy="6096"/>
            </a:xfrm>
            <a:prstGeom prst="rect">
              <a:avLst/>
            </a:prstGeom>
            <a:solidFill>
              <a:srgbClr val="81C9BA"/>
            </a:solidFill>
            <a:ln w="0">
              <a:noFill/>
              <a:prstDash val="solid"/>
            </a:ln>
          </p:spPr>
        </p:sp>
        <p:sp>
          <p:nvSpPr>
            <p:cNvPr id="6420" name="dense-map-1-cell-100">
              <a:extLst>
                <a:ext uri="{FF2B5EF4-FFF2-40B4-BE49-F238E27FC236}">
                  <a16:creationId xmlns:a16="http://schemas.microsoft.com/office/drawing/2014/main" id="{E340EC8E-C356-4499-86FD-9676F6DD57F2}"/>
                </a:ext>
              </a:extLst>
            </p:cNvPr>
            <p:cNvSpPr>
              <a:spLocks noGrp="1"/>
            </p:cNvSpPr>
            <p:nvPr/>
          </p:nvSpPr>
          <p:spPr>
            <a:xfrm>
              <a:off x="21240750" y="6561534"/>
              <a:ext cx="236680" cy="6096"/>
            </a:xfrm>
            <a:prstGeom prst="rect">
              <a:avLst/>
            </a:prstGeom>
            <a:solidFill>
              <a:srgbClr val="81C9BA"/>
            </a:solidFill>
            <a:ln w="0">
              <a:noFill/>
              <a:prstDash val="solid"/>
            </a:ln>
          </p:spPr>
        </p:sp>
        <p:sp>
          <p:nvSpPr>
            <p:cNvPr id="6421" name="dense-map-1-cell-99">
              <a:extLst>
                <a:ext uri="{FF2B5EF4-FFF2-40B4-BE49-F238E27FC236}">
                  <a16:creationId xmlns:a16="http://schemas.microsoft.com/office/drawing/2014/main" id="{03B80F43-217C-4D8E-8428-AFC9AD5AC230}"/>
                </a:ext>
              </a:extLst>
            </p:cNvPr>
            <p:cNvSpPr>
              <a:spLocks noGrp="1"/>
            </p:cNvSpPr>
            <p:nvPr/>
          </p:nvSpPr>
          <p:spPr>
            <a:xfrm>
              <a:off x="21240750" y="6567488"/>
              <a:ext cx="236680" cy="6096"/>
            </a:xfrm>
            <a:prstGeom prst="rect">
              <a:avLst/>
            </a:prstGeom>
            <a:solidFill>
              <a:srgbClr val="81C9BA"/>
            </a:solidFill>
            <a:ln w="0">
              <a:noFill/>
              <a:prstDash val="solid"/>
            </a:ln>
          </p:spPr>
        </p:sp>
        <p:sp>
          <p:nvSpPr>
            <p:cNvPr id="6422" name="dense-map-1-cell-98">
              <a:extLst>
                <a:ext uri="{FF2B5EF4-FFF2-40B4-BE49-F238E27FC236}">
                  <a16:creationId xmlns:a16="http://schemas.microsoft.com/office/drawing/2014/main" id="{48818546-662A-4598-A517-6AAF2B688487}"/>
                </a:ext>
              </a:extLst>
            </p:cNvPr>
            <p:cNvSpPr>
              <a:spLocks noGrp="1"/>
            </p:cNvSpPr>
            <p:nvPr/>
          </p:nvSpPr>
          <p:spPr>
            <a:xfrm>
              <a:off x="21240750" y="6573441"/>
              <a:ext cx="236680" cy="6096"/>
            </a:xfrm>
            <a:prstGeom prst="rect">
              <a:avLst/>
            </a:prstGeom>
            <a:solidFill>
              <a:srgbClr val="81C9BA"/>
            </a:solidFill>
            <a:ln w="0">
              <a:noFill/>
              <a:prstDash val="solid"/>
            </a:ln>
          </p:spPr>
        </p:sp>
        <p:sp>
          <p:nvSpPr>
            <p:cNvPr id="6423" name="dense-map-1-cell-97">
              <a:extLst>
                <a:ext uri="{FF2B5EF4-FFF2-40B4-BE49-F238E27FC236}">
                  <a16:creationId xmlns:a16="http://schemas.microsoft.com/office/drawing/2014/main" id="{C004541A-9D55-4F33-9A49-7A4E3A876904}"/>
                </a:ext>
              </a:extLst>
            </p:cNvPr>
            <p:cNvSpPr>
              <a:spLocks noGrp="1"/>
            </p:cNvSpPr>
            <p:nvPr/>
          </p:nvSpPr>
          <p:spPr>
            <a:xfrm>
              <a:off x="21240750" y="6579394"/>
              <a:ext cx="236680" cy="6096"/>
            </a:xfrm>
            <a:prstGeom prst="rect">
              <a:avLst/>
            </a:prstGeom>
            <a:solidFill>
              <a:srgbClr val="81C9BA"/>
            </a:solidFill>
            <a:ln w="0">
              <a:noFill/>
              <a:prstDash val="solid"/>
            </a:ln>
          </p:spPr>
        </p:sp>
        <p:sp>
          <p:nvSpPr>
            <p:cNvPr id="6424" name="dense-map-1-cell-96">
              <a:extLst>
                <a:ext uri="{FF2B5EF4-FFF2-40B4-BE49-F238E27FC236}">
                  <a16:creationId xmlns:a16="http://schemas.microsoft.com/office/drawing/2014/main" id="{7BC139E5-0965-4896-895C-38C43773B7AE}"/>
                </a:ext>
              </a:extLst>
            </p:cNvPr>
            <p:cNvSpPr>
              <a:spLocks noGrp="1"/>
            </p:cNvSpPr>
            <p:nvPr/>
          </p:nvSpPr>
          <p:spPr>
            <a:xfrm>
              <a:off x="21240750" y="6585347"/>
              <a:ext cx="236680" cy="6096"/>
            </a:xfrm>
            <a:prstGeom prst="rect">
              <a:avLst/>
            </a:prstGeom>
            <a:solidFill>
              <a:srgbClr val="81C9BA"/>
            </a:solidFill>
            <a:ln w="0">
              <a:noFill/>
              <a:prstDash val="solid"/>
            </a:ln>
          </p:spPr>
        </p:sp>
        <p:sp>
          <p:nvSpPr>
            <p:cNvPr id="6425" name="dense-map-1-cell-95">
              <a:extLst>
                <a:ext uri="{FF2B5EF4-FFF2-40B4-BE49-F238E27FC236}">
                  <a16:creationId xmlns:a16="http://schemas.microsoft.com/office/drawing/2014/main" id="{FE2E50BD-A56C-4819-B06F-CA5370655715}"/>
                </a:ext>
              </a:extLst>
            </p:cNvPr>
            <p:cNvSpPr>
              <a:spLocks noGrp="1"/>
            </p:cNvSpPr>
            <p:nvPr/>
          </p:nvSpPr>
          <p:spPr>
            <a:xfrm>
              <a:off x="21240750" y="6591300"/>
              <a:ext cx="236680" cy="6096"/>
            </a:xfrm>
            <a:prstGeom prst="rect">
              <a:avLst/>
            </a:prstGeom>
            <a:solidFill>
              <a:srgbClr val="81C9BA"/>
            </a:solidFill>
            <a:ln w="0">
              <a:noFill/>
              <a:prstDash val="solid"/>
            </a:ln>
          </p:spPr>
        </p:sp>
        <p:sp>
          <p:nvSpPr>
            <p:cNvPr id="6426" name="dense-map-1-cell-94">
              <a:extLst>
                <a:ext uri="{FF2B5EF4-FFF2-40B4-BE49-F238E27FC236}">
                  <a16:creationId xmlns:a16="http://schemas.microsoft.com/office/drawing/2014/main" id="{2A1D332F-7DC8-4D1B-9B00-B75154386181}"/>
                </a:ext>
              </a:extLst>
            </p:cNvPr>
            <p:cNvSpPr>
              <a:spLocks noGrp="1"/>
            </p:cNvSpPr>
            <p:nvPr/>
          </p:nvSpPr>
          <p:spPr>
            <a:xfrm>
              <a:off x="21240750" y="6597253"/>
              <a:ext cx="236680" cy="6096"/>
            </a:xfrm>
            <a:prstGeom prst="rect">
              <a:avLst/>
            </a:prstGeom>
            <a:solidFill>
              <a:srgbClr val="81C9BA"/>
            </a:solidFill>
            <a:ln w="0">
              <a:noFill/>
              <a:prstDash val="solid"/>
            </a:ln>
          </p:spPr>
        </p:sp>
        <p:sp>
          <p:nvSpPr>
            <p:cNvPr id="6427" name="dense-map-1-cell-93">
              <a:extLst>
                <a:ext uri="{FF2B5EF4-FFF2-40B4-BE49-F238E27FC236}">
                  <a16:creationId xmlns:a16="http://schemas.microsoft.com/office/drawing/2014/main" id="{8D5766C9-89FC-4D65-BB6F-6237B36B241C}"/>
                </a:ext>
              </a:extLst>
            </p:cNvPr>
            <p:cNvSpPr>
              <a:spLocks noGrp="1"/>
            </p:cNvSpPr>
            <p:nvPr/>
          </p:nvSpPr>
          <p:spPr>
            <a:xfrm>
              <a:off x="21240750" y="6603206"/>
              <a:ext cx="236680" cy="6096"/>
            </a:xfrm>
            <a:prstGeom prst="rect">
              <a:avLst/>
            </a:prstGeom>
            <a:solidFill>
              <a:srgbClr val="81C9BA"/>
            </a:solidFill>
            <a:ln w="0">
              <a:noFill/>
              <a:prstDash val="solid"/>
            </a:ln>
          </p:spPr>
        </p:sp>
        <p:sp>
          <p:nvSpPr>
            <p:cNvPr id="6428" name="dense-map-1-cell-92">
              <a:extLst>
                <a:ext uri="{FF2B5EF4-FFF2-40B4-BE49-F238E27FC236}">
                  <a16:creationId xmlns:a16="http://schemas.microsoft.com/office/drawing/2014/main" id="{1118CE26-9876-4F56-9160-8C59443D02CD}"/>
                </a:ext>
              </a:extLst>
            </p:cNvPr>
            <p:cNvSpPr>
              <a:spLocks noGrp="1"/>
            </p:cNvSpPr>
            <p:nvPr/>
          </p:nvSpPr>
          <p:spPr>
            <a:xfrm>
              <a:off x="21240750" y="6609159"/>
              <a:ext cx="236680" cy="6096"/>
            </a:xfrm>
            <a:prstGeom prst="rect">
              <a:avLst/>
            </a:prstGeom>
            <a:solidFill>
              <a:srgbClr val="81C9BA"/>
            </a:solidFill>
            <a:ln w="0">
              <a:noFill/>
              <a:prstDash val="solid"/>
            </a:ln>
          </p:spPr>
        </p:sp>
        <p:sp>
          <p:nvSpPr>
            <p:cNvPr id="6429" name="dense-map-1-cell-91">
              <a:extLst>
                <a:ext uri="{FF2B5EF4-FFF2-40B4-BE49-F238E27FC236}">
                  <a16:creationId xmlns:a16="http://schemas.microsoft.com/office/drawing/2014/main" id="{A99E9E34-3C9B-4927-9EDB-86D7D4A90024}"/>
                </a:ext>
              </a:extLst>
            </p:cNvPr>
            <p:cNvSpPr>
              <a:spLocks noGrp="1"/>
            </p:cNvSpPr>
            <p:nvPr/>
          </p:nvSpPr>
          <p:spPr>
            <a:xfrm>
              <a:off x="21240750" y="6615113"/>
              <a:ext cx="236680" cy="6096"/>
            </a:xfrm>
            <a:prstGeom prst="rect">
              <a:avLst/>
            </a:prstGeom>
            <a:solidFill>
              <a:srgbClr val="81C9BA"/>
            </a:solidFill>
            <a:ln w="0">
              <a:noFill/>
              <a:prstDash val="solid"/>
            </a:ln>
          </p:spPr>
        </p:sp>
        <p:sp>
          <p:nvSpPr>
            <p:cNvPr id="6430" name="dense-map-1-cell-90">
              <a:extLst>
                <a:ext uri="{FF2B5EF4-FFF2-40B4-BE49-F238E27FC236}">
                  <a16:creationId xmlns:a16="http://schemas.microsoft.com/office/drawing/2014/main" id="{3E4B3E61-2A29-4711-BE6D-078F87BB3621}"/>
                </a:ext>
              </a:extLst>
            </p:cNvPr>
            <p:cNvSpPr>
              <a:spLocks noGrp="1"/>
            </p:cNvSpPr>
            <p:nvPr/>
          </p:nvSpPr>
          <p:spPr>
            <a:xfrm>
              <a:off x="21240750" y="6621066"/>
              <a:ext cx="236680" cy="6096"/>
            </a:xfrm>
            <a:prstGeom prst="rect">
              <a:avLst/>
            </a:prstGeom>
            <a:solidFill>
              <a:srgbClr val="81C9BA"/>
            </a:solidFill>
            <a:ln w="0">
              <a:noFill/>
              <a:prstDash val="solid"/>
            </a:ln>
          </p:spPr>
        </p:sp>
        <p:sp>
          <p:nvSpPr>
            <p:cNvPr id="6431" name="dense-map-1-cell-89">
              <a:extLst>
                <a:ext uri="{FF2B5EF4-FFF2-40B4-BE49-F238E27FC236}">
                  <a16:creationId xmlns:a16="http://schemas.microsoft.com/office/drawing/2014/main" id="{9BDC5264-F789-40C2-A93A-FE2A9E0BD1FD}"/>
                </a:ext>
              </a:extLst>
            </p:cNvPr>
            <p:cNvSpPr>
              <a:spLocks noGrp="1"/>
            </p:cNvSpPr>
            <p:nvPr/>
          </p:nvSpPr>
          <p:spPr>
            <a:xfrm>
              <a:off x="21240750" y="6627019"/>
              <a:ext cx="236680" cy="6096"/>
            </a:xfrm>
            <a:prstGeom prst="rect">
              <a:avLst/>
            </a:prstGeom>
            <a:solidFill>
              <a:srgbClr val="81C9BA"/>
            </a:solidFill>
            <a:ln w="0">
              <a:noFill/>
              <a:prstDash val="solid"/>
            </a:ln>
          </p:spPr>
        </p:sp>
        <p:sp>
          <p:nvSpPr>
            <p:cNvPr id="6432" name="dense-map-1-cell-88">
              <a:extLst>
                <a:ext uri="{FF2B5EF4-FFF2-40B4-BE49-F238E27FC236}">
                  <a16:creationId xmlns:a16="http://schemas.microsoft.com/office/drawing/2014/main" id="{9F031BA7-FCB5-4422-A329-6CE143583DBE}"/>
                </a:ext>
              </a:extLst>
            </p:cNvPr>
            <p:cNvSpPr>
              <a:spLocks noGrp="1"/>
            </p:cNvSpPr>
            <p:nvPr/>
          </p:nvSpPr>
          <p:spPr>
            <a:xfrm>
              <a:off x="21240750" y="6632972"/>
              <a:ext cx="236680" cy="6096"/>
            </a:xfrm>
            <a:prstGeom prst="rect">
              <a:avLst/>
            </a:prstGeom>
            <a:solidFill>
              <a:srgbClr val="81C9BA"/>
            </a:solidFill>
            <a:ln w="0">
              <a:noFill/>
              <a:prstDash val="solid"/>
            </a:ln>
          </p:spPr>
        </p:sp>
        <p:sp>
          <p:nvSpPr>
            <p:cNvPr id="6433" name="dense-map-1-cell-87">
              <a:extLst>
                <a:ext uri="{FF2B5EF4-FFF2-40B4-BE49-F238E27FC236}">
                  <a16:creationId xmlns:a16="http://schemas.microsoft.com/office/drawing/2014/main" id="{96EC9EB8-2D29-424D-B2E3-E5319ED61C1E}"/>
                </a:ext>
              </a:extLst>
            </p:cNvPr>
            <p:cNvSpPr>
              <a:spLocks noGrp="1"/>
            </p:cNvSpPr>
            <p:nvPr/>
          </p:nvSpPr>
          <p:spPr>
            <a:xfrm>
              <a:off x="21240750" y="6638925"/>
              <a:ext cx="236680" cy="6096"/>
            </a:xfrm>
            <a:prstGeom prst="rect">
              <a:avLst/>
            </a:prstGeom>
            <a:solidFill>
              <a:srgbClr val="81C9BA"/>
            </a:solidFill>
            <a:ln w="0">
              <a:noFill/>
              <a:prstDash val="solid"/>
            </a:ln>
          </p:spPr>
        </p:sp>
        <p:sp>
          <p:nvSpPr>
            <p:cNvPr id="6434" name="dense-map-1-cell-86">
              <a:extLst>
                <a:ext uri="{FF2B5EF4-FFF2-40B4-BE49-F238E27FC236}">
                  <a16:creationId xmlns:a16="http://schemas.microsoft.com/office/drawing/2014/main" id="{28A62546-8C3D-4E4A-94D3-89325F8775AC}"/>
                </a:ext>
              </a:extLst>
            </p:cNvPr>
            <p:cNvSpPr>
              <a:spLocks noGrp="1"/>
            </p:cNvSpPr>
            <p:nvPr/>
          </p:nvSpPr>
          <p:spPr>
            <a:xfrm>
              <a:off x="21240750" y="6644878"/>
              <a:ext cx="236680" cy="6096"/>
            </a:xfrm>
            <a:prstGeom prst="rect">
              <a:avLst/>
            </a:prstGeom>
            <a:solidFill>
              <a:srgbClr val="81C9BA"/>
            </a:solidFill>
            <a:ln w="0">
              <a:noFill/>
              <a:prstDash val="solid"/>
            </a:ln>
          </p:spPr>
        </p:sp>
        <p:sp>
          <p:nvSpPr>
            <p:cNvPr id="6435" name="dense-map-1-cell-85">
              <a:extLst>
                <a:ext uri="{FF2B5EF4-FFF2-40B4-BE49-F238E27FC236}">
                  <a16:creationId xmlns:a16="http://schemas.microsoft.com/office/drawing/2014/main" id="{3373CAEC-9A9B-4DDE-A1C3-95FB843D22A5}"/>
                </a:ext>
              </a:extLst>
            </p:cNvPr>
            <p:cNvSpPr>
              <a:spLocks noGrp="1"/>
            </p:cNvSpPr>
            <p:nvPr/>
          </p:nvSpPr>
          <p:spPr>
            <a:xfrm>
              <a:off x="21240750" y="6650831"/>
              <a:ext cx="236680" cy="6096"/>
            </a:xfrm>
            <a:prstGeom prst="rect">
              <a:avLst/>
            </a:prstGeom>
            <a:solidFill>
              <a:srgbClr val="81C9BA"/>
            </a:solidFill>
            <a:ln w="0">
              <a:noFill/>
              <a:prstDash val="solid"/>
            </a:ln>
          </p:spPr>
        </p:sp>
        <p:sp>
          <p:nvSpPr>
            <p:cNvPr id="6436" name="dense-map-1-cell-84">
              <a:extLst>
                <a:ext uri="{FF2B5EF4-FFF2-40B4-BE49-F238E27FC236}">
                  <a16:creationId xmlns:a16="http://schemas.microsoft.com/office/drawing/2014/main" id="{9620CF85-0A58-486E-8B92-651456632E62}"/>
                </a:ext>
              </a:extLst>
            </p:cNvPr>
            <p:cNvSpPr>
              <a:spLocks noGrp="1"/>
            </p:cNvSpPr>
            <p:nvPr/>
          </p:nvSpPr>
          <p:spPr>
            <a:xfrm>
              <a:off x="21240750" y="6656784"/>
              <a:ext cx="236680" cy="6096"/>
            </a:xfrm>
            <a:prstGeom prst="rect">
              <a:avLst/>
            </a:prstGeom>
            <a:solidFill>
              <a:srgbClr val="81C9BA"/>
            </a:solidFill>
            <a:ln w="0">
              <a:noFill/>
              <a:prstDash val="solid"/>
            </a:ln>
          </p:spPr>
        </p:sp>
        <p:sp>
          <p:nvSpPr>
            <p:cNvPr id="6437" name="dense-map-1-cell-83">
              <a:extLst>
                <a:ext uri="{FF2B5EF4-FFF2-40B4-BE49-F238E27FC236}">
                  <a16:creationId xmlns:a16="http://schemas.microsoft.com/office/drawing/2014/main" id="{CA051BFE-013A-44AD-9DFE-D9AED6B6DEF6}"/>
                </a:ext>
              </a:extLst>
            </p:cNvPr>
            <p:cNvSpPr>
              <a:spLocks noGrp="1"/>
            </p:cNvSpPr>
            <p:nvPr/>
          </p:nvSpPr>
          <p:spPr>
            <a:xfrm>
              <a:off x="21240750" y="6662738"/>
              <a:ext cx="236680" cy="6096"/>
            </a:xfrm>
            <a:prstGeom prst="rect">
              <a:avLst/>
            </a:prstGeom>
            <a:solidFill>
              <a:srgbClr val="81C9BA"/>
            </a:solidFill>
            <a:ln w="0">
              <a:noFill/>
              <a:prstDash val="solid"/>
            </a:ln>
          </p:spPr>
        </p:sp>
        <p:sp>
          <p:nvSpPr>
            <p:cNvPr id="6438" name="dense-map-1-cell-82">
              <a:extLst>
                <a:ext uri="{FF2B5EF4-FFF2-40B4-BE49-F238E27FC236}">
                  <a16:creationId xmlns:a16="http://schemas.microsoft.com/office/drawing/2014/main" id="{81E10208-A0E6-4D7C-9FE5-DCB84FA1B056}"/>
                </a:ext>
              </a:extLst>
            </p:cNvPr>
            <p:cNvSpPr>
              <a:spLocks noGrp="1"/>
            </p:cNvSpPr>
            <p:nvPr/>
          </p:nvSpPr>
          <p:spPr>
            <a:xfrm>
              <a:off x="21240750" y="6668691"/>
              <a:ext cx="236680" cy="6096"/>
            </a:xfrm>
            <a:prstGeom prst="rect">
              <a:avLst/>
            </a:prstGeom>
            <a:solidFill>
              <a:srgbClr val="7FC9BA"/>
            </a:solidFill>
            <a:ln w="0">
              <a:noFill/>
              <a:prstDash val="solid"/>
            </a:ln>
          </p:spPr>
        </p:sp>
        <p:sp>
          <p:nvSpPr>
            <p:cNvPr id="6439" name="dense-map-1-cell-81">
              <a:extLst>
                <a:ext uri="{FF2B5EF4-FFF2-40B4-BE49-F238E27FC236}">
                  <a16:creationId xmlns:a16="http://schemas.microsoft.com/office/drawing/2014/main" id="{907444B4-D9AD-4409-A07E-8B20ED69C4E8}"/>
                </a:ext>
              </a:extLst>
            </p:cNvPr>
            <p:cNvSpPr>
              <a:spLocks noGrp="1"/>
            </p:cNvSpPr>
            <p:nvPr/>
          </p:nvSpPr>
          <p:spPr>
            <a:xfrm>
              <a:off x="21240750" y="6674644"/>
              <a:ext cx="236680" cy="6096"/>
            </a:xfrm>
            <a:prstGeom prst="rect">
              <a:avLst/>
            </a:prstGeom>
            <a:solidFill>
              <a:srgbClr val="72C4B2"/>
            </a:solidFill>
            <a:ln w="0">
              <a:noFill/>
              <a:prstDash val="solid"/>
            </a:ln>
          </p:spPr>
        </p:sp>
        <p:sp>
          <p:nvSpPr>
            <p:cNvPr id="6440" name="dense-map-1-cell-80">
              <a:extLst>
                <a:ext uri="{FF2B5EF4-FFF2-40B4-BE49-F238E27FC236}">
                  <a16:creationId xmlns:a16="http://schemas.microsoft.com/office/drawing/2014/main" id="{30D17158-6C8E-492E-9080-E379F3CEE8AA}"/>
                </a:ext>
              </a:extLst>
            </p:cNvPr>
            <p:cNvSpPr>
              <a:spLocks noGrp="1"/>
            </p:cNvSpPr>
            <p:nvPr/>
          </p:nvSpPr>
          <p:spPr>
            <a:xfrm>
              <a:off x="21240750" y="6680597"/>
              <a:ext cx="236680" cy="6096"/>
            </a:xfrm>
            <a:prstGeom prst="rect">
              <a:avLst/>
            </a:prstGeom>
            <a:solidFill>
              <a:srgbClr val="5CBDA6"/>
            </a:solidFill>
            <a:ln w="0">
              <a:noFill/>
              <a:prstDash val="solid"/>
            </a:ln>
          </p:spPr>
        </p:sp>
        <p:sp>
          <p:nvSpPr>
            <p:cNvPr id="6441" name="dense-map-1-cell-79">
              <a:extLst>
                <a:ext uri="{FF2B5EF4-FFF2-40B4-BE49-F238E27FC236}">
                  <a16:creationId xmlns:a16="http://schemas.microsoft.com/office/drawing/2014/main" id="{8625F1A8-0D41-4054-96BF-750AAFB14F7B}"/>
                </a:ext>
              </a:extLst>
            </p:cNvPr>
            <p:cNvSpPr>
              <a:spLocks noGrp="1"/>
            </p:cNvSpPr>
            <p:nvPr/>
          </p:nvSpPr>
          <p:spPr>
            <a:xfrm>
              <a:off x="21240750" y="6686550"/>
              <a:ext cx="236680" cy="6096"/>
            </a:xfrm>
            <a:prstGeom prst="rect">
              <a:avLst/>
            </a:prstGeom>
            <a:solidFill>
              <a:srgbClr val="A1B0B5"/>
            </a:solidFill>
            <a:ln w="0">
              <a:noFill/>
              <a:prstDash val="solid"/>
            </a:ln>
          </p:spPr>
        </p:sp>
        <p:sp>
          <p:nvSpPr>
            <p:cNvPr id="6442" name="dense-map-1-cell-78">
              <a:extLst>
                <a:ext uri="{FF2B5EF4-FFF2-40B4-BE49-F238E27FC236}">
                  <a16:creationId xmlns:a16="http://schemas.microsoft.com/office/drawing/2014/main" id="{C87636D6-FE4D-47BC-A881-F629DA39B6C2}"/>
                </a:ext>
              </a:extLst>
            </p:cNvPr>
            <p:cNvSpPr>
              <a:spLocks noGrp="1"/>
            </p:cNvSpPr>
            <p:nvPr/>
          </p:nvSpPr>
          <p:spPr>
            <a:xfrm>
              <a:off x="21240750" y="6692503"/>
              <a:ext cx="236680" cy="6096"/>
            </a:xfrm>
            <a:prstGeom prst="rect">
              <a:avLst/>
            </a:prstGeom>
            <a:solidFill>
              <a:srgbClr val="D7813D"/>
            </a:solidFill>
            <a:ln w="0">
              <a:noFill/>
              <a:prstDash val="solid"/>
            </a:ln>
          </p:spPr>
        </p:sp>
        <p:sp>
          <p:nvSpPr>
            <p:cNvPr id="6443" name="dense-map-1-cell-77">
              <a:extLst>
                <a:ext uri="{FF2B5EF4-FFF2-40B4-BE49-F238E27FC236}">
                  <a16:creationId xmlns:a16="http://schemas.microsoft.com/office/drawing/2014/main" id="{F5554CCD-DC16-437E-BDF1-E948D6267755}"/>
                </a:ext>
              </a:extLst>
            </p:cNvPr>
            <p:cNvSpPr>
              <a:spLocks noGrp="1"/>
            </p:cNvSpPr>
            <p:nvPr/>
          </p:nvSpPr>
          <p:spPr>
            <a:xfrm>
              <a:off x="21240750" y="6698456"/>
              <a:ext cx="236680" cy="6096"/>
            </a:xfrm>
            <a:prstGeom prst="rect">
              <a:avLst/>
            </a:prstGeom>
            <a:solidFill>
              <a:srgbClr val="D67120"/>
            </a:solidFill>
            <a:ln w="0">
              <a:noFill/>
              <a:prstDash val="solid"/>
            </a:ln>
          </p:spPr>
        </p:sp>
        <p:sp>
          <p:nvSpPr>
            <p:cNvPr id="6444" name="dense-map-1-cell-76">
              <a:extLst>
                <a:ext uri="{FF2B5EF4-FFF2-40B4-BE49-F238E27FC236}">
                  <a16:creationId xmlns:a16="http://schemas.microsoft.com/office/drawing/2014/main" id="{9A9EA082-410E-4A35-B5DD-5A4B86C8C0D0}"/>
                </a:ext>
              </a:extLst>
            </p:cNvPr>
            <p:cNvSpPr>
              <a:spLocks noGrp="1"/>
            </p:cNvSpPr>
            <p:nvPr/>
          </p:nvSpPr>
          <p:spPr>
            <a:xfrm>
              <a:off x="21240750" y="6704409"/>
              <a:ext cx="236680" cy="6096"/>
            </a:xfrm>
            <a:prstGeom prst="rect">
              <a:avLst/>
            </a:prstGeom>
            <a:solidFill>
              <a:srgbClr val="D5640A"/>
            </a:solidFill>
            <a:ln w="0">
              <a:noFill/>
              <a:prstDash val="solid"/>
            </a:ln>
          </p:spPr>
        </p:sp>
        <p:sp>
          <p:nvSpPr>
            <p:cNvPr id="6445" name="dense-map-1-cell-75">
              <a:extLst>
                <a:ext uri="{FF2B5EF4-FFF2-40B4-BE49-F238E27FC236}">
                  <a16:creationId xmlns:a16="http://schemas.microsoft.com/office/drawing/2014/main" id="{D5D55699-BF77-49A7-BD89-DD2EFB2F0844}"/>
                </a:ext>
              </a:extLst>
            </p:cNvPr>
            <p:cNvSpPr>
              <a:spLocks noGrp="1"/>
            </p:cNvSpPr>
            <p:nvPr/>
          </p:nvSpPr>
          <p:spPr>
            <a:xfrm>
              <a:off x="21240750" y="6710363"/>
              <a:ext cx="236680" cy="6096"/>
            </a:xfrm>
            <a:prstGeom prst="rect">
              <a:avLst/>
            </a:prstGeom>
            <a:solidFill>
              <a:srgbClr val="D55E00"/>
            </a:solidFill>
            <a:ln w="0">
              <a:noFill/>
              <a:prstDash val="solid"/>
            </a:ln>
          </p:spPr>
        </p:sp>
        <p:sp>
          <p:nvSpPr>
            <p:cNvPr id="6446" name="dense-map-1-cell-74">
              <a:extLst>
                <a:ext uri="{FF2B5EF4-FFF2-40B4-BE49-F238E27FC236}">
                  <a16:creationId xmlns:a16="http://schemas.microsoft.com/office/drawing/2014/main" id="{2187C104-BEFC-4331-BE20-1A3CD99FED04}"/>
                </a:ext>
              </a:extLst>
            </p:cNvPr>
            <p:cNvSpPr>
              <a:spLocks noGrp="1"/>
            </p:cNvSpPr>
            <p:nvPr/>
          </p:nvSpPr>
          <p:spPr>
            <a:xfrm>
              <a:off x="21240750" y="6716316"/>
              <a:ext cx="236680" cy="6096"/>
            </a:xfrm>
            <a:prstGeom prst="rect">
              <a:avLst/>
            </a:prstGeom>
            <a:solidFill>
              <a:srgbClr val="D55E00"/>
            </a:solidFill>
            <a:ln w="0">
              <a:noFill/>
              <a:prstDash val="solid"/>
            </a:ln>
          </p:spPr>
        </p:sp>
        <p:sp>
          <p:nvSpPr>
            <p:cNvPr id="6447" name="dense-map-1-cell-73">
              <a:extLst>
                <a:ext uri="{FF2B5EF4-FFF2-40B4-BE49-F238E27FC236}">
                  <a16:creationId xmlns:a16="http://schemas.microsoft.com/office/drawing/2014/main" id="{E03D2FC6-1779-4E56-8EA6-94619B986155}"/>
                </a:ext>
              </a:extLst>
            </p:cNvPr>
            <p:cNvSpPr>
              <a:spLocks noGrp="1"/>
            </p:cNvSpPr>
            <p:nvPr/>
          </p:nvSpPr>
          <p:spPr>
            <a:xfrm>
              <a:off x="21240750" y="6722269"/>
              <a:ext cx="236680" cy="6096"/>
            </a:xfrm>
            <a:prstGeom prst="rect">
              <a:avLst/>
            </a:prstGeom>
            <a:solidFill>
              <a:srgbClr val="D55E00"/>
            </a:solidFill>
            <a:ln w="0">
              <a:noFill/>
              <a:prstDash val="solid"/>
            </a:ln>
          </p:spPr>
        </p:sp>
        <p:sp>
          <p:nvSpPr>
            <p:cNvPr id="6448" name="dense-map-1-cell-72">
              <a:extLst>
                <a:ext uri="{FF2B5EF4-FFF2-40B4-BE49-F238E27FC236}">
                  <a16:creationId xmlns:a16="http://schemas.microsoft.com/office/drawing/2014/main" id="{98FB38AD-A9E5-470E-9C2A-01B37409B571}"/>
                </a:ext>
              </a:extLst>
            </p:cNvPr>
            <p:cNvSpPr>
              <a:spLocks noGrp="1"/>
            </p:cNvSpPr>
            <p:nvPr/>
          </p:nvSpPr>
          <p:spPr>
            <a:xfrm>
              <a:off x="21240750" y="6728222"/>
              <a:ext cx="236680" cy="6096"/>
            </a:xfrm>
            <a:prstGeom prst="rect">
              <a:avLst/>
            </a:prstGeom>
            <a:solidFill>
              <a:srgbClr val="D55E00"/>
            </a:solidFill>
            <a:ln w="0">
              <a:noFill/>
              <a:prstDash val="solid"/>
            </a:ln>
          </p:spPr>
        </p:sp>
        <p:sp>
          <p:nvSpPr>
            <p:cNvPr id="6449" name="dense-map-1-cell-71">
              <a:extLst>
                <a:ext uri="{FF2B5EF4-FFF2-40B4-BE49-F238E27FC236}">
                  <a16:creationId xmlns:a16="http://schemas.microsoft.com/office/drawing/2014/main" id="{58D12094-DBD1-4F22-AC7B-BFB5F74E39B0}"/>
                </a:ext>
              </a:extLst>
            </p:cNvPr>
            <p:cNvSpPr>
              <a:spLocks noGrp="1"/>
            </p:cNvSpPr>
            <p:nvPr/>
          </p:nvSpPr>
          <p:spPr>
            <a:xfrm>
              <a:off x="21240750" y="6734175"/>
              <a:ext cx="236680" cy="6096"/>
            </a:xfrm>
            <a:prstGeom prst="rect">
              <a:avLst/>
            </a:prstGeom>
            <a:solidFill>
              <a:srgbClr val="D55E00"/>
            </a:solidFill>
            <a:ln w="0">
              <a:noFill/>
              <a:prstDash val="solid"/>
            </a:ln>
          </p:spPr>
        </p:sp>
        <p:sp>
          <p:nvSpPr>
            <p:cNvPr id="6450" name="dense-map-1-cell-70">
              <a:extLst>
                <a:ext uri="{FF2B5EF4-FFF2-40B4-BE49-F238E27FC236}">
                  <a16:creationId xmlns:a16="http://schemas.microsoft.com/office/drawing/2014/main" id="{5F1DAF8D-CBB0-4218-878D-96B331214739}"/>
                </a:ext>
              </a:extLst>
            </p:cNvPr>
            <p:cNvSpPr>
              <a:spLocks noGrp="1"/>
            </p:cNvSpPr>
            <p:nvPr/>
          </p:nvSpPr>
          <p:spPr>
            <a:xfrm>
              <a:off x="21240750" y="6740128"/>
              <a:ext cx="236680" cy="6096"/>
            </a:xfrm>
            <a:prstGeom prst="rect">
              <a:avLst/>
            </a:prstGeom>
            <a:solidFill>
              <a:srgbClr val="D55E00"/>
            </a:solidFill>
            <a:ln w="0">
              <a:noFill/>
              <a:prstDash val="solid"/>
            </a:ln>
          </p:spPr>
        </p:sp>
        <p:sp>
          <p:nvSpPr>
            <p:cNvPr id="6451" name="dense-map-1-cell-69">
              <a:extLst>
                <a:ext uri="{FF2B5EF4-FFF2-40B4-BE49-F238E27FC236}">
                  <a16:creationId xmlns:a16="http://schemas.microsoft.com/office/drawing/2014/main" id="{BDF6560A-70E9-45C9-B05A-56D9980960AD}"/>
                </a:ext>
              </a:extLst>
            </p:cNvPr>
            <p:cNvSpPr>
              <a:spLocks noGrp="1"/>
            </p:cNvSpPr>
            <p:nvPr/>
          </p:nvSpPr>
          <p:spPr>
            <a:xfrm>
              <a:off x="21240750" y="6746081"/>
              <a:ext cx="236680" cy="6096"/>
            </a:xfrm>
            <a:prstGeom prst="rect">
              <a:avLst/>
            </a:prstGeom>
            <a:solidFill>
              <a:srgbClr val="D55E00"/>
            </a:solidFill>
            <a:ln w="0">
              <a:noFill/>
              <a:prstDash val="solid"/>
            </a:ln>
          </p:spPr>
        </p:sp>
        <p:sp>
          <p:nvSpPr>
            <p:cNvPr id="6452" name="dense-map-1-cell-68">
              <a:extLst>
                <a:ext uri="{FF2B5EF4-FFF2-40B4-BE49-F238E27FC236}">
                  <a16:creationId xmlns:a16="http://schemas.microsoft.com/office/drawing/2014/main" id="{2F09475B-18B7-414A-A9F1-D93EBA1E71ED}"/>
                </a:ext>
              </a:extLst>
            </p:cNvPr>
            <p:cNvSpPr>
              <a:spLocks noGrp="1"/>
            </p:cNvSpPr>
            <p:nvPr/>
          </p:nvSpPr>
          <p:spPr>
            <a:xfrm>
              <a:off x="21240750" y="6752034"/>
              <a:ext cx="236680" cy="6096"/>
            </a:xfrm>
            <a:prstGeom prst="rect">
              <a:avLst/>
            </a:prstGeom>
            <a:solidFill>
              <a:srgbClr val="D55E00"/>
            </a:solidFill>
            <a:ln w="0">
              <a:noFill/>
              <a:prstDash val="solid"/>
            </a:ln>
          </p:spPr>
        </p:sp>
        <p:sp>
          <p:nvSpPr>
            <p:cNvPr id="6453" name="dense-map-1-cell-67">
              <a:extLst>
                <a:ext uri="{FF2B5EF4-FFF2-40B4-BE49-F238E27FC236}">
                  <a16:creationId xmlns:a16="http://schemas.microsoft.com/office/drawing/2014/main" id="{283127EC-0284-4A0A-88EF-FBEFB0932729}"/>
                </a:ext>
              </a:extLst>
            </p:cNvPr>
            <p:cNvSpPr>
              <a:spLocks noGrp="1"/>
            </p:cNvSpPr>
            <p:nvPr/>
          </p:nvSpPr>
          <p:spPr>
            <a:xfrm>
              <a:off x="21240750" y="6757988"/>
              <a:ext cx="236680" cy="6096"/>
            </a:xfrm>
            <a:prstGeom prst="rect">
              <a:avLst/>
            </a:prstGeom>
            <a:solidFill>
              <a:srgbClr val="D55E00"/>
            </a:solidFill>
            <a:ln w="0">
              <a:noFill/>
              <a:prstDash val="solid"/>
            </a:ln>
          </p:spPr>
        </p:sp>
        <p:sp>
          <p:nvSpPr>
            <p:cNvPr id="6454" name="dense-map-1-cell-66">
              <a:extLst>
                <a:ext uri="{FF2B5EF4-FFF2-40B4-BE49-F238E27FC236}">
                  <a16:creationId xmlns:a16="http://schemas.microsoft.com/office/drawing/2014/main" id="{A71F6EAE-56E7-4FE8-BE07-CBA8F07F933F}"/>
                </a:ext>
              </a:extLst>
            </p:cNvPr>
            <p:cNvSpPr>
              <a:spLocks noGrp="1"/>
            </p:cNvSpPr>
            <p:nvPr/>
          </p:nvSpPr>
          <p:spPr>
            <a:xfrm>
              <a:off x="21240750" y="6763941"/>
              <a:ext cx="236680" cy="6096"/>
            </a:xfrm>
            <a:prstGeom prst="rect">
              <a:avLst/>
            </a:prstGeom>
            <a:solidFill>
              <a:srgbClr val="D55E00"/>
            </a:solidFill>
            <a:ln w="0">
              <a:noFill/>
              <a:prstDash val="solid"/>
            </a:ln>
          </p:spPr>
        </p:sp>
        <p:sp>
          <p:nvSpPr>
            <p:cNvPr id="6455" name="dense-map-1-cell-65">
              <a:extLst>
                <a:ext uri="{FF2B5EF4-FFF2-40B4-BE49-F238E27FC236}">
                  <a16:creationId xmlns:a16="http://schemas.microsoft.com/office/drawing/2014/main" id="{715F4FF4-D36A-4AED-9FB7-1E3A1B964E29}"/>
                </a:ext>
              </a:extLst>
            </p:cNvPr>
            <p:cNvSpPr>
              <a:spLocks noGrp="1"/>
            </p:cNvSpPr>
            <p:nvPr/>
          </p:nvSpPr>
          <p:spPr>
            <a:xfrm>
              <a:off x="21240750" y="6769894"/>
              <a:ext cx="236680" cy="6096"/>
            </a:xfrm>
            <a:prstGeom prst="rect">
              <a:avLst/>
            </a:prstGeom>
            <a:solidFill>
              <a:srgbClr val="D55E00"/>
            </a:solidFill>
            <a:ln w="0">
              <a:noFill/>
              <a:prstDash val="solid"/>
            </a:ln>
          </p:spPr>
        </p:sp>
        <p:sp>
          <p:nvSpPr>
            <p:cNvPr id="6456" name="dense-map-1-cell-64">
              <a:extLst>
                <a:ext uri="{FF2B5EF4-FFF2-40B4-BE49-F238E27FC236}">
                  <a16:creationId xmlns:a16="http://schemas.microsoft.com/office/drawing/2014/main" id="{EEE84B70-C819-4772-B4EF-E4BD619F0055}"/>
                </a:ext>
              </a:extLst>
            </p:cNvPr>
            <p:cNvSpPr>
              <a:spLocks noGrp="1"/>
            </p:cNvSpPr>
            <p:nvPr/>
          </p:nvSpPr>
          <p:spPr>
            <a:xfrm>
              <a:off x="21240750" y="6775847"/>
              <a:ext cx="236680" cy="6096"/>
            </a:xfrm>
            <a:prstGeom prst="rect">
              <a:avLst/>
            </a:prstGeom>
            <a:solidFill>
              <a:srgbClr val="D55E00"/>
            </a:solidFill>
            <a:ln w="0">
              <a:noFill/>
              <a:prstDash val="solid"/>
            </a:ln>
          </p:spPr>
        </p:sp>
        <p:sp>
          <p:nvSpPr>
            <p:cNvPr id="6457" name="dense-map-1-cell-63">
              <a:extLst>
                <a:ext uri="{FF2B5EF4-FFF2-40B4-BE49-F238E27FC236}">
                  <a16:creationId xmlns:a16="http://schemas.microsoft.com/office/drawing/2014/main" id="{3743E8A3-DDC5-4389-89F8-B5C2636E31AA}"/>
                </a:ext>
              </a:extLst>
            </p:cNvPr>
            <p:cNvSpPr>
              <a:spLocks noGrp="1"/>
            </p:cNvSpPr>
            <p:nvPr/>
          </p:nvSpPr>
          <p:spPr>
            <a:xfrm>
              <a:off x="21240750" y="6781800"/>
              <a:ext cx="236680" cy="6096"/>
            </a:xfrm>
            <a:prstGeom prst="rect">
              <a:avLst/>
            </a:prstGeom>
            <a:solidFill>
              <a:srgbClr val="D55F02"/>
            </a:solidFill>
            <a:ln w="0">
              <a:noFill/>
              <a:prstDash val="solid"/>
            </a:ln>
          </p:spPr>
        </p:sp>
        <p:sp>
          <p:nvSpPr>
            <p:cNvPr id="6458" name="dense-map-1-cell-62">
              <a:extLst>
                <a:ext uri="{FF2B5EF4-FFF2-40B4-BE49-F238E27FC236}">
                  <a16:creationId xmlns:a16="http://schemas.microsoft.com/office/drawing/2014/main" id="{991234E5-A1E9-47D8-AD30-E2F38592AE06}"/>
                </a:ext>
              </a:extLst>
            </p:cNvPr>
            <p:cNvSpPr>
              <a:spLocks noGrp="1"/>
            </p:cNvSpPr>
            <p:nvPr/>
          </p:nvSpPr>
          <p:spPr>
            <a:xfrm>
              <a:off x="21240750" y="6787753"/>
              <a:ext cx="236680" cy="6096"/>
            </a:xfrm>
            <a:prstGeom prst="rect">
              <a:avLst/>
            </a:prstGeom>
            <a:solidFill>
              <a:srgbClr val="D66913"/>
            </a:solidFill>
            <a:ln w="0">
              <a:noFill/>
              <a:prstDash val="solid"/>
            </a:ln>
          </p:spPr>
        </p:sp>
        <p:sp>
          <p:nvSpPr>
            <p:cNvPr id="6459" name="dense-map-1-cell-61">
              <a:extLst>
                <a:ext uri="{FF2B5EF4-FFF2-40B4-BE49-F238E27FC236}">
                  <a16:creationId xmlns:a16="http://schemas.microsoft.com/office/drawing/2014/main" id="{867FD8E2-89E9-4F7C-A00D-A0DDD19D892E}"/>
                </a:ext>
              </a:extLst>
            </p:cNvPr>
            <p:cNvSpPr>
              <a:spLocks noGrp="1"/>
            </p:cNvSpPr>
            <p:nvPr/>
          </p:nvSpPr>
          <p:spPr>
            <a:xfrm>
              <a:off x="21240750" y="6793706"/>
              <a:ext cx="236680" cy="6096"/>
            </a:xfrm>
            <a:prstGeom prst="rect">
              <a:avLst/>
            </a:prstGeom>
            <a:solidFill>
              <a:srgbClr val="D77D35"/>
            </a:solidFill>
            <a:ln w="0">
              <a:noFill/>
              <a:prstDash val="solid"/>
            </a:ln>
          </p:spPr>
        </p:sp>
        <p:sp>
          <p:nvSpPr>
            <p:cNvPr id="6460" name="dense-map-1-cell-60">
              <a:extLst>
                <a:ext uri="{FF2B5EF4-FFF2-40B4-BE49-F238E27FC236}">
                  <a16:creationId xmlns:a16="http://schemas.microsoft.com/office/drawing/2014/main" id="{5D9EA3AD-B506-4A4D-A992-69C18152E19C}"/>
                </a:ext>
              </a:extLst>
            </p:cNvPr>
            <p:cNvSpPr>
              <a:spLocks noGrp="1"/>
            </p:cNvSpPr>
            <p:nvPr/>
          </p:nvSpPr>
          <p:spPr>
            <a:xfrm>
              <a:off x="21240750" y="6799659"/>
              <a:ext cx="236680" cy="6096"/>
            </a:xfrm>
            <a:prstGeom prst="rect">
              <a:avLst/>
            </a:prstGeom>
            <a:solidFill>
              <a:srgbClr val="D89660"/>
            </a:solidFill>
            <a:ln w="0">
              <a:noFill/>
              <a:prstDash val="solid"/>
            </a:ln>
          </p:spPr>
        </p:sp>
        <p:sp>
          <p:nvSpPr>
            <p:cNvPr id="6461" name="dense-map-1-cell-59">
              <a:extLst>
                <a:ext uri="{FF2B5EF4-FFF2-40B4-BE49-F238E27FC236}">
                  <a16:creationId xmlns:a16="http://schemas.microsoft.com/office/drawing/2014/main" id="{82843256-6FAC-4822-990D-ED7CCB1E1907}"/>
                </a:ext>
              </a:extLst>
            </p:cNvPr>
            <p:cNvSpPr>
              <a:spLocks noGrp="1"/>
            </p:cNvSpPr>
            <p:nvPr/>
          </p:nvSpPr>
          <p:spPr>
            <a:xfrm>
              <a:off x="21240750" y="6805613"/>
              <a:ext cx="236680" cy="6096"/>
            </a:xfrm>
            <a:prstGeom prst="rect">
              <a:avLst/>
            </a:prstGeom>
            <a:solidFill>
              <a:srgbClr val="D9B08D"/>
            </a:solidFill>
            <a:ln w="0">
              <a:noFill/>
              <a:prstDash val="solid"/>
            </a:ln>
          </p:spPr>
        </p:sp>
        <p:sp>
          <p:nvSpPr>
            <p:cNvPr id="6462" name="dense-map-1-cell-58">
              <a:extLst>
                <a:ext uri="{FF2B5EF4-FFF2-40B4-BE49-F238E27FC236}">
                  <a16:creationId xmlns:a16="http://schemas.microsoft.com/office/drawing/2014/main" id="{6AA4E5BD-8229-4E4A-A335-854DCF9C5B43}"/>
                </a:ext>
              </a:extLst>
            </p:cNvPr>
            <p:cNvSpPr>
              <a:spLocks noGrp="1"/>
            </p:cNvSpPr>
            <p:nvPr/>
          </p:nvSpPr>
          <p:spPr>
            <a:xfrm>
              <a:off x="21240750" y="6811566"/>
              <a:ext cx="236680" cy="6096"/>
            </a:xfrm>
            <a:prstGeom prst="rect">
              <a:avLst/>
            </a:prstGeom>
            <a:solidFill>
              <a:srgbClr val="DAC9B8"/>
            </a:solidFill>
            <a:ln w="0">
              <a:noFill/>
              <a:prstDash val="solid"/>
            </a:ln>
          </p:spPr>
        </p:sp>
        <p:sp>
          <p:nvSpPr>
            <p:cNvPr id="6463" name="dense-map-1-cell-57">
              <a:extLst>
                <a:ext uri="{FF2B5EF4-FFF2-40B4-BE49-F238E27FC236}">
                  <a16:creationId xmlns:a16="http://schemas.microsoft.com/office/drawing/2014/main" id="{E550D756-AD6D-40D9-A6BF-56F7004EFF60}"/>
                </a:ext>
              </a:extLst>
            </p:cNvPr>
            <p:cNvSpPr>
              <a:spLocks noGrp="1"/>
            </p:cNvSpPr>
            <p:nvPr/>
          </p:nvSpPr>
          <p:spPr>
            <a:xfrm>
              <a:off x="21240750" y="6817519"/>
              <a:ext cx="236680" cy="6096"/>
            </a:xfrm>
            <a:prstGeom prst="rect">
              <a:avLst/>
            </a:prstGeom>
            <a:solidFill>
              <a:srgbClr val="D3E3E5"/>
            </a:solidFill>
            <a:ln w="0">
              <a:noFill/>
              <a:prstDash val="solid"/>
            </a:ln>
          </p:spPr>
        </p:sp>
        <p:sp>
          <p:nvSpPr>
            <p:cNvPr id="6464" name="dense-map-1-cell-56">
              <a:extLst>
                <a:ext uri="{FF2B5EF4-FFF2-40B4-BE49-F238E27FC236}">
                  <a16:creationId xmlns:a16="http://schemas.microsoft.com/office/drawing/2014/main" id="{0945EDA0-953D-4338-9E07-6C646216C3CA}"/>
                </a:ext>
              </a:extLst>
            </p:cNvPr>
            <p:cNvSpPr>
              <a:spLocks noGrp="1"/>
            </p:cNvSpPr>
            <p:nvPr/>
          </p:nvSpPr>
          <p:spPr>
            <a:xfrm>
              <a:off x="21240750" y="6823472"/>
              <a:ext cx="236680" cy="6096"/>
            </a:xfrm>
            <a:prstGeom prst="rect">
              <a:avLst/>
            </a:prstGeom>
            <a:solidFill>
              <a:srgbClr val="DBE8EC"/>
            </a:solidFill>
            <a:ln w="0">
              <a:noFill/>
              <a:prstDash val="solid"/>
            </a:ln>
          </p:spPr>
        </p:sp>
        <p:sp>
          <p:nvSpPr>
            <p:cNvPr id="6465" name="dense-map-1-cell-55">
              <a:extLst>
                <a:ext uri="{FF2B5EF4-FFF2-40B4-BE49-F238E27FC236}">
                  <a16:creationId xmlns:a16="http://schemas.microsoft.com/office/drawing/2014/main" id="{12D7110A-8FB1-4A2C-B42B-0073F2DF3183}"/>
                </a:ext>
              </a:extLst>
            </p:cNvPr>
            <p:cNvSpPr>
              <a:spLocks noGrp="1"/>
            </p:cNvSpPr>
            <p:nvPr/>
          </p:nvSpPr>
          <p:spPr>
            <a:xfrm>
              <a:off x="21240750" y="6829425"/>
              <a:ext cx="236680" cy="6096"/>
            </a:xfrm>
            <a:prstGeom prst="rect">
              <a:avLst/>
            </a:prstGeom>
            <a:solidFill>
              <a:srgbClr val="DCE8ED"/>
            </a:solidFill>
            <a:ln w="0">
              <a:noFill/>
              <a:prstDash val="solid"/>
            </a:ln>
          </p:spPr>
        </p:sp>
        <p:sp>
          <p:nvSpPr>
            <p:cNvPr id="6466" name="dense-map-1-cell-54">
              <a:extLst>
                <a:ext uri="{FF2B5EF4-FFF2-40B4-BE49-F238E27FC236}">
                  <a16:creationId xmlns:a16="http://schemas.microsoft.com/office/drawing/2014/main" id="{4FC476FF-8DC5-4089-A72E-ABBE414E610B}"/>
                </a:ext>
              </a:extLst>
            </p:cNvPr>
            <p:cNvSpPr>
              <a:spLocks noGrp="1"/>
            </p:cNvSpPr>
            <p:nvPr/>
          </p:nvSpPr>
          <p:spPr>
            <a:xfrm>
              <a:off x="21240750" y="6835378"/>
              <a:ext cx="236680" cy="6096"/>
            </a:xfrm>
            <a:prstGeom prst="rect">
              <a:avLst/>
            </a:prstGeom>
            <a:solidFill>
              <a:srgbClr val="DCE8ED"/>
            </a:solidFill>
            <a:ln w="0">
              <a:noFill/>
              <a:prstDash val="solid"/>
            </a:ln>
          </p:spPr>
        </p:sp>
        <p:sp>
          <p:nvSpPr>
            <p:cNvPr id="6467" name="dense-map-1-cell-53">
              <a:extLst>
                <a:ext uri="{FF2B5EF4-FFF2-40B4-BE49-F238E27FC236}">
                  <a16:creationId xmlns:a16="http://schemas.microsoft.com/office/drawing/2014/main" id="{7FC3EAA6-842F-43B2-9581-3A6A0B523730}"/>
                </a:ext>
              </a:extLst>
            </p:cNvPr>
            <p:cNvSpPr>
              <a:spLocks noGrp="1"/>
            </p:cNvSpPr>
            <p:nvPr/>
          </p:nvSpPr>
          <p:spPr>
            <a:xfrm>
              <a:off x="21240750" y="6841331"/>
              <a:ext cx="236680" cy="6096"/>
            </a:xfrm>
            <a:prstGeom prst="rect">
              <a:avLst/>
            </a:prstGeom>
            <a:solidFill>
              <a:srgbClr val="DCE8ED"/>
            </a:solidFill>
            <a:ln w="0">
              <a:noFill/>
              <a:prstDash val="solid"/>
            </a:ln>
          </p:spPr>
        </p:sp>
        <p:sp>
          <p:nvSpPr>
            <p:cNvPr id="6468" name="dense-map-1-cell-52">
              <a:extLst>
                <a:ext uri="{FF2B5EF4-FFF2-40B4-BE49-F238E27FC236}">
                  <a16:creationId xmlns:a16="http://schemas.microsoft.com/office/drawing/2014/main" id="{74C93856-9E8A-4594-B451-38961C68DA5F}"/>
                </a:ext>
              </a:extLst>
            </p:cNvPr>
            <p:cNvSpPr>
              <a:spLocks noGrp="1"/>
            </p:cNvSpPr>
            <p:nvPr/>
          </p:nvSpPr>
          <p:spPr>
            <a:xfrm>
              <a:off x="21240750" y="6847284"/>
              <a:ext cx="236680" cy="6096"/>
            </a:xfrm>
            <a:prstGeom prst="rect">
              <a:avLst/>
            </a:prstGeom>
            <a:solidFill>
              <a:srgbClr val="DCE8ED"/>
            </a:solidFill>
            <a:ln w="0">
              <a:noFill/>
              <a:prstDash val="solid"/>
            </a:ln>
          </p:spPr>
        </p:sp>
        <p:sp>
          <p:nvSpPr>
            <p:cNvPr id="6469" name="dense-map-1-cell-51">
              <a:extLst>
                <a:ext uri="{FF2B5EF4-FFF2-40B4-BE49-F238E27FC236}">
                  <a16:creationId xmlns:a16="http://schemas.microsoft.com/office/drawing/2014/main" id="{C1A35735-745F-49E6-8570-A66D0D34197E}"/>
                </a:ext>
              </a:extLst>
            </p:cNvPr>
            <p:cNvSpPr>
              <a:spLocks noGrp="1"/>
            </p:cNvSpPr>
            <p:nvPr/>
          </p:nvSpPr>
          <p:spPr>
            <a:xfrm>
              <a:off x="21240750" y="6853238"/>
              <a:ext cx="236680" cy="6096"/>
            </a:xfrm>
            <a:prstGeom prst="rect">
              <a:avLst/>
            </a:prstGeom>
            <a:solidFill>
              <a:srgbClr val="DCE8ED"/>
            </a:solidFill>
            <a:ln w="0">
              <a:noFill/>
              <a:prstDash val="solid"/>
            </a:ln>
          </p:spPr>
        </p:sp>
        <p:sp>
          <p:nvSpPr>
            <p:cNvPr id="6470" name="dense-map-1-cell-50">
              <a:extLst>
                <a:ext uri="{FF2B5EF4-FFF2-40B4-BE49-F238E27FC236}">
                  <a16:creationId xmlns:a16="http://schemas.microsoft.com/office/drawing/2014/main" id="{68AEDF7A-B3C6-4D33-9C24-BCC681C763DC}"/>
                </a:ext>
              </a:extLst>
            </p:cNvPr>
            <p:cNvSpPr>
              <a:spLocks noGrp="1"/>
            </p:cNvSpPr>
            <p:nvPr/>
          </p:nvSpPr>
          <p:spPr>
            <a:xfrm>
              <a:off x="21240750" y="6859191"/>
              <a:ext cx="236680" cy="6096"/>
            </a:xfrm>
            <a:prstGeom prst="rect">
              <a:avLst/>
            </a:prstGeom>
            <a:solidFill>
              <a:srgbClr val="DCE8ED"/>
            </a:solidFill>
            <a:ln w="0">
              <a:noFill/>
              <a:prstDash val="solid"/>
            </a:ln>
          </p:spPr>
        </p:sp>
        <p:sp>
          <p:nvSpPr>
            <p:cNvPr id="6471" name="dense-map-1-cell-49">
              <a:extLst>
                <a:ext uri="{FF2B5EF4-FFF2-40B4-BE49-F238E27FC236}">
                  <a16:creationId xmlns:a16="http://schemas.microsoft.com/office/drawing/2014/main" id="{BFFCBF8C-A7CD-49FD-8A42-EBF30FB466E8}"/>
                </a:ext>
              </a:extLst>
            </p:cNvPr>
            <p:cNvSpPr>
              <a:spLocks noGrp="1"/>
            </p:cNvSpPr>
            <p:nvPr/>
          </p:nvSpPr>
          <p:spPr>
            <a:xfrm>
              <a:off x="21240750" y="6865144"/>
              <a:ext cx="236680" cy="6096"/>
            </a:xfrm>
            <a:prstGeom prst="rect">
              <a:avLst/>
            </a:prstGeom>
            <a:solidFill>
              <a:srgbClr val="DCE8ED"/>
            </a:solidFill>
            <a:ln w="0">
              <a:noFill/>
              <a:prstDash val="solid"/>
            </a:ln>
          </p:spPr>
        </p:sp>
        <p:sp>
          <p:nvSpPr>
            <p:cNvPr id="6472" name="dense-map-1-cell-48">
              <a:extLst>
                <a:ext uri="{FF2B5EF4-FFF2-40B4-BE49-F238E27FC236}">
                  <a16:creationId xmlns:a16="http://schemas.microsoft.com/office/drawing/2014/main" id="{C3F7E614-60D2-4DF3-8C46-1527782F1ED7}"/>
                </a:ext>
              </a:extLst>
            </p:cNvPr>
            <p:cNvSpPr>
              <a:spLocks noGrp="1"/>
            </p:cNvSpPr>
            <p:nvPr/>
          </p:nvSpPr>
          <p:spPr>
            <a:xfrm>
              <a:off x="21240750" y="6871097"/>
              <a:ext cx="236680" cy="6096"/>
            </a:xfrm>
            <a:prstGeom prst="rect">
              <a:avLst/>
            </a:prstGeom>
            <a:solidFill>
              <a:srgbClr val="DCE8ED"/>
            </a:solidFill>
            <a:ln w="0">
              <a:noFill/>
              <a:prstDash val="solid"/>
            </a:ln>
          </p:spPr>
        </p:sp>
        <p:sp>
          <p:nvSpPr>
            <p:cNvPr id="6473" name="dense-map-1-cell-47">
              <a:extLst>
                <a:ext uri="{FF2B5EF4-FFF2-40B4-BE49-F238E27FC236}">
                  <a16:creationId xmlns:a16="http://schemas.microsoft.com/office/drawing/2014/main" id="{7E7178EB-701B-48C7-9FD9-A031C5F86F1B}"/>
                </a:ext>
              </a:extLst>
            </p:cNvPr>
            <p:cNvSpPr>
              <a:spLocks noGrp="1"/>
            </p:cNvSpPr>
            <p:nvPr/>
          </p:nvSpPr>
          <p:spPr>
            <a:xfrm>
              <a:off x="21240750" y="6877050"/>
              <a:ext cx="236680" cy="6096"/>
            </a:xfrm>
            <a:prstGeom prst="rect">
              <a:avLst/>
            </a:prstGeom>
            <a:solidFill>
              <a:srgbClr val="DCE8ED"/>
            </a:solidFill>
            <a:ln w="0">
              <a:noFill/>
              <a:prstDash val="solid"/>
            </a:ln>
          </p:spPr>
        </p:sp>
        <p:sp>
          <p:nvSpPr>
            <p:cNvPr id="6474" name="dense-map-1-cell-46">
              <a:extLst>
                <a:ext uri="{FF2B5EF4-FFF2-40B4-BE49-F238E27FC236}">
                  <a16:creationId xmlns:a16="http://schemas.microsoft.com/office/drawing/2014/main" id="{B91944CA-2A8A-4C8B-8F4A-B42A83140514}"/>
                </a:ext>
              </a:extLst>
            </p:cNvPr>
            <p:cNvSpPr>
              <a:spLocks noGrp="1"/>
            </p:cNvSpPr>
            <p:nvPr/>
          </p:nvSpPr>
          <p:spPr>
            <a:xfrm>
              <a:off x="21240750" y="6883003"/>
              <a:ext cx="236680" cy="6096"/>
            </a:xfrm>
            <a:prstGeom prst="rect">
              <a:avLst/>
            </a:prstGeom>
            <a:solidFill>
              <a:srgbClr val="DCE8ED"/>
            </a:solidFill>
            <a:ln w="0">
              <a:noFill/>
              <a:prstDash val="solid"/>
            </a:ln>
          </p:spPr>
        </p:sp>
        <p:sp>
          <p:nvSpPr>
            <p:cNvPr id="6475" name="dense-map-1-cell-45">
              <a:extLst>
                <a:ext uri="{FF2B5EF4-FFF2-40B4-BE49-F238E27FC236}">
                  <a16:creationId xmlns:a16="http://schemas.microsoft.com/office/drawing/2014/main" id="{A6B5F2B5-F239-4222-957C-4C7BE3BF3A45}"/>
                </a:ext>
              </a:extLst>
            </p:cNvPr>
            <p:cNvSpPr>
              <a:spLocks noGrp="1"/>
            </p:cNvSpPr>
            <p:nvPr/>
          </p:nvSpPr>
          <p:spPr>
            <a:xfrm>
              <a:off x="21240750" y="6888956"/>
              <a:ext cx="236680" cy="6096"/>
            </a:xfrm>
            <a:prstGeom prst="rect">
              <a:avLst/>
            </a:prstGeom>
            <a:solidFill>
              <a:srgbClr val="DCE8ED"/>
            </a:solidFill>
            <a:ln w="0">
              <a:noFill/>
              <a:prstDash val="solid"/>
            </a:ln>
          </p:spPr>
        </p:sp>
        <p:sp>
          <p:nvSpPr>
            <p:cNvPr id="6476" name="dense-map-1-cell-44">
              <a:extLst>
                <a:ext uri="{FF2B5EF4-FFF2-40B4-BE49-F238E27FC236}">
                  <a16:creationId xmlns:a16="http://schemas.microsoft.com/office/drawing/2014/main" id="{1231333F-8B19-4D0F-8DC5-5F5C85DFC569}"/>
                </a:ext>
              </a:extLst>
            </p:cNvPr>
            <p:cNvSpPr>
              <a:spLocks noGrp="1"/>
            </p:cNvSpPr>
            <p:nvPr/>
          </p:nvSpPr>
          <p:spPr>
            <a:xfrm>
              <a:off x="21240750" y="6894909"/>
              <a:ext cx="236680" cy="6096"/>
            </a:xfrm>
            <a:prstGeom prst="rect">
              <a:avLst/>
            </a:prstGeom>
            <a:solidFill>
              <a:srgbClr val="DCE8ED"/>
            </a:solidFill>
            <a:ln w="0">
              <a:noFill/>
              <a:prstDash val="solid"/>
            </a:ln>
          </p:spPr>
        </p:sp>
        <p:sp>
          <p:nvSpPr>
            <p:cNvPr id="6477" name="dense-map-1-cell-43">
              <a:extLst>
                <a:ext uri="{FF2B5EF4-FFF2-40B4-BE49-F238E27FC236}">
                  <a16:creationId xmlns:a16="http://schemas.microsoft.com/office/drawing/2014/main" id="{08CCF431-EF33-429D-823B-6909C45B2FA1}"/>
                </a:ext>
              </a:extLst>
            </p:cNvPr>
            <p:cNvSpPr>
              <a:spLocks noGrp="1"/>
            </p:cNvSpPr>
            <p:nvPr/>
          </p:nvSpPr>
          <p:spPr>
            <a:xfrm>
              <a:off x="21240750" y="6900863"/>
              <a:ext cx="236680" cy="6096"/>
            </a:xfrm>
            <a:prstGeom prst="rect">
              <a:avLst/>
            </a:prstGeom>
            <a:solidFill>
              <a:srgbClr val="DCE8ED"/>
            </a:solidFill>
            <a:ln w="0">
              <a:noFill/>
              <a:prstDash val="solid"/>
            </a:ln>
          </p:spPr>
        </p:sp>
        <p:sp>
          <p:nvSpPr>
            <p:cNvPr id="6478" name="dense-map-1-cell-42">
              <a:extLst>
                <a:ext uri="{FF2B5EF4-FFF2-40B4-BE49-F238E27FC236}">
                  <a16:creationId xmlns:a16="http://schemas.microsoft.com/office/drawing/2014/main" id="{50C2BC43-7AE0-4074-909C-ED37BEDC6BC4}"/>
                </a:ext>
              </a:extLst>
            </p:cNvPr>
            <p:cNvSpPr>
              <a:spLocks noGrp="1"/>
            </p:cNvSpPr>
            <p:nvPr/>
          </p:nvSpPr>
          <p:spPr>
            <a:xfrm>
              <a:off x="21240750" y="6906816"/>
              <a:ext cx="236680" cy="6096"/>
            </a:xfrm>
            <a:prstGeom prst="rect">
              <a:avLst/>
            </a:prstGeom>
            <a:solidFill>
              <a:srgbClr val="DCE8ED"/>
            </a:solidFill>
            <a:ln w="0">
              <a:noFill/>
              <a:prstDash val="solid"/>
            </a:ln>
          </p:spPr>
        </p:sp>
        <p:sp>
          <p:nvSpPr>
            <p:cNvPr id="6479" name="dense-map-1-cell-41">
              <a:extLst>
                <a:ext uri="{FF2B5EF4-FFF2-40B4-BE49-F238E27FC236}">
                  <a16:creationId xmlns:a16="http://schemas.microsoft.com/office/drawing/2014/main" id="{3604EEB6-8829-4953-88BB-C598BCD54EE8}"/>
                </a:ext>
              </a:extLst>
            </p:cNvPr>
            <p:cNvSpPr>
              <a:spLocks noGrp="1"/>
            </p:cNvSpPr>
            <p:nvPr/>
          </p:nvSpPr>
          <p:spPr>
            <a:xfrm>
              <a:off x="21240750" y="6912769"/>
              <a:ext cx="236680" cy="6096"/>
            </a:xfrm>
            <a:prstGeom prst="rect">
              <a:avLst/>
            </a:prstGeom>
            <a:solidFill>
              <a:srgbClr val="DCE8ED"/>
            </a:solidFill>
            <a:ln w="0">
              <a:noFill/>
              <a:prstDash val="solid"/>
            </a:ln>
          </p:spPr>
        </p:sp>
        <p:sp>
          <p:nvSpPr>
            <p:cNvPr id="6480" name="dense-map-1-cell-40">
              <a:extLst>
                <a:ext uri="{FF2B5EF4-FFF2-40B4-BE49-F238E27FC236}">
                  <a16:creationId xmlns:a16="http://schemas.microsoft.com/office/drawing/2014/main" id="{59E89199-74AB-4350-B694-A4BA36A56D75}"/>
                </a:ext>
              </a:extLst>
            </p:cNvPr>
            <p:cNvSpPr>
              <a:spLocks noGrp="1"/>
            </p:cNvSpPr>
            <p:nvPr/>
          </p:nvSpPr>
          <p:spPr>
            <a:xfrm>
              <a:off x="21240750" y="6918722"/>
              <a:ext cx="236680" cy="6096"/>
            </a:xfrm>
            <a:prstGeom prst="rect">
              <a:avLst/>
            </a:prstGeom>
            <a:solidFill>
              <a:srgbClr val="DCE8ED"/>
            </a:solidFill>
            <a:ln w="0">
              <a:noFill/>
              <a:prstDash val="solid"/>
            </a:ln>
          </p:spPr>
        </p:sp>
        <p:sp>
          <p:nvSpPr>
            <p:cNvPr id="6481" name="dense-map-1-cell-39">
              <a:extLst>
                <a:ext uri="{FF2B5EF4-FFF2-40B4-BE49-F238E27FC236}">
                  <a16:creationId xmlns:a16="http://schemas.microsoft.com/office/drawing/2014/main" id="{CD5C0FA2-6563-49BE-824A-F2BA7C0B15D9}"/>
                </a:ext>
              </a:extLst>
            </p:cNvPr>
            <p:cNvSpPr>
              <a:spLocks noGrp="1"/>
            </p:cNvSpPr>
            <p:nvPr/>
          </p:nvSpPr>
          <p:spPr>
            <a:xfrm>
              <a:off x="21240750" y="6924675"/>
              <a:ext cx="236680" cy="6096"/>
            </a:xfrm>
            <a:prstGeom prst="rect">
              <a:avLst/>
            </a:prstGeom>
            <a:solidFill>
              <a:srgbClr val="DCE8ED"/>
            </a:solidFill>
            <a:ln w="0">
              <a:noFill/>
              <a:prstDash val="solid"/>
            </a:ln>
          </p:spPr>
        </p:sp>
        <p:sp>
          <p:nvSpPr>
            <p:cNvPr id="6482" name="dense-map-1-cell-38">
              <a:extLst>
                <a:ext uri="{FF2B5EF4-FFF2-40B4-BE49-F238E27FC236}">
                  <a16:creationId xmlns:a16="http://schemas.microsoft.com/office/drawing/2014/main" id="{EDD30D6B-3DF6-44F1-BCE6-C24C896BA642}"/>
                </a:ext>
              </a:extLst>
            </p:cNvPr>
            <p:cNvSpPr>
              <a:spLocks noGrp="1"/>
            </p:cNvSpPr>
            <p:nvPr/>
          </p:nvSpPr>
          <p:spPr>
            <a:xfrm>
              <a:off x="21240750" y="6930628"/>
              <a:ext cx="236680" cy="6096"/>
            </a:xfrm>
            <a:prstGeom prst="rect">
              <a:avLst/>
            </a:prstGeom>
            <a:solidFill>
              <a:srgbClr val="DCE8ED"/>
            </a:solidFill>
            <a:ln w="0">
              <a:noFill/>
              <a:prstDash val="solid"/>
            </a:ln>
          </p:spPr>
        </p:sp>
        <p:sp>
          <p:nvSpPr>
            <p:cNvPr id="6483" name="dense-map-1-cell-37">
              <a:extLst>
                <a:ext uri="{FF2B5EF4-FFF2-40B4-BE49-F238E27FC236}">
                  <a16:creationId xmlns:a16="http://schemas.microsoft.com/office/drawing/2014/main" id="{6D659A6B-6421-498A-873F-9B72B8F03004}"/>
                </a:ext>
              </a:extLst>
            </p:cNvPr>
            <p:cNvSpPr>
              <a:spLocks noGrp="1"/>
            </p:cNvSpPr>
            <p:nvPr/>
          </p:nvSpPr>
          <p:spPr>
            <a:xfrm>
              <a:off x="21240750" y="6936581"/>
              <a:ext cx="236680" cy="6096"/>
            </a:xfrm>
            <a:prstGeom prst="rect">
              <a:avLst/>
            </a:prstGeom>
            <a:solidFill>
              <a:srgbClr val="DCE8ED"/>
            </a:solidFill>
            <a:ln w="0">
              <a:noFill/>
              <a:prstDash val="solid"/>
            </a:ln>
          </p:spPr>
        </p:sp>
        <p:sp>
          <p:nvSpPr>
            <p:cNvPr id="6484" name="dense-map-1-cell-36">
              <a:extLst>
                <a:ext uri="{FF2B5EF4-FFF2-40B4-BE49-F238E27FC236}">
                  <a16:creationId xmlns:a16="http://schemas.microsoft.com/office/drawing/2014/main" id="{444AAE1B-75DB-4DC6-8535-7CC5B7CBD6B3}"/>
                </a:ext>
              </a:extLst>
            </p:cNvPr>
            <p:cNvSpPr>
              <a:spLocks noGrp="1"/>
            </p:cNvSpPr>
            <p:nvPr/>
          </p:nvSpPr>
          <p:spPr>
            <a:xfrm>
              <a:off x="21240750" y="6942534"/>
              <a:ext cx="236680" cy="6096"/>
            </a:xfrm>
            <a:prstGeom prst="rect">
              <a:avLst/>
            </a:prstGeom>
            <a:solidFill>
              <a:srgbClr val="DCE8ED"/>
            </a:solidFill>
            <a:ln w="0">
              <a:noFill/>
              <a:prstDash val="solid"/>
            </a:ln>
          </p:spPr>
        </p:sp>
        <p:sp>
          <p:nvSpPr>
            <p:cNvPr id="6485" name="dense-map-1-cell-35">
              <a:extLst>
                <a:ext uri="{FF2B5EF4-FFF2-40B4-BE49-F238E27FC236}">
                  <a16:creationId xmlns:a16="http://schemas.microsoft.com/office/drawing/2014/main" id="{A0C747C5-177D-414B-A0C1-F85214D9A47C}"/>
                </a:ext>
              </a:extLst>
            </p:cNvPr>
            <p:cNvSpPr>
              <a:spLocks noGrp="1"/>
            </p:cNvSpPr>
            <p:nvPr/>
          </p:nvSpPr>
          <p:spPr>
            <a:xfrm>
              <a:off x="21240750" y="6948488"/>
              <a:ext cx="236680" cy="6096"/>
            </a:xfrm>
            <a:prstGeom prst="rect">
              <a:avLst/>
            </a:prstGeom>
            <a:solidFill>
              <a:srgbClr val="DCE8ED"/>
            </a:solidFill>
            <a:ln w="0">
              <a:noFill/>
              <a:prstDash val="solid"/>
            </a:ln>
          </p:spPr>
        </p:sp>
        <p:sp>
          <p:nvSpPr>
            <p:cNvPr id="6486" name="dense-map-1-cell-34">
              <a:extLst>
                <a:ext uri="{FF2B5EF4-FFF2-40B4-BE49-F238E27FC236}">
                  <a16:creationId xmlns:a16="http://schemas.microsoft.com/office/drawing/2014/main" id="{3F20A630-CC1C-47EF-B68C-0C84DA54675C}"/>
                </a:ext>
              </a:extLst>
            </p:cNvPr>
            <p:cNvSpPr>
              <a:spLocks noGrp="1"/>
            </p:cNvSpPr>
            <p:nvPr/>
          </p:nvSpPr>
          <p:spPr>
            <a:xfrm>
              <a:off x="21240750" y="6954441"/>
              <a:ext cx="236680" cy="6096"/>
            </a:xfrm>
            <a:prstGeom prst="rect">
              <a:avLst/>
            </a:prstGeom>
            <a:solidFill>
              <a:srgbClr val="DCE8ED"/>
            </a:solidFill>
            <a:ln w="0">
              <a:noFill/>
              <a:prstDash val="solid"/>
            </a:ln>
          </p:spPr>
        </p:sp>
        <p:sp>
          <p:nvSpPr>
            <p:cNvPr id="6487" name="dense-map-1-cell-33">
              <a:extLst>
                <a:ext uri="{FF2B5EF4-FFF2-40B4-BE49-F238E27FC236}">
                  <a16:creationId xmlns:a16="http://schemas.microsoft.com/office/drawing/2014/main" id="{8BFBF998-B4EC-4250-9921-0FDDB78CD6F8}"/>
                </a:ext>
              </a:extLst>
            </p:cNvPr>
            <p:cNvSpPr>
              <a:spLocks noGrp="1"/>
            </p:cNvSpPr>
            <p:nvPr/>
          </p:nvSpPr>
          <p:spPr>
            <a:xfrm>
              <a:off x="21240750" y="6960394"/>
              <a:ext cx="236680" cy="6096"/>
            </a:xfrm>
            <a:prstGeom prst="rect">
              <a:avLst/>
            </a:prstGeom>
            <a:solidFill>
              <a:srgbClr val="DCE8ED"/>
            </a:solidFill>
            <a:ln w="0">
              <a:noFill/>
              <a:prstDash val="solid"/>
            </a:ln>
          </p:spPr>
        </p:sp>
        <p:sp>
          <p:nvSpPr>
            <p:cNvPr id="6488" name="dense-map-1-cell-32">
              <a:extLst>
                <a:ext uri="{FF2B5EF4-FFF2-40B4-BE49-F238E27FC236}">
                  <a16:creationId xmlns:a16="http://schemas.microsoft.com/office/drawing/2014/main" id="{19F2DDDD-1EB7-41D8-94F0-22AE0B11E709}"/>
                </a:ext>
              </a:extLst>
            </p:cNvPr>
            <p:cNvSpPr>
              <a:spLocks noGrp="1"/>
            </p:cNvSpPr>
            <p:nvPr/>
          </p:nvSpPr>
          <p:spPr>
            <a:xfrm>
              <a:off x="21240750" y="6966347"/>
              <a:ext cx="236680" cy="6096"/>
            </a:xfrm>
            <a:prstGeom prst="rect">
              <a:avLst/>
            </a:prstGeom>
            <a:solidFill>
              <a:srgbClr val="DCE8ED"/>
            </a:solidFill>
            <a:ln w="0">
              <a:noFill/>
              <a:prstDash val="solid"/>
            </a:ln>
          </p:spPr>
        </p:sp>
        <p:sp>
          <p:nvSpPr>
            <p:cNvPr id="6489" name="dense-map-1-cell-31">
              <a:extLst>
                <a:ext uri="{FF2B5EF4-FFF2-40B4-BE49-F238E27FC236}">
                  <a16:creationId xmlns:a16="http://schemas.microsoft.com/office/drawing/2014/main" id="{B1EE6EB7-1F9E-4163-B6ED-88AA9A603DD2}"/>
                </a:ext>
              </a:extLst>
            </p:cNvPr>
            <p:cNvSpPr>
              <a:spLocks noGrp="1"/>
            </p:cNvSpPr>
            <p:nvPr/>
          </p:nvSpPr>
          <p:spPr>
            <a:xfrm>
              <a:off x="21240750" y="6972300"/>
              <a:ext cx="236680" cy="6096"/>
            </a:xfrm>
            <a:prstGeom prst="rect">
              <a:avLst/>
            </a:prstGeom>
            <a:solidFill>
              <a:srgbClr val="DCE8ED"/>
            </a:solidFill>
            <a:ln w="0">
              <a:noFill/>
              <a:prstDash val="solid"/>
            </a:ln>
          </p:spPr>
        </p:sp>
        <p:sp>
          <p:nvSpPr>
            <p:cNvPr id="6490" name="dense-map-1-cell-30">
              <a:extLst>
                <a:ext uri="{FF2B5EF4-FFF2-40B4-BE49-F238E27FC236}">
                  <a16:creationId xmlns:a16="http://schemas.microsoft.com/office/drawing/2014/main" id="{5770B52F-EE54-44CD-92F0-12FB4B24D053}"/>
                </a:ext>
              </a:extLst>
            </p:cNvPr>
            <p:cNvSpPr>
              <a:spLocks noGrp="1"/>
            </p:cNvSpPr>
            <p:nvPr/>
          </p:nvSpPr>
          <p:spPr>
            <a:xfrm>
              <a:off x="21240750" y="6978253"/>
              <a:ext cx="236680" cy="6096"/>
            </a:xfrm>
            <a:prstGeom prst="rect">
              <a:avLst/>
            </a:prstGeom>
            <a:solidFill>
              <a:srgbClr val="DCE8ED"/>
            </a:solidFill>
            <a:ln w="0">
              <a:noFill/>
              <a:prstDash val="solid"/>
            </a:ln>
          </p:spPr>
        </p:sp>
        <p:sp>
          <p:nvSpPr>
            <p:cNvPr id="6491" name="dense-map-1-cell-29">
              <a:extLst>
                <a:ext uri="{FF2B5EF4-FFF2-40B4-BE49-F238E27FC236}">
                  <a16:creationId xmlns:a16="http://schemas.microsoft.com/office/drawing/2014/main" id="{EBD822E2-6AF4-4FC9-87E9-2595ED6A1893}"/>
                </a:ext>
              </a:extLst>
            </p:cNvPr>
            <p:cNvSpPr>
              <a:spLocks noGrp="1"/>
            </p:cNvSpPr>
            <p:nvPr/>
          </p:nvSpPr>
          <p:spPr>
            <a:xfrm>
              <a:off x="21240750" y="6984206"/>
              <a:ext cx="236680" cy="6096"/>
            </a:xfrm>
            <a:prstGeom prst="rect">
              <a:avLst/>
            </a:prstGeom>
            <a:solidFill>
              <a:srgbClr val="D8E5EB"/>
            </a:solidFill>
            <a:ln w="0">
              <a:noFill/>
              <a:prstDash val="solid"/>
            </a:ln>
          </p:spPr>
        </p:sp>
        <p:sp>
          <p:nvSpPr>
            <p:cNvPr id="6492" name="dense-map-1-cell-28">
              <a:extLst>
                <a:ext uri="{FF2B5EF4-FFF2-40B4-BE49-F238E27FC236}">
                  <a16:creationId xmlns:a16="http://schemas.microsoft.com/office/drawing/2014/main" id="{B0765B97-5E10-4A70-9209-5B0646363BE4}"/>
                </a:ext>
              </a:extLst>
            </p:cNvPr>
            <p:cNvSpPr>
              <a:spLocks noGrp="1"/>
            </p:cNvSpPr>
            <p:nvPr/>
          </p:nvSpPr>
          <p:spPr>
            <a:xfrm>
              <a:off x="21240750" y="6990159"/>
              <a:ext cx="236680" cy="6096"/>
            </a:xfrm>
            <a:prstGeom prst="rect">
              <a:avLst/>
            </a:prstGeom>
            <a:solidFill>
              <a:srgbClr val="C9DBE4"/>
            </a:solidFill>
            <a:ln w="0">
              <a:noFill/>
              <a:prstDash val="solid"/>
            </a:ln>
          </p:spPr>
        </p:sp>
        <p:sp>
          <p:nvSpPr>
            <p:cNvPr id="6493" name="dense-map-1-cell-27">
              <a:extLst>
                <a:ext uri="{FF2B5EF4-FFF2-40B4-BE49-F238E27FC236}">
                  <a16:creationId xmlns:a16="http://schemas.microsoft.com/office/drawing/2014/main" id="{CE9C400F-CA90-4348-BA38-59FF8F1701D6}"/>
                </a:ext>
              </a:extLst>
            </p:cNvPr>
            <p:cNvSpPr>
              <a:spLocks noGrp="1"/>
            </p:cNvSpPr>
            <p:nvPr/>
          </p:nvSpPr>
          <p:spPr>
            <a:xfrm>
              <a:off x="21240750" y="6996113"/>
              <a:ext cx="236680" cy="6096"/>
            </a:xfrm>
            <a:prstGeom prst="rect">
              <a:avLst/>
            </a:prstGeom>
            <a:solidFill>
              <a:srgbClr val="9CC5DC"/>
            </a:solidFill>
            <a:ln w="0">
              <a:noFill/>
              <a:prstDash val="solid"/>
            </a:ln>
          </p:spPr>
        </p:sp>
        <p:sp>
          <p:nvSpPr>
            <p:cNvPr id="6494" name="dense-map-1-cell-26">
              <a:extLst>
                <a:ext uri="{FF2B5EF4-FFF2-40B4-BE49-F238E27FC236}">
                  <a16:creationId xmlns:a16="http://schemas.microsoft.com/office/drawing/2014/main" id="{AA5B29DB-FF89-45E3-B60F-F4F452070AF3}"/>
                </a:ext>
              </a:extLst>
            </p:cNvPr>
            <p:cNvSpPr>
              <a:spLocks noGrp="1"/>
            </p:cNvSpPr>
            <p:nvPr/>
          </p:nvSpPr>
          <p:spPr>
            <a:xfrm>
              <a:off x="21240750" y="7002066"/>
              <a:ext cx="236680" cy="6096"/>
            </a:xfrm>
            <a:prstGeom prst="rect">
              <a:avLst/>
            </a:prstGeom>
            <a:solidFill>
              <a:srgbClr val="72AFD1"/>
            </a:solidFill>
            <a:ln w="0">
              <a:noFill/>
              <a:prstDash val="solid"/>
            </a:ln>
          </p:spPr>
        </p:sp>
        <p:sp>
          <p:nvSpPr>
            <p:cNvPr id="6495" name="dense-map-1-cell-25">
              <a:extLst>
                <a:ext uri="{FF2B5EF4-FFF2-40B4-BE49-F238E27FC236}">
                  <a16:creationId xmlns:a16="http://schemas.microsoft.com/office/drawing/2014/main" id="{6DC729EC-7618-4857-A561-E583F28B0630}"/>
                </a:ext>
              </a:extLst>
            </p:cNvPr>
            <p:cNvSpPr>
              <a:spLocks noGrp="1"/>
            </p:cNvSpPr>
            <p:nvPr/>
          </p:nvSpPr>
          <p:spPr>
            <a:xfrm>
              <a:off x="21240750" y="7008019"/>
              <a:ext cx="236680" cy="6096"/>
            </a:xfrm>
            <a:prstGeom prst="rect">
              <a:avLst/>
            </a:prstGeom>
            <a:solidFill>
              <a:srgbClr val="4899C5"/>
            </a:solidFill>
            <a:ln w="0">
              <a:noFill/>
              <a:prstDash val="solid"/>
            </a:ln>
          </p:spPr>
        </p:sp>
        <p:sp>
          <p:nvSpPr>
            <p:cNvPr id="6496" name="dense-map-1-cell-24">
              <a:extLst>
                <a:ext uri="{FF2B5EF4-FFF2-40B4-BE49-F238E27FC236}">
                  <a16:creationId xmlns:a16="http://schemas.microsoft.com/office/drawing/2014/main" id="{0A327992-A4F8-4BA1-B5A9-B741E3852812}"/>
                </a:ext>
              </a:extLst>
            </p:cNvPr>
            <p:cNvSpPr>
              <a:spLocks noGrp="1"/>
            </p:cNvSpPr>
            <p:nvPr/>
          </p:nvSpPr>
          <p:spPr>
            <a:xfrm>
              <a:off x="21240750" y="7013972"/>
              <a:ext cx="236680" cy="6096"/>
            </a:xfrm>
            <a:prstGeom prst="rect">
              <a:avLst/>
            </a:prstGeom>
            <a:solidFill>
              <a:srgbClr val="2385BB"/>
            </a:solidFill>
            <a:ln w="0">
              <a:noFill/>
              <a:prstDash val="solid"/>
            </a:ln>
          </p:spPr>
        </p:sp>
        <p:sp>
          <p:nvSpPr>
            <p:cNvPr id="6497" name="dense-map-1-cell-23">
              <a:extLst>
                <a:ext uri="{FF2B5EF4-FFF2-40B4-BE49-F238E27FC236}">
                  <a16:creationId xmlns:a16="http://schemas.microsoft.com/office/drawing/2014/main" id="{77ABF8CD-2423-4DAA-95BE-DE5ADE79193A}"/>
                </a:ext>
              </a:extLst>
            </p:cNvPr>
            <p:cNvSpPr>
              <a:spLocks noGrp="1"/>
            </p:cNvSpPr>
            <p:nvPr/>
          </p:nvSpPr>
          <p:spPr>
            <a:xfrm>
              <a:off x="21240750" y="7019925"/>
              <a:ext cx="236680" cy="6096"/>
            </a:xfrm>
            <a:prstGeom prst="rect">
              <a:avLst/>
            </a:prstGeom>
            <a:solidFill>
              <a:srgbClr val="0977B4"/>
            </a:solidFill>
            <a:ln w="0">
              <a:noFill/>
              <a:prstDash val="solid"/>
            </a:ln>
          </p:spPr>
        </p:sp>
        <p:sp>
          <p:nvSpPr>
            <p:cNvPr id="6498" name="dense-map-1-cell-22">
              <a:extLst>
                <a:ext uri="{FF2B5EF4-FFF2-40B4-BE49-F238E27FC236}">
                  <a16:creationId xmlns:a16="http://schemas.microsoft.com/office/drawing/2014/main" id="{72AB504A-154C-4FCB-B77D-736AD12D65B8}"/>
                </a:ext>
              </a:extLst>
            </p:cNvPr>
            <p:cNvSpPr>
              <a:spLocks noGrp="1"/>
            </p:cNvSpPr>
            <p:nvPr/>
          </p:nvSpPr>
          <p:spPr>
            <a:xfrm>
              <a:off x="21240750" y="7025878"/>
              <a:ext cx="236680" cy="6096"/>
            </a:xfrm>
            <a:prstGeom prst="rect">
              <a:avLst/>
            </a:prstGeom>
            <a:solidFill>
              <a:srgbClr val="0072B2"/>
            </a:solidFill>
            <a:ln w="0">
              <a:noFill/>
              <a:prstDash val="solid"/>
            </a:ln>
          </p:spPr>
        </p:sp>
        <p:sp>
          <p:nvSpPr>
            <p:cNvPr id="6499" name="dense-map-1-cell-21">
              <a:extLst>
                <a:ext uri="{FF2B5EF4-FFF2-40B4-BE49-F238E27FC236}">
                  <a16:creationId xmlns:a16="http://schemas.microsoft.com/office/drawing/2014/main" id="{CD2437C3-6965-4EBE-ACD7-81A329A3B248}"/>
                </a:ext>
              </a:extLst>
            </p:cNvPr>
            <p:cNvSpPr>
              <a:spLocks noGrp="1"/>
            </p:cNvSpPr>
            <p:nvPr/>
          </p:nvSpPr>
          <p:spPr>
            <a:xfrm>
              <a:off x="21240750" y="7031831"/>
              <a:ext cx="236680" cy="6096"/>
            </a:xfrm>
            <a:prstGeom prst="rect">
              <a:avLst/>
            </a:prstGeom>
            <a:solidFill>
              <a:srgbClr val="0072B2"/>
            </a:solidFill>
            <a:ln w="0">
              <a:noFill/>
              <a:prstDash val="solid"/>
            </a:ln>
          </p:spPr>
        </p:sp>
        <p:sp>
          <p:nvSpPr>
            <p:cNvPr id="6500" name="dense-map-1-cell-20">
              <a:extLst>
                <a:ext uri="{FF2B5EF4-FFF2-40B4-BE49-F238E27FC236}">
                  <a16:creationId xmlns:a16="http://schemas.microsoft.com/office/drawing/2014/main" id="{D90BD746-3D9F-4387-B05A-45CA434D1D84}"/>
                </a:ext>
              </a:extLst>
            </p:cNvPr>
            <p:cNvSpPr>
              <a:spLocks noGrp="1"/>
            </p:cNvSpPr>
            <p:nvPr/>
          </p:nvSpPr>
          <p:spPr>
            <a:xfrm>
              <a:off x="21240750" y="7037784"/>
              <a:ext cx="236680" cy="6096"/>
            </a:xfrm>
            <a:prstGeom prst="rect">
              <a:avLst/>
            </a:prstGeom>
            <a:solidFill>
              <a:srgbClr val="0072B2"/>
            </a:solidFill>
            <a:ln w="0">
              <a:noFill/>
              <a:prstDash val="solid"/>
            </a:ln>
          </p:spPr>
        </p:sp>
        <p:sp>
          <p:nvSpPr>
            <p:cNvPr id="6501" name="dense-map-1-cell-19">
              <a:extLst>
                <a:ext uri="{FF2B5EF4-FFF2-40B4-BE49-F238E27FC236}">
                  <a16:creationId xmlns:a16="http://schemas.microsoft.com/office/drawing/2014/main" id="{6DF6D20B-0223-4945-A5B3-0ABDA2FA27A0}"/>
                </a:ext>
              </a:extLst>
            </p:cNvPr>
            <p:cNvSpPr>
              <a:spLocks noGrp="1"/>
            </p:cNvSpPr>
            <p:nvPr/>
          </p:nvSpPr>
          <p:spPr>
            <a:xfrm>
              <a:off x="21240750" y="7043738"/>
              <a:ext cx="236680" cy="6096"/>
            </a:xfrm>
            <a:prstGeom prst="rect">
              <a:avLst/>
            </a:prstGeom>
            <a:solidFill>
              <a:srgbClr val="0072B2"/>
            </a:solidFill>
            <a:ln w="0">
              <a:noFill/>
              <a:prstDash val="solid"/>
            </a:ln>
          </p:spPr>
        </p:sp>
        <p:sp>
          <p:nvSpPr>
            <p:cNvPr id="6502" name="dense-map-1-cell-18">
              <a:extLst>
                <a:ext uri="{FF2B5EF4-FFF2-40B4-BE49-F238E27FC236}">
                  <a16:creationId xmlns:a16="http://schemas.microsoft.com/office/drawing/2014/main" id="{D64CEFA2-8F2B-4AD2-A9FE-1D27AB35832F}"/>
                </a:ext>
              </a:extLst>
            </p:cNvPr>
            <p:cNvSpPr>
              <a:spLocks noGrp="1"/>
            </p:cNvSpPr>
            <p:nvPr/>
          </p:nvSpPr>
          <p:spPr>
            <a:xfrm>
              <a:off x="21240750" y="7049691"/>
              <a:ext cx="236680" cy="6096"/>
            </a:xfrm>
            <a:prstGeom prst="rect">
              <a:avLst/>
            </a:prstGeom>
            <a:solidFill>
              <a:srgbClr val="0072B2"/>
            </a:solidFill>
            <a:ln w="0">
              <a:noFill/>
              <a:prstDash val="solid"/>
            </a:ln>
          </p:spPr>
        </p:sp>
        <p:sp>
          <p:nvSpPr>
            <p:cNvPr id="6503" name="dense-map-1-cell-17">
              <a:extLst>
                <a:ext uri="{FF2B5EF4-FFF2-40B4-BE49-F238E27FC236}">
                  <a16:creationId xmlns:a16="http://schemas.microsoft.com/office/drawing/2014/main" id="{9D9BC0A0-760C-4255-B98C-E77D9021BC23}"/>
                </a:ext>
              </a:extLst>
            </p:cNvPr>
            <p:cNvSpPr>
              <a:spLocks noGrp="1"/>
            </p:cNvSpPr>
            <p:nvPr/>
          </p:nvSpPr>
          <p:spPr>
            <a:xfrm>
              <a:off x="21240750" y="7055644"/>
              <a:ext cx="236680" cy="6096"/>
            </a:xfrm>
            <a:prstGeom prst="rect">
              <a:avLst/>
            </a:prstGeom>
            <a:solidFill>
              <a:srgbClr val="0072B2"/>
            </a:solidFill>
            <a:ln w="0">
              <a:noFill/>
              <a:prstDash val="solid"/>
            </a:ln>
          </p:spPr>
        </p:sp>
        <p:sp>
          <p:nvSpPr>
            <p:cNvPr id="6504" name="dense-map-1-cell-16">
              <a:extLst>
                <a:ext uri="{FF2B5EF4-FFF2-40B4-BE49-F238E27FC236}">
                  <a16:creationId xmlns:a16="http://schemas.microsoft.com/office/drawing/2014/main" id="{4F4E4AB8-B2D4-4BDD-AECE-21BD370F9F30}"/>
                </a:ext>
              </a:extLst>
            </p:cNvPr>
            <p:cNvSpPr>
              <a:spLocks noGrp="1"/>
            </p:cNvSpPr>
            <p:nvPr/>
          </p:nvSpPr>
          <p:spPr>
            <a:xfrm>
              <a:off x="21240750" y="7061597"/>
              <a:ext cx="236680" cy="6096"/>
            </a:xfrm>
            <a:prstGeom prst="rect">
              <a:avLst/>
            </a:prstGeom>
            <a:solidFill>
              <a:srgbClr val="0072B2"/>
            </a:solidFill>
            <a:ln w="0">
              <a:noFill/>
              <a:prstDash val="solid"/>
            </a:ln>
          </p:spPr>
        </p:sp>
        <p:sp>
          <p:nvSpPr>
            <p:cNvPr id="6505" name="dense-map-1-cell-15">
              <a:extLst>
                <a:ext uri="{FF2B5EF4-FFF2-40B4-BE49-F238E27FC236}">
                  <a16:creationId xmlns:a16="http://schemas.microsoft.com/office/drawing/2014/main" id="{A5E935F4-C4DF-4510-B361-63E19ECB8D86}"/>
                </a:ext>
              </a:extLst>
            </p:cNvPr>
            <p:cNvSpPr>
              <a:spLocks noGrp="1"/>
            </p:cNvSpPr>
            <p:nvPr/>
          </p:nvSpPr>
          <p:spPr>
            <a:xfrm>
              <a:off x="21240750" y="7067550"/>
              <a:ext cx="236680" cy="6096"/>
            </a:xfrm>
            <a:prstGeom prst="rect">
              <a:avLst/>
            </a:prstGeom>
            <a:solidFill>
              <a:srgbClr val="0072B2"/>
            </a:solidFill>
            <a:ln w="0">
              <a:noFill/>
              <a:prstDash val="solid"/>
            </a:ln>
          </p:spPr>
        </p:sp>
        <p:sp>
          <p:nvSpPr>
            <p:cNvPr id="6506" name="dense-map-1-cell-14">
              <a:extLst>
                <a:ext uri="{FF2B5EF4-FFF2-40B4-BE49-F238E27FC236}">
                  <a16:creationId xmlns:a16="http://schemas.microsoft.com/office/drawing/2014/main" id="{2C7586D8-A3CC-424F-AC33-05C55176F06E}"/>
                </a:ext>
              </a:extLst>
            </p:cNvPr>
            <p:cNvSpPr>
              <a:spLocks noGrp="1"/>
            </p:cNvSpPr>
            <p:nvPr/>
          </p:nvSpPr>
          <p:spPr>
            <a:xfrm>
              <a:off x="21240750" y="7073503"/>
              <a:ext cx="236680" cy="6096"/>
            </a:xfrm>
            <a:prstGeom prst="rect">
              <a:avLst/>
            </a:prstGeom>
            <a:solidFill>
              <a:srgbClr val="0072B2"/>
            </a:solidFill>
            <a:ln w="0">
              <a:noFill/>
              <a:prstDash val="solid"/>
            </a:ln>
          </p:spPr>
        </p:sp>
        <p:sp>
          <p:nvSpPr>
            <p:cNvPr id="6507" name="dense-map-1-cell-13">
              <a:extLst>
                <a:ext uri="{FF2B5EF4-FFF2-40B4-BE49-F238E27FC236}">
                  <a16:creationId xmlns:a16="http://schemas.microsoft.com/office/drawing/2014/main" id="{F9130732-EBF0-4230-83A3-8B369EF9DCE2}"/>
                </a:ext>
              </a:extLst>
            </p:cNvPr>
            <p:cNvSpPr>
              <a:spLocks noGrp="1"/>
            </p:cNvSpPr>
            <p:nvPr/>
          </p:nvSpPr>
          <p:spPr>
            <a:xfrm>
              <a:off x="21240750" y="7079456"/>
              <a:ext cx="236680" cy="6096"/>
            </a:xfrm>
            <a:prstGeom prst="rect">
              <a:avLst/>
            </a:prstGeom>
            <a:solidFill>
              <a:srgbClr val="0072B2"/>
            </a:solidFill>
            <a:ln w="0">
              <a:noFill/>
              <a:prstDash val="solid"/>
            </a:ln>
          </p:spPr>
        </p:sp>
        <p:sp>
          <p:nvSpPr>
            <p:cNvPr id="6508" name="dense-map-1-cell-12">
              <a:extLst>
                <a:ext uri="{FF2B5EF4-FFF2-40B4-BE49-F238E27FC236}">
                  <a16:creationId xmlns:a16="http://schemas.microsoft.com/office/drawing/2014/main" id="{6CBF67ED-BB41-4B50-921E-52C9AE2924DB}"/>
                </a:ext>
              </a:extLst>
            </p:cNvPr>
            <p:cNvSpPr>
              <a:spLocks noGrp="1"/>
            </p:cNvSpPr>
            <p:nvPr/>
          </p:nvSpPr>
          <p:spPr>
            <a:xfrm>
              <a:off x="21240750" y="7085409"/>
              <a:ext cx="236680" cy="6096"/>
            </a:xfrm>
            <a:prstGeom prst="rect">
              <a:avLst/>
            </a:prstGeom>
            <a:solidFill>
              <a:srgbClr val="0072B2"/>
            </a:solidFill>
            <a:ln w="0">
              <a:noFill/>
              <a:prstDash val="solid"/>
            </a:ln>
          </p:spPr>
        </p:sp>
        <p:sp>
          <p:nvSpPr>
            <p:cNvPr id="6509" name="dense-map-1-cell-11">
              <a:extLst>
                <a:ext uri="{FF2B5EF4-FFF2-40B4-BE49-F238E27FC236}">
                  <a16:creationId xmlns:a16="http://schemas.microsoft.com/office/drawing/2014/main" id="{A4EE9FEF-17AB-4EF7-B80D-F8302E6506F9}"/>
                </a:ext>
              </a:extLst>
            </p:cNvPr>
            <p:cNvSpPr>
              <a:spLocks noGrp="1"/>
            </p:cNvSpPr>
            <p:nvPr/>
          </p:nvSpPr>
          <p:spPr>
            <a:xfrm>
              <a:off x="21240750" y="7091363"/>
              <a:ext cx="236680" cy="6096"/>
            </a:xfrm>
            <a:prstGeom prst="rect">
              <a:avLst/>
            </a:prstGeom>
            <a:solidFill>
              <a:srgbClr val="0072B2"/>
            </a:solidFill>
            <a:ln w="0">
              <a:noFill/>
              <a:prstDash val="solid"/>
            </a:ln>
          </p:spPr>
        </p:sp>
        <p:sp>
          <p:nvSpPr>
            <p:cNvPr id="6510" name="dense-map-1-cell-10">
              <a:extLst>
                <a:ext uri="{FF2B5EF4-FFF2-40B4-BE49-F238E27FC236}">
                  <a16:creationId xmlns:a16="http://schemas.microsoft.com/office/drawing/2014/main" id="{0B2D8CEC-08D5-487B-9391-E8A843FE1136}"/>
                </a:ext>
              </a:extLst>
            </p:cNvPr>
            <p:cNvSpPr>
              <a:spLocks noGrp="1"/>
            </p:cNvSpPr>
            <p:nvPr/>
          </p:nvSpPr>
          <p:spPr>
            <a:xfrm>
              <a:off x="21240750" y="7097316"/>
              <a:ext cx="236680" cy="6096"/>
            </a:xfrm>
            <a:prstGeom prst="rect">
              <a:avLst/>
            </a:prstGeom>
            <a:solidFill>
              <a:srgbClr val="0072B2"/>
            </a:solidFill>
            <a:ln w="0">
              <a:noFill/>
              <a:prstDash val="solid"/>
            </a:ln>
          </p:spPr>
        </p:sp>
        <p:sp>
          <p:nvSpPr>
            <p:cNvPr id="6511" name="dense-map-1-cell-9">
              <a:extLst>
                <a:ext uri="{FF2B5EF4-FFF2-40B4-BE49-F238E27FC236}">
                  <a16:creationId xmlns:a16="http://schemas.microsoft.com/office/drawing/2014/main" id="{EF7BF61D-DB4B-4457-B0B1-D2E3C5DCED45}"/>
                </a:ext>
              </a:extLst>
            </p:cNvPr>
            <p:cNvSpPr>
              <a:spLocks noGrp="1"/>
            </p:cNvSpPr>
            <p:nvPr/>
          </p:nvSpPr>
          <p:spPr>
            <a:xfrm>
              <a:off x="21240750" y="7103269"/>
              <a:ext cx="236680" cy="6096"/>
            </a:xfrm>
            <a:prstGeom prst="rect">
              <a:avLst/>
            </a:prstGeom>
            <a:solidFill>
              <a:srgbClr val="0072B2"/>
            </a:solidFill>
            <a:ln w="0">
              <a:noFill/>
              <a:prstDash val="solid"/>
            </a:ln>
          </p:spPr>
        </p:sp>
        <p:sp>
          <p:nvSpPr>
            <p:cNvPr id="6512" name="dense-map-1-cell-8">
              <a:extLst>
                <a:ext uri="{FF2B5EF4-FFF2-40B4-BE49-F238E27FC236}">
                  <a16:creationId xmlns:a16="http://schemas.microsoft.com/office/drawing/2014/main" id="{DFDF9795-8DFF-45E5-8C10-424B9CE369B3}"/>
                </a:ext>
              </a:extLst>
            </p:cNvPr>
            <p:cNvSpPr>
              <a:spLocks noGrp="1"/>
            </p:cNvSpPr>
            <p:nvPr/>
          </p:nvSpPr>
          <p:spPr>
            <a:xfrm>
              <a:off x="21240750" y="7109222"/>
              <a:ext cx="236680" cy="6096"/>
            </a:xfrm>
            <a:prstGeom prst="rect">
              <a:avLst/>
            </a:prstGeom>
            <a:solidFill>
              <a:srgbClr val="1D82BA"/>
            </a:solidFill>
            <a:ln w="0">
              <a:noFill/>
              <a:prstDash val="solid"/>
            </a:ln>
          </p:spPr>
        </p:sp>
        <p:sp>
          <p:nvSpPr>
            <p:cNvPr id="6513" name="dense-map-1-cell-7">
              <a:extLst>
                <a:ext uri="{FF2B5EF4-FFF2-40B4-BE49-F238E27FC236}">
                  <a16:creationId xmlns:a16="http://schemas.microsoft.com/office/drawing/2014/main" id="{415B04B1-C85D-4E93-A8CD-6E642D2E119C}"/>
                </a:ext>
              </a:extLst>
            </p:cNvPr>
            <p:cNvSpPr>
              <a:spLocks noGrp="1"/>
            </p:cNvSpPr>
            <p:nvPr/>
          </p:nvSpPr>
          <p:spPr>
            <a:xfrm>
              <a:off x="21240750" y="7115175"/>
              <a:ext cx="236680" cy="6096"/>
            </a:xfrm>
            <a:prstGeom prst="rect">
              <a:avLst/>
            </a:prstGeom>
            <a:solidFill>
              <a:srgbClr val="5AA2CA"/>
            </a:solidFill>
            <a:ln w="0">
              <a:noFill/>
              <a:prstDash val="solid"/>
            </a:ln>
          </p:spPr>
        </p:sp>
        <p:sp>
          <p:nvSpPr>
            <p:cNvPr id="6514" name="dense-map-1-cell-6">
              <a:extLst>
                <a:ext uri="{FF2B5EF4-FFF2-40B4-BE49-F238E27FC236}">
                  <a16:creationId xmlns:a16="http://schemas.microsoft.com/office/drawing/2014/main" id="{8CB44E8F-2FE6-4F01-BA44-809EF29602F4}"/>
                </a:ext>
              </a:extLst>
            </p:cNvPr>
            <p:cNvSpPr>
              <a:spLocks noGrp="1"/>
            </p:cNvSpPr>
            <p:nvPr/>
          </p:nvSpPr>
          <p:spPr>
            <a:xfrm>
              <a:off x="21240750" y="7121128"/>
              <a:ext cx="236680" cy="6096"/>
            </a:xfrm>
            <a:prstGeom prst="rect">
              <a:avLst/>
            </a:prstGeom>
            <a:solidFill>
              <a:srgbClr val="9DC6DC"/>
            </a:solidFill>
            <a:ln w="0">
              <a:noFill/>
              <a:prstDash val="solid"/>
            </a:ln>
          </p:spPr>
        </p:sp>
        <p:sp>
          <p:nvSpPr>
            <p:cNvPr id="6515" name="dense-map-1-cell-5">
              <a:extLst>
                <a:ext uri="{FF2B5EF4-FFF2-40B4-BE49-F238E27FC236}">
                  <a16:creationId xmlns:a16="http://schemas.microsoft.com/office/drawing/2014/main" id="{6E04317D-0099-4529-A23F-6936907FB3DC}"/>
                </a:ext>
              </a:extLst>
            </p:cNvPr>
            <p:cNvSpPr>
              <a:spLocks noGrp="1"/>
            </p:cNvSpPr>
            <p:nvPr/>
          </p:nvSpPr>
          <p:spPr>
            <a:xfrm>
              <a:off x="21240750" y="7127081"/>
              <a:ext cx="236680" cy="6096"/>
            </a:xfrm>
            <a:prstGeom prst="rect">
              <a:avLst/>
            </a:prstGeom>
            <a:solidFill>
              <a:srgbClr val="D4E2E9"/>
            </a:solidFill>
            <a:ln w="0">
              <a:noFill/>
              <a:prstDash val="solid"/>
            </a:ln>
          </p:spPr>
        </p:sp>
        <p:sp>
          <p:nvSpPr>
            <p:cNvPr id="6516" name="dense-map-1-cell-4">
              <a:extLst>
                <a:ext uri="{FF2B5EF4-FFF2-40B4-BE49-F238E27FC236}">
                  <a16:creationId xmlns:a16="http://schemas.microsoft.com/office/drawing/2014/main" id="{32E3AF7F-57EF-4A9F-A98B-53FD7AFD3939}"/>
                </a:ext>
              </a:extLst>
            </p:cNvPr>
            <p:cNvSpPr>
              <a:spLocks noGrp="1"/>
            </p:cNvSpPr>
            <p:nvPr/>
          </p:nvSpPr>
          <p:spPr>
            <a:xfrm>
              <a:off x="21240750" y="7133034"/>
              <a:ext cx="236680" cy="6096"/>
            </a:xfrm>
            <a:prstGeom prst="rect">
              <a:avLst/>
            </a:prstGeom>
            <a:solidFill>
              <a:srgbClr val="DCE8ED"/>
            </a:solidFill>
            <a:ln w="0">
              <a:noFill/>
              <a:prstDash val="solid"/>
            </a:ln>
          </p:spPr>
        </p:sp>
        <p:sp>
          <p:nvSpPr>
            <p:cNvPr id="6517" name="dense-map-1-cell-3">
              <a:extLst>
                <a:ext uri="{FF2B5EF4-FFF2-40B4-BE49-F238E27FC236}">
                  <a16:creationId xmlns:a16="http://schemas.microsoft.com/office/drawing/2014/main" id="{8D70FF30-6FFE-4F2B-9A8A-D195FA4C302A}"/>
                </a:ext>
              </a:extLst>
            </p:cNvPr>
            <p:cNvSpPr>
              <a:spLocks noGrp="1"/>
            </p:cNvSpPr>
            <p:nvPr/>
          </p:nvSpPr>
          <p:spPr>
            <a:xfrm>
              <a:off x="21240750" y="7138988"/>
              <a:ext cx="236680" cy="6096"/>
            </a:xfrm>
            <a:prstGeom prst="rect">
              <a:avLst/>
            </a:prstGeom>
            <a:solidFill>
              <a:srgbClr val="DCE8ED"/>
            </a:solidFill>
            <a:ln w="0">
              <a:noFill/>
              <a:prstDash val="solid"/>
            </a:ln>
          </p:spPr>
        </p:sp>
        <p:sp>
          <p:nvSpPr>
            <p:cNvPr id="6518" name="dense-map-1-cell-2">
              <a:extLst>
                <a:ext uri="{FF2B5EF4-FFF2-40B4-BE49-F238E27FC236}">
                  <a16:creationId xmlns:a16="http://schemas.microsoft.com/office/drawing/2014/main" id="{1D89555A-631B-4FE3-8260-C320543F4954}"/>
                </a:ext>
              </a:extLst>
            </p:cNvPr>
            <p:cNvSpPr>
              <a:spLocks noGrp="1"/>
            </p:cNvSpPr>
            <p:nvPr/>
          </p:nvSpPr>
          <p:spPr>
            <a:xfrm>
              <a:off x="21240750" y="7144941"/>
              <a:ext cx="236680" cy="6096"/>
            </a:xfrm>
            <a:prstGeom prst="rect">
              <a:avLst/>
            </a:prstGeom>
            <a:solidFill>
              <a:srgbClr val="DCE8ED"/>
            </a:solidFill>
            <a:ln w="0">
              <a:noFill/>
              <a:prstDash val="solid"/>
            </a:ln>
          </p:spPr>
        </p:sp>
        <p:sp>
          <p:nvSpPr>
            <p:cNvPr id="6519" name="dense-map-1-cell-1">
              <a:extLst>
                <a:ext uri="{FF2B5EF4-FFF2-40B4-BE49-F238E27FC236}">
                  <a16:creationId xmlns:a16="http://schemas.microsoft.com/office/drawing/2014/main" id="{484CF597-D471-44A6-8102-5CAFC503519F}"/>
                </a:ext>
              </a:extLst>
            </p:cNvPr>
            <p:cNvSpPr>
              <a:spLocks noGrp="1"/>
            </p:cNvSpPr>
            <p:nvPr/>
          </p:nvSpPr>
          <p:spPr>
            <a:xfrm>
              <a:off x="21240750" y="7150894"/>
              <a:ext cx="236680" cy="6096"/>
            </a:xfrm>
            <a:prstGeom prst="rect">
              <a:avLst/>
            </a:prstGeom>
            <a:solidFill>
              <a:srgbClr val="DCE8ED"/>
            </a:solidFill>
            <a:ln w="0">
              <a:noFill/>
              <a:prstDash val="solid"/>
            </a:ln>
          </p:spPr>
        </p:sp>
        <p:sp>
          <p:nvSpPr>
            <p:cNvPr id="6520" name="dense-map-1-cell-0">
              <a:extLst>
                <a:ext uri="{FF2B5EF4-FFF2-40B4-BE49-F238E27FC236}">
                  <a16:creationId xmlns:a16="http://schemas.microsoft.com/office/drawing/2014/main" id="{96671005-7722-4F0C-9BA1-6919F7A9C6C7}"/>
                </a:ext>
              </a:extLst>
            </p:cNvPr>
            <p:cNvSpPr>
              <a:spLocks noGrp="1"/>
            </p:cNvSpPr>
            <p:nvPr/>
          </p:nvSpPr>
          <p:spPr>
            <a:xfrm>
              <a:off x="21240750" y="7156847"/>
              <a:ext cx="236680" cy="6096"/>
            </a:xfrm>
            <a:prstGeom prst="rect">
              <a:avLst/>
            </a:prstGeom>
            <a:solidFill>
              <a:srgbClr val="DCE8ED"/>
            </a:solidFill>
            <a:ln w="0">
              <a:noFill/>
              <a:prstDash val="solid"/>
            </a:ln>
          </p:spPr>
        </p:sp>
        <p:sp>
          <p:nvSpPr>
            <p:cNvPr id="6521" name="four:temporal-output:textbox:2394"/>
            <p:cNvSpPr>
              <a:spLocks noGrp="1"/>
            </p:cNvSpPr>
            <p:nvPr/>
          </p:nvSpPr>
          <p:spPr>
            <a:xfrm>
              <a:off x="21212175" y="5743575"/>
              <a:ext cx="295275"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t₁</a:t>
              </a:r>
              <a:endParaRPr sz="1650" b="0">
                <a:solidFill>
                  <a:srgbClr val="263238"/>
                </a:solidFill>
                <a:latin typeface="Arial" panose="020B0604020202090204"/>
                <a:ea typeface="Arial" panose="020B0604020202090204"/>
                <a:cs typeface="Arial" panose="020B0604020202090204"/>
              </a:endParaRPr>
            </a:p>
          </p:txBody>
        </p:sp>
        <p:sp>
          <p:nvSpPr>
            <p:cNvPr id="6522" name="four:temporal-output:textbox:2587"/>
            <p:cNvSpPr>
              <a:spLocks noGrp="1"/>
            </p:cNvSpPr>
            <p:nvPr/>
          </p:nvSpPr>
          <p:spPr>
            <a:xfrm>
              <a:off x="21921788" y="5743575"/>
              <a:ext cx="295275"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t₄</a:t>
              </a:r>
              <a:endParaRPr sz="1650" b="0">
                <a:solidFill>
                  <a:srgbClr val="263238"/>
                </a:solidFill>
                <a:latin typeface="Arial" panose="020B0604020202090204"/>
                <a:ea typeface="Arial" panose="020B0604020202090204"/>
                <a:cs typeface="Arial" panose="020B0604020202090204"/>
              </a:endParaRPr>
            </a:p>
          </p:txBody>
        </p:sp>
        <p:sp>
          <p:nvSpPr>
            <p:cNvPr id="6523" name="four:temporal-output:textbox:2780"/>
            <p:cNvSpPr>
              <a:spLocks noGrp="1"/>
            </p:cNvSpPr>
            <p:nvPr/>
          </p:nvSpPr>
          <p:spPr>
            <a:xfrm>
              <a:off x="22867938" y="5743575"/>
              <a:ext cx="295275"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t₈</a:t>
              </a:r>
              <a:endParaRPr sz="1650" b="0">
                <a:solidFill>
                  <a:srgbClr val="263238"/>
                </a:solidFill>
                <a:latin typeface="Arial" panose="020B0604020202090204"/>
                <a:ea typeface="Arial" panose="020B0604020202090204"/>
                <a:cs typeface="Arial" panose="020B0604020202090204"/>
              </a:endParaRPr>
            </a:p>
          </p:txBody>
        </p:sp>
        <p:sp>
          <p:nvSpPr>
            <p:cNvPr id="6524" name="four:temporal-output:textbox:2973"/>
            <p:cNvSpPr>
              <a:spLocks noGrp="1"/>
            </p:cNvSpPr>
            <p:nvPr/>
          </p:nvSpPr>
          <p:spPr>
            <a:xfrm>
              <a:off x="23814088" y="5743575"/>
              <a:ext cx="295275"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t₁₂</a:t>
              </a:r>
              <a:r>
                <a:rPr sz="1190" b="0">
                  <a:solidFill>
                    <a:srgbClr val="263238"/>
                  </a:solidFill>
                  <a:latin typeface="Arial" panose="020B0604020202090204"/>
                  <a:ea typeface="Arial" panose="020B0604020202090204"/>
                  <a:cs typeface="Arial" panose="020B0604020202090204"/>
                </a:rPr>
                <a:t/>
              </a:r>
              <a:endParaRPr sz="1190" b="0" baseline="-25000">
                <a:solidFill>
                  <a:srgbClr val="263238"/>
                </a:solidFill>
                <a:latin typeface="Arial" panose="020B0604020202090204"/>
                <a:ea typeface="Arial" panose="020B0604020202090204"/>
                <a:cs typeface="Arial" panose="020B0604020202090204"/>
              </a:endParaRPr>
            </a:p>
          </p:txBody>
        </p:sp>
        <p:sp>
          <p:nvSpPr>
            <p:cNvPr id="6525" name="four:temporal-output:rect:3166"/>
            <p:cNvSpPr>
              <a:spLocks noGrp="1"/>
            </p:cNvSpPr>
            <p:nvPr/>
          </p:nvSpPr>
          <p:spPr>
            <a:xfrm>
              <a:off x="21240750" y="6019800"/>
              <a:ext cx="2838450" cy="1143000"/>
            </a:xfrm>
            <a:prstGeom prst="rect">
              <a:avLst/>
            </a:prstGeom>
            <a:noFill/>
            <a:ln w="9525">
              <a:solidFill>
                <a:srgbClr val="263238"/>
              </a:solidFill>
              <a:prstDash val="solid"/>
            </a:ln>
          </p:spPr>
        </p:sp>
        <p:sp>
          <p:nvSpPr>
            <p:cNvPr id="6526" name="four:temporal-output:line:3167"/>
            <p:cNvSpPr>
              <a:spLocks noGrp="1"/>
            </p:cNvSpPr>
            <p:nvPr/>
          </p:nvSpPr>
          <p:spPr>
            <a:xfrm>
              <a:off x="21078825" y="6019800"/>
              <a:ext cx="953" cy="1143000"/>
            </a:xfrm>
            <a:custGeom>
              <a:avLst/>
              <a:gdLst/>
              <a:ahLst/>
              <a:cxnLst/>
              <a:pathLst>
                <a:path w="953" h="1143000">
                  <a:moveTo>
                    <a:pt x="0" y="1143000"/>
                  </a:moveTo>
                  <a:lnTo>
                    <a:pt x="0" y="0"/>
                  </a:lnTo>
                </a:path>
              </a:pathLst>
            </a:custGeom>
            <a:noFill/>
            <a:ln w="12383">
              <a:solidFill>
                <a:srgbClr val="263238"/>
              </a:solidFill>
              <a:prstDash val="solid"/>
            </a:ln>
          </p:spPr>
        </p:sp>
        <p:sp>
          <p:nvSpPr>
            <p:cNvPr id="6527" name="four:temporal-output:polygon:3168"/>
            <p:cNvSpPr>
              <a:spLocks noGrp="1"/>
            </p:cNvSpPr>
            <p:nvPr/>
          </p:nvSpPr>
          <p:spPr>
            <a:xfrm>
              <a:off x="21046059" y="6019800"/>
              <a:ext cx="65532" cy="76200"/>
            </a:xfrm>
            <a:custGeom>
              <a:avLst/>
              <a:gdLst/>
              <a:ahLst/>
              <a:cxnLst/>
              <a:pathLst>
                <a:path w="65532" h="76200">
                  <a:moveTo>
                    <a:pt x="32766" y="0"/>
                  </a:moveTo>
                  <a:lnTo>
                    <a:pt x="0" y="76200"/>
                  </a:lnTo>
                  <a:lnTo>
                    <a:pt x="65532" y="76200"/>
                  </a:lnTo>
                  <a:close/>
                </a:path>
              </a:pathLst>
            </a:custGeom>
            <a:solidFill>
              <a:srgbClr val="263238"/>
            </a:solidFill>
            <a:ln w="0">
              <a:noFill/>
              <a:prstDash val="solid"/>
            </a:ln>
          </p:spPr>
        </p:sp>
        <p:sp>
          <p:nvSpPr>
            <p:cNvPr id="6528" name="four:temporal-output:textbox:3169"/>
            <p:cNvSpPr>
              <a:spLocks noGrp="1"/>
            </p:cNvSpPr>
            <p:nvPr/>
          </p:nvSpPr>
          <p:spPr>
            <a:xfrm>
              <a:off x="20840700" y="6419850"/>
              <a:ext cx="228600" cy="342900"/>
            </a:xfrm>
            <a:prstGeom prst="rect">
              <a:avLst/>
            </a:prstGeom>
            <a:noFill/>
            <a:ln w="0">
              <a:noFill/>
              <a:prstDash val="solid"/>
            </a:ln>
          </p:spPr>
          <p:txBody>
            <a:bodyPr wrap="none" lIns="0" tIns="0" rIns="0" bIns="0" anchor="ctr">
              <a:normAutofit/>
            </a:bodyPr>
            <a:lstStyle>
              <a:defPPr algn="ctr">
                <a:defRPr sz="1875" b="0">
                  <a:solidFill>
                    <a:srgbClr val="263238"/>
                  </a:solidFill>
                  <a:latin typeface="Arial" panose="020B0604020202090204"/>
                  <a:ea typeface="Arial" panose="020B0604020202090204"/>
                  <a:cs typeface="Arial" panose="020B0604020202090204"/>
                </a:defRPr>
              </a:defPPr>
            </a:lstStyle>
            <a:p>
              <a:pPr algn="ctr">
                <a:defRPr sz="1875" b="0">
                  <a:solidFill>
                    <a:srgbClr val="263238"/>
                  </a:solidFill>
                  <a:latin typeface="Arial" panose="020B0604020202090204"/>
                  <a:ea typeface="Arial" panose="020B0604020202090204"/>
                  <a:cs typeface="Arial" panose="020B0604020202090204"/>
                </a:defRPr>
              </a:pPr>
              <a:r>
                <a:rPr sz="1875" b="0">
                  <a:solidFill>
                    <a:srgbClr val="263238"/>
                  </a:solidFill>
                  <a:latin typeface="Arial" panose="020B0604020202090204"/>
                  <a:ea typeface="Arial" panose="020B0604020202090204"/>
                  <a:cs typeface="Arial" panose="020B0604020202090204"/>
                </a:rPr>
                <a:t>d</a:t>
              </a:r>
              <a:endParaRPr sz="1875" b="0">
                <a:solidFill>
                  <a:srgbClr val="263238"/>
                </a:solidFill>
                <a:latin typeface="Arial" panose="020B0604020202090204"/>
                <a:ea typeface="Arial" panose="020B0604020202090204"/>
                <a:cs typeface="Arial" panose="020B0604020202090204"/>
              </a:endParaRPr>
            </a:p>
          </p:txBody>
        </p:sp>
        <p:sp>
          <p:nvSpPr>
            <p:cNvPr id="6529" name="four:temporal-output:line:3170"/>
            <p:cNvSpPr>
              <a:spLocks noGrp="1"/>
            </p:cNvSpPr>
            <p:nvPr/>
          </p:nvSpPr>
          <p:spPr>
            <a:xfrm>
              <a:off x="21240750" y="7372350"/>
              <a:ext cx="2838450" cy="953"/>
            </a:xfrm>
            <a:custGeom>
              <a:avLst/>
              <a:gdLst/>
              <a:ahLst/>
              <a:cxnLst/>
              <a:pathLst>
                <a:path w="2838450" h="953">
                  <a:moveTo>
                    <a:pt x="0" y="0"/>
                  </a:moveTo>
                  <a:lnTo>
                    <a:pt x="2838450" y="0"/>
                  </a:lnTo>
                </a:path>
              </a:pathLst>
            </a:custGeom>
            <a:noFill/>
            <a:ln w="12383">
              <a:solidFill>
                <a:srgbClr val="263238"/>
              </a:solidFill>
              <a:prstDash val="solid"/>
            </a:ln>
          </p:spPr>
        </p:sp>
        <p:sp>
          <p:nvSpPr>
            <p:cNvPr id="6530" name="four:temporal-output:polygon:3171"/>
            <p:cNvSpPr>
              <a:spLocks noGrp="1"/>
            </p:cNvSpPr>
            <p:nvPr/>
          </p:nvSpPr>
          <p:spPr>
            <a:xfrm>
              <a:off x="24003000" y="7339584"/>
              <a:ext cx="76200" cy="65532"/>
            </a:xfrm>
            <a:custGeom>
              <a:avLst/>
              <a:gdLst/>
              <a:ahLst/>
              <a:cxnLst/>
              <a:pathLst>
                <a:path w="76200" h="65532">
                  <a:moveTo>
                    <a:pt x="76200" y="32766"/>
                  </a:moveTo>
                  <a:lnTo>
                    <a:pt x="0" y="0"/>
                  </a:lnTo>
                  <a:lnTo>
                    <a:pt x="0" y="65532"/>
                  </a:lnTo>
                  <a:close/>
                </a:path>
              </a:pathLst>
            </a:custGeom>
            <a:solidFill>
              <a:srgbClr val="263238"/>
            </a:solidFill>
            <a:ln w="0">
              <a:noFill/>
              <a:prstDash val="solid"/>
            </a:ln>
          </p:spPr>
        </p:sp>
        <p:sp>
          <p:nvSpPr>
            <p:cNvPr id="6531" name="four:temporal-output:textbox:3172"/>
            <p:cNvSpPr>
              <a:spLocks noGrp="1"/>
            </p:cNvSpPr>
            <p:nvPr/>
          </p:nvSpPr>
          <p:spPr>
            <a:xfrm>
              <a:off x="24136350" y="7191375"/>
              <a:ext cx="219075" cy="342900"/>
            </a:xfrm>
            <a:prstGeom prst="rect">
              <a:avLst/>
            </a:prstGeom>
            <a:noFill/>
            <a:ln w="0">
              <a:noFill/>
              <a:prstDash val="solid"/>
            </a:ln>
          </p:spPr>
          <p:txBody>
            <a:bodyPr wrap="none" lIns="0" tIns="0" rIns="0" bIns="0" anchor="ctr">
              <a:normAutofit/>
            </a:bodyPr>
            <a:lstStyle>
              <a:defPPr algn="ctr">
                <a:defRPr sz="1950" b="0">
                  <a:solidFill>
                    <a:srgbClr val="263238"/>
                  </a:solidFill>
                  <a:latin typeface="Arial" panose="020B0604020202090204"/>
                  <a:ea typeface="Arial" panose="020B0604020202090204"/>
                  <a:cs typeface="Arial" panose="020B0604020202090204"/>
                </a:defRPr>
              </a:defPPr>
            </a:lstStyle>
            <a:p>
              <a:pPr algn="ctr">
                <a:defRPr sz="1950" b="0">
                  <a:solidFill>
                    <a:srgbClr val="263238"/>
                  </a:solidFill>
                  <a:latin typeface="Arial" panose="020B0604020202090204"/>
                  <a:ea typeface="Arial" panose="020B0604020202090204"/>
                  <a:cs typeface="Arial" panose="020B0604020202090204"/>
                </a:defRPr>
              </a:pPr>
              <a:r>
                <a:rPr sz="1950" b="0">
                  <a:solidFill>
                    <a:srgbClr val="263238"/>
                  </a:solidFill>
                  <a:latin typeface="Arial" panose="020B0604020202090204"/>
                  <a:ea typeface="Arial" panose="020B0604020202090204"/>
                  <a:cs typeface="Arial" panose="020B0604020202090204"/>
                </a:rPr>
                <a:t>t</a:t>
              </a:r>
              <a:endParaRPr sz="1950" b="0">
                <a:solidFill>
                  <a:srgbClr val="263238"/>
                </a:solidFill>
                <a:latin typeface="Arial" panose="020B0604020202090204"/>
                <a:ea typeface="Arial" panose="020B0604020202090204"/>
                <a:cs typeface="Arial" panose="020B0604020202090204"/>
              </a:endParaRPr>
            </a:p>
          </p:txBody>
        </p:sp>
      </p:grpSp>
      <p:grpSp>
        <p:nvGrpSpPr>
          <p:cNvPr id="6532" name="三维时变标量场（可编辑）"/>
          <p:cNvGrpSpPr/>
          <p:nvPr/>
        </p:nvGrpSpPr>
        <p:grpSpPr>
          <a:xfrm>
            <a:off x="0" y="0"/>
            <a:ext cx="24955500" cy="8572500"/>
            <a:chOff x="0" y="0"/>
            <a:chExt cx="24955500" cy="8572500"/>
          </a:xfrm>
        </p:grpSpPr>
        <p:sp>
          <p:nvSpPr>
            <p:cNvPr id="6533" name="addition:input:3190"/>
            <p:cNvSpPr>
              <a:spLocks noGrp="1"/>
            </p:cNvSpPr>
            <p:nvPr/>
          </p:nvSpPr>
          <p:spPr>
            <a:xfrm>
              <a:off x="374904" y="4957191"/>
              <a:ext cx="2359152" cy="2670048"/>
            </a:xfrm>
            <a:prstGeom prst="roundRect">
              <a:avLst/>
            </a:prstGeom>
            <a:solidFill>
              <a:srgbClr val="FFFFFF"/>
            </a:solidFill>
            <a:ln w="10795">
              <a:solidFill>
                <a:srgbClr val="B2D2E2"/>
              </a:solidFill>
            </a:ln>
          </p:spPr>
          <p:txBody>
            <a:bodyPr anchor="ctr"/>
            <a:lstStyle/>
            <a:p>
              <a:pPr algn="ctr">
                <a:buNone/>
              </a:pPr>
            </a:p>
          </p:txBody>
        </p:sp>
        <p:sp>
          <p:nvSpPr>
            <p:cNvPr id="6534" name="addition:input:3191"/>
            <p:cNvSpPr>
              <a:spLocks noGrp="1"/>
            </p:cNvSpPr>
            <p:nvPr/>
          </p:nvSpPr>
          <p:spPr>
            <a:xfrm>
              <a:off x="484632" y="5066919"/>
              <a:ext cx="2075688" cy="301752"/>
            </a:xfrm>
            <a:prstGeom prst="rect">
              <a:avLst/>
            </a:prstGeom>
            <a:noFill/>
          </p:spPr>
          <p:txBody>
            <a:bodyPr wrap="none" lIns="13716" tIns="0" rIns="9144" bIns="0">
              <a:spAutoFit/>
            </a:bodyPr>
            <a:lstStyle>
              <a:defPPr>
                <a:defRPr sz="1200"/>
              </a:defPPr>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a:defRPr sz="1200"/>
              </a:pPr>
              <a:r>
                <a:rPr sz="1200" b="1">
                  <a:solidFill>
                    <a:srgbClr val="263238"/>
                  </a:solidFill>
                  <a:latin typeface="Arial" panose="020B0604020202090204"/>
                  <a:ea typeface="Arial" panose="020B0604020202090204"/>
                  <a:cs typeface="Arial" panose="020B0604020202090204"/>
                </a:rPr>
                <a:t>3D time-varying scalar fields</a:t>
              </a:r>
              <a:endParaRPr sz="1200" b="1">
                <a:solidFill>
                  <a:srgbClr val="263238"/>
                </a:solidFill>
                <a:latin typeface="Arial" panose="020B0604020202090204"/>
                <a:ea typeface="Arial" panose="020B0604020202090204"/>
                <a:cs typeface="Arial" panose="020B0604020202090204"/>
              </a:endParaRPr>
            </a:p>
          </p:txBody>
        </p:sp>
        <p:sp>
          <p:nvSpPr>
            <p:cNvPr id="6535" name="addition:input:2"/>
            <p:cNvSpPr>
              <a:spLocks noGrp="1"/>
            </p:cNvSpPr>
            <p:nvPr/>
          </p:nvSpPr>
          <p:spPr>
            <a:xfrm>
              <a:off x="209550" y="5438775"/>
              <a:ext cx="2386584" cy="1690817"/>
            </a:xfrm>
            <a:custGeom>
              <a:avLst/>
              <a:gdLst/>
              <a:ahLst/>
              <a:cxnLst/>
              <a:rect l="l" t="t" r="r" b="b"/>
              <a:pathLst>
                <a:path w="1450" h="902">
                  <a:moveTo>
                    <a:pt x="0" y="0"/>
                  </a:moveTo>
                  <a:moveTo>
                    <a:pt x="109" y="817"/>
                  </a:moveTo>
                  <a:lnTo>
                    <a:pt x="969" y="902"/>
                  </a:lnTo>
                  <a:lnTo>
                    <a:pt x="1450" y="513"/>
                  </a:lnTo>
                  <a:lnTo>
                    <a:pt x="645" y="542"/>
                  </a:lnTo>
                  <a:close/>
                </a:path>
              </a:pathLst>
            </a:custGeom>
            <a:solidFill>
              <a:srgbClr val="D3EAFC">
                <a:alpha val="19000"/>
              </a:srgbClr>
            </a:solidFill>
            <a:ln>
              <a:noFill/>
            </a:ln>
          </p:spPr>
          <p:txBody>
            <a:bodyPr anchor="ctr"/>
            <a:lstStyle/>
            <a:p>
              <a:pPr algn="ctr">
                <a:buNone/>
              </a:pPr>
            </a:p>
          </p:txBody>
        </p:sp>
        <p:sp>
          <p:nvSpPr>
            <p:cNvPr id="6536" name="addition:input:3"/>
            <p:cNvSpPr>
              <a:spLocks noGrp="1"/>
            </p:cNvSpPr>
            <p:nvPr/>
          </p:nvSpPr>
          <p:spPr>
            <a:xfrm>
              <a:off x="209550" y="5438775"/>
              <a:ext cx="2386584" cy="603595"/>
            </a:xfrm>
            <a:custGeom>
              <a:avLst/>
              <a:gdLst/>
              <a:ahLst/>
              <a:cxnLst/>
              <a:rect l="l" t="t" r="r" b="b"/>
              <a:pathLst>
                <a:path w="1450" h="322">
                  <a:moveTo>
                    <a:pt x="0" y="0"/>
                  </a:moveTo>
                  <a:moveTo>
                    <a:pt x="109" y="322"/>
                  </a:moveTo>
                  <a:lnTo>
                    <a:pt x="967" y="322"/>
                  </a:lnTo>
                  <a:lnTo>
                    <a:pt x="1450" y="47"/>
                  </a:lnTo>
                  <a:lnTo>
                    <a:pt x="645" y="47"/>
                  </a:lnTo>
                  <a:close/>
                </a:path>
              </a:pathLst>
            </a:custGeom>
            <a:solidFill>
              <a:srgbClr val="D7ECFD">
                <a:alpha val="15000"/>
              </a:srgbClr>
            </a:solidFill>
            <a:ln>
              <a:noFill/>
            </a:ln>
          </p:spPr>
          <p:txBody>
            <a:bodyPr anchor="ctr"/>
            <a:lstStyle/>
            <a:p>
              <a:pPr algn="ctr">
                <a:buNone/>
              </a:pPr>
            </a:p>
          </p:txBody>
        </p:sp>
        <p:sp>
          <p:nvSpPr>
            <p:cNvPr id="6537" name="addition:input:4"/>
            <p:cNvSpPr>
              <a:spLocks noGrp="1"/>
            </p:cNvSpPr>
            <p:nvPr/>
          </p:nvSpPr>
          <p:spPr>
            <a:xfrm>
              <a:off x="209550" y="5438775"/>
              <a:ext cx="2386584" cy="1694566"/>
            </a:xfrm>
            <a:custGeom>
              <a:avLst/>
              <a:gdLst/>
              <a:ahLst/>
              <a:cxnLst/>
              <a:rect l="l" t="t" r="r" b="b"/>
              <a:pathLst>
                <a:path w="1450" h="904">
                  <a:moveTo>
                    <a:pt x="0" y="0"/>
                  </a:moveTo>
                  <a:moveTo>
                    <a:pt x="968" y="323"/>
                  </a:moveTo>
                  <a:lnTo>
                    <a:pt x="1450" y="47"/>
                  </a:lnTo>
                  <a:lnTo>
                    <a:pt x="1450" y="512"/>
                  </a:lnTo>
                  <a:lnTo>
                    <a:pt x="968" y="904"/>
                  </a:lnTo>
                  <a:close/>
                </a:path>
              </a:pathLst>
            </a:custGeom>
            <a:solidFill>
              <a:srgbClr val="DDEEFF">
                <a:alpha val="20000"/>
              </a:srgbClr>
            </a:solidFill>
            <a:ln>
              <a:noFill/>
            </a:ln>
          </p:spPr>
          <p:txBody>
            <a:bodyPr anchor="ctr"/>
            <a:lstStyle/>
            <a:p>
              <a:pPr algn="ctr">
                <a:buNone/>
              </a:pPr>
            </a:p>
          </p:txBody>
        </p:sp>
        <p:sp>
          <p:nvSpPr>
            <p:cNvPr id="6538" name="addition:input:5"/>
            <p:cNvSpPr>
              <a:spLocks noGrp="1"/>
            </p:cNvSpPr>
            <p:nvPr/>
          </p:nvSpPr>
          <p:spPr>
            <a:xfrm>
              <a:off x="209550" y="5438775"/>
              <a:ext cx="1099475" cy="882899"/>
            </a:xfrm>
            <a:custGeom>
              <a:avLst/>
              <a:gdLst/>
              <a:ahLst/>
              <a:cxnLst/>
              <a:rect l="l" t="t" r="r" b="b"/>
              <a:pathLst>
                <a:path w="668" h="471">
                  <a:moveTo>
                    <a:pt x="0" y="0"/>
                  </a:moveTo>
                  <a:moveTo>
                    <a:pt x="665" y="378"/>
                  </a:moveTo>
                  <a:lnTo>
                    <a:pt x="660" y="385"/>
                  </a:lnTo>
                  <a:lnTo>
                    <a:pt x="658" y="392"/>
                  </a:lnTo>
                  <a:lnTo>
                    <a:pt x="663" y="400"/>
                  </a:lnTo>
                  <a:lnTo>
                    <a:pt x="668" y="409"/>
                  </a:lnTo>
                  <a:lnTo>
                    <a:pt x="667" y="418"/>
                  </a:lnTo>
                  <a:lnTo>
                    <a:pt x="656" y="423"/>
                  </a:lnTo>
                  <a:lnTo>
                    <a:pt x="639" y="424"/>
                  </a:lnTo>
                  <a:lnTo>
                    <a:pt x="624" y="425"/>
                  </a:lnTo>
                  <a:lnTo>
                    <a:pt x="615" y="428"/>
                  </a:lnTo>
                  <a:lnTo>
                    <a:pt x="610" y="434"/>
                  </a:lnTo>
                  <a:lnTo>
                    <a:pt x="604" y="441"/>
                  </a:lnTo>
                  <a:lnTo>
                    <a:pt x="596" y="447"/>
                  </a:lnTo>
                  <a:lnTo>
                    <a:pt x="587" y="453"/>
                  </a:lnTo>
                  <a:lnTo>
                    <a:pt x="578" y="460"/>
                  </a:lnTo>
                  <a:lnTo>
                    <a:pt x="567" y="467"/>
                  </a:lnTo>
                  <a:lnTo>
                    <a:pt x="555" y="471"/>
                  </a:lnTo>
                  <a:lnTo>
                    <a:pt x="541" y="469"/>
                  </a:lnTo>
                  <a:lnTo>
                    <a:pt x="528" y="460"/>
                  </a:lnTo>
                  <a:lnTo>
                    <a:pt x="518" y="452"/>
                  </a:lnTo>
                  <a:lnTo>
                    <a:pt x="508" y="449"/>
                  </a:lnTo>
                  <a:lnTo>
                    <a:pt x="496" y="451"/>
                  </a:lnTo>
                  <a:lnTo>
                    <a:pt x="484" y="453"/>
                  </a:lnTo>
                  <a:lnTo>
                    <a:pt x="474" y="450"/>
                  </a:lnTo>
                  <a:lnTo>
                    <a:pt x="468" y="443"/>
                  </a:lnTo>
                  <a:lnTo>
                    <a:pt x="464" y="436"/>
                  </a:lnTo>
                  <a:lnTo>
                    <a:pt x="458" y="431"/>
                  </a:lnTo>
                  <a:lnTo>
                    <a:pt x="448" y="429"/>
                  </a:lnTo>
                  <a:lnTo>
                    <a:pt x="436" y="427"/>
                  </a:lnTo>
                  <a:lnTo>
                    <a:pt x="427" y="423"/>
                  </a:lnTo>
                  <a:lnTo>
                    <a:pt x="423" y="416"/>
                  </a:lnTo>
                  <a:lnTo>
                    <a:pt x="420" y="409"/>
                  </a:lnTo>
                  <a:lnTo>
                    <a:pt x="416" y="402"/>
                  </a:lnTo>
                  <a:lnTo>
                    <a:pt x="415" y="394"/>
                  </a:lnTo>
                  <a:lnTo>
                    <a:pt x="421" y="386"/>
                  </a:lnTo>
                  <a:lnTo>
                    <a:pt x="434" y="378"/>
                  </a:lnTo>
                  <a:lnTo>
                    <a:pt x="448" y="372"/>
                  </a:lnTo>
                  <a:lnTo>
                    <a:pt x="455" y="366"/>
                  </a:lnTo>
                  <a:lnTo>
                    <a:pt x="451" y="359"/>
                  </a:lnTo>
                  <a:lnTo>
                    <a:pt x="442" y="350"/>
                  </a:lnTo>
                  <a:lnTo>
                    <a:pt x="436" y="340"/>
                  </a:lnTo>
                  <a:lnTo>
                    <a:pt x="439" y="332"/>
                  </a:lnTo>
                  <a:lnTo>
                    <a:pt x="448" y="327"/>
                  </a:lnTo>
                  <a:lnTo>
                    <a:pt x="458" y="323"/>
                  </a:lnTo>
                  <a:lnTo>
                    <a:pt x="464" y="318"/>
                  </a:lnTo>
                  <a:lnTo>
                    <a:pt x="469" y="311"/>
                  </a:lnTo>
                  <a:lnTo>
                    <a:pt x="477" y="306"/>
                  </a:lnTo>
                  <a:lnTo>
                    <a:pt x="486" y="305"/>
                  </a:lnTo>
                  <a:lnTo>
                    <a:pt x="497" y="305"/>
                  </a:lnTo>
                  <a:lnTo>
                    <a:pt x="505" y="304"/>
                  </a:lnTo>
                  <a:lnTo>
                    <a:pt x="513" y="301"/>
                  </a:lnTo>
                  <a:lnTo>
                    <a:pt x="521" y="299"/>
                  </a:lnTo>
                  <a:lnTo>
                    <a:pt x="530" y="301"/>
                  </a:lnTo>
                  <a:lnTo>
                    <a:pt x="538" y="306"/>
                  </a:lnTo>
                  <a:lnTo>
                    <a:pt x="546" y="309"/>
                  </a:lnTo>
                  <a:lnTo>
                    <a:pt x="555" y="306"/>
                  </a:lnTo>
                  <a:lnTo>
                    <a:pt x="568" y="298"/>
                  </a:lnTo>
                  <a:lnTo>
                    <a:pt x="583" y="292"/>
                  </a:lnTo>
                  <a:lnTo>
                    <a:pt x="595" y="293"/>
                  </a:lnTo>
                  <a:lnTo>
                    <a:pt x="603" y="301"/>
                  </a:lnTo>
                  <a:lnTo>
                    <a:pt x="606" y="312"/>
                  </a:lnTo>
                  <a:lnTo>
                    <a:pt x="609" y="321"/>
                  </a:lnTo>
                  <a:lnTo>
                    <a:pt x="614" y="328"/>
                  </a:lnTo>
                  <a:lnTo>
                    <a:pt x="621" y="333"/>
                  </a:lnTo>
                  <a:lnTo>
                    <a:pt x="626" y="340"/>
                  </a:lnTo>
                  <a:lnTo>
                    <a:pt x="630" y="346"/>
                  </a:lnTo>
                  <a:lnTo>
                    <a:pt x="637" y="352"/>
                  </a:lnTo>
                  <a:lnTo>
                    <a:pt x="647" y="357"/>
                  </a:lnTo>
                  <a:lnTo>
                    <a:pt x="659" y="363"/>
                  </a:lnTo>
                  <a:lnTo>
                    <a:pt x="666" y="370"/>
                  </a:lnTo>
                  <a:close/>
                </a:path>
              </a:pathLst>
            </a:custGeom>
            <a:solidFill>
              <a:srgbClr val="A7CEE4">
                <a:alpha val="12900"/>
              </a:srgbClr>
            </a:solidFill>
            <a:ln>
              <a:noFill/>
            </a:ln>
          </p:spPr>
          <p:txBody>
            <a:bodyPr anchor="ctr"/>
            <a:lstStyle/>
            <a:p>
              <a:pPr algn="ctr">
                <a:buNone/>
              </a:pPr>
            </a:p>
          </p:txBody>
        </p:sp>
        <p:sp>
          <p:nvSpPr>
            <p:cNvPr id="6539" name="addition:input:6"/>
            <p:cNvSpPr>
              <a:spLocks noGrp="1"/>
            </p:cNvSpPr>
            <p:nvPr/>
          </p:nvSpPr>
          <p:spPr>
            <a:xfrm>
              <a:off x="209550" y="5438775"/>
              <a:ext cx="1050097" cy="862279"/>
            </a:xfrm>
            <a:custGeom>
              <a:avLst/>
              <a:gdLst/>
              <a:ahLst/>
              <a:cxnLst/>
              <a:rect l="l" t="t" r="r" b="b"/>
              <a:pathLst>
                <a:path w="638" h="460">
                  <a:moveTo>
                    <a:pt x="0" y="0"/>
                  </a:moveTo>
                  <a:moveTo>
                    <a:pt x="629" y="383"/>
                  </a:moveTo>
                  <a:lnTo>
                    <a:pt x="630" y="389"/>
                  </a:lnTo>
                  <a:lnTo>
                    <a:pt x="629" y="395"/>
                  </a:lnTo>
                  <a:lnTo>
                    <a:pt x="629" y="401"/>
                  </a:lnTo>
                  <a:lnTo>
                    <a:pt x="633" y="409"/>
                  </a:lnTo>
                  <a:lnTo>
                    <a:pt x="638" y="417"/>
                  </a:lnTo>
                  <a:lnTo>
                    <a:pt x="637" y="425"/>
                  </a:lnTo>
                  <a:lnTo>
                    <a:pt x="628" y="428"/>
                  </a:lnTo>
                  <a:lnTo>
                    <a:pt x="613" y="428"/>
                  </a:lnTo>
                  <a:lnTo>
                    <a:pt x="599" y="426"/>
                  </a:lnTo>
                  <a:lnTo>
                    <a:pt x="591" y="428"/>
                  </a:lnTo>
                  <a:lnTo>
                    <a:pt x="587" y="433"/>
                  </a:lnTo>
                  <a:lnTo>
                    <a:pt x="583" y="440"/>
                  </a:lnTo>
                  <a:lnTo>
                    <a:pt x="577" y="446"/>
                  </a:lnTo>
                  <a:lnTo>
                    <a:pt x="569" y="449"/>
                  </a:lnTo>
                  <a:lnTo>
                    <a:pt x="560" y="453"/>
                  </a:lnTo>
                  <a:lnTo>
                    <a:pt x="550" y="457"/>
                  </a:lnTo>
                  <a:lnTo>
                    <a:pt x="540" y="460"/>
                  </a:lnTo>
                  <a:lnTo>
                    <a:pt x="528" y="459"/>
                  </a:lnTo>
                  <a:lnTo>
                    <a:pt x="518" y="454"/>
                  </a:lnTo>
                  <a:lnTo>
                    <a:pt x="509" y="448"/>
                  </a:lnTo>
                  <a:lnTo>
                    <a:pt x="500" y="446"/>
                  </a:lnTo>
                  <a:lnTo>
                    <a:pt x="489" y="446"/>
                  </a:lnTo>
                  <a:lnTo>
                    <a:pt x="478" y="446"/>
                  </a:lnTo>
                  <a:lnTo>
                    <a:pt x="469" y="442"/>
                  </a:lnTo>
                  <a:lnTo>
                    <a:pt x="466" y="435"/>
                  </a:lnTo>
                  <a:lnTo>
                    <a:pt x="465" y="427"/>
                  </a:lnTo>
                  <a:lnTo>
                    <a:pt x="461" y="422"/>
                  </a:lnTo>
                  <a:lnTo>
                    <a:pt x="451" y="420"/>
                  </a:lnTo>
                  <a:lnTo>
                    <a:pt x="439" y="419"/>
                  </a:lnTo>
                  <a:lnTo>
                    <a:pt x="427" y="416"/>
                  </a:lnTo>
                  <a:lnTo>
                    <a:pt x="422" y="410"/>
                  </a:lnTo>
                  <a:lnTo>
                    <a:pt x="420" y="403"/>
                  </a:lnTo>
                  <a:lnTo>
                    <a:pt x="420" y="397"/>
                  </a:lnTo>
                  <a:lnTo>
                    <a:pt x="422" y="390"/>
                  </a:lnTo>
                  <a:lnTo>
                    <a:pt x="426" y="383"/>
                  </a:lnTo>
                  <a:lnTo>
                    <a:pt x="436" y="377"/>
                  </a:lnTo>
                  <a:lnTo>
                    <a:pt x="448" y="372"/>
                  </a:lnTo>
                  <a:lnTo>
                    <a:pt x="455" y="368"/>
                  </a:lnTo>
                  <a:lnTo>
                    <a:pt x="455" y="362"/>
                  </a:lnTo>
                  <a:lnTo>
                    <a:pt x="450" y="354"/>
                  </a:lnTo>
                  <a:lnTo>
                    <a:pt x="448" y="346"/>
                  </a:lnTo>
                  <a:lnTo>
                    <a:pt x="453" y="340"/>
                  </a:lnTo>
                  <a:lnTo>
                    <a:pt x="463" y="337"/>
                  </a:lnTo>
                  <a:lnTo>
                    <a:pt x="473" y="334"/>
                  </a:lnTo>
                  <a:lnTo>
                    <a:pt x="479" y="330"/>
                  </a:lnTo>
                  <a:lnTo>
                    <a:pt x="483" y="323"/>
                  </a:lnTo>
                  <a:lnTo>
                    <a:pt x="488" y="316"/>
                  </a:lnTo>
                  <a:lnTo>
                    <a:pt x="496" y="313"/>
                  </a:lnTo>
                  <a:lnTo>
                    <a:pt x="506" y="314"/>
                  </a:lnTo>
                  <a:lnTo>
                    <a:pt x="515" y="316"/>
                  </a:lnTo>
                  <a:lnTo>
                    <a:pt x="523" y="317"/>
                  </a:lnTo>
                  <a:lnTo>
                    <a:pt x="530" y="317"/>
                  </a:lnTo>
                  <a:lnTo>
                    <a:pt x="537" y="319"/>
                  </a:lnTo>
                  <a:lnTo>
                    <a:pt x="543" y="323"/>
                  </a:lnTo>
                  <a:lnTo>
                    <a:pt x="549" y="325"/>
                  </a:lnTo>
                  <a:lnTo>
                    <a:pt x="557" y="323"/>
                  </a:lnTo>
                  <a:lnTo>
                    <a:pt x="568" y="318"/>
                  </a:lnTo>
                  <a:lnTo>
                    <a:pt x="581" y="313"/>
                  </a:lnTo>
                  <a:lnTo>
                    <a:pt x="591" y="314"/>
                  </a:lnTo>
                  <a:lnTo>
                    <a:pt x="595" y="321"/>
                  </a:lnTo>
                  <a:lnTo>
                    <a:pt x="595" y="331"/>
                  </a:lnTo>
                  <a:lnTo>
                    <a:pt x="596" y="339"/>
                  </a:lnTo>
                  <a:lnTo>
                    <a:pt x="600" y="344"/>
                  </a:lnTo>
                  <a:lnTo>
                    <a:pt x="607" y="349"/>
                  </a:lnTo>
                  <a:lnTo>
                    <a:pt x="612" y="354"/>
                  </a:lnTo>
                  <a:lnTo>
                    <a:pt x="614" y="360"/>
                  </a:lnTo>
                  <a:lnTo>
                    <a:pt x="615" y="366"/>
                  </a:lnTo>
                  <a:lnTo>
                    <a:pt x="619" y="371"/>
                  </a:lnTo>
                  <a:lnTo>
                    <a:pt x="624" y="377"/>
                  </a:lnTo>
                  <a:close/>
                </a:path>
              </a:pathLst>
            </a:custGeom>
            <a:solidFill>
              <a:srgbClr val="59A3CD">
                <a:alpha val="12900"/>
              </a:srgbClr>
            </a:solidFill>
            <a:ln>
              <a:noFill/>
            </a:ln>
          </p:spPr>
          <p:txBody>
            <a:bodyPr anchor="ctr"/>
            <a:lstStyle/>
            <a:p>
              <a:pPr algn="ctr">
                <a:buNone/>
              </a:pPr>
            </a:p>
          </p:txBody>
        </p:sp>
        <p:sp>
          <p:nvSpPr>
            <p:cNvPr id="6540" name="addition:input:7"/>
            <p:cNvSpPr>
              <a:spLocks noGrp="1"/>
            </p:cNvSpPr>
            <p:nvPr/>
          </p:nvSpPr>
          <p:spPr>
            <a:xfrm>
              <a:off x="209550" y="5438775"/>
              <a:ext cx="1027054" cy="854781"/>
            </a:xfrm>
            <a:custGeom>
              <a:avLst/>
              <a:gdLst/>
              <a:ahLst/>
              <a:cxnLst/>
              <a:rect l="l" t="t" r="r" b="b"/>
              <a:pathLst>
                <a:path w="624" h="456">
                  <a:moveTo>
                    <a:pt x="0" y="0"/>
                  </a:moveTo>
                  <a:moveTo>
                    <a:pt x="610" y="388"/>
                  </a:moveTo>
                  <a:lnTo>
                    <a:pt x="609" y="393"/>
                  </a:lnTo>
                  <a:lnTo>
                    <a:pt x="614" y="399"/>
                  </a:lnTo>
                  <a:lnTo>
                    <a:pt x="621" y="406"/>
                  </a:lnTo>
                  <a:lnTo>
                    <a:pt x="624" y="412"/>
                  </a:lnTo>
                  <a:lnTo>
                    <a:pt x="620" y="418"/>
                  </a:lnTo>
                  <a:lnTo>
                    <a:pt x="609" y="420"/>
                  </a:lnTo>
                  <a:lnTo>
                    <a:pt x="598" y="422"/>
                  </a:lnTo>
                  <a:lnTo>
                    <a:pt x="590" y="424"/>
                  </a:lnTo>
                  <a:lnTo>
                    <a:pt x="585" y="427"/>
                  </a:lnTo>
                  <a:lnTo>
                    <a:pt x="579" y="430"/>
                  </a:lnTo>
                  <a:lnTo>
                    <a:pt x="573" y="433"/>
                  </a:lnTo>
                  <a:lnTo>
                    <a:pt x="567" y="436"/>
                  </a:lnTo>
                  <a:lnTo>
                    <a:pt x="562" y="442"/>
                  </a:lnTo>
                  <a:lnTo>
                    <a:pt x="556" y="450"/>
                  </a:lnTo>
                  <a:lnTo>
                    <a:pt x="548" y="456"/>
                  </a:lnTo>
                  <a:lnTo>
                    <a:pt x="538" y="456"/>
                  </a:lnTo>
                  <a:lnTo>
                    <a:pt x="528" y="452"/>
                  </a:lnTo>
                  <a:lnTo>
                    <a:pt x="519" y="447"/>
                  </a:lnTo>
                  <a:lnTo>
                    <a:pt x="510" y="444"/>
                  </a:lnTo>
                  <a:lnTo>
                    <a:pt x="502" y="445"/>
                  </a:lnTo>
                  <a:lnTo>
                    <a:pt x="492" y="447"/>
                  </a:lnTo>
                  <a:lnTo>
                    <a:pt x="484" y="445"/>
                  </a:lnTo>
                  <a:lnTo>
                    <a:pt x="478" y="440"/>
                  </a:lnTo>
                  <a:lnTo>
                    <a:pt x="475" y="434"/>
                  </a:lnTo>
                  <a:lnTo>
                    <a:pt x="470" y="430"/>
                  </a:lnTo>
                  <a:lnTo>
                    <a:pt x="464" y="428"/>
                  </a:lnTo>
                  <a:lnTo>
                    <a:pt x="456" y="426"/>
                  </a:lnTo>
                  <a:lnTo>
                    <a:pt x="449" y="423"/>
                  </a:lnTo>
                  <a:lnTo>
                    <a:pt x="444" y="420"/>
                  </a:lnTo>
                  <a:lnTo>
                    <a:pt x="439" y="416"/>
                  </a:lnTo>
                  <a:lnTo>
                    <a:pt x="433" y="411"/>
                  </a:lnTo>
                  <a:lnTo>
                    <a:pt x="427" y="407"/>
                  </a:lnTo>
                  <a:lnTo>
                    <a:pt x="428" y="400"/>
                  </a:lnTo>
                  <a:lnTo>
                    <a:pt x="436" y="394"/>
                  </a:lnTo>
                  <a:lnTo>
                    <a:pt x="449" y="388"/>
                  </a:lnTo>
                  <a:lnTo>
                    <a:pt x="457" y="384"/>
                  </a:lnTo>
                  <a:lnTo>
                    <a:pt x="458" y="379"/>
                  </a:lnTo>
                  <a:lnTo>
                    <a:pt x="454" y="373"/>
                  </a:lnTo>
                  <a:lnTo>
                    <a:pt x="450" y="367"/>
                  </a:lnTo>
                  <a:lnTo>
                    <a:pt x="451" y="361"/>
                  </a:lnTo>
                  <a:lnTo>
                    <a:pt x="457" y="357"/>
                  </a:lnTo>
                  <a:lnTo>
                    <a:pt x="462" y="353"/>
                  </a:lnTo>
                  <a:lnTo>
                    <a:pt x="465" y="348"/>
                  </a:lnTo>
                  <a:lnTo>
                    <a:pt x="468" y="342"/>
                  </a:lnTo>
                  <a:lnTo>
                    <a:pt x="473" y="338"/>
                  </a:lnTo>
                  <a:lnTo>
                    <a:pt x="481" y="335"/>
                  </a:lnTo>
                  <a:lnTo>
                    <a:pt x="488" y="334"/>
                  </a:lnTo>
                  <a:lnTo>
                    <a:pt x="494" y="332"/>
                  </a:lnTo>
                  <a:lnTo>
                    <a:pt x="500" y="329"/>
                  </a:lnTo>
                  <a:lnTo>
                    <a:pt x="506" y="328"/>
                  </a:lnTo>
                  <a:lnTo>
                    <a:pt x="514" y="330"/>
                  </a:lnTo>
                  <a:lnTo>
                    <a:pt x="520" y="335"/>
                  </a:lnTo>
                  <a:lnTo>
                    <a:pt x="526" y="339"/>
                  </a:lnTo>
                  <a:lnTo>
                    <a:pt x="531" y="338"/>
                  </a:lnTo>
                  <a:lnTo>
                    <a:pt x="539" y="333"/>
                  </a:lnTo>
                  <a:lnTo>
                    <a:pt x="548" y="326"/>
                  </a:lnTo>
                  <a:lnTo>
                    <a:pt x="558" y="324"/>
                  </a:lnTo>
                  <a:lnTo>
                    <a:pt x="565" y="327"/>
                  </a:lnTo>
                  <a:lnTo>
                    <a:pt x="570" y="333"/>
                  </a:lnTo>
                  <a:lnTo>
                    <a:pt x="574" y="339"/>
                  </a:lnTo>
                  <a:lnTo>
                    <a:pt x="579" y="344"/>
                  </a:lnTo>
                  <a:lnTo>
                    <a:pt x="583" y="349"/>
                  </a:lnTo>
                  <a:lnTo>
                    <a:pt x="586" y="354"/>
                  </a:lnTo>
                  <a:lnTo>
                    <a:pt x="587" y="360"/>
                  </a:lnTo>
                  <a:lnTo>
                    <a:pt x="590" y="365"/>
                  </a:lnTo>
                  <a:lnTo>
                    <a:pt x="597" y="368"/>
                  </a:lnTo>
                  <a:lnTo>
                    <a:pt x="606" y="372"/>
                  </a:lnTo>
                  <a:lnTo>
                    <a:pt x="612" y="377"/>
                  </a:lnTo>
                  <a:lnTo>
                    <a:pt x="612" y="383"/>
                  </a:lnTo>
                  <a:close/>
                </a:path>
              </a:pathLst>
            </a:custGeom>
            <a:solidFill>
              <a:srgbClr val="0675B4">
                <a:alpha val="10500"/>
              </a:srgbClr>
            </a:solidFill>
            <a:ln>
              <a:noFill/>
            </a:ln>
          </p:spPr>
          <p:txBody>
            <a:bodyPr anchor="ctr"/>
            <a:lstStyle/>
            <a:p>
              <a:pPr algn="ctr">
                <a:buNone/>
              </a:pPr>
            </a:p>
          </p:txBody>
        </p:sp>
        <p:sp>
          <p:nvSpPr>
            <p:cNvPr id="6541" name="addition:input:8"/>
            <p:cNvSpPr>
              <a:spLocks noGrp="1"/>
            </p:cNvSpPr>
            <p:nvPr/>
          </p:nvSpPr>
          <p:spPr>
            <a:xfrm>
              <a:off x="209550" y="5438775"/>
              <a:ext cx="867400" cy="744184"/>
            </a:xfrm>
            <a:custGeom>
              <a:avLst/>
              <a:gdLst/>
              <a:ahLst/>
              <a:cxnLst/>
              <a:rect l="l" t="t" r="r" b="b"/>
              <a:pathLst>
                <a:path w="527" h="397">
                  <a:moveTo>
                    <a:pt x="0" y="0"/>
                  </a:moveTo>
                  <a:moveTo>
                    <a:pt x="518" y="368"/>
                  </a:moveTo>
                  <a:lnTo>
                    <a:pt x="520" y="370"/>
                  </a:lnTo>
                  <a:lnTo>
                    <a:pt x="523" y="373"/>
                  </a:lnTo>
                  <a:lnTo>
                    <a:pt x="523" y="375"/>
                  </a:lnTo>
                  <a:lnTo>
                    <a:pt x="522" y="377"/>
                  </a:lnTo>
                  <a:lnTo>
                    <a:pt x="521" y="379"/>
                  </a:lnTo>
                  <a:lnTo>
                    <a:pt x="520" y="382"/>
                  </a:lnTo>
                  <a:lnTo>
                    <a:pt x="520" y="384"/>
                  </a:lnTo>
                  <a:lnTo>
                    <a:pt x="518" y="386"/>
                  </a:lnTo>
                  <a:lnTo>
                    <a:pt x="515" y="387"/>
                  </a:lnTo>
                  <a:lnTo>
                    <a:pt x="512" y="388"/>
                  </a:lnTo>
                  <a:lnTo>
                    <a:pt x="510" y="389"/>
                  </a:lnTo>
                  <a:lnTo>
                    <a:pt x="508" y="391"/>
                  </a:lnTo>
                  <a:lnTo>
                    <a:pt x="506" y="392"/>
                  </a:lnTo>
                  <a:lnTo>
                    <a:pt x="503" y="392"/>
                  </a:lnTo>
                  <a:lnTo>
                    <a:pt x="499" y="390"/>
                  </a:lnTo>
                  <a:lnTo>
                    <a:pt x="496" y="389"/>
                  </a:lnTo>
                  <a:lnTo>
                    <a:pt x="494" y="390"/>
                  </a:lnTo>
                  <a:lnTo>
                    <a:pt x="491" y="393"/>
                  </a:lnTo>
                  <a:lnTo>
                    <a:pt x="488" y="396"/>
                  </a:lnTo>
                  <a:lnTo>
                    <a:pt x="484" y="397"/>
                  </a:lnTo>
                  <a:lnTo>
                    <a:pt x="480" y="395"/>
                  </a:lnTo>
                  <a:lnTo>
                    <a:pt x="477" y="394"/>
                  </a:lnTo>
                  <a:lnTo>
                    <a:pt x="474" y="392"/>
                  </a:lnTo>
                  <a:lnTo>
                    <a:pt x="471" y="390"/>
                  </a:lnTo>
                  <a:lnTo>
                    <a:pt x="469" y="388"/>
                  </a:lnTo>
                  <a:lnTo>
                    <a:pt x="468" y="385"/>
                  </a:lnTo>
                  <a:lnTo>
                    <a:pt x="466" y="383"/>
                  </a:lnTo>
                  <a:lnTo>
                    <a:pt x="464" y="381"/>
                  </a:lnTo>
                  <a:lnTo>
                    <a:pt x="460" y="380"/>
                  </a:lnTo>
                  <a:lnTo>
                    <a:pt x="456" y="379"/>
                  </a:lnTo>
                  <a:lnTo>
                    <a:pt x="453" y="378"/>
                  </a:lnTo>
                  <a:lnTo>
                    <a:pt x="453" y="375"/>
                  </a:lnTo>
                  <a:lnTo>
                    <a:pt x="454" y="373"/>
                  </a:lnTo>
                  <a:lnTo>
                    <a:pt x="453" y="370"/>
                  </a:lnTo>
                  <a:lnTo>
                    <a:pt x="451" y="368"/>
                  </a:lnTo>
                  <a:lnTo>
                    <a:pt x="447" y="366"/>
                  </a:lnTo>
                  <a:lnTo>
                    <a:pt x="446" y="363"/>
                  </a:lnTo>
                  <a:lnTo>
                    <a:pt x="448" y="361"/>
                  </a:lnTo>
                  <a:lnTo>
                    <a:pt x="453" y="359"/>
                  </a:lnTo>
                  <a:lnTo>
                    <a:pt x="457" y="358"/>
                  </a:lnTo>
                  <a:lnTo>
                    <a:pt x="460" y="357"/>
                  </a:lnTo>
                  <a:lnTo>
                    <a:pt x="462" y="355"/>
                  </a:lnTo>
                  <a:lnTo>
                    <a:pt x="465" y="354"/>
                  </a:lnTo>
                  <a:lnTo>
                    <a:pt x="467" y="352"/>
                  </a:lnTo>
                  <a:lnTo>
                    <a:pt x="469" y="350"/>
                  </a:lnTo>
                  <a:lnTo>
                    <a:pt x="471" y="348"/>
                  </a:lnTo>
                  <a:lnTo>
                    <a:pt x="472" y="344"/>
                  </a:lnTo>
                  <a:lnTo>
                    <a:pt x="475" y="341"/>
                  </a:lnTo>
                  <a:lnTo>
                    <a:pt x="479" y="341"/>
                  </a:lnTo>
                  <a:lnTo>
                    <a:pt x="484" y="342"/>
                  </a:lnTo>
                  <a:lnTo>
                    <a:pt x="488" y="344"/>
                  </a:lnTo>
                  <a:lnTo>
                    <a:pt x="491" y="345"/>
                  </a:lnTo>
                  <a:lnTo>
                    <a:pt x="494" y="344"/>
                  </a:lnTo>
                  <a:lnTo>
                    <a:pt x="498" y="343"/>
                  </a:lnTo>
                  <a:lnTo>
                    <a:pt x="501" y="343"/>
                  </a:lnTo>
                  <a:lnTo>
                    <a:pt x="503" y="345"/>
                  </a:lnTo>
                  <a:lnTo>
                    <a:pt x="505" y="347"/>
                  </a:lnTo>
                  <a:lnTo>
                    <a:pt x="508" y="348"/>
                  </a:lnTo>
                  <a:lnTo>
                    <a:pt x="510" y="349"/>
                  </a:lnTo>
                  <a:lnTo>
                    <a:pt x="513" y="349"/>
                  </a:lnTo>
                  <a:lnTo>
                    <a:pt x="516" y="350"/>
                  </a:lnTo>
                  <a:lnTo>
                    <a:pt x="518" y="352"/>
                  </a:lnTo>
                  <a:lnTo>
                    <a:pt x="521" y="353"/>
                  </a:lnTo>
                  <a:lnTo>
                    <a:pt x="524" y="354"/>
                  </a:lnTo>
                  <a:lnTo>
                    <a:pt x="527" y="356"/>
                  </a:lnTo>
                  <a:lnTo>
                    <a:pt x="527" y="358"/>
                  </a:lnTo>
                  <a:lnTo>
                    <a:pt x="523" y="361"/>
                  </a:lnTo>
                  <a:lnTo>
                    <a:pt x="519" y="364"/>
                  </a:lnTo>
                  <a:lnTo>
                    <a:pt x="517" y="366"/>
                  </a:lnTo>
                  <a:close/>
                </a:path>
              </a:pathLst>
            </a:custGeom>
            <a:solidFill>
              <a:srgbClr val="59A3CD">
                <a:alpha val="9600"/>
              </a:srgbClr>
            </a:solidFill>
            <a:ln>
              <a:noFill/>
            </a:ln>
          </p:spPr>
          <p:txBody>
            <a:bodyPr anchor="ctr"/>
            <a:lstStyle/>
            <a:p>
              <a:pPr algn="ctr">
                <a:buNone/>
              </a:pPr>
            </a:p>
          </p:txBody>
        </p:sp>
        <p:sp>
          <p:nvSpPr>
            <p:cNvPr id="6542" name="addition:input:9"/>
            <p:cNvSpPr>
              <a:spLocks noGrp="1"/>
            </p:cNvSpPr>
            <p:nvPr/>
          </p:nvSpPr>
          <p:spPr>
            <a:xfrm>
              <a:off x="209550" y="5438775"/>
              <a:ext cx="913486" cy="704820"/>
            </a:xfrm>
            <a:custGeom>
              <a:avLst/>
              <a:gdLst/>
              <a:ahLst/>
              <a:cxnLst/>
              <a:rect l="l" t="t" r="r" b="b"/>
              <a:pathLst>
                <a:path w="555" h="376">
                  <a:moveTo>
                    <a:pt x="0" y="0"/>
                  </a:moveTo>
                  <a:moveTo>
                    <a:pt x="555" y="348"/>
                  </a:moveTo>
                  <a:lnTo>
                    <a:pt x="555" y="350"/>
                  </a:lnTo>
                  <a:lnTo>
                    <a:pt x="554" y="353"/>
                  </a:lnTo>
                  <a:lnTo>
                    <a:pt x="552" y="354"/>
                  </a:lnTo>
                  <a:lnTo>
                    <a:pt x="552" y="357"/>
                  </a:lnTo>
                  <a:lnTo>
                    <a:pt x="553" y="359"/>
                  </a:lnTo>
                  <a:lnTo>
                    <a:pt x="554" y="362"/>
                  </a:lnTo>
                  <a:lnTo>
                    <a:pt x="552" y="364"/>
                  </a:lnTo>
                  <a:lnTo>
                    <a:pt x="548" y="365"/>
                  </a:lnTo>
                  <a:lnTo>
                    <a:pt x="543" y="364"/>
                  </a:lnTo>
                  <a:lnTo>
                    <a:pt x="540" y="365"/>
                  </a:lnTo>
                  <a:lnTo>
                    <a:pt x="538" y="366"/>
                  </a:lnTo>
                  <a:lnTo>
                    <a:pt x="536" y="368"/>
                  </a:lnTo>
                  <a:lnTo>
                    <a:pt x="534" y="369"/>
                  </a:lnTo>
                  <a:lnTo>
                    <a:pt x="531" y="371"/>
                  </a:lnTo>
                  <a:lnTo>
                    <a:pt x="528" y="372"/>
                  </a:lnTo>
                  <a:lnTo>
                    <a:pt x="525" y="375"/>
                  </a:lnTo>
                  <a:lnTo>
                    <a:pt x="521" y="376"/>
                  </a:lnTo>
                  <a:lnTo>
                    <a:pt x="517" y="376"/>
                  </a:lnTo>
                  <a:lnTo>
                    <a:pt x="514" y="374"/>
                  </a:lnTo>
                  <a:lnTo>
                    <a:pt x="511" y="371"/>
                  </a:lnTo>
                  <a:lnTo>
                    <a:pt x="508" y="369"/>
                  </a:lnTo>
                  <a:lnTo>
                    <a:pt x="505" y="369"/>
                  </a:lnTo>
                  <a:lnTo>
                    <a:pt x="501" y="369"/>
                  </a:lnTo>
                  <a:lnTo>
                    <a:pt x="498" y="369"/>
                  </a:lnTo>
                  <a:lnTo>
                    <a:pt x="495" y="367"/>
                  </a:lnTo>
                  <a:lnTo>
                    <a:pt x="494" y="365"/>
                  </a:lnTo>
                  <a:lnTo>
                    <a:pt x="493" y="363"/>
                  </a:lnTo>
                  <a:lnTo>
                    <a:pt x="491" y="362"/>
                  </a:lnTo>
                  <a:lnTo>
                    <a:pt x="487" y="361"/>
                  </a:lnTo>
                  <a:lnTo>
                    <a:pt x="484" y="359"/>
                  </a:lnTo>
                  <a:lnTo>
                    <a:pt x="483" y="357"/>
                  </a:lnTo>
                  <a:lnTo>
                    <a:pt x="482" y="355"/>
                  </a:lnTo>
                  <a:lnTo>
                    <a:pt x="481" y="353"/>
                  </a:lnTo>
                  <a:lnTo>
                    <a:pt x="481" y="351"/>
                  </a:lnTo>
                  <a:lnTo>
                    <a:pt x="481" y="348"/>
                  </a:lnTo>
                  <a:lnTo>
                    <a:pt x="485" y="346"/>
                  </a:lnTo>
                  <a:lnTo>
                    <a:pt x="490" y="344"/>
                  </a:lnTo>
                  <a:lnTo>
                    <a:pt x="494" y="343"/>
                  </a:lnTo>
                  <a:lnTo>
                    <a:pt x="495" y="341"/>
                  </a:lnTo>
                  <a:lnTo>
                    <a:pt x="493" y="338"/>
                  </a:lnTo>
                  <a:lnTo>
                    <a:pt x="491" y="335"/>
                  </a:lnTo>
                  <a:lnTo>
                    <a:pt x="491" y="332"/>
                  </a:lnTo>
                  <a:lnTo>
                    <a:pt x="494" y="331"/>
                  </a:lnTo>
                  <a:lnTo>
                    <a:pt x="497" y="330"/>
                  </a:lnTo>
                  <a:lnTo>
                    <a:pt x="500" y="328"/>
                  </a:lnTo>
                  <a:lnTo>
                    <a:pt x="502" y="327"/>
                  </a:lnTo>
                  <a:lnTo>
                    <a:pt x="504" y="325"/>
                  </a:lnTo>
                  <a:lnTo>
                    <a:pt x="507" y="325"/>
                  </a:lnTo>
                  <a:lnTo>
                    <a:pt x="510" y="325"/>
                  </a:lnTo>
                  <a:lnTo>
                    <a:pt x="513" y="325"/>
                  </a:lnTo>
                  <a:lnTo>
                    <a:pt x="516" y="325"/>
                  </a:lnTo>
                  <a:lnTo>
                    <a:pt x="518" y="324"/>
                  </a:lnTo>
                  <a:lnTo>
                    <a:pt x="521" y="324"/>
                  </a:lnTo>
                  <a:lnTo>
                    <a:pt x="523" y="326"/>
                  </a:lnTo>
                  <a:lnTo>
                    <a:pt x="525" y="327"/>
                  </a:lnTo>
                  <a:lnTo>
                    <a:pt x="527" y="328"/>
                  </a:lnTo>
                  <a:lnTo>
                    <a:pt x="530" y="326"/>
                  </a:lnTo>
                  <a:lnTo>
                    <a:pt x="535" y="324"/>
                  </a:lnTo>
                  <a:lnTo>
                    <a:pt x="539" y="324"/>
                  </a:lnTo>
                  <a:lnTo>
                    <a:pt x="541" y="326"/>
                  </a:lnTo>
                  <a:lnTo>
                    <a:pt x="542" y="329"/>
                  </a:lnTo>
                  <a:lnTo>
                    <a:pt x="542" y="332"/>
                  </a:lnTo>
                  <a:lnTo>
                    <a:pt x="543" y="334"/>
                  </a:lnTo>
                  <a:lnTo>
                    <a:pt x="544" y="336"/>
                  </a:lnTo>
                  <a:lnTo>
                    <a:pt x="545" y="338"/>
                  </a:lnTo>
                  <a:lnTo>
                    <a:pt x="546" y="340"/>
                  </a:lnTo>
                  <a:lnTo>
                    <a:pt x="547" y="342"/>
                  </a:lnTo>
                  <a:lnTo>
                    <a:pt x="549" y="344"/>
                  </a:lnTo>
                  <a:lnTo>
                    <a:pt x="552" y="346"/>
                  </a:lnTo>
                  <a:close/>
                </a:path>
              </a:pathLst>
            </a:custGeom>
            <a:solidFill>
              <a:srgbClr val="59A3CD">
                <a:alpha val="9600"/>
              </a:srgbClr>
            </a:solidFill>
            <a:ln>
              <a:noFill/>
            </a:ln>
          </p:spPr>
          <p:txBody>
            <a:bodyPr anchor="ctr"/>
            <a:lstStyle/>
            <a:p>
              <a:pPr algn="ctr">
                <a:buNone/>
              </a:pPr>
            </a:p>
          </p:txBody>
        </p:sp>
        <p:sp>
          <p:nvSpPr>
            <p:cNvPr id="6543" name="addition:input:10"/>
            <p:cNvSpPr>
              <a:spLocks noGrp="1"/>
            </p:cNvSpPr>
            <p:nvPr/>
          </p:nvSpPr>
          <p:spPr>
            <a:xfrm>
              <a:off x="209550" y="5438775"/>
              <a:ext cx="976031" cy="721690"/>
            </a:xfrm>
            <a:custGeom>
              <a:avLst/>
              <a:gdLst/>
              <a:ahLst/>
              <a:cxnLst/>
              <a:rect l="l" t="t" r="r" b="b"/>
              <a:pathLst>
                <a:path w="593" h="385">
                  <a:moveTo>
                    <a:pt x="0" y="0"/>
                  </a:moveTo>
                  <a:moveTo>
                    <a:pt x="592" y="354"/>
                  </a:moveTo>
                  <a:lnTo>
                    <a:pt x="593" y="356"/>
                  </a:lnTo>
                  <a:lnTo>
                    <a:pt x="593" y="359"/>
                  </a:lnTo>
                  <a:lnTo>
                    <a:pt x="591" y="361"/>
                  </a:lnTo>
                  <a:lnTo>
                    <a:pt x="590" y="364"/>
                  </a:lnTo>
                  <a:lnTo>
                    <a:pt x="589" y="366"/>
                  </a:lnTo>
                  <a:lnTo>
                    <a:pt x="587" y="368"/>
                  </a:lnTo>
                  <a:lnTo>
                    <a:pt x="584" y="369"/>
                  </a:lnTo>
                  <a:lnTo>
                    <a:pt x="581" y="370"/>
                  </a:lnTo>
                  <a:lnTo>
                    <a:pt x="579" y="371"/>
                  </a:lnTo>
                  <a:lnTo>
                    <a:pt x="578" y="374"/>
                  </a:lnTo>
                  <a:lnTo>
                    <a:pt x="576" y="376"/>
                  </a:lnTo>
                  <a:lnTo>
                    <a:pt x="573" y="377"/>
                  </a:lnTo>
                  <a:lnTo>
                    <a:pt x="569" y="377"/>
                  </a:lnTo>
                  <a:lnTo>
                    <a:pt x="565" y="376"/>
                  </a:lnTo>
                  <a:lnTo>
                    <a:pt x="563" y="378"/>
                  </a:lnTo>
                  <a:lnTo>
                    <a:pt x="560" y="381"/>
                  </a:lnTo>
                  <a:lnTo>
                    <a:pt x="556" y="384"/>
                  </a:lnTo>
                  <a:lnTo>
                    <a:pt x="552" y="385"/>
                  </a:lnTo>
                  <a:lnTo>
                    <a:pt x="548" y="383"/>
                  </a:lnTo>
                  <a:lnTo>
                    <a:pt x="545" y="381"/>
                  </a:lnTo>
                  <a:lnTo>
                    <a:pt x="542" y="378"/>
                  </a:lnTo>
                  <a:lnTo>
                    <a:pt x="539" y="377"/>
                  </a:lnTo>
                  <a:lnTo>
                    <a:pt x="537" y="375"/>
                  </a:lnTo>
                  <a:lnTo>
                    <a:pt x="534" y="373"/>
                  </a:lnTo>
                  <a:lnTo>
                    <a:pt x="532" y="372"/>
                  </a:lnTo>
                  <a:lnTo>
                    <a:pt x="530" y="371"/>
                  </a:lnTo>
                  <a:lnTo>
                    <a:pt x="525" y="371"/>
                  </a:lnTo>
                  <a:lnTo>
                    <a:pt x="521" y="370"/>
                  </a:lnTo>
                  <a:lnTo>
                    <a:pt x="518" y="369"/>
                  </a:lnTo>
                  <a:lnTo>
                    <a:pt x="517" y="366"/>
                  </a:lnTo>
                  <a:lnTo>
                    <a:pt x="519" y="363"/>
                  </a:lnTo>
                  <a:lnTo>
                    <a:pt x="520" y="361"/>
                  </a:lnTo>
                  <a:lnTo>
                    <a:pt x="519" y="358"/>
                  </a:lnTo>
                  <a:lnTo>
                    <a:pt x="517" y="356"/>
                  </a:lnTo>
                  <a:lnTo>
                    <a:pt x="516" y="354"/>
                  </a:lnTo>
                  <a:lnTo>
                    <a:pt x="518" y="351"/>
                  </a:lnTo>
                  <a:lnTo>
                    <a:pt x="522" y="349"/>
                  </a:lnTo>
                  <a:lnTo>
                    <a:pt x="525" y="347"/>
                  </a:lnTo>
                  <a:lnTo>
                    <a:pt x="527" y="345"/>
                  </a:lnTo>
                  <a:lnTo>
                    <a:pt x="527" y="343"/>
                  </a:lnTo>
                  <a:lnTo>
                    <a:pt x="528" y="341"/>
                  </a:lnTo>
                  <a:lnTo>
                    <a:pt x="529" y="339"/>
                  </a:lnTo>
                  <a:lnTo>
                    <a:pt x="531" y="336"/>
                  </a:lnTo>
                  <a:lnTo>
                    <a:pt x="531" y="333"/>
                  </a:lnTo>
                  <a:lnTo>
                    <a:pt x="532" y="330"/>
                  </a:lnTo>
                  <a:lnTo>
                    <a:pt x="534" y="327"/>
                  </a:lnTo>
                  <a:lnTo>
                    <a:pt x="538" y="327"/>
                  </a:lnTo>
                  <a:lnTo>
                    <a:pt x="542" y="329"/>
                  </a:lnTo>
                  <a:lnTo>
                    <a:pt x="546" y="331"/>
                  </a:lnTo>
                  <a:lnTo>
                    <a:pt x="549" y="331"/>
                  </a:lnTo>
                  <a:lnTo>
                    <a:pt x="551" y="330"/>
                  </a:lnTo>
                  <a:lnTo>
                    <a:pt x="553" y="328"/>
                  </a:lnTo>
                  <a:lnTo>
                    <a:pt x="555" y="327"/>
                  </a:lnTo>
                  <a:lnTo>
                    <a:pt x="558" y="328"/>
                  </a:lnTo>
                  <a:lnTo>
                    <a:pt x="560" y="329"/>
                  </a:lnTo>
                  <a:lnTo>
                    <a:pt x="563" y="329"/>
                  </a:lnTo>
                  <a:lnTo>
                    <a:pt x="566" y="329"/>
                  </a:lnTo>
                  <a:lnTo>
                    <a:pt x="569" y="329"/>
                  </a:lnTo>
                  <a:lnTo>
                    <a:pt x="572" y="330"/>
                  </a:lnTo>
                  <a:lnTo>
                    <a:pt x="574" y="332"/>
                  </a:lnTo>
                  <a:lnTo>
                    <a:pt x="576" y="334"/>
                  </a:lnTo>
                  <a:lnTo>
                    <a:pt x="579" y="335"/>
                  </a:lnTo>
                  <a:lnTo>
                    <a:pt x="582" y="337"/>
                  </a:lnTo>
                  <a:lnTo>
                    <a:pt x="583" y="339"/>
                  </a:lnTo>
                  <a:lnTo>
                    <a:pt x="582" y="343"/>
                  </a:lnTo>
                  <a:lnTo>
                    <a:pt x="580" y="346"/>
                  </a:lnTo>
                  <a:lnTo>
                    <a:pt x="579" y="348"/>
                  </a:lnTo>
                  <a:lnTo>
                    <a:pt x="582" y="350"/>
                  </a:lnTo>
                  <a:lnTo>
                    <a:pt x="587" y="351"/>
                  </a:lnTo>
                  <a:close/>
                </a:path>
              </a:pathLst>
            </a:custGeom>
            <a:solidFill>
              <a:srgbClr val="59A3CD">
                <a:alpha val="9600"/>
              </a:srgbClr>
            </a:solidFill>
            <a:ln>
              <a:noFill/>
            </a:ln>
          </p:spPr>
          <p:txBody>
            <a:bodyPr anchor="ctr"/>
            <a:lstStyle/>
            <a:p>
              <a:pPr algn="ctr">
                <a:buNone/>
              </a:pPr>
            </a:p>
          </p:txBody>
        </p:sp>
        <p:sp>
          <p:nvSpPr>
            <p:cNvPr id="6544" name="addition:input:11"/>
            <p:cNvSpPr>
              <a:spLocks noGrp="1"/>
            </p:cNvSpPr>
            <p:nvPr/>
          </p:nvSpPr>
          <p:spPr>
            <a:xfrm>
              <a:off x="209550" y="5438775"/>
              <a:ext cx="1028700" cy="761055"/>
            </a:xfrm>
            <a:custGeom>
              <a:avLst/>
              <a:gdLst/>
              <a:ahLst/>
              <a:cxnLst/>
              <a:rect l="l" t="t" r="r" b="b"/>
              <a:pathLst>
                <a:path w="625" h="406">
                  <a:moveTo>
                    <a:pt x="0" y="0"/>
                  </a:moveTo>
                  <a:moveTo>
                    <a:pt x="625" y="376"/>
                  </a:moveTo>
                  <a:lnTo>
                    <a:pt x="625" y="379"/>
                  </a:lnTo>
                  <a:lnTo>
                    <a:pt x="624" y="382"/>
                  </a:lnTo>
                  <a:lnTo>
                    <a:pt x="623" y="384"/>
                  </a:lnTo>
                  <a:lnTo>
                    <a:pt x="622" y="387"/>
                  </a:lnTo>
                  <a:lnTo>
                    <a:pt x="618" y="389"/>
                  </a:lnTo>
                  <a:lnTo>
                    <a:pt x="613" y="390"/>
                  </a:lnTo>
                  <a:lnTo>
                    <a:pt x="608" y="390"/>
                  </a:lnTo>
                  <a:lnTo>
                    <a:pt x="605" y="391"/>
                  </a:lnTo>
                  <a:lnTo>
                    <a:pt x="605" y="394"/>
                  </a:lnTo>
                  <a:lnTo>
                    <a:pt x="605" y="399"/>
                  </a:lnTo>
                  <a:lnTo>
                    <a:pt x="604" y="402"/>
                  </a:lnTo>
                  <a:lnTo>
                    <a:pt x="600" y="404"/>
                  </a:lnTo>
                  <a:lnTo>
                    <a:pt x="596" y="404"/>
                  </a:lnTo>
                  <a:lnTo>
                    <a:pt x="591" y="404"/>
                  </a:lnTo>
                  <a:lnTo>
                    <a:pt x="587" y="405"/>
                  </a:lnTo>
                  <a:lnTo>
                    <a:pt x="584" y="406"/>
                  </a:lnTo>
                  <a:lnTo>
                    <a:pt x="580" y="406"/>
                  </a:lnTo>
                  <a:lnTo>
                    <a:pt x="576" y="405"/>
                  </a:lnTo>
                  <a:lnTo>
                    <a:pt x="573" y="403"/>
                  </a:lnTo>
                  <a:lnTo>
                    <a:pt x="570" y="403"/>
                  </a:lnTo>
                  <a:lnTo>
                    <a:pt x="567" y="402"/>
                  </a:lnTo>
                  <a:lnTo>
                    <a:pt x="564" y="402"/>
                  </a:lnTo>
                  <a:lnTo>
                    <a:pt x="562" y="400"/>
                  </a:lnTo>
                  <a:lnTo>
                    <a:pt x="560" y="398"/>
                  </a:lnTo>
                  <a:lnTo>
                    <a:pt x="558" y="396"/>
                  </a:lnTo>
                  <a:lnTo>
                    <a:pt x="555" y="396"/>
                  </a:lnTo>
                  <a:lnTo>
                    <a:pt x="550" y="396"/>
                  </a:lnTo>
                  <a:lnTo>
                    <a:pt x="545" y="396"/>
                  </a:lnTo>
                  <a:lnTo>
                    <a:pt x="543" y="394"/>
                  </a:lnTo>
                  <a:lnTo>
                    <a:pt x="544" y="390"/>
                  </a:lnTo>
                  <a:lnTo>
                    <a:pt x="547" y="386"/>
                  </a:lnTo>
                  <a:lnTo>
                    <a:pt x="549" y="383"/>
                  </a:lnTo>
                  <a:lnTo>
                    <a:pt x="549" y="381"/>
                  </a:lnTo>
                  <a:lnTo>
                    <a:pt x="549" y="378"/>
                  </a:lnTo>
                  <a:lnTo>
                    <a:pt x="549" y="376"/>
                  </a:lnTo>
                  <a:lnTo>
                    <a:pt x="550" y="374"/>
                  </a:lnTo>
                  <a:lnTo>
                    <a:pt x="549" y="371"/>
                  </a:lnTo>
                  <a:lnTo>
                    <a:pt x="548" y="368"/>
                  </a:lnTo>
                  <a:lnTo>
                    <a:pt x="546" y="365"/>
                  </a:lnTo>
                  <a:lnTo>
                    <a:pt x="546" y="363"/>
                  </a:lnTo>
                  <a:lnTo>
                    <a:pt x="549" y="361"/>
                  </a:lnTo>
                  <a:lnTo>
                    <a:pt x="552" y="359"/>
                  </a:lnTo>
                  <a:lnTo>
                    <a:pt x="554" y="357"/>
                  </a:lnTo>
                  <a:lnTo>
                    <a:pt x="555" y="355"/>
                  </a:lnTo>
                  <a:lnTo>
                    <a:pt x="555" y="351"/>
                  </a:lnTo>
                  <a:lnTo>
                    <a:pt x="557" y="349"/>
                  </a:lnTo>
                  <a:lnTo>
                    <a:pt x="561" y="350"/>
                  </a:lnTo>
                  <a:lnTo>
                    <a:pt x="566" y="351"/>
                  </a:lnTo>
                  <a:lnTo>
                    <a:pt x="569" y="353"/>
                  </a:lnTo>
                  <a:lnTo>
                    <a:pt x="572" y="352"/>
                  </a:lnTo>
                  <a:lnTo>
                    <a:pt x="574" y="351"/>
                  </a:lnTo>
                  <a:lnTo>
                    <a:pt x="577" y="349"/>
                  </a:lnTo>
                  <a:lnTo>
                    <a:pt x="580" y="347"/>
                  </a:lnTo>
                  <a:lnTo>
                    <a:pt x="583" y="347"/>
                  </a:lnTo>
                  <a:lnTo>
                    <a:pt x="587" y="346"/>
                  </a:lnTo>
                  <a:lnTo>
                    <a:pt x="592" y="345"/>
                  </a:lnTo>
                  <a:lnTo>
                    <a:pt x="596" y="346"/>
                  </a:lnTo>
                  <a:lnTo>
                    <a:pt x="599" y="348"/>
                  </a:lnTo>
                  <a:lnTo>
                    <a:pt x="600" y="352"/>
                  </a:lnTo>
                  <a:lnTo>
                    <a:pt x="601" y="356"/>
                  </a:lnTo>
                  <a:lnTo>
                    <a:pt x="603" y="358"/>
                  </a:lnTo>
                  <a:lnTo>
                    <a:pt x="607" y="358"/>
                  </a:lnTo>
                  <a:lnTo>
                    <a:pt x="612" y="359"/>
                  </a:lnTo>
                  <a:lnTo>
                    <a:pt x="615" y="361"/>
                  </a:lnTo>
                  <a:lnTo>
                    <a:pt x="615" y="364"/>
                  </a:lnTo>
                  <a:lnTo>
                    <a:pt x="616" y="367"/>
                  </a:lnTo>
                  <a:lnTo>
                    <a:pt x="617" y="369"/>
                  </a:lnTo>
                  <a:lnTo>
                    <a:pt x="620" y="371"/>
                  </a:lnTo>
                  <a:lnTo>
                    <a:pt x="624" y="373"/>
                  </a:lnTo>
                  <a:close/>
                </a:path>
              </a:pathLst>
            </a:custGeom>
            <a:solidFill>
              <a:srgbClr val="59A3CD">
                <a:alpha val="9600"/>
              </a:srgbClr>
            </a:solidFill>
            <a:ln>
              <a:noFill/>
            </a:ln>
          </p:spPr>
          <p:txBody>
            <a:bodyPr anchor="ctr"/>
            <a:lstStyle/>
            <a:p>
              <a:pPr algn="ctr">
                <a:buNone/>
              </a:pPr>
            </a:p>
          </p:txBody>
        </p:sp>
        <p:sp>
          <p:nvSpPr>
            <p:cNvPr id="6545" name="addition:input:12"/>
            <p:cNvSpPr>
              <a:spLocks noGrp="1"/>
            </p:cNvSpPr>
            <p:nvPr/>
          </p:nvSpPr>
          <p:spPr>
            <a:xfrm>
              <a:off x="209550" y="5438775"/>
              <a:ext cx="1000719" cy="806044"/>
            </a:xfrm>
            <a:custGeom>
              <a:avLst/>
              <a:gdLst/>
              <a:ahLst/>
              <a:cxnLst/>
              <a:rect l="l" t="t" r="r" b="b"/>
              <a:pathLst>
                <a:path w="608" h="430">
                  <a:moveTo>
                    <a:pt x="0" y="0"/>
                  </a:moveTo>
                  <a:moveTo>
                    <a:pt x="596" y="400"/>
                  </a:moveTo>
                  <a:lnTo>
                    <a:pt x="595" y="403"/>
                  </a:lnTo>
                  <a:lnTo>
                    <a:pt x="594" y="405"/>
                  </a:lnTo>
                  <a:lnTo>
                    <a:pt x="593" y="407"/>
                  </a:lnTo>
                  <a:lnTo>
                    <a:pt x="592" y="410"/>
                  </a:lnTo>
                  <a:lnTo>
                    <a:pt x="592" y="413"/>
                  </a:lnTo>
                  <a:lnTo>
                    <a:pt x="594" y="416"/>
                  </a:lnTo>
                  <a:lnTo>
                    <a:pt x="594" y="420"/>
                  </a:lnTo>
                  <a:lnTo>
                    <a:pt x="592" y="422"/>
                  </a:lnTo>
                  <a:lnTo>
                    <a:pt x="587" y="423"/>
                  </a:lnTo>
                  <a:lnTo>
                    <a:pt x="582" y="423"/>
                  </a:lnTo>
                  <a:lnTo>
                    <a:pt x="578" y="424"/>
                  </a:lnTo>
                  <a:lnTo>
                    <a:pt x="576" y="426"/>
                  </a:lnTo>
                  <a:lnTo>
                    <a:pt x="574" y="429"/>
                  </a:lnTo>
                  <a:lnTo>
                    <a:pt x="571" y="430"/>
                  </a:lnTo>
                  <a:lnTo>
                    <a:pt x="567" y="429"/>
                  </a:lnTo>
                  <a:lnTo>
                    <a:pt x="563" y="427"/>
                  </a:lnTo>
                  <a:lnTo>
                    <a:pt x="559" y="426"/>
                  </a:lnTo>
                  <a:lnTo>
                    <a:pt x="556" y="427"/>
                  </a:lnTo>
                  <a:lnTo>
                    <a:pt x="553" y="428"/>
                  </a:lnTo>
                  <a:lnTo>
                    <a:pt x="549" y="429"/>
                  </a:lnTo>
                  <a:lnTo>
                    <a:pt x="545" y="429"/>
                  </a:lnTo>
                  <a:lnTo>
                    <a:pt x="541" y="429"/>
                  </a:lnTo>
                  <a:lnTo>
                    <a:pt x="536" y="429"/>
                  </a:lnTo>
                  <a:lnTo>
                    <a:pt x="530" y="429"/>
                  </a:lnTo>
                  <a:lnTo>
                    <a:pt x="527" y="427"/>
                  </a:lnTo>
                  <a:lnTo>
                    <a:pt x="525" y="423"/>
                  </a:lnTo>
                  <a:lnTo>
                    <a:pt x="526" y="419"/>
                  </a:lnTo>
                  <a:lnTo>
                    <a:pt x="527" y="415"/>
                  </a:lnTo>
                  <a:lnTo>
                    <a:pt x="525" y="413"/>
                  </a:lnTo>
                  <a:lnTo>
                    <a:pt x="520" y="412"/>
                  </a:lnTo>
                  <a:lnTo>
                    <a:pt x="514" y="411"/>
                  </a:lnTo>
                  <a:lnTo>
                    <a:pt x="510" y="408"/>
                  </a:lnTo>
                  <a:lnTo>
                    <a:pt x="510" y="406"/>
                  </a:lnTo>
                  <a:lnTo>
                    <a:pt x="510" y="403"/>
                  </a:lnTo>
                  <a:lnTo>
                    <a:pt x="508" y="400"/>
                  </a:lnTo>
                  <a:lnTo>
                    <a:pt x="506" y="398"/>
                  </a:lnTo>
                  <a:lnTo>
                    <a:pt x="505" y="395"/>
                  </a:lnTo>
                  <a:lnTo>
                    <a:pt x="505" y="392"/>
                  </a:lnTo>
                  <a:lnTo>
                    <a:pt x="508" y="390"/>
                  </a:lnTo>
                  <a:lnTo>
                    <a:pt x="510" y="387"/>
                  </a:lnTo>
                  <a:lnTo>
                    <a:pt x="511" y="385"/>
                  </a:lnTo>
                  <a:lnTo>
                    <a:pt x="514" y="383"/>
                  </a:lnTo>
                  <a:lnTo>
                    <a:pt x="518" y="381"/>
                  </a:lnTo>
                  <a:lnTo>
                    <a:pt x="524" y="381"/>
                  </a:lnTo>
                  <a:lnTo>
                    <a:pt x="530" y="382"/>
                  </a:lnTo>
                  <a:lnTo>
                    <a:pt x="533" y="380"/>
                  </a:lnTo>
                  <a:lnTo>
                    <a:pt x="534" y="377"/>
                  </a:lnTo>
                  <a:lnTo>
                    <a:pt x="536" y="372"/>
                  </a:lnTo>
                  <a:lnTo>
                    <a:pt x="539" y="369"/>
                  </a:lnTo>
                  <a:lnTo>
                    <a:pt x="544" y="368"/>
                  </a:lnTo>
                  <a:lnTo>
                    <a:pt x="550" y="369"/>
                  </a:lnTo>
                  <a:lnTo>
                    <a:pt x="555" y="370"/>
                  </a:lnTo>
                  <a:lnTo>
                    <a:pt x="560" y="370"/>
                  </a:lnTo>
                  <a:lnTo>
                    <a:pt x="565" y="371"/>
                  </a:lnTo>
                  <a:lnTo>
                    <a:pt x="569" y="372"/>
                  </a:lnTo>
                  <a:lnTo>
                    <a:pt x="573" y="374"/>
                  </a:lnTo>
                  <a:lnTo>
                    <a:pt x="576" y="376"/>
                  </a:lnTo>
                  <a:lnTo>
                    <a:pt x="580" y="377"/>
                  </a:lnTo>
                  <a:lnTo>
                    <a:pt x="585" y="376"/>
                  </a:lnTo>
                  <a:lnTo>
                    <a:pt x="589" y="377"/>
                  </a:lnTo>
                  <a:lnTo>
                    <a:pt x="591" y="379"/>
                  </a:lnTo>
                  <a:lnTo>
                    <a:pt x="592" y="382"/>
                  </a:lnTo>
                  <a:lnTo>
                    <a:pt x="593" y="384"/>
                  </a:lnTo>
                  <a:lnTo>
                    <a:pt x="597" y="386"/>
                  </a:lnTo>
                  <a:lnTo>
                    <a:pt x="603" y="387"/>
                  </a:lnTo>
                  <a:lnTo>
                    <a:pt x="607" y="388"/>
                  </a:lnTo>
                  <a:lnTo>
                    <a:pt x="608" y="391"/>
                  </a:lnTo>
                  <a:lnTo>
                    <a:pt x="604" y="395"/>
                  </a:lnTo>
                  <a:lnTo>
                    <a:pt x="600" y="398"/>
                  </a:lnTo>
                  <a:close/>
                </a:path>
              </a:pathLst>
            </a:custGeom>
            <a:solidFill>
              <a:srgbClr val="59A3CD">
                <a:alpha val="9600"/>
              </a:srgbClr>
            </a:solidFill>
            <a:ln>
              <a:noFill/>
            </a:ln>
          </p:spPr>
          <p:txBody>
            <a:bodyPr anchor="ctr"/>
            <a:lstStyle/>
            <a:p>
              <a:pPr algn="ctr">
                <a:buNone/>
              </a:pPr>
            </a:p>
          </p:txBody>
        </p:sp>
        <p:sp>
          <p:nvSpPr>
            <p:cNvPr id="6546" name="addition:input:13"/>
            <p:cNvSpPr>
              <a:spLocks noGrp="1"/>
            </p:cNvSpPr>
            <p:nvPr/>
          </p:nvSpPr>
          <p:spPr>
            <a:xfrm>
              <a:off x="209550" y="5438775"/>
              <a:ext cx="915132" cy="811667"/>
            </a:xfrm>
            <a:custGeom>
              <a:avLst/>
              <a:gdLst/>
              <a:ahLst/>
              <a:cxnLst/>
              <a:rect l="l" t="t" r="r" b="b"/>
              <a:pathLst>
                <a:path w="556" h="433">
                  <a:moveTo>
                    <a:pt x="0" y="0"/>
                  </a:moveTo>
                  <a:moveTo>
                    <a:pt x="553" y="403"/>
                  </a:moveTo>
                  <a:lnTo>
                    <a:pt x="551" y="406"/>
                  </a:lnTo>
                  <a:lnTo>
                    <a:pt x="549" y="408"/>
                  </a:lnTo>
                  <a:lnTo>
                    <a:pt x="546" y="410"/>
                  </a:lnTo>
                  <a:lnTo>
                    <a:pt x="545" y="413"/>
                  </a:lnTo>
                  <a:lnTo>
                    <a:pt x="545" y="415"/>
                  </a:lnTo>
                  <a:lnTo>
                    <a:pt x="543" y="418"/>
                  </a:lnTo>
                  <a:lnTo>
                    <a:pt x="540" y="419"/>
                  </a:lnTo>
                  <a:lnTo>
                    <a:pt x="537" y="421"/>
                  </a:lnTo>
                  <a:lnTo>
                    <a:pt x="536" y="424"/>
                  </a:lnTo>
                  <a:lnTo>
                    <a:pt x="536" y="428"/>
                  </a:lnTo>
                  <a:lnTo>
                    <a:pt x="535" y="431"/>
                  </a:lnTo>
                  <a:lnTo>
                    <a:pt x="532" y="433"/>
                  </a:lnTo>
                  <a:lnTo>
                    <a:pt x="527" y="432"/>
                  </a:lnTo>
                  <a:lnTo>
                    <a:pt x="522" y="430"/>
                  </a:lnTo>
                  <a:lnTo>
                    <a:pt x="518" y="428"/>
                  </a:lnTo>
                  <a:lnTo>
                    <a:pt x="516" y="428"/>
                  </a:lnTo>
                  <a:lnTo>
                    <a:pt x="513" y="429"/>
                  </a:lnTo>
                  <a:lnTo>
                    <a:pt x="510" y="430"/>
                  </a:lnTo>
                  <a:lnTo>
                    <a:pt x="508" y="430"/>
                  </a:lnTo>
                  <a:lnTo>
                    <a:pt x="505" y="430"/>
                  </a:lnTo>
                  <a:lnTo>
                    <a:pt x="501" y="431"/>
                  </a:lnTo>
                  <a:lnTo>
                    <a:pt x="497" y="432"/>
                  </a:lnTo>
                  <a:lnTo>
                    <a:pt x="494" y="431"/>
                  </a:lnTo>
                  <a:lnTo>
                    <a:pt x="491" y="429"/>
                  </a:lnTo>
                  <a:lnTo>
                    <a:pt x="490" y="426"/>
                  </a:lnTo>
                  <a:lnTo>
                    <a:pt x="488" y="423"/>
                  </a:lnTo>
                  <a:lnTo>
                    <a:pt x="485" y="422"/>
                  </a:lnTo>
                  <a:lnTo>
                    <a:pt x="481" y="421"/>
                  </a:lnTo>
                  <a:lnTo>
                    <a:pt x="478" y="419"/>
                  </a:lnTo>
                  <a:lnTo>
                    <a:pt x="478" y="416"/>
                  </a:lnTo>
                  <a:lnTo>
                    <a:pt x="480" y="413"/>
                  </a:lnTo>
                  <a:lnTo>
                    <a:pt x="481" y="410"/>
                  </a:lnTo>
                  <a:lnTo>
                    <a:pt x="480" y="408"/>
                  </a:lnTo>
                  <a:lnTo>
                    <a:pt x="476" y="406"/>
                  </a:lnTo>
                  <a:lnTo>
                    <a:pt x="472" y="403"/>
                  </a:lnTo>
                  <a:lnTo>
                    <a:pt x="469" y="401"/>
                  </a:lnTo>
                  <a:lnTo>
                    <a:pt x="468" y="398"/>
                  </a:lnTo>
                  <a:lnTo>
                    <a:pt x="468" y="395"/>
                  </a:lnTo>
                  <a:lnTo>
                    <a:pt x="468" y="392"/>
                  </a:lnTo>
                  <a:lnTo>
                    <a:pt x="469" y="389"/>
                  </a:lnTo>
                  <a:lnTo>
                    <a:pt x="473" y="388"/>
                  </a:lnTo>
                  <a:lnTo>
                    <a:pt x="478" y="387"/>
                  </a:lnTo>
                  <a:lnTo>
                    <a:pt x="483" y="387"/>
                  </a:lnTo>
                  <a:lnTo>
                    <a:pt x="485" y="386"/>
                  </a:lnTo>
                  <a:lnTo>
                    <a:pt x="486" y="383"/>
                  </a:lnTo>
                  <a:lnTo>
                    <a:pt x="487" y="379"/>
                  </a:lnTo>
                  <a:lnTo>
                    <a:pt x="490" y="377"/>
                  </a:lnTo>
                  <a:lnTo>
                    <a:pt x="494" y="377"/>
                  </a:lnTo>
                  <a:lnTo>
                    <a:pt x="498" y="377"/>
                  </a:lnTo>
                  <a:lnTo>
                    <a:pt x="502" y="377"/>
                  </a:lnTo>
                  <a:lnTo>
                    <a:pt x="506" y="375"/>
                  </a:lnTo>
                  <a:lnTo>
                    <a:pt x="510" y="373"/>
                  </a:lnTo>
                  <a:lnTo>
                    <a:pt x="514" y="371"/>
                  </a:lnTo>
                  <a:lnTo>
                    <a:pt x="518" y="372"/>
                  </a:lnTo>
                  <a:lnTo>
                    <a:pt x="523" y="374"/>
                  </a:lnTo>
                  <a:lnTo>
                    <a:pt x="526" y="375"/>
                  </a:lnTo>
                  <a:lnTo>
                    <a:pt x="530" y="377"/>
                  </a:lnTo>
                  <a:lnTo>
                    <a:pt x="533" y="379"/>
                  </a:lnTo>
                  <a:lnTo>
                    <a:pt x="535" y="382"/>
                  </a:lnTo>
                  <a:lnTo>
                    <a:pt x="536" y="385"/>
                  </a:lnTo>
                  <a:lnTo>
                    <a:pt x="538" y="386"/>
                  </a:lnTo>
                  <a:lnTo>
                    <a:pt x="543" y="386"/>
                  </a:lnTo>
                  <a:lnTo>
                    <a:pt x="549" y="386"/>
                  </a:lnTo>
                  <a:lnTo>
                    <a:pt x="554" y="386"/>
                  </a:lnTo>
                  <a:lnTo>
                    <a:pt x="556" y="389"/>
                  </a:lnTo>
                  <a:lnTo>
                    <a:pt x="555" y="392"/>
                  </a:lnTo>
                  <a:lnTo>
                    <a:pt x="553" y="395"/>
                  </a:lnTo>
                  <a:lnTo>
                    <a:pt x="552" y="398"/>
                  </a:lnTo>
                  <a:lnTo>
                    <a:pt x="553" y="401"/>
                  </a:lnTo>
                  <a:close/>
                </a:path>
              </a:pathLst>
            </a:custGeom>
            <a:solidFill>
              <a:srgbClr val="59A3CD">
                <a:alpha val="9600"/>
              </a:srgbClr>
            </a:solidFill>
            <a:ln>
              <a:noFill/>
            </a:ln>
          </p:spPr>
          <p:txBody>
            <a:bodyPr anchor="ctr"/>
            <a:lstStyle/>
            <a:p>
              <a:pPr algn="ctr">
                <a:buNone/>
              </a:pPr>
            </a:p>
          </p:txBody>
        </p:sp>
        <p:sp>
          <p:nvSpPr>
            <p:cNvPr id="6547" name="addition:input:14"/>
            <p:cNvSpPr>
              <a:spLocks noGrp="1"/>
            </p:cNvSpPr>
            <p:nvPr/>
          </p:nvSpPr>
          <p:spPr>
            <a:xfrm>
              <a:off x="209550" y="5438775"/>
              <a:ext cx="837773" cy="785424"/>
            </a:xfrm>
            <a:custGeom>
              <a:avLst/>
              <a:gdLst/>
              <a:ahLst/>
              <a:cxnLst/>
              <a:rect l="l" t="t" r="r" b="b"/>
              <a:pathLst>
                <a:path w="509" h="419">
                  <a:moveTo>
                    <a:pt x="0" y="0"/>
                  </a:moveTo>
                  <a:moveTo>
                    <a:pt x="508" y="393"/>
                  </a:moveTo>
                  <a:lnTo>
                    <a:pt x="507" y="395"/>
                  </a:lnTo>
                  <a:lnTo>
                    <a:pt x="505" y="397"/>
                  </a:lnTo>
                  <a:lnTo>
                    <a:pt x="502" y="399"/>
                  </a:lnTo>
                  <a:lnTo>
                    <a:pt x="500" y="400"/>
                  </a:lnTo>
                  <a:lnTo>
                    <a:pt x="500" y="402"/>
                  </a:lnTo>
                  <a:lnTo>
                    <a:pt x="502" y="405"/>
                  </a:lnTo>
                  <a:lnTo>
                    <a:pt x="504" y="409"/>
                  </a:lnTo>
                  <a:lnTo>
                    <a:pt x="503" y="412"/>
                  </a:lnTo>
                  <a:lnTo>
                    <a:pt x="500" y="413"/>
                  </a:lnTo>
                  <a:lnTo>
                    <a:pt x="497" y="413"/>
                  </a:lnTo>
                  <a:lnTo>
                    <a:pt x="494" y="414"/>
                  </a:lnTo>
                  <a:lnTo>
                    <a:pt x="491" y="414"/>
                  </a:lnTo>
                  <a:lnTo>
                    <a:pt x="489" y="414"/>
                  </a:lnTo>
                  <a:lnTo>
                    <a:pt x="486" y="414"/>
                  </a:lnTo>
                  <a:lnTo>
                    <a:pt x="484" y="413"/>
                  </a:lnTo>
                  <a:lnTo>
                    <a:pt x="482" y="414"/>
                  </a:lnTo>
                  <a:lnTo>
                    <a:pt x="480" y="416"/>
                  </a:lnTo>
                  <a:lnTo>
                    <a:pt x="477" y="418"/>
                  </a:lnTo>
                  <a:lnTo>
                    <a:pt x="474" y="419"/>
                  </a:lnTo>
                  <a:lnTo>
                    <a:pt x="472" y="417"/>
                  </a:lnTo>
                  <a:lnTo>
                    <a:pt x="470" y="416"/>
                  </a:lnTo>
                  <a:lnTo>
                    <a:pt x="467" y="415"/>
                  </a:lnTo>
                  <a:lnTo>
                    <a:pt x="464" y="415"/>
                  </a:lnTo>
                  <a:lnTo>
                    <a:pt x="460" y="415"/>
                  </a:lnTo>
                  <a:lnTo>
                    <a:pt x="457" y="414"/>
                  </a:lnTo>
                  <a:lnTo>
                    <a:pt x="455" y="412"/>
                  </a:lnTo>
                  <a:lnTo>
                    <a:pt x="455" y="409"/>
                  </a:lnTo>
                  <a:lnTo>
                    <a:pt x="454" y="406"/>
                  </a:lnTo>
                  <a:lnTo>
                    <a:pt x="453" y="404"/>
                  </a:lnTo>
                  <a:lnTo>
                    <a:pt x="452" y="402"/>
                  </a:lnTo>
                  <a:lnTo>
                    <a:pt x="450" y="401"/>
                  </a:lnTo>
                  <a:lnTo>
                    <a:pt x="449" y="399"/>
                  </a:lnTo>
                  <a:lnTo>
                    <a:pt x="447" y="397"/>
                  </a:lnTo>
                  <a:lnTo>
                    <a:pt x="443" y="395"/>
                  </a:lnTo>
                  <a:lnTo>
                    <a:pt x="439" y="393"/>
                  </a:lnTo>
                  <a:lnTo>
                    <a:pt x="437" y="390"/>
                  </a:lnTo>
                  <a:lnTo>
                    <a:pt x="439" y="388"/>
                  </a:lnTo>
                  <a:lnTo>
                    <a:pt x="442" y="386"/>
                  </a:lnTo>
                  <a:lnTo>
                    <a:pt x="446" y="385"/>
                  </a:lnTo>
                  <a:lnTo>
                    <a:pt x="448" y="383"/>
                  </a:lnTo>
                  <a:lnTo>
                    <a:pt x="448" y="381"/>
                  </a:lnTo>
                  <a:lnTo>
                    <a:pt x="449" y="378"/>
                  </a:lnTo>
                  <a:lnTo>
                    <a:pt x="451" y="377"/>
                  </a:lnTo>
                  <a:lnTo>
                    <a:pt x="454" y="376"/>
                  </a:lnTo>
                  <a:lnTo>
                    <a:pt x="457" y="375"/>
                  </a:lnTo>
                  <a:lnTo>
                    <a:pt x="459" y="374"/>
                  </a:lnTo>
                  <a:lnTo>
                    <a:pt x="462" y="372"/>
                  </a:lnTo>
                  <a:lnTo>
                    <a:pt x="464" y="370"/>
                  </a:lnTo>
                  <a:lnTo>
                    <a:pt x="467" y="369"/>
                  </a:lnTo>
                  <a:lnTo>
                    <a:pt x="470" y="368"/>
                  </a:lnTo>
                  <a:lnTo>
                    <a:pt x="473" y="367"/>
                  </a:lnTo>
                  <a:lnTo>
                    <a:pt x="477" y="366"/>
                  </a:lnTo>
                  <a:lnTo>
                    <a:pt x="480" y="365"/>
                  </a:lnTo>
                  <a:lnTo>
                    <a:pt x="484" y="366"/>
                  </a:lnTo>
                  <a:lnTo>
                    <a:pt x="486" y="369"/>
                  </a:lnTo>
                  <a:lnTo>
                    <a:pt x="488" y="373"/>
                  </a:lnTo>
                  <a:lnTo>
                    <a:pt x="490" y="375"/>
                  </a:lnTo>
                  <a:lnTo>
                    <a:pt x="492" y="375"/>
                  </a:lnTo>
                  <a:lnTo>
                    <a:pt x="496" y="374"/>
                  </a:lnTo>
                  <a:lnTo>
                    <a:pt x="500" y="373"/>
                  </a:lnTo>
                  <a:lnTo>
                    <a:pt x="502" y="374"/>
                  </a:lnTo>
                  <a:lnTo>
                    <a:pt x="504" y="376"/>
                  </a:lnTo>
                  <a:lnTo>
                    <a:pt x="505" y="378"/>
                  </a:lnTo>
                  <a:lnTo>
                    <a:pt x="507" y="379"/>
                  </a:lnTo>
                  <a:lnTo>
                    <a:pt x="509" y="381"/>
                  </a:lnTo>
                  <a:lnTo>
                    <a:pt x="509" y="384"/>
                  </a:lnTo>
                  <a:lnTo>
                    <a:pt x="508" y="386"/>
                  </a:lnTo>
                  <a:lnTo>
                    <a:pt x="507" y="389"/>
                  </a:lnTo>
                  <a:lnTo>
                    <a:pt x="507" y="391"/>
                  </a:lnTo>
                  <a:close/>
                </a:path>
              </a:pathLst>
            </a:custGeom>
            <a:solidFill>
              <a:srgbClr val="59A3CD">
                <a:alpha val="9600"/>
              </a:srgbClr>
            </a:solidFill>
            <a:ln>
              <a:noFill/>
            </a:ln>
          </p:spPr>
          <p:txBody>
            <a:bodyPr anchor="ctr"/>
            <a:lstStyle/>
            <a:p>
              <a:pPr algn="ctr">
                <a:buNone/>
              </a:pPr>
            </a:p>
          </p:txBody>
        </p:sp>
        <p:sp>
          <p:nvSpPr>
            <p:cNvPr id="6548" name="addition:input:15"/>
            <p:cNvSpPr>
              <a:spLocks noGrp="1"/>
            </p:cNvSpPr>
            <p:nvPr/>
          </p:nvSpPr>
          <p:spPr>
            <a:xfrm>
              <a:off x="209550" y="5438775"/>
              <a:ext cx="957925" cy="794796"/>
            </a:xfrm>
            <a:custGeom>
              <a:avLst/>
              <a:gdLst/>
              <a:ahLst/>
              <a:cxnLst/>
              <a:rect l="l" t="t" r="r" b="b"/>
              <a:pathLst>
                <a:path w="582" h="424">
                  <a:moveTo>
                    <a:pt x="0" y="0"/>
                  </a:moveTo>
                  <a:moveTo>
                    <a:pt x="574" y="389"/>
                  </a:moveTo>
                  <a:lnTo>
                    <a:pt x="577" y="391"/>
                  </a:lnTo>
                  <a:lnTo>
                    <a:pt x="579" y="394"/>
                  </a:lnTo>
                  <a:lnTo>
                    <a:pt x="577" y="397"/>
                  </a:lnTo>
                  <a:lnTo>
                    <a:pt x="574" y="399"/>
                  </a:lnTo>
                  <a:lnTo>
                    <a:pt x="572" y="402"/>
                  </a:lnTo>
                  <a:lnTo>
                    <a:pt x="572" y="405"/>
                  </a:lnTo>
                  <a:lnTo>
                    <a:pt x="573" y="408"/>
                  </a:lnTo>
                  <a:lnTo>
                    <a:pt x="572" y="411"/>
                  </a:lnTo>
                  <a:lnTo>
                    <a:pt x="569" y="413"/>
                  </a:lnTo>
                  <a:lnTo>
                    <a:pt x="565" y="415"/>
                  </a:lnTo>
                  <a:lnTo>
                    <a:pt x="561" y="416"/>
                  </a:lnTo>
                  <a:lnTo>
                    <a:pt x="558" y="417"/>
                  </a:lnTo>
                  <a:lnTo>
                    <a:pt x="554" y="417"/>
                  </a:lnTo>
                  <a:lnTo>
                    <a:pt x="550" y="416"/>
                  </a:lnTo>
                  <a:lnTo>
                    <a:pt x="546" y="414"/>
                  </a:lnTo>
                  <a:lnTo>
                    <a:pt x="542" y="414"/>
                  </a:lnTo>
                  <a:lnTo>
                    <a:pt x="539" y="416"/>
                  </a:lnTo>
                  <a:lnTo>
                    <a:pt x="535" y="420"/>
                  </a:lnTo>
                  <a:lnTo>
                    <a:pt x="531" y="424"/>
                  </a:lnTo>
                  <a:lnTo>
                    <a:pt x="525" y="424"/>
                  </a:lnTo>
                  <a:lnTo>
                    <a:pt x="521" y="422"/>
                  </a:lnTo>
                  <a:lnTo>
                    <a:pt x="518" y="419"/>
                  </a:lnTo>
                  <a:lnTo>
                    <a:pt x="514" y="416"/>
                  </a:lnTo>
                  <a:lnTo>
                    <a:pt x="510" y="415"/>
                  </a:lnTo>
                  <a:lnTo>
                    <a:pt x="506" y="414"/>
                  </a:lnTo>
                  <a:lnTo>
                    <a:pt x="503" y="411"/>
                  </a:lnTo>
                  <a:lnTo>
                    <a:pt x="501" y="408"/>
                  </a:lnTo>
                  <a:lnTo>
                    <a:pt x="498" y="406"/>
                  </a:lnTo>
                  <a:lnTo>
                    <a:pt x="495" y="404"/>
                  </a:lnTo>
                  <a:lnTo>
                    <a:pt x="491" y="402"/>
                  </a:lnTo>
                  <a:lnTo>
                    <a:pt x="488" y="399"/>
                  </a:lnTo>
                  <a:lnTo>
                    <a:pt x="488" y="397"/>
                  </a:lnTo>
                  <a:lnTo>
                    <a:pt x="487" y="394"/>
                  </a:lnTo>
                  <a:lnTo>
                    <a:pt x="485" y="391"/>
                  </a:lnTo>
                  <a:lnTo>
                    <a:pt x="480" y="389"/>
                  </a:lnTo>
                  <a:lnTo>
                    <a:pt x="475" y="385"/>
                  </a:lnTo>
                  <a:lnTo>
                    <a:pt x="474" y="382"/>
                  </a:lnTo>
                  <a:lnTo>
                    <a:pt x="478" y="379"/>
                  </a:lnTo>
                  <a:lnTo>
                    <a:pt x="485" y="378"/>
                  </a:lnTo>
                  <a:lnTo>
                    <a:pt x="492" y="376"/>
                  </a:lnTo>
                  <a:lnTo>
                    <a:pt x="495" y="375"/>
                  </a:lnTo>
                  <a:lnTo>
                    <a:pt x="497" y="372"/>
                  </a:lnTo>
                  <a:lnTo>
                    <a:pt x="499" y="370"/>
                  </a:lnTo>
                  <a:lnTo>
                    <a:pt x="502" y="367"/>
                  </a:lnTo>
                  <a:lnTo>
                    <a:pt x="505" y="365"/>
                  </a:lnTo>
                  <a:lnTo>
                    <a:pt x="507" y="362"/>
                  </a:lnTo>
                  <a:lnTo>
                    <a:pt x="510" y="359"/>
                  </a:lnTo>
                  <a:lnTo>
                    <a:pt x="514" y="357"/>
                  </a:lnTo>
                  <a:lnTo>
                    <a:pt x="520" y="356"/>
                  </a:lnTo>
                  <a:lnTo>
                    <a:pt x="526" y="357"/>
                  </a:lnTo>
                  <a:lnTo>
                    <a:pt x="531" y="358"/>
                  </a:lnTo>
                  <a:lnTo>
                    <a:pt x="535" y="358"/>
                  </a:lnTo>
                  <a:lnTo>
                    <a:pt x="540" y="356"/>
                  </a:lnTo>
                  <a:lnTo>
                    <a:pt x="545" y="355"/>
                  </a:lnTo>
                  <a:lnTo>
                    <a:pt x="549" y="357"/>
                  </a:lnTo>
                  <a:lnTo>
                    <a:pt x="552" y="360"/>
                  </a:lnTo>
                  <a:lnTo>
                    <a:pt x="554" y="364"/>
                  </a:lnTo>
                  <a:lnTo>
                    <a:pt x="556" y="365"/>
                  </a:lnTo>
                  <a:lnTo>
                    <a:pt x="561" y="365"/>
                  </a:lnTo>
                  <a:lnTo>
                    <a:pt x="566" y="365"/>
                  </a:lnTo>
                  <a:lnTo>
                    <a:pt x="570" y="365"/>
                  </a:lnTo>
                  <a:lnTo>
                    <a:pt x="574" y="366"/>
                  </a:lnTo>
                  <a:lnTo>
                    <a:pt x="577" y="368"/>
                  </a:lnTo>
                  <a:lnTo>
                    <a:pt x="580" y="370"/>
                  </a:lnTo>
                  <a:lnTo>
                    <a:pt x="582" y="373"/>
                  </a:lnTo>
                  <a:lnTo>
                    <a:pt x="581" y="377"/>
                  </a:lnTo>
                  <a:lnTo>
                    <a:pt x="578" y="380"/>
                  </a:lnTo>
                  <a:lnTo>
                    <a:pt x="573" y="384"/>
                  </a:lnTo>
                  <a:lnTo>
                    <a:pt x="571" y="386"/>
                  </a:lnTo>
                  <a:close/>
                </a:path>
              </a:pathLst>
            </a:custGeom>
            <a:solidFill>
              <a:srgbClr val="59A3CD">
                <a:alpha val="9600"/>
              </a:srgbClr>
            </a:solidFill>
            <a:ln>
              <a:noFill/>
            </a:ln>
          </p:spPr>
          <p:txBody>
            <a:bodyPr anchor="ctr"/>
            <a:lstStyle/>
            <a:p>
              <a:pPr algn="ctr">
                <a:buNone/>
              </a:pPr>
            </a:p>
          </p:txBody>
        </p:sp>
        <p:sp>
          <p:nvSpPr>
            <p:cNvPr id="6549" name="addition:input:16"/>
            <p:cNvSpPr>
              <a:spLocks noGrp="1"/>
            </p:cNvSpPr>
            <p:nvPr/>
          </p:nvSpPr>
          <p:spPr>
            <a:xfrm>
              <a:off x="209550" y="5438775"/>
              <a:ext cx="994136" cy="807918"/>
            </a:xfrm>
            <a:custGeom>
              <a:avLst/>
              <a:gdLst/>
              <a:ahLst/>
              <a:cxnLst/>
              <a:rect l="l" t="t" r="r" b="b"/>
              <a:pathLst>
                <a:path w="604" h="431">
                  <a:moveTo>
                    <a:pt x="0" y="0"/>
                  </a:moveTo>
                  <a:moveTo>
                    <a:pt x="598" y="383"/>
                  </a:moveTo>
                  <a:lnTo>
                    <a:pt x="603" y="387"/>
                  </a:lnTo>
                  <a:lnTo>
                    <a:pt x="604" y="392"/>
                  </a:lnTo>
                  <a:lnTo>
                    <a:pt x="604" y="396"/>
                  </a:lnTo>
                  <a:lnTo>
                    <a:pt x="603" y="400"/>
                  </a:lnTo>
                  <a:lnTo>
                    <a:pt x="601" y="405"/>
                  </a:lnTo>
                  <a:lnTo>
                    <a:pt x="598" y="408"/>
                  </a:lnTo>
                  <a:lnTo>
                    <a:pt x="591" y="410"/>
                  </a:lnTo>
                  <a:lnTo>
                    <a:pt x="581" y="410"/>
                  </a:lnTo>
                  <a:lnTo>
                    <a:pt x="573" y="410"/>
                  </a:lnTo>
                  <a:lnTo>
                    <a:pt x="569" y="412"/>
                  </a:lnTo>
                  <a:lnTo>
                    <a:pt x="568" y="417"/>
                  </a:lnTo>
                  <a:lnTo>
                    <a:pt x="567" y="424"/>
                  </a:lnTo>
                  <a:lnTo>
                    <a:pt x="562" y="429"/>
                  </a:lnTo>
                  <a:lnTo>
                    <a:pt x="555" y="430"/>
                  </a:lnTo>
                  <a:lnTo>
                    <a:pt x="548" y="429"/>
                  </a:lnTo>
                  <a:lnTo>
                    <a:pt x="541" y="429"/>
                  </a:lnTo>
                  <a:lnTo>
                    <a:pt x="534" y="430"/>
                  </a:lnTo>
                  <a:lnTo>
                    <a:pt x="527" y="431"/>
                  </a:lnTo>
                  <a:lnTo>
                    <a:pt x="520" y="430"/>
                  </a:lnTo>
                  <a:lnTo>
                    <a:pt x="514" y="427"/>
                  </a:lnTo>
                  <a:lnTo>
                    <a:pt x="508" y="425"/>
                  </a:lnTo>
                  <a:lnTo>
                    <a:pt x="503" y="423"/>
                  </a:lnTo>
                  <a:lnTo>
                    <a:pt x="497" y="422"/>
                  </a:lnTo>
                  <a:lnTo>
                    <a:pt x="492" y="420"/>
                  </a:lnTo>
                  <a:lnTo>
                    <a:pt x="489" y="416"/>
                  </a:lnTo>
                  <a:lnTo>
                    <a:pt x="488" y="412"/>
                  </a:lnTo>
                  <a:lnTo>
                    <a:pt x="484" y="409"/>
                  </a:lnTo>
                  <a:lnTo>
                    <a:pt x="477" y="409"/>
                  </a:lnTo>
                  <a:lnTo>
                    <a:pt x="467" y="409"/>
                  </a:lnTo>
                  <a:lnTo>
                    <a:pt x="460" y="406"/>
                  </a:lnTo>
                  <a:lnTo>
                    <a:pt x="458" y="402"/>
                  </a:lnTo>
                  <a:lnTo>
                    <a:pt x="462" y="396"/>
                  </a:lnTo>
                  <a:lnTo>
                    <a:pt x="468" y="391"/>
                  </a:lnTo>
                  <a:lnTo>
                    <a:pt x="471" y="387"/>
                  </a:lnTo>
                  <a:lnTo>
                    <a:pt x="473" y="383"/>
                  </a:lnTo>
                  <a:lnTo>
                    <a:pt x="474" y="379"/>
                  </a:lnTo>
                  <a:lnTo>
                    <a:pt x="477" y="376"/>
                  </a:lnTo>
                  <a:lnTo>
                    <a:pt x="480" y="372"/>
                  </a:lnTo>
                  <a:lnTo>
                    <a:pt x="480" y="368"/>
                  </a:lnTo>
                  <a:lnTo>
                    <a:pt x="478" y="363"/>
                  </a:lnTo>
                  <a:lnTo>
                    <a:pt x="478" y="358"/>
                  </a:lnTo>
                  <a:lnTo>
                    <a:pt x="481" y="354"/>
                  </a:lnTo>
                  <a:lnTo>
                    <a:pt x="487" y="352"/>
                  </a:lnTo>
                  <a:lnTo>
                    <a:pt x="493" y="351"/>
                  </a:lnTo>
                  <a:lnTo>
                    <a:pt x="496" y="348"/>
                  </a:lnTo>
                  <a:lnTo>
                    <a:pt x="498" y="343"/>
                  </a:lnTo>
                  <a:lnTo>
                    <a:pt x="501" y="338"/>
                  </a:lnTo>
                  <a:lnTo>
                    <a:pt x="506" y="336"/>
                  </a:lnTo>
                  <a:lnTo>
                    <a:pt x="513" y="339"/>
                  </a:lnTo>
                  <a:lnTo>
                    <a:pt x="519" y="342"/>
                  </a:lnTo>
                  <a:lnTo>
                    <a:pt x="524" y="344"/>
                  </a:lnTo>
                  <a:lnTo>
                    <a:pt x="528" y="344"/>
                  </a:lnTo>
                  <a:lnTo>
                    <a:pt x="533" y="342"/>
                  </a:lnTo>
                  <a:lnTo>
                    <a:pt x="537" y="340"/>
                  </a:lnTo>
                  <a:lnTo>
                    <a:pt x="543" y="340"/>
                  </a:lnTo>
                  <a:lnTo>
                    <a:pt x="548" y="339"/>
                  </a:lnTo>
                  <a:lnTo>
                    <a:pt x="555" y="337"/>
                  </a:lnTo>
                  <a:lnTo>
                    <a:pt x="563" y="337"/>
                  </a:lnTo>
                  <a:lnTo>
                    <a:pt x="568" y="339"/>
                  </a:lnTo>
                  <a:lnTo>
                    <a:pt x="571" y="345"/>
                  </a:lnTo>
                  <a:lnTo>
                    <a:pt x="571" y="351"/>
                  </a:lnTo>
                  <a:lnTo>
                    <a:pt x="571" y="356"/>
                  </a:lnTo>
                  <a:lnTo>
                    <a:pt x="576" y="359"/>
                  </a:lnTo>
                  <a:lnTo>
                    <a:pt x="583" y="360"/>
                  </a:lnTo>
                  <a:lnTo>
                    <a:pt x="589" y="363"/>
                  </a:lnTo>
                  <a:lnTo>
                    <a:pt x="591" y="367"/>
                  </a:lnTo>
                  <a:lnTo>
                    <a:pt x="590" y="372"/>
                  </a:lnTo>
                  <a:lnTo>
                    <a:pt x="590" y="376"/>
                  </a:lnTo>
                  <a:lnTo>
                    <a:pt x="593" y="379"/>
                  </a:lnTo>
                  <a:close/>
                </a:path>
              </a:pathLst>
            </a:custGeom>
            <a:solidFill>
              <a:srgbClr val="0675B4">
                <a:alpha val="11100"/>
              </a:srgbClr>
            </a:solidFill>
            <a:ln>
              <a:noFill/>
            </a:ln>
          </p:spPr>
          <p:txBody>
            <a:bodyPr anchor="ctr"/>
            <a:lstStyle/>
            <a:p>
              <a:pPr algn="ctr">
                <a:buNone/>
              </a:pPr>
            </a:p>
          </p:txBody>
        </p:sp>
        <p:sp>
          <p:nvSpPr>
            <p:cNvPr id="6550" name="addition:input:17"/>
            <p:cNvSpPr>
              <a:spLocks noGrp="1"/>
            </p:cNvSpPr>
            <p:nvPr/>
          </p:nvSpPr>
          <p:spPr>
            <a:xfrm>
              <a:off x="209550" y="5438775"/>
              <a:ext cx="893735" cy="740435"/>
            </a:xfrm>
            <a:custGeom>
              <a:avLst/>
              <a:gdLst/>
              <a:ahLst/>
              <a:cxnLst/>
              <a:rect l="l" t="t" r="r" b="b"/>
              <a:pathLst>
                <a:path w="543" h="395">
                  <a:moveTo>
                    <a:pt x="0" y="0"/>
                  </a:moveTo>
                  <a:moveTo>
                    <a:pt x="543" y="370"/>
                  </a:moveTo>
                  <a:lnTo>
                    <a:pt x="542" y="373"/>
                  </a:lnTo>
                  <a:lnTo>
                    <a:pt x="539" y="375"/>
                  </a:lnTo>
                  <a:lnTo>
                    <a:pt x="536" y="377"/>
                  </a:lnTo>
                  <a:lnTo>
                    <a:pt x="534" y="378"/>
                  </a:lnTo>
                  <a:lnTo>
                    <a:pt x="532" y="380"/>
                  </a:lnTo>
                  <a:lnTo>
                    <a:pt x="529" y="381"/>
                  </a:lnTo>
                  <a:lnTo>
                    <a:pt x="527" y="382"/>
                  </a:lnTo>
                  <a:lnTo>
                    <a:pt x="525" y="384"/>
                  </a:lnTo>
                  <a:lnTo>
                    <a:pt x="524" y="386"/>
                  </a:lnTo>
                  <a:lnTo>
                    <a:pt x="524" y="389"/>
                  </a:lnTo>
                  <a:lnTo>
                    <a:pt x="523" y="392"/>
                  </a:lnTo>
                  <a:lnTo>
                    <a:pt x="520" y="393"/>
                  </a:lnTo>
                  <a:lnTo>
                    <a:pt x="516" y="393"/>
                  </a:lnTo>
                  <a:lnTo>
                    <a:pt x="512" y="392"/>
                  </a:lnTo>
                  <a:lnTo>
                    <a:pt x="509" y="392"/>
                  </a:lnTo>
                  <a:lnTo>
                    <a:pt x="507" y="394"/>
                  </a:lnTo>
                  <a:lnTo>
                    <a:pt x="504" y="395"/>
                  </a:lnTo>
                  <a:lnTo>
                    <a:pt x="501" y="395"/>
                  </a:lnTo>
                  <a:lnTo>
                    <a:pt x="499" y="393"/>
                  </a:lnTo>
                  <a:lnTo>
                    <a:pt x="497" y="391"/>
                  </a:lnTo>
                  <a:lnTo>
                    <a:pt x="495" y="390"/>
                  </a:lnTo>
                  <a:lnTo>
                    <a:pt x="493" y="389"/>
                  </a:lnTo>
                  <a:lnTo>
                    <a:pt x="490" y="389"/>
                  </a:lnTo>
                  <a:lnTo>
                    <a:pt x="488" y="389"/>
                  </a:lnTo>
                  <a:lnTo>
                    <a:pt x="486" y="388"/>
                  </a:lnTo>
                  <a:lnTo>
                    <a:pt x="483" y="388"/>
                  </a:lnTo>
                  <a:lnTo>
                    <a:pt x="480" y="387"/>
                  </a:lnTo>
                  <a:lnTo>
                    <a:pt x="477" y="386"/>
                  </a:lnTo>
                  <a:lnTo>
                    <a:pt x="476" y="384"/>
                  </a:lnTo>
                  <a:lnTo>
                    <a:pt x="477" y="381"/>
                  </a:lnTo>
                  <a:lnTo>
                    <a:pt x="480" y="378"/>
                  </a:lnTo>
                  <a:lnTo>
                    <a:pt x="482" y="376"/>
                  </a:lnTo>
                  <a:lnTo>
                    <a:pt x="481" y="374"/>
                  </a:lnTo>
                  <a:lnTo>
                    <a:pt x="479" y="372"/>
                  </a:lnTo>
                  <a:lnTo>
                    <a:pt x="478" y="370"/>
                  </a:lnTo>
                  <a:lnTo>
                    <a:pt x="478" y="368"/>
                  </a:lnTo>
                  <a:lnTo>
                    <a:pt x="479" y="366"/>
                  </a:lnTo>
                  <a:lnTo>
                    <a:pt x="479" y="365"/>
                  </a:lnTo>
                  <a:lnTo>
                    <a:pt x="479" y="362"/>
                  </a:lnTo>
                  <a:lnTo>
                    <a:pt x="478" y="360"/>
                  </a:lnTo>
                  <a:lnTo>
                    <a:pt x="479" y="358"/>
                  </a:lnTo>
                  <a:lnTo>
                    <a:pt x="480" y="356"/>
                  </a:lnTo>
                  <a:lnTo>
                    <a:pt x="482" y="355"/>
                  </a:lnTo>
                  <a:lnTo>
                    <a:pt x="483" y="353"/>
                  </a:lnTo>
                  <a:lnTo>
                    <a:pt x="484" y="351"/>
                  </a:lnTo>
                  <a:lnTo>
                    <a:pt x="486" y="350"/>
                  </a:lnTo>
                  <a:lnTo>
                    <a:pt x="489" y="350"/>
                  </a:lnTo>
                  <a:lnTo>
                    <a:pt x="493" y="352"/>
                  </a:lnTo>
                  <a:lnTo>
                    <a:pt x="496" y="353"/>
                  </a:lnTo>
                  <a:lnTo>
                    <a:pt x="497" y="352"/>
                  </a:lnTo>
                  <a:lnTo>
                    <a:pt x="499" y="349"/>
                  </a:lnTo>
                  <a:lnTo>
                    <a:pt x="501" y="347"/>
                  </a:lnTo>
                  <a:lnTo>
                    <a:pt x="504" y="345"/>
                  </a:lnTo>
                  <a:lnTo>
                    <a:pt x="507" y="345"/>
                  </a:lnTo>
                  <a:lnTo>
                    <a:pt x="510" y="346"/>
                  </a:lnTo>
                  <a:lnTo>
                    <a:pt x="513" y="347"/>
                  </a:lnTo>
                  <a:lnTo>
                    <a:pt x="516" y="348"/>
                  </a:lnTo>
                  <a:lnTo>
                    <a:pt x="518" y="349"/>
                  </a:lnTo>
                  <a:lnTo>
                    <a:pt x="520" y="351"/>
                  </a:lnTo>
                  <a:lnTo>
                    <a:pt x="522" y="353"/>
                  </a:lnTo>
                  <a:lnTo>
                    <a:pt x="524" y="355"/>
                  </a:lnTo>
                  <a:lnTo>
                    <a:pt x="527" y="356"/>
                  </a:lnTo>
                  <a:lnTo>
                    <a:pt x="530" y="357"/>
                  </a:lnTo>
                  <a:lnTo>
                    <a:pt x="532" y="359"/>
                  </a:lnTo>
                  <a:lnTo>
                    <a:pt x="532" y="361"/>
                  </a:lnTo>
                  <a:lnTo>
                    <a:pt x="532" y="363"/>
                  </a:lnTo>
                  <a:lnTo>
                    <a:pt x="533" y="365"/>
                  </a:lnTo>
                  <a:lnTo>
                    <a:pt x="536" y="366"/>
                  </a:lnTo>
                  <a:lnTo>
                    <a:pt x="540" y="368"/>
                  </a:lnTo>
                  <a:close/>
                </a:path>
              </a:pathLst>
            </a:custGeom>
            <a:solidFill>
              <a:srgbClr val="0072B2">
                <a:alpha val="10800"/>
              </a:srgbClr>
            </a:solidFill>
            <a:ln>
              <a:noFill/>
            </a:ln>
          </p:spPr>
          <p:txBody>
            <a:bodyPr anchor="ctr"/>
            <a:lstStyle/>
            <a:p>
              <a:pPr algn="ctr">
                <a:buNone/>
              </a:pPr>
            </a:p>
          </p:txBody>
        </p:sp>
        <p:sp>
          <p:nvSpPr>
            <p:cNvPr id="6551" name="addition:input:18"/>
            <p:cNvSpPr>
              <a:spLocks noGrp="1"/>
            </p:cNvSpPr>
            <p:nvPr/>
          </p:nvSpPr>
          <p:spPr>
            <a:xfrm>
              <a:off x="209550" y="5438775"/>
              <a:ext cx="939820" cy="717941"/>
            </a:xfrm>
            <a:custGeom>
              <a:avLst/>
              <a:gdLst/>
              <a:ahLst/>
              <a:cxnLst/>
              <a:rect l="l" t="t" r="r" b="b"/>
              <a:pathLst>
                <a:path w="571" h="383">
                  <a:moveTo>
                    <a:pt x="0" y="0"/>
                  </a:moveTo>
                  <a:moveTo>
                    <a:pt x="571" y="363"/>
                  </a:moveTo>
                  <a:lnTo>
                    <a:pt x="570" y="365"/>
                  </a:lnTo>
                  <a:lnTo>
                    <a:pt x="568" y="366"/>
                  </a:lnTo>
                  <a:lnTo>
                    <a:pt x="568" y="368"/>
                  </a:lnTo>
                  <a:lnTo>
                    <a:pt x="569" y="369"/>
                  </a:lnTo>
                  <a:lnTo>
                    <a:pt x="570" y="371"/>
                  </a:lnTo>
                  <a:lnTo>
                    <a:pt x="570" y="373"/>
                  </a:lnTo>
                  <a:lnTo>
                    <a:pt x="569" y="375"/>
                  </a:lnTo>
                  <a:lnTo>
                    <a:pt x="568" y="376"/>
                  </a:lnTo>
                  <a:lnTo>
                    <a:pt x="566" y="377"/>
                  </a:lnTo>
                  <a:lnTo>
                    <a:pt x="565" y="378"/>
                  </a:lnTo>
                  <a:lnTo>
                    <a:pt x="562" y="378"/>
                  </a:lnTo>
                  <a:lnTo>
                    <a:pt x="560" y="378"/>
                  </a:lnTo>
                  <a:lnTo>
                    <a:pt x="557" y="377"/>
                  </a:lnTo>
                  <a:lnTo>
                    <a:pt x="556" y="377"/>
                  </a:lnTo>
                  <a:lnTo>
                    <a:pt x="555" y="378"/>
                  </a:lnTo>
                  <a:lnTo>
                    <a:pt x="553" y="381"/>
                  </a:lnTo>
                  <a:lnTo>
                    <a:pt x="551" y="383"/>
                  </a:lnTo>
                  <a:lnTo>
                    <a:pt x="549" y="383"/>
                  </a:lnTo>
                  <a:lnTo>
                    <a:pt x="546" y="382"/>
                  </a:lnTo>
                  <a:lnTo>
                    <a:pt x="544" y="381"/>
                  </a:lnTo>
                  <a:lnTo>
                    <a:pt x="542" y="380"/>
                  </a:lnTo>
                  <a:lnTo>
                    <a:pt x="539" y="380"/>
                  </a:lnTo>
                  <a:lnTo>
                    <a:pt x="537" y="379"/>
                  </a:lnTo>
                  <a:lnTo>
                    <a:pt x="535" y="378"/>
                  </a:lnTo>
                  <a:lnTo>
                    <a:pt x="534" y="377"/>
                  </a:lnTo>
                  <a:lnTo>
                    <a:pt x="532" y="375"/>
                  </a:lnTo>
                  <a:lnTo>
                    <a:pt x="530" y="374"/>
                  </a:lnTo>
                  <a:lnTo>
                    <a:pt x="528" y="373"/>
                  </a:lnTo>
                  <a:lnTo>
                    <a:pt x="527" y="372"/>
                  </a:lnTo>
                  <a:lnTo>
                    <a:pt x="527" y="370"/>
                  </a:lnTo>
                  <a:lnTo>
                    <a:pt x="526" y="369"/>
                  </a:lnTo>
                  <a:lnTo>
                    <a:pt x="524" y="368"/>
                  </a:lnTo>
                  <a:lnTo>
                    <a:pt x="521" y="367"/>
                  </a:lnTo>
                  <a:lnTo>
                    <a:pt x="518" y="365"/>
                  </a:lnTo>
                  <a:lnTo>
                    <a:pt x="517" y="363"/>
                  </a:lnTo>
                  <a:lnTo>
                    <a:pt x="519" y="362"/>
                  </a:lnTo>
                  <a:lnTo>
                    <a:pt x="522" y="360"/>
                  </a:lnTo>
                  <a:lnTo>
                    <a:pt x="525" y="359"/>
                  </a:lnTo>
                  <a:lnTo>
                    <a:pt x="527" y="358"/>
                  </a:lnTo>
                  <a:lnTo>
                    <a:pt x="527" y="357"/>
                  </a:lnTo>
                  <a:lnTo>
                    <a:pt x="528" y="355"/>
                  </a:lnTo>
                  <a:lnTo>
                    <a:pt x="530" y="354"/>
                  </a:lnTo>
                  <a:lnTo>
                    <a:pt x="531" y="353"/>
                  </a:lnTo>
                  <a:lnTo>
                    <a:pt x="532" y="351"/>
                  </a:lnTo>
                  <a:lnTo>
                    <a:pt x="533" y="349"/>
                  </a:lnTo>
                  <a:lnTo>
                    <a:pt x="535" y="348"/>
                  </a:lnTo>
                  <a:lnTo>
                    <a:pt x="537" y="347"/>
                  </a:lnTo>
                  <a:lnTo>
                    <a:pt x="540" y="347"/>
                  </a:lnTo>
                  <a:lnTo>
                    <a:pt x="542" y="347"/>
                  </a:lnTo>
                  <a:lnTo>
                    <a:pt x="544" y="346"/>
                  </a:lnTo>
                  <a:lnTo>
                    <a:pt x="546" y="345"/>
                  </a:lnTo>
                  <a:lnTo>
                    <a:pt x="549" y="344"/>
                  </a:lnTo>
                  <a:lnTo>
                    <a:pt x="551" y="345"/>
                  </a:lnTo>
                  <a:lnTo>
                    <a:pt x="553" y="347"/>
                  </a:lnTo>
                  <a:lnTo>
                    <a:pt x="554" y="349"/>
                  </a:lnTo>
                  <a:lnTo>
                    <a:pt x="556" y="350"/>
                  </a:lnTo>
                  <a:lnTo>
                    <a:pt x="557" y="349"/>
                  </a:lnTo>
                  <a:lnTo>
                    <a:pt x="560" y="349"/>
                  </a:lnTo>
                  <a:lnTo>
                    <a:pt x="562" y="349"/>
                  </a:lnTo>
                  <a:lnTo>
                    <a:pt x="564" y="349"/>
                  </a:lnTo>
                  <a:lnTo>
                    <a:pt x="566" y="350"/>
                  </a:lnTo>
                  <a:lnTo>
                    <a:pt x="568" y="351"/>
                  </a:lnTo>
                  <a:lnTo>
                    <a:pt x="569" y="352"/>
                  </a:lnTo>
                  <a:lnTo>
                    <a:pt x="570" y="354"/>
                  </a:lnTo>
                  <a:lnTo>
                    <a:pt x="568" y="356"/>
                  </a:lnTo>
                  <a:lnTo>
                    <a:pt x="567" y="358"/>
                  </a:lnTo>
                  <a:lnTo>
                    <a:pt x="566" y="359"/>
                  </a:lnTo>
                  <a:lnTo>
                    <a:pt x="568" y="361"/>
                  </a:lnTo>
                  <a:lnTo>
                    <a:pt x="570" y="362"/>
                  </a:lnTo>
                  <a:close/>
                </a:path>
              </a:pathLst>
            </a:custGeom>
            <a:solidFill>
              <a:srgbClr val="0072B2">
                <a:alpha val="10800"/>
              </a:srgbClr>
            </a:solidFill>
            <a:ln>
              <a:noFill/>
            </a:ln>
          </p:spPr>
          <p:txBody>
            <a:bodyPr anchor="ctr"/>
            <a:lstStyle/>
            <a:p>
              <a:pPr algn="ctr">
                <a:buNone/>
              </a:pPr>
            </a:p>
          </p:txBody>
        </p:sp>
        <p:sp>
          <p:nvSpPr>
            <p:cNvPr id="6552" name="addition:input:19"/>
            <p:cNvSpPr>
              <a:spLocks noGrp="1"/>
            </p:cNvSpPr>
            <p:nvPr/>
          </p:nvSpPr>
          <p:spPr>
            <a:xfrm>
              <a:off x="209550" y="5438775"/>
              <a:ext cx="1000719" cy="787298"/>
            </a:xfrm>
            <a:custGeom>
              <a:avLst/>
              <a:gdLst/>
              <a:ahLst/>
              <a:cxnLst/>
              <a:rect l="l" t="t" r="r" b="b"/>
              <a:pathLst>
                <a:path w="608" h="420">
                  <a:moveTo>
                    <a:pt x="0" y="0"/>
                  </a:moveTo>
                  <a:moveTo>
                    <a:pt x="606" y="394"/>
                  </a:moveTo>
                  <a:lnTo>
                    <a:pt x="601" y="396"/>
                  </a:lnTo>
                  <a:lnTo>
                    <a:pt x="597" y="398"/>
                  </a:lnTo>
                  <a:lnTo>
                    <a:pt x="596" y="400"/>
                  </a:lnTo>
                  <a:lnTo>
                    <a:pt x="596" y="402"/>
                  </a:lnTo>
                  <a:lnTo>
                    <a:pt x="595" y="404"/>
                  </a:lnTo>
                  <a:lnTo>
                    <a:pt x="594" y="406"/>
                  </a:lnTo>
                  <a:lnTo>
                    <a:pt x="591" y="407"/>
                  </a:lnTo>
                  <a:lnTo>
                    <a:pt x="589" y="409"/>
                  </a:lnTo>
                  <a:lnTo>
                    <a:pt x="587" y="410"/>
                  </a:lnTo>
                  <a:lnTo>
                    <a:pt x="586" y="413"/>
                  </a:lnTo>
                  <a:lnTo>
                    <a:pt x="583" y="414"/>
                  </a:lnTo>
                  <a:lnTo>
                    <a:pt x="581" y="415"/>
                  </a:lnTo>
                  <a:lnTo>
                    <a:pt x="577" y="416"/>
                  </a:lnTo>
                  <a:lnTo>
                    <a:pt x="575" y="417"/>
                  </a:lnTo>
                  <a:lnTo>
                    <a:pt x="572" y="419"/>
                  </a:lnTo>
                  <a:lnTo>
                    <a:pt x="569" y="420"/>
                  </a:lnTo>
                  <a:lnTo>
                    <a:pt x="566" y="419"/>
                  </a:lnTo>
                  <a:lnTo>
                    <a:pt x="564" y="416"/>
                  </a:lnTo>
                  <a:lnTo>
                    <a:pt x="562" y="413"/>
                  </a:lnTo>
                  <a:lnTo>
                    <a:pt x="560" y="412"/>
                  </a:lnTo>
                  <a:lnTo>
                    <a:pt x="557" y="413"/>
                  </a:lnTo>
                  <a:lnTo>
                    <a:pt x="554" y="415"/>
                  </a:lnTo>
                  <a:lnTo>
                    <a:pt x="551" y="416"/>
                  </a:lnTo>
                  <a:lnTo>
                    <a:pt x="548" y="415"/>
                  </a:lnTo>
                  <a:lnTo>
                    <a:pt x="546" y="414"/>
                  </a:lnTo>
                  <a:lnTo>
                    <a:pt x="544" y="412"/>
                  </a:lnTo>
                  <a:lnTo>
                    <a:pt x="542" y="411"/>
                  </a:lnTo>
                  <a:lnTo>
                    <a:pt x="541" y="409"/>
                  </a:lnTo>
                  <a:lnTo>
                    <a:pt x="541" y="406"/>
                  </a:lnTo>
                  <a:lnTo>
                    <a:pt x="542" y="404"/>
                  </a:lnTo>
                  <a:lnTo>
                    <a:pt x="542" y="402"/>
                  </a:lnTo>
                  <a:lnTo>
                    <a:pt x="541" y="400"/>
                  </a:lnTo>
                  <a:lnTo>
                    <a:pt x="538" y="398"/>
                  </a:lnTo>
                  <a:lnTo>
                    <a:pt x="537" y="396"/>
                  </a:lnTo>
                  <a:lnTo>
                    <a:pt x="538" y="394"/>
                  </a:lnTo>
                  <a:lnTo>
                    <a:pt x="540" y="392"/>
                  </a:lnTo>
                  <a:lnTo>
                    <a:pt x="541" y="391"/>
                  </a:lnTo>
                  <a:lnTo>
                    <a:pt x="539" y="388"/>
                  </a:lnTo>
                  <a:lnTo>
                    <a:pt x="537" y="386"/>
                  </a:lnTo>
                  <a:lnTo>
                    <a:pt x="535" y="383"/>
                  </a:lnTo>
                  <a:lnTo>
                    <a:pt x="535" y="380"/>
                  </a:lnTo>
                  <a:lnTo>
                    <a:pt x="538" y="379"/>
                  </a:lnTo>
                  <a:lnTo>
                    <a:pt x="541" y="378"/>
                  </a:lnTo>
                  <a:lnTo>
                    <a:pt x="543" y="377"/>
                  </a:lnTo>
                  <a:lnTo>
                    <a:pt x="546" y="377"/>
                  </a:lnTo>
                  <a:lnTo>
                    <a:pt x="549" y="376"/>
                  </a:lnTo>
                  <a:lnTo>
                    <a:pt x="552" y="376"/>
                  </a:lnTo>
                  <a:lnTo>
                    <a:pt x="554" y="376"/>
                  </a:lnTo>
                  <a:lnTo>
                    <a:pt x="556" y="375"/>
                  </a:lnTo>
                  <a:lnTo>
                    <a:pt x="557" y="372"/>
                  </a:lnTo>
                  <a:lnTo>
                    <a:pt x="560" y="369"/>
                  </a:lnTo>
                  <a:lnTo>
                    <a:pt x="563" y="368"/>
                  </a:lnTo>
                  <a:lnTo>
                    <a:pt x="566" y="370"/>
                  </a:lnTo>
                  <a:lnTo>
                    <a:pt x="570" y="371"/>
                  </a:lnTo>
                  <a:lnTo>
                    <a:pt x="573" y="372"/>
                  </a:lnTo>
                  <a:lnTo>
                    <a:pt x="576" y="372"/>
                  </a:lnTo>
                  <a:lnTo>
                    <a:pt x="580" y="371"/>
                  </a:lnTo>
                  <a:lnTo>
                    <a:pt x="583" y="372"/>
                  </a:lnTo>
                  <a:lnTo>
                    <a:pt x="586" y="374"/>
                  </a:lnTo>
                  <a:lnTo>
                    <a:pt x="587" y="377"/>
                  </a:lnTo>
                  <a:lnTo>
                    <a:pt x="588" y="379"/>
                  </a:lnTo>
                  <a:lnTo>
                    <a:pt x="590" y="380"/>
                  </a:lnTo>
                  <a:lnTo>
                    <a:pt x="593" y="382"/>
                  </a:lnTo>
                  <a:lnTo>
                    <a:pt x="595" y="383"/>
                  </a:lnTo>
                  <a:lnTo>
                    <a:pt x="596" y="385"/>
                  </a:lnTo>
                  <a:lnTo>
                    <a:pt x="599" y="386"/>
                  </a:lnTo>
                  <a:lnTo>
                    <a:pt x="602" y="388"/>
                  </a:lnTo>
                  <a:lnTo>
                    <a:pt x="606" y="389"/>
                  </a:lnTo>
                  <a:lnTo>
                    <a:pt x="608" y="392"/>
                  </a:lnTo>
                  <a:close/>
                </a:path>
              </a:pathLst>
            </a:custGeom>
            <a:solidFill>
              <a:srgbClr val="0072B2">
                <a:alpha val="10800"/>
              </a:srgbClr>
            </a:solidFill>
            <a:ln>
              <a:noFill/>
            </a:ln>
          </p:spPr>
          <p:txBody>
            <a:bodyPr anchor="ctr"/>
            <a:lstStyle/>
            <a:p>
              <a:pPr algn="ctr">
                <a:buNone/>
              </a:pPr>
            </a:p>
          </p:txBody>
        </p:sp>
        <p:sp>
          <p:nvSpPr>
            <p:cNvPr id="6553" name="addition:input:20"/>
            <p:cNvSpPr>
              <a:spLocks noGrp="1"/>
            </p:cNvSpPr>
            <p:nvPr/>
          </p:nvSpPr>
          <p:spPr>
            <a:xfrm>
              <a:off x="209550" y="5438775"/>
              <a:ext cx="915132" cy="807918"/>
            </a:xfrm>
            <a:custGeom>
              <a:avLst/>
              <a:gdLst/>
              <a:ahLst/>
              <a:cxnLst/>
              <a:rect l="l" t="t" r="r" b="b"/>
              <a:pathLst>
                <a:path w="556" h="431">
                  <a:moveTo>
                    <a:pt x="0" y="0"/>
                  </a:moveTo>
                  <a:moveTo>
                    <a:pt x="554" y="407"/>
                  </a:moveTo>
                  <a:lnTo>
                    <a:pt x="556" y="410"/>
                  </a:lnTo>
                  <a:lnTo>
                    <a:pt x="555" y="411"/>
                  </a:lnTo>
                  <a:lnTo>
                    <a:pt x="552" y="413"/>
                  </a:lnTo>
                  <a:lnTo>
                    <a:pt x="549" y="414"/>
                  </a:lnTo>
                  <a:lnTo>
                    <a:pt x="548" y="416"/>
                  </a:lnTo>
                  <a:lnTo>
                    <a:pt x="548" y="417"/>
                  </a:lnTo>
                  <a:lnTo>
                    <a:pt x="547" y="419"/>
                  </a:lnTo>
                  <a:lnTo>
                    <a:pt x="545" y="420"/>
                  </a:lnTo>
                  <a:lnTo>
                    <a:pt x="542" y="421"/>
                  </a:lnTo>
                  <a:lnTo>
                    <a:pt x="540" y="422"/>
                  </a:lnTo>
                  <a:lnTo>
                    <a:pt x="538" y="423"/>
                  </a:lnTo>
                  <a:lnTo>
                    <a:pt x="536" y="424"/>
                  </a:lnTo>
                  <a:lnTo>
                    <a:pt x="534" y="425"/>
                  </a:lnTo>
                  <a:lnTo>
                    <a:pt x="531" y="426"/>
                  </a:lnTo>
                  <a:lnTo>
                    <a:pt x="528" y="426"/>
                  </a:lnTo>
                  <a:lnTo>
                    <a:pt x="526" y="428"/>
                  </a:lnTo>
                  <a:lnTo>
                    <a:pt x="523" y="430"/>
                  </a:lnTo>
                  <a:lnTo>
                    <a:pt x="519" y="431"/>
                  </a:lnTo>
                  <a:lnTo>
                    <a:pt x="516" y="429"/>
                  </a:lnTo>
                  <a:lnTo>
                    <a:pt x="514" y="427"/>
                  </a:lnTo>
                  <a:lnTo>
                    <a:pt x="512" y="424"/>
                  </a:lnTo>
                  <a:lnTo>
                    <a:pt x="511" y="422"/>
                  </a:lnTo>
                  <a:lnTo>
                    <a:pt x="508" y="422"/>
                  </a:lnTo>
                  <a:lnTo>
                    <a:pt x="505" y="423"/>
                  </a:lnTo>
                  <a:lnTo>
                    <a:pt x="503" y="422"/>
                  </a:lnTo>
                  <a:lnTo>
                    <a:pt x="500" y="422"/>
                  </a:lnTo>
                  <a:lnTo>
                    <a:pt x="499" y="420"/>
                  </a:lnTo>
                  <a:lnTo>
                    <a:pt x="497" y="419"/>
                  </a:lnTo>
                  <a:lnTo>
                    <a:pt x="495" y="418"/>
                  </a:lnTo>
                  <a:lnTo>
                    <a:pt x="493" y="417"/>
                  </a:lnTo>
                  <a:lnTo>
                    <a:pt x="494" y="415"/>
                  </a:lnTo>
                  <a:lnTo>
                    <a:pt x="495" y="413"/>
                  </a:lnTo>
                  <a:lnTo>
                    <a:pt x="495" y="411"/>
                  </a:lnTo>
                  <a:lnTo>
                    <a:pt x="494" y="409"/>
                  </a:lnTo>
                  <a:lnTo>
                    <a:pt x="493" y="407"/>
                  </a:lnTo>
                  <a:lnTo>
                    <a:pt x="494" y="406"/>
                  </a:lnTo>
                  <a:lnTo>
                    <a:pt x="497" y="404"/>
                  </a:lnTo>
                  <a:lnTo>
                    <a:pt x="500" y="403"/>
                  </a:lnTo>
                  <a:lnTo>
                    <a:pt x="502" y="402"/>
                  </a:lnTo>
                  <a:lnTo>
                    <a:pt x="502" y="400"/>
                  </a:lnTo>
                  <a:lnTo>
                    <a:pt x="501" y="398"/>
                  </a:lnTo>
                  <a:lnTo>
                    <a:pt x="500" y="395"/>
                  </a:lnTo>
                  <a:lnTo>
                    <a:pt x="500" y="393"/>
                  </a:lnTo>
                  <a:lnTo>
                    <a:pt x="502" y="392"/>
                  </a:lnTo>
                  <a:lnTo>
                    <a:pt x="505" y="391"/>
                  </a:lnTo>
                  <a:lnTo>
                    <a:pt x="507" y="390"/>
                  </a:lnTo>
                  <a:lnTo>
                    <a:pt x="509" y="389"/>
                  </a:lnTo>
                  <a:lnTo>
                    <a:pt x="512" y="390"/>
                  </a:lnTo>
                  <a:lnTo>
                    <a:pt x="515" y="391"/>
                  </a:lnTo>
                  <a:lnTo>
                    <a:pt x="517" y="391"/>
                  </a:lnTo>
                  <a:lnTo>
                    <a:pt x="518" y="390"/>
                  </a:lnTo>
                  <a:lnTo>
                    <a:pt x="520" y="389"/>
                  </a:lnTo>
                  <a:lnTo>
                    <a:pt x="522" y="387"/>
                  </a:lnTo>
                  <a:lnTo>
                    <a:pt x="525" y="387"/>
                  </a:lnTo>
                  <a:lnTo>
                    <a:pt x="527" y="388"/>
                  </a:lnTo>
                  <a:lnTo>
                    <a:pt x="528" y="390"/>
                  </a:lnTo>
                  <a:lnTo>
                    <a:pt x="531" y="390"/>
                  </a:lnTo>
                  <a:lnTo>
                    <a:pt x="534" y="390"/>
                  </a:lnTo>
                  <a:lnTo>
                    <a:pt x="537" y="389"/>
                  </a:lnTo>
                  <a:lnTo>
                    <a:pt x="540" y="390"/>
                  </a:lnTo>
                  <a:lnTo>
                    <a:pt x="541" y="392"/>
                  </a:lnTo>
                  <a:lnTo>
                    <a:pt x="542" y="394"/>
                  </a:lnTo>
                  <a:lnTo>
                    <a:pt x="542" y="396"/>
                  </a:lnTo>
                  <a:lnTo>
                    <a:pt x="543" y="398"/>
                  </a:lnTo>
                  <a:lnTo>
                    <a:pt x="544" y="400"/>
                  </a:lnTo>
                  <a:lnTo>
                    <a:pt x="544" y="401"/>
                  </a:lnTo>
                  <a:lnTo>
                    <a:pt x="545" y="403"/>
                  </a:lnTo>
                  <a:lnTo>
                    <a:pt x="547" y="404"/>
                  </a:lnTo>
                  <a:lnTo>
                    <a:pt x="550" y="406"/>
                  </a:lnTo>
                  <a:close/>
                </a:path>
              </a:pathLst>
            </a:custGeom>
            <a:solidFill>
              <a:srgbClr val="0072B2">
                <a:alpha val="10800"/>
              </a:srgbClr>
            </a:solidFill>
            <a:ln>
              <a:noFill/>
            </a:ln>
          </p:spPr>
          <p:txBody>
            <a:bodyPr anchor="ctr"/>
            <a:lstStyle/>
            <a:p>
              <a:pPr algn="ctr">
                <a:buNone/>
              </a:pPr>
            </a:p>
          </p:txBody>
        </p:sp>
        <p:sp>
          <p:nvSpPr>
            <p:cNvPr id="6554" name="addition:input:21"/>
            <p:cNvSpPr>
              <a:spLocks noGrp="1"/>
            </p:cNvSpPr>
            <p:nvPr/>
          </p:nvSpPr>
          <p:spPr>
            <a:xfrm>
              <a:off x="209550" y="5438775"/>
              <a:ext cx="1688714" cy="1197818"/>
            </a:xfrm>
            <a:custGeom>
              <a:avLst/>
              <a:gdLst/>
              <a:ahLst/>
              <a:cxnLst/>
              <a:rect l="l" t="t" r="r" b="b"/>
              <a:pathLst>
                <a:path w="1026" h="639">
                  <a:moveTo>
                    <a:pt x="0" y="0"/>
                  </a:moveTo>
                  <a:moveTo>
                    <a:pt x="1004" y="555"/>
                  </a:moveTo>
                  <a:lnTo>
                    <a:pt x="1010" y="562"/>
                  </a:lnTo>
                  <a:lnTo>
                    <a:pt x="1019" y="570"/>
                  </a:lnTo>
                  <a:lnTo>
                    <a:pt x="1026" y="580"/>
                  </a:lnTo>
                  <a:lnTo>
                    <a:pt x="1023" y="587"/>
                  </a:lnTo>
                  <a:lnTo>
                    <a:pt x="1009" y="592"/>
                  </a:lnTo>
                  <a:lnTo>
                    <a:pt x="991" y="593"/>
                  </a:lnTo>
                  <a:lnTo>
                    <a:pt x="978" y="594"/>
                  </a:lnTo>
                  <a:lnTo>
                    <a:pt x="972" y="599"/>
                  </a:lnTo>
                  <a:lnTo>
                    <a:pt x="970" y="606"/>
                  </a:lnTo>
                  <a:lnTo>
                    <a:pt x="966" y="614"/>
                  </a:lnTo>
                  <a:lnTo>
                    <a:pt x="958" y="619"/>
                  </a:lnTo>
                  <a:lnTo>
                    <a:pt x="950" y="624"/>
                  </a:lnTo>
                  <a:lnTo>
                    <a:pt x="941" y="629"/>
                  </a:lnTo>
                  <a:lnTo>
                    <a:pt x="931" y="635"/>
                  </a:lnTo>
                  <a:lnTo>
                    <a:pt x="920" y="639"/>
                  </a:lnTo>
                  <a:lnTo>
                    <a:pt x="908" y="639"/>
                  </a:lnTo>
                  <a:lnTo>
                    <a:pt x="896" y="635"/>
                  </a:lnTo>
                  <a:lnTo>
                    <a:pt x="885" y="632"/>
                  </a:lnTo>
                  <a:lnTo>
                    <a:pt x="874" y="632"/>
                  </a:lnTo>
                  <a:lnTo>
                    <a:pt x="862" y="635"/>
                  </a:lnTo>
                  <a:lnTo>
                    <a:pt x="851" y="634"/>
                  </a:lnTo>
                  <a:lnTo>
                    <a:pt x="843" y="628"/>
                  </a:lnTo>
                  <a:lnTo>
                    <a:pt x="840" y="618"/>
                  </a:lnTo>
                  <a:lnTo>
                    <a:pt x="837" y="610"/>
                  </a:lnTo>
                  <a:lnTo>
                    <a:pt x="830" y="607"/>
                  </a:lnTo>
                  <a:lnTo>
                    <a:pt x="818" y="608"/>
                  </a:lnTo>
                  <a:lnTo>
                    <a:pt x="804" y="608"/>
                  </a:lnTo>
                  <a:lnTo>
                    <a:pt x="793" y="606"/>
                  </a:lnTo>
                  <a:lnTo>
                    <a:pt x="787" y="600"/>
                  </a:lnTo>
                  <a:lnTo>
                    <a:pt x="784" y="593"/>
                  </a:lnTo>
                  <a:lnTo>
                    <a:pt x="782" y="585"/>
                  </a:lnTo>
                  <a:lnTo>
                    <a:pt x="781" y="578"/>
                  </a:lnTo>
                  <a:lnTo>
                    <a:pt x="786" y="570"/>
                  </a:lnTo>
                  <a:lnTo>
                    <a:pt x="796" y="562"/>
                  </a:lnTo>
                  <a:lnTo>
                    <a:pt x="805" y="555"/>
                  </a:lnTo>
                  <a:lnTo>
                    <a:pt x="808" y="549"/>
                  </a:lnTo>
                  <a:lnTo>
                    <a:pt x="804" y="542"/>
                  </a:lnTo>
                  <a:lnTo>
                    <a:pt x="797" y="534"/>
                  </a:lnTo>
                  <a:lnTo>
                    <a:pt x="797" y="526"/>
                  </a:lnTo>
                  <a:lnTo>
                    <a:pt x="804" y="520"/>
                  </a:lnTo>
                  <a:lnTo>
                    <a:pt x="814" y="516"/>
                  </a:lnTo>
                  <a:lnTo>
                    <a:pt x="820" y="511"/>
                  </a:lnTo>
                  <a:lnTo>
                    <a:pt x="821" y="503"/>
                  </a:lnTo>
                  <a:lnTo>
                    <a:pt x="821" y="494"/>
                  </a:lnTo>
                  <a:lnTo>
                    <a:pt x="825" y="486"/>
                  </a:lnTo>
                  <a:lnTo>
                    <a:pt x="834" y="483"/>
                  </a:lnTo>
                  <a:lnTo>
                    <a:pt x="844" y="482"/>
                  </a:lnTo>
                  <a:lnTo>
                    <a:pt x="854" y="483"/>
                  </a:lnTo>
                  <a:lnTo>
                    <a:pt x="863" y="482"/>
                  </a:lnTo>
                  <a:lnTo>
                    <a:pt x="871" y="483"/>
                  </a:lnTo>
                  <a:lnTo>
                    <a:pt x="879" y="485"/>
                  </a:lnTo>
                  <a:lnTo>
                    <a:pt x="887" y="489"/>
                  </a:lnTo>
                  <a:lnTo>
                    <a:pt x="894" y="488"/>
                  </a:lnTo>
                  <a:lnTo>
                    <a:pt x="902" y="482"/>
                  </a:lnTo>
                  <a:lnTo>
                    <a:pt x="913" y="473"/>
                  </a:lnTo>
                  <a:lnTo>
                    <a:pt x="926" y="468"/>
                  </a:lnTo>
                  <a:lnTo>
                    <a:pt x="936" y="471"/>
                  </a:lnTo>
                  <a:lnTo>
                    <a:pt x="942" y="480"/>
                  </a:lnTo>
                  <a:lnTo>
                    <a:pt x="946" y="489"/>
                  </a:lnTo>
                  <a:lnTo>
                    <a:pt x="952" y="496"/>
                  </a:lnTo>
                  <a:lnTo>
                    <a:pt x="962" y="499"/>
                  </a:lnTo>
                  <a:lnTo>
                    <a:pt x="971" y="503"/>
                  </a:lnTo>
                  <a:lnTo>
                    <a:pt x="977" y="509"/>
                  </a:lnTo>
                  <a:lnTo>
                    <a:pt x="980" y="517"/>
                  </a:lnTo>
                  <a:lnTo>
                    <a:pt x="983" y="523"/>
                  </a:lnTo>
                  <a:lnTo>
                    <a:pt x="989" y="529"/>
                  </a:lnTo>
                  <a:lnTo>
                    <a:pt x="996" y="535"/>
                  </a:lnTo>
                  <a:lnTo>
                    <a:pt x="1001" y="541"/>
                  </a:lnTo>
                  <a:lnTo>
                    <a:pt x="1003" y="548"/>
                  </a:lnTo>
                  <a:close/>
                </a:path>
              </a:pathLst>
            </a:custGeom>
            <a:solidFill>
              <a:srgbClr val="F5DAC5">
                <a:alpha val="12900"/>
              </a:srgbClr>
            </a:solidFill>
            <a:ln>
              <a:noFill/>
            </a:ln>
          </p:spPr>
          <p:txBody>
            <a:bodyPr anchor="ctr"/>
            <a:lstStyle/>
            <a:p>
              <a:pPr algn="ctr">
                <a:buNone/>
              </a:pPr>
            </a:p>
          </p:txBody>
        </p:sp>
        <p:sp>
          <p:nvSpPr>
            <p:cNvPr id="6555" name="addition:input:22"/>
            <p:cNvSpPr>
              <a:spLocks noGrp="1"/>
            </p:cNvSpPr>
            <p:nvPr/>
          </p:nvSpPr>
          <p:spPr>
            <a:xfrm>
              <a:off x="209550" y="5438775"/>
              <a:ext cx="1629461" cy="1190320"/>
            </a:xfrm>
            <a:custGeom>
              <a:avLst/>
              <a:gdLst/>
              <a:ahLst/>
              <a:cxnLst/>
              <a:rect l="l" t="t" r="r" b="b"/>
              <a:pathLst>
                <a:path w="990" h="635">
                  <a:moveTo>
                    <a:pt x="0" y="0"/>
                  </a:moveTo>
                  <a:moveTo>
                    <a:pt x="983" y="560"/>
                  </a:moveTo>
                  <a:lnTo>
                    <a:pt x="986" y="566"/>
                  </a:lnTo>
                  <a:lnTo>
                    <a:pt x="990" y="573"/>
                  </a:lnTo>
                  <a:lnTo>
                    <a:pt x="989" y="579"/>
                  </a:lnTo>
                  <a:lnTo>
                    <a:pt x="984" y="585"/>
                  </a:lnTo>
                  <a:lnTo>
                    <a:pt x="977" y="589"/>
                  </a:lnTo>
                  <a:lnTo>
                    <a:pt x="973" y="594"/>
                  </a:lnTo>
                  <a:lnTo>
                    <a:pt x="971" y="600"/>
                  </a:lnTo>
                  <a:lnTo>
                    <a:pt x="969" y="606"/>
                  </a:lnTo>
                  <a:lnTo>
                    <a:pt x="961" y="610"/>
                  </a:lnTo>
                  <a:lnTo>
                    <a:pt x="950" y="610"/>
                  </a:lnTo>
                  <a:lnTo>
                    <a:pt x="938" y="608"/>
                  </a:lnTo>
                  <a:lnTo>
                    <a:pt x="930" y="609"/>
                  </a:lnTo>
                  <a:lnTo>
                    <a:pt x="926" y="615"/>
                  </a:lnTo>
                  <a:lnTo>
                    <a:pt x="921" y="624"/>
                  </a:lnTo>
                  <a:lnTo>
                    <a:pt x="913" y="632"/>
                  </a:lnTo>
                  <a:lnTo>
                    <a:pt x="904" y="635"/>
                  </a:lnTo>
                  <a:lnTo>
                    <a:pt x="893" y="635"/>
                  </a:lnTo>
                  <a:lnTo>
                    <a:pt x="882" y="633"/>
                  </a:lnTo>
                  <a:lnTo>
                    <a:pt x="872" y="631"/>
                  </a:lnTo>
                  <a:lnTo>
                    <a:pt x="863" y="628"/>
                  </a:lnTo>
                  <a:lnTo>
                    <a:pt x="855" y="622"/>
                  </a:lnTo>
                  <a:lnTo>
                    <a:pt x="850" y="615"/>
                  </a:lnTo>
                  <a:lnTo>
                    <a:pt x="844" y="610"/>
                  </a:lnTo>
                  <a:lnTo>
                    <a:pt x="836" y="610"/>
                  </a:lnTo>
                  <a:lnTo>
                    <a:pt x="824" y="611"/>
                  </a:lnTo>
                  <a:lnTo>
                    <a:pt x="814" y="611"/>
                  </a:lnTo>
                  <a:lnTo>
                    <a:pt x="808" y="606"/>
                  </a:lnTo>
                  <a:lnTo>
                    <a:pt x="807" y="599"/>
                  </a:lnTo>
                  <a:lnTo>
                    <a:pt x="806" y="593"/>
                  </a:lnTo>
                  <a:lnTo>
                    <a:pt x="801" y="588"/>
                  </a:lnTo>
                  <a:lnTo>
                    <a:pt x="792" y="585"/>
                  </a:lnTo>
                  <a:lnTo>
                    <a:pt x="784" y="580"/>
                  </a:lnTo>
                  <a:lnTo>
                    <a:pt x="783" y="573"/>
                  </a:lnTo>
                  <a:lnTo>
                    <a:pt x="788" y="566"/>
                  </a:lnTo>
                  <a:lnTo>
                    <a:pt x="795" y="560"/>
                  </a:lnTo>
                  <a:lnTo>
                    <a:pt x="801" y="554"/>
                  </a:lnTo>
                  <a:lnTo>
                    <a:pt x="806" y="549"/>
                  </a:lnTo>
                  <a:lnTo>
                    <a:pt x="811" y="544"/>
                  </a:lnTo>
                  <a:lnTo>
                    <a:pt x="817" y="539"/>
                  </a:lnTo>
                  <a:lnTo>
                    <a:pt x="822" y="535"/>
                  </a:lnTo>
                  <a:lnTo>
                    <a:pt x="822" y="529"/>
                  </a:lnTo>
                  <a:lnTo>
                    <a:pt x="818" y="520"/>
                  </a:lnTo>
                  <a:lnTo>
                    <a:pt x="816" y="510"/>
                  </a:lnTo>
                  <a:lnTo>
                    <a:pt x="820" y="503"/>
                  </a:lnTo>
                  <a:lnTo>
                    <a:pt x="830" y="501"/>
                  </a:lnTo>
                  <a:lnTo>
                    <a:pt x="842" y="503"/>
                  </a:lnTo>
                  <a:lnTo>
                    <a:pt x="852" y="503"/>
                  </a:lnTo>
                  <a:lnTo>
                    <a:pt x="858" y="501"/>
                  </a:lnTo>
                  <a:lnTo>
                    <a:pt x="863" y="497"/>
                  </a:lnTo>
                  <a:lnTo>
                    <a:pt x="870" y="494"/>
                  </a:lnTo>
                  <a:lnTo>
                    <a:pt x="877" y="495"/>
                  </a:lnTo>
                  <a:lnTo>
                    <a:pt x="884" y="497"/>
                  </a:lnTo>
                  <a:lnTo>
                    <a:pt x="891" y="499"/>
                  </a:lnTo>
                  <a:lnTo>
                    <a:pt x="897" y="498"/>
                  </a:lnTo>
                  <a:lnTo>
                    <a:pt x="904" y="496"/>
                  </a:lnTo>
                  <a:lnTo>
                    <a:pt x="912" y="497"/>
                  </a:lnTo>
                  <a:lnTo>
                    <a:pt x="918" y="499"/>
                  </a:lnTo>
                  <a:lnTo>
                    <a:pt x="926" y="501"/>
                  </a:lnTo>
                  <a:lnTo>
                    <a:pt x="936" y="500"/>
                  </a:lnTo>
                  <a:lnTo>
                    <a:pt x="947" y="500"/>
                  </a:lnTo>
                  <a:lnTo>
                    <a:pt x="956" y="503"/>
                  </a:lnTo>
                  <a:lnTo>
                    <a:pt x="958" y="511"/>
                  </a:lnTo>
                  <a:lnTo>
                    <a:pt x="955" y="521"/>
                  </a:lnTo>
                  <a:lnTo>
                    <a:pt x="950" y="530"/>
                  </a:lnTo>
                  <a:lnTo>
                    <a:pt x="952" y="536"/>
                  </a:lnTo>
                  <a:lnTo>
                    <a:pt x="959" y="539"/>
                  </a:lnTo>
                  <a:lnTo>
                    <a:pt x="969" y="543"/>
                  </a:lnTo>
                  <a:lnTo>
                    <a:pt x="976" y="548"/>
                  </a:lnTo>
                  <a:lnTo>
                    <a:pt x="980" y="554"/>
                  </a:lnTo>
                  <a:close/>
                </a:path>
              </a:pathLst>
            </a:custGeom>
            <a:solidFill>
              <a:srgbClr val="ECB78D">
                <a:alpha val="12900"/>
              </a:srgbClr>
            </a:solidFill>
            <a:ln>
              <a:noFill/>
            </a:ln>
          </p:spPr>
          <p:txBody>
            <a:bodyPr anchor="ctr"/>
            <a:lstStyle/>
            <a:p>
              <a:pPr algn="ctr">
                <a:buNone/>
              </a:pPr>
            </a:p>
          </p:txBody>
        </p:sp>
        <p:sp>
          <p:nvSpPr>
            <p:cNvPr id="6556" name="addition:input:23"/>
            <p:cNvSpPr>
              <a:spLocks noGrp="1"/>
            </p:cNvSpPr>
            <p:nvPr/>
          </p:nvSpPr>
          <p:spPr>
            <a:xfrm>
              <a:off x="209550" y="5438775"/>
              <a:ext cx="1591605" cy="1173450"/>
            </a:xfrm>
            <a:custGeom>
              <a:avLst/>
              <a:gdLst/>
              <a:ahLst/>
              <a:cxnLst/>
              <a:rect l="l" t="t" r="r" b="b"/>
              <a:pathLst>
                <a:path w="967" h="626">
                  <a:moveTo>
                    <a:pt x="0" y="0"/>
                  </a:moveTo>
                  <a:moveTo>
                    <a:pt x="957" y="565"/>
                  </a:moveTo>
                  <a:lnTo>
                    <a:pt x="960" y="570"/>
                  </a:lnTo>
                  <a:lnTo>
                    <a:pt x="958" y="576"/>
                  </a:lnTo>
                  <a:lnTo>
                    <a:pt x="951" y="580"/>
                  </a:lnTo>
                  <a:lnTo>
                    <a:pt x="943" y="583"/>
                  </a:lnTo>
                  <a:lnTo>
                    <a:pt x="938" y="587"/>
                  </a:lnTo>
                  <a:lnTo>
                    <a:pt x="939" y="593"/>
                  </a:lnTo>
                  <a:lnTo>
                    <a:pt x="941" y="600"/>
                  </a:lnTo>
                  <a:lnTo>
                    <a:pt x="940" y="606"/>
                  </a:lnTo>
                  <a:lnTo>
                    <a:pt x="936" y="611"/>
                  </a:lnTo>
                  <a:lnTo>
                    <a:pt x="931" y="615"/>
                  </a:lnTo>
                  <a:lnTo>
                    <a:pt x="925" y="618"/>
                  </a:lnTo>
                  <a:lnTo>
                    <a:pt x="919" y="621"/>
                  </a:lnTo>
                  <a:lnTo>
                    <a:pt x="911" y="621"/>
                  </a:lnTo>
                  <a:lnTo>
                    <a:pt x="903" y="618"/>
                  </a:lnTo>
                  <a:lnTo>
                    <a:pt x="896" y="614"/>
                  </a:lnTo>
                  <a:lnTo>
                    <a:pt x="890" y="612"/>
                  </a:lnTo>
                  <a:lnTo>
                    <a:pt x="886" y="615"/>
                  </a:lnTo>
                  <a:lnTo>
                    <a:pt x="880" y="622"/>
                  </a:lnTo>
                  <a:lnTo>
                    <a:pt x="873" y="626"/>
                  </a:lnTo>
                  <a:lnTo>
                    <a:pt x="866" y="626"/>
                  </a:lnTo>
                  <a:lnTo>
                    <a:pt x="860" y="623"/>
                  </a:lnTo>
                  <a:lnTo>
                    <a:pt x="855" y="619"/>
                  </a:lnTo>
                  <a:lnTo>
                    <a:pt x="849" y="617"/>
                  </a:lnTo>
                  <a:lnTo>
                    <a:pt x="841" y="616"/>
                  </a:lnTo>
                  <a:lnTo>
                    <a:pt x="833" y="614"/>
                  </a:lnTo>
                  <a:lnTo>
                    <a:pt x="828" y="610"/>
                  </a:lnTo>
                  <a:lnTo>
                    <a:pt x="825" y="604"/>
                  </a:lnTo>
                  <a:lnTo>
                    <a:pt x="822" y="599"/>
                  </a:lnTo>
                  <a:lnTo>
                    <a:pt x="818" y="594"/>
                  </a:lnTo>
                  <a:lnTo>
                    <a:pt x="814" y="589"/>
                  </a:lnTo>
                  <a:lnTo>
                    <a:pt x="813" y="584"/>
                  </a:lnTo>
                  <a:lnTo>
                    <a:pt x="814" y="579"/>
                  </a:lnTo>
                  <a:lnTo>
                    <a:pt x="813" y="574"/>
                  </a:lnTo>
                  <a:lnTo>
                    <a:pt x="807" y="570"/>
                  </a:lnTo>
                  <a:lnTo>
                    <a:pt x="796" y="565"/>
                  </a:lnTo>
                  <a:lnTo>
                    <a:pt x="785" y="559"/>
                  </a:lnTo>
                  <a:lnTo>
                    <a:pt x="782" y="553"/>
                  </a:lnTo>
                  <a:lnTo>
                    <a:pt x="787" y="547"/>
                  </a:lnTo>
                  <a:lnTo>
                    <a:pt x="797" y="544"/>
                  </a:lnTo>
                  <a:lnTo>
                    <a:pt x="805" y="541"/>
                  </a:lnTo>
                  <a:lnTo>
                    <a:pt x="809" y="537"/>
                  </a:lnTo>
                  <a:lnTo>
                    <a:pt x="812" y="532"/>
                  </a:lnTo>
                  <a:lnTo>
                    <a:pt x="817" y="529"/>
                  </a:lnTo>
                  <a:lnTo>
                    <a:pt x="823" y="526"/>
                  </a:lnTo>
                  <a:lnTo>
                    <a:pt x="829" y="523"/>
                  </a:lnTo>
                  <a:lnTo>
                    <a:pt x="834" y="519"/>
                  </a:lnTo>
                  <a:lnTo>
                    <a:pt x="839" y="514"/>
                  </a:lnTo>
                  <a:lnTo>
                    <a:pt x="845" y="510"/>
                  </a:lnTo>
                  <a:lnTo>
                    <a:pt x="854" y="508"/>
                  </a:lnTo>
                  <a:lnTo>
                    <a:pt x="863" y="509"/>
                  </a:lnTo>
                  <a:lnTo>
                    <a:pt x="871" y="508"/>
                  </a:lnTo>
                  <a:lnTo>
                    <a:pt x="879" y="504"/>
                  </a:lnTo>
                  <a:lnTo>
                    <a:pt x="888" y="500"/>
                  </a:lnTo>
                  <a:lnTo>
                    <a:pt x="897" y="498"/>
                  </a:lnTo>
                  <a:lnTo>
                    <a:pt x="905" y="503"/>
                  </a:lnTo>
                  <a:lnTo>
                    <a:pt x="911" y="511"/>
                  </a:lnTo>
                  <a:lnTo>
                    <a:pt x="914" y="518"/>
                  </a:lnTo>
                  <a:lnTo>
                    <a:pt x="919" y="522"/>
                  </a:lnTo>
                  <a:lnTo>
                    <a:pt x="926" y="523"/>
                  </a:lnTo>
                  <a:lnTo>
                    <a:pt x="934" y="523"/>
                  </a:lnTo>
                  <a:lnTo>
                    <a:pt x="941" y="524"/>
                  </a:lnTo>
                  <a:lnTo>
                    <a:pt x="948" y="527"/>
                  </a:lnTo>
                  <a:lnTo>
                    <a:pt x="954" y="529"/>
                  </a:lnTo>
                  <a:lnTo>
                    <a:pt x="961" y="532"/>
                  </a:lnTo>
                  <a:lnTo>
                    <a:pt x="967" y="536"/>
                  </a:lnTo>
                  <a:lnTo>
                    <a:pt x="967" y="542"/>
                  </a:lnTo>
                  <a:lnTo>
                    <a:pt x="962" y="549"/>
                  </a:lnTo>
                  <a:lnTo>
                    <a:pt x="956" y="555"/>
                  </a:lnTo>
                  <a:lnTo>
                    <a:pt x="954" y="560"/>
                  </a:lnTo>
                  <a:close/>
                </a:path>
              </a:pathLst>
            </a:custGeom>
            <a:solidFill>
              <a:srgbClr val="E18B48">
                <a:alpha val="10500"/>
              </a:srgbClr>
            </a:solidFill>
            <a:ln>
              <a:noFill/>
            </a:ln>
          </p:spPr>
          <p:txBody>
            <a:bodyPr anchor="ctr"/>
            <a:lstStyle/>
            <a:p>
              <a:pPr algn="ctr">
                <a:buNone/>
              </a:pPr>
            </a:p>
          </p:txBody>
        </p:sp>
        <p:sp>
          <p:nvSpPr>
            <p:cNvPr id="6557" name="addition:input:24"/>
            <p:cNvSpPr>
              <a:spLocks noGrp="1"/>
            </p:cNvSpPr>
            <p:nvPr/>
          </p:nvSpPr>
          <p:spPr>
            <a:xfrm>
              <a:off x="209550" y="5438775"/>
              <a:ext cx="1451701" cy="1072225"/>
            </a:xfrm>
            <a:custGeom>
              <a:avLst/>
              <a:gdLst/>
              <a:ahLst/>
              <a:cxnLst/>
              <a:rect l="l" t="t" r="r" b="b"/>
              <a:pathLst>
                <a:path w="882" h="572">
                  <a:moveTo>
                    <a:pt x="0" y="0"/>
                  </a:moveTo>
                  <a:moveTo>
                    <a:pt x="875" y="546"/>
                  </a:moveTo>
                  <a:lnTo>
                    <a:pt x="873" y="548"/>
                  </a:lnTo>
                  <a:lnTo>
                    <a:pt x="874" y="549"/>
                  </a:lnTo>
                  <a:lnTo>
                    <a:pt x="877" y="552"/>
                  </a:lnTo>
                  <a:lnTo>
                    <a:pt x="880" y="555"/>
                  </a:lnTo>
                  <a:lnTo>
                    <a:pt x="880" y="558"/>
                  </a:lnTo>
                  <a:lnTo>
                    <a:pt x="878" y="560"/>
                  </a:lnTo>
                  <a:lnTo>
                    <a:pt x="876" y="561"/>
                  </a:lnTo>
                  <a:lnTo>
                    <a:pt x="874" y="562"/>
                  </a:lnTo>
                  <a:lnTo>
                    <a:pt x="872" y="564"/>
                  </a:lnTo>
                  <a:lnTo>
                    <a:pt x="870" y="566"/>
                  </a:lnTo>
                  <a:lnTo>
                    <a:pt x="867" y="566"/>
                  </a:lnTo>
                  <a:lnTo>
                    <a:pt x="864" y="566"/>
                  </a:lnTo>
                  <a:lnTo>
                    <a:pt x="862" y="567"/>
                  </a:lnTo>
                  <a:lnTo>
                    <a:pt x="860" y="568"/>
                  </a:lnTo>
                  <a:lnTo>
                    <a:pt x="858" y="569"/>
                  </a:lnTo>
                  <a:lnTo>
                    <a:pt x="855" y="570"/>
                  </a:lnTo>
                  <a:lnTo>
                    <a:pt x="852" y="569"/>
                  </a:lnTo>
                  <a:lnTo>
                    <a:pt x="850" y="567"/>
                  </a:lnTo>
                  <a:lnTo>
                    <a:pt x="847" y="568"/>
                  </a:lnTo>
                  <a:lnTo>
                    <a:pt x="844" y="570"/>
                  </a:lnTo>
                  <a:lnTo>
                    <a:pt x="840" y="572"/>
                  </a:lnTo>
                  <a:lnTo>
                    <a:pt x="835" y="572"/>
                  </a:lnTo>
                  <a:lnTo>
                    <a:pt x="833" y="571"/>
                  </a:lnTo>
                  <a:lnTo>
                    <a:pt x="831" y="567"/>
                  </a:lnTo>
                  <a:lnTo>
                    <a:pt x="830" y="564"/>
                  </a:lnTo>
                  <a:lnTo>
                    <a:pt x="828" y="562"/>
                  </a:lnTo>
                  <a:lnTo>
                    <a:pt x="826" y="561"/>
                  </a:lnTo>
                  <a:lnTo>
                    <a:pt x="824" y="559"/>
                  </a:lnTo>
                  <a:lnTo>
                    <a:pt x="823" y="557"/>
                  </a:lnTo>
                  <a:lnTo>
                    <a:pt x="821" y="555"/>
                  </a:lnTo>
                  <a:lnTo>
                    <a:pt x="817" y="554"/>
                  </a:lnTo>
                  <a:lnTo>
                    <a:pt x="813" y="553"/>
                  </a:lnTo>
                  <a:lnTo>
                    <a:pt x="810" y="551"/>
                  </a:lnTo>
                  <a:lnTo>
                    <a:pt x="810" y="548"/>
                  </a:lnTo>
                  <a:lnTo>
                    <a:pt x="812" y="546"/>
                  </a:lnTo>
                  <a:lnTo>
                    <a:pt x="813" y="544"/>
                  </a:lnTo>
                  <a:lnTo>
                    <a:pt x="813" y="541"/>
                  </a:lnTo>
                  <a:lnTo>
                    <a:pt x="812" y="539"/>
                  </a:lnTo>
                  <a:lnTo>
                    <a:pt x="811" y="536"/>
                  </a:lnTo>
                  <a:lnTo>
                    <a:pt x="814" y="534"/>
                  </a:lnTo>
                  <a:lnTo>
                    <a:pt x="818" y="533"/>
                  </a:lnTo>
                  <a:lnTo>
                    <a:pt x="822" y="533"/>
                  </a:lnTo>
                  <a:lnTo>
                    <a:pt x="825" y="532"/>
                  </a:lnTo>
                  <a:lnTo>
                    <a:pt x="827" y="530"/>
                  </a:lnTo>
                  <a:lnTo>
                    <a:pt x="829" y="528"/>
                  </a:lnTo>
                  <a:lnTo>
                    <a:pt x="831" y="526"/>
                  </a:lnTo>
                  <a:lnTo>
                    <a:pt x="833" y="524"/>
                  </a:lnTo>
                  <a:lnTo>
                    <a:pt x="836" y="522"/>
                  </a:lnTo>
                  <a:lnTo>
                    <a:pt x="838" y="520"/>
                  </a:lnTo>
                  <a:lnTo>
                    <a:pt x="842" y="518"/>
                  </a:lnTo>
                  <a:lnTo>
                    <a:pt x="846" y="518"/>
                  </a:lnTo>
                  <a:lnTo>
                    <a:pt x="849" y="520"/>
                  </a:lnTo>
                  <a:lnTo>
                    <a:pt x="853" y="523"/>
                  </a:lnTo>
                  <a:lnTo>
                    <a:pt x="855" y="525"/>
                  </a:lnTo>
                  <a:lnTo>
                    <a:pt x="858" y="525"/>
                  </a:lnTo>
                  <a:lnTo>
                    <a:pt x="861" y="523"/>
                  </a:lnTo>
                  <a:lnTo>
                    <a:pt x="865" y="523"/>
                  </a:lnTo>
                  <a:lnTo>
                    <a:pt x="867" y="524"/>
                  </a:lnTo>
                  <a:lnTo>
                    <a:pt x="868" y="526"/>
                  </a:lnTo>
                  <a:lnTo>
                    <a:pt x="870" y="528"/>
                  </a:lnTo>
                  <a:lnTo>
                    <a:pt x="873" y="529"/>
                  </a:lnTo>
                  <a:lnTo>
                    <a:pt x="876" y="529"/>
                  </a:lnTo>
                  <a:lnTo>
                    <a:pt x="878" y="530"/>
                  </a:lnTo>
                  <a:lnTo>
                    <a:pt x="879" y="532"/>
                  </a:lnTo>
                  <a:lnTo>
                    <a:pt x="880" y="535"/>
                  </a:lnTo>
                  <a:lnTo>
                    <a:pt x="881" y="537"/>
                  </a:lnTo>
                  <a:lnTo>
                    <a:pt x="882" y="539"/>
                  </a:lnTo>
                  <a:lnTo>
                    <a:pt x="882" y="541"/>
                  </a:lnTo>
                  <a:lnTo>
                    <a:pt x="879" y="544"/>
                  </a:lnTo>
                  <a:close/>
                </a:path>
              </a:pathLst>
            </a:custGeom>
            <a:solidFill>
              <a:srgbClr val="ECB78D">
                <a:alpha val="9600"/>
              </a:srgbClr>
            </a:solidFill>
            <a:ln>
              <a:noFill/>
            </a:ln>
          </p:spPr>
          <p:txBody>
            <a:bodyPr anchor="ctr"/>
            <a:lstStyle/>
            <a:p>
              <a:pPr algn="ctr">
                <a:buNone/>
              </a:pPr>
            </a:p>
          </p:txBody>
        </p:sp>
        <p:sp>
          <p:nvSpPr>
            <p:cNvPr id="6558" name="addition:input:25"/>
            <p:cNvSpPr>
              <a:spLocks noGrp="1"/>
            </p:cNvSpPr>
            <p:nvPr/>
          </p:nvSpPr>
          <p:spPr>
            <a:xfrm>
              <a:off x="209550" y="5438775"/>
              <a:ext cx="1501079" cy="1034735"/>
            </a:xfrm>
            <a:custGeom>
              <a:avLst/>
              <a:gdLst/>
              <a:ahLst/>
              <a:cxnLst/>
              <a:rect l="l" t="t" r="r" b="b"/>
              <a:pathLst>
                <a:path w="912" h="552">
                  <a:moveTo>
                    <a:pt x="0" y="0"/>
                  </a:moveTo>
                  <a:moveTo>
                    <a:pt x="909" y="526"/>
                  </a:moveTo>
                  <a:lnTo>
                    <a:pt x="911" y="528"/>
                  </a:lnTo>
                  <a:lnTo>
                    <a:pt x="912" y="531"/>
                  </a:lnTo>
                  <a:lnTo>
                    <a:pt x="910" y="533"/>
                  </a:lnTo>
                  <a:lnTo>
                    <a:pt x="906" y="534"/>
                  </a:lnTo>
                  <a:lnTo>
                    <a:pt x="902" y="535"/>
                  </a:lnTo>
                  <a:lnTo>
                    <a:pt x="899" y="537"/>
                  </a:lnTo>
                  <a:lnTo>
                    <a:pt x="898" y="539"/>
                  </a:lnTo>
                  <a:lnTo>
                    <a:pt x="897" y="541"/>
                  </a:lnTo>
                  <a:lnTo>
                    <a:pt x="896" y="543"/>
                  </a:lnTo>
                  <a:lnTo>
                    <a:pt x="894" y="545"/>
                  </a:lnTo>
                  <a:lnTo>
                    <a:pt x="892" y="547"/>
                  </a:lnTo>
                  <a:lnTo>
                    <a:pt x="890" y="550"/>
                  </a:lnTo>
                  <a:lnTo>
                    <a:pt x="888" y="552"/>
                  </a:lnTo>
                  <a:lnTo>
                    <a:pt x="884" y="552"/>
                  </a:lnTo>
                  <a:lnTo>
                    <a:pt x="881" y="550"/>
                  </a:lnTo>
                  <a:lnTo>
                    <a:pt x="877" y="548"/>
                  </a:lnTo>
                  <a:lnTo>
                    <a:pt x="875" y="546"/>
                  </a:lnTo>
                  <a:lnTo>
                    <a:pt x="873" y="547"/>
                  </a:lnTo>
                  <a:lnTo>
                    <a:pt x="870" y="549"/>
                  </a:lnTo>
                  <a:lnTo>
                    <a:pt x="867" y="550"/>
                  </a:lnTo>
                  <a:lnTo>
                    <a:pt x="865" y="549"/>
                  </a:lnTo>
                  <a:lnTo>
                    <a:pt x="863" y="547"/>
                  </a:lnTo>
                  <a:lnTo>
                    <a:pt x="862" y="546"/>
                  </a:lnTo>
                  <a:lnTo>
                    <a:pt x="859" y="546"/>
                  </a:lnTo>
                  <a:lnTo>
                    <a:pt x="856" y="545"/>
                  </a:lnTo>
                  <a:lnTo>
                    <a:pt x="853" y="545"/>
                  </a:lnTo>
                  <a:lnTo>
                    <a:pt x="852" y="543"/>
                  </a:lnTo>
                  <a:lnTo>
                    <a:pt x="851" y="541"/>
                  </a:lnTo>
                  <a:lnTo>
                    <a:pt x="849" y="539"/>
                  </a:lnTo>
                  <a:lnTo>
                    <a:pt x="848" y="537"/>
                  </a:lnTo>
                  <a:lnTo>
                    <a:pt x="847" y="535"/>
                  </a:lnTo>
                  <a:lnTo>
                    <a:pt x="849" y="532"/>
                  </a:lnTo>
                  <a:lnTo>
                    <a:pt x="851" y="530"/>
                  </a:lnTo>
                  <a:lnTo>
                    <a:pt x="853" y="528"/>
                  </a:lnTo>
                  <a:lnTo>
                    <a:pt x="851" y="526"/>
                  </a:lnTo>
                  <a:lnTo>
                    <a:pt x="847" y="524"/>
                  </a:lnTo>
                  <a:lnTo>
                    <a:pt x="844" y="522"/>
                  </a:lnTo>
                  <a:lnTo>
                    <a:pt x="842" y="519"/>
                  </a:lnTo>
                  <a:lnTo>
                    <a:pt x="843" y="517"/>
                  </a:lnTo>
                  <a:lnTo>
                    <a:pt x="846" y="515"/>
                  </a:lnTo>
                  <a:lnTo>
                    <a:pt x="847" y="514"/>
                  </a:lnTo>
                  <a:lnTo>
                    <a:pt x="848" y="512"/>
                  </a:lnTo>
                  <a:lnTo>
                    <a:pt x="850" y="510"/>
                  </a:lnTo>
                  <a:lnTo>
                    <a:pt x="852" y="509"/>
                  </a:lnTo>
                  <a:lnTo>
                    <a:pt x="855" y="509"/>
                  </a:lnTo>
                  <a:lnTo>
                    <a:pt x="857" y="508"/>
                  </a:lnTo>
                  <a:lnTo>
                    <a:pt x="859" y="506"/>
                  </a:lnTo>
                  <a:lnTo>
                    <a:pt x="861" y="505"/>
                  </a:lnTo>
                  <a:lnTo>
                    <a:pt x="864" y="504"/>
                  </a:lnTo>
                  <a:lnTo>
                    <a:pt x="867" y="504"/>
                  </a:lnTo>
                  <a:lnTo>
                    <a:pt x="870" y="505"/>
                  </a:lnTo>
                  <a:lnTo>
                    <a:pt x="872" y="504"/>
                  </a:lnTo>
                  <a:lnTo>
                    <a:pt x="875" y="502"/>
                  </a:lnTo>
                  <a:lnTo>
                    <a:pt x="879" y="500"/>
                  </a:lnTo>
                  <a:lnTo>
                    <a:pt x="883" y="499"/>
                  </a:lnTo>
                  <a:lnTo>
                    <a:pt x="886" y="500"/>
                  </a:lnTo>
                  <a:lnTo>
                    <a:pt x="889" y="503"/>
                  </a:lnTo>
                  <a:lnTo>
                    <a:pt x="890" y="506"/>
                  </a:lnTo>
                  <a:lnTo>
                    <a:pt x="892" y="508"/>
                  </a:lnTo>
                  <a:lnTo>
                    <a:pt x="895" y="509"/>
                  </a:lnTo>
                  <a:lnTo>
                    <a:pt x="897" y="511"/>
                  </a:lnTo>
                  <a:lnTo>
                    <a:pt x="899" y="512"/>
                  </a:lnTo>
                  <a:lnTo>
                    <a:pt x="901" y="514"/>
                  </a:lnTo>
                  <a:lnTo>
                    <a:pt x="905" y="514"/>
                  </a:lnTo>
                  <a:lnTo>
                    <a:pt x="908" y="515"/>
                  </a:lnTo>
                  <a:lnTo>
                    <a:pt x="911" y="517"/>
                  </a:lnTo>
                  <a:lnTo>
                    <a:pt x="912" y="519"/>
                  </a:lnTo>
                  <a:lnTo>
                    <a:pt x="911" y="522"/>
                  </a:lnTo>
                  <a:lnTo>
                    <a:pt x="909" y="524"/>
                  </a:lnTo>
                  <a:close/>
                </a:path>
              </a:pathLst>
            </a:custGeom>
            <a:solidFill>
              <a:srgbClr val="ECB78D">
                <a:alpha val="9600"/>
              </a:srgbClr>
            </a:solidFill>
            <a:ln>
              <a:noFill/>
            </a:ln>
          </p:spPr>
          <p:txBody>
            <a:bodyPr anchor="ctr"/>
            <a:lstStyle/>
            <a:p>
              <a:pPr algn="ctr">
                <a:buNone/>
              </a:pPr>
            </a:p>
          </p:txBody>
        </p:sp>
        <p:sp>
          <p:nvSpPr>
            <p:cNvPr id="6559" name="addition:input:26"/>
            <p:cNvSpPr>
              <a:spLocks noGrp="1"/>
            </p:cNvSpPr>
            <p:nvPr/>
          </p:nvSpPr>
          <p:spPr>
            <a:xfrm>
              <a:off x="209550" y="5438775"/>
              <a:ext cx="1558686" cy="1047857"/>
            </a:xfrm>
            <a:custGeom>
              <a:avLst/>
              <a:gdLst/>
              <a:ahLst/>
              <a:cxnLst/>
              <a:rect l="l" t="t" r="r" b="b"/>
              <a:pathLst>
                <a:path w="947" h="559">
                  <a:moveTo>
                    <a:pt x="0" y="0"/>
                  </a:moveTo>
                  <a:moveTo>
                    <a:pt x="946" y="532"/>
                  </a:moveTo>
                  <a:lnTo>
                    <a:pt x="945" y="534"/>
                  </a:lnTo>
                  <a:lnTo>
                    <a:pt x="942" y="536"/>
                  </a:lnTo>
                  <a:lnTo>
                    <a:pt x="938" y="538"/>
                  </a:lnTo>
                  <a:lnTo>
                    <a:pt x="936" y="539"/>
                  </a:lnTo>
                  <a:lnTo>
                    <a:pt x="936" y="542"/>
                  </a:lnTo>
                  <a:lnTo>
                    <a:pt x="936" y="545"/>
                  </a:lnTo>
                  <a:lnTo>
                    <a:pt x="935" y="547"/>
                  </a:lnTo>
                  <a:lnTo>
                    <a:pt x="932" y="549"/>
                  </a:lnTo>
                  <a:lnTo>
                    <a:pt x="929" y="549"/>
                  </a:lnTo>
                  <a:lnTo>
                    <a:pt x="926" y="550"/>
                  </a:lnTo>
                  <a:lnTo>
                    <a:pt x="924" y="553"/>
                  </a:lnTo>
                  <a:lnTo>
                    <a:pt x="923" y="556"/>
                  </a:lnTo>
                  <a:lnTo>
                    <a:pt x="921" y="559"/>
                  </a:lnTo>
                  <a:lnTo>
                    <a:pt x="917" y="559"/>
                  </a:lnTo>
                  <a:lnTo>
                    <a:pt x="914" y="559"/>
                  </a:lnTo>
                  <a:lnTo>
                    <a:pt x="911" y="557"/>
                  </a:lnTo>
                  <a:lnTo>
                    <a:pt x="908" y="556"/>
                  </a:lnTo>
                  <a:lnTo>
                    <a:pt x="905" y="556"/>
                  </a:lnTo>
                  <a:lnTo>
                    <a:pt x="903" y="555"/>
                  </a:lnTo>
                  <a:lnTo>
                    <a:pt x="901" y="553"/>
                  </a:lnTo>
                  <a:lnTo>
                    <a:pt x="899" y="552"/>
                  </a:lnTo>
                  <a:lnTo>
                    <a:pt x="896" y="553"/>
                  </a:lnTo>
                  <a:lnTo>
                    <a:pt x="893" y="555"/>
                  </a:lnTo>
                  <a:lnTo>
                    <a:pt x="889" y="556"/>
                  </a:lnTo>
                  <a:lnTo>
                    <a:pt x="886" y="555"/>
                  </a:lnTo>
                  <a:lnTo>
                    <a:pt x="885" y="552"/>
                  </a:lnTo>
                  <a:lnTo>
                    <a:pt x="886" y="549"/>
                  </a:lnTo>
                  <a:lnTo>
                    <a:pt x="885" y="546"/>
                  </a:lnTo>
                  <a:lnTo>
                    <a:pt x="883" y="545"/>
                  </a:lnTo>
                  <a:lnTo>
                    <a:pt x="881" y="543"/>
                  </a:lnTo>
                  <a:lnTo>
                    <a:pt x="880" y="541"/>
                  </a:lnTo>
                  <a:lnTo>
                    <a:pt x="880" y="538"/>
                  </a:lnTo>
                  <a:lnTo>
                    <a:pt x="881" y="536"/>
                  </a:lnTo>
                  <a:lnTo>
                    <a:pt x="881" y="534"/>
                  </a:lnTo>
                  <a:lnTo>
                    <a:pt x="880" y="532"/>
                  </a:lnTo>
                  <a:lnTo>
                    <a:pt x="879" y="529"/>
                  </a:lnTo>
                  <a:lnTo>
                    <a:pt x="879" y="527"/>
                  </a:lnTo>
                  <a:lnTo>
                    <a:pt x="879" y="525"/>
                  </a:lnTo>
                  <a:lnTo>
                    <a:pt x="878" y="522"/>
                  </a:lnTo>
                  <a:lnTo>
                    <a:pt x="877" y="519"/>
                  </a:lnTo>
                  <a:lnTo>
                    <a:pt x="875" y="516"/>
                  </a:lnTo>
                  <a:lnTo>
                    <a:pt x="876" y="514"/>
                  </a:lnTo>
                  <a:lnTo>
                    <a:pt x="880" y="513"/>
                  </a:lnTo>
                  <a:lnTo>
                    <a:pt x="885" y="514"/>
                  </a:lnTo>
                  <a:lnTo>
                    <a:pt x="889" y="514"/>
                  </a:lnTo>
                  <a:lnTo>
                    <a:pt x="891" y="513"/>
                  </a:lnTo>
                  <a:lnTo>
                    <a:pt x="892" y="511"/>
                  </a:lnTo>
                  <a:lnTo>
                    <a:pt x="894" y="509"/>
                  </a:lnTo>
                  <a:lnTo>
                    <a:pt x="896" y="507"/>
                  </a:lnTo>
                  <a:lnTo>
                    <a:pt x="899" y="507"/>
                  </a:lnTo>
                  <a:lnTo>
                    <a:pt x="902" y="506"/>
                  </a:lnTo>
                  <a:lnTo>
                    <a:pt x="905" y="505"/>
                  </a:lnTo>
                  <a:lnTo>
                    <a:pt x="908" y="504"/>
                  </a:lnTo>
                  <a:lnTo>
                    <a:pt x="912" y="504"/>
                  </a:lnTo>
                  <a:lnTo>
                    <a:pt x="915" y="506"/>
                  </a:lnTo>
                  <a:lnTo>
                    <a:pt x="918" y="507"/>
                  </a:lnTo>
                  <a:lnTo>
                    <a:pt x="921" y="508"/>
                  </a:lnTo>
                  <a:lnTo>
                    <a:pt x="925" y="508"/>
                  </a:lnTo>
                  <a:lnTo>
                    <a:pt x="928" y="509"/>
                  </a:lnTo>
                  <a:lnTo>
                    <a:pt x="931" y="511"/>
                  </a:lnTo>
                  <a:lnTo>
                    <a:pt x="931" y="514"/>
                  </a:lnTo>
                  <a:lnTo>
                    <a:pt x="931" y="518"/>
                  </a:lnTo>
                  <a:lnTo>
                    <a:pt x="932" y="519"/>
                  </a:lnTo>
                  <a:lnTo>
                    <a:pt x="936" y="520"/>
                  </a:lnTo>
                  <a:lnTo>
                    <a:pt x="941" y="520"/>
                  </a:lnTo>
                  <a:lnTo>
                    <a:pt x="945" y="522"/>
                  </a:lnTo>
                  <a:lnTo>
                    <a:pt x="946" y="524"/>
                  </a:lnTo>
                  <a:lnTo>
                    <a:pt x="947" y="527"/>
                  </a:lnTo>
                  <a:lnTo>
                    <a:pt x="947" y="529"/>
                  </a:lnTo>
                  <a:close/>
                </a:path>
              </a:pathLst>
            </a:custGeom>
            <a:solidFill>
              <a:srgbClr val="ECB78D">
                <a:alpha val="9600"/>
              </a:srgbClr>
            </a:solidFill>
            <a:ln>
              <a:noFill/>
            </a:ln>
          </p:spPr>
          <p:txBody>
            <a:bodyPr anchor="ctr"/>
            <a:lstStyle/>
            <a:p>
              <a:pPr algn="ctr">
                <a:buNone/>
              </a:pPr>
            </a:p>
          </p:txBody>
        </p:sp>
        <p:sp>
          <p:nvSpPr>
            <p:cNvPr id="6560" name="addition:input:27"/>
            <p:cNvSpPr>
              <a:spLocks noGrp="1"/>
            </p:cNvSpPr>
            <p:nvPr/>
          </p:nvSpPr>
          <p:spPr>
            <a:xfrm>
              <a:off x="209550" y="5438775"/>
              <a:ext cx="1598188" cy="1090971"/>
            </a:xfrm>
            <a:custGeom>
              <a:avLst/>
              <a:gdLst/>
              <a:ahLst/>
              <a:cxnLst/>
              <a:rect l="l" t="t" r="r" b="b"/>
              <a:pathLst>
                <a:path w="971" h="582">
                  <a:moveTo>
                    <a:pt x="0" y="0"/>
                  </a:moveTo>
                  <a:moveTo>
                    <a:pt x="962" y="553"/>
                  </a:moveTo>
                  <a:lnTo>
                    <a:pt x="961" y="555"/>
                  </a:lnTo>
                  <a:lnTo>
                    <a:pt x="962" y="558"/>
                  </a:lnTo>
                  <a:lnTo>
                    <a:pt x="963" y="560"/>
                  </a:lnTo>
                  <a:lnTo>
                    <a:pt x="964" y="563"/>
                  </a:lnTo>
                  <a:lnTo>
                    <a:pt x="964" y="565"/>
                  </a:lnTo>
                  <a:lnTo>
                    <a:pt x="964" y="568"/>
                  </a:lnTo>
                  <a:lnTo>
                    <a:pt x="964" y="572"/>
                  </a:lnTo>
                  <a:lnTo>
                    <a:pt x="963" y="574"/>
                  </a:lnTo>
                  <a:lnTo>
                    <a:pt x="960" y="576"/>
                  </a:lnTo>
                  <a:lnTo>
                    <a:pt x="956" y="575"/>
                  </a:lnTo>
                  <a:lnTo>
                    <a:pt x="952" y="575"/>
                  </a:lnTo>
                  <a:lnTo>
                    <a:pt x="949" y="575"/>
                  </a:lnTo>
                  <a:lnTo>
                    <a:pt x="948" y="577"/>
                  </a:lnTo>
                  <a:lnTo>
                    <a:pt x="946" y="579"/>
                  </a:lnTo>
                  <a:lnTo>
                    <a:pt x="944" y="581"/>
                  </a:lnTo>
                  <a:lnTo>
                    <a:pt x="941" y="580"/>
                  </a:lnTo>
                  <a:lnTo>
                    <a:pt x="938" y="579"/>
                  </a:lnTo>
                  <a:lnTo>
                    <a:pt x="935" y="578"/>
                  </a:lnTo>
                  <a:lnTo>
                    <a:pt x="932" y="580"/>
                  </a:lnTo>
                  <a:lnTo>
                    <a:pt x="929" y="581"/>
                  </a:lnTo>
                  <a:lnTo>
                    <a:pt x="925" y="582"/>
                  </a:lnTo>
                  <a:lnTo>
                    <a:pt x="921" y="581"/>
                  </a:lnTo>
                  <a:lnTo>
                    <a:pt x="918" y="580"/>
                  </a:lnTo>
                  <a:lnTo>
                    <a:pt x="915" y="578"/>
                  </a:lnTo>
                  <a:lnTo>
                    <a:pt x="912" y="577"/>
                  </a:lnTo>
                  <a:lnTo>
                    <a:pt x="910" y="574"/>
                  </a:lnTo>
                  <a:lnTo>
                    <a:pt x="909" y="571"/>
                  </a:lnTo>
                  <a:lnTo>
                    <a:pt x="910" y="567"/>
                  </a:lnTo>
                  <a:lnTo>
                    <a:pt x="909" y="565"/>
                  </a:lnTo>
                  <a:lnTo>
                    <a:pt x="906" y="563"/>
                  </a:lnTo>
                  <a:lnTo>
                    <a:pt x="900" y="563"/>
                  </a:lnTo>
                  <a:lnTo>
                    <a:pt x="895" y="561"/>
                  </a:lnTo>
                  <a:lnTo>
                    <a:pt x="893" y="559"/>
                  </a:lnTo>
                  <a:lnTo>
                    <a:pt x="893" y="556"/>
                  </a:lnTo>
                  <a:lnTo>
                    <a:pt x="895" y="553"/>
                  </a:lnTo>
                  <a:lnTo>
                    <a:pt x="895" y="551"/>
                  </a:lnTo>
                  <a:lnTo>
                    <a:pt x="895" y="548"/>
                  </a:lnTo>
                  <a:lnTo>
                    <a:pt x="895" y="545"/>
                  </a:lnTo>
                  <a:lnTo>
                    <a:pt x="897" y="543"/>
                  </a:lnTo>
                  <a:lnTo>
                    <a:pt x="900" y="541"/>
                  </a:lnTo>
                  <a:lnTo>
                    <a:pt x="902" y="540"/>
                  </a:lnTo>
                  <a:lnTo>
                    <a:pt x="904" y="538"/>
                  </a:lnTo>
                  <a:lnTo>
                    <a:pt x="906" y="535"/>
                  </a:lnTo>
                  <a:lnTo>
                    <a:pt x="909" y="534"/>
                  </a:lnTo>
                  <a:lnTo>
                    <a:pt x="913" y="534"/>
                  </a:lnTo>
                  <a:lnTo>
                    <a:pt x="916" y="533"/>
                  </a:lnTo>
                  <a:lnTo>
                    <a:pt x="919" y="531"/>
                  </a:lnTo>
                  <a:lnTo>
                    <a:pt x="920" y="527"/>
                  </a:lnTo>
                  <a:lnTo>
                    <a:pt x="922" y="523"/>
                  </a:lnTo>
                  <a:lnTo>
                    <a:pt x="926" y="521"/>
                  </a:lnTo>
                  <a:lnTo>
                    <a:pt x="930" y="522"/>
                  </a:lnTo>
                  <a:lnTo>
                    <a:pt x="935" y="524"/>
                  </a:lnTo>
                  <a:lnTo>
                    <a:pt x="938" y="527"/>
                  </a:lnTo>
                  <a:lnTo>
                    <a:pt x="941" y="528"/>
                  </a:lnTo>
                  <a:lnTo>
                    <a:pt x="944" y="528"/>
                  </a:lnTo>
                  <a:lnTo>
                    <a:pt x="947" y="529"/>
                  </a:lnTo>
                  <a:lnTo>
                    <a:pt x="949" y="530"/>
                  </a:lnTo>
                  <a:lnTo>
                    <a:pt x="952" y="531"/>
                  </a:lnTo>
                  <a:lnTo>
                    <a:pt x="955" y="531"/>
                  </a:lnTo>
                  <a:lnTo>
                    <a:pt x="959" y="531"/>
                  </a:lnTo>
                  <a:lnTo>
                    <a:pt x="962" y="532"/>
                  </a:lnTo>
                  <a:lnTo>
                    <a:pt x="963" y="534"/>
                  </a:lnTo>
                  <a:lnTo>
                    <a:pt x="963" y="537"/>
                  </a:lnTo>
                  <a:lnTo>
                    <a:pt x="964" y="539"/>
                  </a:lnTo>
                  <a:lnTo>
                    <a:pt x="966" y="541"/>
                  </a:lnTo>
                  <a:lnTo>
                    <a:pt x="969" y="543"/>
                  </a:lnTo>
                  <a:lnTo>
                    <a:pt x="971" y="545"/>
                  </a:lnTo>
                  <a:lnTo>
                    <a:pt x="970" y="548"/>
                  </a:lnTo>
                  <a:lnTo>
                    <a:pt x="966" y="551"/>
                  </a:lnTo>
                  <a:close/>
                </a:path>
              </a:pathLst>
            </a:custGeom>
            <a:solidFill>
              <a:srgbClr val="ECB78D">
                <a:alpha val="9600"/>
              </a:srgbClr>
            </a:solidFill>
            <a:ln>
              <a:noFill/>
            </a:ln>
          </p:spPr>
          <p:txBody>
            <a:bodyPr anchor="ctr"/>
            <a:lstStyle/>
            <a:p>
              <a:pPr algn="ctr">
                <a:buNone/>
              </a:pPr>
            </a:p>
          </p:txBody>
        </p:sp>
        <p:sp>
          <p:nvSpPr>
            <p:cNvPr id="6561" name="addition:input:28"/>
            <p:cNvSpPr>
              <a:spLocks noGrp="1"/>
            </p:cNvSpPr>
            <p:nvPr/>
          </p:nvSpPr>
          <p:spPr>
            <a:xfrm>
              <a:off x="209550" y="5438775"/>
              <a:ext cx="1575145" cy="1139708"/>
            </a:xfrm>
            <a:custGeom>
              <a:avLst/>
              <a:gdLst/>
              <a:ahLst/>
              <a:cxnLst/>
              <a:rect l="l" t="t" r="r" b="b"/>
              <a:pathLst>
                <a:path w="957" h="608">
                  <a:moveTo>
                    <a:pt x="0" y="0"/>
                  </a:moveTo>
                  <a:moveTo>
                    <a:pt x="946" y="577"/>
                  </a:moveTo>
                  <a:lnTo>
                    <a:pt x="949" y="579"/>
                  </a:lnTo>
                  <a:lnTo>
                    <a:pt x="950" y="582"/>
                  </a:lnTo>
                  <a:lnTo>
                    <a:pt x="948" y="584"/>
                  </a:lnTo>
                  <a:lnTo>
                    <a:pt x="946" y="586"/>
                  </a:lnTo>
                  <a:lnTo>
                    <a:pt x="944" y="589"/>
                  </a:lnTo>
                  <a:lnTo>
                    <a:pt x="944" y="591"/>
                  </a:lnTo>
                  <a:lnTo>
                    <a:pt x="944" y="594"/>
                  </a:lnTo>
                  <a:lnTo>
                    <a:pt x="942" y="597"/>
                  </a:lnTo>
                  <a:lnTo>
                    <a:pt x="940" y="599"/>
                  </a:lnTo>
                  <a:lnTo>
                    <a:pt x="937" y="600"/>
                  </a:lnTo>
                  <a:lnTo>
                    <a:pt x="934" y="602"/>
                  </a:lnTo>
                  <a:lnTo>
                    <a:pt x="932" y="604"/>
                  </a:lnTo>
                  <a:lnTo>
                    <a:pt x="928" y="605"/>
                  </a:lnTo>
                  <a:lnTo>
                    <a:pt x="924" y="603"/>
                  </a:lnTo>
                  <a:lnTo>
                    <a:pt x="920" y="601"/>
                  </a:lnTo>
                  <a:lnTo>
                    <a:pt x="917" y="599"/>
                  </a:lnTo>
                  <a:lnTo>
                    <a:pt x="914" y="601"/>
                  </a:lnTo>
                  <a:lnTo>
                    <a:pt x="911" y="604"/>
                  </a:lnTo>
                  <a:lnTo>
                    <a:pt x="907" y="607"/>
                  </a:lnTo>
                  <a:lnTo>
                    <a:pt x="903" y="608"/>
                  </a:lnTo>
                  <a:lnTo>
                    <a:pt x="899" y="607"/>
                  </a:lnTo>
                  <a:lnTo>
                    <a:pt x="896" y="605"/>
                  </a:lnTo>
                  <a:lnTo>
                    <a:pt x="892" y="603"/>
                  </a:lnTo>
                  <a:lnTo>
                    <a:pt x="889" y="602"/>
                  </a:lnTo>
                  <a:lnTo>
                    <a:pt x="886" y="600"/>
                  </a:lnTo>
                  <a:lnTo>
                    <a:pt x="884" y="597"/>
                  </a:lnTo>
                  <a:lnTo>
                    <a:pt x="882" y="594"/>
                  </a:lnTo>
                  <a:lnTo>
                    <a:pt x="880" y="592"/>
                  </a:lnTo>
                  <a:lnTo>
                    <a:pt x="876" y="591"/>
                  </a:lnTo>
                  <a:lnTo>
                    <a:pt x="872" y="589"/>
                  </a:lnTo>
                  <a:lnTo>
                    <a:pt x="870" y="587"/>
                  </a:lnTo>
                  <a:lnTo>
                    <a:pt x="871" y="584"/>
                  </a:lnTo>
                  <a:lnTo>
                    <a:pt x="871" y="581"/>
                  </a:lnTo>
                  <a:lnTo>
                    <a:pt x="869" y="579"/>
                  </a:lnTo>
                  <a:lnTo>
                    <a:pt x="864" y="577"/>
                  </a:lnTo>
                  <a:lnTo>
                    <a:pt x="859" y="574"/>
                  </a:lnTo>
                  <a:lnTo>
                    <a:pt x="857" y="571"/>
                  </a:lnTo>
                  <a:lnTo>
                    <a:pt x="860" y="568"/>
                  </a:lnTo>
                  <a:lnTo>
                    <a:pt x="864" y="566"/>
                  </a:lnTo>
                  <a:lnTo>
                    <a:pt x="869" y="565"/>
                  </a:lnTo>
                  <a:lnTo>
                    <a:pt x="873" y="563"/>
                  </a:lnTo>
                  <a:lnTo>
                    <a:pt x="875" y="562"/>
                  </a:lnTo>
                  <a:lnTo>
                    <a:pt x="879" y="560"/>
                  </a:lnTo>
                  <a:lnTo>
                    <a:pt x="882" y="559"/>
                  </a:lnTo>
                  <a:lnTo>
                    <a:pt x="885" y="557"/>
                  </a:lnTo>
                  <a:lnTo>
                    <a:pt x="886" y="554"/>
                  </a:lnTo>
                  <a:lnTo>
                    <a:pt x="888" y="550"/>
                  </a:lnTo>
                  <a:lnTo>
                    <a:pt x="891" y="548"/>
                  </a:lnTo>
                  <a:lnTo>
                    <a:pt x="896" y="547"/>
                  </a:lnTo>
                  <a:lnTo>
                    <a:pt x="902" y="548"/>
                  </a:lnTo>
                  <a:lnTo>
                    <a:pt x="906" y="549"/>
                  </a:lnTo>
                  <a:lnTo>
                    <a:pt x="911" y="549"/>
                  </a:lnTo>
                  <a:lnTo>
                    <a:pt x="915" y="547"/>
                  </a:lnTo>
                  <a:lnTo>
                    <a:pt x="920" y="546"/>
                  </a:lnTo>
                  <a:lnTo>
                    <a:pt x="924" y="547"/>
                  </a:lnTo>
                  <a:lnTo>
                    <a:pt x="927" y="551"/>
                  </a:lnTo>
                  <a:lnTo>
                    <a:pt x="929" y="553"/>
                  </a:lnTo>
                  <a:lnTo>
                    <a:pt x="932" y="555"/>
                  </a:lnTo>
                  <a:lnTo>
                    <a:pt x="935" y="556"/>
                  </a:lnTo>
                  <a:lnTo>
                    <a:pt x="939" y="556"/>
                  </a:lnTo>
                  <a:lnTo>
                    <a:pt x="942" y="557"/>
                  </a:lnTo>
                  <a:lnTo>
                    <a:pt x="945" y="558"/>
                  </a:lnTo>
                  <a:lnTo>
                    <a:pt x="949" y="559"/>
                  </a:lnTo>
                  <a:lnTo>
                    <a:pt x="953" y="560"/>
                  </a:lnTo>
                  <a:lnTo>
                    <a:pt x="957" y="562"/>
                  </a:lnTo>
                  <a:lnTo>
                    <a:pt x="957" y="565"/>
                  </a:lnTo>
                  <a:lnTo>
                    <a:pt x="953" y="569"/>
                  </a:lnTo>
                  <a:lnTo>
                    <a:pt x="948" y="572"/>
                  </a:lnTo>
                  <a:lnTo>
                    <a:pt x="945" y="575"/>
                  </a:lnTo>
                  <a:close/>
                </a:path>
              </a:pathLst>
            </a:custGeom>
            <a:solidFill>
              <a:srgbClr val="ECB78D">
                <a:alpha val="9600"/>
              </a:srgbClr>
            </a:solidFill>
            <a:ln>
              <a:noFill/>
            </a:ln>
          </p:spPr>
          <p:txBody>
            <a:bodyPr anchor="ctr"/>
            <a:lstStyle/>
            <a:p>
              <a:pPr algn="ctr">
                <a:buNone/>
              </a:pPr>
            </a:p>
          </p:txBody>
        </p:sp>
        <p:sp>
          <p:nvSpPr>
            <p:cNvPr id="6562" name="addition:input:29"/>
            <p:cNvSpPr>
              <a:spLocks noGrp="1"/>
            </p:cNvSpPr>
            <p:nvPr/>
          </p:nvSpPr>
          <p:spPr>
            <a:xfrm>
              <a:off x="209550" y="5438775"/>
              <a:ext cx="1491204" cy="1145332"/>
            </a:xfrm>
            <a:custGeom>
              <a:avLst/>
              <a:gdLst/>
              <a:ahLst/>
              <a:cxnLst/>
              <a:rect l="l" t="t" r="r" b="b"/>
              <a:pathLst>
                <a:path w="906" h="611">
                  <a:moveTo>
                    <a:pt x="0" y="0"/>
                  </a:moveTo>
                  <a:moveTo>
                    <a:pt x="900" y="580"/>
                  </a:moveTo>
                  <a:lnTo>
                    <a:pt x="903" y="582"/>
                  </a:lnTo>
                  <a:lnTo>
                    <a:pt x="905" y="585"/>
                  </a:lnTo>
                  <a:lnTo>
                    <a:pt x="906" y="588"/>
                  </a:lnTo>
                  <a:lnTo>
                    <a:pt x="905" y="590"/>
                  </a:lnTo>
                  <a:lnTo>
                    <a:pt x="902" y="592"/>
                  </a:lnTo>
                  <a:lnTo>
                    <a:pt x="900" y="593"/>
                  </a:lnTo>
                  <a:lnTo>
                    <a:pt x="900" y="596"/>
                  </a:lnTo>
                  <a:lnTo>
                    <a:pt x="901" y="600"/>
                  </a:lnTo>
                  <a:lnTo>
                    <a:pt x="899" y="602"/>
                  </a:lnTo>
                  <a:lnTo>
                    <a:pt x="896" y="603"/>
                  </a:lnTo>
                  <a:lnTo>
                    <a:pt x="891" y="602"/>
                  </a:lnTo>
                  <a:lnTo>
                    <a:pt x="887" y="601"/>
                  </a:lnTo>
                  <a:lnTo>
                    <a:pt x="885" y="602"/>
                  </a:lnTo>
                  <a:lnTo>
                    <a:pt x="882" y="603"/>
                  </a:lnTo>
                  <a:lnTo>
                    <a:pt x="880" y="605"/>
                  </a:lnTo>
                  <a:lnTo>
                    <a:pt x="877" y="606"/>
                  </a:lnTo>
                  <a:lnTo>
                    <a:pt x="874" y="607"/>
                  </a:lnTo>
                  <a:lnTo>
                    <a:pt x="870" y="609"/>
                  </a:lnTo>
                  <a:lnTo>
                    <a:pt x="866" y="611"/>
                  </a:lnTo>
                  <a:lnTo>
                    <a:pt x="862" y="611"/>
                  </a:lnTo>
                  <a:lnTo>
                    <a:pt x="858" y="610"/>
                  </a:lnTo>
                  <a:lnTo>
                    <a:pt x="855" y="606"/>
                  </a:lnTo>
                  <a:lnTo>
                    <a:pt x="854" y="602"/>
                  </a:lnTo>
                  <a:lnTo>
                    <a:pt x="851" y="600"/>
                  </a:lnTo>
                  <a:lnTo>
                    <a:pt x="847" y="600"/>
                  </a:lnTo>
                  <a:lnTo>
                    <a:pt x="843" y="600"/>
                  </a:lnTo>
                  <a:lnTo>
                    <a:pt x="840" y="598"/>
                  </a:lnTo>
                  <a:lnTo>
                    <a:pt x="838" y="595"/>
                  </a:lnTo>
                  <a:lnTo>
                    <a:pt x="837" y="593"/>
                  </a:lnTo>
                  <a:lnTo>
                    <a:pt x="836" y="591"/>
                  </a:lnTo>
                  <a:lnTo>
                    <a:pt x="833" y="589"/>
                  </a:lnTo>
                  <a:lnTo>
                    <a:pt x="829" y="587"/>
                  </a:lnTo>
                  <a:lnTo>
                    <a:pt x="827" y="585"/>
                  </a:lnTo>
                  <a:lnTo>
                    <a:pt x="827" y="582"/>
                  </a:lnTo>
                  <a:lnTo>
                    <a:pt x="826" y="580"/>
                  </a:lnTo>
                  <a:lnTo>
                    <a:pt x="826" y="577"/>
                  </a:lnTo>
                  <a:lnTo>
                    <a:pt x="826" y="574"/>
                  </a:lnTo>
                  <a:lnTo>
                    <a:pt x="829" y="572"/>
                  </a:lnTo>
                  <a:lnTo>
                    <a:pt x="834" y="570"/>
                  </a:lnTo>
                  <a:lnTo>
                    <a:pt x="840" y="569"/>
                  </a:lnTo>
                  <a:lnTo>
                    <a:pt x="843" y="568"/>
                  </a:lnTo>
                  <a:lnTo>
                    <a:pt x="844" y="566"/>
                  </a:lnTo>
                  <a:lnTo>
                    <a:pt x="843" y="562"/>
                  </a:lnTo>
                  <a:lnTo>
                    <a:pt x="843" y="558"/>
                  </a:lnTo>
                  <a:lnTo>
                    <a:pt x="845" y="556"/>
                  </a:lnTo>
                  <a:lnTo>
                    <a:pt x="849" y="555"/>
                  </a:lnTo>
                  <a:lnTo>
                    <a:pt x="853" y="554"/>
                  </a:lnTo>
                  <a:lnTo>
                    <a:pt x="857" y="553"/>
                  </a:lnTo>
                  <a:lnTo>
                    <a:pt x="860" y="552"/>
                  </a:lnTo>
                  <a:lnTo>
                    <a:pt x="863" y="551"/>
                  </a:lnTo>
                  <a:lnTo>
                    <a:pt x="867" y="552"/>
                  </a:lnTo>
                  <a:lnTo>
                    <a:pt x="871" y="553"/>
                  </a:lnTo>
                  <a:lnTo>
                    <a:pt x="874" y="553"/>
                  </a:lnTo>
                  <a:lnTo>
                    <a:pt x="877" y="553"/>
                  </a:lnTo>
                  <a:lnTo>
                    <a:pt x="880" y="553"/>
                  </a:lnTo>
                  <a:lnTo>
                    <a:pt x="882" y="554"/>
                  </a:lnTo>
                  <a:lnTo>
                    <a:pt x="884" y="557"/>
                  </a:lnTo>
                  <a:lnTo>
                    <a:pt x="885" y="559"/>
                  </a:lnTo>
                  <a:lnTo>
                    <a:pt x="888" y="559"/>
                  </a:lnTo>
                  <a:lnTo>
                    <a:pt x="893" y="557"/>
                  </a:lnTo>
                  <a:lnTo>
                    <a:pt x="898" y="557"/>
                  </a:lnTo>
                  <a:lnTo>
                    <a:pt x="902" y="558"/>
                  </a:lnTo>
                  <a:lnTo>
                    <a:pt x="902" y="561"/>
                  </a:lnTo>
                  <a:lnTo>
                    <a:pt x="901" y="565"/>
                  </a:lnTo>
                  <a:lnTo>
                    <a:pt x="900" y="568"/>
                  </a:lnTo>
                  <a:lnTo>
                    <a:pt x="900" y="570"/>
                  </a:lnTo>
                  <a:lnTo>
                    <a:pt x="900" y="573"/>
                  </a:lnTo>
                  <a:lnTo>
                    <a:pt x="900" y="575"/>
                  </a:lnTo>
                  <a:lnTo>
                    <a:pt x="899" y="577"/>
                  </a:lnTo>
                  <a:close/>
                </a:path>
              </a:pathLst>
            </a:custGeom>
            <a:solidFill>
              <a:srgbClr val="ECB78D">
                <a:alpha val="9600"/>
              </a:srgbClr>
            </a:solidFill>
            <a:ln>
              <a:noFill/>
            </a:ln>
          </p:spPr>
          <p:txBody>
            <a:bodyPr anchor="ctr"/>
            <a:lstStyle/>
            <a:p>
              <a:pPr algn="ctr">
                <a:buNone/>
              </a:pPr>
            </a:p>
          </p:txBody>
        </p:sp>
        <p:sp>
          <p:nvSpPr>
            <p:cNvPr id="6563" name="addition:input:30"/>
            <p:cNvSpPr>
              <a:spLocks noGrp="1"/>
            </p:cNvSpPr>
            <p:nvPr/>
          </p:nvSpPr>
          <p:spPr>
            <a:xfrm>
              <a:off x="209550" y="5438775"/>
              <a:ext cx="1435242" cy="1115339"/>
            </a:xfrm>
            <a:custGeom>
              <a:avLst/>
              <a:gdLst/>
              <a:ahLst/>
              <a:cxnLst/>
              <a:rect l="l" t="t" r="r" b="b"/>
              <a:pathLst>
                <a:path w="872" h="595">
                  <a:moveTo>
                    <a:pt x="0" y="0"/>
                  </a:moveTo>
                  <a:moveTo>
                    <a:pt x="869" y="569"/>
                  </a:moveTo>
                  <a:lnTo>
                    <a:pt x="871" y="572"/>
                  </a:lnTo>
                  <a:lnTo>
                    <a:pt x="872" y="574"/>
                  </a:lnTo>
                  <a:lnTo>
                    <a:pt x="870" y="576"/>
                  </a:lnTo>
                  <a:lnTo>
                    <a:pt x="869" y="578"/>
                  </a:lnTo>
                  <a:lnTo>
                    <a:pt x="867" y="580"/>
                  </a:lnTo>
                  <a:lnTo>
                    <a:pt x="865" y="582"/>
                  </a:lnTo>
                  <a:lnTo>
                    <a:pt x="861" y="582"/>
                  </a:lnTo>
                  <a:lnTo>
                    <a:pt x="858" y="583"/>
                  </a:lnTo>
                  <a:lnTo>
                    <a:pt x="855" y="583"/>
                  </a:lnTo>
                  <a:lnTo>
                    <a:pt x="854" y="586"/>
                  </a:lnTo>
                  <a:lnTo>
                    <a:pt x="854" y="589"/>
                  </a:lnTo>
                  <a:lnTo>
                    <a:pt x="853" y="592"/>
                  </a:lnTo>
                  <a:lnTo>
                    <a:pt x="850" y="594"/>
                  </a:lnTo>
                  <a:lnTo>
                    <a:pt x="846" y="594"/>
                  </a:lnTo>
                  <a:lnTo>
                    <a:pt x="843" y="593"/>
                  </a:lnTo>
                  <a:lnTo>
                    <a:pt x="839" y="593"/>
                  </a:lnTo>
                  <a:lnTo>
                    <a:pt x="836" y="594"/>
                  </a:lnTo>
                  <a:lnTo>
                    <a:pt x="833" y="595"/>
                  </a:lnTo>
                  <a:lnTo>
                    <a:pt x="830" y="594"/>
                  </a:lnTo>
                  <a:lnTo>
                    <a:pt x="828" y="592"/>
                  </a:lnTo>
                  <a:lnTo>
                    <a:pt x="825" y="591"/>
                  </a:lnTo>
                  <a:lnTo>
                    <a:pt x="823" y="590"/>
                  </a:lnTo>
                  <a:lnTo>
                    <a:pt x="821" y="589"/>
                  </a:lnTo>
                  <a:lnTo>
                    <a:pt x="819" y="588"/>
                  </a:lnTo>
                  <a:lnTo>
                    <a:pt x="817" y="586"/>
                  </a:lnTo>
                  <a:lnTo>
                    <a:pt x="816" y="585"/>
                  </a:lnTo>
                  <a:lnTo>
                    <a:pt x="814" y="584"/>
                  </a:lnTo>
                  <a:lnTo>
                    <a:pt x="810" y="584"/>
                  </a:lnTo>
                  <a:lnTo>
                    <a:pt x="806" y="584"/>
                  </a:lnTo>
                  <a:lnTo>
                    <a:pt x="804" y="582"/>
                  </a:lnTo>
                  <a:lnTo>
                    <a:pt x="805" y="579"/>
                  </a:lnTo>
                  <a:lnTo>
                    <a:pt x="808" y="576"/>
                  </a:lnTo>
                  <a:lnTo>
                    <a:pt x="810" y="573"/>
                  </a:lnTo>
                  <a:lnTo>
                    <a:pt x="811" y="571"/>
                  </a:lnTo>
                  <a:lnTo>
                    <a:pt x="811" y="569"/>
                  </a:lnTo>
                  <a:lnTo>
                    <a:pt x="810" y="567"/>
                  </a:lnTo>
                  <a:lnTo>
                    <a:pt x="811" y="566"/>
                  </a:lnTo>
                  <a:lnTo>
                    <a:pt x="812" y="564"/>
                  </a:lnTo>
                  <a:lnTo>
                    <a:pt x="812" y="561"/>
                  </a:lnTo>
                  <a:lnTo>
                    <a:pt x="811" y="559"/>
                  </a:lnTo>
                  <a:lnTo>
                    <a:pt x="811" y="557"/>
                  </a:lnTo>
                  <a:lnTo>
                    <a:pt x="813" y="555"/>
                  </a:lnTo>
                  <a:lnTo>
                    <a:pt x="816" y="554"/>
                  </a:lnTo>
                  <a:lnTo>
                    <a:pt x="818" y="552"/>
                  </a:lnTo>
                  <a:lnTo>
                    <a:pt x="819" y="550"/>
                  </a:lnTo>
                  <a:lnTo>
                    <a:pt x="819" y="548"/>
                  </a:lnTo>
                  <a:lnTo>
                    <a:pt x="821" y="546"/>
                  </a:lnTo>
                  <a:lnTo>
                    <a:pt x="824" y="546"/>
                  </a:lnTo>
                  <a:lnTo>
                    <a:pt x="827" y="548"/>
                  </a:lnTo>
                  <a:lnTo>
                    <a:pt x="830" y="550"/>
                  </a:lnTo>
                  <a:lnTo>
                    <a:pt x="832" y="550"/>
                  </a:lnTo>
                  <a:lnTo>
                    <a:pt x="834" y="549"/>
                  </a:lnTo>
                  <a:lnTo>
                    <a:pt x="836" y="547"/>
                  </a:lnTo>
                  <a:lnTo>
                    <a:pt x="839" y="546"/>
                  </a:lnTo>
                  <a:lnTo>
                    <a:pt x="841" y="545"/>
                  </a:lnTo>
                  <a:lnTo>
                    <a:pt x="844" y="545"/>
                  </a:lnTo>
                  <a:lnTo>
                    <a:pt x="847" y="545"/>
                  </a:lnTo>
                  <a:lnTo>
                    <a:pt x="850" y="546"/>
                  </a:lnTo>
                  <a:lnTo>
                    <a:pt x="852" y="548"/>
                  </a:lnTo>
                  <a:lnTo>
                    <a:pt x="853" y="551"/>
                  </a:lnTo>
                  <a:lnTo>
                    <a:pt x="854" y="554"/>
                  </a:lnTo>
                  <a:lnTo>
                    <a:pt x="855" y="556"/>
                  </a:lnTo>
                  <a:lnTo>
                    <a:pt x="858" y="556"/>
                  </a:lnTo>
                  <a:lnTo>
                    <a:pt x="861" y="557"/>
                  </a:lnTo>
                  <a:lnTo>
                    <a:pt x="864" y="559"/>
                  </a:lnTo>
                  <a:lnTo>
                    <a:pt x="864" y="561"/>
                  </a:lnTo>
                  <a:lnTo>
                    <a:pt x="864" y="564"/>
                  </a:lnTo>
                  <a:lnTo>
                    <a:pt x="864" y="566"/>
                  </a:lnTo>
                  <a:lnTo>
                    <a:pt x="866" y="567"/>
                  </a:lnTo>
                  <a:close/>
                </a:path>
              </a:pathLst>
            </a:custGeom>
            <a:solidFill>
              <a:srgbClr val="ECB78D">
                <a:alpha val="9600"/>
              </a:srgbClr>
            </a:solidFill>
            <a:ln>
              <a:noFill/>
            </a:ln>
          </p:spPr>
          <p:txBody>
            <a:bodyPr anchor="ctr"/>
            <a:lstStyle/>
            <a:p>
              <a:pPr algn="ctr">
                <a:buNone/>
              </a:pPr>
            </a:p>
          </p:txBody>
        </p:sp>
        <p:sp>
          <p:nvSpPr>
            <p:cNvPr id="6564" name="addition:input:31"/>
            <p:cNvSpPr>
              <a:spLocks noGrp="1"/>
            </p:cNvSpPr>
            <p:nvPr/>
          </p:nvSpPr>
          <p:spPr>
            <a:xfrm>
              <a:off x="209550" y="5438775"/>
              <a:ext cx="1542227" cy="1128461"/>
            </a:xfrm>
            <a:custGeom>
              <a:avLst/>
              <a:gdLst/>
              <a:ahLst/>
              <a:cxnLst/>
              <a:rect l="l" t="t" r="r" b="b"/>
              <a:pathLst>
                <a:path w="937" h="602">
                  <a:moveTo>
                    <a:pt x="0" y="0"/>
                  </a:moveTo>
                  <a:moveTo>
                    <a:pt x="929" y="565"/>
                  </a:moveTo>
                  <a:lnTo>
                    <a:pt x="935" y="568"/>
                  </a:lnTo>
                  <a:lnTo>
                    <a:pt x="937" y="571"/>
                  </a:lnTo>
                  <a:lnTo>
                    <a:pt x="936" y="574"/>
                  </a:lnTo>
                  <a:lnTo>
                    <a:pt x="933" y="576"/>
                  </a:lnTo>
                  <a:lnTo>
                    <a:pt x="930" y="579"/>
                  </a:lnTo>
                  <a:lnTo>
                    <a:pt x="930" y="581"/>
                  </a:lnTo>
                  <a:lnTo>
                    <a:pt x="930" y="584"/>
                  </a:lnTo>
                  <a:lnTo>
                    <a:pt x="928" y="587"/>
                  </a:lnTo>
                  <a:lnTo>
                    <a:pt x="924" y="588"/>
                  </a:lnTo>
                  <a:lnTo>
                    <a:pt x="920" y="589"/>
                  </a:lnTo>
                  <a:lnTo>
                    <a:pt x="916" y="589"/>
                  </a:lnTo>
                  <a:lnTo>
                    <a:pt x="913" y="591"/>
                  </a:lnTo>
                  <a:lnTo>
                    <a:pt x="910" y="592"/>
                  </a:lnTo>
                  <a:lnTo>
                    <a:pt x="906" y="592"/>
                  </a:lnTo>
                  <a:lnTo>
                    <a:pt x="902" y="592"/>
                  </a:lnTo>
                  <a:lnTo>
                    <a:pt x="899" y="593"/>
                  </a:lnTo>
                  <a:lnTo>
                    <a:pt x="895" y="596"/>
                  </a:lnTo>
                  <a:lnTo>
                    <a:pt x="890" y="600"/>
                  </a:lnTo>
                  <a:lnTo>
                    <a:pt x="885" y="602"/>
                  </a:lnTo>
                  <a:lnTo>
                    <a:pt x="880" y="600"/>
                  </a:lnTo>
                  <a:lnTo>
                    <a:pt x="876" y="596"/>
                  </a:lnTo>
                  <a:lnTo>
                    <a:pt x="873" y="592"/>
                  </a:lnTo>
                  <a:lnTo>
                    <a:pt x="870" y="590"/>
                  </a:lnTo>
                  <a:lnTo>
                    <a:pt x="866" y="589"/>
                  </a:lnTo>
                  <a:lnTo>
                    <a:pt x="862" y="588"/>
                  </a:lnTo>
                  <a:lnTo>
                    <a:pt x="858" y="586"/>
                  </a:lnTo>
                  <a:lnTo>
                    <a:pt x="855" y="584"/>
                  </a:lnTo>
                  <a:lnTo>
                    <a:pt x="852" y="582"/>
                  </a:lnTo>
                  <a:lnTo>
                    <a:pt x="848" y="581"/>
                  </a:lnTo>
                  <a:lnTo>
                    <a:pt x="844" y="579"/>
                  </a:lnTo>
                  <a:lnTo>
                    <a:pt x="842" y="577"/>
                  </a:lnTo>
                  <a:lnTo>
                    <a:pt x="842" y="574"/>
                  </a:lnTo>
                  <a:lnTo>
                    <a:pt x="842" y="571"/>
                  </a:lnTo>
                  <a:lnTo>
                    <a:pt x="841" y="568"/>
                  </a:lnTo>
                  <a:lnTo>
                    <a:pt x="839" y="565"/>
                  </a:lnTo>
                  <a:lnTo>
                    <a:pt x="837" y="562"/>
                  </a:lnTo>
                  <a:lnTo>
                    <a:pt x="839" y="559"/>
                  </a:lnTo>
                  <a:lnTo>
                    <a:pt x="845" y="557"/>
                  </a:lnTo>
                  <a:lnTo>
                    <a:pt x="852" y="556"/>
                  </a:lnTo>
                  <a:lnTo>
                    <a:pt x="857" y="555"/>
                  </a:lnTo>
                  <a:lnTo>
                    <a:pt x="858" y="552"/>
                  </a:lnTo>
                  <a:lnTo>
                    <a:pt x="858" y="549"/>
                  </a:lnTo>
                  <a:lnTo>
                    <a:pt x="858" y="545"/>
                  </a:lnTo>
                  <a:lnTo>
                    <a:pt x="860" y="543"/>
                  </a:lnTo>
                  <a:lnTo>
                    <a:pt x="863" y="540"/>
                  </a:lnTo>
                  <a:lnTo>
                    <a:pt x="866" y="538"/>
                  </a:lnTo>
                  <a:lnTo>
                    <a:pt x="869" y="535"/>
                  </a:lnTo>
                  <a:lnTo>
                    <a:pt x="874" y="534"/>
                  </a:lnTo>
                  <a:lnTo>
                    <a:pt x="879" y="535"/>
                  </a:lnTo>
                  <a:lnTo>
                    <a:pt x="884" y="537"/>
                  </a:lnTo>
                  <a:lnTo>
                    <a:pt x="888" y="538"/>
                  </a:lnTo>
                  <a:lnTo>
                    <a:pt x="891" y="537"/>
                  </a:lnTo>
                  <a:lnTo>
                    <a:pt x="894" y="536"/>
                  </a:lnTo>
                  <a:lnTo>
                    <a:pt x="898" y="534"/>
                  </a:lnTo>
                  <a:lnTo>
                    <a:pt x="901" y="536"/>
                  </a:lnTo>
                  <a:lnTo>
                    <a:pt x="904" y="538"/>
                  </a:lnTo>
                  <a:lnTo>
                    <a:pt x="906" y="541"/>
                  </a:lnTo>
                  <a:lnTo>
                    <a:pt x="909" y="541"/>
                  </a:lnTo>
                  <a:lnTo>
                    <a:pt x="914" y="540"/>
                  </a:lnTo>
                  <a:lnTo>
                    <a:pt x="919" y="539"/>
                  </a:lnTo>
                  <a:lnTo>
                    <a:pt x="923" y="541"/>
                  </a:lnTo>
                  <a:lnTo>
                    <a:pt x="925" y="543"/>
                  </a:lnTo>
                  <a:lnTo>
                    <a:pt x="926" y="546"/>
                  </a:lnTo>
                  <a:lnTo>
                    <a:pt x="927" y="549"/>
                  </a:lnTo>
                  <a:lnTo>
                    <a:pt x="928" y="552"/>
                  </a:lnTo>
                  <a:lnTo>
                    <a:pt x="927" y="555"/>
                  </a:lnTo>
                  <a:lnTo>
                    <a:pt x="925" y="558"/>
                  </a:lnTo>
                  <a:lnTo>
                    <a:pt x="923" y="561"/>
                  </a:lnTo>
                  <a:lnTo>
                    <a:pt x="924" y="563"/>
                  </a:lnTo>
                  <a:close/>
                </a:path>
              </a:pathLst>
            </a:custGeom>
            <a:solidFill>
              <a:srgbClr val="ECB78D">
                <a:alpha val="9600"/>
              </a:srgbClr>
            </a:solidFill>
            <a:ln>
              <a:noFill/>
            </a:ln>
          </p:spPr>
          <p:txBody>
            <a:bodyPr anchor="ctr"/>
            <a:lstStyle/>
            <a:p>
              <a:pPr algn="ctr">
                <a:buNone/>
              </a:pPr>
            </a:p>
          </p:txBody>
        </p:sp>
        <p:sp>
          <p:nvSpPr>
            <p:cNvPr id="6565" name="addition:input:32"/>
            <p:cNvSpPr>
              <a:spLocks noGrp="1"/>
            </p:cNvSpPr>
            <p:nvPr/>
          </p:nvSpPr>
          <p:spPr>
            <a:xfrm>
              <a:off x="209550" y="5438775"/>
              <a:ext cx="1580083" cy="1143457"/>
            </a:xfrm>
            <a:custGeom>
              <a:avLst/>
              <a:gdLst/>
              <a:ahLst/>
              <a:cxnLst/>
              <a:rect l="l" t="t" r="r" b="b"/>
              <a:pathLst>
                <a:path w="960" h="610">
                  <a:moveTo>
                    <a:pt x="0" y="0"/>
                  </a:moveTo>
                  <a:moveTo>
                    <a:pt x="953" y="560"/>
                  </a:moveTo>
                  <a:lnTo>
                    <a:pt x="954" y="564"/>
                  </a:lnTo>
                  <a:lnTo>
                    <a:pt x="953" y="568"/>
                  </a:lnTo>
                  <a:lnTo>
                    <a:pt x="950" y="572"/>
                  </a:lnTo>
                  <a:lnTo>
                    <a:pt x="945" y="575"/>
                  </a:lnTo>
                  <a:lnTo>
                    <a:pt x="941" y="578"/>
                  </a:lnTo>
                  <a:lnTo>
                    <a:pt x="938" y="581"/>
                  </a:lnTo>
                  <a:lnTo>
                    <a:pt x="935" y="585"/>
                  </a:lnTo>
                  <a:lnTo>
                    <a:pt x="931" y="588"/>
                  </a:lnTo>
                  <a:lnTo>
                    <a:pt x="925" y="590"/>
                  </a:lnTo>
                  <a:lnTo>
                    <a:pt x="920" y="592"/>
                  </a:lnTo>
                  <a:lnTo>
                    <a:pt x="917" y="596"/>
                  </a:lnTo>
                  <a:lnTo>
                    <a:pt x="915" y="602"/>
                  </a:lnTo>
                  <a:lnTo>
                    <a:pt x="912" y="608"/>
                  </a:lnTo>
                  <a:lnTo>
                    <a:pt x="906" y="610"/>
                  </a:lnTo>
                  <a:lnTo>
                    <a:pt x="898" y="608"/>
                  </a:lnTo>
                  <a:lnTo>
                    <a:pt x="891" y="603"/>
                  </a:lnTo>
                  <a:lnTo>
                    <a:pt x="886" y="600"/>
                  </a:lnTo>
                  <a:lnTo>
                    <a:pt x="881" y="599"/>
                  </a:lnTo>
                  <a:lnTo>
                    <a:pt x="877" y="599"/>
                  </a:lnTo>
                  <a:lnTo>
                    <a:pt x="872" y="600"/>
                  </a:lnTo>
                  <a:lnTo>
                    <a:pt x="868" y="599"/>
                  </a:lnTo>
                  <a:lnTo>
                    <a:pt x="863" y="599"/>
                  </a:lnTo>
                  <a:lnTo>
                    <a:pt x="858" y="599"/>
                  </a:lnTo>
                  <a:lnTo>
                    <a:pt x="852" y="599"/>
                  </a:lnTo>
                  <a:lnTo>
                    <a:pt x="847" y="598"/>
                  </a:lnTo>
                  <a:lnTo>
                    <a:pt x="845" y="594"/>
                  </a:lnTo>
                  <a:lnTo>
                    <a:pt x="844" y="589"/>
                  </a:lnTo>
                  <a:lnTo>
                    <a:pt x="843" y="585"/>
                  </a:lnTo>
                  <a:lnTo>
                    <a:pt x="839" y="583"/>
                  </a:lnTo>
                  <a:lnTo>
                    <a:pt x="833" y="580"/>
                  </a:lnTo>
                  <a:lnTo>
                    <a:pt x="830" y="577"/>
                  </a:lnTo>
                  <a:lnTo>
                    <a:pt x="832" y="572"/>
                  </a:lnTo>
                  <a:lnTo>
                    <a:pt x="837" y="567"/>
                  </a:lnTo>
                  <a:lnTo>
                    <a:pt x="842" y="563"/>
                  </a:lnTo>
                  <a:lnTo>
                    <a:pt x="842" y="560"/>
                  </a:lnTo>
                  <a:lnTo>
                    <a:pt x="838" y="556"/>
                  </a:lnTo>
                  <a:lnTo>
                    <a:pt x="833" y="552"/>
                  </a:lnTo>
                  <a:lnTo>
                    <a:pt x="830" y="548"/>
                  </a:lnTo>
                  <a:lnTo>
                    <a:pt x="829" y="543"/>
                  </a:lnTo>
                  <a:lnTo>
                    <a:pt x="830" y="539"/>
                  </a:lnTo>
                  <a:lnTo>
                    <a:pt x="830" y="535"/>
                  </a:lnTo>
                  <a:lnTo>
                    <a:pt x="832" y="531"/>
                  </a:lnTo>
                  <a:lnTo>
                    <a:pt x="837" y="529"/>
                  </a:lnTo>
                  <a:lnTo>
                    <a:pt x="845" y="529"/>
                  </a:lnTo>
                  <a:lnTo>
                    <a:pt x="851" y="529"/>
                  </a:lnTo>
                  <a:lnTo>
                    <a:pt x="856" y="528"/>
                  </a:lnTo>
                  <a:lnTo>
                    <a:pt x="858" y="524"/>
                  </a:lnTo>
                  <a:lnTo>
                    <a:pt x="860" y="520"/>
                  </a:lnTo>
                  <a:lnTo>
                    <a:pt x="864" y="517"/>
                  </a:lnTo>
                  <a:lnTo>
                    <a:pt x="870" y="517"/>
                  </a:lnTo>
                  <a:lnTo>
                    <a:pt x="875" y="519"/>
                  </a:lnTo>
                  <a:lnTo>
                    <a:pt x="881" y="519"/>
                  </a:lnTo>
                  <a:lnTo>
                    <a:pt x="886" y="517"/>
                  </a:lnTo>
                  <a:lnTo>
                    <a:pt x="893" y="514"/>
                  </a:lnTo>
                  <a:lnTo>
                    <a:pt x="900" y="512"/>
                  </a:lnTo>
                  <a:lnTo>
                    <a:pt x="906" y="514"/>
                  </a:lnTo>
                  <a:lnTo>
                    <a:pt x="912" y="517"/>
                  </a:lnTo>
                  <a:lnTo>
                    <a:pt x="917" y="519"/>
                  </a:lnTo>
                  <a:lnTo>
                    <a:pt x="922" y="522"/>
                  </a:lnTo>
                  <a:lnTo>
                    <a:pt x="926" y="526"/>
                  </a:lnTo>
                  <a:lnTo>
                    <a:pt x="928" y="531"/>
                  </a:lnTo>
                  <a:lnTo>
                    <a:pt x="929" y="536"/>
                  </a:lnTo>
                  <a:lnTo>
                    <a:pt x="931" y="539"/>
                  </a:lnTo>
                  <a:lnTo>
                    <a:pt x="938" y="540"/>
                  </a:lnTo>
                  <a:lnTo>
                    <a:pt x="948" y="541"/>
                  </a:lnTo>
                  <a:lnTo>
                    <a:pt x="957" y="543"/>
                  </a:lnTo>
                  <a:lnTo>
                    <a:pt x="960" y="547"/>
                  </a:lnTo>
                  <a:lnTo>
                    <a:pt x="958" y="551"/>
                  </a:lnTo>
                  <a:lnTo>
                    <a:pt x="955" y="556"/>
                  </a:lnTo>
                  <a:close/>
                </a:path>
              </a:pathLst>
            </a:custGeom>
            <a:solidFill>
              <a:srgbClr val="E18B48">
                <a:alpha val="11100"/>
              </a:srgbClr>
            </a:solidFill>
            <a:ln>
              <a:noFill/>
            </a:ln>
          </p:spPr>
          <p:txBody>
            <a:bodyPr anchor="ctr"/>
            <a:lstStyle/>
            <a:p>
              <a:pPr algn="ctr">
                <a:buNone/>
              </a:pPr>
            </a:p>
          </p:txBody>
        </p:sp>
        <p:sp>
          <p:nvSpPr>
            <p:cNvPr id="6566" name="addition:input:33"/>
            <p:cNvSpPr>
              <a:spLocks noGrp="1"/>
            </p:cNvSpPr>
            <p:nvPr/>
          </p:nvSpPr>
          <p:spPr>
            <a:xfrm>
              <a:off x="209550" y="5438775"/>
              <a:ext cx="1473098" cy="1074100"/>
            </a:xfrm>
            <a:custGeom>
              <a:avLst/>
              <a:gdLst/>
              <a:ahLst/>
              <a:cxnLst/>
              <a:rect l="l" t="t" r="r" b="b"/>
              <a:pathLst>
                <a:path w="895" h="573">
                  <a:moveTo>
                    <a:pt x="0" y="0"/>
                  </a:moveTo>
                  <a:moveTo>
                    <a:pt x="893" y="548"/>
                  </a:moveTo>
                  <a:lnTo>
                    <a:pt x="895" y="550"/>
                  </a:lnTo>
                  <a:lnTo>
                    <a:pt x="895" y="552"/>
                  </a:lnTo>
                  <a:lnTo>
                    <a:pt x="894" y="554"/>
                  </a:lnTo>
                  <a:lnTo>
                    <a:pt x="893" y="556"/>
                  </a:lnTo>
                  <a:lnTo>
                    <a:pt x="891" y="558"/>
                  </a:lnTo>
                  <a:lnTo>
                    <a:pt x="889" y="559"/>
                  </a:lnTo>
                  <a:lnTo>
                    <a:pt x="887" y="560"/>
                  </a:lnTo>
                  <a:lnTo>
                    <a:pt x="884" y="561"/>
                  </a:lnTo>
                  <a:lnTo>
                    <a:pt x="882" y="562"/>
                  </a:lnTo>
                  <a:lnTo>
                    <a:pt x="881" y="564"/>
                  </a:lnTo>
                  <a:lnTo>
                    <a:pt x="880" y="567"/>
                  </a:lnTo>
                  <a:lnTo>
                    <a:pt x="878" y="568"/>
                  </a:lnTo>
                  <a:lnTo>
                    <a:pt x="875" y="569"/>
                  </a:lnTo>
                  <a:lnTo>
                    <a:pt x="872" y="568"/>
                  </a:lnTo>
                  <a:lnTo>
                    <a:pt x="869" y="568"/>
                  </a:lnTo>
                  <a:lnTo>
                    <a:pt x="867" y="570"/>
                  </a:lnTo>
                  <a:lnTo>
                    <a:pt x="864" y="572"/>
                  </a:lnTo>
                  <a:lnTo>
                    <a:pt x="861" y="573"/>
                  </a:lnTo>
                  <a:lnTo>
                    <a:pt x="857" y="573"/>
                  </a:lnTo>
                  <a:lnTo>
                    <a:pt x="855" y="571"/>
                  </a:lnTo>
                  <a:lnTo>
                    <a:pt x="853" y="569"/>
                  </a:lnTo>
                  <a:lnTo>
                    <a:pt x="850" y="567"/>
                  </a:lnTo>
                  <a:lnTo>
                    <a:pt x="848" y="566"/>
                  </a:lnTo>
                  <a:lnTo>
                    <a:pt x="847" y="564"/>
                  </a:lnTo>
                  <a:lnTo>
                    <a:pt x="845" y="563"/>
                  </a:lnTo>
                  <a:lnTo>
                    <a:pt x="843" y="562"/>
                  </a:lnTo>
                  <a:lnTo>
                    <a:pt x="840" y="562"/>
                  </a:lnTo>
                  <a:lnTo>
                    <a:pt x="836" y="562"/>
                  </a:lnTo>
                  <a:lnTo>
                    <a:pt x="833" y="561"/>
                  </a:lnTo>
                  <a:lnTo>
                    <a:pt x="832" y="559"/>
                  </a:lnTo>
                  <a:lnTo>
                    <a:pt x="833" y="556"/>
                  </a:lnTo>
                  <a:lnTo>
                    <a:pt x="835" y="554"/>
                  </a:lnTo>
                  <a:lnTo>
                    <a:pt x="836" y="552"/>
                  </a:lnTo>
                  <a:lnTo>
                    <a:pt x="835" y="550"/>
                  </a:lnTo>
                  <a:lnTo>
                    <a:pt x="835" y="548"/>
                  </a:lnTo>
                  <a:lnTo>
                    <a:pt x="835" y="546"/>
                  </a:lnTo>
                  <a:lnTo>
                    <a:pt x="837" y="544"/>
                  </a:lnTo>
                  <a:lnTo>
                    <a:pt x="839" y="542"/>
                  </a:lnTo>
                  <a:lnTo>
                    <a:pt x="841" y="541"/>
                  </a:lnTo>
                  <a:lnTo>
                    <a:pt x="841" y="539"/>
                  </a:lnTo>
                  <a:lnTo>
                    <a:pt x="841" y="537"/>
                  </a:lnTo>
                  <a:lnTo>
                    <a:pt x="843" y="535"/>
                  </a:lnTo>
                  <a:lnTo>
                    <a:pt x="844" y="533"/>
                  </a:lnTo>
                  <a:lnTo>
                    <a:pt x="845" y="531"/>
                  </a:lnTo>
                  <a:lnTo>
                    <a:pt x="845" y="529"/>
                  </a:lnTo>
                  <a:lnTo>
                    <a:pt x="846" y="526"/>
                  </a:lnTo>
                  <a:lnTo>
                    <a:pt x="849" y="525"/>
                  </a:lnTo>
                  <a:lnTo>
                    <a:pt x="852" y="526"/>
                  </a:lnTo>
                  <a:lnTo>
                    <a:pt x="856" y="528"/>
                  </a:lnTo>
                  <a:lnTo>
                    <a:pt x="858" y="530"/>
                  </a:lnTo>
                  <a:lnTo>
                    <a:pt x="860" y="529"/>
                  </a:lnTo>
                  <a:lnTo>
                    <a:pt x="861" y="528"/>
                  </a:lnTo>
                  <a:lnTo>
                    <a:pt x="863" y="526"/>
                  </a:lnTo>
                  <a:lnTo>
                    <a:pt x="866" y="526"/>
                  </a:lnTo>
                  <a:lnTo>
                    <a:pt x="868" y="526"/>
                  </a:lnTo>
                  <a:lnTo>
                    <a:pt x="870" y="526"/>
                  </a:lnTo>
                  <a:lnTo>
                    <a:pt x="872" y="526"/>
                  </a:lnTo>
                  <a:lnTo>
                    <a:pt x="875" y="527"/>
                  </a:lnTo>
                  <a:lnTo>
                    <a:pt x="877" y="528"/>
                  </a:lnTo>
                  <a:lnTo>
                    <a:pt x="879" y="530"/>
                  </a:lnTo>
                  <a:lnTo>
                    <a:pt x="880" y="532"/>
                  </a:lnTo>
                  <a:lnTo>
                    <a:pt x="882" y="533"/>
                  </a:lnTo>
                  <a:lnTo>
                    <a:pt x="884" y="534"/>
                  </a:lnTo>
                  <a:lnTo>
                    <a:pt x="886" y="536"/>
                  </a:lnTo>
                  <a:lnTo>
                    <a:pt x="887" y="538"/>
                  </a:lnTo>
                  <a:lnTo>
                    <a:pt x="885" y="541"/>
                  </a:lnTo>
                  <a:lnTo>
                    <a:pt x="884" y="543"/>
                  </a:lnTo>
                  <a:lnTo>
                    <a:pt x="885" y="544"/>
                  </a:lnTo>
                  <a:lnTo>
                    <a:pt x="889" y="546"/>
                  </a:lnTo>
                  <a:close/>
                </a:path>
              </a:pathLst>
            </a:custGeom>
            <a:solidFill>
              <a:srgbClr val="DE8036">
                <a:alpha val="10800"/>
              </a:srgbClr>
            </a:solidFill>
            <a:ln>
              <a:noFill/>
            </a:ln>
          </p:spPr>
          <p:txBody>
            <a:bodyPr anchor="ctr"/>
            <a:lstStyle/>
            <a:p>
              <a:pPr algn="ctr">
                <a:buNone/>
              </a:pPr>
            </a:p>
          </p:txBody>
        </p:sp>
        <p:sp>
          <p:nvSpPr>
            <p:cNvPr id="6567" name="addition:input:34"/>
            <p:cNvSpPr>
              <a:spLocks noGrp="1"/>
            </p:cNvSpPr>
            <p:nvPr/>
          </p:nvSpPr>
          <p:spPr>
            <a:xfrm>
              <a:off x="209550" y="5438775"/>
              <a:ext cx="1529060" cy="1049731"/>
            </a:xfrm>
            <a:custGeom>
              <a:avLst/>
              <a:gdLst/>
              <a:ahLst/>
              <a:cxnLst/>
              <a:rect l="l" t="t" r="r" b="b"/>
              <a:pathLst>
                <a:path w="929" h="560">
                  <a:moveTo>
                    <a:pt x="0" y="0"/>
                  </a:moveTo>
                  <a:moveTo>
                    <a:pt x="928" y="541"/>
                  </a:moveTo>
                  <a:lnTo>
                    <a:pt x="929" y="543"/>
                  </a:lnTo>
                  <a:lnTo>
                    <a:pt x="929" y="544"/>
                  </a:lnTo>
                  <a:lnTo>
                    <a:pt x="927" y="546"/>
                  </a:lnTo>
                  <a:lnTo>
                    <a:pt x="926" y="547"/>
                  </a:lnTo>
                  <a:lnTo>
                    <a:pt x="924" y="548"/>
                  </a:lnTo>
                  <a:lnTo>
                    <a:pt x="923" y="550"/>
                  </a:lnTo>
                  <a:lnTo>
                    <a:pt x="923" y="551"/>
                  </a:lnTo>
                  <a:lnTo>
                    <a:pt x="922" y="552"/>
                  </a:lnTo>
                  <a:lnTo>
                    <a:pt x="919" y="553"/>
                  </a:lnTo>
                  <a:lnTo>
                    <a:pt x="916" y="553"/>
                  </a:lnTo>
                  <a:lnTo>
                    <a:pt x="914" y="553"/>
                  </a:lnTo>
                  <a:lnTo>
                    <a:pt x="913" y="555"/>
                  </a:lnTo>
                  <a:lnTo>
                    <a:pt x="912" y="557"/>
                  </a:lnTo>
                  <a:lnTo>
                    <a:pt x="910" y="559"/>
                  </a:lnTo>
                  <a:lnTo>
                    <a:pt x="908" y="560"/>
                  </a:lnTo>
                  <a:lnTo>
                    <a:pt x="905" y="560"/>
                  </a:lnTo>
                  <a:lnTo>
                    <a:pt x="903" y="559"/>
                  </a:lnTo>
                  <a:lnTo>
                    <a:pt x="900" y="558"/>
                  </a:lnTo>
                  <a:lnTo>
                    <a:pt x="898" y="558"/>
                  </a:lnTo>
                  <a:lnTo>
                    <a:pt x="896" y="557"/>
                  </a:lnTo>
                  <a:lnTo>
                    <a:pt x="895" y="555"/>
                  </a:lnTo>
                  <a:lnTo>
                    <a:pt x="894" y="554"/>
                  </a:lnTo>
                  <a:lnTo>
                    <a:pt x="892" y="554"/>
                  </a:lnTo>
                  <a:lnTo>
                    <a:pt x="889" y="555"/>
                  </a:lnTo>
                  <a:lnTo>
                    <a:pt x="887" y="555"/>
                  </a:lnTo>
                  <a:lnTo>
                    <a:pt x="885" y="554"/>
                  </a:lnTo>
                  <a:lnTo>
                    <a:pt x="884" y="553"/>
                  </a:lnTo>
                  <a:lnTo>
                    <a:pt x="884" y="551"/>
                  </a:lnTo>
                  <a:lnTo>
                    <a:pt x="884" y="550"/>
                  </a:lnTo>
                  <a:lnTo>
                    <a:pt x="882" y="549"/>
                  </a:lnTo>
                  <a:lnTo>
                    <a:pt x="880" y="548"/>
                  </a:lnTo>
                  <a:lnTo>
                    <a:pt x="879" y="546"/>
                  </a:lnTo>
                  <a:lnTo>
                    <a:pt x="880" y="544"/>
                  </a:lnTo>
                  <a:lnTo>
                    <a:pt x="882" y="543"/>
                  </a:lnTo>
                  <a:lnTo>
                    <a:pt x="884" y="541"/>
                  </a:lnTo>
                  <a:lnTo>
                    <a:pt x="884" y="540"/>
                  </a:lnTo>
                  <a:lnTo>
                    <a:pt x="885" y="538"/>
                  </a:lnTo>
                  <a:lnTo>
                    <a:pt x="885" y="537"/>
                  </a:lnTo>
                  <a:lnTo>
                    <a:pt x="886" y="536"/>
                  </a:lnTo>
                  <a:lnTo>
                    <a:pt x="886" y="534"/>
                  </a:lnTo>
                  <a:lnTo>
                    <a:pt x="885" y="532"/>
                  </a:lnTo>
                  <a:lnTo>
                    <a:pt x="884" y="530"/>
                  </a:lnTo>
                  <a:lnTo>
                    <a:pt x="884" y="528"/>
                  </a:lnTo>
                  <a:lnTo>
                    <a:pt x="886" y="527"/>
                  </a:lnTo>
                  <a:lnTo>
                    <a:pt x="889" y="527"/>
                  </a:lnTo>
                  <a:lnTo>
                    <a:pt x="892" y="528"/>
                  </a:lnTo>
                  <a:lnTo>
                    <a:pt x="893" y="527"/>
                  </a:lnTo>
                  <a:lnTo>
                    <a:pt x="894" y="526"/>
                  </a:lnTo>
                  <a:lnTo>
                    <a:pt x="896" y="525"/>
                  </a:lnTo>
                  <a:lnTo>
                    <a:pt x="897" y="525"/>
                  </a:lnTo>
                  <a:lnTo>
                    <a:pt x="899" y="525"/>
                  </a:lnTo>
                  <a:lnTo>
                    <a:pt x="901" y="525"/>
                  </a:lnTo>
                  <a:lnTo>
                    <a:pt x="902" y="525"/>
                  </a:lnTo>
                  <a:lnTo>
                    <a:pt x="904" y="524"/>
                  </a:lnTo>
                  <a:lnTo>
                    <a:pt x="906" y="524"/>
                  </a:lnTo>
                  <a:lnTo>
                    <a:pt x="908" y="525"/>
                  </a:lnTo>
                  <a:lnTo>
                    <a:pt x="910" y="525"/>
                  </a:lnTo>
                  <a:lnTo>
                    <a:pt x="913" y="525"/>
                  </a:lnTo>
                  <a:lnTo>
                    <a:pt x="915" y="525"/>
                  </a:lnTo>
                  <a:lnTo>
                    <a:pt x="918" y="526"/>
                  </a:lnTo>
                  <a:lnTo>
                    <a:pt x="919" y="528"/>
                  </a:lnTo>
                  <a:lnTo>
                    <a:pt x="918" y="530"/>
                  </a:lnTo>
                  <a:lnTo>
                    <a:pt x="918" y="533"/>
                  </a:lnTo>
                  <a:lnTo>
                    <a:pt x="918" y="534"/>
                  </a:lnTo>
                  <a:lnTo>
                    <a:pt x="920" y="535"/>
                  </a:lnTo>
                  <a:lnTo>
                    <a:pt x="923" y="535"/>
                  </a:lnTo>
                  <a:lnTo>
                    <a:pt x="926" y="536"/>
                  </a:lnTo>
                  <a:lnTo>
                    <a:pt x="927" y="538"/>
                  </a:lnTo>
                  <a:lnTo>
                    <a:pt x="928" y="539"/>
                  </a:lnTo>
                  <a:close/>
                </a:path>
              </a:pathLst>
            </a:custGeom>
            <a:solidFill>
              <a:srgbClr val="DE8036">
                <a:alpha val="10800"/>
              </a:srgbClr>
            </a:solidFill>
            <a:ln>
              <a:noFill/>
            </a:ln>
          </p:spPr>
          <p:txBody>
            <a:bodyPr anchor="ctr"/>
            <a:lstStyle/>
            <a:p>
              <a:pPr algn="ctr">
                <a:buNone/>
              </a:pPr>
            </a:p>
          </p:txBody>
        </p:sp>
        <p:sp>
          <p:nvSpPr>
            <p:cNvPr id="6568" name="addition:input:35"/>
            <p:cNvSpPr>
              <a:spLocks noGrp="1"/>
            </p:cNvSpPr>
            <p:nvPr/>
          </p:nvSpPr>
          <p:spPr>
            <a:xfrm>
              <a:off x="209550" y="5438775"/>
              <a:ext cx="1573500" cy="1119088"/>
            </a:xfrm>
            <a:custGeom>
              <a:avLst/>
              <a:gdLst/>
              <a:ahLst/>
              <a:cxnLst/>
              <a:rect l="l" t="t" r="r" b="b"/>
              <a:pathLst>
                <a:path w="956" h="597">
                  <a:moveTo>
                    <a:pt x="0" y="0"/>
                  </a:moveTo>
                  <a:moveTo>
                    <a:pt x="953" y="571"/>
                  </a:moveTo>
                  <a:lnTo>
                    <a:pt x="952" y="573"/>
                  </a:lnTo>
                  <a:lnTo>
                    <a:pt x="953" y="575"/>
                  </a:lnTo>
                  <a:lnTo>
                    <a:pt x="954" y="577"/>
                  </a:lnTo>
                  <a:lnTo>
                    <a:pt x="953" y="579"/>
                  </a:lnTo>
                  <a:lnTo>
                    <a:pt x="951" y="581"/>
                  </a:lnTo>
                  <a:lnTo>
                    <a:pt x="947" y="582"/>
                  </a:lnTo>
                  <a:lnTo>
                    <a:pt x="945" y="583"/>
                  </a:lnTo>
                  <a:lnTo>
                    <a:pt x="943" y="584"/>
                  </a:lnTo>
                  <a:lnTo>
                    <a:pt x="941" y="586"/>
                  </a:lnTo>
                  <a:lnTo>
                    <a:pt x="938" y="587"/>
                  </a:lnTo>
                  <a:lnTo>
                    <a:pt x="936" y="588"/>
                  </a:lnTo>
                  <a:lnTo>
                    <a:pt x="934" y="590"/>
                  </a:lnTo>
                  <a:lnTo>
                    <a:pt x="932" y="592"/>
                  </a:lnTo>
                  <a:lnTo>
                    <a:pt x="930" y="595"/>
                  </a:lnTo>
                  <a:lnTo>
                    <a:pt x="927" y="597"/>
                  </a:lnTo>
                  <a:lnTo>
                    <a:pt x="924" y="596"/>
                  </a:lnTo>
                  <a:lnTo>
                    <a:pt x="920" y="594"/>
                  </a:lnTo>
                  <a:lnTo>
                    <a:pt x="917" y="591"/>
                  </a:lnTo>
                  <a:lnTo>
                    <a:pt x="915" y="590"/>
                  </a:lnTo>
                  <a:lnTo>
                    <a:pt x="912" y="591"/>
                  </a:lnTo>
                  <a:lnTo>
                    <a:pt x="910" y="591"/>
                  </a:lnTo>
                  <a:lnTo>
                    <a:pt x="907" y="591"/>
                  </a:lnTo>
                  <a:lnTo>
                    <a:pt x="905" y="590"/>
                  </a:lnTo>
                  <a:lnTo>
                    <a:pt x="903" y="589"/>
                  </a:lnTo>
                  <a:lnTo>
                    <a:pt x="901" y="588"/>
                  </a:lnTo>
                  <a:lnTo>
                    <a:pt x="898" y="588"/>
                  </a:lnTo>
                  <a:lnTo>
                    <a:pt x="896" y="586"/>
                  </a:lnTo>
                  <a:lnTo>
                    <a:pt x="895" y="584"/>
                  </a:lnTo>
                  <a:lnTo>
                    <a:pt x="895" y="582"/>
                  </a:lnTo>
                  <a:lnTo>
                    <a:pt x="894" y="581"/>
                  </a:lnTo>
                  <a:lnTo>
                    <a:pt x="892" y="579"/>
                  </a:lnTo>
                  <a:lnTo>
                    <a:pt x="890" y="577"/>
                  </a:lnTo>
                  <a:lnTo>
                    <a:pt x="891" y="575"/>
                  </a:lnTo>
                  <a:lnTo>
                    <a:pt x="894" y="573"/>
                  </a:lnTo>
                  <a:lnTo>
                    <a:pt x="897" y="571"/>
                  </a:lnTo>
                  <a:lnTo>
                    <a:pt x="899" y="569"/>
                  </a:lnTo>
                  <a:lnTo>
                    <a:pt x="898" y="567"/>
                  </a:lnTo>
                  <a:lnTo>
                    <a:pt x="896" y="565"/>
                  </a:lnTo>
                  <a:lnTo>
                    <a:pt x="894" y="563"/>
                  </a:lnTo>
                  <a:lnTo>
                    <a:pt x="894" y="560"/>
                  </a:lnTo>
                  <a:lnTo>
                    <a:pt x="895" y="558"/>
                  </a:lnTo>
                  <a:lnTo>
                    <a:pt x="896" y="557"/>
                  </a:lnTo>
                  <a:lnTo>
                    <a:pt x="897" y="555"/>
                  </a:lnTo>
                  <a:lnTo>
                    <a:pt x="899" y="553"/>
                  </a:lnTo>
                  <a:lnTo>
                    <a:pt x="902" y="553"/>
                  </a:lnTo>
                  <a:lnTo>
                    <a:pt x="905" y="553"/>
                  </a:lnTo>
                  <a:lnTo>
                    <a:pt x="908" y="553"/>
                  </a:lnTo>
                  <a:lnTo>
                    <a:pt x="909" y="552"/>
                  </a:lnTo>
                  <a:lnTo>
                    <a:pt x="910" y="550"/>
                  </a:lnTo>
                  <a:lnTo>
                    <a:pt x="912" y="549"/>
                  </a:lnTo>
                  <a:lnTo>
                    <a:pt x="915" y="549"/>
                  </a:lnTo>
                  <a:lnTo>
                    <a:pt x="917" y="550"/>
                  </a:lnTo>
                  <a:lnTo>
                    <a:pt x="920" y="551"/>
                  </a:lnTo>
                  <a:lnTo>
                    <a:pt x="922" y="550"/>
                  </a:lnTo>
                  <a:lnTo>
                    <a:pt x="925" y="549"/>
                  </a:lnTo>
                  <a:lnTo>
                    <a:pt x="929" y="547"/>
                  </a:lnTo>
                  <a:lnTo>
                    <a:pt x="932" y="547"/>
                  </a:lnTo>
                  <a:lnTo>
                    <a:pt x="935" y="549"/>
                  </a:lnTo>
                  <a:lnTo>
                    <a:pt x="937" y="551"/>
                  </a:lnTo>
                  <a:lnTo>
                    <a:pt x="938" y="553"/>
                  </a:lnTo>
                  <a:lnTo>
                    <a:pt x="940" y="555"/>
                  </a:lnTo>
                  <a:lnTo>
                    <a:pt x="941" y="557"/>
                  </a:lnTo>
                  <a:lnTo>
                    <a:pt x="942" y="559"/>
                  </a:lnTo>
                  <a:lnTo>
                    <a:pt x="942" y="561"/>
                  </a:lnTo>
                  <a:lnTo>
                    <a:pt x="945" y="562"/>
                  </a:lnTo>
                  <a:lnTo>
                    <a:pt x="949" y="563"/>
                  </a:lnTo>
                  <a:lnTo>
                    <a:pt x="953" y="564"/>
                  </a:lnTo>
                  <a:lnTo>
                    <a:pt x="956" y="566"/>
                  </a:lnTo>
                  <a:lnTo>
                    <a:pt x="955" y="569"/>
                  </a:lnTo>
                  <a:close/>
                </a:path>
              </a:pathLst>
            </a:custGeom>
            <a:solidFill>
              <a:srgbClr val="DE8036">
                <a:alpha val="10800"/>
              </a:srgbClr>
            </a:solidFill>
            <a:ln>
              <a:noFill/>
            </a:ln>
          </p:spPr>
          <p:txBody>
            <a:bodyPr anchor="ctr"/>
            <a:lstStyle/>
            <a:p>
              <a:pPr algn="ctr">
                <a:buNone/>
              </a:pPr>
            </a:p>
          </p:txBody>
        </p:sp>
        <p:sp>
          <p:nvSpPr>
            <p:cNvPr id="6569" name="addition:input:36"/>
            <p:cNvSpPr>
              <a:spLocks noGrp="1"/>
            </p:cNvSpPr>
            <p:nvPr/>
          </p:nvSpPr>
          <p:spPr>
            <a:xfrm>
              <a:off x="209550" y="5438775"/>
              <a:ext cx="1496141" cy="1130336"/>
            </a:xfrm>
            <a:custGeom>
              <a:avLst/>
              <a:gdLst/>
              <a:ahLst/>
              <a:cxnLst/>
              <a:rect l="l" t="t" r="r" b="b"/>
              <a:pathLst>
                <a:path w="909" h="603">
                  <a:moveTo>
                    <a:pt x="0" y="0"/>
                  </a:moveTo>
                  <a:moveTo>
                    <a:pt x="908" y="584"/>
                  </a:moveTo>
                  <a:lnTo>
                    <a:pt x="905" y="585"/>
                  </a:lnTo>
                  <a:lnTo>
                    <a:pt x="902" y="587"/>
                  </a:lnTo>
                  <a:lnTo>
                    <a:pt x="899" y="588"/>
                  </a:lnTo>
                  <a:lnTo>
                    <a:pt x="899" y="589"/>
                  </a:lnTo>
                  <a:lnTo>
                    <a:pt x="900" y="592"/>
                  </a:lnTo>
                  <a:lnTo>
                    <a:pt x="901" y="594"/>
                  </a:lnTo>
                  <a:lnTo>
                    <a:pt x="899" y="595"/>
                  </a:lnTo>
                  <a:lnTo>
                    <a:pt x="897" y="596"/>
                  </a:lnTo>
                  <a:lnTo>
                    <a:pt x="894" y="597"/>
                  </a:lnTo>
                  <a:lnTo>
                    <a:pt x="893" y="598"/>
                  </a:lnTo>
                  <a:lnTo>
                    <a:pt x="892" y="600"/>
                  </a:lnTo>
                  <a:lnTo>
                    <a:pt x="890" y="602"/>
                  </a:lnTo>
                  <a:lnTo>
                    <a:pt x="888" y="603"/>
                  </a:lnTo>
                  <a:lnTo>
                    <a:pt x="885" y="603"/>
                  </a:lnTo>
                  <a:lnTo>
                    <a:pt x="883" y="602"/>
                  </a:lnTo>
                  <a:lnTo>
                    <a:pt x="881" y="602"/>
                  </a:lnTo>
                  <a:lnTo>
                    <a:pt x="879" y="602"/>
                  </a:lnTo>
                  <a:lnTo>
                    <a:pt x="877" y="601"/>
                  </a:lnTo>
                  <a:lnTo>
                    <a:pt x="875" y="600"/>
                  </a:lnTo>
                  <a:lnTo>
                    <a:pt x="874" y="599"/>
                  </a:lnTo>
                  <a:lnTo>
                    <a:pt x="872" y="600"/>
                  </a:lnTo>
                  <a:lnTo>
                    <a:pt x="869" y="601"/>
                  </a:lnTo>
                  <a:lnTo>
                    <a:pt x="866" y="603"/>
                  </a:lnTo>
                  <a:lnTo>
                    <a:pt x="863" y="602"/>
                  </a:lnTo>
                  <a:lnTo>
                    <a:pt x="862" y="601"/>
                  </a:lnTo>
                  <a:lnTo>
                    <a:pt x="861" y="598"/>
                  </a:lnTo>
                  <a:lnTo>
                    <a:pt x="861" y="596"/>
                  </a:lnTo>
                  <a:lnTo>
                    <a:pt x="860" y="595"/>
                  </a:lnTo>
                  <a:lnTo>
                    <a:pt x="859" y="593"/>
                  </a:lnTo>
                  <a:lnTo>
                    <a:pt x="857" y="592"/>
                  </a:lnTo>
                  <a:lnTo>
                    <a:pt x="857" y="590"/>
                  </a:lnTo>
                  <a:lnTo>
                    <a:pt x="857" y="588"/>
                  </a:lnTo>
                  <a:lnTo>
                    <a:pt x="856" y="587"/>
                  </a:lnTo>
                  <a:lnTo>
                    <a:pt x="855" y="585"/>
                  </a:lnTo>
                  <a:lnTo>
                    <a:pt x="853" y="584"/>
                  </a:lnTo>
                  <a:lnTo>
                    <a:pt x="853" y="582"/>
                  </a:lnTo>
                  <a:lnTo>
                    <a:pt x="854" y="580"/>
                  </a:lnTo>
                  <a:lnTo>
                    <a:pt x="854" y="579"/>
                  </a:lnTo>
                  <a:lnTo>
                    <a:pt x="852" y="577"/>
                  </a:lnTo>
                  <a:lnTo>
                    <a:pt x="851" y="574"/>
                  </a:lnTo>
                  <a:lnTo>
                    <a:pt x="851" y="572"/>
                  </a:lnTo>
                  <a:lnTo>
                    <a:pt x="853" y="571"/>
                  </a:lnTo>
                  <a:lnTo>
                    <a:pt x="857" y="571"/>
                  </a:lnTo>
                  <a:lnTo>
                    <a:pt x="861" y="572"/>
                  </a:lnTo>
                  <a:lnTo>
                    <a:pt x="863" y="571"/>
                  </a:lnTo>
                  <a:lnTo>
                    <a:pt x="864" y="570"/>
                  </a:lnTo>
                  <a:lnTo>
                    <a:pt x="865" y="568"/>
                  </a:lnTo>
                  <a:lnTo>
                    <a:pt x="867" y="567"/>
                  </a:lnTo>
                  <a:lnTo>
                    <a:pt x="869" y="566"/>
                  </a:lnTo>
                  <a:lnTo>
                    <a:pt x="871" y="565"/>
                  </a:lnTo>
                  <a:lnTo>
                    <a:pt x="874" y="564"/>
                  </a:lnTo>
                  <a:lnTo>
                    <a:pt x="876" y="563"/>
                  </a:lnTo>
                  <a:lnTo>
                    <a:pt x="879" y="563"/>
                  </a:lnTo>
                  <a:lnTo>
                    <a:pt x="882" y="564"/>
                  </a:lnTo>
                  <a:lnTo>
                    <a:pt x="884" y="566"/>
                  </a:lnTo>
                  <a:lnTo>
                    <a:pt x="887" y="566"/>
                  </a:lnTo>
                  <a:lnTo>
                    <a:pt x="890" y="566"/>
                  </a:lnTo>
                  <a:lnTo>
                    <a:pt x="893" y="566"/>
                  </a:lnTo>
                  <a:lnTo>
                    <a:pt x="895" y="567"/>
                  </a:lnTo>
                  <a:lnTo>
                    <a:pt x="896" y="569"/>
                  </a:lnTo>
                  <a:lnTo>
                    <a:pt x="896" y="572"/>
                  </a:lnTo>
                  <a:lnTo>
                    <a:pt x="897" y="573"/>
                  </a:lnTo>
                  <a:lnTo>
                    <a:pt x="900" y="574"/>
                  </a:lnTo>
                  <a:lnTo>
                    <a:pt x="903" y="574"/>
                  </a:lnTo>
                  <a:lnTo>
                    <a:pt x="906" y="575"/>
                  </a:lnTo>
                  <a:lnTo>
                    <a:pt x="907" y="576"/>
                  </a:lnTo>
                  <a:lnTo>
                    <a:pt x="908" y="578"/>
                  </a:lnTo>
                  <a:lnTo>
                    <a:pt x="909" y="580"/>
                  </a:lnTo>
                  <a:lnTo>
                    <a:pt x="909" y="582"/>
                  </a:lnTo>
                  <a:close/>
                </a:path>
              </a:pathLst>
            </a:custGeom>
            <a:solidFill>
              <a:srgbClr val="DE8036">
                <a:alpha val="10800"/>
              </a:srgbClr>
            </a:solidFill>
            <a:ln>
              <a:noFill/>
            </a:ln>
          </p:spPr>
          <p:txBody>
            <a:bodyPr anchor="ctr"/>
            <a:lstStyle/>
            <a:p>
              <a:pPr algn="ctr">
                <a:buNone/>
              </a:pPr>
            </a:p>
          </p:txBody>
        </p:sp>
        <p:sp>
          <p:nvSpPr>
            <p:cNvPr id="6570" name="addition:input:37"/>
            <p:cNvSpPr>
              <a:spLocks noGrp="1"/>
            </p:cNvSpPr>
            <p:nvPr/>
          </p:nvSpPr>
          <p:spPr>
            <a:xfrm>
              <a:off x="209550" y="5438775"/>
              <a:ext cx="2319101" cy="678576"/>
            </a:xfrm>
            <a:custGeom>
              <a:avLst/>
              <a:gdLst/>
              <a:ahLst/>
              <a:cxnLst/>
              <a:rect l="l" t="t" r="r" b="b"/>
              <a:pathLst>
                <a:path w="1409" h="362">
                  <a:moveTo>
                    <a:pt x="0" y="0"/>
                  </a:moveTo>
                  <a:moveTo>
                    <a:pt x="1405" y="262"/>
                  </a:moveTo>
                  <a:lnTo>
                    <a:pt x="1409" y="271"/>
                  </a:lnTo>
                  <a:lnTo>
                    <a:pt x="1409" y="279"/>
                  </a:lnTo>
                  <a:lnTo>
                    <a:pt x="1402" y="287"/>
                  </a:lnTo>
                  <a:lnTo>
                    <a:pt x="1391" y="293"/>
                  </a:lnTo>
                  <a:lnTo>
                    <a:pt x="1383" y="299"/>
                  </a:lnTo>
                  <a:lnTo>
                    <a:pt x="1379" y="306"/>
                  </a:lnTo>
                  <a:lnTo>
                    <a:pt x="1376" y="315"/>
                  </a:lnTo>
                  <a:lnTo>
                    <a:pt x="1368" y="321"/>
                  </a:lnTo>
                  <a:lnTo>
                    <a:pt x="1354" y="323"/>
                  </a:lnTo>
                  <a:lnTo>
                    <a:pt x="1337" y="323"/>
                  </a:lnTo>
                  <a:lnTo>
                    <a:pt x="1325" y="325"/>
                  </a:lnTo>
                  <a:lnTo>
                    <a:pt x="1319" y="333"/>
                  </a:lnTo>
                  <a:lnTo>
                    <a:pt x="1313" y="345"/>
                  </a:lnTo>
                  <a:lnTo>
                    <a:pt x="1305" y="357"/>
                  </a:lnTo>
                  <a:lnTo>
                    <a:pt x="1291" y="362"/>
                  </a:lnTo>
                  <a:lnTo>
                    <a:pt x="1276" y="361"/>
                  </a:lnTo>
                  <a:lnTo>
                    <a:pt x="1261" y="357"/>
                  </a:lnTo>
                  <a:lnTo>
                    <a:pt x="1248" y="353"/>
                  </a:lnTo>
                  <a:lnTo>
                    <a:pt x="1236" y="350"/>
                  </a:lnTo>
                  <a:lnTo>
                    <a:pt x="1225" y="344"/>
                  </a:lnTo>
                  <a:lnTo>
                    <a:pt x="1216" y="337"/>
                  </a:lnTo>
                  <a:lnTo>
                    <a:pt x="1209" y="332"/>
                  </a:lnTo>
                  <a:lnTo>
                    <a:pt x="1198" y="331"/>
                  </a:lnTo>
                  <a:lnTo>
                    <a:pt x="1184" y="334"/>
                  </a:lnTo>
                  <a:lnTo>
                    <a:pt x="1169" y="335"/>
                  </a:lnTo>
                  <a:lnTo>
                    <a:pt x="1159" y="331"/>
                  </a:lnTo>
                  <a:lnTo>
                    <a:pt x="1156" y="322"/>
                  </a:lnTo>
                  <a:lnTo>
                    <a:pt x="1156" y="313"/>
                  </a:lnTo>
                  <a:lnTo>
                    <a:pt x="1152" y="306"/>
                  </a:lnTo>
                  <a:lnTo>
                    <a:pt x="1141" y="302"/>
                  </a:lnTo>
                  <a:lnTo>
                    <a:pt x="1130" y="296"/>
                  </a:lnTo>
                  <a:lnTo>
                    <a:pt x="1126" y="288"/>
                  </a:lnTo>
                  <a:lnTo>
                    <a:pt x="1132" y="279"/>
                  </a:lnTo>
                  <a:lnTo>
                    <a:pt x="1143" y="270"/>
                  </a:lnTo>
                  <a:lnTo>
                    <a:pt x="1151" y="262"/>
                  </a:lnTo>
                  <a:lnTo>
                    <a:pt x="1155" y="255"/>
                  </a:lnTo>
                  <a:lnTo>
                    <a:pt x="1157" y="248"/>
                  </a:lnTo>
                  <a:lnTo>
                    <a:pt x="1161" y="241"/>
                  </a:lnTo>
                  <a:lnTo>
                    <a:pt x="1164" y="234"/>
                  </a:lnTo>
                  <a:lnTo>
                    <a:pt x="1163" y="226"/>
                  </a:lnTo>
                  <a:lnTo>
                    <a:pt x="1157" y="215"/>
                  </a:lnTo>
                  <a:lnTo>
                    <a:pt x="1151" y="202"/>
                  </a:lnTo>
                  <a:lnTo>
                    <a:pt x="1155" y="193"/>
                  </a:lnTo>
                  <a:lnTo>
                    <a:pt x="1167" y="189"/>
                  </a:lnTo>
                  <a:lnTo>
                    <a:pt x="1185" y="191"/>
                  </a:lnTo>
                  <a:lnTo>
                    <a:pt x="1199" y="193"/>
                  </a:lnTo>
                  <a:lnTo>
                    <a:pt x="1208" y="191"/>
                  </a:lnTo>
                  <a:lnTo>
                    <a:pt x="1213" y="184"/>
                  </a:lnTo>
                  <a:lnTo>
                    <a:pt x="1220" y="178"/>
                  </a:lnTo>
                  <a:lnTo>
                    <a:pt x="1230" y="177"/>
                  </a:lnTo>
                  <a:lnTo>
                    <a:pt x="1240" y="179"/>
                  </a:lnTo>
                  <a:lnTo>
                    <a:pt x="1250" y="180"/>
                  </a:lnTo>
                  <a:lnTo>
                    <a:pt x="1259" y="179"/>
                  </a:lnTo>
                  <a:lnTo>
                    <a:pt x="1270" y="175"/>
                  </a:lnTo>
                  <a:lnTo>
                    <a:pt x="1281" y="174"/>
                  </a:lnTo>
                  <a:lnTo>
                    <a:pt x="1292" y="176"/>
                  </a:lnTo>
                  <a:lnTo>
                    <a:pt x="1304" y="178"/>
                  </a:lnTo>
                  <a:lnTo>
                    <a:pt x="1317" y="179"/>
                  </a:lnTo>
                  <a:lnTo>
                    <a:pt x="1332" y="179"/>
                  </a:lnTo>
                  <a:lnTo>
                    <a:pt x="1345" y="183"/>
                  </a:lnTo>
                  <a:lnTo>
                    <a:pt x="1352" y="192"/>
                  </a:lnTo>
                  <a:lnTo>
                    <a:pt x="1350" y="206"/>
                  </a:lnTo>
                  <a:lnTo>
                    <a:pt x="1346" y="218"/>
                  </a:lnTo>
                  <a:lnTo>
                    <a:pt x="1348" y="225"/>
                  </a:lnTo>
                  <a:lnTo>
                    <a:pt x="1361" y="229"/>
                  </a:lnTo>
                  <a:lnTo>
                    <a:pt x="1379" y="232"/>
                  </a:lnTo>
                  <a:lnTo>
                    <a:pt x="1393" y="238"/>
                  </a:lnTo>
                  <a:lnTo>
                    <a:pt x="1400" y="245"/>
                  </a:lnTo>
                  <a:lnTo>
                    <a:pt x="1403" y="254"/>
                  </a:lnTo>
                  <a:close/>
                </a:path>
              </a:pathLst>
            </a:custGeom>
            <a:solidFill>
              <a:srgbClr val="C5E9DF">
                <a:alpha val="12900"/>
              </a:srgbClr>
            </a:solidFill>
            <a:ln>
              <a:noFill/>
            </a:ln>
          </p:spPr>
          <p:txBody>
            <a:bodyPr anchor="ctr"/>
            <a:lstStyle/>
            <a:p>
              <a:pPr algn="ctr">
                <a:buNone/>
              </a:pPr>
            </a:p>
          </p:txBody>
        </p:sp>
        <p:sp>
          <p:nvSpPr>
            <p:cNvPr id="6571" name="addition:input:38"/>
            <p:cNvSpPr>
              <a:spLocks noGrp="1"/>
            </p:cNvSpPr>
            <p:nvPr/>
          </p:nvSpPr>
          <p:spPr>
            <a:xfrm>
              <a:off x="209550" y="5438775"/>
              <a:ext cx="2249973" cy="642960"/>
            </a:xfrm>
            <a:custGeom>
              <a:avLst/>
              <a:gdLst/>
              <a:ahLst/>
              <a:cxnLst/>
              <a:rect l="l" t="t" r="r" b="b"/>
              <a:pathLst>
                <a:path w="1367" h="343">
                  <a:moveTo>
                    <a:pt x="0" y="0"/>
                  </a:moveTo>
                  <a:moveTo>
                    <a:pt x="1352" y="267"/>
                  </a:moveTo>
                  <a:lnTo>
                    <a:pt x="1347" y="273"/>
                  </a:lnTo>
                  <a:lnTo>
                    <a:pt x="1345" y="279"/>
                  </a:lnTo>
                  <a:lnTo>
                    <a:pt x="1344" y="286"/>
                  </a:lnTo>
                  <a:lnTo>
                    <a:pt x="1342" y="292"/>
                  </a:lnTo>
                  <a:lnTo>
                    <a:pt x="1339" y="298"/>
                  </a:lnTo>
                  <a:lnTo>
                    <a:pt x="1339" y="305"/>
                  </a:lnTo>
                  <a:lnTo>
                    <a:pt x="1343" y="315"/>
                  </a:lnTo>
                  <a:lnTo>
                    <a:pt x="1345" y="325"/>
                  </a:lnTo>
                  <a:lnTo>
                    <a:pt x="1340" y="332"/>
                  </a:lnTo>
                  <a:lnTo>
                    <a:pt x="1328" y="333"/>
                  </a:lnTo>
                  <a:lnTo>
                    <a:pt x="1313" y="330"/>
                  </a:lnTo>
                  <a:lnTo>
                    <a:pt x="1301" y="327"/>
                  </a:lnTo>
                  <a:lnTo>
                    <a:pt x="1293" y="328"/>
                  </a:lnTo>
                  <a:lnTo>
                    <a:pt x="1288" y="333"/>
                  </a:lnTo>
                  <a:lnTo>
                    <a:pt x="1282" y="338"/>
                  </a:lnTo>
                  <a:lnTo>
                    <a:pt x="1274" y="340"/>
                  </a:lnTo>
                  <a:lnTo>
                    <a:pt x="1266" y="340"/>
                  </a:lnTo>
                  <a:lnTo>
                    <a:pt x="1257" y="339"/>
                  </a:lnTo>
                  <a:lnTo>
                    <a:pt x="1248" y="341"/>
                  </a:lnTo>
                  <a:lnTo>
                    <a:pt x="1238" y="343"/>
                  </a:lnTo>
                  <a:lnTo>
                    <a:pt x="1228" y="343"/>
                  </a:lnTo>
                  <a:lnTo>
                    <a:pt x="1219" y="339"/>
                  </a:lnTo>
                  <a:lnTo>
                    <a:pt x="1210" y="335"/>
                  </a:lnTo>
                  <a:lnTo>
                    <a:pt x="1200" y="333"/>
                  </a:lnTo>
                  <a:lnTo>
                    <a:pt x="1187" y="331"/>
                  </a:lnTo>
                  <a:lnTo>
                    <a:pt x="1177" y="327"/>
                  </a:lnTo>
                  <a:lnTo>
                    <a:pt x="1173" y="319"/>
                  </a:lnTo>
                  <a:lnTo>
                    <a:pt x="1175" y="308"/>
                  </a:lnTo>
                  <a:lnTo>
                    <a:pt x="1179" y="299"/>
                  </a:lnTo>
                  <a:lnTo>
                    <a:pt x="1176" y="293"/>
                  </a:lnTo>
                  <a:lnTo>
                    <a:pt x="1164" y="290"/>
                  </a:lnTo>
                  <a:lnTo>
                    <a:pt x="1148" y="287"/>
                  </a:lnTo>
                  <a:lnTo>
                    <a:pt x="1136" y="281"/>
                  </a:lnTo>
                  <a:lnTo>
                    <a:pt x="1130" y="274"/>
                  </a:lnTo>
                  <a:lnTo>
                    <a:pt x="1129" y="267"/>
                  </a:lnTo>
                  <a:lnTo>
                    <a:pt x="1129" y="260"/>
                  </a:lnTo>
                  <a:lnTo>
                    <a:pt x="1129" y="252"/>
                  </a:lnTo>
                  <a:lnTo>
                    <a:pt x="1133" y="246"/>
                  </a:lnTo>
                  <a:lnTo>
                    <a:pt x="1142" y="240"/>
                  </a:lnTo>
                  <a:lnTo>
                    <a:pt x="1153" y="236"/>
                  </a:lnTo>
                  <a:lnTo>
                    <a:pt x="1161" y="232"/>
                  </a:lnTo>
                  <a:lnTo>
                    <a:pt x="1164" y="225"/>
                  </a:lnTo>
                  <a:lnTo>
                    <a:pt x="1166" y="217"/>
                  </a:lnTo>
                  <a:lnTo>
                    <a:pt x="1172" y="211"/>
                  </a:lnTo>
                  <a:lnTo>
                    <a:pt x="1184" y="209"/>
                  </a:lnTo>
                  <a:lnTo>
                    <a:pt x="1197" y="210"/>
                  </a:lnTo>
                  <a:lnTo>
                    <a:pt x="1208" y="208"/>
                  </a:lnTo>
                  <a:lnTo>
                    <a:pt x="1215" y="201"/>
                  </a:lnTo>
                  <a:lnTo>
                    <a:pt x="1221" y="191"/>
                  </a:lnTo>
                  <a:lnTo>
                    <a:pt x="1231" y="183"/>
                  </a:lnTo>
                  <a:lnTo>
                    <a:pt x="1243" y="181"/>
                  </a:lnTo>
                  <a:lnTo>
                    <a:pt x="1256" y="184"/>
                  </a:lnTo>
                  <a:lnTo>
                    <a:pt x="1267" y="188"/>
                  </a:lnTo>
                  <a:lnTo>
                    <a:pt x="1278" y="192"/>
                  </a:lnTo>
                  <a:lnTo>
                    <a:pt x="1287" y="196"/>
                  </a:lnTo>
                  <a:lnTo>
                    <a:pt x="1295" y="201"/>
                  </a:lnTo>
                  <a:lnTo>
                    <a:pt x="1301" y="207"/>
                  </a:lnTo>
                  <a:lnTo>
                    <a:pt x="1307" y="211"/>
                  </a:lnTo>
                  <a:lnTo>
                    <a:pt x="1317" y="210"/>
                  </a:lnTo>
                  <a:lnTo>
                    <a:pt x="1331" y="208"/>
                  </a:lnTo>
                  <a:lnTo>
                    <a:pt x="1345" y="207"/>
                  </a:lnTo>
                  <a:lnTo>
                    <a:pt x="1353" y="211"/>
                  </a:lnTo>
                  <a:lnTo>
                    <a:pt x="1353" y="219"/>
                  </a:lnTo>
                  <a:lnTo>
                    <a:pt x="1351" y="228"/>
                  </a:lnTo>
                  <a:lnTo>
                    <a:pt x="1352" y="235"/>
                  </a:lnTo>
                  <a:lnTo>
                    <a:pt x="1359" y="240"/>
                  </a:lnTo>
                  <a:lnTo>
                    <a:pt x="1365" y="246"/>
                  </a:lnTo>
                  <a:lnTo>
                    <a:pt x="1367" y="253"/>
                  </a:lnTo>
                  <a:lnTo>
                    <a:pt x="1361" y="260"/>
                  </a:lnTo>
                  <a:close/>
                </a:path>
              </a:pathLst>
            </a:custGeom>
            <a:solidFill>
              <a:srgbClr val="86D1BC">
                <a:alpha val="12900"/>
              </a:srgbClr>
            </a:solidFill>
            <a:ln>
              <a:noFill/>
            </a:ln>
          </p:spPr>
          <p:txBody>
            <a:bodyPr anchor="ctr"/>
            <a:lstStyle/>
            <a:p>
              <a:pPr algn="ctr">
                <a:buNone/>
              </a:pPr>
            </a:p>
          </p:txBody>
        </p:sp>
        <p:sp>
          <p:nvSpPr>
            <p:cNvPr id="6572" name="addition:input:39"/>
            <p:cNvSpPr>
              <a:spLocks noGrp="1"/>
            </p:cNvSpPr>
            <p:nvPr/>
          </p:nvSpPr>
          <p:spPr>
            <a:xfrm>
              <a:off x="209550" y="5438775"/>
              <a:ext cx="2220346" cy="635462"/>
            </a:xfrm>
            <a:custGeom>
              <a:avLst/>
              <a:gdLst/>
              <a:ahLst/>
              <a:cxnLst/>
              <a:rect l="l" t="t" r="r" b="b"/>
              <a:pathLst>
                <a:path w="1349" h="339">
                  <a:moveTo>
                    <a:pt x="0" y="0"/>
                  </a:moveTo>
                  <a:moveTo>
                    <a:pt x="1349" y="272"/>
                  </a:moveTo>
                  <a:lnTo>
                    <a:pt x="1341" y="278"/>
                  </a:lnTo>
                  <a:lnTo>
                    <a:pt x="1329" y="283"/>
                  </a:lnTo>
                  <a:lnTo>
                    <a:pt x="1320" y="287"/>
                  </a:lnTo>
                  <a:lnTo>
                    <a:pt x="1318" y="292"/>
                  </a:lnTo>
                  <a:lnTo>
                    <a:pt x="1320" y="298"/>
                  </a:lnTo>
                  <a:lnTo>
                    <a:pt x="1322" y="305"/>
                  </a:lnTo>
                  <a:lnTo>
                    <a:pt x="1320" y="312"/>
                  </a:lnTo>
                  <a:lnTo>
                    <a:pt x="1317" y="318"/>
                  </a:lnTo>
                  <a:lnTo>
                    <a:pt x="1313" y="324"/>
                  </a:lnTo>
                  <a:lnTo>
                    <a:pt x="1309" y="330"/>
                  </a:lnTo>
                  <a:lnTo>
                    <a:pt x="1302" y="334"/>
                  </a:lnTo>
                  <a:lnTo>
                    <a:pt x="1292" y="334"/>
                  </a:lnTo>
                  <a:lnTo>
                    <a:pt x="1280" y="330"/>
                  </a:lnTo>
                  <a:lnTo>
                    <a:pt x="1271" y="326"/>
                  </a:lnTo>
                  <a:lnTo>
                    <a:pt x="1265" y="327"/>
                  </a:lnTo>
                  <a:lnTo>
                    <a:pt x="1260" y="332"/>
                  </a:lnTo>
                  <a:lnTo>
                    <a:pt x="1254" y="338"/>
                  </a:lnTo>
                  <a:lnTo>
                    <a:pt x="1247" y="339"/>
                  </a:lnTo>
                  <a:lnTo>
                    <a:pt x="1240" y="337"/>
                  </a:lnTo>
                  <a:lnTo>
                    <a:pt x="1233" y="333"/>
                  </a:lnTo>
                  <a:lnTo>
                    <a:pt x="1226" y="332"/>
                  </a:lnTo>
                  <a:lnTo>
                    <a:pt x="1217" y="333"/>
                  </a:lnTo>
                  <a:lnTo>
                    <a:pt x="1207" y="334"/>
                  </a:lnTo>
                  <a:lnTo>
                    <a:pt x="1198" y="332"/>
                  </a:lnTo>
                  <a:lnTo>
                    <a:pt x="1191" y="327"/>
                  </a:lnTo>
                  <a:lnTo>
                    <a:pt x="1186" y="322"/>
                  </a:lnTo>
                  <a:lnTo>
                    <a:pt x="1180" y="317"/>
                  </a:lnTo>
                  <a:lnTo>
                    <a:pt x="1175" y="312"/>
                  </a:lnTo>
                  <a:lnTo>
                    <a:pt x="1173" y="305"/>
                  </a:lnTo>
                  <a:lnTo>
                    <a:pt x="1175" y="298"/>
                  </a:lnTo>
                  <a:lnTo>
                    <a:pt x="1177" y="291"/>
                  </a:lnTo>
                  <a:lnTo>
                    <a:pt x="1174" y="286"/>
                  </a:lnTo>
                  <a:lnTo>
                    <a:pt x="1163" y="283"/>
                  </a:lnTo>
                  <a:lnTo>
                    <a:pt x="1148" y="278"/>
                  </a:lnTo>
                  <a:lnTo>
                    <a:pt x="1137" y="272"/>
                  </a:lnTo>
                  <a:lnTo>
                    <a:pt x="1136" y="265"/>
                  </a:lnTo>
                  <a:lnTo>
                    <a:pt x="1141" y="259"/>
                  </a:lnTo>
                  <a:lnTo>
                    <a:pt x="1148" y="254"/>
                  </a:lnTo>
                  <a:lnTo>
                    <a:pt x="1151" y="249"/>
                  </a:lnTo>
                  <a:lnTo>
                    <a:pt x="1153" y="243"/>
                  </a:lnTo>
                  <a:lnTo>
                    <a:pt x="1157" y="238"/>
                  </a:lnTo>
                  <a:lnTo>
                    <a:pt x="1165" y="234"/>
                  </a:lnTo>
                  <a:lnTo>
                    <a:pt x="1173" y="231"/>
                  </a:lnTo>
                  <a:lnTo>
                    <a:pt x="1179" y="228"/>
                  </a:lnTo>
                  <a:lnTo>
                    <a:pt x="1184" y="223"/>
                  </a:lnTo>
                  <a:lnTo>
                    <a:pt x="1191" y="218"/>
                  </a:lnTo>
                  <a:lnTo>
                    <a:pt x="1199" y="216"/>
                  </a:lnTo>
                  <a:lnTo>
                    <a:pt x="1209" y="216"/>
                  </a:lnTo>
                  <a:lnTo>
                    <a:pt x="1218" y="214"/>
                  </a:lnTo>
                  <a:lnTo>
                    <a:pt x="1226" y="209"/>
                  </a:lnTo>
                  <a:lnTo>
                    <a:pt x="1234" y="201"/>
                  </a:lnTo>
                  <a:lnTo>
                    <a:pt x="1245" y="195"/>
                  </a:lnTo>
                  <a:lnTo>
                    <a:pt x="1256" y="194"/>
                  </a:lnTo>
                  <a:lnTo>
                    <a:pt x="1266" y="201"/>
                  </a:lnTo>
                  <a:lnTo>
                    <a:pt x="1274" y="210"/>
                  </a:lnTo>
                  <a:lnTo>
                    <a:pt x="1281" y="216"/>
                  </a:lnTo>
                  <a:lnTo>
                    <a:pt x="1288" y="219"/>
                  </a:lnTo>
                  <a:lnTo>
                    <a:pt x="1296" y="220"/>
                  </a:lnTo>
                  <a:lnTo>
                    <a:pt x="1304" y="222"/>
                  </a:lnTo>
                  <a:lnTo>
                    <a:pt x="1311" y="224"/>
                  </a:lnTo>
                  <a:lnTo>
                    <a:pt x="1318" y="227"/>
                  </a:lnTo>
                  <a:lnTo>
                    <a:pt x="1328" y="228"/>
                  </a:lnTo>
                  <a:lnTo>
                    <a:pt x="1338" y="230"/>
                  </a:lnTo>
                  <a:lnTo>
                    <a:pt x="1344" y="235"/>
                  </a:lnTo>
                  <a:lnTo>
                    <a:pt x="1344" y="242"/>
                  </a:lnTo>
                  <a:lnTo>
                    <a:pt x="1340" y="249"/>
                  </a:lnTo>
                  <a:lnTo>
                    <a:pt x="1339" y="255"/>
                  </a:lnTo>
                  <a:lnTo>
                    <a:pt x="1343" y="260"/>
                  </a:lnTo>
                  <a:lnTo>
                    <a:pt x="1348" y="266"/>
                  </a:lnTo>
                  <a:close/>
                </a:path>
              </a:pathLst>
            </a:custGeom>
            <a:solidFill>
              <a:srgbClr val="56BFA2">
                <a:alpha val="10500"/>
              </a:srgbClr>
            </a:solidFill>
            <a:ln>
              <a:noFill/>
            </a:ln>
          </p:spPr>
          <p:txBody>
            <a:bodyPr anchor="ctr"/>
            <a:lstStyle/>
            <a:p>
              <a:pPr algn="ctr">
                <a:buNone/>
              </a:pPr>
            </a:p>
          </p:txBody>
        </p:sp>
        <p:sp>
          <p:nvSpPr>
            <p:cNvPr id="6573" name="addition:input:40"/>
            <p:cNvSpPr>
              <a:spLocks noGrp="1"/>
            </p:cNvSpPr>
            <p:nvPr/>
          </p:nvSpPr>
          <p:spPr>
            <a:xfrm>
              <a:off x="209550" y="5438775"/>
              <a:ext cx="2055754" cy="524866"/>
            </a:xfrm>
            <a:custGeom>
              <a:avLst/>
              <a:gdLst/>
              <a:ahLst/>
              <a:cxnLst/>
              <a:rect l="l" t="t" r="r" b="b"/>
              <a:pathLst>
                <a:path w="1249" h="280">
                  <a:moveTo>
                    <a:pt x="0" y="0"/>
                  </a:moveTo>
                  <a:moveTo>
                    <a:pt x="1243" y="251"/>
                  </a:moveTo>
                  <a:lnTo>
                    <a:pt x="1246" y="253"/>
                  </a:lnTo>
                  <a:lnTo>
                    <a:pt x="1248" y="256"/>
                  </a:lnTo>
                  <a:lnTo>
                    <a:pt x="1249" y="259"/>
                  </a:lnTo>
                  <a:lnTo>
                    <a:pt x="1249" y="261"/>
                  </a:lnTo>
                  <a:lnTo>
                    <a:pt x="1249" y="264"/>
                  </a:lnTo>
                  <a:lnTo>
                    <a:pt x="1248" y="267"/>
                  </a:lnTo>
                  <a:lnTo>
                    <a:pt x="1247" y="269"/>
                  </a:lnTo>
                  <a:lnTo>
                    <a:pt x="1243" y="270"/>
                  </a:lnTo>
                  <a:lnTo>
                    <a:pt x="1238" y="270"/>
                  </a:lnTo>
                  <a:lnTo>
                    <a:pt x="1232" y="269"/>
                  </a:lnTo>
                  <a:lnTo>
                    <a:pt x="1229" y="269"/>
                  </a:lnTo>
                  <a:lnTo>
                    <a:pt x="1228" y="272"/>
                  </a:lnTo>
                  <a:lnTo>
                    <a:pt x="1227" y="276"/>
                  </a:lnTo>
                  <a:lnTo>
                    <a:pt x="1224" y="279"/>
                  </a:lnTo>
                  <a:lnTo>
                    <a:pt x="1220" y="280"/>
                  </a:lnTo>
                  <a:lnTo>
                    <a:pt x="1216" y="279"/>
                  </a:lnTo>
                  <a:lnTo>
                    <a:pt x="1212" y="279"/>
                  </a:lnTo>
                  <a:lnTo>
                    <a:pt x="1208" y="280"/>
                  </a:lnTo>
                  <a:lnTo>
                    <a:pt x="1203" y="280"/>
                  </a:lnTo>
                  <a:lnTo>
                    <a:pt x="1199" y="279"/>
                  </a:lnTo>
                  <a:lnTo>
                    <a:pt x="1195" y="278"/>
                  </a:lnTo>
                  <a:lnTo>
                    <a:pt x="1192" y="276"/>
                  </a:lnTo>
                  <a:lnTo>
                    <a:pt x="1188" y="275"/>
                  </a:lnTo>
                  <a:lnTo>
                    <a:pt x="1184" y="274"/>
                  </a:lnTo>
                  <a:lnTo>
                    <a:pt x="1181" y="272"/>
                  </a:lnTo>
                  <a:lnTo>
                    <a:pt x="1180" y="270"/>
                  </a:lnTo>
                  <a:lnTo>
                    <a:pt x="1179" y="267"/>
                  </a:lnTo>
                  <a:lnTo>
                    <a:pt x="1178" y="265"/>
                  </a:lnTo>
                  <a:lnTo>
                    <a:pt x="1174" y="264"/>
                  </a:lnTo>
                  <a:lnTo>
                    <a:pt x="1168" y="263"/>
                  </a:lnTo>
                  <a:lnTo>
                    <a:pt x="1162" y="262"/>
                  </a:lnTo>
                  <a:lnTo>
                    <a:pt x="1160" y="260"/>
                  </a:lnTo>
                  <a:lnTo>
                    <a:pt x="1162" y="257"/>
                  </a:lnTo>
                  <a:lnTo>
                    <a:pt x="1165" y="254"/>
                  </a:lnTo>
                  <a:lnTo>
                    <a:pt x="1167" y="251"/>
                  </a:lnTo>
                  <a:lnTo>
                    <a:pt x="1169" y="249"/>
                  </a:lnTo>
                  <a:lnTo>
                    <a:pt x="1171" y="246"/>
                  </a:lnTo>
                  <a:lnTo>
                    <a:pt x="1173" y="244"/>
                  </a:lnTo>
                  <a:lnTo>
                    <a:pt x="1176" y="242"/>
                  </a:lnTo>
                  <a:lnTo>
                    <a:pt x="1177" y="240"/>
                  </a:lnTo>
                  <a:lnTo>
                    <a:pt x="1177" y="237"/>
                  </a:lnTo>
                  <a:lnTo>
                    <a:pt x="1177" y="234"/>
                  </a:lnTo>
                  <a:lnTo>
                    <a:pt x="1179" y="232"/>
                  </a:lnTo>
                  <a:lnTo>
                    <a:pt x="1183" y="231"/>
                  </a:lnTo>
                  <a:lnTo>
                    <a:pt x="1187" y="230"/>
                  </a:lnTo>
                  <a:lnTo>
                    <a:pt x="1190" y="229"/>
                  </a:lnTo>
                  <a:lnTo>
                    <a:pt x="1192" y="226"/>
                  </a:lnTo>
                  <a:lnTo>
                    <a:pt x="1194" y="223"/>
                  </a:lnTo>
                  <a:lnTo>
                    <a:pt x="1197" y="221"/>
                  </a:lnTo>
                  <a:lnTo>
                    <a:pt x="1201" y="222"/>
                  </a:lnTo>
                  <a:lnTo>
                    <a:pt x="1205" y="225"/>
                  </a:lnTo>
                  <a:lnTo>
                    <a:pt x="1209" y="227"/>
                  </a:lnTo>
                  <a:lnTo>
                    <a:pt x="1211" y="227"/>
                  </a:lnTo>
                  <a:lnTo>
                    <a:pt x="1214" y="227"/>
                  </a:lnTo>
                  <a:lnTo>
                    <a:pt x="1217" y="226"/>
                  </a:lnTo>
                  <a:lnTo>
                    <a:pt x="1220" y="226"/>
                  </a:lnTo>
                  <a:lnTo>
                    <a:pt x="1223" y="226"/>
                  </a:lnTo>
                  <a:lnTo>
                    <a:pt x="1227" y="225"/>
                  </a:lnTo>
                  <a:lnTo>
                    <a:pt x="1231" y="225"/>
                  </a:lnTo>
                  <a:lnTo>
                    <a:pt x="1235" y="226"/>
                  </a:lnTo>
                  <a:lnTo>
                    <a:pt x="1236" y="229"/>
                  </a:lnTo>
                  <a:lnTo>
                    <a:pt x="1236" y="233"/>
                  </a:lnTo>
                  <a:lnTo>
                    <a:pt x="1235" y="236"/>
                  </a:lnTo>
                  <a:lnTo>
                    <a:pt x="1237" y="238"/>
                  </a:lnTo>
                  <a:lnTo>
                    <a:pt x="1240" y="239"/>
                  </a:lnTo>
                  <a:lnTo>
                    <a:pt x="1243" y="241"/>
                  </a:lnTo>
                  <a:lnTo>
                    <a:pt x="1245" y="244"/>
                  </a:lnTo>
                  <a:lnTo>
                    <a:pt x="1243" y="246"/>
                  </a:lnTo>
                  <a:lnTo>
                    <a:pt x="1242" y="249"/>
                  </a:lnTo>
                  <a:close/>
                </a:path>
              </a:pathLst>
            </a:custGeom>
            <a:solidFill>
              <a:srgbClr val="86D1BC">
                <a:alpha val="9600"/>
              </a:srgbClr>
            </a:solidFill>
            <a:ln>
              <a:noFill/>
            </a:ln>
          </p:spPr>
          <p:txBody>
            <a:bodyPr anchor="ctr"/>
            <a:lstStyle/>
            <a:p>
              <a:pPr algn="ctr">
                <a:buNone/>
              </a:pPr>
            </a:p>
          </p:txBody>
        </p:sp>
        <p:sp>
          <p:nvSpPr>
            <p:cNvPr id="6574" name="addition:input:41"/>
            <p:cNvSpPr>
              <a:spLocks noGrp="1"/>
            </p:cNvSpPr>
            <p:nvPr/>
          </p:nvSpPr>
          <p:spPr>
            <a:xfrm>
              <a:off x="209550" y="5438775"/>
              <a:ext cx="2115007" cy="483626"/>
            </a:xfrm>
            <a:custGeom>
              <a:avLst/>
              <a:gdLst/>
              <a:ahLst/>
              <a:cxnLst/>
              <a:rect l="l" t="t" r="r" b="b"/>
              <a:pathLst>
                <a:path w="1285" h="258">
                  <a:moveTo>
                    <a:pt x="0" y="0"/>
                  </a:moveTo>
                  <a:moveTo>
                    <a:pt x="1280" y="229"/>
                  </a:moveTo>
                  <a:lnTo>
                    <a:pt x="1281" y="231"/>
                  </a:lnTo>
                  <a:lnTo>
                    <a:pt x="1283" y="234"/>
                  </a:lnTo>
                  <a:lnTo>
                    <a:pt x="1285" y="237"/>
                  </a:lnTo>
                  <a:lnTo>
                    <a:pt x="1284" y="240"/>
                  </a:lnTo>
                  <a:lnTo>
                    <a:pt x="1280" y="241"/>
                  </a:lnTo>
                  <a:lnTo>
                    <a:pt x="1274" y="242"/>
                  </a:lnTo>
                  <a:lnTo>
                    <a:pt x="1269" y="242"/>
                  </a:lnTo>
                  <a:lnTo>
                    <a:pt x="1266" y="243"/>
                  </a:lnTo>
                  <a:lnTo>
                    <a:pt x="1265" y="246"/>
                  </a:lnTo>
                  <a:lnTo>
                    <a:pt x="1264" y="249"/>
                  </a:lnTo>
                  <a:lnTo>
                    <a:pt x="1262" y="251"/>
                  </a:lnTo>
                  <a:lnTo>
                    <a:pt x="1259" y="253"/>
                  </a:lnTo>
                  <a:lnTo>
                    <a:pt x="1256" y="255"/>
                  </a:lnTo>
                  <a:lnTo>
                    <a:pt x="1253" y="257"/>
                  </a:lnTo>
                  <a:lnTo>
                    <a:pt x="1249" y="258"/>
                  </a:lnTo>
                  <a:lnTo>
                    <a:pt x="1244" y="258"/>
                  </a:lnTo>
                  <a:lnTo>
                    <a:pt x="1240" y="256"/>
                  </a:lnTo>
                  <a:lnTo>
                    <a:pt x="1236" y="254"/>
                  </a:lnTo>
                  <a:lnTo>
                    <a:pt x="1233" y="253"/>
                  </a:lnTo>
                  <a:lnTo>
                    <a:pt x="1229" y="254"/>
                  </a:lnTo>
                  <a:lnTo>
                    <a:pt x="1226" y="255"/>
                  </a:lnTo>
                  <a:lnTo>
                    <a:pt x="1222" y="254"/>
                  </a:lnTo>
                  <a:lnTo>
                    <a:pt x="1221" y="251"/>
                  </a:lnTo>
                  <a:lnTo>
                    <a:pt x="1220" y="249"/>
                  </a:lnTo>
                  <a:lnTo>
                    <a:pt x="1218" y="247"/>
                  </a:lnTo>
                  <a:lnTo>
                    <a:pt x="1214" y="247"/>
                  </a:lnTo>
                  <a:lnTo>
                    <a:pt x="1210" y="247"/>
                  </a:lnTo>
                  <a:lnTo>
                    <a:pt x="1206" y="246"/>
                  </a:lnTo>
                  <a:lnTo>
                    <a:pt x="1204" y="244"/>
                  </a:lnTo>
                  <a:lnTo>
                    <a:pt x="1203" y="242"/>
                  </a:lnTo>
                  <a:lnTo>
                    <a:pt x="1203" y="239"/>
                  </a:lnTo>
                  <a:lnTo>
                    <a:pt x="1203" y="236"/>
                  </a:lnTo>
                  <a:lnTo>
                    <a:pt x="1204" y="234"/>
                  </a:lnTo>
                  <a:lnTo>
                    <a:pt x="1207" y="231"/>
                  </a:lnTo>
                  <a:lnTo>
                    <a:pt x="1211" y="229"/>
                  </a:lnTo>
                  <a:lnTo>
                    <a:pt x="1212" y="227"/>
                  </a:lnTo>
                  <a:lnTo>
                    <a:pt x="1211" y="225"/>
                  </a:lnTo>
                  <a:lnTo>
                    <a:pt x="1208" y="222"/>
                  </a:lnTo>
                  <a:lnTo>
                    <a:pt x="1206" y="219"/>
                  </a:lnTo>
                  <a:lnTo>
                    <a:pt x="1207" y="216"/>
                  </a:lnTo>
                  <a:lnTo>
                    <a:pt x="1210" y="215"/>
                  </a:lnTo>
                  <a:lnTo>
                    <a:pt x="1213" y="213"/>
                  </a:lnTo>
                  <a:lnTo>
                    <a:pt x="1214" y="211"/>
                  </a:lnTo>
                  <a:lnTo>
                    <a:pt x="1215" y="209"/>
                  </a:lnTo>
                  <a:lnTo>
                    <a:pt x="1216" y="206"/>
                  </a:lnTo>
                  <a:lnTo>
                    <a:pt x="1219" y="205"/>
                  </a:lnTo>
                  <a:lnTo>
                    <a:pt x="1223" y="205"/>
                  </a:lnTo>
                  <a:lnTo>
                    <a:pt x="1226" y="205"/>
                  </a:lnTo>
                  <a:lnTo>
                    <a:pt x="1229" y="205"/>
                  </a:lnTo>
                  <a:lnTo>
                    <a:pt x="1231" y="204"/>
                  </a:lnTo>
                  <a:lnTo>
                    <a:pt x="1234" y="204"/>
                  </a:lnTo>
                  <a:lnTo>
                    <a:pt x="1237" y="205"/>
                  </a:lnTo>
                  <a:lnTo>
                    <a:pt x="1240" y="206"/>
                  </a:lnTo>
                  <a:lnTo>
                    <a:pt x="1243" y="204"/>
                  </a:lnTo>
                  <a:lnTo>
                    <a:pt x="1246" y="201"/>
                  </a:lnTo>
                  <a:lnTo>
                    <a:pt x="1251" y="199"/>
                  </a:lnTo>
                  <a:lnTo>
                    <a:pt x="1255" y="199"/>
                  </a:lnTo>
                  <a:lnTo>
                    <a:pt x="1258" y="202"/>
                  </a:lnTo>
                  <a:lnTo>
                    <a:pt x="1259" y="206"/>
                  </a:lnTo>
                  <a:lnTo>
                    <a:pt x="1260" y="209"/>
                  </a:lnTo>
                  <a:lnTo>
                    <a:pt x="1263" y="211"/>
                  </a:lnTo>
                  <a:lnTo>
                    <a:pt x="1266" y="212"/>
                  </a:lnTo>
                  <a:lnTo>
                    <a:pt x="1269" y="214"/>
                  </a:lnTo>
                  <a:lnTo>
                    <a:pt x="1271" y="216"/>
                  </a:lnTo>
                  <a:lnTo>
                    <a:pt x="1272" y="218"/>
                  </a:lnTo>
                  <a:lnTo>
                    <a:pt x="1275" y="220"/>
                  </a:lnTo>
                  <a:lnTo>
                    <a:pt x="1278" y="222"/>
                  </a:lnTo>
                  <a:lnTo>
                    <a:pt x="1280" y="224"/>
                  </a:lnTo>
                  <a:lnTo>
                    <a:pt x="1281" y="226"/>
                  </a:lnTo>
                  <a:close/>
                </a:path>
              </a:pathLst>
            </a:custGeom>
            <a:solidFill>
              <a:srgbClr val="86D1BC">
                <a:alpha val="9600"/>
              </a:srgbClr>
            </a:solidFill>
            <a:ln>
              <a:noFill/>
            </a:ln>
          </p:spPr>
          <p:txBody>
            <a:bodyPr anchor="ctr"/>
            <a:lstStyle/>
            <a:p>
              <a:pPr algn="ctr">
                <a:buNone/>
              </a:pPr>
            </a:p>
          </p:txBody>
        </p:sp>
        <p:sp>
          <p:nvSpPr>
            <p:cNvPr id="6575" name="addition:input:42"/>
            <p:cNvSpPr>
              <a:spLocks noGrp="1"/>
            </p:cNvSpPr>
            <p:nvPr/>
          </p:nvSpPr>
          <p:spPr>
            <a:xfrm>
              <a:off x="209550" y="5438775"/>
              <a:ext cx="2179198" cy="498622"/>
            </a:xfrm>
            <a:custGeom>
              <a:avLst/>
              <a:gdLst/>
              <a:ahLst/>
              <a:cxnLst/>
              <a:rect l="l" t="t" r="r" b="b"/>
              <a:pathLst>
                <a:path w="1324" h="266">
                  <a:moveTo>
                    <a:pt x="0" y="0"/>
                  </a:moveTo>
                  <a:moveTo>
                    <a:pt x="1315" y="235"/>
                  </a:moveTo>
                  <a:lnTo>
                    <a:pt x="1319" y="238"/>
                  </a:lnTo>
                  <a:lnTo>
                    <a:pt x="1323" y="241"/>
                  </a:lnTo>
                  <a:lnTo>
                    <a:pt x="1324" y="244"/>
                  </a:lnTo>
                  <a:lnTo>
                    <a:pt x="1322" y="246"/>
                  </a:lnTo>
                  <a:lnTo>
                    <a:pt x="1320" y="248"/>
                  </a:lnTo>
                  <a:lnTo>
                    <a:pt x="1317" y="250"/>
                  </a:lnTo>
                  <a:lnTo>
                    <a:pt x="1314" y="252"/>
                  </a:lnTo>
                  <a:lnTo>
                    <a:pt x="1310" y="253"/>
                  </a:lnTo>
                  <a:lnTo>
                    <a:pt x="1306" y="253"/>
                  </a:lnTo>
                  <a:lnTo>
                    <a:pt x="1303" y="254"/>
                  </a:lnTo>
                  <a:lnTo>
                    <a:pt x="1301" y="256"/>
                  </a:lnTo>
                  <a:lnTo>
                    <a:pt x="1300" y="260"/>
                  </a:lnTo>
                  <a:lnTo>
                    <a:pt x="1298" y="263"/>
                  </a:lnTo>
                  <a:lnTo>
                    <a:pt x="1294" y="265"/>
                  </a:lnTo>
                  <a:lnTo>
                    <a:pt x="1290" y="265"/>
                  </a:lnTo>
                  <a:lnTo>
                    <a:pt x="1285" y="264"/>
                  </a:lnTo>
                  <a:lnTo>
                    <a:pt x="1281" y="263"/>
                  </a:lnTo>
                  <a:lnTo>
                    <a:pt x="1277" y="265"/>
                  </a:lnTo>
                  <a:lnTo>
                    <a:pt x="1273" y="266"/>
                  </a:lnTo>
                  <a:lnTo>
                    <a:pt x="1269" y="266"/>
                  </a:lnTo>
                  <a:lnTo>
                    <a:pt x="1265" y="264"/>
                  </a:lnTo>
                  <a:lnTo>
                    <a:pt x="1262" y="261"/>
                  </a:lnTo>
                  <a:lnTo>
                    <a:pt x="1260" y="259"/>
                  </a:lnTo>
                  <a:lnTo>
                    <a:pt x="1257" y="257"/>
                  </a:lnTo>
                  <a:lnTo>
                    <a:pt x="1254" y="256"/>
                  </a:lnTo>
                  <a:lnTo>
                    <a:pt x="1252" y="254"/>
                  </a:lnTo>
                  <a:lnTo>
                    <a:pt x="1250" y="252"/>
                  </a:lnTo>
                  <a:lnTo>
                    <a:pt x="1247" y="251"/>
                  </a:lnTo>
                  <a:lnTo>
                    <a:pt x="1242" y="250"/>
                  </a:lnTo>
                  <a:lnTo>
                    <a:pt x="1237" y="249"/>
                  </a:lnTo>
                  <a:lnTo>
                    <a:pt x="1234" y="247"/>
                  </a:lnTo>
                  <a:lnTo>
                    <a:pt x="1235" y="244"/>
                  </a:lnTo>
                  <a:lnTo>
                    <a:pt x="1239" y="240"/>
                  </a:lnTo>
                  <a:lnTo>
                    <a:pt x="1243" y="237"/>
                  </a:lnTo>
                  <a:lnTo>
                    <a:pt x="1244" y="235"/>
                  </a:lnTo>
                  <a:lnTo>
                    <a:pt x="1244" y="233"/>
                  </a:lnTo>
                  <a:lnTo>
                    <a:pt x="1244" y="230"/>
                  </a:lnTo>
                  <a:lnTo>
                    <a:pt x="1245" y="227"/>
                  </a:lnTo>
                  <a:lnTo>
                    <a:pt x="1247" y="225"/>
                  </a:lnTo>
                  <a:lnTo>
                    <a:pt x="1249" y="223"/>
                  </a:lnTo>
                  <a:lnTo>
                    <a:pt x="1250" y="220"/>
                  </a:lnTo>
                  <a:lnTo>
                    <a:pt x="1250" y="218"/>
                  </a:lnTo>
                  <a:lnTo>
                    <a:pt x="1252" y="215"/>
                  </a:lnTo>
                  <a:lnTo>
                    <a:pt x="1255" y="214"/>
                  </a:lnTo>
                  <a:lnTo>
                    <a:pt x="1258" y="212"/>
                  </a:lnTo>
                  <a:lnTo>
                    <a:pt x="1260" y="210"/>
                  </a:lnTo>
                  <a:lnTo>
                    <a:pt x="1262" y="207"/>
                  </a:lnTo>
                  <a:lnTo>
                    <a:pt x="1264" y="205"/>
                  </a:lnTo>
                  <a:lnTo>
                    <a:pt x="1268" y="205"/>
                  </a:lnTo>
                  <a:lnTo>
                    <a:pt x="1272" y="207"/>
                  </a:lnTo>
                  <a:lnTo>
                    <a:pt x="1276" y="210"/>
                  </a:lnTo>
                  <a:lnTo>
                    <a:pt x="1278" y="212"/>
                  </a:lnTo>
                  <a:lnTo>
                    <a:pt x="1280" y="210"/>
                  </a:lnTo>
                  <a:lnTo>
                    <a:pt x="1283" y="208"/>
                  </a:lnTo>
                  <a:lnTo>
                    <a:pt x="1287" y="206"/>
                  </a:lnTo>
                  <a:lnTo>
                    <a:pt x="1290" y="206"/>
                  </a:lnTo>
                  <a:lnTo>
                    <a:pt x="1293" y="207"/>
                  </a:lnTo>
                  <a:lnTo>
                    <a:pt x="1297" y="207"/>
                  </a:lnTo>
                  <a:lnTo>
                    <a:pt x="1300" y="208"/>
                  </a:lnTo>
                  <a:lnTo>
                    <a:pt x="1303" y="210"/>
                  </a:lnTo>
                  <a:lnTo>
                    <a:pt x="1304" y="213"/>
                  </a:lnTo>
                  <a:lnTo>
                    <a:pt x="1305" y="217"/>
                  </a:lnTo>
                  <a:lnTo>
                    <a:pt x="1306" y="219"/>
                  </a:lnTo>
                  <a:lnTo>
                    <a:pt x="1308" y="221"/>
                  </a:lnTo>
                  <a:lnTo>
                    <a:pt x="1312" y="222"/>
                  </a:lnTo>
                  <a:lnTo>
                    <a:pt x="1315" y="225"/>
                  </a:lnTo>
                  <a:lnTo>
                    <a:pt x="1315" y="227"/>
                  </a:lnTo>
                  <a:lnTo>
                    <a:pt x="1313" y="230"/>
                  </a:lnTo>
                  <a:lnTo>
                    <a:pt x="1312" y="233"/>
                  </a:lnTo>
                  <a:close/>
                </a:path>
              </a:pathLst>
            </a:custGeom>
            <a:solidFill>
              <a:srgbClr val="86D1BC">
                <a:alpha val="9600"/>
              </a:srgbClr>
            </a:solidFill>
            <a:ln>
              <a:noFill/>
            </a:ln>
          </p:spPr>
          <p:txBody>
            <a:bodyPr anchor="ctr"/>
            <a:lstStyle/>
            <a:p>
              <a:pPr algn="ctr">
                <a:buNone/>
              </a:pPr>
            </a:p>
          </p:txBody>
        </p:sp>
        <p:sp>
          <p:nvSpPr>
            <p:cNvPr id="6576" name="addition:input:43"/>
            <p:cNvSpPr>
              <a:spLocks noGrp="1"/>
            </p:cNvSpPr>
            <p:nvPr/>
          </p:nvSpPr>
          <p:spPr>
            <a:xfrm>
              <a:off x="209550" y="5438775"/>
              <a:ext cx="2235159" cy="547360"/>
            </a:xfrm>
            <a:custGeom>
              <a:avLst/>
              <a:gdLst/>
              <a:ahLst/>
              <a:cxnLst/>
              <a:rect l="l" t="t" r="r" b="b"/>
              <a:pathLst>
                <a:path w="1358" h="292">
                  <a:moveTo>
                    <a:pt x="0" y="0"/>
                  </a:moveTo>
                  <a:moveTo>
                    <a:pt x="1358" y="259"/>
                  </a:moveTo>
                  <a:lnTo>
                    <a:pt x="1357" y="262"/>
                  </a:lnTo>
                  <a:lnTo>
                    <a:pt x="1356" y="265"/>
                  </a:lnTo>
                  <a:lnTo>
                    <a:pt x="1356" y="268"/>
                  </a:lnTo>
                  <a:lnTo>
                    <a:pt x="1355" y="271"/>
                  </a:lnTo>
                  <a:lnTo>
                    <a:pt x="1352" y="274"/>
                  </a:lnTo>
                  <a:lnTo>
                    <a:pt x="1346" y="275"/>
                  </a:lnTo>
                  <a:lnTo>
                    <a:pt x="1340" y="275"/>
                  </a:lnTo>
                  <a:lnTo>
                    <a:pt x="1336" y="276"/>
                  </a:lnTo>
                  <a:lnTo>
                    <a:pt x="1335" y="279"/>
                  </a:lnTo>
                  <a:lnTo>
                    <a:pt x="1335" y="283"/>
                  </a:lnTo>
                  <a:lnTo>
                    <a:pt x="1334" y="288"/>
                  </a:lnTo>
                  <a:lnTo>
                    <a:pt x="1331" y="290"/>
                  </a:lnTo>
                  <a:lnTo>
                    <a:pt x="1326" y="291"/>
                  </a:lnTo>
                  <a:lnTo>
                    <a:pt x="1321" y="291"/>
                  </a:lnTo>
                  <a:lnTo>
                    <a:pt x="1317" y="291"/>
                  </a:lnTo>
                  <a:lnTo>
                    <a:pt x="1312" y="292"/>
                  </a:lnTo>
                  <a:lnTo>
                    <a:pt x="1308" y="292"/>
                  </a:lnTo>
                  <a:lnTo>
                    <a:pt x="1304" y="290"/>
                  </a:lnTo>
                  <a:lnTo>
                    <a:pt x="1301" y="288"/>
                  </a:lnTo>
                  <a:lnTo>
                    <a:pt x="1297" y="288"/>
                  </a:lnTo>
                  <a:lnTo>
                    <a:pt x="1294" y="288"/>
                  </a:lnTo>
                  <a:lnTo>
                    <a:pt x="1290" y="288"/>
                  </a:lnTo>
                  <a:lnTo>
                    <a:pt x="1287" y="287"/>
                  </a:lnTo>
                  <a:lnTo>
                    <a:pt x="1286" y="284"/>
                  </a:lnTo>
                  <a:lnTo>
                    <a:pt x="1284" y="281"/>
                  </a:lnTo>
                  <a:lnTo>
                    <a:pt x="1281" y="280"/>
                  </a:lnTo>
                  <a:lnTo>
                    <a:pt x="1276" y="281"/>
                  </a:lnTo>
                  <a:lnTo>
                    <a:pt x="1270" y="280"/>
                  </a:lnTo>
                  <a:lnTo>
                    <a:pt x="1267" y="278"/>
                  </a:lnTo>
                  <a:lnTo>
                    <a:pt x="1267" y="275"/>
                  </a:lnTo>
                  <a:lnTo>
                    <a:pt x="1270" y="271"/>
                  </a:lnTo>
                  <a:lnTo>
                    <a:pt x="1272" y="267"/>
                  </a:lnTo>
                  <a:lnTo>
                    <a:pt x="1273" y="265"/>
                  </a:lnTo>
                  <a:lnTo>
                    <a:pt x="1274" y="262"/>
                  </a:lnTo>
                  <a:lnTo>
                    <a:pt x="1275" y="259"/>
                  </a:lnTo>
                  <a:lnTo>
                    <a:pt x="1276" y="257"/>
                  </a:lnTo>
                  <a:lnTo>
                    <a:pt x="1275" y="254"/>
                  </a:lnTo>
                  <a:lnTo>
                    <a:pt x="1273" y="251"/>
                  </a:lnTo>
                  <a:lnTo>
                    <a:pt x="1270" y="248"/>
                  </a:lnTo>
                  <a:lnTo>
                    <a:pt x="1270" y="244"/>
                  </a:lnTo>
                  <a:lnTo>
                    <a:pt x="1272" y="242"/>
                  </a:lnTo>
                  <a:lnTo>
                    <a:pt x="1277" y="241"/>
                  </a:lnTo>
                  <a:lnTo>
                    <a:pt x="1280" y="239"/>
                  </a:lnTo>
                  <a:lnTo>
                    <a:pt x="1281" y="237"/>
                  </a:lnTo>
                  <a:lnTo>
                    <a:pt x="1282" y="233"/>
                  </a:lnTo>
                  <a:lnTo>
                    <a:pt x="1284" y="231"/>
                  </a:lnTo>
                  <a:lnTo>
                    <a:pt x="1287" y="230"/>
                  </a:lnTo>
                  <a:lnTo>
                    <a:pt x="1292" y="232"/>
                  </a:lnTo>
                  <a:lnTo>
                    <a:pt x="1296" y="233"/>
                  </a:lnTo>
                  <a:lnTo>
                    <a:pt x="1299" y="233"/>
                  </a:lnTo>
                  <a:lnTo>
                    <a:pt x="1301" y="231"/>
                  </a:lnTo>
                  <a:lnTo>
                    <a:pt x="1304" y="230"/>
                  </a:lnTo>
                  <a:lnTo>
                    <a:pt x="1308" y="229"/>
                  </a:lnTo>
                  <a:lnTo>
                    <a:pt x="1312" y="228"/>
                  </a:lnTo>
                  <a:lnTo>
                    <a:pt x="1316" y="227"/>
                  </a:lnTo>
                  <a:lnTo>
                    <a:pt x="1321" y="225"/>
                  </a:lnTo>
                  <a:lnTo>
                    <a:pt x="1326" y="225"/>
                  </a:lnTo>
                  <a:lnTo>
                    <a:pt x="1329" y="228"/>
                  </a:lnTo>
                  <a:lnTo>
                    <a:pt x="1331" y="233"/>
                  </a:lnTo>
                  <a:lnTo>
                    <a:pt x="1331" y="237"/>
                  </a:lnTo>
                  <a:lnTo>
                    <a:pt x="1333" y="240"/>
                  </a:lnTo>
                  <a:lnTo>
                    <a:pt x="1337" y="241"/>
                  </a:lnTo>
                  <a:lnTo>
                    <a:pt x="1343" y="241"/>
                  </a:lnTo>
                  <a:lnTo>
                    <a:pt x="1346" y="243"/>
                  </a:lnTo>
                  <a:lnTo>
                    <a:pt x="1348" y="246"/>
                  </a:lnTo>
                  <a:lnTo>
                    <a:pt x="1349" y="249"/>
                  </a:lnTo>
                  <a:lnTo>
                    <a:pt x="1350" y="251"/>
                  </a:lnTo>
                  <a:lnTo>
                    <a:pt x="1353" y="254"/>
                  </a:lnTo>
                  <a:lnTo>
                    <a:pt x="1356" y="256"/>
                  </a:lnTo>
                  <a:close/>
                </a:path>
              </a:pathLst>
            </a:custGeom>
            <a:solidFill>
              <a:srgbClr val="86D1BC">
                <a:alpha val="9600"/>
              </a:srgbClr>
            </a:solidFill>
            <a:ln>
              <a:noFill/>
            </a:ln>
          </p:spPr>
          <p:txBody>
            <a:bodyPr anchor="ctr"/>
            <a:lstStyle/>
            <a:p>
              <a:pPr algn="ctr">
                <a:buNone/>
              </a:pPr>
            </a:p>
          </p:txBody>
        </p:sp>
        <p:sp>
          <p:nvSpPr>
            <p:cNvPr id="6577" name="addition:input:44"/>
            <p:cNvSpPr>
              <a:spLocks noGrp="1"/>
            </p:cNvSpPr>
            <p:nvPr/>
          </p:nvSpPr>
          <p:spPr>
            <a:xfrm>
              <a:off x="209550" y="5438775"/>
              <a:ext cx="2207179" cy="607344"/>
            </a:xfrm>
            <a:custGeom>
              <a:avLst/>
              <a:gdLst/>
              <a:ahLst/>
              <a:cxnLst/>
              <a:rect l="l" t="t" r="r" b="b"/>
              <a:pathLst>
                <a:path w="1341" h="324">
                  <a:moveTo>
                    <a:pt x="0" y="0"/>
                  </a:moveTo>
                  <a:moveTo>
                    <a:pt x="1341" y="286"/>
                  </a:moveTo>
                  <a:lnTo>
                    <a:pt x="1339" y="289"/>
                  </a:lnTo>
                  <a:lnTo>
                    <a:pt x="1338" y="292"/>
                  </a:lnTo>
                  <a:lnTo>
                    <a:pt x="1337" y="295"/>
                  </a:lnTo>
                  <a:lnTo>
                    <a:pt x="1335" y="298"/>
                  </a:lnTo>
                  <a:lnTo>
                    <a:pt x="1332" y="300"/>
                  </a:lnTo>
                  <a:lnTo>
                    <a:pt x="1328" y="302"/>
                  </a:lnTo>
                  <a:lnTo>
                    <a:pt x="1324" y="304"/>
                  </a:lnTo>
                  <a:lnTo>
                    <a:pt x="1321" y="306"/>
                  </a:lnTo>
                  <a:lnTo>
                    <a:pt x="1319" y="309"/>
                  </a:lnTo>
                  <a:lnTo>
                    <a:pt x="1316" y="311"/>
                  </a:lnTo>
                  <a:lnTo>
                    <a:pt x="1311" y="312"/>
                  </a:lnTo>
                  <a:lnTo>
                    <a:pt x="1305" y="312"/>
                  </a:lnTo>
                  <a:lnTo>
                    <a:pt x="1300" y="313"/>
                  </a:lnTo>
                  <a:lnTo>
                    <a:pt x="1297" y="316"/>
                  </a:lnTo>
                  <a:lnTo>
                    <a:pt x="1293" y="320"/>
                  </a:lnTo>
                  <a:lnTo>
                    <a:pt x="1288" y="324"/>
                  </a:lnTo>
                  <a:lnTo>
                    <a:pt x="1282" y="324"/>
                  </a:lnTo>
                  <a:lnTo>
                    <a:pt x="1276" y="321"/>
                  </a:lnTo>
                  <a:lnTo>
                    <a:pt x="1272" y="317"/>
                  </a:lnTo>
                  <a:lnTo>
                    <a:pt x="1267" y="315"/>
                  </a:lnTo>
                  <a:lnTo>
                    <a:pt x="1263" y="314"/>
                  </a:lnTo>
                  <a:lnTo>
                    <a:pt x="1259" y="313"/>
                  </a:lnTo>
                  <a:lnTo>
                    <a:pt x="1256" y="311"/>
                  </a:lnTo>
                  <a:lnTo>
                    <a:pt x="1252" y="310"/>
                  </a:lnTo>
                  <a:lnTo>
                    <a:pt x="1248" y="310"/>
                  </a:lnTo>
                  <a:lnTo>
                    <a:pt x="1242" y="310"/>
                  </a:lnTo>
                  <a:lnTo>
                    <a:pt x="1236" y="309"/>
                  </a:lnTo>
                  <a:lnTo>
                    <a:pt x="1233" y="307"/>
                  </a:lnTo>
                  <a:lnTo>
                    <a:pt x="1234" y="303"/>
                  </a:lnTo>
                  <a:lnTo>
                    <a:pt x="1235" y="300"/>
                  </a:lnTo>
                  <a:lnTo>
                    <a:pt x="1235" y="297"/>
                  </a:lnTo>
                  <a:lnTo>
                    <a:pt x="1232" y="295"/>
                  </a:lnTo>
                  <a:lnTo>
                    <a:pt x="1229" y="292"/>
                  </a:lnTo>
                  <a:lnTo>
                    <a:pt x="1229" y="289"/>
                  </a:lnTo>
                  <a:lnTo>
                    <a:pt x="1233" y="286"/>
                  </a:lnTo>
                  <a:lnTo>
                    <a:pt x="1238" y="283"/>
                  </a:lnTo>
                  <a:lnTo>
                    <a:pt x="1242" y="281"/>
                  </a:lnTo>
                  <a:lnTo>
                    <a:pt x="1242" y="279"/>
                  </a:lnTo>
                  <a:lnTo>
                    <a:pt x="1241" y="276"/>
                  </a:lnTo>
                  <a:lnTo>
                    <a:pt x="1241" y="273"/>
                  </a:lnTo>
                  <a:lnTo>
                    <a:pt x="1242" y="270"/>
                  </a:lnTo>
                  <a:lnTo>
                    <a:pt x="1242" y="266"/>
                  </a:lnTo>
                  <a:lnTo>
                    <a:pt x="1243" y="263"/>
                  </a:lnTo>
                  <a:lnTo>
                    <a:pt x="1244" y="259"/>
                  </a:lnTo>
                  <a:lnTo>
                    <a:pt x="1247" y="257"/>
                  </a:lnTo>
                  <a:lnTo>
                    <a:pt x="1253" y="257"/>
                  </a:lnTo>
                  <a:lnTo>
                    <a:pt x="1260" y="259"/>
                  </a:lnTo>
                  <a:lnTo>
                    <a:pt x="1265" y="261"/>
                  </a:lnTo>
                  <a:lnTo>
                    <a:pt x="1268" y="260"/>
                  </a:lnTo>
                  <a:lnTo>
                    <a:pt x="1270" y="257"/>
                  </a:lnTo>
                  <a:lnTo>
                    <a:pt x="1273" y="254"/>
                  </a:lnTo>
                  <a:lnTo>
                    <a:pt x="1277" y="254"/>
                  </a:lnTo>
                  <a:lnTo>
                    <a:pt x="1281" y="255"/>
                  </a:lnTo>
                  <a:lnTo>
                    <a:pt x="1285" y="256"/>
                  </a:lnTo>
                  <a:lnTo>
                    <a:pt x="1289" y="256"/>
                  </a:lnTo>
                  <a:lnTo>
                    <a:pt x="1294" y="255"/>
                  </a:lnTo>
                  <a:lnTo>
                    <a:pt x="1299" y="255"/>
                  </a:lnTo>
                  <a:lnTo>
                    <a:pt x="1304" y="256"/>
                  </a:lnTo>
                  <a:lnTo>
                    <a:pt x="1307" y="258"/>
                  </a:lnTo>
                  <a:lnTo>
                    <a:pt x="1312" y="260"/>
                  </a:lnTo>
                  <a:lnTo>
                    <a:pt x="1316" y="261"/>
                  </a:lnTo>
                  <a:lnTo>
                    <a:pt x="1320" y="264"/>
                  </a:lnTo>
                  <a:lnTo>
                    <a:pt x="1321" y="267"/>
                  </a:lnTo>
                  <a:lnTo>
                    <a:pt x="1319" y="271"/>
                  </a:lnTo>
                  <a:lnTo>
                    <a:pt x="1318" y="275"/>
                  </a:lnTo>
                  <a:lnTo>
                    <a:pt x="1320" y="277"/>
                  </a:lnTo>
                  <a:lnTo>
                    <a:pt x="1327" y="278"/>
                  </a:lnTo>
                  <a:lnTo>
                    <a:pt x="1335" y="280"/>
                  </a:lnTo>
                  <a:lnTo>
                    <a:pt x="1341" y="283"/>
                  </a:lnTo>
                  <a:close/>
                </a:path>
              </a:pathLst>
            </a:custGeom>
            <a:solidFill>
              <a:srgbClr val="86D1BC">
                <a:alpha val="9600"/>
              </a:srgbClr>
            </a:solidFill>
            <a:ln>
              <a:noFill/>
            </a:ln>
          </p:spPr>
          <p:txBody>
            <a:bodyPr anchor="ctr"/>
            <a:lstStyle/>
            <a:p>
              <a:pPr algn="ctr">
                <a:buNone/>
              </a:pPr>
            </a:p>
          </p:txBody>
        </p:sp>
        <p:sp>
          <p:nvSpPr>
            <p:cNvPr id="6578" name="addition:input:45"/>
            <p:cNvSpPr>
              <a:spLocks noGrp="1"/>
            </p:cNvSpPr>
            <p:nvPr/>
          </p:nvSpPr>
          <p:spPr>
            <a:xfrm>
              <a:off x="209550" y="5438775"/>
              <a:ext cx="2116653" cy="603595"/>
            </a:xfrm>
            <a:custGeom>
              <a:avLst/>
              <a:gdLst/>
              <a:ahLst/>
              <a:cxnLst/>
              <a:rect l="l" t="t" r="r" b="b"/>
              <a:pathLst>
                <a:path w="1286" h="322">
                  <a:moveTo>
                    <a:pt x="0" y="0"/>
                  </a:moveTo>
                  <a:moveTo>
                    <a:pt x="1281" y="289"/>
                  </a:moveTo>
                  <a:lnTo>
                    <a:pt x="1284" y="292"/>
                  </a:lnTo>
                  <a:lnTo>
                    <a:pt x="1286" y="296"/>
                  </a:lnTo>
                  <a:lnTo>
                    <a:pt x="1286" y="299"/>
                  </a:lnTo>
                  <a:lnTo>
                    <a:pt x="1282" y="301"/>
                  </a:lnTo>
                  <a:lnTo>
                    <a:pt x="1276" y="302"/>
                  </a:lnTo>
                  <a:lnTo>
                    <a:pt x="1269" y="303"/>
                  </a:lnTo>
                  <a:lnTo>
                    <a:pt x="1265" y="304"/>
                  </a:lnTo>
                  <a:lnTo>
                    <a:pt x="1265" y="307"/>
                  </a:lnTo>
                  <a:lnTo>
                    <a:pt x="1264" y="311"/>
                  </a:lnTo>
                  <a:lnTo>
                    <a:pt x="1262" y="314"/>
                  </a:lnTo>
                  <a:lnTo>
                    <a:pt x="1259" y="316"/>
                  </a:lnTo>
                  <a:lnTo>
                    <a:pt x="1254" y="317"/>
                  </a:lnTo>
                  <a:lnTo>
                    <a:pt x="1250" y="318"/>
                  </a:lnTo>
                  <a:lnTo>
                    <a:pt x="1246" y="320"/>
                  </a:lnTo>
                  <a:lnTo>
                    <a:pt x="1242" y="322"/>
                  </a:lnTo>
                  <a:lnTo>
                    <a:pt x="1237" y="322"/>
                  </a:lnTo>
                  <a:lnTo>
                    <a:pt x="1232" y="321"/>
                  </a:lnTo>
                  <a:lnTo>
                    <a:pt x="1228" y="321"/>
                  </a:lnTo>
                  <a:lnTo>
                    <a:pt x="1223" y="321"/>
                  </a:lnTo>
                  <a:lnTo>
                    <a:pt x="1219" y="321"/>
                  </a:lnTo>
                  <a:lnTo>
                    <a:pt x="1215" y="320"/>
                  </a:lnTo>
                  <a:lnTo>
                    <a:pt x="1213" y="316"/>
                  </a:lnTo>
                  <a:lnTo>
                    <a:pt x="1212" y="312"/>
                  </a:lnTo>
                  <a:lnTo>
                    <a:pt x="1210" y="310"/>
                  </a:lnTo>
                  <a:lnTo>
                    <a:pt x="1206" y="311"/>
                  </a:lnTo>
                  <a:lnTo>
                    <a:pt x="1200" y="312"/>
                  </a:lnTo>
                  <a:lnTo>
                    <a:pt x="1194" y="312"/>
                  </a:lnTo>
                  <a:lnTo>
                    <a:pt x="1190" y="310"/>
                  </a:lnTo>
                  <a:lnTo>
                    <a:pt x="1190" y="307"/>
                  </a:lnTo>
                  <a:lnTo>
                    <a:pt x="1190" y="304"/>
                  </a:lnTo>
                  <a:lnTo>
                    <a:pt x="1190" y="301"/>
                  </a:lnTo>
                  <a:lnTo>
                    <a:pt x="1190" y="298"/>
                  </a:lnTo>
                  <a:lnTo>
                    <a:pt x="1192" y="295"/>
                  </a:lnTo>
                  <a:lnTo>
                    <a:pt x="1194" y="292"/>
                  </a:lnTo>
                  <a:lnTo>
                    <a:pt x="1196" y="289"/>
                  </a:lnTo>
                  <a:lnTo>
                    <a:pt x="1196" y="287"/>
                  </a:lnTo>
                  <a:lnTo>
                    <a:pt x="1194" y="284"/>
                  </a:lnTo>
                  <a:lnTo>
                    <a:pt x="1192" y="281"/>
                  </a:lnTo>
                  <a:lnTo>
                    <a:pt x="1194" y="278"/>
                  </a:lnTo>
                  <a:lnTo>
                    <a:pt x="1197" y="276"/>
                  </a:lnTo>
                  <a:lnTo>
                    <a:pt x="1200" y="274"/>
                  </a:lnTo>
                  <a:lnTo>
                    <a:pt x="1201" y="271"/>
                  </a:lnTo>
                  <a:lnTo>
                    <a:pt x="1200" y="267"/>
                  </a:lnTo>
                  <a:lnTo>
                    <a:pt x="1200" y="263"/>
                  </a:lnTo>
                  <a:lnTo>
                    <a:pt x="1202" y="261"/>
                  </a:lnTo>
                  <a:lnTo>
                    <a:pt x="1207" y="260"/>
                  </a:lnTo>
                  <a:lnTo>
                    <a:pt x="1212" y="261"/>
                  </a:lnTo>
                  <a:lnTo>
                    <a:pt x="1216" y="262"/>
                  </a:lnTo>
                  <a:lnTo>
                    <a:pt x="1219" y="262"/>
                  </a:lnTo>
                  <a:lnTo>
                    <a:pt x="1222" y="262"/>
                  </a:lnTo>
                  <a:lnTo>
                    <a:pt x="1226" y="262"/>
                  </a:lnTo>
                  <a:lnTo>
                    <a:pt x="1229" y="262"/>
                  </a:lnTo>
                  <a:lnTo>
                    <a:pt x="1232" y="260"/>
                  </a:lnTo>
                  <a:lnTo>
                    <a:pt x="1236" y="257"/>
                  </a:lnTo>
                  <a:lnTo>
                    <a:pt x="1240" y="255"/>
                  </a:lnTo>
                  <a:lnTo>
                    <a:pt x="1245" y="254"/>
                  </a:lnTo>
                  <a:lnTo>
                    <a:pt x="1249" y="257"/>
                  </a:lnTo>
                  <a:lnTo>
                    <a:pt x="1251" y="261"/>
                  </a:lnTo>
                  <a:lnTo>
                    <a:pt x="1253" y="264"/>
                  </a:lnTo>
                  <a:lnTo>
                    <a:pt x="1257" y="266"/>
                  </a:lnTo>
                  <a:lnTo>
                    <a:pt x="1261" y="266"/>
                  </a:lnTo>
                  <a:lnTo>
                    <a:pt x="1266" y="268"/>
                  </a:lnTo>
                  <a:lnTo>
                    <a:pt x="1268" y="271"/>
                  </a:lnTo>
                  <a:lnTo>
                    <a:pt x="1268" y="274"/>
                  </a:lnTo>
                  <a:lnTo>
                    <a:pt x="1269" y="277"/>
                  </a:lnTo>
                  <a:lnTo>
                    <a:pt x="1271" y="279"/>
                  </a:lnTo>
                  <a:lnTo>
                    <a:pt x="1275" y="281"/>
                  </a:lnTo>
                  <a:lnTo>
                    <a:pt x="1277" y="284"/>
                  </a:lnTo>
                  <a:lnTo>
                    <a:pt x="1279" y="286"/>
                  </a:lnTo>
                  <a:close/>
                </a:path>
              </a:pathLst>
            </a:custGeom>
            <a:solidFill>
              <a:srgbClr val="86D1BC">
                <a:alpha val="9600"/>
              </a:srgbClr>
            </a:solidFill>
            <a:ln>
              <a:noFill/>
            </a:ln>
          </p:spPr>
          <p:txBody>
            <a:bodyPr anchor="ctr"/>
            <a:lstStyle/>
            <a:p>
              <a:pPr algn="ctr">
                <a:buNone/>
              </a:pPr>
            </a:p>
          </p:txBody>
        </p:sp>
        <p:sp>
          <p:nvSpPr>
            <p:cNvPr id="6579" name="addition:input:46"/>
            <p:cNvSpPr>
              <a:spLocks noGrp="1"/>
            </p:cNvSpPr>
            <p:nvPr/>
          </p:nvSpPr>
          <p:spPr>
            <a:xfrm>
              <a:off x="209550" y="5438775"/>
              <a:ext cx="2032711" cy="569854"/>
            </a:xfrm>
            <a:custGeom>
              <a:avLst/>
              <a:gdLst/>
              <a:ahLst/>
              <a:cxnLst/>
              <a:rect l="l" t="t" r="r" b="b"/>
              <a:pathLst>
                <a:path w="1235" h="304">
                  <a:moveTo>
                    <a:pt x="0" y="0"/>
                  </a:moveTo>
                  <a:moveTo>
                    <a:pt x="1234" y="278"/>
                  </a:moveTo>
                  <a:lnTo>
                    <a:pt x="1232" y="280"/>
                  </a:lnTo>
                  <a:lnTo>
                    <a:pt x="1230" y="282"/>
                  </a:lnTo>
                  <a:lnTo>
                    <a:pt x="1228" y="285"/>
                  </a:lnTo>
                  <a:lnTo>
                    <a:pt x="1225" y="287"/>
                  </a:lnTo>
                  <a:lnTo>
                    <a:pt x="1222" y="288"/>
                  </a:lnTo>
                  <a:lnTo>
                    <a:pt x="1218" y="289"/>
                  </a:lnTo>
                  <a:lnTo>
                    <a:pt x="1217" y="291"/>
                  </a:lnTo>
                  <a:lnTo>
                    <a:pt x="1218" y="295"/>
                  </a:lnTo>
                  <a:lnTo>
                    <a:pt x="1218" y="299"/>
                  </a:lnTo>
                  <a:lnTo>
                    <a:pt x="1217" y="302"/>
                  </a:lnTo>
                  <a:lnTo>
                    <a:pt x="1214" y="304"/>
                  </a:lnTo>
                  <a:lnTo>
                    <a:pt x="1209" y="303"/>
                  </a:lnTo>
                  <a:lnTo>
                    <a:pt x="1205" y="302"/>
                  </a:lnTo>
                  <a:lnTo>
                    <a:pt x="1202" y="302"/>
                  </a:lnTo>
                  <a:lnTo>
                    <a:pt x="1199" y="303"/>
                  </a:lnTo>
                  <a:lnTo>
                    <a:pt x="1197" y="304"/>
                  </a:lnTo>
                  <a:lnTo>
                    <a:pt x="1194" y="304"/>
                  </a:lnTo>
                  <a:lnTo>
                    <a:pt x="1191" y="303"/>
                  </a:lnTo>
                  <a:lnTo>
                    <a:pt x="1189" y="302"/>
                  </a:lnTo>
                  <a:lnTo>
                    <a:pt x="1186" y="302"/>
                  </a:lnTo>
                  <a:lnTo>
                    <a:pt x="1183" y="303"/>
                  </a:lnTo>
                  <a:lnTo>
                    <a:pt x="1181" y="302"/>
                  </a:lnTo>
                  <a:lnTo>
                    <a:pt x="1179" y="300"/>
                  </a:lnTo>
                  <a:lnTo>
                    <a:pt x="1177" y="299"/>
                  </a:lnTo>
                  <a:lnTo>
                    <a:pt x="1173" y="299"/>
                  </a:lnTo>
                  <a:lnTo>
                    <a:pt x="1169" y="299"/>
                  </a:lnTo>
                  <a:lnTo>
                    <a:pt x="1165" y="298"/>
                  </a:lnTo>
                  <a:lnTo>
                    <a:pt x="1163" y="296"/>
                  </a:lnTo>
                  <a:lnTo>
                    <a:pt x="1165" y="292"/>
                  </a:lnTo>
                  <a:lnTo>
                    <a:pt x="1167" y="288"/>
                  </a:lnTo>
                  <a:lnTo>
                    <a:pt x="1169" y="286"/>
                  </a:lnTo>
                  <a:lnTo>
                    <a:pt x="1167" y="284"/>
                  </a:lnTo>
                  <a:lnTo>
                    <a:pt x="1165" y="282"/>
                  </a:lnTo>
                  <a:lnTo>
                    <a:pt x="1162" y="280"/>
                  </a:lnTo>
                  <a:lnTo>
                    <a:pt x="1161" y="278"/>
                  </a:lnTo>
                  <a:lnTo>
                    <a:pt x="1160" y="275"/>
                  </a:lnTo>
                  <a:lnTo>
                    <a:pt x="1158" y="273"/>
                  </a:lnTo>
                  <a:lnTo>
                    <a:pt x="1157" y="270"/>
                  </a:lnTo>
                  <a:lnTo>
                    <a:pt x="1157" y="267"/>
                  </a:lnTo>
                  <a:lnTo>
                    <a:pt x="1159" y="265"/>
                  </a:lnTo>
                  <a:lnTo>
                    <a:pt x="1162" y="264"/>
                  </a:lnTo>
                  <a:lnTo>
                    <a:pt x="1165" y="263"/>
                  </a:lnTo>
                  <a:lnTo>
                    <a:pt x="1166" y="260"/>
                  </a:lnTo>
                  <a:lnTo>
                    <a:pt x="1166" y="258"/>
                  </a:lnTo>
                  <a:lnTo>
                    <a:pt x="1168" y="256"/>
                  </a:lnTo>
                  <a:lnTo>
                    <a:pt x="1172" y="256"/>
                  </a:lnTo>
                  <a:lnTo>
                    <a:pt x="1176" y="257"/>
                  </a:lnTo>
                  <a:lnTo>
                    <a:pt x="1179" y="257"/>
                  </a:lnTo>
                  <a:lnTo>
                    <a:pt x="1182" y="256"/>
                  </a:lnTo>
                  <a:lnTo>
                    <a:pt x="1184" y="253"/>
                  </a:lnTo>
                  <a:lnTo>
                    <a:pt x="1187" y="250"/>
                  </a:lnTo>
                  <a:lnTo>
                    <a:pt x="1190" y="249"/>
                  </a:lnTo>
                  <a:lnTo>
                    <a:pt x="1194" y="248"/>
                  </a:lnTo>
                  <a:lnTo>
                    <a:pt x="1198" y="248"/>
                  </a:lnTo>
                  <a:lnTo>
                    <a:pt x="1202" y="249"/>
                  </a:lnTo>
                  <a:lnTo>
                    <a:pt x="1206" y="250"/>
                  </a:lnTo>
                  <a:lnTo>
                    <a:pt x="1209" y="253"/>
                  </a:lnTo>
                  <a:lnTo>
                    <a:pt x="1210" y="256"/>
                  </a:lnTo>
                  <a:lnTo>
                    <a:pt x="1212" y="259"/>
                  </a:lnTo>
                  <a:lnTo>
                    <a:pt x="1215" y="260"/>
                  </a:lnTo>
                  <a:lnTo>
                    <a:pt x="1219" y="260"/>
                  </a:lnTo>
                  <a:lnTo>
                    <a:pt x="1224" y="260"/>
                  </a:lnTo>
                  <a:lnTo>
                    <a:pt x="1227" y="261"/>
                  </a:lnTo>
                  <a:lnTo>
                    <a:pt x="1228" y="264"/>
                  </a:lnTo>
                  <a:lnTo>
                    <a:pt x="1228" y="266"/>
                  </a:lnTo>
                  <a:lnTo>
                    <a:pt x="1229" y="269"/>
                  </a:lnTo>
                  <a:lnTo>
                    <a:pt x="1232" y="270"/>
                  </a:lnTo>
                  <a:lnTo>
                    <a:pt x="1234" y="272"/>
                  </a:lnTo>
                  <a:lnTo>
                    <a:pt x="1235" y="275"/>
                  </a:lnTo>
                  <a:close/>
                </a:path>
              </a:pathLst>
            </a:custGeom>
            <a:solidFill>
              <a:srgbClr val="86D1BC">
                <a:alpha val="9600"/>
              </a:srgbClr>
            </a:solidFill>
            <a:ln>
              <a:noFill/>
            </a:ln>
          </p:spPr>
          <p:txBody>
            <a:bodyPr anchor="ctr"/>
            <a:lstStyle/>
            <a:p>
              <a:pPr algn="ctr">
                <a:buNone/>
              </a:pPr>
            </a:p>
          </p:txBody>
        </p:sp>
        <p:sp>
          <p:nvSpPr>
            <p:cNvPr id="6580" name="addition:input:47"/>
            <p:cNvSpPr>
              <a:spLocks noGrp="1"/>
            </p:cNvSpPr>
            <p:nvPr/>
          </p:nvSpPr>
          <p:spPr>
            <a:xfrm>
              <a:off x="209550" y="5438775"/>
              <a:ext cx="2164385" cy="579227"/>
            </a:xfrm>
            <a:custGeom>
              <a:avLst/>
              <a:gdLst/>
              <a:ahLst/>
              <a:cxnLst/>
              <a:rect l="l" t="t" r="r" b="b"/>
              <a:pathLst>
                <a:path w="1315" h="309">
                  <a:moveTo>
                    <a:pt x="0" y="0"/>
                  </a:moveTo>
                  <a:moveTo>
                    <a:pt x="1307" y="273"/>
                  </a:moveTo>
                  <a:lnTo>
                    <a:pt x="1303" y="276"/>
                  </a:lnTo>
                  <a:lnTo>
                    <a:pt x="1299" y="278"/>
                  </a:lnTo>
                  <a:lnTo>
                    <a:pt x="1296" y="281"/>
                  </a:lnTo>
                  <a:lnTo>
                    <a:pt x="1298" y="284"/>
                  </a:lnTo>
                  <a:lnTo>
                    <a:pt x="1302" y="288"/>
                  </a:lnTo>
                  <a:lnTo>
                    <a:pt x="1304" y="293"/>
                  </a:lnTo>
                  <a:lnTo>
                    <a:pt x="1302" y="296"/>
                  </a:lnTo>
                  <a:lnTo>
                    <a:pt x="1296" y="297"/>
                  </a:lnTo>
                  <a:lnTo>
                    <a:pt x="1291" y="298"/>
                  </a:lnTo>
                  <a:lnTo>
                    <a:pt x="1287" y="300"/>
                  </a:lnTo>
                  <a:lnTo>
                    <a:pt x="1285" y="302"/>
                  </a:lnTo>
                  <a:lnTo>
                    <a:pt x="1282" y="305"/>
                  </a:lnTo>
                  <a:lnTo>
                    <a:pt x="1278" y="306"/>
                  </a:lnTo>
                  <a:lnTo>
                    <a:pt x="1273" y="306"/>
                  </a:lnTo>
                  <a:lnTo>
                    <a:pt x="1269" y="305"/>
                  </a:lnTo>
                  <a:lnTo>
                    <a:pt x="1265" y="304"/>
                  </a:lnTo>
                  <a:lnTo>
                    <a:pt x="1261" y="305"/>
                  </a:lnTo>
                  <a:lnTo>
                    <a:pt x="1257" y="305"/>
                  </a:lnTo>
                  <a:lnTo>
                    <a:pt x="1254" y="305"/>
                  </a:lnTo>
                  <a:lnTo>
                    <a:pt x="1250" y="304"/>
                  </a:lnTo>
                  <a:lnTo>
                    <a:pt x="1245" y="305"/>
                  </a:lnTo>
                  <a:lnTo>
                    <a:pt x="1239" y="307"/>
                  </a:lnTo>
                  <a:lnTo>
                    <a:pt x="1232" y="309"/>
                  </a:lnTo>
                  <a:lnTo>
                    <a:pt x="1226" y="307"/>
                  </a:lnTo>
                  <a:lnTo>
                    <a:pt x="1224" y="303"/>
                  </a:lnTo>
                  <a:lnTo>
                    <a:pt x="1225" y="298"/>
                  </a:lnTo>
                  <a:lnTo>
                    <a:pt x="1225" y="293"/>
                  </a:lnTo>
                  <a:lnTo>
                    <a:pt x="1222" y="291"/>
                  </a:lnTo>
                  <a:lnTo>
                    <a:pt x="1218" y="289"/>
                  </a:lnTo>
                  <a:lnTo>
                    <a:pt x="1213" y="287"/>
                  </a:lnTo>
                  <a:lnTo>
                    <a:pt x="1210" y="285"/>
                  </a:lnTo>
                  <a:lnTo>
                    <a:pt x="1208" y="282"/>
                  </a:lnTo>
                  <a:lnTo>
                    <a:pt x="1206" y="279"/>
                  </a:lnTo>
                  <a:lnTo>
                    <a:pt x="1202" y="276"/>
                  </a:lnTo>
                  <a:lnTo>
                    <a:pt x="1199" y="273"/>
                  </a:lnTo>
                  <a:lnTo>
                    <a:pt x="1198" y="270"/>
                  </a:lnTo>
                  <a:lnTo>
                    <a:pt x="1200" y="267"/>
                  </a:lnTo>
                  <a:lnTo>
                    <a:pt x="1202" y="264"/>
                  </a:lnTo>
                  <a:lnTo>
                    <a:pt x="1202" y="261"/>
                  </a:lnTo>
                  <a:lnTo>
                    <a:pt x="1201" y="257"/>
                  </a:lnTo>
                  <a:lnTo>
                    <a:pt x="1203" y="254"/>
                  </a:lnTo>
                  <a:lnTo>
                    <a:pt x="1208" y="252"/>
                  </a:lnTo>
                  <a:lnTo>
                    <a:pt x="1216" y="252"/>
                  </a:lnTo>
                  <a:lnTo>
                    <a:pt x="1223" y="253"/>
                  </a:lnTo>
                  <a:lnTo>
                    <a:pt x="1227" y="251"/>
                  </a:lnTo>
                  <a:lnTo>
                    <a:pt x="1229" y="248"/>
                  </a:lnTo>
                  <a:lnTo>
                    <a:pt x="1230" y="243"/>
                  </a:lnTo>
                  <a:lnTo>
                    <a:pt x="1234" y="240"/>
                  </a:lnTo>
                  <a:lnTo>
                    <a:pt x="1239" y="238"/>
                  </a:lnTo>
                  <a:lnTo>
                    <a:pt x="1245" y="237"/>
                  </a:lnTo>
                  <a:lnTo>
                    <a:pt x="1250" y="236"/>
                  </a:lnTo>
                  <a:lnTo>
                    <a:pt x="1256" y="235"/>
                  </a:lnTo>
                  <a:lnTo>
                    <a:pt x="1262" y="236"/>
                  </a:lnTo>
                  <a:lnTo>
                    <a:pt x="1267" y="239"/>
                  </a:lnTo>
                  <a:lnTo>
                    <a:pt x="1272" y="242"/>
                  </a:lnTo>
                  <a:lnTo>
                    <a:pt x="1276" y="244"/>
                  </a:lnTo>
                  <a:lnTo>
                    <a:pt x="1281" y="244"/>
                  </a:lnTo>
                  <a:lnTo>
                    <a:pt x="1287" y="243"/>
                  </a:lnTo>
                  <a:lnTo>
                    <a:pt x="1291" y="244"/>
                  </a:lnTo>
                  <a:lnTo>
                    <a:pt x="1294" y="247"/>
                  </a:lnTo>
                  <a:lnTo>
                    <a:pt x="1295" y="250"/>
                  </a:lnTo>
                  <a:lnTo>
                    <a:pt x="1297" y="253"/>
                  </a:lnTo>
                  <a:lnTo>
                    <a:pt x="1302" y="254"/>
                  </a:lnTo>
                  <a:lnTo>
                    <a:pt x="1308" y="254"/>
                  </a:lnTo>
                  <a:lnTo>
                    <a:pt x="1313" y="256"/>
                  </a:lnTo>
                  <a:lnTo>
                    <a:pt x="1315" y="259"/>
                  </a:lnTo>
                  <a:lnTo>
                    <a:pt x="1313" y="263"/>
                  </a:lnTo>
                  <a:lnTo>
                    <a:pt x="1311" y="267"/>
                  </a:lnTo>
                  <a:lnTo>
                    <a:pt x="1309" y="270"/>
                  </a:lnTo>
                  <a:close/>
                </a:path>
              </a:pathLst>
            </a:custGeom>
            <a:solidFill>
              <a:srgbClr val="86D1BC">
                <a:alpha val="9600"/>
              </a:srgbClr>
            </a:solidFill>
            <a:ln>
              <a:noFill/>
            </a:ln>
          </p:spPr>
          <p:txBody>
            <a:bodyPr anchor="ctr"/>
            <a:lstStyle/>
            <a:p>
              <a:pPr algn="ctr">
                <a:buNone/>
              </a:pPr>
            </a:p>
          </p:txBody>
        </p:sp>
        <p:sp>
          <p:nvSpPr>
            <p:cNvPr id="6581" name="addition:input:48"/>
            <p:cNvSpPr>
              <a:spLocks noGrp="1"/>
            </p:cNvSpPr>
            <p:nvPr/>
          </p:nvSpPr>
          <p:spPr>
            <a:xfrm>
              <a:off x="209550" y="5438775"/>
              <a:ext cx="2197303" cy="596097"/>
            </a:xfrm>
            <a:custGeom>
              <a:avLst/>
              <a:gdLst/>
              <a:ahLst/>
              <a:cxnLst/>
              <a:rect l="l" t="t" r="r" b="b"/>
              <a:pathLst>
                <a:path w="1335" h="318">
                  <a:moveTo>
                    <a:pt x="0" y="0"/>
                  </a:moveTo>
                  <a:moveTo>
                    <a:pt x="1329" y="267"/>
                  </a:moveTo>
                  <a:lnTo>
                    <a:pt x="1330" y="272"/>
                  </a:lnTo>
                  <a:lnTo>
                    <a:pt x="1327" y="276"/>
                  </a:lnTo>
                  <a:lnTo>
                    <a:pt x="1320" y="280"/>
                  </a:lnTo>
                  <a:lnTo>
                    <a:pt x="1312" y="282"/>
                  </a:lnTo>
                  <a:lnTo>
                    <a:pt x="1308" y="286"/>
                  </a:lnTo>
                  <a:lnTo>
                    <a:pt x="1307" y="290"/>
                  </a:lnTo>
                  <a:lnTo>
                    <a:pt x="1307" y="295"/>
                  </a:lnTo>
                  <a:lnTo>
                    <a:pt x="1305" y="300"/>
                  </a:lnTo>
                  <a:lnTo>
                    <a:pt x="1301" y="304"/>
                  </a:lnTo>
                  <a:lnTo>
                    <a:pt x="1298" y="309"/>
                  </a:lnTo>
                  <a:lnTo>
                    <a:pt x="1294" y="314"/>
                  </a:lnTo>
                  <a:lnTo>
                    <a:pt x="1289" y="318"/>
                  </a:lnTo>
                  <a:lnTo>
                    <a:pt x="1282" y="318"/>
                  </a:lnTo>
                  <a:lnTo>
                    <a:pt x="1273" y="314"/>
                  </a:lnTo>
                  <a:lnTo>
                    <a:pt x="1266" y="310"/>
                  </a:lnTo>
                  <a:lnTo>
                    <a:pt x="1261" y="308"/>
                  </a:lnTo>
                  <a:lnTo>
                    <a:pt x="1257" y="310"/>
                  </a:lnTo>
                  <a:lnTo>
                    <a:pt x="1252" y="314"/>
                  </a:lnTo>
                  <a:lnTo>
                    <a:pt x="1246" y="317"/>
                  </a:lnTo>
                  <a:lnTo>
                    <a:pt x="1240" y="317"/>
                  </a:lnTo>
                  <a:lnTo>
                    <a:pt x="1236" y="314"/>
                  </a:lnTo>
                  <a:lnTo>
                    <a:pt x="1231" y="312"/>
                  </a:lnTo>
                  <a:lnTo>
                    <a:pt x="1225" y="311"/>
                  </a:lnTo>
                  <a:lnTo>
                    <a:pt x="1218" y="311"/>
                  </a:lnTo>
                  <a:lnTo>
                    <a:pt x="1212" y="309"/>
                  </a:lnTo>
                  <a:lnTo>
                    <a:pt x="1208" y="305"/>
                  </a:lnTo>
                  <a:lnTo>
                    <a:pt x="1205" y="301"/>
                  </a:lnTo>
                  <a:lnTo>
                    <a:pt x="1201" y="297"/>
                  </a:lnTo>
                  <a:lnTo>
                    <a:pt x="1196" y="293"/>
                  </a:lnTo>
                  <a:lnTo>
                    <a:pt x="1194" y="289"/>
                  </a:lnTo>
                  <a:lnTo>
                    <a:pt x="1195" y="284"/>
                  </a:lnTo>
                  <a:lnTo>
                    <a:pt x="1199" y="278"/>
                  </a:lnTo>
                  <a:lnTo>
                    <a:pt x="1200" y="274"/>
                  </a:lnTo>
                  <a:lnTo>
                    <a:pt x="1195" y="271"/>
                  </a:lnTo>
                  <a:lnTo>
                    <a:pt x="1185" y="267"/>
                  </a:lnTo>
                  <a:lnTo>
                    <a:pt x="1175" y="262"/>
                  </a:lnTo>
                  <a:lnTo>
                    <a:pt x="1171" y="257"/>
                  </a:lnTo>
                  <a:lnTo>
                    <a:pt x="1174" y="252"/>
                  </a:lnTo>
                  <a:lnTo>
                    <a:pt x="1180" y="248"/>
                  </a:lnTo>
                  <a:lnTo>
                    <a:pt x="1184" y="245"/>
                  </a:lnTo>
                  <a:lnTo>
                    <a:pt x="1188" y="241"/>
                  </a:lnTo>
                  <a:lnTo>
                    <a:pt x="1192" y="238"/>
                  </a:lnTo>
                  <a:lnTo>
                    <a:pt x="1197" y="236"/>
                  </a:lnTo>
                  <a:lnTo>
                    <a:pt x="1204" y="234"/>
                  </a:lnTo>
                  <a:lnTo>
                    <a:pt x="1208" y="232"/>
                  </a:lnTo>
                  <a:lnTo>
                    <a:pt x="1212" y="228"/>
                  </a:lnTo>
                  <a:lnTo>
                    <a:pt x="1216" y="223"/>
                  </a:lnTo>
                  <a:lnTo>
                    <a:pt x="1222" y="221"/>
                  </a:lnTo>
                  <a:lnTo>
                    <a:pt x="1229" y="221"/>
                  </a:lnTo>
                  <a:lnTo>
                    <a:pt x="1237" y="222"/>
                  </a:lnTo>
                  <a:lnTo>
                    <a:pt x="1244" y="220"/>
                  </a:lnTo>
                  <a:lnTo>
                    <a:pt x="1250" y="216"/>
                  </a:lnTo>
                  <a:lnTo>
                    <a:pt x="1258" y="211"/>
                  </a:lnTo>
                  <a:lnTo>
                    <a:pt x="1267" y="209"/>
                  </a:lnTo>
                  <a:lnTo>
                    <a:pt x="1275" y="212"/>
                  </a:lnTo>
                  <a:lnTo>
                    <a:pt x="1281" y="219"/>
                  </a:lnTo>
                  <a:lnTo>
                    <a:pt x="1285" y="225"/>
                  </a:lnTo>
                  <a:lnTo>
                    <a:pt x="1290" y="228"/>
                  </a:lnTo>
                  <a:lnTo>
                    <a:pt x="1295" y="230"/>
                  </a:lnTo>
                  <a:lnTo>
                    <a:pt x="1301" y="232"/>
                  </a:lnTo>
                  <a:lnTo>
                    <a:pt x="1306" y="235"/>
                  </a:lnTo>
                  <a:lnTo>
                    <a:pt x="1311" y="237"/>
                  </a:lnTo>
                  <a:lnTo>
                    <a:pt x="1319" y="238"/>
                  </a:lnTo>
                  <a:lnTo>
                    <a:pt x="1328" y="239"/>
                  </a:lnTo>
                  <a:lnTo>
                    <a:pt x="1334" y="242"/>
                  </a:lnTo>
                  <a:lnTo>
                    <a:pt x="1335" y="247"/>
                  </a:lnTo>
                  <a:lnTo>
                    <a:pt x="1331" y="253"/>
                  </a:lnTo>
                  <a:lnTo>
                    <a:pt x="1326" y="258"/>
                  </a:lnTo>
                  <a:lnTo>
                    <a:pt x="1326" y="263"/>
                  </a:lnTo>
                  <a:close/>
                </a:path>
              </a:pathLst>
            </a:custGeom>
            <a:solidFill>
              <a:srgbClr val="56BFA2">
                <a:alpha val="11100"/>
              </a:srgbClr>
            </a:solidFill>
            <a:ln>
              <a:noFill/>
            </a:ln>
          </p:spPr>
          <p:txBody>
            <a:bodyPr anchor="ctr"/>
            <a:lstStyle/>
            <a:p>
              <a:pPr algn="ctr">
                <a:buNone/>
              </a:pPr>
            </a:p>
          </p:txBody>
        </p:sp>
        <p:sp>
          <p:nvSpPr>
            <p:cNvPr id="6582" name="addition:input:49"/>
            <p:cNvSpPr>
              <a:spLocks noGrp="1"/>
            </p:cNvSpPr>
            <p:nvPr/>
          </p:nvSpPr>
          <p:spPr>
            <a:xfrm>
              <a:off x="209550" y="5438775"/>
              <a:ext cx="2080443" cy="526740"/>
            </a:xfrm>
            <a:custGeom>
              <a:avLst/>
              <a:gdLst/>
              <a:ahLst/>
              <a:cxnLst/>
              <a:rect l="l" t="t" r="r" b="b"/>
              <a:pathLst>
                <a:path w="1264" h="281">
                  <a:moveTo>
                    <a:pt x="0" y="0"/>
                  </a:moveTo>
                  <a:moveTo>
                    <a:pt x="1263" y="253"/>
                  </a:moveTo>
                  <a:lnTo>
                    <a:pt x="1264" y="256"/>
                  </a:lnTo>
                  <a:lnTo>
                    <a:pt x="1263" y="258"/>
                  </a:lnTo>
                  <a:lnTo>
                    <a:pt x="1260" y="260"/>
                  </a:lnTo>
                  <a:lnTo>
                    <a:pt x="1258" y="262"/>
                  </a:lnTo>
                  <a:lnTo>
                    <a:pt x="1257" y="264"/>
                  </a:lnTo>
                  <a:lnTo>
                    <a:pt x="1257" y="267"/>
                  </a:lnTo>
                  <a:lnTo>
                    <a:pt x="1256" y="269"/>
                  </a:lnTo>
                  <a:lnTo>
                    <a:pt x="1253" y="270"/>
                  </a:lnTo>
                  <a:lnTo>
                    <a:pt x="1248" y="270"/>
                  </a:lnTo>
                  <a:lnTo>
                    <a:pt x="1245" y="270"/>
                  </a:lnTo>
                  <a:lnTo>
                    <a:pt x="1242" y="271"/>
                  </a:lnTo>
                  <a:lnTo>
                    <a:pt x="1241" y="274"/>
                  </a:lnTo>
                  <a:lnTo>
                    <a:pt x="1239" y="277"/>
                  </a:lnTo>
                  <a:lnTo>
                    <a:pt x="1236" y="279"/>
                  </a:lnTo>
                  <a:lnTo>
                    <a:pt x="1233" y="280"/>
                  </a:lnTo>
                  <a:lnTo>
                    <a:pt x="1229" y="281"/>
                  </a:lnTo>
                  <a:lnTo>
                    <a:pt x="1226" y="281"/>
                  </a:lnTo>
                  <a:lnTo>
                    <a:pt x="1222" y="281"/>
                  </a:lnTo>
                  <a:lnTo>
                    <a:pt x="1218" y="279"/>
                  </a:lnTo>
                  <a:lnTo>
                    <a:pt x="1216" y="277"/>
                  </a:lnTo>
                  <a:lnTo>
                    <a:pt x="1214" y="274"/>
                  </a:lnTo>
                  <a:lnTo>
                    <a:pt x="1211" y="273"/>
                  </a:lnTo>
                  <a:lnTo>
                    <a:pt x="1208" y="273"/>
                  </a:lnTo>
                  <a:lnTo>
                    <a:pt x="1204" y="274"/>
                  </a:lnTo>
                  <a:lnTo>
                    <a:pt x="1201" y="274"/>
                  </a:lnTo>
                  <a:lnTo>
                    <a:pt x="1199" y="272"/>
                  </a:lnTo>
                  <a:lnTo>
                    <a:pt x="1199" y="269"/>
                  </a:lnTo>
                  <a:lnTo>
                    <a:pt x="1198" y="267"/>
                  </a:lnTo>
                  <a:lnTo>
                    <a:pt x="1195" y="266"/>
                  </a:lnTo>
                  <a:lnTo>
                    <a:pt x="1192" y="265"/>
                  </a:lnTo>
                  <a:lnTo>
                    <a:pt x="1190" y="263"/>
                  </a:lnTo>
                  <a:lnTo>
                    <a:pt x="1190" y="261"/>
                  </a:lnTo>
                  <a:lnTo>
                    <a:pt x="1191" y="258"/>
                  </a:lnTo>
                  <a:lnTo>
                    <a:pt x="1193" y="256"/>
                  </a:lnTo>
                  <a:lnTo>
                    <a:pt x="1194" y="253"/>
                  </a:lnTo>
                  <a:lnTo>
                    <a:pt x="1195" y="251"/>
                  </a:lnTo>
                  <a:lnTo>
                    <a:pt x="1198" y="249"/>
                  </a:lnTo>
                  <a:lnTo>
                    <a:pt x="1200" y="248"/>
                  </a:lnTo>
                  <a:lnTo>
                    <a:pt x="1201" y="246"/>
                  </a:lnTo>
                  <a:lnTo>
                    <a:pt x="1200" y="243"/>
                  </a:lnTo>
                  <a:lnTo>
                    <a:pt x="1198" y="240"/>
                  </a:lnTo>
                  <a:lnTo>
                    <a:pt x="1197" y="236"/>
                  </a:lnTo>
                  <a:lnTo>
                    <a:pt x="1198" y="234"/>
                  </a:lnTo>
                  <a:lnTo>
                    <a:pt x="1202" y="233"/>
                  </a:lnTo>
                  <a:lnTo>
                    <a:pt x="1206" y="233"/>
                  </a:lnTo>
                  <a:lnTo>
                    <a:pt x="1209" y="233"/>
                  </a:lnTo>
                  <a:lnTo>
                    <a:pt x="1211" y="231"/>
                  </a:lnTo>
                  <a:lnTo>
                    <a:pt x="1213" y="230"/>
                  </a:lnTo>
                  <a:lnTo>
                    <a:pt x="1215" y="230"/>
                  </a:lnTo>
                  <a:lnTo>
                    <a:pt x="1218" y="230"/>
                  </a:lnTo>
                  <a:lnTo>
                    <a:pt x="1220" y="230"/>
                  </a:lnTo>
                  <a:lnTo>
                    <a:pt x="1222" y="230"/>
                  </a:lnTo>
                  <a:lnTo>
                    <a:pt x="1225" y="229"/>
                  </a:lnTo>
                  <a:lnTo>
                    <a:pt x="1228" y="229"/>
                  </a:lnTo>
                  <a:lnTo>
                    <a:pt x="1230" y="229"/>
                  </a:lnTo>
                  <a:lnTo>
                    <a:pt x="1232" y="230"/>
                  </a:lnTo>
                  <a:lnTo>
                    <a:pt x="1235" y="230"/>
                  </a:lnTo>
                  <a:lnTo>
                    <a:pt x="1240" y="229"/>
                  </a:lnTo>
                  <a:lnTo>
                    <a:pt x="1244" y="229"/>
                  </a:lnTo>
                  <a:lnTo>
                    <a:pt x="1247" y="230"/>
                  </a:lnTo>
                  <a:lnTo>
                    <a:pt x="1248" y="233"/>
                  </a:lnTo>
                  <a:lnTo>
                    <a:pt x="1247" y="237"/>
                  </a:lnTo>
                  <a:lnTo>
                    <a:pt x="1247" y="240"/>
                  </a:lnTo>
                  <a:lnTo>
                    <a:pt x="1248" y="242"/>
                  </a:lnTo>
                  <a:lnTo>
                    <a:pt x="1251" y="243"/>
                  </a:lnTo>
                  <a:lnTo>
                    <a:pt x="1254" y="245"/>
                  </a:lnTo>
                  <a:lnTo>
                    <a:pt x="1256" y="247"/>
                  </a:lnTo>
                  <a:lnTo>
                    <a:pt x="1258" y="249"/>
                  </a:lnTo>
                  <a:lnTo>
                    <a:pt x="1260" y="251"/>
                  </a:lnTo>
                  <a:close/>
                </a:path>
              </a:pathLst>
            </a:custGeom>
            <a:solidFill>
              <a:srgbClr val="41B796">
                <a:alpha val="10800"/>
              </a:srgbClr>
            </a:solidFill>
            <a:ln>
              <a:noFill/>
            </a:ln>
          </p:spPr>
          <p:txBody>
            <a:bodyPr anchor="ctr"/>
            <a:lstStyle/>
            <a:p>
              <a:pPr algn="ctr">
                <a:buNone/>
              </a:pPr>
            </a:p>
          </p:txBody>
        </p:sp>
        <p:sp>
          <p:nvSpPr>
            <p:cNvPr id="6583" name="addition:input:50"/>
            <p:cNvSpPr>
              <a:spLocks noGrp="1"/>
            </p:cNvSpPr>
            <p:nvPr/>
          </p:nvSpPr>
          <p:spPr>
            <a:xfrm>
              <a:off x="209550" y="5438775"/>
              <a:ext cx="2147926" cy="498622"/>
            </a:xfrm>
            <a:custGeom>
              <a:avLst/>
              <a:gdLst/>
              <a:ahLst/>
              <a:cxnLst/>
              <a:rect l="l" t="t" r="r" b="b"/>
              <a:pathLst>
                <a:path w="1305" h="266">
                  <a:moveTo>
                    <a:pt x="0" y="0"/>
                  </a:moveTo>
                  <a:moveTo>
                    <a:pt x="1299" y="246"/>
                  </a:moveTo>
                  <a:lnTo>
                    <a:pt x="1302" y="247"/>
                  </a:lnTo>
                  <a:lnTo>
                    <a:pt x="1304" y="250"/>
                  </a:lnTo>
                  <a:lnTo>
                    <a:pt x="1305" y="252"/>
                  </a:lnTo>
                  <a:lnTo>
                    <a:pt x="1303" y="253"/>
                  </a:lnTo>
                  <a:lnTo>
                    <a:pt x="1299" y="254"/>
                  </a:lnTo>
                  <a:lnTo>
                    <a:pt x="1296" y="255"/>
                  </a:lnTo>
                  <a:lnTo>
                    <a:pt x="1294" y="256"/>
                  </a:lnTo>
                  <a:lnTo>
                    <a:pt x="1293" y="257"/>
                  </a:lnTo>
                  <a:lnTo>
                    <a:pt x="1293" y="259"/>
                  </a:lnTo>
                  <a:lnTo>
                    <a:pt x="1291" y="260"/>
                  </a:lnTo>
                  <a:lnTo>
                    <a:pt x="1288" y="261"/>
                  </a:lnTo>
                  <a:lnTo>
                    <a:pt x="1286" y="262"/>
                  </a:lnTo>
                  <a:lnTo>
                    <a:pt x="1284" y="263"/>
                  </a:lnTo>
                  <a:lnTo>
                    <a:pt x="1282" y="264"/>
                  </a:lnTo>
                  <a:lnTo>
                    <a:pt x="1279" y="265"/>
                  </a:lnTo>
                  <a:lnTo>
                    <a:pt x="1276" y="265"/>
                  </a:lnTo>
                  <a:lnTo>
                    <a:pt x="1274" y="265"/>
                  </a:lnTo>
                  <a:lnTo>
                    <a:pt x="1271" y="265"/>
                  </a:lnTo>
                  <a:lnTo>
                    <a:pt x="1268" y="266"/>
                  </a:lnTo>
                  <a:lnTo>
                    <a:pt x="1265" y="266"/>
                  </a:lnTo>
                  <a:lnTo>
                    <a:pt x="1262" y="265"/>
                  </a:lnTo>
                  <a:lnTo>
                    <a:pt x="1261" y="262"/>
                  </a:lnTo>
                  <a:lnTo>
                    <a:pt x="1260" y="260"/>
                  </a:lnTo>
                  <a:lnTo>
                    <a:pt x="1259" y="258"/>
                  </a:lnTo>
                  <a:lnTo>
                    <a:pt x="1256" y="259"/>
                  </a:lnTo>
                  <a:lnTo>
                    <a:pt x="1253" y="259"/>
                  </a:lnTo>
                  <a:lnTo>
                    <a:pt x="1250" y="259"/>
                  </a:lnTo>
                  <a:lnTo>
                    <a:pt x="1248" y="258"/>
                  </a:lnTo>
                  <a:lnTo>
                    <a:pt x="1247" y="256"/>
                  </a:lnTo>
                  <a:lnTo>
                    <a:pt x="1245" y="255"/>
                  </a:lnTo>
                  <a:lnTo>
                    <a:pt x="1244" y="253"/>
                  </a:lnTo>
                  <a:lnTo>
                    <a:pt x="1244" y="251"/>
                  </a:lnTo>
                  <a:lnTo>
                    <a:pt x="1246" y="249"/>
                  </a:lnTo>
                  <a:lnTo>
                    <a:pt x="1248" y="247"/>
                  </a:lnTo>
                  <a:lnTo>
                    <a:pt x="1249" y="246"/>
                  </a:lnTo>
                  <a:lnTo>
                    <a:pt x="1249" y="244"/>
                  </a:lnTo>
                  <a:lnTo>
                    <a:pt x="1248" y="242"/>
                  </a:lnTo>
                  <a:lnTo>
                    <a:pt x="1248" y="240"/>
                  </a:lnTo>
                  <a:lnTo>
                    <a:pt x="1250" y="239"/>
                  </a:lnTo>
                  <a:lnTo>
                    <a:pt x="1253" y="238"/>
                  </a:lnTo>
                  <a:lnTo>
                    <a:pt x="1255" y="237"/>
                  </a:lnTo>
                  <a:lnTo>
                    <a:pt x="1255" y="235"/>
                  </a:lnTo>
                  <a:lnTo>
                    <a:pt x="1254" y="233"/>
                  </a:lnTo>
                  <a:lnTo>
                    <a:pt x="1254" y="230"/>
                  </a:lnTo>
                  <a:lnTo>
                    <a:pt x="1256" y="228"/>
                  </a:lnTo>
                  <a:lnTo>
                    <a:pt x="1258" y="228"/>
                  </a:lnTo>
                  <a:lnTo>
                    <a:pt x="1261" y="228"/>
                  </a:lnTo>
                  <a:lnTo>
                    <a:pt x="1263" y="228"/>
                  </a:lnTo>
                  <a:lnTo>
                    <a:pt x="1265" y="228"/>
                  </a:lnTo>
                  <a:lnTo>
                    <a:pt x="1268" y="228"/>
                  </a:lnTo>
                  <a:lnTo>
                    <a:pt x="1270" y="229"/>
                  </a:lnTo>
                  <a:lnTo>
                    <a:pt x="1271" y="230"/>
                  </a:lnTo>
                  <a:lnTo>
                    <a:pt x="1273" y="229"/>
                  </a:lnTo>
                  <a:lnTo>
                    <a:pt x="1275" y="227"/>
                  </a:lnTo>
                  <a:lnTo>
                    <a:pt x="1278" y="225"/>
                  </a:lnTo>
                  <a:lnTo>
                    <a:pt x="1280" y="225"/>
                  </a:lnTo>
                  <a:lnTo>
                    <a:pt x="1282" y="227"/>
                  </a:lnTo>
                  <a:lnTo>
                    <a:pt x="1283" y="229"/>
                  </a:lnTo>
                  <a:lnTo>
                    <a:pt x="1285" y="230"/>
                  </a:lnTo>
                  <a:lnTo>
                    <a:pt x="1288" y="230"/>
                  </a:lnTo>
                  <a:lnTo>
                    <a:pt x="1290" y="231"/>
                  </a:lnTo>
                  <a:lnTo>
                    <a:pt x="1292" y="232"/>
                  </a:lnTo>
                  <a:lnTo>
                    <a:pt x="1293" y="234"/>
                  </a:lnTo>
                  <a:lnTo>
                    <a:pt x="1293" y="236"/>
                  </a:lnTo>
                  <a:lnTo>
                    <a:pt x="1294" y="238"/>
                  </a:lnTo>
                  <a:lnTo>
                    <a:pt x="1295" y="239"/>
                  </a:lnTo>
                  <a:lnTo>
                    <a:pt x="1296" y="241"/>
                  </a:lnTo>
                  <a:lnTo>
                    <a:pt x="1297" y="243"/>
                  </a:lnTo>
                  <a:lnTo>
                    <a:pt x="1297" y="244"/>
                  </a:lnTo>
                  <a:close/>
                </a:path>
              </a:pathLst>
            </a:custGeom>
            <a:solidFill>
              <a:srgbClr val="41B796">
                <a:alpha val="10800"/>
              </a:srgbClr>
            </a:solidFill>
            <a:ln>
              <a:noFill/>
            </a:ln>
          </p:spPr>
          <p:txBody>
            <a:bodyPr anchor="ctr"/>
            <a:lstStyle/>
            <a:p>
              <a:pPr algn="ctr">
                <a:buNone/>
              </a:pPr>
            </a:p>
          </p:txBody>
        </p:sp>
        <p:sp>
          <p:nvSpPr>
            <p:cNvPr id="6584" name="addition:input:51"/>
            <p:cNvSpPr>
              <a:spLocks noGrp="1"/>
            </p:cNvSpPr>
            <p:nvPr/>
          </p:nvSpPr>
          <p:spPr>
            <a:xfrm>
              <a:off x="209550" y="5438775"/>
              <a:ext cx="2200595" cy="573603"/>
            </a:xfrm>
            <a:custGeom>
              <a:avLst/>
              <a:gdLst/>
              <a:ahLst/>
              <a:cxnLst/>
              <a:rect l="l" t="t" r="r" b="b"/>
              <a:pathLst>
                <a:path w="1337" h="306">
                  <a:moveTo>
                    <a:pt x="0" y="0"/>
                  </a:moveTo>
                  <a:moveTo>
                    <a:pt x="1334" y="279"/>
                  </a:moveTo>
                  <a:lnTo>
                    <a:pt x="1329" y="281"/>
                  </a:lnTo>
                  <a:lnTo>
                    <a:pt x="1324" y="283"/>
                  </a:lnTo>
                  <a:lnTo>
                    <a:pt x="1322" y="285"/>
                  </a:lnTo>
                  <a:lnTo>
                    <a:pt x="1323" y="287"/>
                  </a:lnTo>
                  <a:lnTo>
                    <a:pt x="1323" y="290"/>
                  </a:lnTo>
                  <a:lnTo>
                    <a:pt x="1322" y="292"/>
                  </a:lnTo>
                  <a:lnTo>
                    <a:pt x="1320" y="294"/>
                  </a:lnTo>
                  <a:lnTo>
                    <a:pt x="1318" y="296"/>
                  </a:lnTo>
                  <a:lnTo>
                    <a:pt x="1317" y="298"/>
                  </a:lnTo>
                  <a:lnTo>
                    <a:pt x="1315" y="300"/>
                  </a:lnTo>
                  <a:lnTo>
                    <a:pt x="1312" y="302"/>
                  </a:lnTo>
                  <a:lnTo>
                    <a:pt x="1308" y="302"/>
                  </a:lnTo>
                  <a:lnTo>
                    <a:pt x="1305" y="302"/>
                  </a:lnTo>
                  <a:lnTo>
                    <a:pt x="1302" y="303"/>
                  </a:lnTo>
                  <a:lnTo>
                    <a:pt x="1300" y="305"/>
                  </a:lnTo>
                  <a:lnTo>
                    <a:pt x="1297" y="306"/>
                  </a:lnTo>
                  <a:lnTo>
                    <a:pt x="1294" y="305"/>
                  </a:lnTo>
                  <a:lnTo>
                    <a:pt x="1291" y="303"/>
                  </a:lnTo>
                  <a:lnTo>
                    <a:pt x="1289" y="300"/>
                  </a:lnTo>
                  <a:lnTo>
                    <a:pt x="1287" y="299"/>
                  </a:lnTo>
                  <a:lnTo>
                    <a:pt x="1284" y="301"/>
                  </a:lnTo>
                  <a:lnTo>
                    <a:pt x="1281" y="303"/>
                  </a:lnTo>
                  <a:lnTo>
                    <a:pt x="1277" y="304"/>
                  </a:lnTo>
                  <a:lnTo>
                    <a:pt x="1274" y="303"/>
                  </a:lnTo>
                  <a:lnTo>
                    <a:pt x="1271" y="301"/>
                  </a:lnTo>
                  <a:lnTo>
                    <a:pt x="1270" y="299"/>
                  </a:lnTo>
                  <a:lnTo>
                    <a:pt x="1268" y="297"/>
                  </a:lnTo>
                  <a:lnTo>
                    <a:pt x="1267" y="295"/>
                  </a:lnTo>
                  <a:lnTo>
                    <a:pt x="1267" y="292"/>
                  </a:lnTo>
                  <a:lnTo>
                    <a:pt x="1268" y="289"/>
                  </a:lnTo>
                  <a:lnTo>
                    <a:pt x="1268" y="287"/>
                  </a:lnTo>
                  <a:lnTo>
                    <a:pt x="1265" y="285"/>
                  </a:lnTo>
                  <a:lnTo>
                    <a:pt x="1261" y="284"/>
                  </a:lnTo>
                  <a:lnTo>
                    <a:pt x="1259" y="282"/>
                  </a:lnTo>
                  <a:lnTo>
                    <a:pt x="1259" y="279"/>
                  </a:lnTo>
                  <a:lnTo>
                    <a:pt x="1261" y="277"/>
                  </a:lnTo>
                  <a:lnTo>
                    <a:pt x="1262" y="275"/>
                  </a:lnTo>
                  <a:lnTo>
                    <a:pt x="1260" y="273"/>
                  </a:lnTo>
                  <a:lnTo>
                    <a:pt x="1258" y="270"/>
                  </a:lnTo>
                  <a:lnTo>
                    <a:pt x="1256" y="267"/>
                  </a:lnTo>
                  <a:lnTo>
                    <a:pt x="1258" y="265"/>
                  </a:lnTo>
                  <a:lnTo>
                    <a:pt x="1261" y="263"/>
                  </a:lnTo>
                  <a:lnTo>
                    <a:pt x="1264" y="262"/>
                  </a:lnTo>
                  <a:lnTo>
                    <a:pt x="1268" y="262"/>
                  </a:lnTo>
                  <a:lnTo>
                    <a:pt x="1270" y="261"/>
                  </a:lnTo>
                  <a:lnTo>
                    <a:pt x="1273" y="260"/>
                  </a:lnTo>
                  <a:lnTo>
                    <a:pt x="1276" y="260"/>
                  </a:lnTo>
                  <a:lnTo>
                    <a:pt x="1279" y="259"/>
                  </a:lnTo>
                  <a:lnTo>
                    <a:pt x="1281" y="257"/>
                  </a:lnTo>
                  <a:lnTo>
                    <a:pt x="1283" y="254"/>
                  </a:lnTo>
                  <a:lnTo>
                    <a:pt x="1286" y="251"/>
                  </a:lnTo>
                  <a:lnTo>
                    <a:pt x="1290" y="250"/>
                  </a:lnTo>
                  <a:lnTo>
                    <a:pt x="1294" y="251"/>
                  </a:lnTo>
                  <a:lnTo>
                    <a:pt x="1298" y="254"/>
                  </a:lnTo>
                  <a:lnTo>
                    <a:pt x="1301" y="255"/>
                  </a:lnTo>
                  <a:lnTo>
                    <a:pt x="1305" y="256"/>
                  </a:lnTo>
                  <a:lnTo>
                    <a:pt x="1309" y="256"/>
                  </a:lnTo>
                  <a:lnTo>
                    <a:pt x="1312" y="256"/>
                  </a:lnTo>
                  <a:lnTo>
                    <a:pt x="1315" y="259"/>
                  </a:lnTo>
                  <a:lnTo>
                    <a:pt x="1317" y="261"/>
                  </a:lnTo>
                  <a:lnTo>
                    <a:pt x="1319" y="263"/>
                  </a:lnTo>
                  <a:lnTo>
                    <a:pt x="1321" y="264"/>
                  </a:lnTo>
                  <a:lnTo>
                    <a:pt x="1324" y="265"/>
                  </a:lnTo>
                  <a:lnTo>
                    <a:pt x="1326" y="267"/>
                  </a:lnTo>
                  <a:lnTo>
                    <a:pt x="1328" y="269"/>
                  </a:lnTo>
                  <a:lnTo>
                    <a:pt x="1330" y="270"/>
                  </a:lnTo>
                  <a:lnTo>
                    <a:pt x="1333" y="272"/>
                  </a:lnTo>
                  <a:lnTo>
                    <a:pt x="1337" y="274"/>
                  </a:lnTo>
                  <a:lnTo>
                    <a:pt x="1337" y="277"/>
                  </a:lnTo>
                  <a:close/>
                </a:path>
              </a:pathLst>
            </a:custGeom>
            <a:solidFill>
              <a:srgbClr val="41B796">
                <a:alpha val="10800"/>
              </a:srgbClr>
            </a:solidFill>
            <a:ln>
              <a:noFill/>
            </a:ln>
          </p:spPr>
          <p:txBody>
            <a:bodyPr anchor="ctr"/>
            <a:lstStyle/>
            <a:p>
              <a:pPr algn="ctr">
                <a:buNone/>
              </a:pPr>
            </a:p>
          </p:txBody>
        </p:sp>
        <p:sp>
          <p:nvSpPr>
            <p:cNvPr id="6585" name="addition:input:52"/>
            <p:cNvSpPr>
              <a:spLocks noGrp="1"/>
            </p:cNvSpPr>
            <p:nvPr/>
          </p:nvSpPr>
          <p:spPr>
            <a:xfrm>
              <a:off x="209550" y="5438775"/>
              <a:ext cx="2096902" cy="594223"/>
            </a:xfrm>
            <a:custGeom>
              <a:avLst/>
              <a:gdLst/>
              <a:ahLst/>
              <a:cxnLst/>
              <a:rect l="l" t="t" r="r" b="b"/>
              <a:pathLst>
                <a:path w="1274" h="317">
                  <a:moveTo>
                    <a:pt x="0" y="0"/>
                  </a:moveTo>
                  <a:moveTo>
                    <a:pt x="1270" y="294"/>
                  </a:moveTo>
                  <a:lnTo>
                    <a:pt x="1272" y="296"/>
                  </a:lnTo>
                  <a:lnTo>
                    <a:pt x="1272" y="298"/>
                  </a:lnTo>
                  <a:lnTo>
                    <a:pt x="1271" y="299"/>
                  </a:lnTo>
                  <a:lnTo>
                    <a:pt x="1269" y="301"/>
                  </a:lnTo>
                  <a:lnTo>
                    <a:pt x="1267" y="302"/>
                  </a:lnTo>
                  <a:lnTo>
                    <a:pt x="1267" y="304"/>
                  </a:lnTo>
                  <a:lnTo>
                    <a:pt x="1268" y="307"/>
                  </a:lnTo>
                  <a:lnTo>
                    <a:pt x="1269" y="310"/>
                  </a:lnTo>
                  <a:lnTo>
                    <a:pt x="1268" y="312"/>
                  </a:lnTo>
                  <a:lnTo>
                    <a:pt x="1265" y="312"/>
                  </a:lnTo>
                  <a:lnTo>
                    <a:pt x="1261" y="312"/>
                  </a:lnTo>
                  <a:lnTo>
                    <a:pt x="1258" y="312"/>
                  </a:lnTo>
                  <a:lnTo>
                    <a:pt x="1256" y="312"/>
                  </a:lnTo>
                  <a:lnTo>
                    <a:pt x="1254" y="312"/>
                  </a:lnTo>
                  <a:lnTo>
                    <a:pt x="1251" y="312"/>
                  </a:lnTo>
                  <a:lnTo>
                    <a:pt x="1249" y="312"/>
                  </a:lnTo>
                  <a:lnTo>
                    <a:pt x="1247" y="313"/>
                  </a:lnTo>
                  <a:lnTo>
                    <a:pt x="1245" y="315"/>
                  </a:lnTo>
                  <a:lnTo>
                    <a:pt x="1242" y="317"/>
                  </a:lnTo>
                  <a:lnTo>
                    <a:pt x="1239" y="317"/>
                  </a:lnTo>
                  <a:lnTo>
                    <a:pt x="1236" y="316"/>
                  </a:lnTo>
                  <a:lnTo>
                    <a:pt x="1234" y="314"/>
                  </a:lnTo>
                  <a:lnTo>
                    <a:pt x="1232" y="312"/>
                  </a:lnTo>
                  <a:lnTo>
                    <a:pt x="1229" y="311"/>
                  </a:lnTo>
                  <a:lnTo>
                    <a:pt x="1225" y="311"/>
                  </a:lnTo>
                  <a:lnTo>
                    <a:pt x="1222" y="310"/>
                  </a:lnTo>
                  <a:lnTo>
                    <a:pt x="1221" y="308"/>
                  </a:lnTo>
                  <a:lnTo>
                    <a:pt x="1221" y="306"/>
                  </a:lnTo>
                  <a:lnTo>
                    <a:pt x="1220" y="304"/>
                  </a:lnTo>
                  <a:lnTo>
                    <a:pt x="1219" y="302"/>
                  </a:lnTo>
                  <a:lnTo>
                    <a:pt x="1216" y="301"/>
                  </a:lnTo>
                  <a:lnTo>
                    <a:pt x="1214" y="299"/>
                  </a:lnTo>
                  <a:lnTo>
                    <a:pt x="1213" y="297"/>
                  </a:lnTo>
                  <a:lnTo>
                    <a:pt x="1211" y="296"/>
                  </a:lnTo>
                  <a:lnTo>
                    <a:pt x="1209" y="294"/>
                  </a:lnTo>
                  <a:lnTo>
                    <a:pt x="1206" y="292"/>
                  </a:lnTo>
                  <a:lnTo>
                    <a:pt x="1205" y="289"/>
                  </a:lnTo>
                  <a:lnTo>
                    <a:pt x="1208" y="287"/>
                  </a:lnTo>
                  <a:lnTo>
                    <a:pt x="1212" y="286"/>
                  </a:lnTo>
                  <a:lnTo>
                    <a:pt x="1217" y="285"/>
                  </a:lnTo>
                  <a:lnTo>
                    <a:pt x="1219" y="284"/>
                  </a:lnTo>
                  <a:lnTo>
                    <a:pt x="1220" y="282"/>
                  </a:lnTo>
                  <a:lnTo>
                    <a:pt x="1220" y="280"/>
                  </a:lnTo>
                  <a:lnTo>
                    <a:pt x="1221" y="278"/>
                  </a:lnTo>
                  <a:lnTo>
                    <a:pt x="1224" y="277"/>
                  </a:lnTo>
                  <a:lnTo>
                    <a:pt x="1227" y="276"/>
                  </a:lnTo>
                  <a:lnTo>
                    <a:pt x="1229" y="275"/>
                  </a:lnTo>
                  <a:lnTo>
                    <a:pt x="1232" y="274"/>
                  </a:lnTo>
                  <a:lnTo>
                    <a:pt x="1235" y="272"/>
                  </a:lnTo>
                  <a:lnTo>
                    <a:pt x="1238" y="272"/>
                  </a:lnTo>
                  <a:lnTo>
                    <a:pt x="1241" y="272"/>
                  </a:lnTo>
                  <a:lnTo>
                    <a:pt x="1244" y="272"/>
                  </a:lnTo>
                  <a:lnTo>
                    <a:pt x="1248" y="271"/>
                  </a:lnTo>
                  <a:lnTo>
                    <a:pt x="1251" y="271"/>
                  </a:lnTo>
                  <a:lnTo>
                    <a:pt x="1254" y="272"/>
                  </a:lnTo>
                  <a:lnTo>
                    <a:pt x="1255" y="274"/>
                  </a:lnTo>
                  <a:lnTo>
                    <a:pt x="1257" y="277"/>
                  </a:lnTo>
                  <a:lnTo>
                    <a:pt x="1258" y="279"/>
                  </a:lnTo>
                  <a:lnTo>
                    <a:pt x="1261" y="278"/>
                  </a:lnTo>
                  <a:lnTo>
                    <a:pt x="1265" y="277"/>
                  </a:lnTo>
                  <a:lnTo>
                    <a:pt x="1269" y="277"/>
                  </a:lnTo>
                  <a:lnTo>
                    <a:pt x="1271" y="278"/>
                  </a:lnTo>
                  <a:lnTo>
                    <a:pt x="1272" y="280"/>
                  </a:lnTo>
                  <a:lnTo>
                    <a:pt x="1273" y="282"/>
                  </a:lnTo>
                  <a:lnTo>
                    <a:pt x="1273" y="284"/>
                  </a:lnTo>
                  <a:lnTo>
                    <a:pt x="1274" y="286"/>
                  </a:lnTo>
                  <a:lnTo>
                    <a:pt x="1273" y="288"/>
                  </a:lnTo>
                  <a:lnTo>
                    <a:pt x="1272" y="290"/>
                  </a:lnTo>
                  <a:lnTo>
                    <a:pt x="1270" y="292"/>
                  </a:lnTo>
                  <a:close/>
                </a:path>
              </a:pathLst>
            </a:custGeom>
            <a:solidFill>
              <a:srgbClr val="41B796">
                <a:alpha val="10800"/>
              </a:srgbClr>
            </a:solidFill>
            <a:ln>
              <a:noFill/>
            </a:ln>
          </p:spPr>
          <p:txBody>
            <a:bodyPr anchor="ctr"/>
            <a:lstStyle/>
            <a:p>
              <a:pPr algn="ctr">
                <a:buNone/>
              </a:pPr>
            </a:p>
          </p:txBody>
        </p:sp>
        <p:sp>
          <p:nvSpPr>
            <p:cNvPr id="6586" name="addition:input:53"/>
            <p:cNvSpPr>
              <a:spLocks noGrp="1"/>
            </p:cNvSpPr>
            <p:nvPr/>
          </p:nvSpPr>
          <p:spPr>
            <a:xfrm>
              <a:off x="209550" y="5438775"/>
              <a:ext cx="2384938" cy="821040"/>
            </a:xfrm>
            <a:custGeom>
              <a:avLst/>
              <a:gdLst/>
              <a:ahLst/>
              <a:cxnLst/>
              <a:rect l="l" t="t" r="r" b="b"/>
              <a:pathLst>
                <a:path w="1449" h="438">
                  <a:moveTo>
                    <a:pt x="0" y="0"/>
                  </a:moveTo>
                  <a:moveTo>
                    <a:pt x="1422" y="349"/>
                  </a:moveTo>
                  <a:lnTo>
                    <a:pt x="1435" y="357"/>
                  </a:lnTo>
                  <a:lnTo>
                    <a:pt x="1446" y="366"/>
                  </a:lnTo>
                  <a:lnTo>
                    <a:pt x="1449" y="375"/>
                  </a:lnTo>
                  <a:lnTo>
                    <a:pt x="1439" y="382"/>
                  </a:lnTo>
                  <a:lnTo>
                    <a:pt x="1423" y="385"/>
                  </a:lnTo>
                  <a:lnTo>
                    <a:pt x="1408" y="387"/>
                  </a:lnTo>
                  <a:lnTo>
                    <a:pt x="1401" y="392"/>
                  </a:lnTo>
                  <a:lnTo>
                    <a:pt x="1398" y="399"/>
                  </a:lnTo>
                  <a:lnTo>
                    <a:pt x="1395" y="406"/>
                  </a:lnTo>
                  <a:lnTo>
                    <a:pt x="1387" y="411"/>
                  </a:lnTo>
                  <a:lnTo>
                    <a:pt x="1377" y="414"/>
                  </a:lnTo>
                  <a:lnTo>
                    <a:pt x="1367" y="418"/>
                  </a:lnTo>
                  <a:lnTo>
                    <a:pt x="1358" y="423"/>
                  </a:lnTo>
                  <a:lnTo>
                    <a:pt x="1349" y="429"/>
                  </a:lnTo>
                  <a:lnTo>
                    <a:pt x="1338" y="433"/>
                  </a:lnTo>
                  <a:lnTo>
                    <a:pt x="1325" y="433"/>
                  </a:lnTo>
                  <a:lnTo>
                    <a:pt x="1313" y="432"/>
                  </a:lnTo>
                  <a:lnTo>
                    <a:pt x="1300" y="434"/>
                  </a:lnTo>
                  <a:lnTo>
                    <a:pt x="1287" y="438"/>
                  </a:lnTo>
                  <a:lnTo>
                    <a:pt x="1274" y="438"/>
                  </a:lnTo>
                  <a:lnTo>
                    <a:pt x="1264" y="432"/>
                  </a:lnTo>
                  <a:lnTo>
                    <a:pt x="1258" y="421"/>
                  </a:lnTo>
                  <a:lnTo>
                    <a:pt x="1254" y="409"/>
                  </a:lnTo>
                  <a:lnTo>
                    <a:pt x="1249" y="404"/>
                  </a:lnTo>
                  <a:lnTo>
                    <a:pt x="1238" y="404"/>
                  </a:lnTo>
                  <a:lnTo>
                    <a:pt x="1223" y="406"/>
                  </a:lnTo>
                  <a:lnTo>
                    <a:pt x="1210" y="405"/>
                  </a:lnTo>
                  <a:lnTo>
                    <a:pt x="1201" y="401"/>
                  </a:lnTo>
                  <a:lnTo>
                    <a:pt x="1196" y="394"/>
                  </a:lnTo>
                  <a:lnTo>
                    <a:pt x="1191" y="388"/>
                  </a:lnTo>
                  <a:lnTo>
                    <a:pt x="1187" y="381"/>
                  </a:lnTo>
                  <a:lnTo>
                    <a:pt x="1186" y="373"/>
                  </a:lnTo>
                  <a:lnTo>
                    <a:pt x="1192" y="364"/>
                  </a:lnTo>
                  <a:lnTo>
                    <a:pt x="1201" y="356"/>
                  </a:lnTo>
                  <a:lnTo>
                    <a:pt x="1206" y="349"/>
                  </a:lnTo>
                  <a:lnTo>
                    <a:pt x="1205" y="342"/>
                  </a:lnTo>
                  <a:lnTo>
                    <a:pt x="1201" y="334"/>
                  </a:lnTo>
                  <a:lnTo>
                    <a:pt x="1202" y="327"/>
                  </a:lnTo>
                  <a:lnTo>
                    <a:pt x="1211" y="321"/>
                  </a:lnTo>
                  <a:lnTo>
                    <a:pt x="1223" y="317"/>
                  </a:lnTo>
                  <a:lnTo>
                    <a:pt x="1231" y="312"/>
                  </a:lnTo>
                  <a:lnTo>
                    <a:pt x="1231" y="304"/>
                  </a:lnTo>
                  <a:lnTo>
                    <a:pt x="1228" y="293"/>
                  </a:lnTo>
                  <a:lnTo>
                    <a:pt x="1228" y="282"/>
                  </a:lnTo>
                  <a:lnTo>
                    <a:pt x="1234" y="275"/>
                  </a:lnTo>
                  <a:lnTo>
                    <a:pt x="1246" y="273"/>
                  </a:lnTo>
                  <a:lnTo>
                    <a:pt x="1257" y="273"/>
                  </a:lnTo>
                  <a:lnTo>
                    <a:pt x="1268" y="272"/>
                  </a:lnTo>
                  <a:lnTo>
                    <a:pt x="1277" y="272"/>
                  </a:lnTo>
                  <a:lnTo>
                    <a:pt x="1287" y="275"/>
                  </a:lnTo>
                  <a:lnTo>
                    <a:pt x="1296" y="279"/>
                  </a:lnTo>
                  <a:lnTo>
                    <a:pt x="1303" y="281"/>
                  </a:lnTo>
                  <a:lnTo>
                    <a:pt x="1310" y="277"/>
                  </a:lnTo>
                  <a:lnTo>
                    <a:pt x="1320" y="269"/>
                  </a:lnTo>
                  <a:lnTo>
                    <a:pt x="1331" y="262"/>
                  </a:lnTo>
                  <a:lnTo>
                    <a:pt x="1342" y="262"/>
                  </a:lnTo>
                  <a:lnTo>
                    <a:pt x="1349" y="269"/>
                  </a:lnTo>
                  <a:lnTo>
                    <a:pt x="1355" y="277"/>
                  </a:lnTo>
                  <a:lnTo>
                    <a:pt x="1362" y="282"/>
                  </a:lnTo>
                  <a:lnTo>
                    <a:pt x="1373" y="284"/>
                  </a:lnTo>
                  <a:lnTo>
                    <a:pt x="1386" y="286"/>
                  </a:lnTo>
                  <a:lnTo>
                    <a:pt x="1394" y="291"/>
                  </a:lnTo>
                  <a:lnTo>
                    <a:pt x="1397" y="300"/>
                  </a:lnTo>
                  <a:lnTo>
                    <a:pt x="1397" y="309"/>
                  </a:lnTo>
                  <a:lnTo>
                    <a:pt x="1399" y="316"/>
                  </a:lnTo>
                  <a:lnTo>
                    <a:pt x="1404" y="323"/>
                  </a:lnTo>
                  <a:lnTo>
                    <a:pt x="1409" y="329"/>
                  </a:lnTo>
                  <a:lnTo>
                    <a:pt x="1412" y="336"/>
                  </a:lnTo>
                  <a:lnTo>
                    <a:pt x="1415" y="342"/>
                  </a:lnTo>
                  <a:close/>
                </a:path>
              </a:pathLst>
            </a:custGeom>
            <a:solidFill>
              <a:srgbClr val="EFD4E3">
                <a:alpha val="12900"/>
              </a:srgbClr>
            </a:solidFill>
            <a:ln>
              <a:noFill/>
            </a:ln>
          </p:spPr>
          <p:txBody>
            <a:bodyPr anchor="ctr"/>
            <a:lstStyle/>
            <a:p>
              <a:pPr algn="ctr">
                <a:buNone/>
              </a:pPr>
            </a:p>
          </p:txBody>
        </p:sp>
        <p:sp>
          <p:nvSpPr>
            <p:cNvPr id="6587" name="addition:input:54"/>
            <p:cNvSpPr>
              <a:spLocks noGrp="1"/>
            </p:cNvSpPr>
            <p:nvPr/>
          </p:nvSpPr>
          <p:spPr>
            <a:xfrm>
              <a:off x="209550" y="5438775"/>
              <a:ext cx="2299350" cy="804169"/>
            </a:xfrm>
            <a:custGeom>
              <a:avLst/>
              <a:gdLst/>
              <a:ahLst/>
              <a:cxnLst/>
              <a:rect l="l" t="t" r="r" b="b"/>
              <a:pathLst>
                <a:path w="1397" h="429">
                  <a:moveTo>
                    <a:pt x="0" y="0"/>
                  </a:moveTo>
                  <a:moveTo>
                    <a:pt x="1385" y="354"/>
                  </a:moveTo>
                  <a:lnTo>
                    <a:pt x="1388" y="360"/>
                  </a:lnTo>
                  <a:lnTo>
                    <a:pt x="1389" y="366"/>
                  </a:lnTo>
                  <a:lnTo>
                    <a:pt x="1388" y="372"/>
                  </a:lnTo>
                  <a:lnTo>
                    <a:pt x="1387" y="378"/>
                  </a:lnTo>
                  <a:lnTo>
                    <a:pt x="1391" y="385"/>
                  </a:lnTo>
                  <a:lnTo>
                    <a:pt x="1396" y="394"/>
                  </a:lnTo>
                  <a:lnTo>
                    <a:pt x="1397" y="403"/>
                  </a:lnTo>
                  <a:lnTo>
                    <a:pt x="1389" y="407"/>
                  </a:lnTo>
                  <a:lnTo>
                    <a:pt x="1376" y="407"/>
                  </a:lnTo>
                  <a:lnTo>
                    <a:pt x="1362" y="404"/>
                  </a:lnTo>
                  <a:lnTo>
                    <a:pt x="1353" y="403"/>
                  </a:lnTo>
                  <a:lnTo>
                    <a:pt x="1348" y="407"/>
                  </a:lnTo>
                  <a:lnTo>
                    <a:pt x="1345" y="413"/>
                  </a:lnTo>
                  <a:lnTo>
                    <a:pt x="1339" y="419"/>
                  </a:lnTo>
                  <a:lnTo>
                    <a:pt x="1331" y="421"/>
                  </a:lnTo>
                  <a:lnTo>
                    <a:pt x="1323" y="422"/>
                  </a:lnTo>
                  <a:lnTo>
                    <a:pt x="1314" y="425"/>
                  </a:lnTo>
                  <a:lnTo>
                    <a:pt x="1305" y="428"/>
                  </a:lnTo>
                  <a:lnTo>
                    <a:pt x="1294" y="429"/>
                  </a:lnTo>
                  <a:lnTo>
                    <a:pt x="1285" y="426"/>
                  </a:lnTo>
                  <a:lnTo>
                    <a:pt x="1276" y="422"/>
                  </a:lnTo>
                  <a:lnTo>
                    <a:pt x="1267" y="418"/>
                  </a:lnTo>
                  <a:lnTo>
                    <a:pt x="1256" y="417"/>
                  </a:lnTo>
                  <a:lnTo>
                    <a:pt x="1245" y="416"/>
                  </a:lnTo>
                  <a:lnTo>
                    <a:pt x="1236" y="412"/>
                  </a:lnTo>
                  <a:lnTo>
                    <a:pt x="1233" y="404"/>
                  </a:lnTo>
                  <a:lnTo>
                    <a:pt x="1234" y="394"/>
                  </a:lnTo>
                  <a:lnTo>
                    <a:pt x="1233" y="387"/>
                  </a:lnTo>
                  <a:lnTo>
                    <a:pt x="1225" y="384"/>
                  </a:lnTo>
                  <a:lnTo>
                    <a:pt x="1212" y="383"/>
                  </a:lnTo>
                  <a:lnTo>
                    <a:pt x="1198" y="380"/>
                  </a:lnTo>
                  <a:lnTo>
                    <a:pt x="1190" y="375"/>
                  </a:lnTo>
                  <a:lnTo>
                    <a:pt x="1187" y="368"/>
                  </a:lnTo>
                  <a:lnTo>
                    <a:pt x="1187" y="361"/>
                  </a:lnTo>
                  <a:lnTo>
                    <a:pt x="1187" y="354"/>
                  </a:lnTo>
                  <a:lnTo>
                    <a:pt x="1190" y="347"/>
                  </a:lnTo>
                  <a:lnTo>
                    <a:pt x="1197" y="341"/>
                  </a:lnTo>
                  <a:lnTo>
                    <a:pt x="1207" y="336"/>
                  </a:lnTo>
                  <a:lnTo>
                    <a:pt x="1217" y="332"/>
                  </a:lnTo>
                  <a:lnTo>
                    <a:pt x="1221" y="327"/>
                  </a:lnTo>
                  <a:lnTo>
                    <a:pt x="1220" y="320"/>
                  </a:lnTo>
                  <a:lnTo>
                    <a:pt x="1221" y="312"/>
                  </a:lnTo>
                  <a:lnTo>
                    <a:pt x="1227" y="307"/>
                  </a:lnTo>
                  <a:lnTo>
                    <a:pt x="1238" y="304"/>
                  </a:lnTo>
                  <a:lnTo>
                    <a:pt x="1249" y="303"/>
                  </a:lnTo>
                  <a:lnTo>
                    <a:pt x="1256" y="299"/>
                  </a:lnTo>
                  <a:lnTo>
                    <a:pt x="1261" y="292"/>
                  </a:lnTo>
                  <a:lnTo>
                    <a:pt x="1266" y="283"/>
                  </a:lnTo>
                  <a:lnTo>
                    <a:pt x="1275" y="278"/>
                  </a:lnTo>
                  <a:lnTo>
                    <a:pt x="1285" y="278"/>
                  </a:lnTo>
                  <a:lnTo>
                    <a:pt x="1296" y="281"/>
                  </a:lnTo>
                  <a:lnTo>
                    <a:pt x="1305" y="284"/>
                  </a:lnTo>
                  <a:lnTo>
                    <a:pt x="1314" y="287"/>
                  </a:lnTo>
                  <a:lnTo>
                    <a:pt x="1321" y="290"/>
                  </a:lnTo>
                  <a:lnTo>
                    <a:pt x="1327" y="294"/>
                  </a:lnTo>
                  <a:lnTo>
                    <a:pt x="1332" y="298"/>
                  </a:lnTo>
                  <a:lnTo>
                    <a:pt x="1339" y="298"/>
                  </a:lnTo>
                  <a:lnTo>
                    <a:pt x="1349" y="295"/>
                  </a:lnTo>
                  <a:lnTo>
                    <a:pt x="1362" y="291"/>
                  </a:lnTo>
                  <a:lnTo>
                    <a:pt x="1372" y="291"/>
                  </a:lnTo>
                  <a:lnTo>
                    <a:pt x="1377" y="297"/>
                  </a:lnTo>
                  <a:lnTo>
                    <a:pt x="1377" y="305"/>
                  </a:lnTo>
                  <a:lnTo>
                    <a:pt x="1376" y="314"/>
                  </a:lnTo>
                  <a:lnTo>
                    <a:pt x="1379" y="319"/>
                  </a:lnTo>
                  <a:lnTo>
                    <a:pt x="1385" y="323"/>
                  </a:lnTo>
                  <a:lnTo>
                    <a:pt x="1390" y="329"/>
                  </a:lnTo>
                  <a:lnTo>
                    <a:pt x="1390" y="335"/>
                  </a:lnTo>
                  <a:lnTo>
                    <a:pt x="1387" y="342"/>
                  </a:lnTo>
                  <a:lnTo>
                    <a:pt x="1384" y="348"/>
                  </a:lnTo>
                  <a:close/>
                </a:path>
              </a:pathLst>
            </a:custGeom>
            <a:solidFill>
              <a:srgbClr val="DA9FC0">
                <a:alpha val="12900"/>
              </a:srgbClr>
            </a:solidFill>
            <a:ln>
              <a:noFill/>
            </a:ln>
          </p:spPr>
          <p:txBody>
            <a:bodyPr anchor="ctr"/>
            <a:lstStyle/>
            <a:p>
              <a:pPr algn="ctr">
                <a:buNone/>
              </a:pPr>
            </a:p>
          </p:txBody>
        </p:sp>
        <p:sp>
          <p:nvSpPr>
            <p:cNvPr id="6588" name="addition:input:55"/>
            <p:cNvSpPr>
              <a:spLocks noGrp="1"/>
            </p:cNvSpPr>
            <p:nvPr/>
          </p:nvSpPr>
          <p:spPr>
            <a:xfrm>
              <a:off x="209550" y="5438775"/>
              <a:ext cx="2304288" cy="804169"/>
            </a:xfrm>
            <a:custGeom>
              <a:avLst/>
              <a:gdLst/>
              <a:ahLst/>
              <a:cxnLst/>
              <a:rect l="l" t="t" r="r" b="b"/>
              <a:pathLst>
                <a:path w="1400" h="429">
                  <a:moveTo>
                    <a:pt x="0" y="0"/>
                  </a:moveTo>
                  <a:moveTo>
                    <a:pt x="1397" y="359"/>
                  </a:moveTo>
                  <a:lnTo>
                    <a:pt x="1392" y="365"/>
                  </a:lnTo>
                  <a:lnTo>
                    <a:pt x="1388" y="370"/>
                  </a:lnTo>
                  <a:lnTo>
                    <a:pt x="1385" y="375"/>
                  </a:lnTo>
                  <a:lnTo>
                    <a:pt x="1380" y="380"/>
                  </a:lnTo>
                  <a:lnTo>
                    <a:pt x="1372" y="384"/>
                  </a:lnTo>
                  <a:lnTo>
                    <a:pt x="1365" y="387"/>
                  </a:lnTo>
                  <a:lnTo>
                    <a:pt x="1361" y="392"/>
                  </a:lnTo>
                  <a:lnTo>
                    <a:pt x="1360" y="398"/>
                  </a:lnTo>
                  <a:lnTo>
                    <a:pt x="1356" y="404"/>
                  </a:lnTo>
                  <a:lnTo>
                    <a:pt x="1349" y="407"/>
                  </a:lnTo>
                  <a:lnTo>
                    <a:pt x="1339" y="408"/>
                  </a:lnTo>
                  <a:lnTo>
                    <a:pt x="1330" y="409"/>
                  </a:lnTo>
                  <a:lnTo>
                    <a:pt x="1324" y="413"/>
                  </a:lnTo>
                  <a:lnTo>
                    <a:pt x="1318" y="420"/>
                  </a:lnTo>
                  <a:lnTo>
                    <a:pt x="1311" y="427"/>
                  </a:lnTo>
                  <a:lnTo>
                    <a:pt x="1302" y="429"/>
                  </a:lnTo>
                  <a:lnTo>
                    <a:pt x="1293" y="425"/>
                  </a:lnTo>
                  <a:lnTo>
                    <a:pt x="1284" y="419"/>
                  </a:lnTo>
                  <a:lnTo>
                    <a:pt x="1278" y="414"/>
                  </a:lnTo>
                  <a:lnTo>
                    <a:pt x="1271" y="412"/>
                  </a:lnTo>
                  <a:lnTo>
                    <a:pt x="1265" y="411"/>
                  </a:lnTo>
                  <a:lnTo>
                    <a:pt x="1259" y="409"/>
                  </a:lnTo>
                  <a:lnTo>
                    <a:pt x="1254" y="407"/>
                  </a:lnTo>
                  <a:lnTo>
                    <a:pt x="1247" y="407"/>
                  </a:lnTo>
                  <a:lnTo>
                    <a:pt x="1237" y="408"/>
                  </a:lnTo>
                  <a:lnTo>
                    <a:pt x="1227" y="408"/>
                  </a:lnTo>
                  <a:lnTo>
                    <a:pt x="1220" y="405"/>
                  </a:lnTo>
                  <a:lnTo>
                    <a:pt x="1219" y="398"/>
                  </a:lnTo>
                  <a:lnTo>
                    <a:pt x="1223" y="391"/>
                  </a:lnTo>
                  <a:lnTo>
                    <a:pt x="1225" y="384"/>
                  </a:lnTo>
                  <a:lnTo>
                    <a:pt x="1222" y="380"/>
                  </a:lnTo>
                  <a:lnTo>
                    <a:pt x="1216" y="375"/>
                  </a:lnTo>
                  <a:lnTo>
                    <a:pt x="1213" y="370"/>
                  </a:lnTo>
                  <a:lnTo>
                    <a:pt x="1215" y="365"/>
                  </a:lnTo>
                  <a:lnTo>
                    <a:pt x="1221" y="359"/>
                  </a:lnTo>
                  <a:lnTo>
                    <a:pt x="1226" y="354"/>
                  </a:lnTo>
                  <a:lnTo>
                    <a:pt x="1227" y="349"/>
                  </a:lnTo>
                  <a:lnTo>
                    <a:pt x="1224" y="344"/>
                  </a:lnTo>
                  <a:lnTo>
                    <a:pt x="1222" y="338"/>
                  </a:lnTo>
                  <a:lnTo>
                    <a:pt x="1222" y="332"/>
                  </a:lnTo>
                  <a:lnTo>
                    <a:pt x="1223" y="327"/>
                  </a:lnTo>
                  <a:lnTo>
                    <a:pt x="1223" y="320"/>
                  </a:lnTo>
                  <a:lnTo>
                    <a:pt x="1224" y="313"/>
                  </a:lnTo>
                  <a:lnTo>
                    <a:pt x="1228" y="308"/>
                  </a:lnTo>
                  <a:lnTo>
                    <a:pt x="1237" y="307"/>
                  </a:lnTo>
                  <a:lnTo>
                    <a:pt x="1248" y="310"/>
                  </a:lnTo>
                  <a:lnTo>
                    <a:pt x="1258" y="313"/>
                  </a:lnTo>
                  <a:lnTo>
                    <a:pt x="1264" y="313"/>
                  </a:lnTo>
                  <a:lnTo>
                    <a:pt x="1267" y="308"/>
                  </a:lnTo>
                  <a:lnTo>
                    <a:pt x="1271" y="301"/>
                  </a:lnTo>
                  <a:lnTo>
                    <a:pt x="1277" y="297"/>
                  </a:lnTo>
                  <a:lnTo>
                    <a:pt x="1285" y="297"/>
                  </a:lnTo>
                  <a:lnTo>
                    <a:pt x="1292" y="298"/>
                  </a:lnTo>
                  <a:lnTo>
                    <a:pt x="1300" y="299"/>
                  </a:lnTo>
                  <a:lnTo>
                    <a:pt x="1308" y="298"/>
                  </a:lnTo>
                  <a:lnTo>
                    <a:pt x="1317" y="297"/>
                  </a:lnTo>
                  <a:lnTo>
                    <a:pt x="1325" y="299"/>
                  </a:lnTo>
                  <a:lnTo>
                    <a:pt x="1332" y="304"/>
                  </a:lnTo>
                  <a:lnTo>
                    <a:pt x="1339" y="308"/>
                  </a:lnTo>
                  <a:lnTo>
                    <a:pt x="1347" y="310"/>
                  </a:lnTo>
                  <a:lnTo>
                    <a:pt x="1355" y="313"/>
                  </a:lnTo>
                  <a:lnTo>
                    <a:pt x="1360" y="319"/>
                  </a:lnTo>
                  <a:lnTo>
                    <a:pt x="1360" y="326"/>
                  </a:lnTo>
                  <a:lnTo>
                    <a:pt x="1358" y="333"/>
                  </a:lnTo>
                  <a:lnTo>
                    <a:pt x="1361" y="338"/>
                  </a:lnTo>
                  <a:lnTo>
                    <a:pt x="1370" y="340"/>
                  </a:lnTo>
                  <a:lnTo>
                    <a:pt x="1384" y="343"/>
                  </a:lnTo>
                  <a:lnTo>
                    <a:pt x="1396" y="347"/>
                  </a:lnTo>
                  <a:lnTo>
                    <a:pt x="1400" y="353"/>
                  </a:lnTo>
                  <a:close/>
                </a:path>
              </a:pathLst>
            </a:custGeom>
            <a:solidFill>
              <a:srgbClr val="CC79A7">
                <a:alpha val="10500"/>
              </a:srgbClr>
            </a:solidFill>
            <a:ln>
              <a:noFill/>
            </a:ln>
          </p:spPr>
          <p:txBody>
            <a:bodyPr anchor="ctr"/>
            <a:lstStyle/>
            <a:p>
              <a:pPr algn="ctr">
                <a:buNone/>
              </a:pPr>
            </a:p>
          </p:txBody>
        </p:sp>
        <p:sp>
          <p:nvSpPr>
            <p:cNvPr id="6589" name="addition:input:56"/>
            <p:cNvSpPr>
              <a:spLocks noGrp="1"/>
            </p:cNvSpPr>
            <p:nvPr/>
          </p:nvSpPr>
          <p:spPr>
            <a:xfrm>
              <a:off x="209550" y="5438775"/>
              <a:ext cx="2142988" cy="686074"/>
            </a:xfrm>
            <a:custGeom>
              <a:avLst/>
              <a:gdLst/>
              <a:ahLst/>
              <a:cxnLst/>
              <a:rect l="l" t="t" r="r" b="b"/>
              <a:pathLst>
                <a:path w="1302" h="366">
                  <a:moveTo>
                    <a:pt x="0" y="0"/>
                  </a:moveTo>
                  <a:moveTo>
                    <a:pt x="1294" y="339"/>
                  </a:moveTo>
                  <a:lnTo>
                    <a:pt x="1295" y="341"/>
                  </a:lnTo>
                  <a:lnTo>
                    <a:pt x="1298" y="344"/>
                  </a:lnTo>
                  <a:lnTo>
                    <a:pt x="1301" y="347"/>
                  </a:lnTo>
                  <a:lnTo>
                    <a:pt x="1302" y="350"/>
                  </a:lnTo>
                  <a:lnTo>
                    <a:pt x="1299" y="352"/>
                  </a:lnTo>
                  <a:lnTo>
                    <a:pt x="1294" y="352"/>
                  </a:lnTo>
                  <a:lnTo>
                    <a:pt x="1289" y="353"/>
                  </a:lnTo>
                  <a:lnTo>
                    <a:pt x="1287" y="354"/>
                  </a:lnTo>
                  <a:lnTo>
                    <a:pt x="1286" y="356"/>
                  </a:lnTo>
                  <a:lnTo>
                    <a:pt x="1285" y="358"/>
                  </a:lnTo>
                  <a:lnTo>
                    <a:pt x="1282" y="360"/>
                  </a:lnTo>
                  <a:lnTo>
                    <a:pt x="1279" y="361"/>
                  </a:lnTo>
                  <a:lnTo>
                    <a:pt x="1276" y="362"/>
                  </a:lnTo>
                  <a:lnTo>
                    <a:pt x="1273" y="363"/>
                  </a:lnTo>
                  <a:lnTo>
                    <a:pt x="1270" y="365"/>
                  </a:lnTo>
                  <a:lnTo>
                    <a:pt x="1266" y="366"/>
                  </a:lnTo>
                  <a:lnTo>
                    <a:pt x="1262" y="366"/>
                  </a:lnTo>
                  <a:lnTo>
                    <a:pt x="1259" y="365"/>
                  </a:lnTo>
                  <a:lnTo>
                    <a:pt x="1255" y="365"/>
                  </a:lnTo>
                  <a:lnTo>
                    <a:pt x="1251" y="366"/>
                  </a:lnTo>
                  <a:lnTo>
                    <a:pt x="1247" y="366"/>
                  </a:lnTo>
                  <a:lnTo>
                    <a:pt x="1243" y="364"/>
                  </a:lnTo>
                  <a:lnTo>
                    <a:pt x="1242" y="360"/>
                  </a:lnTo>
                  <a:lnTo>
                    <a:pt x="1241" y="357"/>
                  </a:lnTo>
                  <a:lnTo>
                    <a:pt x="1240" y="355"/>
                  </a:lnTo>
                  <a:lnTo>
                    <a:pt x="1236" y="355"/>
                  </a:lnTo>
                  <a:lnTo>
                    <a:pt x="1231" y="355"/>
                  </a:lnTo>
                  <a:lnTo>
                    <a:pt x="1227" y="355"/>
                  </a:lnTo>
                  <a:lnTo>
                    <a:pt x="1224" y="353"/>
                  </a:lnTo>
                  <a:lnTo>
                    <a:pt x="1223" y="351"/>
                  </a:lnTo>
                  <a:lnTo>
                    <a:pt x="1222" y="349"/>
                  </a:lnTo>
                  <a:lnTo>
                    <a:pt x="1221" y="346"/>
                  </a:lnTo>
                  <a:lnTo>
                    <a:pt x="1221" y="344"/>
                  </a:lnTo>
                  <a:lnTo>
                    <a:pt x="1223" y="342"/>
                  </a:lnTo>
                  <a:lnTo>
                    <a:pt x="1226" y="339"/>
                  </a:lnTo>
                  <a:lnTo>
                    <a:pt x="1228" y="337"/>
                  </a:lnTo>
                  <a:lnTo>
                    <a:pt x="1228" y="335"/>
                  </a:lnTo>
                  <a:lnTo>
                    <a:pt x="1227" y="333"/>
                  </a:lnTo>
                  <a:lnTo>
                    <a:pt x="1228" y="330"/>
                  </a:lnTo>
                  <a:lnTo>
                    <a:pt x="1231" y="328"/>
                  </a:lnTo>
                  <a:lnTo>
                    <a:pt x="1234" y="327"/>
                  </a:lnTo>
                  <a:lnTo>
                    <a:pt x="1237" y="326"/>
                  </a:lnTo>
                  <a:lnTo>
                    <a:pt x="1238" y="324"/>
                  </a:lnTo>
                  <a:lnTo>
                    <a:pt x="1237" y="320"/>
                  </a:lnTo>
                  <a:lnTo>
                    <a:pt x="1238" y="317"/>
                  </a:lnTo>
                  <a:lnTo>
                    <a:pt x="1240" y="315"/>
                  </a:lnTo>
                  <a:lnTo>
                    <a:pt x="1244" y="314"/>
                  </a:lnTo>
                  <a:lnTo>
                    <a:pt x="1248" y="315"/>
                  </a:lnTo>
                  <a:lnTo>
                    <a:pt x="1251" y="315"/>
                  </a:lnTo>
                  <a:lnTo>
                    <a:pt x="1254" y="315"/>
                  </a:lnTo>
                  <a:lnTo>
                    <a:pt x="1257" y="316"/>
                  </a:lnTo>
                  <a:lnTo>
                    <a:pt x="1259" y="317"/>
                  </a:lnTo>
                  <a:lnTo>
                    <a:pt x="1262" y="318"/>
                  </a:lnTo>
                  <a:lnTo>
                    <a:pt x="1264" y="317"/>
                  </a:lnTo>
                  <a:lnTo>
                    <a:pt x="1267" y="315"/>
                  </a:lnTo>
                  <a:lnTo>
                    <a:pt x="1271" y="313"/>
                  </a:lnTo>
                  <a:lnTo>
                    <a:pt x="1274" y="313"/>
                  </a:lnTo>
                  <a:lnTo>
                    <a:pt x="1276" y="315"/>
                  </a:lnTo>
                  <a:lnTo>
                    <a:pt x="1278" y="318"/>
                  </a:lnTo>
                  <a:lnTo>
                    <a:pt x="1279" y="320"/>
                  </a:lnTo>
                  <a:lnTo>
                    <a:pt x="1282" y="321"/>
                  </a:lnTo>
                  <a:lnTo>
                    <a:pt x="1286" y="321"/>
                  </a:lnTo>
                  <a:lnTo>
                    <a:pt x="1289" y="323"/>
                  </a:lnTo>
                  <a:lnTo>
                    <a:pt x="1289" y="326"/>
                  </a:lnTo>
                  <a:lnTo>
                    <a:pt x="1289" y="329"/>
                  </a:lnTo>
                  <a:lnTo>
                    <a:pt x="1289" y="331"/>
                  </a:lnTo>
                  <a:lnTo>
                    <a:pt x="1290" y="333"/>
                  </a:lnTo>
                  <a:lnTo>
                    <a:pt x="1291" y="335"/>
                  </a:lnTo>
                  <a:lnTo>
                    <a:pt x="1293" y="337"/>
                  </a:lnTo>
                  <a:close/>
                </a:path>
              </a:pathLst>
            </a:custGeom>
            <a:solidFill>
              <a:srgbClr val="DA9FC0">
                <a:alpha val="9600"/>
              </a:srgbClr>
            </a:solidFill>
            <a:ln>
              <a:noFill/>
            </a:ln>
          </p:spPr>
          <p:txBody>
            <a:bodyPr anchor="ctr"/>
            <a:lstStyle/>
            <a:p>
              <a:pPr algn="ctr">
                <a:buNone/>
              </a:pPr>
            </a:p>
          </p:txBody>
        </p:sp>
        <p:sp>
          <p:nvSpPr>
            <p:cNvPr id="6590" name="addition:input:57"/>
            <p:cNvSpPr>
              <a:spLocks noGrp="1"/>
            </p:cNvSpPr>
            <p:nvPr/>
          </p:nvSpPr>
          <p:spPr>
            <a:xfrm>
              <a:off x="209550" y="5438775"/>
              <a:ext cx="2182490" cy="646709"/>
            </a:xfrm>
            <a:custGeom>
              <a:avLst/>
              <a:gdLst/>
              <a:ahLst/>
              <a:cxnLst/>
              <a:rect l="l" t="t" r="r" b="b"/>
              <a:pathLst>
                <a:path w="1326" h="345">
                  <a:moveTo>
                    <a:pt x="0" y="0"/>
                  </a:moveTo>
                  <a:moveTo>
                    <a:pt x="1326" y="319"/>
                  </a:moveTo>
                  <a:lnTo>
                    <a:pt x="1325" y="321"/>
                  </a:lnTo>
                  <a:lnTo>
                    <a:pt x="1322" y="323"/>
                  </a:lnTo>
                  <a:lnTo>
                    <a:pt x="1320" y="325"/>
                  </a:lnTo>
                  <a:lnTo>
                    <a:pt x="1320" y="327"/>
                  </a:lnTo>
                  <a:lnTo>
                    <a:pt x="1319" y="329"/>
                  </a:lnTo>
                  <a:lnTo>
                    <a:pt x="1317" y="331"/>
                  </a:lnTo>
                  <a:lnTo>
                    <a:pt x="1313" y="332"/>
                  </a:lnTo>
                  <a:lnTo>
                    <a:pt x="1310" y="333"/>
                  </a:lnTo>
                  <a:lnTo>
                    <a:pt x="1308" y="335"/>
                  </a:lnTo>
                  <a:lnTo>
                    <a:pt x="1308" y="338"/>
                  </a:lnTo>
                  <a:lnTo>
                    <a:pt x="1307" y="342"/>
                  </a:lnTo>
                  <a:lnTo>
                    <a:pt x="1305" y="345"/>
                  </a:lnTo>
                  <a:lnTo>
                    <a:pt x="1302" y="345"/>
                  </a:lnTo>
                  <a:lnTo>
                    <a:pt x="1298" y="344"/>
                  </a:lnTo>
                  <a:lnTo>
                    <a:pt x="1294" y="342"/>
                  </a:lnTo>
                  <a:lnTo>
                    <a:pt x="1291" y="342"/>
                  </a:lnTo>
                  <a:lnTo>
                    <a:pt x="1288" y="342"/>
                  </a:lnTo>
                  <a:lnTo>
                    <a:pt x="1286" y="341"/>
                  </a:lnTo>
                  <a:lnTo>
                    <a:pt x="1284" y="341"/>
                  </a:lnTo>
                  <a:lnTo>
                    <a:pt x="1282" y="340"/>
                  </a:lnTo>
                  <a:lnTo>
                    <a:pt x="1279" y="341"/>
                  </a:lnTo>
                  <a:lnTo>
                    <a:pt x="1275" y="342"/>
                  </a:lnTo>
                  <a:lnTo>
                    <a:pt x="1272" y="343"/>
                  </a:lnTo>
                  <a:lnTo>
                    <a:pt x="1270" y="341"/>
                  </a:lnTo>
                  <a:lnTo>
                    <a:pt x="1269" y="339"/>
                  </a:lnTo>
                  <a:lnTo>
                    <a:pt x="1268" y="336"/>
                  </a:lnTo>
                  <a:lnTo>
                    <a:pt x="1266" y="335"/>
                  </a:lnTo>
                  <a:lnTo>
                    <a:pt x="1263" y="334"/>
                  </a:lnTo>
                  <a:lnTo>
                    <a:pt x="1260" y="333"/>
                  </a:lnTo>
                  <a:lnTo>
                    <a:pt x="1259" y="330"/>
                  </a:lnTo>
                  <a:lnTo>
                    <a:pt x="1260" y="327"/>
                  </a:lnTo>
                  <a:lnTo>
                    <a:pt x="1262" y="325"/>
                  </a:lnTo>
                  <a:lnTo>
                    <a:pt x="1263" y="323"/>
                  </a:lnTo>
                  <a:lnTo>
                    <a:pt x="1262" y="321"/>
                  </a:lnTo>
                  <a:lnTo>
                    <a:pt x="1260" y="319"/>
                  </a:lnTo>
                  <a:lnTo>
                    <a:pt x="1258" y="317"/>
                  </a:lnTo>
                  <a:lnTo>
                    <a:pt x="1257" y="314"/>
                  </a:lnTo>
                  <a:lnTo>
                    <a:pt x="1256" y="312"/>
                  </a:lnTo>
                  <a:lnTo>
                    <a:pt x="1254" y="309"/>
                  </a:lnTo>
                  <a:lnTo>
                    <a:pt x="1253" y="306"/>
                  </a:lnTo>
                  <a:lnTo>
                    <a:pt x="1255" y="304"/>
                  </a:lnTo>
                  <a:lnTo>
                    <a:pt x="1259" y="303"/>
                  </a:lnTo>
                  <a:lnTo>
                    <a:pt x="1264" y="304"/>
                  </a:lnTo>
                  <a:lnTo>
                    <a:pt x="1267" y="303"/>
                  </a:lnTo>
                  <a:lnTo>
                    <a:pt x="1268" y="301"/>
                  </a:lnTo>
                  <a:lnTo>
                    <a:pt x="1268" y="299"/>
                  </a:lnTo>
                  <a:lnTo>
                    <a:pt x="1270" y="297"/>
                  </a:lnTo>
                  <a:lnTo>
                    <a:pt x="1273" y="296"/>
                  </a:lnTo>
                  <a:lnTo>
                    <a:pt x="1277" y="296"/>
                  </a:lnTo>
                  <a:lnTo>
                    <a:pt x="1280" y="296"/>
                  </a:lnTo>
                  <a:lnTo>
                    <a:pt x="1282" y="295"/>
                  </a:lnTo>
                  <a:lnTo>
                    <a:pt x="1286" y="293"/>
                  </a:lnTo>
                  <a:lnTo>
                    <a:pt x="1289" y="292"/>
                  </a:lnTo>
                  <a:lnTo>
                    <a:pt x="1293" y="292"/>
                  </a:lnTo>
                  <a:lnTo>
                    <a:pt x="1296" y="293"/>
                  </a:lnTo>
                  <a:lnTo>
                    <a:pt x="1300" y="293"/>
                  </a:lnTo>
                  <a:lnTo>
                    <a:pt x="1304" y="294"/>
                  </a:lnTo>
                  <a:lnTo>
                    <a:pt x="1307" y="296"/>
                  </a:lnTo>
                  <a:lnTo>
                    <a:pt x="1308" y="298"/>
                  </a:lnTo>
                  <a:lnTo>
                    <a:pt x="1309" y="302"/>
                  </a:lnTo>
                  <a:lnTo>
                    <a:pt x="1310" y="304"/>
                  </a:lnTo>
                  <a:lnTo>
                    <a:pt x="1312" y="305"/>
                  </a:lnTo>
                  <a:lnTo>
                    <a:pt x="1317" y="305"/>
                  </a:lnTo>
                  <a:lnTo>
                    <a:pt x="1322" y="305"/>
                  </a:lnTo>
                  <a:lnTo>
                    <a:pt x="1326" y="307"/>
                  </a:lnTo>
                  <a:lnTo>
                    <a:pt x="1326" y="309"/>
                  </a:lnTo>
                  <a:lnTo>
                    <a:pt x="1326" y="312"/>
                  </a:lnTo>
                  <a:lnTo>
                    <a:pt x="1326" y="314"/>
                  </a:lnTo>
                  <a:lnTo>
                    <a:pt x="1326" y="316"/>
                  </a:lnTo>
                  <a:close/>
                </a:path>
              </a:pathLst>
            </a:custGeom>
            <a:solidFill>
              <a:srgbClr val="DA9FC0">
                <a:alpha val="9600"/>
              </a:srgbClr>
            </a:solidFill>
            <a:ln>
              <a:noFill/>
            </a:ln>
          </p:spPr>
          <p:txBody>
            <a:bodyPr anchor="ctr"/>
            <a:lstStyle/>
            <a:p>
              <a:pPr algn="ctr">
                <a:buNone/>
              </a:pPr>
            </a:p>
          </p:txBody>
        </p:sp>
        <p:sp>
          <p:nvSpPr>
            <p:cNvPr id="6591" name="addition:input:58"/>
            <p:cNvSpPr>
              <a:spLocks noGrp="1"/>
            </p:cNvSpPr>
            <p:nvPr/>
          </p:nvSpPr>
          <p:spPr>
            <a:xfrm>
              <a:off x="209550" y="5438775"/>
              <a:ext cx="2240097" cy="659831"/>
            </a:xfrm>
            <a:custGeom>
              <a:avLst/>
              <a:gdLst/>
              <a:ahLst/>
              <a:cxnLst/>
              <a:rect l="l" t="t" r="r" b="b"/>
              <a:pathLst>
                <a:path w="1361" h="352">
                  <a:moveTo>
                    <a:pt x="0" y="0"/>
                  </a:moveTo>
                  <a:moveTo>
                    <a:pt x="1359" y="324"/>
                  </a:moveTo>
                  <a:lnTo>
                    <a:pt x="1359" y="327"/>
                  </a:lnTo>
                  <a:lnTo>
                    <a:pt x="1357" y="329"/>
                  </a:lnTo>
                  <a:lnTo>
                    <a:pt x="1353" y="331"/>
                  </a:lnTo>
                  <a:lnTo>
                    <a:pt x="1349" y="332"/>
                  </a:lnTo>
                  <a:lnTo>
                    <a:pt x="1348" y="334"/>
                  </a:lnTo>
                  <a:lnTo>
                    <a:pt x="1349" y="337"/>
                  </a:lnTo>
                  <a:lnTo>
                    <a:pt x="1350" y="341"/>
                  </a:lnTo>
                  <a:lnTo>
                    <a:pt x="1350" y="344"/>
                  </a:lnTo>
                  <a:lnTo>
                    <a:pt x="1348" y="346"/>
                  </a:lnTo>
                  <a:lnTo>
                    <a:pt x="1345" y="348"/>
                  </a:lnTo>
                  <a:lnTo>
                    <a:pt x="1343" y="349"/>
                  </a:lnTo>
                  <a:lnTo>
                    <a:pt x="1340" y="350"/>
                  </a:lnTo>
                  <a:lnTo>
                    <a:pt x="1336" y="350"/>
                  </a:lnTo>
                  <a:lnTo>
                    <a:pt x="1333" y="348"/>
                  </a:lnTo>
                  <a:lnTo>
                    <a:pt x="1330" y="347"/>
                  </a:lnTo>
                  <a:lnTo>
                    <a:pt x="1328" y="347"/>
                  </a:lnTo>
                  <a:lnTo>
                    <a:pt x="1326" y="349"/>
                  </a:lnTo>
                  <a:lnTo>
                    <a:pt x="1323" y="351"/>
                  </a:lnTo>
                  <a:lnTo>
                    <a:pt x="1320" y="352"/>
                  </a:lnTo>
                  <a:lnTo>
                    <a:pt x="1318" y="351"/>
                  </a:lnTo>
                  <a:lnTo>
                    <a:pt x="1315" y="349"/>
                  </a:lnTo>
                  <a:lnTo>
                    <a:pt x="1313" y="348"/>
                  </a:lnTo>
                  <a:lnTo>
                    <a:pt x="1310" y="348"/>
                  </a:lnTo>
                  <a:lnTo>
                    <a:pt x="1306" y="348"/>
                  </a:lnTo>
                  <a:lnTo>
                    <a:pt x="1303" y="348"/>
                  </a:lnTo>
                  <a:lnTo>
                    <a:pt x="1300" y="346"/>
                  </a:lnTo>
                  <a:lnTo>
                    <a:pt x="1299" y="343"/>
                  </a:lnTo>
                  <a:lnTo>
                    <a:pt x="1298" y="340"/>
                  </a:lnTo>
                  <a:lnTo>
                    <a:pt x="1297" y="338"/>
                  </a:lnTo>
                  <a:lnTo>
                    <a:pt x="1296" y="335"/>
                  </a:lnTo>
                  <a:lnTo>
                    <a:pt x="1296" y="333"/>
                  </a:lnTo>
                  <a:lnTo>
                    <a:pt x="1296" y="330"/>
                  </a:lnTo>
                  <a:lnTo>
                    <a:pt x="1295" y="328"/>
                  </a:lnTo>
                  <a:lnTo>
                    <a:pt x="1292" y="327"/>
                  </a:lnTo>
                  <a:lnTo>
                    <a:pt x="1286" y="324"/>
                  </a:lnTo>
                  <a:lnTo>
                    <a:pt x="1283" y="322"/>
                  </a:lnTo>
                  <a:lnTo>
                    <a:pt x="1282" y="319"/>
                  </a:lnTo>
                  <a:lnTo>
                    <a:pt x="1285" y="317"/>
                  </a:lnTo>
                  <a:lnTo>
                    <a:pt x="1289" y="315"/>
                  </a:lnTo>
                  <a:lnTo>
                    <a:pt x="1291" y="313"/>
                  </a:lnTo>
                  <a:lnTo>
                    <a:pt x="1292" y="311"/>
                  </a:lnTo>
                  <a:lnTo>
                    <a:pt x="1293" y="309"/>
                  </a:lnTo>
                  <a:lnTo>
                    <a:pt x="1295" y="307"/>
                  </a:lnTo>
                  <a:lnTo>
                    <a:pt x="1298" y="306"/>
                  </a:lnTo>
                  <a:lnTo>
                    <a:pt x="1301" y="305"/>
                  </a:lnTo>
                  <a:lnTo>
                    <a:pt x="1303" y="303"/>
                  </a:lnTo>
                  <a:lnTo>
                    <a:pt x="1306" y="301"/>
                  </a:lnTo>
                  <a:lnTo>
                    <a:pt x="1309" y="300"/>
                  </a:lnTo>
                  <a:lnTo>
                    <a:pt x="1312" y="299"/>
                  </a:lnTo>
                  <a:lnTo>
                    <a:pt x="1316" y="299"/>
                  </a:lnTo>
                  <a:lnTo>
                    <a:pt x="1319" y="298"/>
                  </a:lnTo>
                  <a:lnTo>
                    <a:pt x="1322" y="295"/>
                  </a:lnTo>
                  <a:lnTo>
                    <a:pt x="1326" y="293"/>
                  </a:lnTo>
                  <a:lnTo>
                    <a:pt x="1331" y="293"/>
                  </a:lnTo>
                  <a:lnTo>
                    <a:pt x="1334" y="296"/>
                  </a:lnTo>
                  <a:lnTo>
                    <a:pt x="1336" y="300"/>
                  </a:lnTo>
                  <a:lnTo>
                    <a:pt x="1338" y="303"/>
                  </a:lnTo>
                  <a:lnTo>
                    <a:pt x="1340" y="304"/>
                  </a:lnTo>
                  <a:lnTo>
                    <a:pt x="1344" y="304"/>
                  </a:lnTo>
                  <a:lnTo>
                    <a:pt x="1347" y="305"/>
                  </a:lnTo>
                  <a:lnTo>
                    <a:pt x="1350" y="305"/>
                  </a:lnTo>
                  <a:lnTo>
                    <a:pt x="1353" y="307"/>
                  </a:lnTo>
                  <a:lnTo>
                    <a:pt x="1355" y="308"/>
                  </a:lnTo>
                  <a:lnTo>
                    <a:pt x="1358" y="309"/>
                  </a:lnTo>
                  <a:lnTo>
                    <a:pt x="1361" y="311"/>
                  </a:lnTo>
                  <a:lnTo>
                    <a:pt x="1360" y="314"/>
                  </a:lnTo>
                  <a:lnTo>
                    <a:pt x="1359" y="317"/>
                  </a:lnTo>
                  <a:lnTo>
                    <a:pt x="1357" y="320"/>
                  </a:lnTo>
                  <a:lnTo>
                    <a:pt x="1358" y="322"/>
                  </a:lnTo>
                  <a:close/>
                </a:path>
              </a:pathLst>
            </a:custGeom>
            <a:solidFill>
              <a:srgbClr val="DA9FC0">
                <a:alpha val="9600"/>
              </a:srgbClr>
            </a:solidFill>
            <a:ln>
              <a:noFill/>
            </a:ln>
          </p:spPr>
          <p:txBody>
            <a:bodyPr anchor="ctr"/>
            <a:lstStyle/>
            <a:p>
              <a:pPr algn="ctr">
                <a:buNone/>
              </a:pPr>
            </a:p>
          </p:txBody>
        </p:sp>
        <p:sp>
          <p:nvSpPr>
            <p:cNvPr id="6592" name="addition:input:59"/>
            <p:cNvSpPr>
              <a:spLocks noGrp="1"/>
            </p:cNvSpPr>
            <p:nvPr/>
          </p:nvSpPr>
          <p:spPr>
            <a:xfrm>
              <a:off x="209550" y="5438775"/>
              <a:ext cx="2292767" cy="712318"/>
            </a:xfrm>
            <a:custGeom>
              <a:avLst/>
              <a:gdLst/>
              <a:ahLst/>
              <a:cxnLst/>
              <a:rect l="l" t="t" r="r" b="b"/>
              <a:pathLst>
                <a:path w="1393" h="380">
                  <a:moveTo>
                    <a:pt x="0" y="0"/>
                  </a:moveTo>
                  <a:moveTo>
                    <a:pt x="1392" y="347"/>
                  </a:moveTo>
                  <a:lnTo>
                    <a:pt x="1393" y="350"/>
                  </a:lnTo>
                  <a:lnTo>
                    <a:pt x="1393" y="352"/>
                  </a:lnTo>
                  <a:lnTo>
                    <a:pt x="1392" y="355"/>
                  </a:lnTo>
                  <a:lnTo>
                    <a:pt x="1389" y="357"/>
                  </a:lnTo>
                  <a:lnTo>
                    <a:pt x="1386" y="359"/>
                  </a:lnTo>
                  <a:lnTo>
                    <a:pt x="1384" y="361"/>
                  </a:lnTo>
                  <a:lnTo>
                    <a:pt x="1382" y="364"/>
                  </a:lnTo>
                  <a:lnTo>
                    <a:pt x="1379" y="365"/>
                  </a:lnTo>
                  <a:lnTo>
                    <a:pt x="1375" y="366"/>
                  </a:lnTo>
                  <a:lnTo>
                    <a:pt x="1371" y="367"/>
                  </a:lnTo>
                  <a:lnTo>
                    <a:pt x="1369" y="368"/>
                  </a:lnTo>
                  <a:lnTo>
                    <a:pt x="1367" y="372"/>
                  </a:lnTo>
                  <a:lnTo>
                    <a:pt x="1366" y="377"/>
                  </a:lnTo>
                  <a:lnTo>
                    <a:pt x="1363" y="380"/>
                  </a:lnTo>
                  <a:lnTo>
                    <a:pt x="1358" y="380"/>
                  </a:lnTo>
                  <a:lnTo>
                    <a:pt x="1354" y="378"/>
                  </a:lnTo>
                  <a:lnTo>
                    <a:pt x="1350" y="375"/>
                  </a:lnTo>
                  <a:lnTo>
                    <a:pt x="1346" y="374"/>
                  </a:lnTo>
                  <a:lnTo>
                    <a:pt x="1343" y="374"/>
                  </a:lnTo>
                  <a:lnTo>
                    <a:pt x="1340" y="373"/>
                  </a:lnTo>
                  <a:lnTo>
                    <a:pt x="1337" y="372"/>
                  </a:lnTo>
                  <a:lnTo>
                    <a:pt x="1335" y="371"/>
                  </a:lnTo>
                  <a:lnTo>
                    <a:pt x="1332" y="371"/>
                  </a:lnTo>
                  <a:lnTo>
                    <a:pt x="1328" y="371"/>
                  </a:lnTo>
                  <a:lnTo>
                    <a:pt x="1324" y="371"/>
                  </a:lnTo>
                  <a:lnTo>
                    <a:pt x="1322" y="369"/>
                  </a:lnTo>
                  <a:lnTo>
                    <a:pt x="1321" y="366"/>
                  </a:lnTo>
                  <a:lnTo>
                    <a:pt x="1321" y="364"/>
                  </a:lnTo>
                  <a:lnTo>
                    <a:pt x="1319" y="362"/>
                  </a:lnTo>
                  <a:lnTo>
                    <a:pt x="1315" y="360"/>
                  </a:lnTo>
                  <a:lnTo>
                    <a:pt x="1312" y="358"/>
                  </a:lnTo>
                  <a:lnTo>
                    <a:pt x="1312" y="355"/>
                  </a:lnTo>
                  <a:lnTo>
                    <a:pt x="1316" y="352"/>
                  </a:lnTo>
                  <a:lnTo>
                    <a:pt x="1320" y="349"/>
                  </a:lnTo>
                  <a:lnTo>
                    <a:pt x="1322" y="347"/>
                  </a:lnTo>
                  <a:lnTo>
                    <a:pt x="1321" y="345"/>
                  </a:lnTo>
                  <a:lnTo>
                    <a:pt x="1320" y="342"/>
                  </a:lnTo>
                  <a:lnTo>
                    <a:pt x="1319" y="340"/>
                  </a:lnTo>
                  <a:lnTo>
                    <a:pt x="1318" y="337"/>
                  </a:lnTo>
                  <a:lnTo>
                    <a:pt x="1318" y="334"/>
                  </a:lnTo>
                  <a:lnTo>
                    <a:pt x="1317" y="331"/>
                  </a:lnTo>
                  <a:lnTo>
                    <a:pt x="1317" y="327"/>
                  </a:lnTo>
                  <a:lnTo>
                    <a:pt x="1319" y="325"/>
                  </a:lnTo>
                  <a:lnTo>
                    <a:pt x="1324" y="325"/>
                  </a:lnTo>
                  <a:lnTo>
                    <a:pt x="1328" y="325"/>
                  </a:lnTo>
                  <a:lnTo>
                    <a:pt x="1332" y="325"/>
                  </a:lnTo>
                  <a:lnTo>
                    <a:pt x="1333" y="324"/>
                  </a:lnTo>
                  <a:lnTo>
                    <a:pt x="1335" y="321"/>
                  </a:lnTo>
                  <a:lnTo>
                    <a:pt x="1337" y="319"/>
                  </a:lnTo>
                  <a:lnTo>
                    <a:pt x="1340" y="319"/>
                  </a:lnTo>
                  <a:lnTo>
                    <a:pt x="1343" y="320"/>
                  </a:lnTo>
                  <a:lnTo>
                    <a:pt x="1346" y="321"/>
                  </a:lnTo>
                  <a:lnTo>
                    <a:pt x="1349" y="320"/>
                  </a:lnTo>
                  <a:lnTo>
                    <a:pt x="1353" y="318"/>
                  </a:lnTo>
                  <a:lnTo>
                    <a:pt x="1357" y="317"/>
                  </a:lnTo>
                  <a:lnTo>
                    <a:pt x="1361" y="317"/>
                  </a:lnTo>
                  <a:lnTo>
                    <a:pt x="1364" y="318"/>
                  </a:lnTo>
                  <a:lnTo>
                    <a:pt x="1368" y="319"/>
                  </a:lnTo>
                  <a:lnTo>
                    <a:pt x="1372" y="321"/>
                  </a:lnTo>
                  <a:lnTo>
                    <a:pt x="1374" y="323"/>
                  </a:lnTo>
                  <a:lnTo>
                    <a:pt x="1376" y="326"/>
                  </a:lnTo>
                  <a:lnTo>
                    <a:pt x="1375" y="330"/>
                  </a:lnTo>
                  <a:lnTo>
                    <a:pt x="1375" y="333"/>
                  </a:lnTo>
                  <a:lnTo>
                    <a:pt x="1378" y="335"/>
                  </a:lnTo>
                  <a:lnTo>
                    <a:pt x="1384" y="335"/>
                  </a:lnTo>
                  <a:lnTo>
                    <a:pt x="1389" y="336"/>
                  </a:lnTo>
                  <a:lnTo>
                    <a:pt x="1393" y="338"/>
                  </a:lnTo>
                  <a:lnTo>
                    <a:pt x="1393" y="341"/>
                  </a:lnTo>
                  <a:lnTo>
                    <a:pt x="1392" y="344"/>
                  </a:lnTo>
                  <a:close/>
                </a:path>
              </a:pathLst>
            </a:custGeom>
            <a:solidFill>
              <a:srgbClr val="DA9FC0">
                <a:alpha val="9600"/>
              </a:srgbClr>
            </a:solidFill>
            <a:ln>
              <a:noFill/>
            </a:ln>
          </p:spPr>
          <p:txBody>
            <a:bodyPr anchor="ctr"/>
            <a:lstStyle/>
            <a:p>
              <a:pPr algn="ctr">
                <a:buNone/>
              </a:pPr>
            </a:p>
          </p:txBody>
        </p:sp>
        <p:sp>
          <p:nvSpPr>
            <p:cNvPr id="6593" name="addition:input:60"/>
            <p:cNvSpPr>
              <a:spLocks noGrp="1"/>
            </p:cNvSpPr>
            <p:nvPr/>
          </p:nvSpPr>
          <p:spPr>
            <a:xfrm>
              <a:off x="209550" y="5438775"/>
              <a:ext cx="2274661" cy="755432"/>
            </a:xfrm>
            <a:custGeom>
              <a:avLst/>
              <a:gdLst/>
              <a:ahLst/>
              <a:cxnLst/>
              <a:rect l="l" t="t" r="r" b="b"/>
              <a:pathLst>
                <a:path w="1382" h="403">
                  <a:moveTo>
                    <a:pt x="0" y="0"/>
                  </a:moveTo>
                  <a:moveTo>
                    <a:pt x="1381" y="372"/>
                  </a:moveTo>
                  <a:lnTo>
                    <a:pt x="1376" y="374"/>
                  </a:lnTo>
                  <a:lnTo>
                    <a:pt x="1368" y="377"/>
                  </a:lnTo>
                  <a:lnTo>
                    <a:pt x="1363" y="378"/>
                  </a:lnTo>
                  <a:lnTo>
                    <a:pt x="1361" y="380"/>
                  </a:lnTo>
                  <a:lnTo>
                    <a:pt x="1362" y="383"/>
                  </a:lnTo>
                  <a:lnTo>
                    <a:pt x="1362" y="386"/>
                  </a:lnTo>
                  <a:lnTo>
                    <a:pt x="1361" y="389"/>
                  </a:lnTo>
                  <a:lnTo>
                    <a:pt x="1358" y="391"/>
                  </a:lnTo>
                  <a:lnTo>
                    <a:pt x="1355" y="394"/>
                  </a:lnTo>
                  <a:lnTo>
                    <a:pt x="1353" y="397"/>
                  </a:lnTo>
                  <a:lnTo>
                    <a:pt x="1350" y="399"/>
                  </a:lnTo>
                  <a:lnTo>
                    <a:pt x="1345" y="400"/>
                  </a:lnTo>
                  <a:lnTo>
                    <a:pt x="1340" y="399"/>
                  </a:lnTo>
                  <a:lnTo>
                    <a:pt x="1336" y="399"/>
                  </a:lnTo>
                  <a:lnTo>
                    <a:pt x="1333" y="400"/>
                  </a:lnTo>
                  <a:lnTo>
                    <a:pt x="1329" y="402"/>
                  </a:lnTo>
                  <a:lnTo>
                    <a:pt x="1326" y="403"/>
                  </a:lnTo>
                  <a:lnTo>
                    <a:pt x="1322" y="401"/>
                  </a:lnTo>
                  <a:lnTo>
                    <a:pt x="1319" y="398"/>
                  </a:lnTo>
                  <a:lnTo>
                    <a:pt x="1317" y="396"/>
                  </a:lnTo>
                  <a:lnTo>
                    <a:pt x="1314" y="396"/>
                  </a:lnTo>
                  <a:lnTo>
                    <a:pt x="1310" y="397"/>
                  </a:lnTo>
                  <a:lnTo>
                    <a:pt x="1304" y="399"/>
                  </a:lnTo>
                  <a:lnTo>
                    <a:pt x="1300" y="399"/>
                  </a:lnTo>
                  <a:lnTo>
                    <a:pt x="1296" y="398"/>
                  </a:lnTo>
                  <a:lnTo>
                    <a:pt x="1294" y="395"/>
                  </a:lnTo>
                  <a:lnTo>
                    <a:pt x="1292" y="393"/>
                  </a:lnTo>
                  <a:lnTo>
                    <a:pt x="1290" y="390"/>
                  </a:lnTo>
                  <a:lnTo>
                    <a:pt x="1290" y="387"/>
                  </a:lnTo>
                  <a:lnTo>
                    <a:pt x="1291" y="384"/>
                  </a:lnTo>
                  <a:lnTo>
                    <a:pt x="1293" y="381"/>
                  </a:lnTo>
                  <a:lnTo>
                    <a:pt x="1292" y="378"/>
                  </a:lnTo>
                  <a:lnTo>
                    <a:pt x="1287" y="377"/>
                  </a:lnTo>
                  <a:lnTo>
                    <a:pt x="1282" y="374"/>
                  </a:lnTo>
                  <a:lnTo>
                    <a:pt x="1280" y="372"/>
                  </a:lnTo>
                  <a:lnTo>
                    <a:pt x="1280" y="369"/>
                  </a:lnTo>
                  <a:lnTo>
                    <a:pt x="1283" y="366"/>
                  </a:lnTo>
                  <a:lnTo>
                    <a:pt x="1284" y="364"/>
                  </a:lnTo>
                  <a:lnTo>
                    <a:pt x="1282" y="361"/>
                  </a:lnTo>
                  <a:lnTo>
                    <a:pt x="1280" y="358"/>
                  </a:lnTo>
                  <a:lnTo>
                    <a:pt x="1280" y="355"/>
                  </a:lnTo>
                  <a:lnTo>
                    <a:pt x="1283" y="352"/>
                  </a:lnTo>
                  <a:lnTo>
                    <a:pt x="1287" y="351"/>
                  </a:lnTo>
                  <a:lnTo>
                    <a:pt x="1292" y="351"/>
                  </a:lnTo>
                  <a:lnTo>
                    <a:pt x="1295" y="350"/>
                  </a:lnTo>
                  <a:lnTo>
                    <a:pt x="1299" y="349"/>
                  </a:lnTo>
                  <a:lnTo>
                    <a:pt x="1303" y="348"/>
                  </a:lnTo>
                  <a:lnTo>
                    <a:pt x="1307" y="348"/>
                  </a:lnTo>
                  <a:lnTo>
                    <a:pt x="1310" y="347"/>
                  </a:lnTo>
                  <a:lnTo>
                    <a:pt x="1313" y="344"/>
                  </a:lnTo>
                  <a:lnTo>
                    <a:pt x="1316" y="340"/>
                  </a:lnTo>
                  <a:lnTo>
                    <a:pt x="1321" y="337"/>
                  </a:lnTo>
                  <a:lnTo>
                    <a:pt x="1326" y="337"/>
                  </a:lnTo>
                  <a:lnTo>
                    <a:pt x="1331" y="340"/>
                  </a:lnTo>
                  <a:lnTo>
                    <a:pt x="1335" y="343"/>
                  </a:lnTo>
                  <a:lnTo>
                    <a:pt x="1339" y="345"/>
                  </a:lnTo>
                  <a:lnTo>
                    <a:pt x="1344" y="345"/>
                  </a:lnTo>
                  <a:lnTo>
                    <a:pt x="1349" y="346"/>
                  </a:lnTo>
                  <a:lnTo>
                    <a:pt x="1353" y="347"/>
                  </a:lnTo>
                  <a:lnTo>
                    <a:pt x="1356" y="350"/>
                  </a:lnTo>
                  <a:lnTo>
                    <a:pt x="1358" y="352"/>
                  </a:lnTo>
                  <a:lnTo>
                    <a:pt x="1361" y="353"/>
                  </a:lnTo>
                  <a:lnTo>
                    <a:pt x="1365" y="355"/>
                  </a:lnTo>
                  <a:lnTo>
                    <a:pt x="1368" y="357"/>
                  </a:lnTo>
                  <a:lnTo>
                    <a:pt x="1370" y="359"/>
                  </a:lnTo>
                  <a:lnTo>
                    <a:pt x="1371" y="361"/>
                  </a:lnTo>
                  <a:lnTo>
                    <a:pt x="1374" y="364"/>
                  </a:lnTo>
                  <a:lnTo>
                    <a:pt x="1378" y="366"/>
                  </a:lnTo>
                  <a:lnTo>
                    <a:pt x="1382" y="369"/>
                  </a:lnTo>
                  <a:close/>
                </a:path>
              </a:pathLst>
            </a:custGeom>
            <a:solidFill>
              <a:srgbClr val="DA9FC0">
                <a:alpha val="9600"/>
              </a:srgbClr>
            </a:solidFill>
            <a:ln>
              <a:noFill/>
            </a:ln>
          </p:spPr>
          <p:txBody>
            <a:bodyPr anchor="ctr"/>
            <a:lstStyle/>
            <a:p>
              <a:pPr algn="ctr">
                <a:buNone/>
              </a:pPr>
            </a:p>
          </p:txBody>
        </p:sp>
        <p:sp>
          <p:nvSpPr>
            <p:cNvPr id="6594" name="addition:input:61"/>
            <p:cNvSpPr>
              <a:spLocks noGrp="1"/>
            </p:cNvSpPr>
            <p:nvPr/>
          </p:nvSpPr>
          <p:spPr>
            <a:xfrm>
              <a:off x="209550" y="5438775"/>
              <a:ext cx="2189074" cy="762930"/>
            </a:xfrm>
            <a:custGeom>
              <a:avLst/>
              <a:gdLst/>
              <a:ahLst/>
              <a:cxnLst/>
              <a:rect l="l" t="t" r="r" b="b"/>
              <a:pathLst>
                <a:path w="1330" h="407">
                  <a:moveTo>
                    <a:pt x="0" y="0"/>
                  </a:moveTo>
                  <a:moveTo>
                    <a:pt x="1330" y="374"/>
                  </a:moveTo>
                  <a:lnTo>
                    <a:pt x="1330" y="377"/>
                  </a:lnTo>
                  <a:lnTo>
                    <a:pt x="1328" y="380"/>
                  </a:lnTo>
                  <a:lnTo>
                    <a:pt x="1326" y="383"/>
                  </a:lnTo>
                  <a:lnTo>
                    <a:pt x="1324" y="385"/>
                  </a:lnTo>
                  <a:lnTo>
                    <a:pt x="1321" y="387"/>
                  </a:lnTo>
                  <a:lnTo>
                    <a:pt x="1318" y="389"/>
                  </a:lnTo>
                  <a:lnTo>
                    <a:pt x="1314" y="390"/>
                  </a:lnTo>
                  <a:lnTo>
                    <a:pt x="1311" y="391"/>
                  </a:lnTo>
                  <a:lnTo>
                    <a:pt x="1309" y="394"/>
                  </a:lnTo>
                  <a:lnTo>
                    <a:pt x="1308" y="397"/>
                  </a:lnTo>
                  <a:lnTo>
                    <a:pt x="1306" y="400"/>
                  </a:lnTo>
                  <a:lnTo>
                    <a:pt x="1302" y="401"/>
                  </a:lnTo>
                  <a:lnTo>
                    <a:pt x="1298" y="401"/>
                  </a:lnTo>
                  <a:lnTo>
                    <a:pt x="1293" y="401"/>
                  </a:lnTo>
                  <a:lnTo>
                    <a:pt x="1290" y="402"/>
                  </a:lnTo>
                  <a:lnTo>
                    <a:pt x="1286" y="405"/>
                  </a:lnTo>
                  <a:lnTo>
                    <a:pt x="1282" y="407"/>
                  </a:lnTo>
                  <a:lnTo>
                    <a:pt x="1278" y="407"/>
                  </a:lnTo>
                  <a:lnTo>
                    <a:pt x="1274" y="405"/>
                  </a:lnTo>
                  <a:lnTo>
                    <a:pt x="1271" y="402"/>
                  </a:lnTo>
                  <a:lnTo>
                    <a:pt x="1268" y="400"/>
                  </a:lnTo>
                  <a:lnTo>
                    <a:pt x="1265" y="398"/>
                  </a:lnTo>
                  <a:lnTo>
                    <a:pt x="1262" y="397"/>
                  </a:lnTo>
                  <a:lnTo>
                    <a:pt x="1260" y="396"/>
                  </a:lnTo>
                  <a:lnTo>
                    <a:pt x="1257" y="395"/>
                  </a:lnTo>
                  <a:lnTo>
                    <a:pt x="1253" y="395"/>
                  </a:lnTo>
                  <a:lnTo>
                    <a:pt x="1248" y="395"/>
                  </a:lnTo>
                  <a:lnTo>
                    <a:pt x="1243" y="394"/>
                  </a:lnTo>
                  <a:lnTo>
                    <a:pt x="1241" y="392"/>
                  </a:lnTo>
                  <a:lnTo>
                    <a:pt x="1242" y="388"/>
                  </a:lnTo>
                  <a:lnTo>
                    <a:pt x="1245" y="385"/>
                  </a:lnTo>
                  <a:lnTo>
                    <a:pt x="1247" y="382"/>
                  </a:lnTo>
                  <a:lnTo>
                    <a:pt x="1246" y="379"/>
                  </a:lnTo>
                  <a:lnTo>
                    <a:pt x="1245" y="377"/>
                  </a:lnTo>
                  <a:lnTo>
                    <a:pt x="1244" y="374"/>
                  </a:lnTo>
                  <a:lnTo>
                    <a:pt x="1246" y="372"/>
                  </a:lnTo>
                  <a:lnTo>
                    <a:pt x="1249" y="370"/>
                  </a:lnTo>
                  <a:lnTo>
                    <a:pt x="1250" y="367"/>
                  </a:lnTo>
                  <a:lnTo>
                    <a:pt x="1251" y="365"/>
                  </a:lnTo>
                  <a:lnTo>
                    <a:pt x="1250" y="362"/>
                  </a:lnTo>
                  <a:lnTo>
                    <a:pt x="1251" y="359"/>
                  </a:lnTo>
                  <a:lnTo>
                    <a:pt x="1252" y="357"/>
                  </a:lnTo>
                  <a:lnTo>
                    <a:pt x="1254" y="355"/>
                  </a:lnTo>
                  <a:lnTo>
                    <a:pt x="1254" y="352"/>
                  </a:lnTo>
                  <a:lnTo>
                    <a:pt x="1255" y="349"/>
                  </a:lnTo>
                  <a:lnTo>
                    <a:pt x="1258" y="347"/>
                  </a:lnTo>
                  <a:lnTo>
                    <a:pt x="1263" y="347"/>
                  </a:lnTo>
                  <a:lnTo>
                    <a:pt x="1268" y="350"/>
                  </a:lnTo>
                  <a:lnTo>
                    <a:pt x="1271" y="352"/>
                  </a:lnTo>
                  <a:lnTo>
                    <a:pt x="1274" y="351"/>
                  </a:lnTo>
                  <a:lnTo>
                    <a:pt x="1276" y="349"/>
                  </a:lnTo>
                  <a:lnTo>
                    <a:pt x="1278" y="346"/>
                  </a:lnTo>
                  <a:lnTo>
                    <a:pt x="1282" y="345"/>
                  </a:lnTo>
                  <a:lnTo>
                    <a:pt x="1285" y="345"/>
                  </a:lnTo>
                  <a:lnTo>
                    <a:pt x="1288" y="345"/>
                  </a:lnTo>
                  <a:lnTo>
                    <a:pt x="1292" y="346"/>
                  </a:lnTo>
                  <a:lnTo>
                    <a:pt x="1296" y="346"/>
                  </a:lnTo>
                  <a:lnTo>
                    <a:pt x="1299" y="347"/>
                  </a:lnTo>
                  <a:lnTo>
                    <a:pt x="1302" y="349"/>
                  </a:lnTo>
                  <a:lnTo>
                    <a:pt x="1304" y="352"/>
                  </a:lnTo>
                  <a:lnTo>
                    <a:pt x="1307" y="354"/>
                  </a:lnTo>
                  <a:lnTo>
                    <a:pt x="1310" y="355"/>
                  </a:lnTo>
                  <a:lnTo>
                    <a:pt x="1314" y="357"/>
                  </a:lnTo>
                  <a:lnTo>
                    <a:pt x="1315" y="360"/>
                  </a:lnTo>
                  <a:lnTo>
                    <a:pt x="1315" y="363"/>
                  </a:lnTo>
                  <a:lnTo>
                    <a:pt x="1314" y="366"/>
                  </a:lnTo>
                  <a:lnTo>
                    <a:pt x="1315" y="368"/>
                  </a:lnTo>
                  <a:lnTo>
                    <a:pt x="1320" y="370"/>
                  </a:lnTo>
                  <a:lnTo>
                    <a:pt x="1326" y="372"/>
                  </a:lnTo>
                  <a:close/>
                </a:path>
              </a:pathLst>
            </a:custGeom>
            <a:solidFill>
              <a:srgbClr val="DA9FC0">
                <a:alpha val="9600"/>
              </a:srgbClr>
            </a:solidFill>
            <a:ln>
              <a:noFill/>
            </a:ln>
          </p:spPr>
          <p:txBody>
            <a:bodyPr anchor="ctr"/>
            <a:lstStyle/>
            <a:p>
              <a:pPr algn="ctr">
                <a:buNone/>
              </a:pPr>
            </a:p>
          </p:txBody>
        </p:sp>
        <p:sp>
          <p:nvSpPr>
            <p:cNvPr id="6595" name="addition:input:62"/>
            <p:cNvSpPr>
              <a:spLocks noGrp="1"/>
            </p:cNvSpPr>
            <p:nvPr/>
          </p:nvSpPr>
          <p:spPr>
            <a:xfrm>
              <a:off x="209550" y="5438775"/>
              <a:ext cx="2115007" cy="732937"/>
            </a:xfrm>
            <a:custGeom>
              <a:avLst/>
              <a:gdLst/>
              <a:ahLst/>
              <a:cxnLst/>
              <a:rect l="l" t="t" r="r" b="b"/>
              <a:pathLst>
                <a:path w="1285" h="391">
                  <a:moveTo>
                    <a:pt x="0" y="0"/>
                  </a:moveTo>
                  <a:moveTo>
                    <a:pt x="1281" y="364"/>
                  </a:moveTo>
                  <a:lnTo>
                    <a:pt x="1282" y="366"/>
                  </a:lnTo>
                  <a:lnTo>
                    <a:pt x="1284" y="369"/>
                  </a:lnTo>
                  <a:lnTo>
                    <a:pt x="1285" y="371"/>
                  </a:lnTo>
                  <a:lnTo>
                    <a:pt x="1283" y="374"/>
                  </a:lnTo>
                  <a:lnTo>
                    <a:pt x="1279" y="375"/>
                  </a:lnTo>
                  <a:lnTo>
                    <a:pt x="1274" y="375"/>
                  </a:lnTo>
                  <a:lnTo>
                    <a:pt x="1271" y="376"/>
                  </a:lnTo>
                  <a:lnTo>
                    <a:pt x="1270" y="378"/>
                  </a:lnTo>
                  <a:lnTo>
                    <a:pt x="1268" y="380"/>
                  </a:lnTo>
                  <a:lnTo>
                    <a:pt x="1267" y="382"/>
                  </a:lnTo>
                  <a:lnTo>
                    <a:pt x="1265" y="384"/>
                  </a:lnTo>
                  <a:lnTo>
                    <a:pt x="1263" y="386"/>
                  </a:lnTo>
                  <a:lnTo>
                    <a:pt x="1260" y="389"/>
                  </a:lnTo>
                  <a:lnTo>
                    <a:pt x="1257" y="391"/>
                  </a:lnTo>
                  <a:lnTo>
                    <a:pt x="1254" y="391"/>
                  </a:lnTo>
                  <a:lnTo>
                    <a:pt x="1250" y="390"/>
                  </a:lnTo>
                  <a:lnTo>
                    <a:pt x="1247" y="388"/>
                  </a:lnTo>
                  <a:lnTo>
                    <a:pt x="1244" y="387"/>
                  </a:lnTo>
                  <a:lnTo>
                    <a:pt x="1241" y="387"/>
                  </a:lnTo>
                  <a:lnTo>
                    <a:pt x="1238" y="388"/>
                  </a:lnTo>
                  <a:lnTo>
                    <a:pt x="1235" y="388"/>
                  </a:lnTo>
                  <a:lnTo>
                    <a:pt x="1233" y="386"/>
                  </a:lnTo>
                  <a:lnTo>
                    <a:pt x="1231" y="384"/>
                  </a:lnTo>
                  <a:lnTo>
                    <a:pt x="1230" y="382"/>
                  </a:lnTo>
                  <a:lnTo>
                    <a:pt x="1228" y="382"/>
                  </a:lnTo>
                  <a:lnTo>
                    <a:pt x="1224" y="382"/>
                  </a:lnTo>
                  <a:lnTo>
                    <a:pt x="1221" y="381"/>
                  </a:lnTo>
                  <a:lnTo>
                    <a:pt x="1219" y="380"/>
                  </a:lnTo>
                  <a:lnTo>
                    <a:pt x="1218" y="378"/>
                  </a:lnTo>
                  <a:lnTo>
                    <a:pt x="1216" y="376"/>
                  </a:lnTo>
                  <a:lnTo>
                    <a:pt x="1215" y="374"/>
                  </a:lnTo>
                  <a:lnTo>
                    <a:pt x="1216" y="371"/>
                  </a:lnTo>
                  <a:lnTo>
                    <a:pt x="1218" y="368"/>
                  </a:lnTo>
                  <a:lnTo>
                    <a:pt x="1222" y="366"/>
                  </a:lnTo>
                  <a:lnTo>
                    <a:pt x="1224" y="364"/>
                  </a:lnTo>
                  <a:lnTo>
                    <a:pt x="1223" y="362"/>
                  </a:lnTo>
                  <a:lnTo>
                    <a:pt x="1220" y="360"/>
                  </a:lnTo>
                  <a:lnTo>
                    <a:pt x="1218" y="357"/>
                  </a:lnTo>
                  <a:lnTo>
                    <a:pt x="1218" y="355"/>
                  </a:lnTo>
                  <a:lnTo>
                    <a:pt x="1220" y="353"/>
                  </a:lnTo>
                  <a:lnTo>
                    <a:pt x="1222" y="351"/>
                  </a:lnTo>
                  <a:lnTo>
                    <a:pt x="1223" y="349"/>
                  </a:lnTo>
                  <a:lnTo>
                    <a:pt x="1224" y="347"/>
                  </a:lnTo>
                  <a:lnTo>
                    <a:pt x="1225" y="345"/>
                  </a:lnTo>
                  <a:lnTo>
                    <a:pt x="1227" y="343"/>
                  </a:lnTo>
                  <a:lnTo>
                    <a:pt x="1230" y="343"/>
                  </a:lnTo>
                  <a:lnTo>
                    <a:pt x="1232" y="342"/>
                  </a:lnTo>
                  <a:lnTo>
                    <a:pt x="1234" y="342"/>
                  </a:lnTo>
                  <a:lnTo>
                    <a:pt x="1236" y="341"/>
                  </a:lnTo>
                  <a:lnTo>
                    <a:pt x="1239" y="341"/>
                  </a:lnTo>
                  <a:lnTo>
                    <a:pt x="1242" y="342"/>
                  </a:lnTo>
                  <a:lnTo>
                    <a:pt x="1244" y="343"/>
                  </a:lnTo>
                  <a:lnTo>
                    <a:pt x="1246" y="342"/>
                  </a:lnTo>
                  <a:lnTo>
                    <a:pt x="1249" y="340"/>
                  </a:lnTo>
                  <a:lnTo>
                    <a:pt x="1253" y="337"/>
                  </a:lnTo>
                  <a:lnTo>
                    <a:pt x="1257" y="336"/>
                  </a:lnTo>
                  <a:lnTo>
                    <a:pt x="1259" y="338"/>
                  </a:lnTo>
                  <a:lnTo>
                    <a:pt x="1261" y="341"/>
                  </a:lnTo>
                  <a:lnTo>
                    <a:pt x="1263" y="343"/>
                  </a:lnTo>
                  <a:lnTo>
                    <a:pt x="1265" y="345"/>
                  </a:lnTo>
                  <a:lnTo>
                    <a:pt x="1267" y="347"/>
                  </a:lnTo>
                  <a:lnTo>
                    <a:pt x="1269" y="348"/>
                  </a:lnTo>
                  <a:lnTo>
                    <a:pt x="1271" y="350"/>
                  </a:lnTo>
                  <a:lnTo>
                    <a:pt x="1272" y="352"/>
                  </a:lnTo>
                  <a:lnTo>
                    <a:pt x="1275" y="354"/>
                  </a:lnTo>
                  <a:lnTo>
                    <a:pt x="1278" y="355"/>
                  </a:lnTo>
                  <a:lnTo>
                    <a:pt x="1281" y="357"/>
                  </a:lnTo>
                  <a:lnTo>
                    <a:pt x="1281" y="359"/>
                  </a:lnTo>
                  <a:lnTo>
                    <a:pt x="1281" y="362"/>
                  </a:lnTo>
                  <a:close/>
                </a:path>
              </a:pathLst>
            </a:custGeom>
            <a:solidFill>
              <a:srgbClr val="DA9FC0">
                <a:alpha val="9600"/>
              </a:srgbClr>
            </a:solidFill>
            <a:ln>
              <a:noFill/>
            </a:ln>
          </p:spPr>
          <p:txBody>
            <a:bodyPr anchor="ctr"/>
            <a:lstStyle/>
            <a:p>
              <a:pPr algn="ctr">
                <a:buNone/>
              </a:pPr>
            </a:p>
          </p:txBody>
        </p:sp>
        <p:sp>
          <p:nvSpPr>
            <p:cNvPr id="6596" name="addition:input:63"/>
            <p:cNvSpPr>
              <a:spLocks noGrp="1"/>
            </p:cNvSpPr>
            <p:nvPr/>
          </p:nvSpPr>
          <p:spPr>
            <a:xfrm>
              <a:off x="209550" y="5438775"/>
              <a:ext cx="2245035" cy="738561"/>
            </a:xfrm>
            <a:custGeom>
              <a:avLst/>
              <a:gdLst/>
              <a:ahLst/>
              <a:cxnLst/>
              <a:rect l="l" t="t" r="r" b="b"/>
              <a:pathLst>
                <a:path w="1364" h="394">
                  <a:moveTo>
                    <a:pt x="0" y="0"/>
                  </a:moveTo>
                  <a:moveTo>
                    <a:pt x="1359" y="360"/>
                  </a:moveTo>
                  <a:lnTo>
                    <a:pt x="1353" y="362"/>
                  </a:lnTo>
                  <a:lnTo>
                    <a:pt x="1347" y="365"/>
                  </a:lnTo>
                  <a:lnTo>
                    <a:pt x="1346" y="367"/>
                  </a:lnTo>
                  <a:lnTo>
                    <a:pt x="1346" y="370"/>
                  </a:lnTo>
                  <a:lnTo>
                    <a:pt x="1345" y="373"/>
                  </a:lnTo>
                  <a:lnTo>
                    <a:pt x="1343" y="375"/>
                  </a:lnTo>
                  <a:lnTo>
                    <a:pt x="1339" y="378"/>
                  </a:lnTo>
                  <a:lnTo>
                    <a:pt x="1337" y="380"/>
                  </a:lnTo>
                  <a:lnTo>
                    <a:pt x="1335" y="383"/>
                  </a:lnTo>
                  <a:lnTo>
                    <a:pt x="1332" y="386"/>
                  </a:lnTo>
                  <a:lnTo>
                    <a:pt x="1328" y="388"/>
                  </a:lnTo>
                  <a:lnTo>
                    <a:pt x="1324" y="388"/>
                  </a:lnTo>
                  <a:lnTo>
                    <a:pt x="1319" y="389"/>
                  </a:lnTo>
                  <a:lnTo>
                    <a:pt x="1316" y="391"/>
                  </a:lnTo>
                  <a:lnTo>
                    <a:pt x="1312" y="394"/>
                  </a:lnTo>
                  <a:lnTo>
                    <a:pt x="1308" y="394"/>
                  </a:lnTo>
                  <a:lnTo>
                    <a:pt x="1303" y="393"/>
                  </a:lnTo>
                  <a:lnTo>
                    <a:pt x="1299" y="389"/>
                  </a:lnTo>
                  <a:lnTo>
                    <a:pt x="1297" y="385"/>
                  </a:lnTo>
                  <a:lnTo>
                    <a:pt x="1294" y="385"/>
                  </a:lnTo>
                  <a:lnTo>
                    <a:pt x="1290" y="387"/>
                  </a:lnTo>
                  <a:lnTo>
                    <a:pt x="1285" y="389"/>
                  </a:lnTo>
                  <a:lnTo>
                    <a:pt x="1280" y="389"/>
                  </a:lnTo>
                  <a:lnTo>
                    <a:pt x="1277" y="388"/>
                  </a:lnTo>
                  <a:lnTo>
                    <a:pt x="1274" y="387"/>
                  </a:lnTo>
                  <a:lnTo>
                    <a:pt x="1270" y="385"/>
                  </a:lnTo>
                  <a:lnTo>
                    <a:pt x="1267" y="383"/>
                  </a:lnTo>
                  <a:lnTo>
                    <a:pt x="1266" y="380"/>
                  </a:lnTo>
                  <a:lnTo>
                    <a:pt x="1267" y="376"/>
                  </a:lnTo>
                  <a:lnTo>
                    <a:pt x="1268" y="372"/>
                  </a:lnTo>
                  <a:lnTo>
                    <a:pt x="1268" y="370"/>
                  </a:lnTo>
                  <a:lnTo>
                    <a:pt x="1264" y="368"/>
                  </a:lnTo>
                  <a:lnTo>
                    <a:pt x="1260" y="365"/>
                  </a:lnTo>
                  <a:lnTo>
                    <a:pt x="1259" y="363"/>
                  </a:lnTo>
                  <a:lnTo>
                    <a:pt x="1261" y="360"/>
                  </a:lnTo>
                  <a:lnTo>
                    <a:pt x="1263" y="357"/>
                  </a:lnTo>
                  <a:lnTo>
                    <a:pt x="1264" y="355"/>
                  </a:lnTo>
                  <a:lnTo>
                    <a:pt x="1261" y="351"/>
                  </a:lnTo>
                  <a:lnTo>
                    <a:pt x="1257" y="348"/>
                  </a:lnTo>
                  <a:lnTo>
                    <a:pt x="1255" y="344"/>
                  </a:lnTo>
                  <a:lnTo>
                    <a:pt x="1256" y="341"/>
                  </a:lnTo>
                  <a:lnTo>
                    <a:pt x="1260" y="339"/>
                  </a:lnTo>
                  <a:lnTo>
                    <a:pt x="1265" y="338"/>
                  </a:lnTo>
                  <a:lnTo>
                    <a:pt x="1268" y="337"/>
                  </a:lnTo>
                  <a:lnTo>
                    <a:pt x="1272" y="336"/>
                  </a:lnTo>
                  <a:lnTo>
                    <a:pt x="1277" y="336"/>
                  </a:lnTo>
                  <a:lnTo>
                    <a:pt x="1281" y="336"/>
                  </a:lnTo>
                  <a:lnTo>
                    <a:pt x="1284" y="335"/>
                  </a:lnTo>
                  <a:lnTo>
                    <a:pt x="1287" y="332"/>
                  </a:lnTo>
                  <a:lnTo>
                    <a:pt x="1289" y="328"/>
                  </a:lnTo>
                  <a:lnTo>
                    <a:pt x="1293" y="325"/>
                  </a:lnTo>
                  <a:lnTo>
                    <a:pt x="1299" y="324"/>
                  </a:lnTo>
                  <a:lnTo>
                    <a:pt x="1304" y="326"/>
                  </a:lnTo>
                  <a:lnTo>
                    <a:pt x="1308" y="328"/>
                  </a:lnTo>
                  <a:lnTo>
                    <a:pt x="1313" y="329"/>
                  </a:lnTo>
                  <a:lnTo>
                    <a:pt x="1318" y="329"/>
                  </a:lnTo>
                  <a:lnTo>
                    <a:pt x="1324" y="328"/>
                  </a:lnTo>
                  <a:lnTo>
                    <a:pt x="1328" y="330"/>
                  </a:lnTo>
                  <a:lnTo>
                    <a:pt x="1331" y="333"/>
                  </a:lnTo>
                  <a:lnTo>
                    <a:pt x="1334" y="336"/>
                  </a:lnTo>
                  <a:lnTo>
                    <a:pt x="1337" y="339"/>
                  </a:lnTo>
                  <a:lnTo>
                    <a:pt x="1340" y="340"/>
                  </a:lnTo>
                  <a:lnTo>
                    <a:pt x="1343" y="342"/>
                  </a:lnTo>
                  <a:lnTo>
                    <a:pt x="1345" y="345"/>
                  </a:lnTo>
                  <a:lnTo>
                    <a:pt x="1348" y="347"/>
                  </a:lnTo>
                  <a:lnTo>
                    <a:pt x="1352" y="349"/>
                  </a:lnTo>
                  <a:lnTo>
                    <a:pt x="1358" y="350"/>
                  </a:lnTo>
                  <a:lnTo>
                    <a:pt x="1363" y="353"/>
                  </a:lnTo>
                  <a:lnTo>
                    <a:pt x="1364" y="356"/>
                  </a:lnTo>
                  <a:close/>
                </a:path>
              </a:pathLst>
            </a:custGeom>
            <a:solidFill>
              <a:srgbClr val="DA9FC0">
                <a:alpha val="9600"/>
              </a:srgbClr>
            </a:solidFill>
            <a:ln>
              <a:noFill/>
            </a:ln>
          </p:spPr>
          <p:txBody>
            <a:bodyPr anchor="ctr"/>
            <a:lstStyle/>
            <a:p>
              <a:pPr algn="ctr">
                <a:buNone/>
              </a:pPr>
            </a:p>
          </p:txBody>
        </p:sp>
        <p:sp>
          <p:nvSpPr>
            <p:cNvPr id="6597" name="addition:input:64"/>
            <p:cNvSpPr>
              <a:spLocks noGrp="1"/>
            </p:cNvSpPr>
            <p:nvPr/>
          </p:nvSpPr>
          <p:spPr>
            <a:xfrm>
              <a:off x="209550" y="5438775"/>
              <a:ext cx="2263140" cy="751683"/>
            </a:xfrm>
            <a:custGeom>
              <a:avLst/>
              <a:gdLst/>
              <a:ahLst/>
              <a:cxnLst/>
              <a:rect l="l" t="t" r="r" b="b"/>
              <a:pathLst>
                <a:path w="1375" h="401">
                  <a:moveTo>
                    <a:pt x="0" y="0"/>
                  </a:moveTo>
                  <a:moveTo>
                    <a:pt x="1371" y="354"/>
                  </a:moveTo>
                  <a:lnTo>
                    <a:pt x="1362" y="358"/>
                  </a:lnTo>
                  <a:lnTo>
                    <a:pt x="1354" y="361"/>
                  </a:lnTo>
                  <a:lnTo>
                    <a:pt x="1351" y="364"/>
                  </a:lnTo>
                  <a:lnTo>
                    <a:pt x="1351" y="368"/>
                  </a:lnTo>
                  <a:lnTo>
                    <a:pt x="1352" y="373"/>
                  </a:lnTo>
                  <a:lnTo>
                    <a:pt x="1352" y="377"/>
                  </a:lnTo>
                  <a:lnTo>
                    <a:pt x="1350" y="381"/>
                  </a:lnTo>
                  <a:lnTo>
                    <a:pt x="1349" y="386"/>
                  </a:lnTo>
                  <a:lnTo>
                    <a:pt x="1347" y="391"/>
                  </a:lnTo>
                  <a:lnTo>
                    <a:pt x="1343" y="395"/>
                  </a:lnTo>
                  <a:lnTo>
                    <a:pt x="1337" y="396"/>
                  </a:lnTo>
                  <a:lnTo>
                    <a:pt x="1329" y="395"/>
                  </a:lnTo>
                  <a:lnTo>
                    <a:pt x="1322" y="393"/>
                  </a:lnTo>
                  <a:lnTo>
                    <a:pt x="1318" y="393"/>
                  </a:lnTo>
                  <a:lnTo>
                    <a:pt x="1314" y="397"/>
                  </a:lnTo>
                  <a:lnTo>
                    <a:pt x="1310" y="400"/>
                  </a:lnTo>
                  <a:lnTo>
                    <a:pt x="1305" y="401"/>
                  </a:lnTo>
                  <a:lnTo>
                    <a:pt x="1300" y="398"/>
                  </a:lnTo>
                  <a:lnTo>
                    <a:pt x="1296" y="395"/>
                  </a:lnTo>
                  <a:lnTo>
                    <a:pt x="1292" y="394"/>
                  </a:lnTo>
                  <a:lnTo>
                    <a:pt x="1286" y="396"/>
                  </a:lnTo>
                  <a:lnTo>
                    <a:pt x="1280" y="398"/>
                  </a:lnTo>
                  <a:lnTo>
                    <a:pt x="1273" y="398"/>
                  </a:lnTo>
                  <a:lnTo>
                    <a:pt x="1268" y="396"/>
                  </a:lnTo>
                  <a:lnTo>
                    <a:pt x="1263" y="393"/>
                  </a:lnTo>
                  <a:lnTo>
                    <a:pt x="1258" y="390"/>
                  </a:lnTo>
                  <a:lnTo>
                    <a:pt x="1254" y="387"/>
                  </a:lnTo>
                  <a:lnTo>
                    <a:pt x="1252" y="382"/>
                  </a:lnTo>
                  <a:lnTo>
                    <a:pt x="1254" y="376"/>
                  </a:lnTo>
                  <a:lnTo>
                    <a:pt x="1257" y="371"/>
                  </a:lnTo>
                  <a:lnTo>
                    <a:pt x="1256" y="367"/>
                  </a:lnTo>
                  <a:lnTo>
                    <a:pt x="1250" y="365"/>
                  </a:lnTo>
                  <a:lnTo>
                    <a:pt x="1240" y="362"/>
                  </a:lnTo>
                  <a:lnTo>
                    <a:pt x="1233" y="358"/>
                  </a:lnTo>
                  <a:lnTo>
                    <a:pt x="1230" y="354"/>
                  </a:lnTo>
                  <a:lnTo>
                    <a:pt x="1232" y="350"/>
                  </a:lnTo>
                  <a:lnTo>
                    <a:pt x="1235" y="346"/>
                  </a:lnTo>
                  <a:lnTo>
                    <a:pt x="1235" y="342"/>
                  </a:lnTo>
                  <a:lnTo>
                    <a:pt x="1235" y="337"/>
                  </a:lnTo>
                  <a:lnTo>
                    <a:pt x="1236" y="333"/>
                  </a:lnTo>
                  <a:lnTo>
                    <a:pt x="1240" y="330"/>
                  </a:lnTo>
                  <a:lnTo>
                    <a:pt x="1245" y="327"/>
                  </a:lnTo>
                  <a:lnTo>
                    <a:pt x="1250" y="325"/>
                  </a:lnTo>
                  <a:lnTo>
                    <a:pt x="1254" y="322"/>
                  </a:lnTo>
                  <a:lnTo>
                    <a:pt x="1258" y="319"/>
                  </a:lnTo>
                  <a:lnTo>
                    <a:pt x="1264" y="318"/>
                  </a:lnTo>
                  <a:lnTo>
                    <a:pt x="1271" y="318"/>
                  </a:lnTo>
                  <a:lnTo>
                    <a:pt x="1277" y="317"/>
                  </a:lnTo>
                  <a:lnTo>
                    <a:pt x="1281" y="314"/>
                  </a:lnTo>
                  <a:lnTo>
                    <a:pt x="1285" y="307"/>
                  </a:lnTo>
                  <a:lnTo>
                    <a:pt x="1291" y="301"/>
                  </a:lnTo>
                  <a:lnTo>
                    <a:pt x="1299" y="299"/>
                  </a:lnTo>
                  <a:lnTo>
                    <a:pt x="1306" y="302"/>
                  </a:lnTo>
                  <a:lnTo>
                    <a:pt x="1313" y="307"/>
                  </a:lnTo>
                  <a:lnTo>
                    <a:pt x="1319" y="311"/>
                  </a:lnTo>
                  <a:lnTo>
                    <a:pt x="1324" y="313"/>
                  </a:lnTo>
                  <a:lnTo>
                    <a:pt x="1330" y="314"/>
                  </a:lnTo>
                  <a:lnTo>
                    <a:pt x="1335" y="316"/>
                  </a:lnTo>
                  <a:lnTo>
                    <a:pt x="1340" y="319"/>
                  </a:lnTo>
                  <a:lnTo>
                    <a:pt x="1344" y="321"/>
                  </a:lnTo>
                  <a:lnTo>
                    <a:pt x="1350" y="322"/>
                  </a:lnTo>
                  <a:lnTo>
                    <a:pt x="1357" y="323"/>
                  </a:lnTo>
                  <a:lnTo>
                    <a:pt x="1362" y="325"/>
                  </a:lnTo>
                  <a:lnTo>
                    <a:pt x="1364" y="330"/>
                  </a:lnTo>
                  <a:lnTo>
                    <a:pt x="1363" y="334"/>
                  </a:lnTo>
                  <a:lnTo>
                    <a:pt x="1364" y="338"/>
                  </a:lnTo>
                  <a:lnTo>
                    <a:pt x="1369" y="341"/>
                  </a:lnTo>
                  <a:lnTo>
                    <a:pt x="1374" y="345"/>
                  </a:lnTo>
                  <a:lnTo>
                    <a:pt x="1375" y="349"/>
                  </a:lnTo>
                  <a:close/>
                </a:path>
              </a:pathLst>
            </a:custGeom>
            <a:solidFill>
              <a:srgbClr val="CC79A7">
                <a:alpha val="11100"/>
              </a:srgbClr>
            </a:solidFill>
            <a:ln>
              <a:noFill/>
            </a:ln>
          </p:spPr>
          <p:txBody>
            <a:bodyPr anchor="ctr"/>
            <a:lstStyle/>
            <a:p>
              <a:pPr algn="ctr">
                <a:buNone/>
              </a:pPr>
            </a:p>
          </p:txBody>
        </p:sp>
        <p:sp>
          <p:nvSpPr>
            <p:cNvPr id="6598" name="addition:input:65"/>
            <p:cNvSpPr>
              <a:spLocks noGrp="1"/>
            </p:cNvSpPr>
            <p:nvPr/>
          </p:nvSpPr>
          <p:spPr>
            <a:xfrm>
              <a:off x="209550" y="5438775"/>
              <a:ext cx="2156155" cy="686074"/>
            </a:xfrm>
            <a:custGeom>
              <a:avLst/>
              <a:gdLst/>
              <a:ahLst/>
              <a:cxnLst/>
              <a:rect l="l" t="t" r="r" b="b"/>
              <a:pathLst>
                <a:path w="1310" h="366">
                  <a:moveTo>
                    <a:pt x="0" y="0"/>
                  </a:moveTo>
                  <a:moveTo>
                    <a:pt x="1309" y="341"/>
                  </a:moveTo>
                  <a:lnTo>
                    <a:pt x="1310" y="344"/>
                  </a:lnTo>
                  <a:lnTo>
                    <a:pt x="1309" y="346"/>
                  </a:lnTo>
                  <a:lnTo>
                    <a:pt x="1309" y="348"/>
                  </a:lnTo>
                  <a:lnTo>
                    <a:pt x="1308" y="350"/>
                  </a:lnTo>
                  <a:lnTo>
                    <a:pt x="1306" y="352"/>
                  </a:lnTo>
                  <a:lnTo>
                    <a:pt x="1303" y="353"/>
                  </a:lnTo>
                  <a:lnTo>
                    <a:pt x="1298" y="353"/>
                  </a:lnTo>
                  <a:lnTo>
                    <a:pt x="1295" y="354"/>
                  </a:lnTo>
                  <a:lnTo>
                    <a:pt x="1293" y="355"/>
                  </a:lnTo>
                  <a:lnTo>
                    <a:pt x="1293" y="358"/>
                  </a:lnTo>
                  <a:lnTo>
                    <a:pt x="1293" y="362"/>
                  </a:lnTo>
                  <a:lnTo>
                    <a:pt x="1291" y="364"/>
                  </a:lnTo>
                  <a:lnTo>
                    <a:pt x="1288" y="365"/>
                  </a:lnTo>
                  <a:lnTo>
                    <a:pt x="1284" y="365"/>
                  </a:lnTo>
                  <a:lnTo>
                    <a:pt x="1281" y="365"/>
                  </a:lnTo>
                  <a:lnTo>
                    <a:pt x="1278" y="365"/>
                  </a:lnTo>
                  <a:lnTo>
                    <a:pt x="1275" y="366"/>
                  </a:lnTo>
                  <a:lnTo>
                    <a:pt x="1272" y="365"/>
                  </a:lnTo>
                  <a:lnTo>
                    <a:pt x="1269" y="364"/>
                  </a:lnTo>
                  <a:lnTo>
                    <a:pt x="1266" y="363"/>
                  </a:lnTo>
                  <a:lnTo>
                    <a:pt x="1264" y="363"/>
                  </a:lnTo>
                  <a:lnTo>
                    <a:pt x="1261" y="362"/>
                  </a:lnTo>
                  <a:lnTo>
                    <a:pt x="1259" y="361"/>
                  </a:lnTo>
                  <a:lnTo>
                    <a:pt x="1258" y="359"/>
                  </a:lnTo>
                  <a:lnTo>
                    <a:pt x="1257" y="357"/>
                  </a:lnTo>
                  <a:lnTo>
                    <a:pt x="1255" y="356"/>
                  </a:lnTo>
                  <a:lnTo>
                    <a:pt x="1252" y="356"/>
                  </a:lnTo>
                  <a:lnTo>
                    <a:pt x="1248" y="357"/>
                  </a:lnTo>
                  <a:lnTo>
                    <a:pt x="1244" y="356"/>
                  </a:lnTo>
                  <a:lnTo>
                    <a:pt x="1244" y="353"/>
                  </a:lnTo>
                  <a:lnTo>
                    <a:pt x="1245" y="350"/>
                  </a:lnTo>
                  <a:lnTo>
                    <a:pt x="1248" y="347"/>
                  </a:lnTo>
                  <a:lnTo>
                    <a:pt x="1249" y="345"/>
                  </a:lnTo>
                  <a:lnTo>
                    <a:pt x="1249" y="343"/>
                  </a:lnTo>
                  <a:lnTo>
                    <a:pt x="1250" y="341"/>
                  </a:lnTo>
                  <a:lnTo>
                    <a:pt x="1250" y="339"/>
                  </a:lnTo>
                  <a:lnTo>
                    <a:pt x="1251" y="338"/>
                  </a:lnTo>
                  <a:lnTo>
                    <a:pt x="1250" y="335"/>
                  </a:lnTo>
                  <a:lnTo>
                    <a:pt x="1249" y="333"/>
                  </a:lnTo>
                  <a:lnTo>
                    <a:pt x="1249" y="330"/>
                  </a:lnTo>
                  <a:lnTo>
                    <a:pt x="1250" y="328"/>
                  </a:lnTo>
                  <a:lnTo>
                    <a:pt x="1252" y="327"/>
                  </a:lnTo>
                  <a:lnTo>
                    <a:pt x="1255" y="326"/>
                  </a:lnTo>
                  <a:lnTo>
                    <a:pt x="1256" y="325"/>
                  </a:lnTo>
                  <a:lnTo>
                    <a:pt x="1256" y="322"/>
                  </a:lnTo>
                  <a:lnTo>
                    <a:pt x="1257" y="320"/>
                  </a:lnTo>
                  <a:lnTo>
                    <a:pt x="1260" y="319"/>
                  </a:lnTo>
                  <a:lnTo>
                    <a:pt x="1263" y="320"/>
                  </a:lnTo>
                  <a:lnTo>
                    <a:pt x="1266" y="321"/>
                  </a:lnTo>
                  <a:lnTo>
                    <a:pt x="1268" y="322"/>
                  </a:lnTo>
                  <a:lnTo>
                    <a:pt x="1270" y="321"/>
                  </a:lnTo>
                  <a:lnTo>
                    <a:pt x="1272" y="320"/>
                  </a:lnTo>
                  <a:lnTo>
                    <a:pt x="1274" y="319"/>
                  </a:lnTo>
                  <a:lnTo>
                    <a:pt x="1277" y="318"/>
                  </a:lnTo>
                  <a:lnTo>
                    <a:pt x="1280" y="318"/>
                  </a:lnTo>
                  <a:lnTo>
                    <a:pt x="1283" y="317"/>
                  </a:lnTo>
                  <a:lnTo>
                    <a:pt x="1286" y="317"/>
                  </a:lnTo>
                  <a:lnTo>
                    <a:pt x="1289" y="318"/>
                  </a:lnTo>
                  <a:lnTo>
                    <a:pt x="1291" y="321"/>
                  </a:lnTo>
                  <a:lnTo>
                    <a:pt x="1291" y="324"/>
                  </a:lnTo>
                  <a:lnTo>
                    <a:pt x="1292" y="326"/>
                  </a:lnTo>
                  <a:lnTo>
                    <a:pt x="1294" y="327"/>
                  </a:lnTo>
                  <a:lnTo>
                    <a:pt x="1298" y="328"/>
                  </a:lnTo>
                  <a:lnTo>
                    <a:pt x="1301" y="329"/>
                  </a:lnTo>
                  <a:lnTo>
                    <a:pt x="1302" y="331"/>
                  </a:lnTo>
                  <a:lnTo>
                    <a:pt x="1302" y="334"/>
                  </a:lnTo>
                  <a:lnTo>
                    <a:pt x="1302" y="336"/>
                  </a:lnTo>
                  <a:lnTo>
                    <a:pt x="1304" y="337"/>
                  </a:lnTo>
                  <a:lnTo>
                    <a:pt x="1307" y="339"/>
                  </a:lnTo>
                  <a:close/>
                </a:path>
              </a:pathLst>
            </a:custGeom>
            <a:solidFill>
              <a:srgbClr val="CC79A7">
                <a:alpha val="10800"/>
              </a:srgbClr>
            </a:solidFill>
            <a:ln>
              <a:noFill/>
            </a:ln>
          </p:spPr>
          <p:txBody>
            <a:bodyPr anchor="ctr"/>
            <a:lstStyle/>
            <a:p>
              <a:pPr algn="ctr">
                <a:buNone/>
              </a:pPr>
            </a:p>
          </p:txBody>
        </p:sp>
        <p:sp>
          <p:nvSpPr>
            <p:cNvPr id="6599" name="addition:input:66"/>
            <p:cNvSpPr>
              <a:spLocks noGrp="1"/>
            </p:cNvSpPr>
            <p:nvPr/>
          </p:nvSpPr>
          <p:spPr>
            <a:xfrm>
              <a:off x="209550" y="5438775"/>
              <a:ext cx="2207179" cy="661706"/>
            </a:xfrm>
            <a:custGeom>
              <a:avLst/>
              <a:gdLst/>
              <a:ahLst/>
              <a:cxnLst/>
              <a:rect l="l" t="t" r="r" b="b"/>
              <a:pathLst>
                <a:path w="1341" h="353">
                  <a:moveTo>
                    <a:pt x="0" y="0"/>
                  </a:moveTo>
                  <a:moveTo>
                    <a:pt x="1339" y="334"/>
                  </a:moveTo>
                  <a:lnTo>
                    <a:pt x="1337" y="336"/>
                  </a:lnTo>
                  <a:lnTo>
                    <a:pt x="1336" y="337"/>
                  </a:lnTo>
                  <a:lnTo>
                    <a:pt x="1337" y="338"/>
                  </a:lnTo>
                  <a:lnTo>
                    <a:pt x="1339" y="341"/>
                  </a:lnTo>
                  <a:lnTo>
                    <a:pt x="1341" y="343"/>
                  </a:lnTo>
                  <a:lnTo>
                    <a:pt x="1341" y="345"/>
                  </a:lnTo>
                  <a:lnTo>
                    <a:pt x="1339" y="346"/>
                  </a:lnTo>
                  <a:lnTo>
                    <a:pt x="1337" y="347"/>
                  </a:lnTo>
                  <a:lnTo>
                    <a:pt x="1335" y="347"/>
                  </a:lnTo>
                  <a:lnTo>
                    <a:pt x="1333" y="348"/>
                  </a:lnTo>
                  <a:lnTo>
                    <a:pt x="1331" y="348"/>
                  </a:lnTo>
                  <a:lnTo>
                    <a:pt x="1329" y="348"/>
                  </a:lnTo>
                  <a:lnTo>
                    <a:pt x="1327" y="348"/>
                  </a:lnTo>
                  <a:lnTo>
                    <a:pt x="1326" y="349"/>
                  </a:lnTo>
                  <a:lnTo>
                    <a:pt x="1325" y="351"/>
                  </a:lnTo>
                  <a:lnTo>
                    <a:pt x="1323" y="352"/>
                  </a:lnTo>
                  <a:lnTo>
                    <a:pt x="1321" y="353"/>
                  </a:lnTo>
                  <a:lnTo>
                    <a:pt x="1319" y="352"/>
                  </a:lnTo>
                  <a:lnTo>
                    <a:pt x="1317" y="351"/>
                  </a:lnTo>
                  <a:lnTo>
                    <a:pt x="1314" y="351"/>
                  </a:lnTo>
                  <a:lnTo>
                    <a:pt x="1312" y="352"/>
                  </a:lnTo>
                  <a:lnTo>
                    <a:pt x="1309" y="352"/>
                  </a:lnTo>
                  <a:lnTo>
                    <a:pt x="1306" y="352"/>
                  </a:lnTo>
                  <a:lnTo>
                    <a:pt x="1304" y="350"/>
                  </a:lnTo>
                  <a:lnTo>
                    <a:pt x="1304" y="348"/>
                  </a:lnTo>
                  <a:lnTo>
                    <a:pt x="1303" y="346"/>
                  </a:lnTo>
                  <a:lnTo>
                    <a:pt x="1302" y="345"/>
                  </a:lnTo>
                  <a:lnTo>
                    <a:pt x="1300" y="344"/>
                  </a:lnTo>
                  <a:lnTo>
                    <a:pt x="1299" y="342"/>
                  </a:lnTo>
                  <a:lnTo>
                    <a:pt x="1297" y="341"/>
                  </a:lnTo>
                  <a:lnTo>
                    <a:pt x="1295" y="340"/>
                  </a:lnTo>
                  <a:lnTo>
                    <a:pt x="1292" y="339"/>
                  </a:lnTo>
                  <a:lnTo>
                    <a:pt x="1289" y="338"/>
                  </a:lnTo>
                  <a:lnTo>
                    <a:pt x="1288" y="336"/>
                  </a:lnTo>
                  <a:lnTo>
                    <a:pt x="1289" y="334"/>
                  </a:lnTo>
                  <a:lnTo>
                    <a:pt x="1292" y="333"/>
                  </a:lnTo>
                  <a:lnTo>
                    <a:pt x="1294" y="331"/>
                  </a:lnTo>
                  <a:lnTo>
                    <a:pt x="1295" y="330"/>
                  </a:lnTo>
                  <a:lnTo>
                    <a:pt x="1295" y="328"/>
                  </a:lnTo>
                  <a:lnTo>
                    <a:pt x="1295" y="326"/>
                  </a:lnTo>
                  <a:lnTo>
                    <a:pt x="1297" y="325"/>
                  </a:lnTo>
                  <a:lnTo>
                    <a:pt x="1299" y="324"/>
                  </a:lnTo>
                  <a:lnTo>
                    <a:pt x="1301" y="324"/>
                  </a:lnTo>
                  <a:lnTo>
                    <a:pt x="1303" y="323"/>
                  </a:lnTo>
                  <a:lnTo>
                    <a:pt x="1304" y="321"/>
                  </a:lnTo>
                  <a:lnTo>
                    <a:pt x="1305" y="319"/>
                  </a:lnTo>
                  <a:lnTo>
                    <a:pt x="1307" y="318"/>
                  </a:lnTo>
                  <a:lnTo>
                    <a:pt x="1310" y="317"/>
                  </a:lnTo>
                  <a:lnTo>
                    <a:pt x="1312" y="316"/>
                  </a:lnTo>
                  <a:lnTo>
                    <a:pt x="1314" y="315"/>
                  </a:lnTo>
                  <a:lnTo>
                    <a:pt x="1316" y="314"/>
                  </a:lnTo>
                  <a:lnTo>
                    <a:pt x="1319" y="315"/>
                  </a:lnTo>
                  <a:lnTo>
                    <a:pt x="1321" y="317"/>
                  </a:lnTo>
                  <a:lnTo>
                    <a:pt x="1322" y="319"/>
                  </a:lnTo>
                  <a:lnTo>
                    <a:pt x="1324" y="320"/>
                  </a:lnTo>
                  <a:lnTo>
                    <a:pt x="1326" y="320"/>
                  </a:lnTo>
                  <a:lnTo>
                    <a:pt x="1328" y="319"/>
                  </a:lnTo>
                  <a:lnTo>
                    <a:pt x="1331" y="318"/>
                  </a:lnTo>
                  <a:lnTo>
                    <a:pt x="1332" y="319"/>
                  </a:lnTo>
                  <a:lnTo>
                    <a:pt x="1334" y="320"/>
                  </a:lnTo>
                  <a:lnTo>
                    <a:pt x="1335" y="321"/>
                  </a:lnTo>
                  <a:lnTo>
                    <a:pt x="1337" y="322"/>
                  </a:lnTo>
                  <a:lnTo>
                    <a:pt x="1338" y="323"/>
                  </a:lnTo>
                  <a:lnTo>
                    <a:pt x="1339" y="325"/>
                  </a:lnTo>
                  <a:lnTo>
                    <a:pt x="1338" y="326"/>
                  </a:lnTo>
                  <a:lnTo>
                    <a:pt x="1338" y="328"/>
                  </a:lnTo>
                  <a:lnTo>
                    <a:pt x="1339" y="330"/>
                  </a:lnTo>
                  <a:lnTo>
                    <a:pt x="1340" y="331"/>
                  </a:lnTo>
                  <a:lnTo>
                    <a:pt x="1340" y="333"/>
                  </a:lnTo>
                  <a:close/>
                </a:path>
              </a:pathLst>
            </a:custGeom>
            <a:solidFill>
              <a:srgbClr val="CC79A7">
                <a:alpha val="10800"/>
              </a:srgbClr>
            </a:solidFill>
            <a:ln>
              <a:noFill/>
            </a:ln>
          </p:spPr>
          <p:txBody>
            <a:bodyPr anchor="ctr"/>
            <a:lstStyle/>
            <a:p>
              <a:pPr algn="ctr">
                <a:buNone/>
              </a:pPr>
            </a:p>
          </p:txBody>
        </p:sp>
        <p:sp>
          <p:nvSpPr>
            <p:cNvPr id="6600" name="addition:input:67"/>
            <p:cNvSpPr>
              <a:spLocks noGrp="1"/>
            </p:cNvSpPr>
            <p:nvPr/>
          </p:nvSpPr>
          <p:spPr>
            <a:xfrm>
              <a:off x="209550" y="5438775"/>
              <a:ext cx="2261494" cy="731063"/>
            </a:xfrm>
            <a:custGeom>
              <a:avLst/>
              <a:gdLst/>
              <a:ahLst/>
              <a:cxnLst/>
              <a:rect l="l" t="t" r="r" b="b"/>
              <a:pathLst>
                <a:path w="1374" h="390">
                  <a:moveTo>
                    <a:pt x="0" y="0"/>
                  </a:moveTo>
                  <a:moveTo>
                    <a:pt x="1367" y="365"/>
                  </a:moveTo>
                  <a:lnTo>
                    <a:pt x="1366" y="367"/>
                  </a:lnTo>
                  <a:lnTo>
                    <a:pt x="1365" y="369"/>
                  </a:lnTo>
                  <a:lnTo>
                    <a:pt x="1364" y="371"/>
                  </a:lnTo>
                  <a:lnTo>
                    <a:pt x="1362" y="373"/>
                  </a:lnTo>
                  <a:lnTo>
                    <a:pt x="1362" y="375"/>
                  </a:lnTo>
                  <a:lnTo>
                    <a:pt x="1362" y="377"/>
                  </a:lnTo>
                  <a:lnTo>
                    <a:pt x="1362" y="380"/>
                  </a:lnTo>
                  <a:lnTo>
                    <a:pt x="1360" y="382"/>
                  </a:lnTo>
                  <a:lnTo>
                    <a:pt x="1357" y="382"/>
                  </a:lnTo>
                  <a:lnTo>
                    <a:pt x="1354" y="383"/>
                  </a:lnTo>
                  <a:lnTo>
                    <a:pt x="1352" y="385"/>
                  </a:lnTo>
                  <a:lnTo>
                    <a:pt x="1351" y="387"/>
                  </a:lnTo>
                  <a:lnTo>
                    <a:pt x="1349" y="390"/>
                  </a:lnTo>
                  <a:lnTo>
                    <a:pt x="1346" y="390"/>
                  </a:lnTo>
                  <a:lnTo>
                    <a:pt x="1343" y="388"/>
                  </a:lnTo>
                  <a:lnTo>
                    <a:pt x="1340" y="386"/>
                  </a:lnTo>
                  <a:lnTo>
                    <a:pt x="1337" y="385"/>
                  </a:lnTo>
                  <a:lnTo>
                    <a:pt x="1335" y="385"/>
                  </a:lnTo>
                  <a:lnTo>
                    <a:pt x="1333" y="386"/>
                  </a:lnTo>
                  <a:lnTo>
                    <a:pt x="1331" y="387"/>
                  </a:lnTo>
                  <a:lnTo>
                    <a:pt x="1328" y="387"/>
                  </a:lnTo>
                  <a:lnTo>
                    <a:pt x="1326" y="387"/>
                  </a:lnTo>
                  <a:lnTo>
                    <a:pt x="1322" y="388"/>
                  </a:lnTo>
                  <a:lnTo>
                    <a:pt x="1319" y="388"/>
                  </a:lnTo>
                  <a:lnTo>
                    <a:pt x="1316" y="386"/>
                  </a:lnTo>
                  <a:lnTo>
                    <a:pt x="1316" y="383"/>
                  </a:lnTo>
                  <a:lnTo>
                    <a:pt x="1316" y="380"/>
                  </a:lnTo>
                  <a:lnTo>
                    <a:pt x="1316" y="378"/>
                  </a:lnTo>
                  <a:lnTo>
                    <a:pt x="1314" y="376"/>
                  </a:lnTo>
                  <a:lnTo>
                    <a:pt x="1311" y="375"/>
                  </a:lnTo>
                  <a:lnTo>
                    <a:pt x="1308" y="374"/>
                  </a:lnTo>
                  <a:lnTo>
                    <a:pt x="1308" y="371"/>
                  </a:lnTo>
                  <a:lnTo>
                    <a:pt x="1309" y="369"/>
                  </a:lnTo>
                  <a:lnTo>
                    <a:pt x="1309" y="367"/>
                  </a:lnTo>
                  <a:lnTo>
                    <a:pt x="1308" y="365"/>
                  </a:lnTo>
                  <a:lnTo>
                    <a:pt x="1305" y="363"/>
                  </a:lnTo>
                  <a:lnTo>
                    <a:pt x="1303" y="361"/>
                  </a:lnTo>
                  <a:lnTo>
                    <a:pt x="1303" y="359"/>
                  </a:lnTo>
                  <a:lnTo>
                    <a:pt x="1303" y="356"/>
                  </a:lnTo>
                  <a:lnTo>
                    <a:pt x="1304" y="354"/>
                  </a:lnTo>
                  <a:lnTo>
                    <a:pt x="1305" y="352"/>
                  </a:lnTo>
                  <a:lnTo>
                    <a:pt x="1307" y="350"/>
                  </a:lnTo>
                  <a:lnTo>
                    <a:pt x="1310" y="350"/>
                  </a:lnTo>
                  <a:lnTo>
                    <a:pt x="1315" y="350"/>
                  </a:lnTo>
                  <a:lnTo>
                    <a:pt x="1318" y="351"/>
                  </a:lnTo>
                  <a:lnTo>
                    <a:pt x="1320" y="349"/>
                  </a:lnTo>
                  <a:lnTo>
                    <a:pt x="1321" y="346"/>
                  </a:lnTo>
                  <a:lnTo>
                    <a:pt x="1322" y="343"/>
                  </a:lnTo>
                  <a:lnTo>
                    <a:pt x="1324" y="341"/>
                  </a:lnTo>
                  <a:lnTo>
                    <a:pt x="1328" y="341"/>
                  </a:lnTo>
                  <a:lnTo>
                    <a:pt x="1331" y="341"/>
                  </a:lnTo>
                  <a:lnTo>
                    <a:pt x="1335" y="342"/>
                  </a:lnTo>
                  <a:lnTo>
                    <a:pt x="1338" y="341"/>
                  </a:lnTo>
                  <a:lnTo>
                    <a:pt x="1342" y="341"/>
                  </a:lnTo>
                  <a:lnTo>
                    <a:pt x="1345" y="342"/>
                  </a:lnTo>
                  <a:lnTo>
                    <a:pt x="1348" y="343"/>
                  </a:lnTo>
                  <a:lnTo>
                    <a:pt x="1351" y="345"/>
                  </a:lnTo>
                  <a:lnTo>
                    <a:pt x="1353" y="345"/>
                  </a:lnTo>
                  <a:lnTo>
                    <a:pt x="1356" y="346"/>
                  </a:lnTo>
                  <a:lnTo>
                    <a:pt x="1358" y="348"/>
                  </a:lnTo>
                  <a:lnTo>
                    <a:pt x="1359" y="350"/>
                  </a:lnTo>
                  <a:lnTo>
                    <a:pt x="1360" y="352"/>
                  </a:lnTo>
                  <a:lnTo>
                    <a:pt x="1362" y="353"/>
                  </a:lnTo>
                  <a:lnTo>
                    <a:pt x="1366" y="354"/>
                  </a:lnTo>
                  <a:lnTo>
                    <a:pt x="1371" y="354"/>
                  </a:lnTo>
                  <a:lnTo>
                    <a:pt x="1374" y="356"/>
                  </a:lnTo>
                  <a:lnTo>
                    <a:pt x="1374" y="358"/>
                  </a:lnTo>
                  <a:lnTo>
                    <a:pt x="1372" y="361"/>
                  </a:lnTo>
                  <a:lnTo>
                    <a:pt x="1369" y="363"/>
                  </a:lnTo>
                  <a:close/>
                </a:path>
              </a:pathLst>
            </a:custGeom>
            <a:solidFill>
              <a:srgbClr val="CC79A7">
                <a:alpha val="10800"/>
              </a:srgbClr>
            </a:solidFill>
            <a:ln>
              <a:noFill/>
            </a:ln>
          </p:spPr>
          <p:txBody>
            <a:bodyPr anchor="ctr"/>
            <a:lstStyle/>
            <a:p>
              <a:pPr algn="ctr">
                <a:buNone/>
              </a:pPr>
            </a:p>
          </p:txBody>
        </p:sp>
        <p:sp>
          <p:nvSpPr>
            <p:cNvPr id="6601" name="addition:input:68"/>
            <p:cNvSpPr>
              <a:spLocks noGrp="1"/>
            </p:cNvSpPr>
            <p:nvPr/>
          </p:nvSpPr>
          <p:spPr>
            <a:xfrm>
              <a:off x="209550" y="5438775"/>
              <a:ext cx="2177552" cy="749808"/>
            </a:xfrm>
            <a:custGeom>
              <a:avLst/>
              <a:gdLst/>
              <a:ahLst/>
              <a:cxnLst/>
              <a:rect l="l" t="t" r="r" b="b"/>
              <a:pathLst>
                <a:path w="1323" h="400">
                  <a:moveTo>
                    <a:pt x="0" y="0"/>
                  </a:moveTo>
                  <a:moveTo>
                    <a:pt x="1317" y="379"/>
                  </a:moveTo>
                  <a:lnTo>
                    <a:pt x="1314" y="380"/>
                  </a:lnTo>
                  <a:lnTo>
                    <a:pt x="1314" y="382"/>
                  </a:lnTo>
                  <a:lnTo>
                    <a:pt x="1315" y="384"/>
                  </a:lnTo>
                  <a:lnTo>
                    <a:pt x="1317" y="386"/>
                  </a:lnTo>
                  <a:lnTo>
                    <a:pt x="1316" y="388"/>
                  </a:lnTo>
                  <a:lnTo>
                    <a:pt x="1314" y="389"/>
                  </a:lnTo>
                  <a:lnTo>
                    <a:pt x="1312" y="390"/>
                  </a:lnTo>
                  <a:lnTo>
                    <a:pt x="1311" y="392"/>
                  </a:lnTo>
                  <a:lnTo>
                    <a:pt x="1310" y="393"/>
                  </a:lnTo>
                  <a:lnTo>
                    <a:pt x="1309" y="395"/>
                  </a:lnTo>
                  <a:lnTo>
                    <a:pt x="1307" y="397"/>
                  </a:lnTo>
                  <a:lnTo>
                    <a:pt x="1304" y="397"/>
                  </a:lnTo>
                  <a:lnTo>
                    <a:pt x="1302" y="397"/>
                  </a:lnTo>
                  <a:lnTo>
                    <a:pt x="1300" y="398"/>
                  </a:lnTo>
                  <a:lnTo>
                    <a:pt x="1298" y="398"/>
                  </a:lnTo>
                  <a:lnTo>
                    <a:pt x="1296" y="398"/>
                  </a:lnTo>
                  <a:lnTo>
                    <a:pt x="1294" y="396"/>
                  </a:lnTo>
                  <a:lnTo>
                    <a:pt x="1292" y="395"/>
                  </a:lnTo>
                  <a:lnTo>
                    <a:pt x="1290" y="395"/>
                  </a:lnTo>
                  <a:lnTo>
                    <a:pt x="1288" y="397"/>
                  </a:lnTo>
                  <a:lnTo>
                    <a:pt x="1285" y="399"/>
                  </a:lnTo>
                  <a:lnTo>
                    <a:pt x="1281" y="400"/>
                  </a:lnTo>
                  <a:lnTo>
                    <a:pt x="1279" y="399"/>
                  </a:lnTo>
                  <a:lnTo>
                    <a:pt x="1277" y="397"/>
                  </a:lnTo>
                  <a:lnTo>
                    <a:pt x="1277" y="394"/>
                  </a:lnTo>
                  <a:lnTo>
                    <a:pt x="1275" y="393"/>
                  </a:lnTo>
                  <a:lnTo>
                    <a:pt x="1273" y="392"/>
                  </a:lnTo>
                  <a:lnTo>
                    <a:pt x="1272" y="390"/>
                  </a:lnTo>
                  <a:lnTo>
                    <a:pt x="1271" y="388"/>
                  </a:lnTo>
                  <a:lnTo>
                    <a:pt x="1270" y="387"/>
                  </a:lnTo>
                  <a:lnTo>
                    <a:pt x="1269" y="385"/>
                  </a:lnTo>
                  <a:lnTo>
                    <a:pt x="1267" y="384"/>
                  </a:lnTo>
                  <a:lnTo>
                    <a:pt x="1265" y="382"/>
                  </a:lnTo>
                  <a:lnTo>
                    <a:pt x="1264" y="380"/>
                  </a:lnTo>
                  <a:lnTo>
                    <a:pt x="1265" y="379"/>
                  </a:lnTo>
                  <a:lnTo>
                    <a:pt x="1265" y="377"/>
                  </a:lnTo>
                  <a:lnTo>
                    <a:pt x="1263" y="375"/>
                  </a:lnTo>
                  <a:lnTo>
                    <a:pt x="1261" y="373"/>
                  </a:lnTo>
                  <a:lnTo>
                    <a:pt x="1260" y="371"/>
                  </a:lnTo>
                  <a:lnTo>
                    <a:pt x="1261" y="369"/>
                  </a:lnTo>
                  <a:lnTo>
                    <a:pt x="1265" y="368"/>
                  </a:lnTo>
                  <a:lnTo>
                    <a:pt x="1269" y="368"/>
                  </a:lnTo>
                  <a:lnTo>
                    <a:pt x="1272" y="367"/>
                  </a:lnTo>
                  <a:lnTo>
                    <a:pt x="1273" y="366"/>
                  </a:lnTo>
                  <a:lnTo>
                    <a:pt x="1275" y="365"/>
                  </a:lnTo>
                  <a:lnTo>
                    <a:pt x="1276" y="363"/>
                  </a:lnTo>
                  <a:lnTo>
                    <a:pt x="1278" y="362"/>
                  </a:lnTo>
                  <a:lnTo>
                    <a:pt x="1280" y="361"/>
                  </a:lnTo>
                  <a:lnTo>
                    <a:pt x="1282" y="359"/>
                  </a:lnTo>
                  <a:lnTo>
                    <a:pt x="1285" y="357"/>
                  </a:lnTo>
                  <a:lnTo>
                    <a:pt x="1288" y="356"/>
                  </a:lnTo>
                  <a:lnTo>
                    <a:pt x="1291" y="357"/>
                  </a:lnTo>
                  <a:lnTo>
                    <a:pt x="1294" y="359"/>
                  </a:lnTo>
                  <a:lnTo>
                    <a:pt x="1297" y="360"/>
                  </a:lnTo>
                  <a:lnTo>
                    <a:pt x="1300" y="360"/>
                  </a:lnTo>
                  <a:lnTo>
                    <a:pt x="1303" y="359"/>
                  </a:lnTo>
                  <a:lnTo>
                    <a:pt x="1305" y="360"/>
                  </a:lnTo>
                  <a:lnTo>
                    <a:pt x="1307" y="361"/>
                  </a:lnTo>
                  <a:lnTo>
                    <a:pt x="1308" y="364"/>
                  </a:lnTo>
                  <a:lnTo>
                    <a:pt x="1309" y="365"/>
                  </a:lnTo>
                  <a:lnTo>
                    <a:pt x="1311" y="366"/>
                  </a:lnTo>
                  <a:lnTo>
                    <a:pt x="1314" y="366"/>
                  </a:lnTo>
                  <a:lnTo>
                    <a:pt x="1317" y="367"/>
                  </a:lnTo>
                  <a:lnTo>
                    <a:pt x="1319" y="368"/>
                  </a:lnTo>
                  <a:lnTo>
                    <a:pt x="1320" y="369"/>
                  </a:lnTo>
                  <a:lnTo>
                    <a:pt x="1322" y="371"/>
                  </a:lnTo>
                  <a:lnTo>
                    <a:pt x="1323" y="373"/>
                  </a:lnTo>
                  <a:lnTo>
                    <a:pt x="1323" y="375"/>
                  </a:lnTo>
                  <a:lnTo>
                    <a:pt x="1321" y="377"/>
                  </a:lnTo>
                  <a:close/>
                </a:path>
              </a:pathLst>
            </a:custGeom>
            <a:solidFill>
              <a:srgbClr val="CC79A7">
                <a:alpha val="10800"/>
              </a:srgbClr>
            </a:solidFill>
            <a:ln>
              <a:noFill/>
            </a:ln>
          </p:spPr>
          <p:txBody>
            <a:bodyPr anchor="ctr"/>
            <a:lstStyle/>
            <a:p>
              <a:pPr algn="ctr">
                <a:buNone/>
              </a:pPr>
            </a:p>
          </p:txBody>
        </p:sp>
        <p:sp>
          <p:nvSpPr>
            <p:cNvPr id="6602" name="addition:input:69"/>
            <p:cNvSpPr>
              <a:spLocks noGrp="1"/>
            </p:cNvSpPr>
            <p:nvPr/>
          </p:nvSpPr>
          <p:spPr>
            <a:xfrm>
              <a:off x="209550" y="5438775"/>
              <a:ext cx="1107704" cy="1085347"/>
            </a:xfrm>
            <a:custGeom>
              <a:avLst/>
              <a:gdLst/>
              <a:ahLst/>
              <a:cxnLst/>
              <a:rect l="l" t="t" r="r" b="b"/>
              <a:pathLst>
                <a:path w="673" h="579">
                  <a:moveTo>
                    <a:pt x="0" y="0"/>
                  </a:moveTo>
                  <a:moveTo>
                    <a:pt x="662" y="506"/>
                  </a:moveTo>
                  <a:lnTo>
                    <a:pt x="650" y="512"/>
                  </a:lnTo>
                  <a:lnTo>
                    <a:pt x="640" y="516"/>
                  </a:lnTo>
                  <a:lnTo>
                    <a:pt x="639" y="522"/>
                  </a:lnTo>
                  <a:lnTo>
                    <a:pt x="644" y="529"/>
                  </a:lnTo>
                  <a:lnTo>
                    <a:pt x="649" y="537"/>
                  </a:lnTo>
                  <a:lnTo>
                    <a:pt x="647" y="544"/>
                  </a:lnTo>
                  <a:lnTo>
                    <a:pt x="639" y="549"/>
                  </a:lnTo>
                  <a:lnTo>
                    <a:pt x="629" y="551"/>
                  </a:lnTo>
                  <a:lnTo>
                    <a:pt x="622" y="555"/>
                  </a:lnTo>
                  <a:lnTo>
                    <a:pt x="619" y="562"/>
                  </a:lnTo>
                  <a:lnTo>
                    <a:pt x="615" y="569"/>
                  </a:lnTo>
                  <a:lnTo>
                    <a:pt x="607" y="573"/>
                  </a:lnTo>
                  <a:lnTo>
                    <a:pt x="598" y="573"/>
                  </a:lnTo>
                  <a:lnTo>
                    <a:pt x="589" y="572"/>
                  </a:lnTo>
                  <a:lnTo>
                    <a:pt x="581" y="572"/>
                  </a:lnTo>
                  <a:lnTo>
                    <a:pt x="573" y="573"/>
                  </a:lnTo>
                  <a:lnTo>
                    <a:pt x="566" y="571"/>
                  </a:lnTo>
                  <a:lnTo>
                    <a:pt x="559" y="568"/>
                  </a:lnTo>
                  <a:lnTo>
                    <a:pt x="553" y="564"/>
                  </a:lnTo>
                  <a:lnTo>
                    <a:pt x="546" y="565"/>
                  </a:lnTo>
                  <a:lnTo>
                    <a:pt x="537" y="570"/>
                  </a:lnTo>
                  <a:lnTo>
                    <a:pt x="524" y="577"/>
                  </a:lnTo>
                  <a:lnTo>
                    <a:pt x="513" y="579"/>
                  </a:lnTo>
                  <a:lnTo>
                    <a:pt x="505" y="574"/>
                  </a:lnTo>
                  <a:lnTo>
                    <a:pt x="503" y="564"/>
                  </a:lnTo>
                  <a:lnTo>
                    <a:pt x="501" y="556"/>
                  </a:lnTo>
                  <a:lnTo>
                    <a:pt x="498" y="549"/>
                  </a:lnTo>
                  <a:lnTo>
                    <a:pt x="491" y="545"/>
                  </a:lnTo>
                  <a:lnTo>
                    <a:pt x="485" y="541"/>
                  </a:lnTo>
                  <a:lnTo>
                    <a:pt x="482" y="535"/>
                  </a:lnTo>
                  <a:lnTo>
                    <a:pt x="480" y="529"/>
                  </a:lnTo>
                  <a:lnTo>
                    <a:pt x="476" y="523"/>
                  </a:lnTo>
                  <a:lnTo>
                    <a:pt x="469" y="518"/>
                  </a:lnTo>
                  <a:lnTo>
                    <a:pt x="462" y="512"/>
                  </a:lnTo>
                  <a:lnTo>
                    <a:pt x="460" y="506"/>
                  </a:lnTo>
                  <a:lnTo>
                    <a:pt x="461" y="500"/>
                  </a:lnTo>
                  <a:lnTo>
                    <a:pt x="462" y="494"/>
                  </a:lnTo>
                  <a:lnTo>
                    <a:pt x="459" y="487"/>
                  </a:lnTo>
                  <a:lnTo>
                    <a:pt x="453" y="479"/>
                  </a:lnTo>
                  <a:lnTo>
                    <a:pt x="450" y="471"/>
                  </a:lnTo>
                  <a:lnTo>
                    <a:pt x="457" y="465"/>
                  </a:lnTo>
                  <a:lnTo>
                    <a:pt x="470" y="464"/>
                  </a:lnTo>
                  <a:lnTo>
                    <a:pt x="486" y="465"/>
                  </a:lnTo>
                  <a:lnTo>
                    <a:pt x="496" y="464"/>
                  </a:lnTo>
                  <a:lnTo>
                    <a:pt x="501" y="460"/>
                  </a:lnTo>
                  <a:lnTo>
                    <a:pt x="505" y="453"/>
                  </a:lnTo>
                  <a:lnTo>
                    <a:pt x="510" y="447"/>
                  </a:lnTo>
                  <a:lnTo>
                    <a:pt x="518" y="443"/>
                  </a:lnTo>
                  <a:lnTo>
                    <a:pt x="526" y="439"/>
                  </a:lnTo>
                  <a:lnTo>
                    <a:pt x="535" y="434"/>
                  </a:lnTo>
                  <a:lnTo>
                    <a:pt x="545" y="429"/>
                  </a:lnTo>
                  <a:lnTo>
                    <a:pt x="557" y="428"/>
                  </a:lnTo>
                  <a:lnTo>
                    <a:pt x="568" y="432"/>
                  </a:lnTo>
                  <a:lnTo>
                    <a:pt x="578" y="438"/>
                  </a:lnTo>
                  <a:lnTo>
                    <a:pt x="587" y="442"/>
                  </a:lnTo>
                  <a:lnTo>
                    <a:pt x="597" y="442"/>
                  </a:lnTo>
                  <a:lnTo>
                    <a:pt x="608" y="441"/>
                  </a:lnTo>
                  <a:lnTo>
                    <a:pt x="618" y="442"/>
                  </a:lnTo>
                  <a:lnTo>
                    <a:pt x="624" y="449"/>
                  </a:lnTo>
                  <a:lnTo>
                    <a:pt x="627" y="457"/>
                  </a:lnTo>
                  <a:lnTo>
                    <a:pt x="629" y="463"/>
                  </a:lnTo>
                  <a:lnTo>
                    <a:pt x="637" y="466"/>
                  </a:lnTo>
                  <a:lnTo>
                    <a:pt x="648" y="466"/>
                  </a:lnTo>
                  <a:lnTo>
                    <a:pt x="660" y="468"/>
                  </a:lnTo>
                  <a:lnTo>
                    <a:pt x="667" y="473"/>
                  </a:lnTo>
                  <a:lnTo>
                    <a:pt x="671" y="479"/>
                  </a:lnTo>
                  <a:lnTo>
                    <a:pt x="672" y="486"/>
                  </a:lnTo>
                  <a:lnTo>
                    <a:pt x="673" y="492"/>
                  </a:lnTo>
                  <a:lnTo>
                    <a:pt x="670" y="499"/>
                  </a:lnTo>
                  <a:close/>
                </a:path>
              </a:pathLst>
            </a:custGeom>
            <a:solidFill>
              <a:srgbClr val="A7CEE4">
                <a:alpha val="12900"/>
              </a:srgbClr>
            </a:solidFill>
            <a:ln>
              <a:noFill/>
            </a:ln>
          </p:spPr>
          <p:txBody>
            <a:bodyPr anchor="ctr"/>
            <a:lstStyle/>
            <a:p>
              <a:pPr algn="ctr">
                <a:buNone/>
              </a:pPr>
            </a:p>
          </p:txBody>
        </p:sp>
        <p:sp>
          <p:nvSpPr>
            <p:cNvPr id="6603" name="addition:input:70"/>
            <p:cNvSpPr>
              <a:spLocks noGrp="1"/>
            </p:cNvSpPr>
            <p:nvPr/>
          </p:nvSpPr>
          <p:spPr>
            <a:xfrm>
              <a:off x="209550" y="5438775"/>
              <a:ext cx="1059972" cy="1083473"/>
            </a:xfrm>
            <a:custGeom>
              <a:avLst/>
              <a:gdLst/>
              <a:ahLst/>
              <a:cxnLst/>
              <a:rect l="l" t="t" r="r" b="b"/>
              <a:pathLst>
                <a:path w="644" h="578">
                  <a:moveTo>
                    <a:pt x="0" y="0"/>
                  </a:moveTo>
                  <a:moveTo>
                    <a:pt x="633" y="511"/>
                  </a:moveTo>
                  <a:lnTo>
                    <a:pt x="640" y="516"/>
                  </a:lnTo>
                  <a:lnTo>
                    <a:pt x="644" y="522"/>
                  </a:lnTo>
                  <a:lnTo>
                    <a:pt x="643" y="528"/>
                  </a:lnTo>
                  <a:lnTo>
                    <a:pt x="638" y="532"/>
                  </a:lnTo>
                  <a:lnTo>
                    <a:pt x="633" y="536"/>
                  </a:lnTo>
                  <a:lnTo>
                    <a:pt x="631" y="541"/>
                  </a:lnTo>
                  <a:lnTo>
                    <a:pt x="633" y="548"/>
                  </a:lnTo>
                  <a:lnTo>
                    <a:pt x="631" y="554"/>
                  </a:lnTo>
                  <a:lnTo>
                    <a:pt x="625" y="557"/>
                  </a:lnTo>
                  <a:lnTo>
                    <a:pt x="614" y="556"/>
                  </a:lnTo>
                  <a:lnTo>
                    <a:pt x="603" y="554"/>
                  </a:lnTo>
                  <a:lnTo>
                    <a:pt x="596" y="555"/>
                  </a:lnTo>
                  <a:lnTo>
                    <a:pt x="591" y="558"/>
                  </a:lnTo>
                  <a:lnTo>
                    <a:pt x="586" y="564"/>
                  </a:lnTo>
                  <a:lnTo>
                    <a:pt x="580" y="568"/>
                  </a:lnTo>
                  <a:lnTo>
                    <a:pt x="572" y="571"/>
                  </a:lnTo>
                  <a:lnTo>
                    <a:pt x="564" y="574"/>
                  </a:lnTo>
                  <a:lnTo>
                    <a:pt x="554" y="577"/>
                  </a:lnTo>
                  <a:lnTo>
                    <a:pt x="544" y="578"/>
                  </a:lnTo>
                  <a:lnTo>
                    <a:pt x="535" y="576"/>
                  </a:lnTo>
                  <a:lnTo>
                    <a:pt x="528" y="569"/>
                  </a:lnTo>
                  <a:lnTo>
                    <a:pt x="523" y="561"/>
                  </a:lnTo>
                  <a:lnTo>
                    <a:pt x="517" y="557"/>
                  </a:lnTo>
                  <a:lnTo>
                    <a:pt x="509" y="556"/>
                  </a:lnTo>
                  <a:lnTo>
                    <a:pt x="498" y="556"/>
                  </a:lnTo>
                  <a:lnTo>
                    <a:pt x="489" y="555"/>
                  </a:lnTo>
                  <a:lnTo>
                    <a:pt x="485" y="550"/>
                  </a:lnTo>
                  <a:lnTo>
                    <a:pt x="483" y="544"/>
                  </a:lnTo>
                  <a:lnTo>
                    <a:pt x="481" y="539"/>
                  </a:lnTo>
                  <a:lnTo>
                    <a:pt x="474" y="536"/>
                  </a:lnTo>
                  <a:lnTo>
                    <a:pt x="466" y="532"/>
                  </a:lnTo>
                  <a:lnTo>
                    <a:pt x="459" y="528"/>
                  </a:lnTo>
                  <a:lnTo>
                    <a:pt x="457" y="523"/>
                  </a:lnTo>
                  <a:lnTo>
                    <a:pt x="458" y="517"/>
                  </a:lnTo>
                  <a:lnTo>
                    <a:pt x="459" y="511"/>
                  </a:lnTo>
                  <a:lnTo>
                    <a:pt x="461" y="505"/>
                  </a:lnTo>
                  <a:lnTo>
                    <a:pt x="466" y="500"/>
                  </a:lnTo>
                  <a:lnTo>
                    <a:pt x="475" y="496"/>
                  </a:lnTo>
                  <a:lnTo>
                    <a:pt x="487" y="493"/>
                  </a:lnTo>
                  <a:lnTo>
                    <a:pt x="495" y="490"/>
                  </a:lnTo>
                  <a:lnTo>
                    <a:pt x="496" y="485"/>
                  </a:lnTo>
                  <a:lnTo>
                    <a:pt x="493" y="478"/>
                  </a:lnTo>
                  <a:lnTo>
                    <a:pt x="490" y="469"/>
                  </a:lnTo>
                  <a:lnTo>
                    <a:pt x="494" y="463"/>
                  </a:lnTo>
                  <a:lnTo>
                    <a:pt x="503" y="460"/>
                  </a:lnTo>
                  <a:lnTo>
                    <a:pt x="512" y="459"/>
                  </a:lnTo>
                  <a:lnTo>
                    <a:pt x="521" y="458"/>
                  </a:lnTo>
                  <a:lnTo>
                    <a:pt x="527" y="455"/>
                  </a:lnTo>
                  <a:lnTo>
                    <a:pt x="534" y="452"/>
                  </a:lnTo>
                  <a:lnTo>
                    <a:pt x="542" y="452"/>
                  </a:lnTo>
                  <a:lnTo>
                    <a:pt x="549" y="453"/>
                  </a:lnTo>
                  <a:lnTo>
                    <a:pt x="556" y="455"/>
                  </a:lnTo>
                  <a:lnTo>
                    <a:pt x="562" y="455"/>
                  </a:lnTo>
                  <a:lnTo>
                    <a:pt x="569" y="454"/>
                  </a:lnTo>
                  <a:lnTo>
                    <a:pt x="575" y="455"/>
                  </a:lnTo>
                  <a:lnTo>
                    <a:pt x="580" y="459"/>
                  </a:lnTo>
                  <a:lnTo>
                    <a:pt x="584" y="462"/>
                  </a:lnTo>
                  <a:lnTo>
                    <a:pt x="590" y="463"/>
                  </a:lnTo>
                  <a:lnTo>
                    <a:pt x="600" y="461"/>
                  </a:lnTo>
                  <a:lnTo>
                    <a:pt x="611" y="458"/>
                  </a:lnTo>
                  <a:lnTo>
                    <a:pt x="621" y="460"/>
                  </a:lnTo>
                  <a:lnTo>
                    <a:pt x="624" y="466"/>
                  </a:lnTo>
                  <a:lnTo>
                    <a:pt x="621" y="474"/>
                  </a:lnTo>
                  <a:lnTo>
                    <a:pt x="618" y="482"/>
                  </a:lnTo>
                  <a:lnTo>
                    <a:pt x="618" y="488"/>
                  </a:lnTo>
                  <a:lnTo>
                    <a:pt x="621" y="492"/>
                  </a:lnTo>
                  <a:lnTo>
                    <a:pt x="625" y="497"/>
                  </a:lnTo>
                  <a:lnTo>
                    <a:pt x="627" y="501"/>
                  </a:lnTo>
                  <a:lnTo>
                    <a:pt x="629" y="506"/>
                  </a:lnTo>
                  <a:close/>
                </a:path>
              </a:pathLst>
            </a:custGeom>
            <a:solidFill>
              <a:srgbClr val="59A3CD">
                <a:alpha val="12900"/>
              </a:srgbClr>
            </a:solidFill>
            <a:ln>
              <a:noFill/>
            </a:ln>
          </p:spPr>
          <p:txBody>
            <a:bodyPr anchor="ctr"/>
            <a:lstStyle/>
            <a:p>
              <a:pPr algn="ctr">
                <a:buNone/>
              </a:pPr>
            </a:p>
          </p:txBody>
        </p:sp>
        <p:sp>
          <p:nvSpPr>
            <p:cNvPr id="6604" name="addition:input:71"/>
            <p:cNvSpPr>
              <a:spLocks noGrp="1"/>
            </p:cNvSpPr>
            <p:nvPr/>
          </p:nvSpPr>
          <p:spPr>
            <a:xfrm>
              <a:off x="209550" y="5438775"/>
              <a:ext cx="1028700" cy="1077849"/>
            </a:xfrm>
            <a:custGeom>
              <a:avLst/>
              <a:gdLst/>
              <a:ahLst/>
              <a:cxnLst/>
              <a:rect l="l" t="t" r="r" b="b"/>
              <a:pathLst>
                <a:path w="625" h="575">
                  <a:moveTo>
                    <a:pt x="0" y="0"/>
                  </a:moveTo>
                  <a:moveTo>
                    <a:pt x="622" y="516"/>
                  </a:moveTo>
                  <a:lnTo>
                    <a:pt x="622" y="521"/>
                  </a:lnTo>
                  <a:lnTo>
                    <a:pt x="622" y="525"/>
                  </a:lnTo>
                  <a:lnTo>
                    <a:pt x="624" y="530"/>
                  </a:lnTo>
                  <a:lnTo>
                    <a:pt x="625" y="535"/>
                  </a:lnTo>
                  <a:lnTo>
                    <a:pt x="622" y="540"/>
                  </a:lnTo>
                  <a:lnTo>
                    <a:pt x="617" y="543"/>
                  </a:lnTo>
                  <a:lnTo>
                    <a:pt x="613" y="546"/>
                  </a:lnTo>
                  <a:lnTo>
                    <a:pt x="610" y="550"/>
                  </a:lnTo>
                  <a:lnTo>
                    <a:pt x="607" y="555"/>
                  </a:lnTo>
                  <a:lnTo>
                    <a:pt x="601" y="557"/>
                  </a:lnTo>
                  <a:lnTo>
                    <a:pt x="593" y="556"/>
                  </a:lnTo>
                  <a:lnTo>
                    <a:pt x="584" y="555"/>
                  </a:lnTo>
                  <a:lnTo>
                    <a:pt x="577" y="555"/>
                  </a:lnTo>
                  <a:lnTo>
                    <a:pt x="573" y="559"/>
                  </a:lnTo>
                  <a:lnTo>
                    <a:pt x="569" y="567"/>
                  </a:lnTo>
                  <a:lnTo>
                    <a:pt x="563" y="573"/>
                  </a:lnTo>
                  <a:lnTo>
                    <a:pt x="555" y="575"/>
                  </a:lnTo>
                  <a:lnTo>
                    <a:pt x="546" y="574"/>
                  </a:lnTo>
                  <a:lnTo>
                    <a:pt x="538" y="571"/>
                  </a:lnTo>
                  <a:lnTo>
                    <a:pt x="530" y="568"/>
                  </a:lnTo>
                  <a:lnTo>
                    <a:pt x="523" y="566"/>
                  </a:lnTo>
                  <a:lnTo>
                    <a:pt x="517" y="562"/>
                  </a:lnTo>
                  <a:lnTo>
                    <a:pt x="512" y="558"/>
                  </a:lnTo>
                  <a:lnTo>
                    <a:pt x="508" y="554"/>
                  </a:lnTo>
                  <a:lnTo>
                    <a:pt x="501" y="552"/>
                  </a:lnTo>
                  <a:lnTo>
                    <a:pt x="493" y="552"/>
                  </a:lnTo>
                  <a:lnTo>
                    <a:pt x="485" y="551"/>
                  </a:lnTo>
                  <a:lnTo>
                    <a:pt x="480" y="547"/>
                  </a:lnTo>
                  <a:lnTo>
                    <a:pt x="479" y="542"/>
                  </a:lnTo>
                  <a:lnTo>
                    <a:pt x="479" y="537"/>
                  </a:lnTo>
                  <a:lnTo>
                    <a:pt x="476" y="533"/>
                  </a:lnTo>
                  <a:lnTo>
                    <a:pt x="468" y="530"/>
                  </a:lnTo>
                  <a:lnTo>
                    <a:pt x="461" y="526"/>
                  </a:lnTo>
                  <a:lnTo>
                    <a:pt x="459" y="521"/>
                  </a:lnTo>
                  <a:lnTo>
                    <a:pt x="465" y="516"/>
                  </a:lnTo>
                  <a:lnTo>
                    <a:pt x="473" y="511"/>
                  </a:lnTo>
                  <a:lnTo>
                    <a:pt x="480" y="507"/>
                  </a:lnTo>
                  <a:lnTo>
                    <a:pt x="484" y="504"/>
                  </a:lnTo>
                  <a:lnTo>
                    <a:pt x="488" y="500"/>
                  </a:lnTo>
                  <a:lnTo>
                    <a:pt x="491" y="496"/>
                  </a:lnTo>
                  <a:lnTo>
                    <a:pt x="495" y="493"/>
                  </a:lnTo>
                  <a:lnTo>
                    <a:pt x="496" y="488"/>
                  </a:lnTo>
                  <a:lnTo>
                    <a:pt x="496" y="481"/>
                  </a:lnTo>
                  <a:lnTo>
                    <a:pt x="496" y="474"/>
                  </a:lnTo>
                  <a:lnTo>
                    <a:pt x="500" y="469"/>
                  </a:lnTo>
                  <a:lnTo>
                    <a:pt x="508" y="468"/>
                  </a:lnTo>
                  <a:lnTo>
                    <a:pt x="518" y="470"/>
                  </a:lnTo>
                  <a:lnTo>
                    <a:pt x="526" y="471"/>
                  </a:lnTo>
                  <a:lnTo>
                    <a:pt x="531" y="470"/>
                  </a:lnTo>
                  <a:lnTo>
                    <a:pt x="536" y="466"/>
                  </a:lnTo>
                  <a:lnTo>
                    <a:pt x="541" y="463"/>
                  </a:lnTo>
                  <a:lnTo>
                    <a:pt x="547" y="464"/>
                  </a:lnTo>
                  <a:lnTo>
                    <a:pt x="553" y="467"/>
                  </a:lnTo>
                  <a:lnTo>
                    <a:pt x="558" y="470"/>
                  </a:lnTo>
                  <a:lnTo>
                    <a:pt x="563" y="471"/>
                  </a:lnTo>
                  <a:lnTo>
                    <a:pt x="568" y="470"/>
                  </a:lnTo>
                  <a:lnTo>
                    <a:pt x="574" y="469"/>
                  </a:lnTo>
                  <a:lnTo>
                    <a:pt x="580" y="470"/>
                  </a:lnTo>
                  <a:lnTo>
                    <a:pt x="586" y="472"/>
                  </a:lnTo>
                  <a:lnTo>
                    <a:pt x="593" y="473"/>
                  </a:lnTo>
                  <a:lnTo>
                    <a:pt x="601" y="474"/>
                  </a:lnTo>
                  <a:lnTo>
                    <a:pt x="607" y="477"/>
                  </a:lnTo>
                  <a:lnTo>
                    <a:pt x="608" y="483"/>
                  </a:lnTo>
                  <a:lnTo>
                    <a:pt x="605" y="490"/>
                  </a:lnTo>
                  <a:lnTo>
                    <a:pt x="600" y="497"/>
                  </a:lnTo>
                  <a:lnTo>
                    <a:pt x="600" y="501"/>
                  </a:lnTo>
                  <a:lnTo>
                    <a:pt x="606" y="504"/>
                  </a:lnTo>
                  <a:lnTo>
                    <a:pt x="614" y="507"/>
                  </a:lnTo>
                  <a:lnTo>
                    <a:pt x="620" y="511"/>
                  </a:lnTo>
                  <a:close/>
                </a:path>
              </a:pathLst>
            </a:custGeom>
            <a:solidFill>
              <a:srgbClr val="0675B4">
                <a:alpha val="10500"/>
              </a:srgbClr>
            </a:solidFill>
            <a:ln>
              <a:noFill/>
            </a:ln>
          </p:spPr>
          <p:txBody>
            <a:bodyPr anchor="ctr"/>
            <a:lstStyle/>
            <a:p>
              <a:pPr algn="ctr">
                <a:buNone/>
              </a:pPr>
            </a:p>
          </p:txBody>
        </p:sp>
        <p:sp>
          <p:nvSpPr>
            <p:cNvPr id="6605" name="addition:input:72"/>
            <p:cNvSpPr>
              <a:spLocks noGrp="1"/>
            </p:cNvSpPr>
            <p:nvPr/>
          </p:nvSpPr>
          <p:spPr>
            <a:xfrm>
              <a:off x="209550" y="5438775"/>
              <a:ext cx="908548" cy="980374"/>
            </a:xfrm>
            <a:custGeom>
              <a:avLst/>
              <a:gdLst/>
              <a:ahLst/>
              <a:cxnLst/>
              <a:rect l="l" t="t" r="r" b="b"/>
              <a:pathLst>
                <a:path w="552" h="523">
                  <a:moveTo>
                    <a:pt x="0" y="0"/>
                  </a:moveTo>
                  <a:moveTo>
                    <a:pt x="552" y="498"/>
                  </a:moveTo>
                  <a:lnTo>
                    <a:pt x="552" y="501"/>
                  </a:lnTo>
                  <a:lnTo>
                    <a:pt x="550" y="502"/>
                  </a:lnTo>
                  <a:lnTo>
                    <a:pt x="549" y="504"/>
                  </a:lnTo>
                  <a:lnTo>
                    <a:pt x="549" y="506"/>
                  </a:lnTo>
                  <a:lnTo>
                    <a:pt x="550" y="508"/>
                  </a:lnTo>
                  <a:lnTo>
                    <a:pt x="551" y="511"/>
                  </a:lnTo>
                  <a:lnTo>
                    <a:pt x="549" y="513"/>
                  </a:lnTo>
                  <a:lnTo>
                    <a:pt x="545" y="513"/>
                  </a:lnTo>
                  <a:lnTo>
                    <a:pt x="541" y="513"/>
                  </a:lnTo>
                  <a:lnTo>
                    <a:pt x="538" y="513"/>
                  </a:lnTo>
                  <a:lnTo>
                    <a:pt x="536" y="514"/>
                  </a:lnTo>
                  <a:lnTo>
                    <a:pt x="534" y="516"/>
                  </a:lnTo>
                  <a:lnTo>
                    <a:pt x="532" y="517"/>
                  </a:lnTo>
                  <a:lnTo>
                    <a:pt x="530" y="518"/>
                  </a:lnTo>
                  <a:lnTo>
                    <a:pt x="527" y="520"/>
                  </a:lnTo>
                  <a:lnTo>
                    <a:pt x="524" y="522"/>
                  </a:lnTo>
                  <a:lnTo>
                    <a:pt x="521" y="523"/>
                  </a:lnTo>
                  <a:lnTo>
                    <a:pt x="517" y="523"/>
                  </a:lnTo>
                  <a:lnTo>
                    <a:pt x="514" y="521"/>
                  </a:lnTo>
                  <a:lnTo>
                    <a:pt x="511" y="519"/>
                  </a:lnTo>
                  <a:lnTo>
                    <a:pt x="509" y="517"/>
                  </a:lnTo>
                  <a:lnTo>
                    <a:pt x="506" y="516"/>
                  </a:lnTo>
                  <a:lnTo>
                    <a:pt x="503" y="517"/>
                  </a:lnTo>
                  <a:lnTo>
                    <a:pt x="499" y="517"/>
                  </a:lnTo>
                  <a:lnTo>
                    <a:pt x="497" y="515"/>
                  </a:lnTo>
                  <a:lnTo>
                    <a:pt x="496" y="513"/>
                  </a:lnTo>
                  <a:lnTo>
                    <a:pt x="495" y="511"/>
                  </a:lnTo>
                  <a:lnTo>
                    <a:pt x="493" y="510"/>
                  </a:lnTo>
                  <a:lnTo>
                    <a:pt x="490" y="509"/>
                  </a:lnTo>
                  <a:lnTo>
                    <a:pt x="487" y="508"/>
                  </a:lnTo>
                  <a:lnTo>
                    <a:pt x="486" y="507"/>
                  </a:lnTo>
                  <a:lnTo>
                    <a:pt x="485" y="505"/>
                  </a:lnTo>
                  <a:lnTo>
                    <a:pt x="484" y="503"/>
                  </a:lnTo>
                  <a:lnTo>
                    <a:pt x="484" y="501"/>
                  </a:lnTo>
                  <a:lnTo>
                    <a:pt x="484" y="498"/>
                  </a:lnTo>
                  <a:lnTo>
                    <a:pt x="487" y="496"/>
                  </a:lnTo>
                  <a:lnTo>
                    <a:pt x="492" y="495"/>
                  </a:lnTo>
                  <a:lnTo>
                    <a:pt x="495" y="494"/>
                  </a:lnTo>
                  <a:lnTo>
                    <a:pt x="496" y="492"/>
                  </a:lnTo>
                  <a:lnTo>
                    <a:pt x="495" y="490"/>
                  </a:lnTo>
                  <a:lnTo>
                    <a:pt x="493" y="487"/>
                  </a:lnTo>
                  <a:lnTo>
                    <a:pt x="494" y="485"/>
                  </a:lnTo>
                  <a:lnTo>
                    <a:pt x="496" y="483"/>
                  </a:lnTo>
                  <a:lnTo>
                    <a:pt x="499" y="482"/>
                  </a:lnTo>
                  <a:lnTo>
                    <a:pt x="501" y="481"/>
                  </a:lnTo>
                  <a:lnTo>
                    <a:pt x="503" y="480"/>
                  </a:lnTo>
                  <a:lnTo>
                    <a:pt x="505" y="478"/>
                  </a:lnTo>
                  <a:lnTo>
                    <a:pt x="508" y="478"/>
                  </a:lnTo>
                  <a:lnTo>
                    <a:pt x="511" y="478"/>
                  </a:lnTo>
                  <a:lnTo>
                    <a:pt x="513" y="478"/>
                  </a:lnTo>
                  <a:lnTo>
                    <a:pt x="516" y="478"/>
                  </a:lnTo>
                  <a:lnTo>
                    <a:pt x="518" y="477"/>
                  </a:lnTo>
                  <a:lnTo>
                    <a:pt x="520" y="477"/>
                  </a:lnTo>
                  <a:lnTo>
                    <a:pt x="522" y="479"/>
                  </a:lnTo>
                  <a:lnTo>
                    <a:pt x="524" y="480"/>
                  </a:lnTo>
                  <a:lnTo>
                    <a:pt x="526" y="481"/>
                  </a:lnTo>
                  <a:lnTo>
                    <a:pt x="529" y="479"/>
                  </a:lnTo>
                  <a:lnTo>
                    <a:pt x="533" y="478"/>
                  </a:lnTo>
                  <a:lnTo>
                    <a:pt x="537" y="477"/>
                  </a:lnTo>
                  <a:lnTo>
                    <a:pt x="539" y="479"/>
                  </a:lnTo>
                  <a:lnTo>
                    <a:pt x="540" y="481"/>
                  </a:lnTo>
                  <a:lnTo>
                    <a:pt x="540" y="484"/>
                  </a:lnTo>
                  <a:lnTo>
                    <a:pt x="540" y="486"/>
                  </a:lnTo>
                  <a:lnTo>
                    <a:pt x="542" y="488"/>
                  </a:lnTo>
                  <a:lnTo>
                    <a:pt x="543" y="490"/>
                  </a:lnTo>
                  <a:lnTo>
                    <a:pt x="543" y="492"/>
                  </a:lnTo>
                  <a:lnTo>
                    <a:pt x="544" y="493"/>
                  </a:lnTo>
                  <a:lnTo>
                    <a:pt x="546" y="495"/>
                  </a:lnTo>
                  <a:lnTo>
                    <a:pt x="549" y="497"/>
                  </a:lnTo>
                  <a:close/>
                </a:path>
              </a:pathLst>
            </a:custGeom>
            <a:solidFill>
              <a:srgbClr val="59A3CD">
                <a:alpha val="9600"/>
              </a:srgbClr>
            </a:solidFill>
            <a:ln>
              <a:noFill/>
            </a:ln>
          </p:spPr>
          <p:txBody>
            <a:bodyPr anchor="ctr"/>
            <a:lstStyle/>
            <a:p>
              <a:pPr algn="ctr">
                <a:buNone/>
              </a:pPr>
            </a:p>
          </p:txBody>
        </p:sp>
        <p:sp>
          <p:nvSpPr>
            <p:cNvPr id="6606" name="addition:input:73"/>
            <p:cNvSpPr>
              <a:spLocks noGrp="1"/>
            </p:cNvSpPr>
            <p:nvPr/>
          </p:nvSpPr>
          <p:spPr>
            <a:xfrm>
              <a:off x="209550" y="5438775"/>
              <a:ext cx="949696" cy="948507"/>
            </a:xfrm>
            <a:custGeom>
              <a:avLst/>
              <a:gdLst/>
              <a:ahLst/>
              <a:cxnLst/>
              <a:rect l="l" t="t" r="r" b="b"/>
              <a:pathLst>
                <a:path w="577" h="506">
                  <a:moveTo>
                    <a:pt x="0" y="0"/>
                  </a:moveTo>
                  <a:moveTo>
                    <a:pt x="575" y="481"/>
                  </a:moveTo>
                  <a:lnTo>
                    <a:pt x="577" y="483"/>
                  </a:lnTo>
                  <a:lnTo>
                    <a:pt x="576" y="485"/>
                  </a:lnTo>
                  <a:lnTo>
                    <a:pt x="575" y="487"/>
                  </a:lnTo>
                  <a:lnTo>
                    <a:pt x="574" y="489"/>
                  </a:lnTo>
                  <a:lnTo>
                    <a:pt x="573" y="491"/>
                  </a:lnTo>
                  <a:lnTo>
                    <a:pt x="572" y="492"/>
                  </a:lnTo>
                  <a:lnTo>
                    <a:pt x="569" y="493"/>
                  </a:lnTo>
                  <a:lnTo>
                    <a:pt x="567" y="494"/>
                  </a:lnTo>
                  <a:lnTo>
                    <a:pt x="565" y="495"/>
                  </a:lnTo>
                  <a:lnTo>
                    <a:pt x="564" y="497"/>
                  </a:lnTo>
                  <a:lnTo>
                    <a:pt x="562" y="499"/>
                  </a:lnTo>
                  <a:lnTo>
                    <a:pt x="560" y="499"/>
                  </a:lnTo>
                  <a:lnTo>
                    <a:pt x="556" y="499"/>
                  </a:lnTo>
                  <a:lnTo>
                    <a:pt x="553" y="499"/>
                  </a:lnTo>
                  <a:lnTo>
                    <a:pt x="551" y="500"/>
                  </a:lnTo>
                  <a:lnTo>
                    <a:pt x="549" y="503"/>
                  </a:lnTo>
                  <a:lnTo>
                    <a:pt x="546" y="505"/>
                  </a:lnTo>
                  <a:lnTo>
                    <a:pt x="542" y="506"/>
                  </a:lnTo>
                  <a:lnTo>
                    <a:pt x="539" y="505"/>
                  </a:lnTo>
                  <a:lnTo>
                    <a:pt x="536" y="502"/>
                  </a:lnTo>
                  <a:lnTo>
                    <a:pt x="534" y="501"/>
                  </a:lnTo>
                  <a:lnTo>
                    <a:pt x="531" y="499"/>
                  </a:lnTo>
                  <a:lnTo>
                    <a:pt x="529" y="498"/>
                  </a:lnTo>
                  <a:lnTo>
                    <a:pt x="527" y="497"/>
                  </a:lnTo>
                  <a:lnTo>
                    <a:pt x="526" y="495"/>
                  </a:lnTo>
                  <a:lnTo>
                    <a:pt x="523" y="495"/>
                  </a:lnTo>
                  <a:lnTo>
                    <a:pt x="520" y="495"/>
                  </a:lnTo>
                  <a:lnTo>
                    <a:pt x="516" y="494"/>
                  </a:lnTo>
                  <a:lnTo>
                    <a:pt x="513" y="493"/>
                  </a:lnTo>
                  <a:lnTo>
                    <a:pt x="513" y="491"/>
                  </a:lnTo>
                  <a:lnTo>
                    <a:pt x="514" y="489"/>
                  </a:lnTo>
                  <a:lnTo>
                    <a:pt x="515" y="487"/>
                  </a:lnTo>
                  <a:lnTo>
                    <a:pt x="514" y="485"/>
                  </a:lnTo>
                  <a:lnTo>
                    <a:pt x="512" y="483"/>
                  </a:lnTo>
                  <a:lnTo>
                    <a:pt x="512" y="481"/>
                  </a:lnTo>
                  <a:lnTo>
                    <a:pt x="513" y="479"/>
                  </a:lnTo>
                  <a:lnTo>
                    <a:pt x="517" y="478"/>
                  </a:lnTo>
                  <a:lnTo>
                    <a:pt x="520" y="476"/>
                  </a:lnTo>
                  <a:lnTo>
                    <a:pt x="521" y="475"/>
                  </a:lnTo>
                  <a:lnTo>
                    <a:pt x="521" y="473"/>
                  </a:lnTo>
                  <a:lnTo>
                    <a:pt x="522" y="471"/>
                  </a:lnTo>
                  <a:lnTo>
                    <a:pt x="523" y="469"/>
                  </a:lnTo>
                  <a:lnTo>
                    <a:pt x="524" y="467"/>
                  </a:lnTo>
                  <a:lnTo>
                    <a:pt x="525" y="465"/>
                  </a:lnTo>
                  <a:lnTo>
                    <a:pt x="525" y="462"/>
                  </a:lnTo>
                  <a:lnTo>
                    <a:pt x="527" y="460"/>
                  </a:lnTo>
                  <a:lnTo>
                    <a:pt x="530" y="460"/>
                  </a:lnTo>
                  <a:lnTo>
                    <a:pt x="534" y="461"/>
                  </a:lnTo>
                  <a:lnTo>
                    <a:pt x="537" y="463"/>
                  </a:lnTo>
                  <a:lnTo>
                    <a:pt x="539" y="464"/>
                  </a:lnTo>
                  <a:lnTo>
                    <a:pt x="541" y="463"/>
                  </a:lnTo>
                  <a:lnTo>
                    <a:pt x="543" y="461"/>
                  </a:lnTo>
                  <a:lnTo>
                    <a:pt x="545" y="460"/>
                  </a:lnTo>
                  <a:lnTo>
                    <a:pt x="547" y="461"/>
                  </a:lnTo>
                  <a:lnTo>
                    <a:pt x="549" y="462"/>
                  </a:lnTo>
                  <a:lnTo>
                    <a:pt x="551" y="462"/>
                  </a:lnTo>
                  <a:lnTo>
                    <a:pt x="554" y="462"/>
                  </a:lnTo>
                  <a:lnTo>
                    <a:pt x="557" y="462"/>
                  </a:lnTo>
                  <a:lnTo>
                    <a:pt x="559" y="463"/>
                  </a:lnTo>
                  <a:lnTo>
                    <a:pt x="561" y="464"/>
                  </a:lnTo>
                  <a:lnTo>
                    <a:pt x="563" y="465"/>
                  </a:lnTo>
                  <a:lnTo>
                    <a:pt x="565" y="466"/>
                  </a:lnTo>
                  <a:lnTo>
                    <a:pt x="567" y="468"/>
                  </a:lnTo>
                  <a:lnTo>
                    <a:pt x="568" y="470"/>
                  </a:lnTo>
                  <a:lnTo>
                    <a:pt x="567" y="472"/>
                  </a:lnTo>
                  <a:lnTo>
                    <a:pt x="565" y="475"/>
                  </a:lnTo>
                  <a:lnTo>
                    <a:pt x="565" y="477"/>
                  </a:lnTo>
                  <a:lnTo>
                    <a:pt x="567" y="478"/>
                  </a:lnTo>
                  <a:lnTo>
                    <a:pt x="572" y="479"/>
                  </a:lnTo>
                  <a:close/>
                </a:path>
              </a:pathLst>
            </a:custGeom>
            <a:solidFill>
              <a:srgbClr val="59A3CD">
                <a:alpha val="9600"/>
              </a:srgbClr>
            </a:solidFill>
            <a:ln>
              <a:noFill/>
            </a:ln>
          </p:spPr>
          <p:txBody>
            <a:bodyPr anchor="ctr"/>
            <a:lstStyle/>
            <a:p>
              <a:pPr algn="ctr">
                <a:buNone/>
              </a:pPr>
            </a:p>
          </p:txBody>
        </p:sp>
        <p:sp>
          <p:nvSpPr>
            <p:cNvPr id="6607" name="addition:input:74"/>
            <p:cNvSpPr>
              <a:spLocks noGrp="1"/>
            </p:cNvSpPr>
            <p:nvPr/>
          </p:nvSpPr>
          <p:spPr>
            <a:xfrm>
              <a:off x="209550" y="5438775"/>
              <a:ext cx="1002365" cy="956005"/>
            </a:xfrm>
            <a:custGeom>
              <a:avLst/>
              <a:gdLst/>
              <a:ahLst/>
              <a:cxnLst/>
              <a:rect l="l" t="t" r="r" b="b"/>
              <a:pathLst>
                <a:path w="609" h="510">
                  <a:moveTo>
                    <a:pt x="0" y="0"/>
                  </a:moveTo>
                  <a:moveTo>
                    <a:pt x="609" y="486"/>
                  </a:moveTo>
                  <a:lnTo>
                    <a:pt x="609" y="488"/>
                  </a:lnTo>
                  <a:lnTo>
                    <a:pt x="608" y="490"/>
                  </a:lnTo>
                  <a:lnTo>
                    <a:pt x="608" y="492"/>
                  </a:lnTo>
                  <a:lnTo>
                    <a:pt x="607" y="494"/>
                  </a:lnTo>
                  <a:lnTo>
                    <a:pt x="604" y="496"/>
                  </a:lnTo>
                  <a:lnTo>
                    <a:pt x="600" y="497"/>
                  </a:lnTo>
                  <a:lnTo>
                    <a:pt x="596" y="497"/>
                  </a:lnTo>
                  <a:lnTo>
                    <a:pt x="593" y="498"/>
                  </a:lnTo>
                  <a:lnTo>
                    <a:pt x="593" y="500"/>
                  </a:lnTo>
                  <a:lnTo>
                    <a:pt x="593" y="504"/>
                  </a:lnTo>
                  <a:lnTo>
                    <a:pt x="592" y="507"/>
                  </a:lnTo>
                  <a:lnTo>
                    <a:pt x="589" y="508"/>
                  </a:lnTo>
                  <a:lnTo>
                    <a:pt x="586" y="508"/>
                  </a:lnTo>
                  <a:lnTo>
                    <a:pt x="582" y="508"/>
                  </a:lnTo>
                  <a:lnTo>
                    <a:pt x="579" y="509"/>
                  </a:lnTo>
                  <a:lnTo>
                    <a:pt x="576" y="509"/>
                  </a:lnTo>
                  <a:lnTo>
                    <a:pt x="573" y="510"/>
                  </a:lnTo>
                  <a:lnTo>
                    <a:pt x="570" y="509"/>
                  </a:lnTo>
                  <a:lnTo>
                    <a:pt x="568" y="508"/>
                  </a:lnTo>
                  <a:lnTo>
                    <a:pt x="565" y="507"/>
                  </a:lnTo>
                  <a:lnTo>
                    <a:pt x="563" y="507"/>
                  </a:lnTo>
                  <a:lnTo>
                    <a:pt x="560" y="506"/>
                  </a:lnTo>
                  <a:lnTo>
                    <a:pt x="559" y="505"/>
                  </a:lnTo>
                  <a:lnTo>
                    <a:pt x="557" y="503"/>
                  </a:lnTo>
                  <a:lnTo>
                    <a:pt x="556" y="502"/>
                  </a:lnTo>
                  <a:lnTo>
                    <a:pt x="553" y="501"/>
                  </a:lnTo>
                  <a:lnTo>
                    <a:pt x="549" y="502"/>
                  </a:lnTo>
                  <a:lnTo>
                    <a:pt x="545" y="502"/>
                  </a:lnTo>
                  <a:lnTo>
                    <a:pt x="543" y="500"/>
                  </a:lnTo>
                  <a:lnTo>
                    <a:pt x="544" y="497"/>
                  </a:lnTo>
                  <a:lnTo>
                    <a:pt x="547" y="494"/>
                  </a:lnTo>
                  <a:lnTo>
                    <a:pt x="548" y="492"/>
                  </a:lnTo>
                  <a:lnTo>
                    <a:pt x="549" y="490"/>
                  </a:lnTo>
                  <a:lnTo>
                    <a:pt x="548" y="488"/>
                  </a:lnTo>
                  <a:lnTo>
                    <a:pt x="549" y="486"/>
                  </a:lnTo>
                  <a:lnTo>
                    <a:pt x="549" y="484"/>
                  </a:lnTo>
                  <a:lnTo>
                    <a:pt x="549" y="482"/>
                  </a:lnTo>
                  <a:lnTo>
                    <a:pt x="548" y="480"/>
                  </a:lnTo>
                  <a:lnTo>
                    <a:pt x="546" y="477"/>
                  </a:lnTo>
                  <a:lnTo>
                    <a:pt x="546" y="475"/>
                  </a:lnTo>
                  <a:lnTo>
                    <a:pt x="548" y="474"/>
                  </a:lnTo>
                  <a:lnTo>
                    <a:pt x="551" y="473"/>
                  </a:lnTo>
                  <a:lnTo>
                    <a:pt x="553" y="471"/>
                  </a:lnTo>
                  <a:lnTo>
                    <a:pt x="553" y="469"/>
                  </a:lnTo>
                  <a:lnTo>
                    <a:pt x="553" y="466"/>
                  </a:lnTo>
                  <a:lnTo>
                    <a:pt x="555" y="465"/>
                  </a:lnTo>
                  <a:lnTo>
                    <a:pt x="558" y="465"/>
                  </a:lnTo>
                  <a:lnTo>
                    <a:pt x="562" y="466"/>
                  </a:lnTo>
                  <a:lnTo>
                    <a:pt x="565" y="467"/>
                  </a:lnTo>
                  <a:lnTo>
                    <a:pt x="567" y="467"/>
                  </a:lnTo>
                  <a:lnTo>
                    <a:pt x="568" y="466"/>
                  </a:lnTo>
                  <a:lnTo>
                    <a:pt x="570" y="464"/>
                  </a:lnTo>
                  <a:lnTo>
                    <a:pt x="573" y="463"/>
                  </a:lnTo>
                  <a:lnTo>
                    <a:pt x="576" y="463"/>
                  </a:lnTo>
                  <a:lnTo>
                    <a:pt x="579" y="462"/>
                  </a:lnTo>
                  <a:lnTo>
                    <a:pt x="582" y="461"/>
                  </a:lnTo>
                  <a:lnTo>
                    <a:pt x="586" y="462"/>
                  </a:lnTo>
                  <a:lnTo>
                    <a:pt x="588" y="464"/>
                  </a:lnTo>
                  <a:lnTo>
                    <a:pt x="589" y="467"/>
                  </a:lnTo>
                  <a:lnTo>
                    <a:pt x="590" y="470"/>
                  </a:lnTo>
                  <a:lnTo>
                    <a:pt x="592" y="471"/>
                  </a:lnTo>
                  <a:lnTo>
                    <a:pt x="595" y="472"/>
                  </a:lnTo>
                  <a:lnTo>
                    <a:pt x="599" y="473"/>
                  </a:lnTo>
                  <a:lnTo>
                    <a:pt x="601" y="474"/>
                  </a:lnTo>
                  <a:lnTo>
                    <a:pt x="601" y="476"/>
                  </a:lnTo>
                  <a:lnTo>
                    <a:pt x="601" y="479"/>
                  </a:lnTo>
                  <a:lnTo>
                    <a:pt x="603" y="480"/>
                  </a:lnTo>
                  <a:lnTo>
                    <a:pt x="605" y="482"/>
                  </a:lnTo>
                  <a:lnTo>
                    <a:pt x="608" y="484"/>
                  </a:lnTo>
                  <a:close/>
                </a:path>
              </a:pathLst>
            </a:custGeom>
            <a:solidFill>
              <a:srgbClr val="59A3CD">
                <a:alpha val="9600"/>
              </a:srgbClr>
            </a:solidFill>
            <a:ln>
              <a:noFill/>
            </a:ln>
          </p:spPr>
          <p:txBody>
            <a:bodyPr anchor="ctr"/>
            <a:lstStyle/>
            <a:p>
              <a:pPr algn="ctr">
                <a:buNone/>
              </a:pPr>
            </a:p>
          </p:txBody>
        </p:sp>
        <p:sp>
          <p:nvSpPr>
            <p:cNvPr id="6608" name="addition:input:75"/>
            <p:cNvSpPr>
              <a:spLocks noGrp="1"/>
            </p:cNvSpPr>
            <p:nvPr/>
          </p:nvSpPr>
          <p:spPr>
            <a:xfrm>
              <a:off x="209550" y="5438775"/>
              <a:ext cx="1043513" cy="993496"/>
            </a:xfrm>
            <a:custGeom>
              <a:avLst/>
              <a:gdLst/>
              <a:ahLst/>
              <a:cxnLst/>
              <a:rect l="l" t="t" r="r" b="b"/>
              <a:pathLst>
                <a:path w="634" h="530">
                  <a:moveTo>
                    <a:pt x="0" y="0"/>
                  </a:moveTo>
                  <a:moveTo>
                    <a:pt x="626" y="505"/>
                  </a:moveTo>
                  <a:lnTo>
                    <a:pt x="625" y="507"/>
                  </a:lnTo>
                  <a:lnTo>
                    <a:pt x="624" y="509"/>
                  </a:lnTo>
                  <a:lnTo>
                    <a:pt x="623" y="511"/>
                  </a:lnTo>
                  <a:lnTo>
                    <a:pt x="623" y="513"/>
                  </a:lnTo>
                  <a:lnTo>
                    <a:pt x="623" y="515"/>
                  </a:lnTo>
                  <a:lnTo>
                    <a:pt x="624" y="518"/>
                  </a:lnTo>
                  <a:lnTo>
                    <a:pt x="625" y="521"/>
                  </a:lnTo>
                  <a:lnTo>
                    <a:pt x="623" y="523"/>
                  </a:lnTo>
                  <a:lnTo>
                    <a:pt x="620" y="524"/>
                  </a:lnTo>
                  <a:lnTo>
                    <a:pt x="616" y="524"/>
                  </a:lnTo>
                  <a:lnTo>
                    <a:pt x="613" y="525"/>
                  </a:lnTo>
                  <a:lnTo>
                    <a:pt x="611" y="526"/>
                  </a:lnTo>
                  <a:lnTo>
                    <a:pt x="610" y="528"/>
                  </a:lnTo>
                  <a:lnTo>
                    <a:pt x="608" y="530"/>
                  </a:lnTo>
                  <a:lnTo>
                    <a:pt x="605" y="529"/>
                  </a:lnTo>
                  <a:lnTo>
                    <a:pt x="602" y="527"/>
                  </a:lnTo>
                  <a:lnTo>
                    <a:pt x="600" y="526"/>
                  </a:lnTo>
                  <a:lnTo>
                    <a:pt x="598" y="527"/>
                  </a:lnTo>
                  <a:lnTo>
                    <a:pt x="595" y="528"/>
                  </a:lnTo>
                  <a:lnTo>
                    <a:pt x="592" y="529"/>
                  </a:lnTo>
                  <a:lnTo>
                    <a:pt x="589" y="529"/>
                  </a:lnTo>
                  <a:lnTo>
                    <a:pt x="586" y="529"/>
                  </a:lnTo>
                  <a:lnTo>
                    <a:pt x="583" y="529"/>
                  </a:lnTo>
                  <a:lnTo>
                    <a:pt x="579" y="529"/>
                  </a:lnTo>
                  <a:lnTo>
                    <a:pt x="576" y="527"/>
                  </a:lnTo>
                  <a:lnTo>
                    <a:pt x="575" y="524"/>
                  </a:lnTo>
                  <a:lnTo>
                    <a:pt x="576" y="520"/>
                  </a:lnTo>
                  <a:lnTo>
                    <a:pt x="577" y="517"/>
                  </a:lnTo>
                  <a:lnTo>
                    <a:pt x="575" y="516"/>
                  </a:lnTo>
                  <a:lnTo>
                    <a:pt x="571" y="515"/>
                  </a:lnTo>
                  <a:lnTo>
                    <a:pt x="567" y="514"/>
                  </a:lnTo>
                  <a:lnTo>
                    <a:pt x="565" y="512"/>
                  </a:lnTo>
                  <a:lnTo>
                    <a:pt x="564" y="509"/>
                  </a:lnTo>
                  <a:lnTo>
                    <a:pt x="564" y="507"/>
                  </a:lnTo>
                  <a:lnTo>
                    <a:pt x="563" y="505"/>
                  </a:lnTo>
                  <a:lnTo>
                    <a:pt x="562" y="503"/>
                  </a:lnTo>
                  <a:lnTo>
                    <a:pt x="561" y="500"/>
                  </a:lnTo>
                  <a:lnTo>
                    <a:pt x="561" y="498"/>
                  </a:lnTo>
                  <a:lnTo>
                    <a:pt x="563" y="496"/>
                  </a:lnTo>
                  <a:lnTo>
                    <a:pt x="564" y="494"/>
                  </a:lnTo>
                  <a:lnTo>
                    <a:pt x="566" y="492"/>
                  </a:lnTo>
                  <a:lnTo>
                    <a:pt x="567" y="490"/>
                  </a:lnTo>
                  <a:lnTo>
                    <a:pt x="570" y="489"/>
                  </a:lnTo>
                  <a:lnTo>
                    <a:pt x="575" y="489"/>
                  </a:lnTo>
                  <a:lnTo>
                    <a:pt x="579" y="489"/>
                  </a:lnTo>
                  <a:lnTo>
                    <a:pt x="581" y="488"/>
                  </a:lnTo>
                  <a:lnTo>
                    <a:pt x="582" y="485"/>
                  </a:lnTo>
                  <a:lnTo>
                    <a:pt x="583" y="481"/>
                  </a:lnTo>
                  <a:lnTo>
                    <a:pt x="585" y="478"/>
                  </a:lnTo>
                  <a:lnTo>
                    <a:pt x="589" y="478"/>
                  </a:lnTo>
                  <a:lnTo>
                    <a:pt x="593" y="478"/>
                  </a:lnTo>
                  <a:lnTo>
                    <a:pt x="597" y="479"/>
                  </a:lnTo>
                  <a:lnTo>
                    <a:pt x="600" y="480"/>
                  </a:lnTo>
                  <a:lnTo>
                    <a:pt x="604" y="480"/>
                  </a:lnTo>
                  <a:lnTo>
                    <a:pt x="607" y="482"/>
                  </a:lnTo>
                  <a:lnTo>
                    <a:pt x="609" y="483"/>
                  </a:lnTo>
                  <a:lnTo>
                    <a:pt x="612" y="485"/>
                  </a:lnTo>
                  <a:lnTo>
                    <a:pt x="614" y="485"/>
                  </a:lnTo>
                  <a:lnTo>
                    <a:pt x="618" y="485"/>
                  </a:lnTo>
                  <a:lnTo>
                    <a:pt x="621" y="486"/>
                  </a:lnTo>
                  <a:lnTo>
                    <a:pt x="622" y="487"/>
                  </a:lnTo>
                  <a:lnTo>
                    <a:pt x="623" y="490"/>
                  </a:lnTo>
                  <a:lnTo>
                    <a:pt x="624" y="492"/>
                  </a:lnTo>
                  <a:lnTo>
                    <a:pt x="626" y="493"/>
                  </a:lnTo>
                  <a:lnTo>
                    <a:pt x="630" y="493"/>
                  </a:lnTo>
                  <a:lnTo>
                    <a:pt x="634" y="495"/>
                  </a:lnTo>
                  <a:lnTo>
                    <a:pt x="634" y="497"/>
                  </a:lnTo>
                  <a:lnTo>
                    <a:pt x="632" y="500"/>
                  </a:lnTo>
                  <a:lnTo>
                    <a:pt x="628" y="503"/>
                  </a:lnTo>
                  <a:close/>
                </a:path>
              </a:pathLst>
            </a:custGeom>
            <a:solidFill>
              <a:srgbClr val="59A3CD">
                <a:alpha val="9600"/>
              </a:srgbClr>
            </a:solidFill>
            <a:ln>
              <a:noFill/>
            </a:ln>
          </p:spPr>
          <p:txBody>
            <a:bodyPr anchor="ctr"/>
            <a:lstStyle/>
            <a:p>
              <a:pPr algn="ctr">
                <a:buNone/>
              </a:pPr>
            </a:p>
          </p:txBody>
        </p:sp>
        <p:sp>
          <p:nvSpPr>
            <p:cNvPr id="6609" name="addition:input:76"/>
            <p:cNvSpPr>
              <a:spLocks noGrp="1"/>
            </p:cNvSpPr>
            <p:nvPr/>
          </p:nvSpPr>
          <p:spPr>
            <a:xfrm>
              <a:off x="209550" y="5438775"/>
              <a:ext cx="1020470" cy="1034735"/>
            </a:xfrm>
            <a:custGeom>
              <a:avLst/>
              <a:gdLst/>
              <a:ahLst/>
              <a:cxnLst/>
              <a:rect l="l" t="t" r="r" b="b"/>
              <a:pathLst>
                <a:path w="620" h="552">
                  <a:moveTo>
                    <a:pt x="0" y="0"/>
                  </a:moveTo>
                  <a:moveTo>
                    <a:pt x="616" y="526"/>
                  </a:moveTo>
                  <a:lnTo>
                    <a:pt x="615" y="528"/>
                  </a:lnTo>
                  <a:lnTo>
                    <a:pt x="612" y="530"/>
                  </a:lnTo>
                  <a:lnTo>
                    <a:pt x="610" y="532"/>
                  </a:lnTo>
                  <a:lnTo>
                    <a:pt x="609" y="534"/>
                  </a:lnTo>
                  <a:lnTo>
                    <a:pt x="608" y="537"/>
                  </a:lnTo>
                  <a:lnTo>
                    <a:pt x="606" y="538"/>
                  </a:lnTo>
                  <a:lnTo>
                    <a:pt x="603" y="540"/>
                  </a:lnTo>
                  <a:lnTo>
                    <a:pt x="601" y="541"/>
                  </a:lnTo>
                  <a:lnTo>
                    <a:pt x="600" y="544"/>
                  </a:lnTo>
                  <a:lnTo>
                    <a:pt x="600" y="547"/>
                  </a:lnTo>
                  <a:lnTo>
                    <a:pt x="599" y="551"/>
                  </a:lnTo>
                  <a:lnTo>
                    <a:pt x="595" y="552"/>
                  </a:lnTo>
                  <a:lnTo>
                    <a:pt x="590" y="551"/>
                  </a:lnTo>
                  <a:lnTo>
                    <a:pt x="586" y="549"/>
                  </a:lnTo>
                  <a:lnTo>
                    <a:pt x="582" y="548"/>
                  </a:lnTo>
                  <a:lnTo>
                    <a:pt x="579" y="548"/>
                  </a:lnTo>
                  <a:lnTo>
                    <a:pt x="577" y="549"/>
                  </a:lnTo>
                  <a:lnTo>
                    <a:pt x="574" y="549"/>
                  </a:lnTo>
                  <a:lnTo>
                    <a:pt x="571" y="550"/>
                  </a:lnTo>
                  <a:lnTo>
                    <a:pt x="568" y="550"/>
                  </a:lnTo>
                  <a:lnTo>
                    <a:pt x="565" y="550"/>
                  </a:lnTo>
                  <a:lnTo>
                    <a:pt x="561" y="551"/>
                  </a:lnTo>
                  <a:lnTo>
                    <a:pt x="557" y="550"/>
                  </a:lnTo>
                  <a:lnTo>
                    <a:pt x="555" y="548"/>
                  </a:lnTo>
                  <a:lnTo>
                    <a:pt x="554" y="546"/>
                  </a:lnTo>
                  <a:lnTo>
                    <a:pt x="552" y="544"/>
                  </a:lnTo>
                  <a:lnTo>
                    <a:pt x="549" y="542"/>
                  </a:lnTo>
                  <a:lnTo>
                    <a:pt x="545" y="542"/>
                  </a:lnTo>
                  <a:lnTo>
                    <a:pt x="542" y="540"/>
                  </a:lnTo>
                  <a:lnTo>
                    <a:pt x="542" y="537"/>
                  </a:lnTo>
                  <a:lnTo>
                    <a:pt x="544" y="534"/>
                  </a:lnTo>
                  <a:lnTo>
                    <a:pt x="545" y="532"/>
                  </a:lnTo>
                  <a:lnTo>
                    <a:pt x="544" y="530"/>
                  </a:lnTo>
                  <a:lnTo>
                    <a:pt x="540" y="528"/>
                  </a:lnTo>
                  <a:lnTo>
                    <a:pt x="536" y="526"/>
                  </a:lnTo>
                  <a:lnTo>
                    <a:pt x="534" y="524"/>
                  </a:lnTo>
                  <a:lnTo>
                    <a:pt x="533" y="521"/>
                  </a:lnTo>
                  <a:lnTo>
                    <a:pt x="532" y="519"/>
                  </a:lnTo>
                  <a:lnTo>
                    <a:pt x="532" y="516"/>
                  </a:lnTo>
                  <a:lnTo>
                    <a:pt x="533" y="514"/>
                  </a:lnTo>
                  <a:lnTo>
                    <a:pt x="537" y="512"/>
                  </a:lnTo>
                  <a:lnTo>
                    <a:pt x="542" y="512"/>
                  </a:lnTo>
                  <a:lnTo>
                    <a:pt x="547" y="512"/>
                  </a:lnTo>
                  <a:lnTo>
                    <a:pt x="549" y="510"/>
                  </a:lnTo>
                  <a:lnTo>
                    <a:pt x="550" y="508"/>
                  </a:lnTo>
                  <a:lnTo>
                    <a:pt x="551" y="505"/>
                  </a:lnTo>
                  <a:lnTo>
                    <a:pt x="553" y="503"/>
                  </a:lnTo>
                  <a:lnTo>
                    <a:pt x="558" y="503"/>
                  </a:lnTo>
                  <a:lnTo>
                    <a:pt x="562" y="503"/>
                  </a:lnTo>
                  <a:lnTo>
                    <a:pt x="566" y="503"/>
                  </a:lnTo>
                  <a:lnTo>
                    <a:pt x="569" y="501"/>
                  </a:lnTo>
                  <a:lnTo>
                    <a:pt x="573" y="499"/>
                  </a:lnTo>
                  <a:lnTo>
                    <a:pt x="578" y="498"/>
                  </a:lnTo>
                  <a:lnTo>
                    <a:pt x="582" y="499"/>
                  </a:lnTo>
                  <a:lnTo>
                    <a:pt x="586" y="500"/>
                  </a:lnTo>
                  <a:lnTo>
                    <a:pt x="590" y="501"/>
                  </a:lnTo>
                  <a:lnTo>
                    <a:pt x="594" y="503"/>
                  </a:lnTo>
                  <a:lnTo>
                    <a:pt x="597" y="504"/>
                  </a:lnTo>
                  <a:lnTo>
                    <a:pt x="598" y="507"/>
                  </a:lnTo>
                  <a:lnTo>
                    <a:pt x="599" y="510"/>
                  </a:lnTo>
                  <a:lnTo>
                    <a:pt x="602" y="511"/>
                  </a:lnTo>
                  <a:lnTo>
                    <a:pt x="606" y="511"/>
                  </a:lnTo>
                  <a:lnTo>
                    <a:pt x="612" y="511"/>
                  </a:lnTo>
                  <a:lnTo>
                    <a:pt x="618" y="511"/>
                  </a:lnTo>
                  <a:lnTo>
                    <a:pt x="620" y="513"/>
                  </a:lnTo>
                  <a:lnTo>
                    <a:pt x="619" y="516"/>
                  </a:lnTo>
                  <a:lnTo>
                    <a:pt x="617" y="519"/>
                  </a:lnTo>
                  <a:lnTo>
                    <a:pt x="616" y="521"/>
                  </a:lnTo>
                  <a:lnTo>
                    <a:pt x="616" y="524"/>
                  </a:lnTo>
                  <a:close/>
                </a:path>
              </a:pathLst>
            </a:custGeom>
            <a:solidFill>
              <a:srgbClr val="59A3CD">
                <a:alpha val="9600"/>
              </a:srgbClr>
            </a:solidFill>
            <a:ln>
              <a:noFill/>
            </a:ln>
          </p:spPr>
          <p:txBody>
            <a:bodyPr anchor="ctr"/>
            <a:lstStyle/>
            <a:p>
              <a:pPr algn="ctr">
                <a:buNone/>
              </a:pPr>
            </a:p>
          </p:txBody>
        </p:sp>
        <p:sp>
          <p:nvSpPr>
            <p:cNvPr id="6610" name="addition:input:77"/>
            <p:cNvSpPr>
              <a:spLocks noGrp="1"/>
            </p:cNvSpPr>
            <p:nvPr/>
          </p:nvSpPr>
          <p:spPr>
            <a:xfrm>
              <a:off x="209550" y="5438775"/>
              <a:ext cx="941466" cy="1038484"/>
            </a:xfrm>
            <a:custGeom>
              <a:avLst/>
              <a:gdLst/>
              <a:ahLst/>
              <a:cxnLst/>
              <a:rect l="l" t="t" r="r" b="b"/>
              <a:pathLst>
                <a:path w="572" h="554">
                  <a:moveTo>
                    <a:pt x="0" y="0"/>
                  </a:moveTo>
                  <a:moveTo>
                    <a:pt x="571" y="528"/>
                  </a:moveTo>
                  <a:lnTo>
                    <a:pt x="571" y="531"/>
                  </a:lnTo>
                  <a:lnTo>
                    <a:pt x="568" y="533"/>
                  </a:lnTo>
                  <a:lnTo>
                    <a:pt x="565" y="534"/>
                  </a:lnTo>
                  <a:lnTo>
                    <a:pt x="562" y="536"/>
                  </a:lnTo>
                  <a:lnTo>
                    <a:pt x="562" y="538"/>
                  </a:lnTo>
                  <a:lnTo>
                    <a:pt x="565" y="541"/>
                  </a:lnTo>
                  <a:lnTo>
                    <a:pt x="566" y="544"/>
                  </a:lnTo>
                  <a:lnTo>
                    <a:pt x="566" y="547"/>
                  </a:lnTo>
                  <a:lnTo>
                    <a:pt x="563" y="548"/>
                  </a:lnTo>
                  <a:lnTo>
                    <a:pt x="559" y="549"/>
                  </a:lnTo>
                  <a:lnTo>
                    <a:pt x="556" y="549"/>
                  </a:lnTo>
                  <a:lnTo>
                    <a:pt x="553" y="550"/>
                  </a:lnTo>
                  <a:lnTo>
                    <a:pt x="551" y="550"/>
                  </a:lnTo>
                  <a:lnTo>
                    <a:pt x="548" y="550"/>
                  </a:lnTo>
                  <a:lnTo>
                    <a:pt x="545" y="549"/>
                  </a:lnTo>
                  <a:lnTo>
                    <a:pt x="543" y="550"/>
                  </a:lnTo>
                  <a:lnTo>
                    <a:pt x="541" y="552"/>
                  </a:lnTo>
                  <a:lnTo>
                    <a:pt x="538" y="554"/>
                  </a:lnTo>
                  <a:lnTo>
                    <a:pt x="535" y="554"/>
                  </a:lnTo>
                  <a:lnTo>
                    <a:pt x="532" y="553"/>
                  </a:lnTo>
                  <a:lnTo>
                    <a:pt x="530" y="551"/>
                  </a:lnTo>
                  <a:lnTo>
                    <a:pt x="527" y="550"/>
                  </a:lnTo>
                  <a:lnTo>
                    <a:pt x="524" y="550"/>
                  </a:lnTo>
                  <a:lnTo>
                    <a:pt x="519" y="551"/>
                  </a:lnTo>
                  <a:lnTo>
                    <a:pt x="516" y="550"/>
                  </a:lnTo>
                  <a:lnTo>
                    <a:pt x="514" y="548"/>
                  </a:lnTo>
                  <a:lnTo>
                    <a:pt x="514" y="544"/>
                  </a:lnTo>
                  <a:lnTo>
                    <a:pt x="513" y="542"/>
                  </a:lnTo>
                  <a:lnTo>
                    <a:pt x="512" y="540"/>
                  </a:lnTo>
                  <a:lnTo>
                    <a:pt x="510" y="538"/>
                  </a:lnTo>
                  <a:lnTo>
                    <a:pt x="509" y="536"/>
                  </a:lnTo>
                  <a:lnTo>
                    <a:pt x="507" y="534"/>
                  </a:lnTo>
                  <a:lnTo>
                    <a:pt x="505" y="532"/>
                  </a:lnTo>
                  <a:lnTo>
                    <a:pt x="501" y="531"/>
                  </a:lnTo>
                  <a:lnTo>
                    <a:pt x="497" y="528"/>
                  </a:lnTo>
                  <a:lnTo>
                    <a:pt x="495" y="526"/>
                  </a:lnTo>
                  <a:lnTo>
                    <a:pt x="496" y="523"/>
                  </a:lnTo>
                  <a:lnTo>
                    <a:pt x="500" y="522"/>
                  </a:lnTo>
                  <a:lnTo>
                    <a:pt x="504" y="520"/>
                  </a:lnTo>
                  <a:lnTo>
                    <a:pt x="506" y="519"/>
                  </a:lnTo>
                  <a:lnTo>
                    <a:pt x="507" y="516"/>
                  </a:lnTo>
                  <a:lnTo>
                    <a:pt x="507" y="514"/>
                  </a:lnTo>
                  <a:lnTo>
                    <a:pt x="509" y="512"/>
                  </a:lnTo>
                  <a:lnTo>
                    <a:pt x="513" y="511"/>
                  </a:lnTo>
                  <a:lnTo>
                    <a:pt x="516" y="511"/>
                  </a:lnTo>
                  <a:lnTo>
                    <a:pt x="519" y="509"/>
                  </a:lnTo>
                  <a:lnTo>
                    <a:pt x="521" y="507"/>
                  </a:lnTo>
                  <a:lnTo>
                    <a:pt x="524" y="506"/>
                  </a:lnTo>
                  <a:lnTo>
                    <a:pt x="527" y="504"/>
                  </a:lnTo>
                  <a:lnTo>
                    <a:pt x="530" y="504"/>
                  </a:lnTo>
                  <a:lnTo>
                    <a:pt x="534" y="503"/>
                  </a:lnTo>
                  <a:lnTo>
                    <a:pt x="538" y="501"/>
                  </a:lnTo>
                  <a:lnTo>
                    <a:pt x="541" y="500"/>
                  </a:lnTo>
                  <a:lnTo>
                    <a:pt x="545" y="501"/>
                  </a:lnTo>
                  <a:lnTo>
                    <a:pt x="548" y="505"/>
                  </a:lnTo>
                  <a:lnTo>
                    <a:pt x="550" y="508"/>
                  </a:lnTo>
                  <a:lnTo>
                    <a:pt x="551" y="510"/>
                  </a:lnTo>
                  <a:lnTo>
                    <a:pt x="554" y="510"/>
                  </a:lnTo>
                  <a:lnTo>
                    <a:pt x="558" y="509"/>
                  </a:lnTo>
                  <a:lnTo>
                    <a:pt x="562" y="509"/>
                  </a:lnTo>
                  <a:lnTo>
                    <a:pt x="565" y="510"/>
                  </a:lnTo>
                  <a:lnTo>
                    <a:pt x="567" y="512"/>
                  </a:lnTo>
                  <a:lnTo>
                    <a:pt x="568" y="513"/>
                  </a:lnTo>
                  <a:lnTo>
                    <a:pt x="570" y="515"/>
                  </a:lnTo>
                  <a:lnTo>
                    <a:pt x="572" y="517"/>
                  </a:lnTo>
                  <a:lnTo>
                    <a:pt x="572" y="519"/>
                  </a:lnTo>
                  <a:lnTo>
                    <a:pt x="571" y="522"/>
                  </a:lnTo>
                  <a:lnTo>
                    <a:pt x="570" y="524"/>
                  </a:lnTo>
                  <a:lnTo>
                    <a:pt x="570" y="526"/>
                  </a:lnTo>
                  <a:close/>
                </a:path>
              </a:pathLst>
            </a:custGeom>
            <a:solidFill>
              <a:srgbClr val="59A3CD">
                <a:alpha val="9600"/>
              </a:srgbClr>
            </a:solidFill>
            <a:ln>
              <a:noFill/>
            </a:ln>
          </p:spPr>
          <p:txBody>
            <a:bodyPr anchor="ctr"/>
            <a:lstStyle/>
            <a:p>
              <a:pPr algn="ctr">
                <a:buNone/>
              </a:pPr>
            </a:p>
          </p:txBody>
        </p:sp>
        <p:sp>
          <p:nvSpPr>
            <p:cNvPr id="6611" name="addition:input:78"/>
            <p:cNvSpPr>
              <a:spLocks noGrp="1"/>
            </p:cNvSpPr>
            <p:nvPr/>
          </p:nvSpPr>
          <p:spPr>
            <a:xfrm>
              <a:off x="209550" y="5438775"/>
              <a:ext cx="880567" cy="1017864"/>
            </a:xfrm>
            <a:custGeom>
              <a:avLst/>
              <a:gdLst/>
              <a:ahLst/>
              <a:cxnLst/>
              <a:rect l="l" t="t" r="r" b="b"/>
              <a:pathLst>
                <a:path w="535" h="543">
                  <a:moveTo>
                    <a:pt x="0" y="0"/>
                  </a:moveTo>
                  <a:moveTo>
                    <a:pt x="530" y="519"/>
                  </a:moveTo>
                  <a:lnTo>
                    <a:pt x="532" y="521"/>
                  </a:lnTo>
                  <a:lnTo>
                    <a:pt x="533" y="523"/>
                  </a:lnTo>
                  <a:lnTo>
                    <a:pt x="532" y="525"/>
                  </a:lnTo>
                  <a:lnTo>
                    <a:pt x="530" y="526"/>
                  </a:lnTo>
                  <a:lnTo>
                    <a:pt x="529" y="528"/>
                  </a:lnTo>
                  <a:lnTo>
                    <a:pt x="529" y="530"/>
                  </a:lnTo>
                  <a:lnTo>
                    <a:pt x="530" y="532"/>
                  </a:lnTo>
                  <a:lnTo>
                    <a:pt x="529" y="535"/>
                  </a:lnTo>
                  <a:lnTo>
                    <a:pt x="528" y="536"/>
                  </a:lnTo>
                  <a:lnTo>
                    <a:pt x="525" y="537"/>
                  </a:lnTo>
                  <a:lnTo>
                    <a:pt x="523" y="537"/>
                  </a:lnTo>
                  <a:lnTo>
                    <a:pt x="521" y="538"/>
                  </a:lnTo>
                  <a:lnTo>
                    <a:pt x="519" y="538"/>
                  </a:lnTo>
                  <a:lnTo>
                    <a:pt x="516" y="538"/>
                  </a:lnTo>
                  <a:lnTo>
                    <a:pt x="514" y="537"/>
                  </a:lnTo>
                  <a:lnTo>
                    <a:pt x="512" y="536"/>
                  </a:lnTo>
                  <a:lnTo>
                    <a:pt x="511" y="538"/>
                  </a:lnTo>
                  <a:lnTo>
                    <a:pt x="508" y="540"/>
                  </a:lnTo>
                  <a:lnTo>
                    <a:pt x="505" y="543"/>
                  </a:lnTo>
                  <a:lnTo>
                    <a:pt x="503" y="543"/>
                  </a:lnTo>
                  <a:lnTo>
                    <a:pt x="500" y="541"/>
                  </a:lnTo>
                  <a:lnTo>
                    <a:pt x="498" y="539"/>
                  </a:lnTo>
                  <a:lnTo>
                    <a:pt x="496" y="538"/>
                  </a:lnTo>
                  <a:lnTo>
                    <a:pt x="494" y="537"/>
                  </a:lnTo>
                  <a:lnTo>
                    <a:pt x="491" y="536"/>
                  </a:lnTo>
                  <a:lnTo>
                    <a:pt x="489" y="534"/>
                  </a:lnTo>
                  <a:lnTo>
                    <a:pt x="488" y="532"/>
                  </a:lnTo>
                  <a:lnTo>
                    <a:pt x="487" y="531"/>
                  </a:lnTo>
                  <a:lnTo>
                    <a:pt x="485" y="529"/>
                  </a:lnTo>
                  <a:lnTo>
                    <a:pt x="483" y="528"/>
                  </a:lnTo>
                  <a:lnTo>
                    <a:pt x="481" y="527"/>
                  </a:lnTo>
                  <a:lnTo>
                    <a:pt x="481" y="525"/>
                  </a:lnTo>
                  <a:lnTo>
                    <a:pt x="481" y="523"/>
                  </a:lnTo>
                  <a:lnTo>
                    <a:pt x="479" y="521"/>
                  </a:lnTo>
                  <a:lnTo>
                    <a:pt x="476" y="519"/>
                  </a:lnTo>
                  <a:lnTo>
                    <a:pt x="473" y="517"/>
                  </a:lnTo>
                  <a:lnTo>
                    <a:pt x="473" y="515"/>
                  </a:lnTo>
                  <a:lnTo>
                    <a:pt x="475" y="513"/>
                  </a:lnTo>
                  <a:lnTo>
                    <a:pt x="479" y="512"/>
                  </a:lnTo>
                  <a:lnTo>
                    <a:pt x="483" y="511"/>
                  </a:lnTo>
                  <a:lnTo>
                    <a:pt x="485" y="510"/>
                  </a:lnTo>
                  <a:lnTo>
                    <a:pt x="486" y="508"/>
                  </a:lnTo>
                  <a:lnTo>
                    <a:pt x="487" y="507"/>
                  </a:lnTo>
                  <a:lnTo>
                    <a:pt x="489" y="505"/>
                  </a:lnTo>
                  <a:lnTo>
                    <a:pt x="491" y="504"/>
                  </a:lnTo>
                  <a:lnTo>
                    <a:pt x="492" y="502"/>
                  </a:lnTo>
                  <a:lnTo>
                    <a:pt x="494" y="500"/>
                  </a:lnTo>
                  <a:lnTo>
                    <a:pt x="496" y="498"/>
                  </a:lnTo>
                  <a:lnTo>
                    <a:pt x="499" y="498"/>
                  </a:lnTo>
                  <a:lnTo>
                    <a:pt x="503" y="498"/>
                  </a:lnTo>
                  <a:lnTo>
                    <a:pt x="506" y="499"/>
                  </a:lnTo>
                  <a:lnTo>
                    <a:pt x="508" y="499"/>
                  </a:lnTo>
                  <a:lnTo>
                    <a:pt x="511" y="498"/>
                  </a:lnTo>
                  <a:lnTo>
                    <a:pt x="514" y="497"/>
                  </a:lnTo>
                  <a:lnTo>
                    <a:pt x="516" y="498"/>
                  </a:lnTo>
                  <a:lnTo>
                    <a:pt x="518" y="501"/>
                  </a:lnTo>
                  <a:lnTo>
                    <a:pt x="519" y="503"/>
                  </a:lnTo>
                  <a:lnTo>
                    <a:pt x="520" y="504"/>
                  </a:lnTo>
                  <a:lnTo>
                    <a:pt x="523" y="504"/>
                  </a:lnTo>
                  <a:lnTo>
                    <a:pt x="526" y="503"/>
                  </a:lnTo>
                  <a:lnTo>
                    <a:pt x="528" y="504"/>
                  </a:lnTo>
                  <a:lnTo>
                    <a:pt x="530" y="505"/>
                  </a:lnTo>
                  <a:lnTo>
                    <a:pt x="532" y="506"/>
                  </a:lnTo>
                  <a:lnTo>
                    <a:pt x="534" y="507"/>
                  </a:lnTo>
                  <a:lnTo>
                    <a:pt x="535" y="509"/>
                  </a:lnTo>
                  <a:lnTo>
                    <a:pt x="535" y="511"/>
                  </a:lnTo>
                  <a:lnTo>
                    <a:pt x="533" y="514"/>
                  </a:lnTo>
                  <a:lnTo>
                    <a:pt x="530" y="516"/>
                  </a:lnTo>
                  <a:lnTo>
                    <a:pt x="529" y="518"/>
                  </a:lnTo>
                  <a:close/>
                </a:path>
              </a:pathLst>
            </a:custGeom>
            <a:solidFill>
              <a:srgbClr val="59A3CD">
                <a:alpha val="9600"/>
              </a:srgbClr>
            </a:solidFill>
            <a:ln>
              <a:noFill/>
            </a:ln>
          </p:spPr>
          <p:txBody>
            <a:bodyPr anchor="ctr"/>
            <a:lstStyle/>
            <a:p>
              <a:pPr algn="ctr">
                <a:buNone/>
              </a:pPr>
            </a:p>
          </p:txBody>
        </p:sp>
        <p:sp>
          <p:nvSpPr>
            <p:cNvPr id="6612" name="addition:input:79"/>
            <p:cNvSpPr>
              <a:spLocks noGrp="1"/>
            </p:cNvSpPr>
            <p:nvPr/>
          </p:nvSpPr>
          <p:spPr>
            <a:xfrm>
              <a:off x="209550" y="5438775"/>
              <a:ext cx="994136" cy="1019739"/>
            </a:xfrm>
            <a:custGeom>
              <a:avLst/>
              <a:gdLst/>
              <a:ahLst/>
              <a:cxnLst/>
              <a:rect l="l" t="t" r="r" b="b"/>
              <a:pathLst>
                <a:path w="604" h="544">
                  <a:moveTo>
                    <a:pt x="0" y="0"/>
                  </a:moveTo>
                  <a:moveTo>
                    <a:pt x="602" y="516"/>
                  </a:moveTo>
                  <a:lnTo>
                    <a:pt x="599" y="518"/>
                  </a:lnTo>
                  <a:lnTo>
                    <a:pt x="595" y="520"/>
                  </a:lnTo>
                  <a:lnTo>
                    <a:pt x="593" y="522"/>
                  </a:lnTo>
                  <a:lnTo>
                    <a:pt x="593" y="525"/>
                  </a:lnTo>
                  <a:lnTo>
                    <a:pt x="593" y="528"/>
                  </a:lnTo>
                  <a:lnTo>
                    <a:pt x="592" y="530"/>
                  </a:lnTo>
                  <a:lnTo>
                    <a:pt x="588" y="531"/>
                  </a:lnTo>
                  <a:lnTo>
                    <a:pt x="583" y="532"/>
                  </a:lnTo>
                  <a:lnTo>
                    <a:pt x="580" y="533"/>
                  </a:lnTo>
                  <a:lnTo>
                    <a:pt x="579" y="536"/>
                  </a:lnTo>
                  <a:lnTo>
                    <a:pt x="578" y="540"/>
                  </a:lnTo>
                  <a:lnTo>
                    <a:pt x="576" y="543"/>
                  </a:lnTo>
                  <a:lnTo>
                    <a:pt x="572" y="544"/>
                  </a:lnTo>
                  <a:lnTo>
                    <a:pt x="567" y="543"/>
                  </a:lnTo>
                  <a:lnTo>
                    <a:pt x="563" y="542"/>
                  </a:lnTo>
                  <a:lnTo>
                    <a:pt x="559" y="542"/>
                  </a:lnTo>
                  <a:lnTo>
                    <a:pt x="556" y="541"/>
                  </a:lnTo>
                  <a:lnTo>
                    <a:pt x="553" y="540"/>
                  </a:lnTo>
                  <a:lnTo>
                    <a:pt x="551" y="539"/>
                  </a:lnTo>
                  <a:lnTo>
                    <a:pt x="548" y="538"/>
                  </a:lnTo>
                  <a:lnTo>
                    <a:pt x="545" y="540"/>
                  </a:lnTo>
                  <a:lnTo>
                    <a:pt x="540" y="542"/>
                  </a:lnTo>
                  <a:lnTo>
                    <a:pt x="536" y="543"/>
                  </a:lnTo>
                  <a:lnTo>
                    <a:pt x="533" y="541"/>
                  </a:lnTo>
                  <a:lnTo>
                    <a:pt x="531" y="538"/>
                  </a:lnTo>
                  <a:lnTo>
                    <a:pt x="531" y="535"/>
                  </a:lnTo>
                  <a:lnTo>
                    <a:pt x="529" y="533"/>
                  </a:lnTo>
                  <a:lnTo>
                    <a:pt x="526" y="532"/>
                  </a:lnTo>
                  <a:lnTo>
                    <a:pt x="522" y="530"/>
                  </a:lnTo>
                  <a:lnTo>
                    <a:pt x="521" y="528"/>
                  </a:lnTo>
                  <a:lnTo>
                    <a:pt x="522" y="525"/>
                  </a:lnTo>
                  <a:lnTo>
                    <a:pt x="523" y="522"/>
                  </a:lnTo>
                  <a:lnTo>
                    <a:pt x="523" y="520"/>
                  </a:lnTo>
                  <a:lnTo>
                    <a:pt x="521" y="518"/>
                  </a:lnTo>
                  <a:lnTo>
                    <a:pt x="520" y="516"/>
                  </a:lnTo>
                  <a:lnTo>
                    <a:pt x="519" y="514"/>
                  </a:lnTo>
                  <a:lnTo>
                    <a:pt x="519" y="511"/>
                  </a:lnTo>
                  <a:lnTo>
                    <a:pt x="517" y="509"/>
                  </a:lnTo>
                  <a:lnTo>
                    <a:pt x="514" y="505"/>
                  </a:lnTo>
                  <a:lnTo>
                    <a:pt x="512" y="502"/>
                  </a:lnTo>
                  <a:lnTo>
                    <a:pt x="513" y="499"/>
                  </a:lnTo>
                  <a:lnTo>
                    <a:pt x="519" y="499"/>
                  </a:lnTo>
                  <a:lnTo>
                    <a:pt x="525" y="499"/>
                  </a:lnTo>
                  <a:lnTo>
                    <a:pt x="529" y="499"/>
                  </a:lnTo>
                  <a:lnTo>
                    <a:pt x="531" y="497"/>
                  </a:lnTo>
                  <a:lnTo>
                    <a:pt x="532" y="495"/>
                  </a:lnTo>
                  <a:lnTo>
                    <a:pt x="534" y="493"/>
                  </a:lnTo>
                  <a:lnTo>
                    <a:pt x="537" y="491"/>
                  </a:lnTo>
                  <a:lnTo>
                    <a:pt x="541" y="491"/>
                  </a:lnTo>
                  <a:lnTo>
                    <a:pt x="545" y="490"/>
                  </a:lnTo>
                  <a:lnTo>
                    <a:pt x="548" y="489"/>
                  </a:lnTo>
                  <a:lnTo>
                    <a:pt x="552" y="487"/>
                  </a:lnTo>
                  <a:lnTo>
                    <a:pt x="557" y="487"/>
                  </a:lnTo>
                  <a:lnTo>
                    <a:pt x="561" y="488"/>
                  </a:lnTo>
                  <a:lnTo>
                    <a:pt x="565" y="489"/>
                  </a:lnTo>
                  <a:lnTo>
                    <a:pt x="570" y="489"/>
                  </a:lnTo>
                  <a:lnTo>
                    <a:pt x="575" y="489"/>
                  </a:lnTo>
                  <a:lnTo>
                    <a:pt x="579" y="490"/>
                  </a:lnTo>
                  <a:lnTo>
                    <a:pt x="582" y="493"/>
                  </a:lnTo>
                  <a:lnTo>
                    <a:pt x="582" y="497"/>
                  </a:lnTo>
                  <a:lnTo>
                    <a:pt x="582" y="500"/>
                  </a:lnTo>
                  <a:lnTo>
                    <a:pt x="585" y="501"/>
                  </a:lnTo>
                  <a:lnTo>
                    <a:pt x="590" y="501"/>
                  </a:lnTo>
                  <a:lnTo>
                    <a:pt x="596" y="502"/>
                  </a:lnTo>
                  <a:lnTo>
                    <a:pt x="601" y="503"/>
                  </a:lnTo>
                  <a:lnTo>
                    <a:pt x="603" y="505"/>
                  </a:lnTo>
                  <a:lnTo>
                    <a:pt x="603" y="508"/>
                  </a:lnTo>
                  <a:lnTo>
                    <a:pt x="604" y="511"/>
                  </a:lnTo>
                  <a:lnTo>
                    <a:pt x="604" y="513"/>
                  </a:lnTo>
                  <a:close/>
                </a:path>
              </a:pathLst>
            </a:custGeom>
            <a:solidFill>
              <a:srgbClr val="59A3CD">
                <a:alpha val="9600"/>
              </a:srgbClr>
            </a:solidFill>
            <a:ln>
              <a:noFill/>
            </a:ln>
          </p:spPr>
          <p:txBody>
            <a:bodyPr anchor="ctr"/>
            <a:lstStyle/>
            <a:p>
              <a:pPr algn="ctr">
                <a:buNone/>
              </a:pPr>
            </a:p>
          </p:txBody>
        </p:sp>
        <p:sp>
          <p:nvSpPr>
            <p:cNvPr id="6613" name="addition:input:80"/>
            <p:cNvSpPr>
              <a:spLocks noGrp="1"/>
            </p:cNvSpPr>
            <p:nvPr/>
          </p:nvSpPr>
          <p:spPr>
            <a:xfrm>
              <a:off x="209550" y="5438775"/>
              <a:ext cx="1028700" cy="1036610"/>
            </a:xfrm>
            <a:custGeom>
              <a:avLst/>
              <a:gdLst/>
              <a:ahLst/>
              <a:cxnLst/>
              <a:rect l="l" t="t" r="r" b="b"/>
              <a:pathLst>
                <a:path w="625" h="553">
                  <a:moveTo>
                    <a:pt x="0" y="0"/>
                  </a:moveTo>
                  <a:moveTo>
                    <a:pt x="624" y="511"/>
                  </a:moveTo>
                  <a:lnTo>
                    <a:pt x="617" y="515"/>
                  </a:lnTo>
                  <a:lnTo>
                    <a:pt x="609" y="517"/>
                  </a:lnTo>
                  <a:lnTo>
                    <a:pt x="603" y="520"/>
                  </a:lnTo>
                  <a:lnTo>
                    <a:pt x="602" y="523"/>
                  </a:lnTo>
                  <a:lnTo>
                    <a:pt x="603" y="527"/>
                  </a:lnTo>
                  <a:lnTo>
                    <a:pt x="602" y="531"/>
                  </a:lnTo>
                  <a:lnTo>
                    <a:pt x="599" y="534"/>
                  </a:lnTo>
                  <a:lnTo>
                    <a:pt x="594" y="536"/>
                  </a:lnTo>
                  <a:lnTo>
                    <a:pt x="590" y="538"/>
                  </a:lnTo>
                  <a:lnTo>
                    <a:pt x="587" y="542"/>
                  </a:lnTo>
                  <a:lnTo>
                    <a:pt x="584" y="545"/>
                  </a:lnTo>
                  <a:lnTo>
                    <a:pt x="579" y="547"/>
                  </a:lnTo>
                  <a:lnTo>
                    <a:pt x="574" y="548"/>
                  </a:lnTo>
                  <a:lnTo>
                    <a:pt x="568" y="549"/>
                  </a:lnTo>
                  <a:lnTo>
                    <a:pt x="564" y="551"/>
                  </a:lnTo>
                  <a:lnTo>
                    <a:pt x="559" y="552"/>
                  </a:lnTo>
                  <a:lnTo>
                    <a:pt x="554" y="553"/>
                  </a:lnTo>
                  <a:lnTo>
                    <a:pt x="549" y="550"/>
                  </a:lnTo>
                  <a:lnTo>
                    <a:pt x="545" y="545"/>
                  </a:lnTo>
                  <a:lnTo>
                    <a:pt x="543" y="541"/>
                  </a:lnTo>
                  <a:lnTo>
                    <a:pt x="539" y="542"/>
                  </a:lnTo>
                  <a:lnTo>
                    <a:pt x="534" y="544"/>
                  </a:lnTo>
                  <a:lnTo>
                    <a:pt x="527" y="547"/>
                  </a:lnTo>
                  <a:lnTo>
                    <a:pt x="521" y="547"/>
                  </a:lnTo>
                  <a:lnTo>
                    <a:pt x="518" y="545"/>
                  </a:lnTo>
                  <a:lnTo>
                    <a:pt x="515" y="541"/>
                  </a:lnTo>
                  <a:lnTo>
                    <a:pt x="513" y="538"/>
                  </a:lnTo>
                  <a:lnTo>
                    <a:pt x="510" y="535"/>
                  </a:lnTo>
                  <a:lnTo>
                    <a:pt x="509" y="532"/>
                  </a:lnTo>
                  <a:lnTo>
                    <a:pt x="510" y="527"/>
                  </a:lnTo>
                  <a:lnTo>
                    <a:pt x="511" y="523"/>
                  </a:lnTo>
                  <a:lnTo>
                    <a:pt x="511" y="520"/>
                  </a:lnTo>
                  <a:lnTo>
                    <a:pt x="507" y="518"/>
                  </a:lnTo>
                  <a:lnTo>
                    <a:pt x="503" y="515"/>
                  </a:lnTo>
                  <a:lnTo>
                    <a:pt x="502" y="511"/>
                  </a:lnTo>
                  <a:lnTo>
                    <a:pt x="504" y="508"/>
                  </a:lnTo>
                  <a:lnTo>
                    <a:pt x="507" y="505"/>
                  </a:lnTo>
                  <a:lnTo>
                    <a:pt x="507" y="502"/>
                  </a:lnTo>
                  <a:lnTo>
                    <a:pt x="504" y="497"/>
                  </a:lnTo>
                  <a:lnTo>
                    <a:pt x="499" y="492"/>
                  </a:lnTo>
                  <a:lnTo>
                    <a:pt x="498" y="488"/>
                  </a:lnTo>
                  <a:lnTo>
                    <a:pt x="502" y="485"/>
                  </a:lnTo>
                  <a:lnTo>
                    <a:pt x="508" y="484"/>
                  </a:lnTo>
                  <a:lnTo>
                    <a:pt x="514" y="483"/>
                  </a:lnTo>
                  <a:lnTo>
                    <a:pt x="518" y="482"/>
                  </a:lnTo>
                  <a:lnTo>
                    <a:pt x="523" y="481"/>
                  </a:lnTo>
                  <a:lnTo>
                    <a:pt x="527" y="480"/>
                  </a:lnTo>
                  <a:lnTo>
                    <a:pt x="532" y="480"/>
                  </a:lnTo>
                  <a:lnTo>
                    <a:pt x="535" y="479"/>
                  </a:lnTo>
                  <a:lnTo>
                    <a:pt x="539" y="475"/>
                  </a:lnTo>
                  <a:lnTo>
                    <a:pt x="543" y="470"/>
                  </a:lnTo>
                  <a:lnTo>
                    <a:pt x="548" y="467"/>
                  </a:lnTo>
                  <a:lnTo>
                    <a:pt x="554" y="467"/>
                  </a:lnTo>
                  <a:lnTo>
                    <a:pt x="560" y="471"/>
                  </a:lnTo>
                  <a:lnTo>
                    <a:pt x="565" y="474"/>
                  </a:lnTo>
                  <a:lnTo>
                    <a:pt x="570" y="475"/>
                  </a:lnTo>
                  <a:lnTo>
                    <a:pt x="577" y="474"/>
                  </a:lnTo>
                  <a:lnTo>
                    <a:pt x="583" y="475"/>
                  </a:lnTo>
                  <a:lnTo>
                    <a:pt x="588" y="477"/>
                  </a:lnTo>
                  <a:lnTo>
                    <a:pt x="591" y="481"/>
                  </a:lnTo>
                  <a:lnTo>
                    <a:pt x="593" y="485"/>
                  </a:lnTo>
                  <a:lnTo>
                    <a:pt x="596" y="488"/>
                  </a:lnTo>
                  <a:lnTo>
                    <a:pt x="600" y="490"/>
                  </a:lnTo>
                  <a:lnTo>
                    <a:pt x="604" y="492"/>
                  </a:lnTo>
                  <a:lnTo>
                    <a:pt x="608" y="495"/>
                  </a:lnTo>
                  <a:lnTo>
                    <a:pt x="611" y="498"/>
                  </a:lnTo>
                  <a:lnTo>
                    <a:pt x="616" y="500"/>
                  </a:lnTo>
                  <a:lnTo>
                    <a:pt x="621" y="503"/>
                  </a:lnTo>
                  <a:lnTo>
                    <a:pt x="625" y="507"/>
                  </a:lnTo>
                  <a:close/>
                </a:path>
              </a:pathLst>
            </a:custGeom>
            <a:solidFill>
              <a:srgbClr val="0675B4">
                <a:alpha val="11100"/>
              </a:srgbClr>
            </a:solidFill>
            <a:ln>
              <a:noFill/>
            </a:ln>
          </p:spPr>
          <p:txBody>
            <a:bodyPr anchor="ctr"/>
            <a:lstStyle/>
            <a:p>
              <a:pPr algn="ctr">
                <a:buNone/>
              </a:pPr>
            </a:p>
          </p:txBody>
        </p:sp>
        <p:sp>
          <p:nvSpPr>
            <p:cNvPr id="6614" name="addition:input:81"/>
            <p:cNvSpPr>
              <a:spLocks noGrp="1"/>
            </p:cNvSpPr>
            <p:nvPr/>
          </p:nvSpPr>
          <p:spPr>
            <a:xfrm>
              <a:off x="209550" y="5438775"/>
              <a:ext cx="915132" cy="978499"/>
            </a:xfrm>
            <a:custGeom>
              <a:avLst/>
              <a:gdLst/>
              <a:ahLst/>
              <a:cxnLst/>
              <a:rect l="l" t="t" r="r" b="b"/>
              <a:pathLst>
                <a:path w="556" h="522">
                  <a:moveTo>
                    <a:pt x="0" y="0"/>
                  </a:moveTo>
                  <a:moveTo>
                    <a:pt x="556" y="500"/>
                  </a:moveTo>
                  <a:lnTo>
                    <a:pt x="555" y="502"/>
                  </a:lnTo>
                  <a:lnTo>
                    <a:pt x="554" y="504"/>
                  </a:lnTo>
                  <a:lnTo>
                    <a:pt x="553" y="505"/>
                  </a:lnTo>
                  <a:lnTo>
                    <a:pt x="554" y="507"/>
                  </a:lnTo>
                  <a:lnTo>
                    <a:pt x="555" y="509"/>
                  </a:lnTo>
                  <a:lnTo>
                    <a:pt x="555" y="511"/>
                  </a:lnTo>
                  <a:lnTo>
                    <a:pt x="554" y="513"/>
                  </a:lnTo>
                  <a:lnTo>
                    <a:pt x="553" y="514"/>
                  </a:lnTo>
                  <a:lnTo>
                    <a:pt x="551" y="515"/>
                  </a:lnTo>
                  <a:lnTo>
                    <a:pt x="550" y="517"/>
                  </a:lnTo>
                  <a:lnTo>
                    <a:pt x="547" y="517"/>
                  </a:lnTo>
                  <a:lnTo>
                    <a:pt x="545" y="516"/>
                  </a:lnTo>
                  <a:lnTo>
                    <a:pt x="542" y="515"/>
                  </a:lnTo>
                  <a:lnTo>
                    <a:pt x="540" y="515"/>
                  </a:lnTo>
                  <a:lnTo>
                    <a:pt x="539" y="517"/>
                  </a:lnTo>
                  <a:lnTo>
                    <a:pt x="537" y="520"/>
                  </a:lnTo>
                  <a:lnTo>
                    <a:pt x="535" y="522"/>
                  </a:lnTo>
                  <a:lnTo>
                    <a:pt x="532" y="522"/>
                  </a:lnTo>
                  <a:lnTo>
                    <a:pt x="530" y="521"/>
                  </a:lnTo>
                  <a:lnTo>
                    <a:pt x="527" y="520"/>
                  </a:lnTo>
                  <a:lnTo>
                    <a:pt x="525" y="519"/>
                  </a:lnTo>
                  <a:lnTo>
                    <a:pt x="522" y="519"/>
                  </a:lnTo>
                  <a:lnTo>
                    <a:pt x="520" y="518"/>
                  </a:lnTo>
                  <a:lnTo>
                    <a:pt x="518" y="517"/>
                  </a:lnTo>
                  <a:lnTo>
                    <a:pt x="516" y="515"/>
                  </a:lnTo>
                  <a:lnTo>
                    <a:pt x="514" y="514"/>
                  </a:lnTo>
                  <a:lnTo>
                    <a:pt x="512" y="513"/>
                  </a:lnTo>
                  <a:lnTo>
                    <a:pt x="510" y="511"/>
                  </a:lnTo>
                  <a:lnTo>
                    <a:pt x="509" y="510"/>
                  </a:lnTo>
                  <a:lnTo>
                    <a:pt x="509" y="508"/>
                  </a:lnTo>
                  <a:lnTo>
                    <a:pt x="508" y="506"/>
                  </a:lnTo>
                  <a:lnTo>
                    <a:pt x="506" y="505"/>
                  </a:lnTo>
                  <a:lnTo>
                    <a:pt x="503" y="504"/>
                  </a:lnTo>
                  <a:lnTo>
                    <a:pt x="499" y="502"/>
                  </a:lnTo>
                  <a:lnTo>
                    <a:pt x="499" y="500"/>
                  </a:lnTo>
                  <a:lnTo>
                    <a:pt x="500" y="498"/>
                  </a:lnTo>
                  <a:lnTo>
                    <a:pt x="504" y="497"/>
                  </a:lnTo>
                  <a:lnTo>
                    <a:pt x="507" y="495"/>
                  </a:lnTo>
                  <a:lnTo>
                    <a:pt x="509" y="494"/>
                  </a:lnTo>
                  <a:lnTo>
                    <a:pt x="509" y="492"/>
                  </a:lnTo>
                  <a:lnTo>
                    <a:pt x="510" y="491"/>
                  </a:lnTo>
                  <a:lnTo>
                    <a:pt x="512" y="490"/>
                  </a:lnTo>
                  <a:lnTo>
                    <a:pt x="514" y="488"/>
                  </a:lnTo>
                  <a:lnTo>
                    <a:pt x="515" y="486"/>
                  </a:lnTo>
                  <a:lnTo>
                    <a:pt x="516" y="484"/>
                  </a:lnTo>
                  <a:lnTo>
                    <a:pt x="517" y="482"/>
                  </a:lnTo>
                  <a:lnTo>
                    <a:pt x="520" y="482"/>
                  </a:lnTo>
                  <a:lnTo>
                    <a:pt x="523" y="482"/>
                  </a:lnTo>
                  <a:lnTo>
                    <a:pt x="526" y="482"/>
                  </a:lnTo>
                  <a:lnTo>
                    <a:pt x="528" y="481"/>
                  </a:lnTo>
                  <a:lnTo>
                    <a:pt x="530" y="479"/>
                  </a:lnTo>
                  <a:lnTo>
                    <a:pt x="532" y="478"/>
                  </a:lnTo>
                  <a:lnTo>
                    <a:pt x="535" y="479"/>
                  </a:lnTo>
                  <a:lnTo>
                    <a:pt x="537" y="482"/>
                  </a:lnTo>
                  <a:lnTo>
                    <a:pt x="538" y="484"/>
                  </a:lnTo>
                  <a:lnTo>
                    <a:pt x="540" y="485"/>
                  </a:lnTo>
                  <a:lnTo>
                    <a:pt x="542" y="484"/>
                  </a:lnTo>
                  <a:lnTo>
                    <a:pt x="544" y="484"/>
                  </a:lnTo>
                  <a:lnTo>
                    <a:pt x="547" y="484"/>
                  </a:lnTo>
                  <a:lnTo>
                    <a:pt x="549" y="484"/>
                  </a:lnTo>
                  <a:lnTo>
                    <a:pt x="551" y="485"/>
                  </a:lnTo>
                  <a:lnTo>
                    <a:pt x="553" y="486"/>
                  </a:lnTo>
                  <a:lnTo>
                    <a:pt x="555" y="487"/>
                  </a:lnTo>
                  <a:lnTo>
                    <a:pt x="555" y="489"/>
                  </a:lnTo>
                  <a:lnTo>
                    <a:pt x="554" y="492"/>
                  </a:lnTo>
                  <a:lnTo>
                    <a:pt x="552" y="494"/>
                  </a:lnTo>
                  <a:lnTo>
                    <a:pt x="552" y="496"/>
                  </a:lnTo>
                  <a:lnTo>
                    <a:pt x="553" y="497"/>
                  </a:lnTo>
                  <a:lnTo>
                    <a:pt x="555" y="498"/>
                  </a:lnTo>
                  <a:close/>
                </a:path>
              </a:pathLst>
            </a:custGeom>
            <a:solidFill>
              <a:srgbClr val="0072B2">
                <a:alpha val="10800"/>
              </a:srgbClr>
            </a:solidFill>
            <a:ln>
              <a:noFill/>
            </a:ln>
          </p:spPr>
          <p:txBody>
            <a:bodyPr anchor="ctr"/>
            <a:lstStyle/>
            <a:p>
              <a:pPr algn="ctr">
                <a:buNone/>
              </a:pPr>
            </a:p>
          </p:txBody>
        </p:sp>
        <p:sp>
          <p:nvSpPr>
            <p:cNvPr id="6615" name="addition:input:82"/>
            <p:cNvSpPr>
              <a:spLocks noGrp="1"/>
            </p:cNvSpPr>
            <p:nvPr/>
          </p:nvSpPr>
          <p:spPr>
            <a:xfrm>
              <a:off x="209550" y="5438775"/>
              <a:ext cx="979322" cy="957880"/>
            </a:xfrm>
            <a:custGeom>
              <a:avLst/>
              <a:gdLst/>
              <a:ahLst/>
              <a:cxnLst/>
              <a:rect l="l" t="t" r="r" b="b"/>
              <a:pathLst>
                <a:path w="595" h="511">
                  <a:moveTo>
                    <a:pt x="0" y="0"/>
                  </a:moveTo>
                  <a:moveTo>
                    <a:pt x="594" y="494"/>
                  </a:moveTo>
                  <a:lnTo>
                    <a:pt x="591" y="496"/>
                  </a:lnTo>
                  <a:lnTo>
                    <a:pt x="588" y="497"/>
                  </a:lnTo>
                  <a:lnTo>
                    <a:pt x="587" y="498"/>
                  </a:lnTo>
                  <a:lnTo>
                    <a:pt x="587" y="499"/>
                  </a:lnTo>
                  <a:lnTo>
                    <a:pt x="587" y="501"/>
                  </a:lnTo>
                  <a:lnTo>
                    <a:pt x="586" y="502"/>
                  </a:lnTo>
                  <a:lnTo>
                    <a:pt x="585" y="503"/>
                  </a:lnTo>
                  <a:lnTo>
                    <a:pt x="583" y="504"/>
                  </a:lnTo>
                  <a:lnTo>
                    <a:pt x="582" y="505"/>
                  </a:lnTo>
                  <a:lnTo>
                    <a:pt x="581" y="506"/>
                  </a:lnTo>
                  <a:lnTo>
                    <a:pt x="579" y="507"/>
                  </a:lnTo>
                  <a:lnTo>
                    <a:pt x="578" y="508"/>
                  </a:lnTo>
                  <a:lnTo>
                    <a:pt x="576" y="508"/>
                  </a:lnTo>
                  <a:lnTo>
                    <a:pt x="574" y="509"/>
                  </a:lnTo>
                  <a:lnTo>
                    <a:pt x="572" y="510"/>
                  </a:lnTo>
                  <a:lnTo>
                    <a:pt x="570" y="511"/>
                  </a:lnTo>
                  <a:lnTo>
                    <a:pt x="568" y="510"/>
                  </a:lnTo>
                  <a:lnTo>
                    <a:pt x="567" y="508"/>
                  </a:lnTo>
                  <a:lnTo>
                    <a:pt x="565" y="507"/>
                  </a:lnTo>
                  <a:lnTo>
                    <a:pt x="564" y="506"/>
                  </a:lnTo>
                  <a:lnTo>
                    <a:pt x="563" y="507"/>
                  </a:lnTo>
                  <a:lnTo>
                    <a:pt x="560" y="508"/>
                  </a:lnTo>
                  <a:lnTo>
                    <a:pt x="558" y="508"/>
                  </a:lnTo>
                  <a:lnTo>
                    <a:pt x="557" y="508"/>
                  </a:lnTo>
                  <a:lnTo>
                    <a:pt x="555" y="507"/>
                  </a:lnTo>
                  <a:lnTo>
                    <a:pt x="554" y="506"/>
                  </a:lnTo>
                  <a:lnTo>
                    <a:pt x="553" y="505"/>
                  </a:lnTo>
                  <a:lnTo>
                    <a:pt x="552" y="504"/>
                  </a:lnTo>
                  <a:lnTo>
                    <a:pt x="552" y="502"/>
                  </a:lnTo>
                  <a:lnTo>
                    <a:pt x="553" y="500"/>
                  </a:lnTo>
                  <a:lnTo>
                    <a:pt x="553" y="499"/>
                  </a:lnTo>
                  <a:lnTo>
                    <a:pt x="552" y="498"/>
                  </a:lnTo>
                  <a:lnTo>
                    <a:pt x="550" y="497"/>
                  </a:lnTo>
                  <a:lnTo>
                    <a:pt x="549" y="496"/>
                  </a:lnTo>
                  <a:lnTo>
                    <a:pt x="550" y="494"/>
                  </a:lnTo>
                  <a:lnTo>
                    <a:pt x="551" y="493"/>
                  </a:lnTo>
                  <a:lnTo>
                    <a:pt x="552" y="492"/>
                  </a:lnTo>
                  <a:lnTo>
                    <a:pt x="551" y="491"/>
                  </a:lnTo>
                  <a:lnTo>
                    <a:pt x="549" y="489"/>
                  </a:lnTo>
                  <a:lnTo>
                    <a:pt x="548" y="487"/>
                  </a:lnTo>
                  <a:lnTo>
                    <a:pt x="548" y="485"/>
                  </a:lnTo>
                  <a:lnTo>
                    <a:pt x="550" y="484"/>
                  </a:lnTo>
                  <a:lnTo>
                    <a:pt x="552" y="484"/>
                  </a:lnTo>
                  <a:lnTo>
                    <a:pt x="554" y="483"/>
                  </a:lnTo>
                  <a:lnTo>
                    <a:pt x="555" y="483"/>
                  </a:lnTo>
                  <a:lnTo>
                    <a:pt x="557" y="483"/>
                  </a:lnTo>
                  <a:lnTo>
                    <a:pt x="559" y="483"/>
                  </a:lnTo>
                  <a:lnTo>
                    <a:pt x="560" y="483"/>
                  </a:lnTo>
                  <a:lnTo>
                    <a:pt x="561" y="482"/>
                  </a:lnTo>
                  <a:lnTo>
                    <a:pt x="563" y="480"/>
                  </a:lnTo>
                  <a:lnTo>
                    <a:pt x="564" y="478"/>
                  </a:lnTo>
                  <a:lnTo>
                    <a:pt x="566" y="478"/>
                  </a:lnTo>
                  <a:lnTo>
                    <a:pt x="568" y="478"/>
                  </a:lnTo>
                  <a:lnTo>
                    <a:pt x="570" y="479"/>
                  </a:lnTo>
                  <a:lnTo>
                    <a:pt x="572" y="480"/>
                  </a:lnTo>
                  <a:lnTo>
                    <a:pt x="575" y="480"/>
                  </a:lnTo>
                  <a:lnTo>
                    <a:pt x="577" y="479"/>
                  </a:lnTo>
                  <a:lnTo>
                    <a:pt x="579" y="480"/>
                  </a:lnTo>
                  <a:lnTo>
                    <a:pt x="581" y="481"/>
                  </a:lnTo>
                  <a:lnTo>
                    <a:pt x="582" y="483"/>
                  </a:lnTo>
                  <a:lnTo>
                    <a:pt x="583" y="484"/>
                  </a:lnTo>
                  <a:lnTo>
                    <a:pt x="584" y="485"/>
                  </a:lnTo>
                  <a:lnTo>
                    <a:pt x="585" y="486"/>
                  </a:lnTo>
                  <a:lnTo>
                    <a:pt x="587" y="487"/>
                  </a:lnTo>
                  <a:lnTo>
                    <a:pt x="588" y="488"/>
                  </a:lnTo>
                  <a:lnTo>
                    <a:pt x="589" y="489"/>
                  </a:lnTo>
                  <a:lnTo>
                    <a:pt x="592" y="490"/>
                  </a:lnTo>
                  <a:lnTo>
                    <a:pt x="594" y="491"/>
                  </a:lnTo>
                  <a:lnTo>
                    <a:pt x="595" y="493"/>
                  </a:lnTo>
                  <a:close/>
                </a:path>
              </a:pathLst>
            </a:custGeom>
            <a:solidFill>
              <a:srgbClr val="0072B2">
                <a:alpha val="10800"/>
              </a:srgbClr>
            </a:solidFill>
            <a:ln>
              <a:noFill/>
            </a:ln>
          </p:spPr>
          <p:txBody>
            <a:bodyPr anchor="ctr"/>
            <a:lstStyle/>
            <a:p>
              <a:pPr algn="ctr">
                <a:buNone/>
              </a:pPr>
            </a:p>
          </p:txBody>
        </p:sp>
        <p:sp>
          <p:nvSpPr>
            <p:cNvPr id="6616" name="addition:input:83"/>
            <p:cNvSpPr>
              <a:spLocks noGrp="1"/>
            </p:cNvSpPr>
            <p:nvPr/>
          </p:nvSpPr>
          <p:spPr>
            <a:xfrm>
              <a:off x="209550" y="5438775"/>
              <a:ext cx="1018824" cy="1019739"/>
            </a:xfrm>
            <a:custGeom>
              <a:avLst/>
              <a:gdLst/>
              <a:ahLst/>
              <a:cxnLst/>
              <a:rect l="l" t="t" r="r" b="b"/>
              <a:pathLst>
                <a:path w="619" h="544">
                  <a:moveTo>
                    <a:pt x="0" y="0"/>
                  </a:moveTo>
                  <a:moveTo>
                    <a:pt x="617" y="521"/>
                  </a:moveTo>
                  <a:lnTo>
                    <a:pt x="619" y="523"/>
                  </a:lnTo>
                  <a:lnTo>
                    <a:pt x="618" y="525"/>
                  </a:lnTo>
                  <a:lnTo>
                    <a:pt x="615" y="526"/>
                  </a:lnTo>
                  <a:lnTo>
                    <a:pt x="612" y="527"/>
                  </a:lnTo>
                  <a:lnTo>
                    <a:pt x="611" y="529"/>
                  </a:lnTo>
                  <a:lnTo>
                    <a:pt x="611" y="531"/>
                  </a:lnTo>
                  <a:lnTo>
                    <a:pt x="610" y="532"/>
                  </a:lnTo>
                  <a:lnTo>
                    <a:pt x="608" y="533"/>
                  </a:lnTo>
                  <a:lnTo>
                    <a:pt x="605" y="534"/>
                  </a:lnTo>
                  <a:lnTo>
                    <a:pt x="603" y="535"/>
                  </a:lnTo>
                  <a:lnTo>
                    <a:pt x="601" y="536"/>
                  </a:lnTo>
                  <a:lnTo>
                    <a:pt x="599" y="537"/>
                  </a:lnTo>
                  <a:lnTo>
                    <a:pt x="597" y="538"/>
                  </a:lnTo>
                  <a:lnTo>
                    <a:pt x="594" y="539"/>
                  </a:lnTo>
                  <a:lnTo>
                    <a:pt x="591" y="540"/>
                  </a:lnTo>
                  <a:lnTo>
                    <a:pt x="589" y="541"/>
                  </a:lnTo>
                  <a:lnTo>
                    <a:pt x="586" y="543"/>
                  </a:lnTo>
                  <a:lnTo>
                    <a:pt x="583" y="544"/>
                  </a:lnTo>
                  <a:lnTo>
                    <a:pt x="580" y="543"/>
                  </a:lnTo>
                  <a:lnTo>
                    <a:pt x="577" y="540"/>
                  </a:lnTo>
                  <a:lnTo>
                    <a:pt x="576" y="537"/>
                  </a:lnTo>
                  <a:lnTo>
                    <a:pt x="574" y="536"/>
                  </a:lnTo>
                  <a:lnTo>
                    <a:pt x="572" y="536"/>
                  </a:lnTo>
                  <a:lnTo>
                    <a:pt x="569" y="536"/>
                  </a:lnTo>
                  <a:lnTo>
                    <a:pt x="566" y="536"/>
                  </a:lnTo>
                  <a:lnTo>
                    <a:pt x="564" y="535"/>
                  </a:lnTo>
                  <a:lnTo>
                    <a:pt x="562" y="534"/>
                  </a:lnTo>
                  <a:lnTo>
                    <a:pt x="560" y="533"/>
                  </a:lnTo>
                  <a:lnTo>
                    <a:pt x="558" y="531"/>
                  </a:lnTo>
                  <a:lnTo>
                    <a:pt x="557" y="530"/>
                  </a:lnTo>
                  <a:lnTo>
                    <a:pt x="557" y="528"/>
                  </a:lnTo>
                  <a:lnTo>
                    <a:pt x="558" y="526"/>
                  </a:lnTo>
                  <a:lnTo>
                    <a:pt x="559" y="524"/>
                  </a:lnTo>
                  <a:lnTo>
                    <a:pt x="558" y="522"/>
                  </a:lnTo>
                  <a:lnTo>
                    <a:pt x="557" y="521"/>
                  </a:lnTo>
                  <a:lnTo>
                    <a:pt x="558" y="519"/>
                  </a:lnTo>
                  <a:lnTo>
                    <a:pt x="560" y="517"/>
                  </a:lnTo>
                  <a:lnTo>
                    <a:pt x="564" y="516"/>
                  </a:lnTo>
                  <a:lnTo>
                    <a:pt x="566" y="515"/>
                  </a:lnTo>
                  <a:lnTo>
                    <a:pt x="566" y="513"/>
                  </a:lnTo>
                  <a:lnTo>
                    <a:pt x="564" y="511"/>
                  </a:lnTo>
                  <a:lnTo>
                    <a:pt x="563" y="508"/>
                  </a:lnTo>
                  <a:lnTo>
                    <a:pt x="564" y="506"/>
                  </a:lnTo>
                  <a:lnTo>
                    <a:pt x="566" y="505"/>
                  </a:lnTo>
                  <a:lnTo>
                    <a:pt x="568" y="504"/>
                  </a:lnTo>
                  <a:lnTo>
                    <a:pt x="570" y="503"/>
                  </a:lnTo>
                  <a:lnTo>
                    <a:pt x="573" y="502"/>
                  </a:lnTo>
                  <a:lnTo>
                    <a:pt x="575" y="503"/>
                  </a:lnTo>
                  <a:lnTo>
                    <a:pt x="578" y="504"/>
                  </a:lnTo>
                  <a:lnTo>
                    <a:pt x="580" y="504"/>
                  </a:lnTo>
                  <a:lnTo>
                    <a:pt x="582" y="503"/>
                  </a:lnTo>
                  <a:lnTo>
                    <a:pt x="583" y="502"/>
                  </a:lnTo>
                  <a:lnTo>
                    <a:pt x="585" y="500"/>
                  </a:lnTo>
                  <a:lnTo>
                    <a:pt x="588" y="500"/>
                  </a:lnTo>
                  <a:lnTo>
                    <a:pt x="590" y="501"/>
                  </a:lnTo>
                  <a:lnTo>
                    <a:pt x="592" y="503"/>
                  </a:lnTo>
                  <a:lnTo>
                    <a:pt x="594" y="503"/>
                  </a:lnTo>
                  <a:lnTo>
                    <a:pt x="597" y="503"/>
                  </a:lnTo>
                  <a:lnTo>
                    <a:pt x="600" y="502"/>
                  </a:lnTo>
                  <a:lnTo>
                    <a:pt x="603" y="503"/>
                  </a:lnTo>
                  <a:lnTo>
                    <a:pt x="604" y="505"/>
                  </a:lnTo>
                  <a:lnTo>
                    <a:pt x="605" y="507"/>
                  </a:lnTo>
                  <a:lnTo>
                    <a:pt x="605" y="509"/>
                  </a:lnTo>
                  <a:lnTo>
                    <a:pt x="606" y="511"/>
                  </a:lnTo>
                  <a:lnTo>
                    <a:pt x="607" y="513"/>
                  </a:lnTo>
                  <a:lnTo>
                    <a:pt x="607" y="514"/>
                  </a:lnTo>
                  <a:lnTo>
                    <a:pt x="608" y="516"/>
                  </a:lnTo>
                  <a:lnTo>
                    <a:pt x="610" y="517"/>
                  </a:lnTo>
                  <a:lnTo>
                    <a:pt x="613" y="519"/>
                  </a:lnTo>
                  <a:close/>
                </a:path>
              </a:pathLst>
            </a:custGeom>
            <a:solidFill>
              <a:srgbClr val="0072B2">
                <a:alpha val="10800"/>
              </a:srgbClr>
            </a:solidFill>
            <a:ln>
              <a:noFill/>
            </a:ln>
          </p:spPr>
          <p:txBody>
            <a:bodyPr anchor="ctr"/>
            <a:lstStyle/>
            <a:p>
              <a:pPr algn="ctr">
                <a:buNone/>
              </a:pPr>
            </a:p>
          </p:txBody>
        </p:sp>
        <p:sp>
          <p:nvSpPr>
            <p:cNvPr id="6617" name="addition:input:84"/>
            <p:cNvSpPr>
              <a:spLocks noGrp="1"/>
            </p:cNvSpPr>
            <p:nvPr/>
          </p:nvSpPr>
          <p:spPr>
            <a:xfrm>
              <a:off x="209550" y="5438775"/>
              <a:ext cx="936528" cy="1030986"/>
            </a:xfrm>
            <a:custGeom>
              <a:avLst/>
              <a:gdLst/>
              <a:ahLst/>
              <a:cxnLst/>
              <a:rect l="l" t="t" r="r" b="b"/>
              <a:pathLst>
                <a:path w="569" h="550">
                  <a:moveTo>
                    <a:pt x="0" y="0"/>
                  </a:moveTo>
                  <a:moveTo>
                    <a:pt x="567" y="532"/>
                  </a:moveTo>
                  <a:lnTo>
                    <a:pt x="567" y="533"/>
                  </a:lnTo>
                  <a:lnTo>
                    <a:pt x="567" y="535"/>
                  </a:lnTo>
                  <a:lnTo>
                    <a:pt x="567" y="536"/>
                  </a:lnTo>
                  <a:lnTo>
                    <a:pt x="566" y="538"/>
                  </a:lnTo>
                  <a:lnTo>
                    <a:pt x="565" y="539"/>
                  </a:lnTo>
                  <a:lnTo>
                    <a:pt x="565" y="540"/>
                  </a:lnTo>
                  <a:lnTo>
                    <a:pt x="566" y="543"/>
                  </a:lnTo>
                  <a:lnTo>
                    <a:pt x="567" y="545"/>
                  </a:lnTo>
                  <a:lnTo>
                    <a:pt x="566" y="546"/>
                  </a:lnTo>
                  <a:lnTo>
                    <a:pt x="563" y="546"/>
                  </a:lnTo>
                  <a:lnTo>
                    <a:pt x="560" y="546"/>
                  </a:lnTo>
                  <a:lnTo>
                    <a:pt x="557" y="545"/>
                  </a:lnTo>
                  <a:lnTo>
                    <a:pt x="555" y="545"/>
                  </a:lnTo>
                  <a:lnTo>
                    <a:pt x="554" y="546"/>
                  </a:lnTo>
                  <a:lnTo>
                    <a:pt x="553" y="547"/>
                  </a:lnTo>
                  <a:lnTo>
                    <a:pt x="551" y="548"/>
                  </a:lnTo>
                  <a:lnTo>
                    <a:pt x="549" y="548"/>
                  </a:lnTo>
                  <a:lnTo>
                    <a:pt x="547" y="549"/>
                  </a:lnTo>
                  <a:lnTo>
                    <a:pt x="545" y="550"/>
                  </a:lnTo>
                  <a:lnTo>
                    <a:pt x="542" y="550"/>
                  </a:lnTo>
                  <a:lnTo>
                    <a:pt x="540" y="549"/>
                  </a:lnTo>
                  <a:lnTo>
                    <a:pt x="538" y="548"/>
                  </a:lnTo>
                  <a:lnTo>
                    <a:pt x="537" y="546"/>
                  </a:lnTo>
                  <a:lnTo>
                    <a:pt x="534" y="546"/>
                  </a:lnTo>
                  <a:lnTo>
                    <a:pt x="532" y="546"/>
                  </a:lnTo>
                  <a:lnTo>
                    <a:pt x="529" y="545"/>
                  </a:lnTo>
                  <a:lnTo>
                    <a:pt x="528" y="543"/>
                  </a:lnTo>
                  <a:lnTo>
                    <a:pt x="528" y="541"/>
                  </a:lnTo>
                  <a:lnTo>
                    <a:pt x="529" y="539"/>
                  </a:lnTo>
                  <a:lnTo>
                    <a:pt x="528" y="538"/>
                  </a:lnTo>
                  <a:lnTo>
                    <a:pt x="525" y="537"/>
                  </a:lnTo>
                  <a:lnTo>
                    <a:pt x="522" y="536"/>
                  </a:lnTo>
                  <a:lnTo>
                    <a:pt x="519" y="535"/>
                  </a:lnTo>
                  <a:lnTo>
                    <a:pt x="518" y="534"/>
                  </a:lnTo>
                  <a:lnTo>
                    <a:pt x="518" y="532"/>
                  </a:lnTo>
                  <a:lnTo>
                    <a:pt x="518" y="530"/>
                  </a:lnTo>
                  <a:lnTo>
                    <a:pt x="518" y="529"/>
                  </a:lnTo>
                  <a:lnTo>
                    <a:pt x="520" y="527"/>
                  </a:lnTo>
                  <a:lnTo>
                    <a:pt x="523" y="526"/>
                  </a:lnTo>
                  <a:lnTo>
                    <a:pt x="526" y="526"/>
                  </a:lnTo>
                  <a:lnTo>
                    <a:pt x="527" y="525"/>
                  </a:lnTo>
                  <a:lnTo>
                    <a:pt x="527" y="523"/>
                  </a:lnTo>
                  <a:lnTo>
                    <a:pt x="527" y="521"/>
                  </a:lnTo>
                  <a:lnTo>
                    <a:pt x="528" y="519"/>
                  </a:lnTo>
                  <a:lnTo>
                    <a:pt x="531" y="519"/>
                  </a:lnTo>
                  <a:lnTo>
                    <a:pt x="534" y="519"/>
                  </a:lnTo>
                  <a:lnTo>
                    <a:pt x="536" y="518"/>
                  </a:lnTo>
                  <a:lnTo>
                    <a:pt x="538" y="517"/>
                  </a:lnTo>
                  <a:lnTo>
                    <a:pt x="540" y="515"/>
                  </a:lnTo>
                  <a:lnTo>
                    <a:pt x="542" y="514"/>
                  </a:lnTo>
                  <a:lnTo>
                    <a:pt x="544" y="513"/>
                  </a:lnTo>
                  <a:lnTo>
                    <a:pt x="547" y="514"/>
                  </a:lnTo>
                  <a:lnTo>
                    <a:pt x="549" y="515"/>
                  </a:lnTo>
                  <a:lnTo>
                    <a:pt x="552" y="515"/>
                  </a:lnTo>
                  <a:lnTo>
                    <a:pt x="553" y="516"/>
                  </a:lnTo>
                  <a:lnTo>
                    <a:pt x="555" y="517"/>
                  </a:lnTo>
                  <a:lnTo>
                    <a:pt x="556" y="519"/>
                  </a:lnTo>
                  <a:lnTo>
                    <a:pt x="557" y="520"/>
                  </a:lnTo>
                  <a:lnTo>
                    <a:pt x="560" y="519"/>
                  </a:lnTo>
                  <a:lnTo>
                    <a:pt x="563" y="518"/>
                  </a:lnTo>
                  <a:lnTo>
                    <a:pt x="566" y="518"/>
                  </a:lnTo>
                  <a:lnTo>
                    <a:pt x="568" y="519"/>
                  </a:lnTo>
                  <a:lnTo>
                    <a:pt x="568" y="521"/>
                  </a:lnTo>
                  <a:lnTo>
                    <a:pt x="567" y="523"/>
                  </a:lnTo>
                  <a:lnTo>
                    <a:pt x="567" y="525"/>
                  </a:lnTo>
                  <a:lnTo>
                    <a:pt x="568" y="526"/>
                  </a:lnTo>
                  <a:lnTo>
                    <a:pt x="569" y="527"/>
                  </a:lnTo>
                  <a:lnTo>
                    <a:pt x="569" y="529"/>
                  </a:lnTo>
                  <a:lnTo>
                    <a:pt x="568" y="530"/>
                  </a:lnTo>
                  <a:close/>
                </a:path>
              </a:pathLst>
            </a:custGeom>
            <a:solidFill>
              <a:srgbClr val="0072B2">
                <a:alpha val="10800"/>
              </a:srgbClr>
            </a:solidFill>
            <a:ln>
              <a:noFill/>
            </a:ln>
          </p:spPr>
          <p:txBody>
            <a:bodyPr anchor="ctr"/>
            <a:lstStyle/>
            <a:p>
              <a:pPr algn="ctr">
                <a:buNone/>
              </a:pPr>
            </a:p>
          </p:txBody>
        </p:sp>
        <p:sp>
          <p:nvSpPr>
            <p:cNvPr id="6618" name="addition:input:85"/>
            <p:cNvSpPr>
              <a:spLocks noGrp="1"/>
            </p:cNvSpPr>
            <p:nvPr/>
          </p:nvSpPr>
          <p:spPr>
            <a:xfrm>
              <a:off x="209550" y="5438775"/>
              <a:ext cx="1948769" cy="1053480"/>
            </a:xfrm>
            <a:custGeom>
              <a:avLst/>
              <a:gdLst/>
              <a:ahLst/>
              <a:cxnLst/>
              <a:rect l="l" t="t" r="r" b="b"/>
              <a:pathLst>
                <a:path w="1184" h="562">
                  <a:moveTo>
                    <a:pt x="0" y="0"/>
                  </a:moveTo>
                  <a:moveTo>
                    <a:pt x="1181" y="505"/>
                  </a:moveTo>
                  <a:lnTo>
                    <a:pt x="1176" y="510"/>
                  </a:lnTo>
                  <a:lnTo>
                    <a:pt x="1172" y="516"/>
                  </a:lnTo>
                  <a:lnTo>
                    <a:pt x="1168" y="521"/>
                  </a:lnTo>
                  <a:lnTo>
                    <a:pt x="1159" y="525"/>
                  </a:lnTo>
                  <a:lnTo>
                    <a:pt x="1148" y="527"/>
                  </a:lnTo>
                  <a:lnTo>
                    <a:pt x="1139" y="530"/>
                  </a:lnTo>
                  <a:lnTo>
                    <a:pt x="1136" y="534"/>
                  </a:lnTo>
                  <a:lnTo>
                    <a:pt x="1139" y="542"/>
                  </a:lnTo>
                  <a:lnTo>
                    <a:pt x="1141" y="552"/>
                  </a:lnTo>
                  <a:lnTo>
                    <a:pt x="1138" y="558"/>
                  </a:lnTo>
                  <a:lnTo>
                    <a:pt x="1128" y="561"/>
                  </a:lnTo>
                  <a:lnTo>
                    <a:pt x="1116" y="560"/>
                  </a:lnTo>
                  <a:lnTo>
                    <a:pt x="1105" y="559"/>
                  </a:lnTo>
                  <a:lnTo>
                    <a:pt x="1097" y="560"/>
                  </a:lnTo>
                  <a:lnTo>
                    <a:pt x="1089" y="562"/>
                  </a:lnTo>
                  <a:lnTo>
                    <a:pt x="1082" y="562"/>
                  </a:lnTo>
                  <a:lnTo>
                    <a:pt x="1074" y="561"/>
                  </a:lnTo>
                  <a:lnTo>
                    <a:pt x="1067" y="559"/>
                  </a:lnTo>
                  <a:lnTo>
                    <a:pt x="1060" y="559"/>
                  </a:lnTo>
                  <a:lnTo>
                    <a:pt x="1053" y="560"/>
                  </a:lnTo>
                  <a:lnTo>
                    <a:pt x="1046" y="560"/>
                  </a:lnTo>
                  <a:lnTo>
                    <a:pt x="1039" y="558"/>
                  </a:lnTo>
                  <a:lnTo>
                    <a:pt x="1035" y="554"/>
                  </a:lnTo>
                  <a:lnTo>
                    <a:pt x="1029" y="552"/>
                  </a:lnTo>
                  <a:lnTo>
                    <a:pt x="1019" y="552"/>
                  </a:lnTo>
                  <a:lnTo>
                    <a:pt x="1007" y="553"/>
                  </a:lnTo>
                  <a:lnTo>
                    <a:pt x="997" y="551"/>
                  </a:lnTo>
                  <a:lnTo>
                    <a:pt x="994" y="545"/>
                  </a:lnTo>
                  <a:lnTo>
                    <a:pt x="998" y="536"/>
                  </a:lnTo>
                  <a:lnTo>
                    <a:pt x="1003" y="528"/>
                  </a:lnTo>
                  <a:lnTo>
                    <a:pt x="1005" y="523"/>
                  </a:lnTo>
                  <a:lnTo>
                    <a:pt x="1002" y="519"/>
                  </a:lnTo>
                  <a:lnTo>
                    <a:pt x="996" y="514"/>
                  </a:lnTo>
                  <a:lnTo>
                    <a:pt x="992" y="510"/>
                  </a:lnTo>
                  <a:lnTo>
                    <a:pt x="989" y="505"/>
                  </a:lnTo>
                  <a:lnTo>
                    <a:pt x="984" y="500"/>
                  </a:lnTo>
                  <a:lnTo>
                    <a:pt x="978" y="494"/>
                  </a:lnTo>
                  <a:lnTo>
                    <a:pt x="973" y="488"/>
                  </a:lnTo>
                  <a:lnTo>
                    <a:pt x="975" y="482"/>
                  </a:lnTo>
                  <a:lnTo>
                    <a:pt x="983" y="478"/>
                  </a:lnTo>
                  <a:lnTo>
                    <a:pt x="991" y="476"/>
                  </a:lnTo>
                  <a:lnTo>
                    <a:pt x="996" y="472"/>
                  </a:lnTo>
                  <a:lnTo>
                    <a:pt x="998" y="466"/>
                  </a:lnTo>
                  <a:lnTo>
                    <a:pt x="999" y="460"/>
                  </a:lnTo>
                  <a:lnTo>
                    <a:pt x="1005" y="457"/>
                  </a:lnTo>
                  <a:lnTo>
                    <a:pt x="1016" y="457"/>
                  </a:lnTo>
                  <a:lnTo>
                    <a:pt x="1027" y="459"/>
                  </a:lnTo>
                  <a:lnTo>
                    <a:pt x="1036" y="460"/>
                  </a:lnTo>
                  <a:lnTo>
                    <a:pt x="1042" y="456"/>
                  </a:lnTo>
                  <a:lnTo>
                    <a:pt x="1048" y="450"/>
                  </a:lnTo>
                  <a:lnTo>
                    <a:pt x="1056" y="445"/>
                  </a:lnTo>
                  <a:lnTo>
                    <a:pt x="1065" y="443"/>
                  </a:lnTo>
                  <a:lnTo>
                    <a:pt x="1076" y="441"/>
                  </a:lnTo>
                  <a:lnTo>
                    <a:pt x="1086" y="441"/>
                  </a:lnTo>
                  <a:lnTo>
                    <a:pt x="1097" y="441"/>
                  </a:lnTo>
                  <a:lnTo>
                    <a:pt x="1107" y="444"/>
                  </a:lnTo>
                  <a:lnTo>
                    <a:pt x="1114" y="450"/>
                  </a:lnTo>
                  <a:lnTo>
                    <a:pt x="1118" y="458"/>
                  </a:lnTo>
                  <a:lnTo>
                    <a:pt x="1123" y="464"/>
                  </a:lnTo>
                  <a:lnTo>
                    <a:pt x="1131" y="466"/>
                  </a:lnTo>
                  <a:lnTo>
                    <a:pt x="1143" y="465"/>
                  </a:lnTo>
                  <a:lnTo>
                    <a:pt x="1155" y="466"/>
                  </a:lnTo>
                  <a:lnTo>
                    <a:pt x="1162" y="469"/>
                  </a:lnTo>
                  <a:lnTo>
                    <a:pt x="1165" y="475"/>
                  </a:lnTo>
                  <a:lnTo>
                    <a:pt x="1166" y="480"/>
                  </a:lnTo>
                  <a:lnTo>
                    <a:pt x="1170" y="485"/>
                  </a:lnTo>
                  <a:lnTo>
                    <a:pt x="1177" y="489"/>
                  </a:lnTo>
                  <a:lnTo>
                    <a:pt x="1183" y="494"/>
                  </a:lnTo>
                  <a:lnTo>
                    <a:pt x="1184" y="499"/>
                  </a:lnTo>
                  <a:close/>
                </a:path>
              </a:pathLst>
            </a:custGeom>
            <a:solidFill>
              <a:srgbClr val="F5DAC5">
                <a:alpha val="12900"/>
              </a:srgbClr>
            </a:solidFill>
            <a:ln>
              <a:noFill/>
            </a:ln>
          </p:spPr>
          <p:txBody>
            <a:bodyPr anchor="ctr"/>
            <a:lstStyle/>
            <a:p>
              <a:pPr algn="ctr">
                <a:buNone/>
              </a:pPr>
            </a:p>
          </p:txBody>
        </p:sp>
        <p:sp>
          <p:nvSpPr>
            <p:cNvPr id="6619" name="addition:input:86"/>
            <p:cNvSpPr>
              <a:spLocks noGrp="1"/>
            </p:cNvSpPr>
            <p:nvPr/>
          </p:nvSpPr>
          <p:spPr>
            <a:xfrm>
              <a:off x="209550" y="5438775"/>
              <a:ext cx="1915851" cy="1055355"/>
            </a:xfrm>
            <a:custGeom>
              <a:avLst/>
              <a:gdLst/>
              <a:ahLst/>
              <a:cxnLst/>
              <a:rect l="l" t="t" r="r" b="b"/>
              <a:pathLst>
                <a:path w="1164" h="563">
                  <a:moveTo>
                    <a:pt x="0" y="0"/>
                  </a:moveTo>
                  <a:moveTo>
                    <a:pt x="1141" y="510"/>
                  </a:moveTo>
                  <a:lnTo>
                    <a:pt x="1140" y="514"/>
                  </a:lnTo>
                  <a:lnTo>
                    <a:pt x="1140" y="518"/>
                  </a:lnTo>
                  <a:lnTo>
                    <a:pt x="1139" y="523"/>
                  </a:lnTo>
                  <a:lnTo>
                    <a:pt x="1136" y="527"/>
                  </a:lnTo>
                  <a:lnTo>
                    <a:pt x="1132" y="531"/>
                  </a:lnTo>
                  <a:lnTo>
                    <a:pt x="1131" y="535"/>
                  </a:lnTo>
                  <a:lnTo>
                    <a:pt x="1130" y="540"/>
                  </a:lnTo>
                  <a:lnTo>
                    <a:pt x="1126" y="545"/>
                  </a:lnTo>
                  <a:lnTo>
                    <a:pt x="1120" y="548"/>
                  </a:lnTo>
                  <a:lnTo>
                    <a:pt x="1113" y="549"/>
                  </a:lnTo>
                  <a:lnTo>
                    <a:pt x="1107" y="552"/>
                  </a:lnTo>
                  <a:lnTo>
                    <a:pt x="1103" y="556"/>
                  </a:lnTo>
                  <a:lnTo>
                    <a:pt x="1099" y="561"/>
                  </a:lnTo>
                  <a:lnTo>
                    <a:pt x="1092" y="563"/>
                  </a:lnTo>
                  <a:lnTo>
                    <a:pt x="1084" y="560"/>
                  </a:lnTo>
                  <a:lnTo>
                    <a:pt x="1076" y="555"/>
                  </a:lnTo>
                  <a:lnTo>
                    <a:pt x="1071" y="551"/>
                  </a:lnTo>
                  <a:lnTo>
                    <a:pt x="1066" y="551"/>
                  </a:lnTo>
                  <a:lnTo>
                    <a:pt x="1060" y="555"/>
                  </a:lnTo>
                  <a:lnTo>
                    <a:pt x="1053" y="558"/>
                  </a:lnTo>
                  <a:lnTo>
                    <a:pt x="1046" y="560"/>
                  </a:lnTo>
                  <a:lnTo>
                    <a:pt x="1039" y="559"/>
                  </a:lnTo>
                  <a:lnTo>
                    <a:pt x="1032" y="558"/>
                  </a:lnTo>
                  <a:lnTo>
                    <a:pt x="1024" y="556"/>
                  </a:lnTo>
                  <a:lnTo>
                    <a:pt x="1018" y="553"/>
                  </a:lnTo>
                  <a:lnTo>
                    <a:pt x="1015" y="548"/>
                  </a:lnTo>
                  <a:lnTo>
                    <a:pt x="1015" y="542"/>
                  </a:lnTo>
                  <a:lnTo>
                    <a:pt x="1014" y="537"/>
                  </a:lnTo>
                  <a:lnTo>
                    <a:pt x="1010" y="533"/>
                  </a:lnTo>
                  <a:lnTo>
                    <a:pt x="1002" y="531"/>
                  </a:lnTo>
                  <a:lnTo>
                    <a:pt x="995" y="528"/>
                  </a:lnTo>
                  <a:lnTo>
                    <a:pt x="992" y="523"/>
                  </a:lnTo>
                  <a:lnTo>
                    <a:pt x="994" y="518"/>
                  </a:lnTo>
                  <a:lnTo>
                    <a:pt x="996" y="514"/>
                  </a:lnTo>
                  <a:lnTo>
                    <a:pt x="994" y="510"/>
                  </a:lnTo>
                  <a:lnTo>
                    <a:pt x="987" y="506"/>
                  </a:lnTo>
                  <a:lnTo>
                    <a:pt x="979" y="500"/>
                  </a:lnTo>
                  <a:lnTo>
                    <a:pt x="976" y="495"/>
                  </a:lnTo>
                  <a:lnTo>
                    <a:pt x="978" y="490"/>
                  </a:lnTo>
                  <a:lnTo>
                    <a:pt x="983" y="487"/>
                  </a:lnTo>
                  <a:lnTo>
                    <a:pt x="989" y="483"/>
                  </a:lnTo>
                  <a:lnTo>
                    <a:pt x="994" y="480"/>
                  </a:lnTo>
                  <a:lnTo>
                    <a:pt x="1002" y="478"/>
                  </a:lnTo>
                  <a:lnTo>
                    <a:pt x="1011" y="478"/>
                  </a:lnTo>
                  <a:lnTo>
                    <a:pt x="1020" y="478"/>
                  </a:lnTo>
                  <a:lnTo>
                    <a:pt x="1025" y="475"/>
                  </a:lnTo>
                  <a:lnTo>
                    <a:pt x="1027" y="470"/>
                  </a:lnTo>
                  <a:lnTo>
                    <a:pt x="1030" y="462"/>
                  </a:lnTo>
                  <a:lnTo>
                    <a:pt x="1036" y="457"/>
                  </a:lnTo>
                  <a:lnTo>
                    <a:pt x="1045" y="456"/>
                  </a:lnTo>
                  <a:lnTo>
                    <a:pt x="1055" y="458"/>
                  </a:lnTo>
                  <a:lnTo>
                    <a:pt x="1064" y="460"/>
                  </a:lnTo>
                  <a:lnTo>
                    <a:pt x="1072" y="460"/>
                  </a:lnTo>
                  <a:lnTo>
                    <a:pt x="1081" y="458"/>
                  </a:lnTo>
                  <a:lnTo>
                    <a:pt x="1090" y="458"/>
                  </a:lnTo>
                  <a:lnTo>
                    <a:pt x="1098" y="461"/>
                  </a:lnTo>
                  <a:lnTo>
                    <a:pt x="1104" y="465"/>
                  </a:lnTo>
                  <a:lnTo>
                    <a:pt x="1110" y="469"/>
                  </a:lnTo>
                  <a:lnTo>
                    <a:pt x="1116" y="471"/>
                  </a:lnTo>
                  <a:lnTo>
                    <a:pt x="1122" y="473"/>
                  </a:lnTo>
                  <a:lnTo>
                    <a:pt x="1127" y="477"/>
                  </a:lnTo>
                  <a:lnTo>
                    <a:pt x="1130" y="480"/>
                  </a:lnTo>
                  <a:lnTo>
                    <a:pt x="1134" y="483"/>
                  </a:lnTo>
                  <a:lnTo>
                    <a:pt x="1143" y="485"/>
                  </a:lnTo>
                  <a:lnTo>
                    <a:pt x="1154" y="486"/>
                  </a:lnTo>
                  <a:lnTo>
                    <a:pt x="1163" y="489"/>
                  </a:lnTo>
                  <a:lnTo>
                    <a:pt x="1164" y="494"/>
                  </a:lnTo>
                  <a:lnTo>
                    <a:pt x="1157" y="500"/>
                  </a:lnTo>
                  <a:lnTo>
                    <a:pt x="1147" y="506"/>
                  </a:lnTo>
                  <a:close/>
                </a:path>
              </a:pathLst>
            </a:custGeom>
            <a:solidFill>
              <a:srgbClr val="ECB78D">
                <a:alpha val="12900"/>
              </a:srgbClr>
            </a:solidFill>
            <a:ln>
              <a:noFill/>
            </a:ln>
          </p:spPr>
          <p:txBody>
            <a:bodyPr anchor="ctr"/>
            <a:lstStyle/>
            <a:p>
              <a:pPr algn="ctr">
                <a:buNone/>
              </a:pPr>
            </a:p>
          </p:txBody>
        </p:sp>
        <p:sp>
          <p:nvSpPr>
            <p:cNvPr id="6620" name="addition:input:87"/>
            <p:cNvSpPr>
              <a:spLocks noGrp="1"/>
            </p:cNvSpPr>
            <p:nvPr/>
          </p:nvSpPr>
          <p:spPr>
            <a:xfrm>
              <a:off x="209550" y="5438775"/>
              <a:ext cx="1887870" cy="1055355"/>
            </a:xfrm>
            <a:custGeom>
              <a:avLst/>
              <a:gdLst/>
              <a:ahLst/>
              <a:cxnLst/>
              <a:rect l="l" t="t" r="r" b="b"/>
              <a:pathLst>
                <a:path w="1147" h="563">
                  <a:moveTo>
                    <a:pt x="0" y="0"/>
                  </a:moveTo>
                  <a:moveTo>
                    <a:pt x="1132" y="515"/>
                  </a:moveTo>
                  <a:lnTo>
                    <a:pt x="1129" y="519"/>
                  </a:lnTo>
                  <a:lnTo>
                    <a:pt x="1130" y="523"/>
                  </a:lnTo>
                  <a:lnTo>
                    <a:pt x="1131" y="527"/>
                  </a:lnTo>
                  <a:lnTo>
                    <a:pt x="1127" y="530"/>
                  </a:lnTo>
                  <a:lnTo>
                    <a:pt x="1120" y="533"/>
                  </a:lnTo>
                  <a:lnTo>
                    <a:pt x="1115" y="535"/>
                  </a:lnTo>
                  <a:lnTo>
                    <a:pt x="1111" y="539"/>
                  </a:lnTo>
                  <a:lnTo>
                    <a:pt x="1109" y="543"/>
                  </a:lnTo>
                  <a:lnTo>
                    <a:pt x="1105" y="546"/>
                  </a:lnTo>
                  <a:lnTo>
                    <a:pt x="1101" y="549"/>
                  </a:lnTo>
                  <a:lnTo>
                    <a:pt x="1095" y="552"/>
                  </a:lnTo>
                  <a:lnTo>
                    <a:pt x="1091" y="556"/>
                  </a:lnTo>
                  <a:lnTo>
                    <a:pt x="1087" y="560"/>
                  </a:lnTo>
                  <a:lnTo>
                    <a:pt x="1081" y="563"/>
                  </a:lnTo>
                  <a:lnTo>
                    <a:pt x="1073" y="562"/>
                  </a:lnTo>
                  <a:lnTo>
                    <a:pt x="1066" y="558"/>
                  </a:lnTo>
                  <a:lnTo>
                    <a:pt x="1060" y="552"/>
                  </a:lnTo>
                  <a:lnTo>
                    <a:pt x="1055" y="550"/>
                  </a:lnTo>
                  <a:lnTo>
                    <a:pt x="1050" y="552"/>
                  </a:lnTo>
                  <a:lnTo>
                    <a:pt x="1045" y="555"/>
                  </a:lnTo>
                  <a:lnTo>
                    <a:pt x="1038" y="557"/>
                  </a:lnTo>
                  <a:lnTo>
                    <a:pt x="1033" y="556"/>
                  </a:lnTo>
                  <a:lnTo>
                    <a:pt x="1028" y="554"/>
                  </a:lnTo>
                  <a:lnTo>
                    <a:pt x="1023" y="553"/>
                  </a:lnTo>
                  <a:lnTo>
                    <a:pt x="1017" y="551"/>
                  </a:lnTo>
                  <a:lnTo>
                    <a:pt x="1012" y="549"/>
                  </a:lnTo>
                  <a:lnTo>
                    <a:pt x="1009" y="545"/>
                  </a:lnTo>
                  <a:lnTo>
                    <a:pt x="1009" y="541"/>
                  </a:lnTo>
                  <a:lnTo>
                    <a:pt x="1007" y="537"/>
                  </a:lnTo>
                  <a:lnTo>
                    <a:pt x="1004" y="534"/>
                  </a:lnTo>
                  <a:lnTo>
                    <a:pt x="999" y="531"/>
                  </a:lnTo>
                  <a:lnTo>
                    <a:pt x="997" y="527"/>
                  </a:lnTo>
                  <a:lnTo>
                    <a:pt x="999" y="522"/>
                  </a:lnTo>
                  <a:lnTo>
                    <a:pt x="1004" y="518"/>
                  </a:lnTo>
                  <a:lnTo>
                    <a:pt x="1006" y="515"/>
                  </a:lnTo>
                  <a:lnTo>
                    <a:pt x="1002" y="512"/>
                  </a:lnTo>
                  <a:lnTo>
                    <a:pt x="993" y="507"/>
                  </a:lnTo>
                  <a:lnTo>
                    <a:pt x="986" y="502"/>
                  </a:lnTo>
                  <a:lnTo>
                    <a:pt x="985" y="497"/>
                  </a:lnTo>
                  <a:lnTo>
                    <a:pt x="988" y="494"/>
                  </a:lnTo>
                  <a:lnTo>
                    <a:pt x="994" y="491"/>
                  </a:lnTo>
                  <a:lnTo>
                    <a:pt x="998" y="488"/>
                  </a:lnTo>
                  <a:lnTo>
                    <a:pt x="1003" y="486"/>
                  </a:lnTo>
                  <a:lnTo>
                    <a:pt x="1009" y="485"/>
                  </a:lnTo>
                  <a:lnTo>
                    <a:pt x="1016" y="484"/>
                  </a:lnTo>
                  <a:lnTo>
                    <a:pt x="1022" y="484"/>
                  </a:lnTo>
                  <a:lnTo>
                    <a:pt x="1026" y="481"/>
                  </a:lnTo>
                  <a:lnTo>
                    <a:pt x="1029" y="477"/>
                  </a:lnTo>
                  <a:lnTo>
                    <a:pt x="1033" y="472"/>
                  </a:lnTo>
                  <a:lnTo>
                    <a:pt x="1039" y="470"/>
                  </a:lnTo>
                  <a:lnTo>
                    <a:pt x="1047" y="471"/>
                  </a:lnTo>
                  <a:lnTo>
                    <a:pt x="1054" y="473"/>
                  </a:lnTo>
                  <a:lnTo>
                    <a:pt x="1061" y="473"/>
                  </a:lnTo>
                  <a:lnTo>
                    <a:pt x="1068" y="471"/>
                  </a:lnTo>
                  <a:lnTo>
                    <a:pt x="1077" y="468"/>
                  </a:lnTo>
                  <a:lnTo>
                    <a:pt x="1085" y="468"/>
                  </a:lnTo>
                  <a:lnTo>
                    <a:pt x="1092" y="472"/>
                  </a:lnTo>
                  <a:lnTo>
                    <a:pt x="1096" y="477"/>
                  </a:lnTo>
                  <a:lnTo>
                    <a:pt x="1100" y="481"/>
                  </a:lnTo>
                  <a:lnTo>
                    <a:pt x="1104" y="484"/>
                  </a:lnTo>
                  <a:lnTo>
                    <a:pt x="1109" y="487"/>
                  </a:lnTo>
                  <a:lnTo>
                    <a:pt x="1113" y="490"/>
                  </a:lnTo>
                  <a:lnTo>
                    <a:pt x="1117" y="492"/>
                  </a:lnTo>
                  <a:lnTo>
                    <a:pt x="1123" y="494"/>
                  </a:lnTo>
                  <a:lnTo>
                    <a:pt x="1132" y="496"/>
                  </a:lnTo>
                  <a:lnTo>
                    <a:pt x="1141" y="498"/>
                  </a:lnTo>
                  <a:lnTo>
                    <a:pt x="1147" y="501"/>
                  </a:lnTo>
                  <a:lnTo>
                    <a:pt x="1145" y="506"/>
                  </a:lnTo>
                  <a:lnTo>
                    <a:pt x="1139" y="511"/>
                  </a:lnTo>
                  <a:close/>
                </a:path>
              </a:pathLst>
            </a:custGeom>
            <a:solidFill>
              <a:srgbClr val="E18B48">
                <a:alpha val="10500"/>
              </a:srgbClr>
            </a:solidFill>
            <a:ln>
              <a:noFill/>
            </a:ln>
          </p:spPr>
          <p:txBody>
            <a:bodyPr anchor="ctr"/>
            <a:lstStyle/>
            <a:p>
              <a:pPr algn="ctr">
                <a:buNone/>
              </a:pPr>
            </a:p>
          </p:txBody>
        </p:sp>
        <p:sp>
          <p:nvSpPr>
            <p:cNvPr id="6621" name="addition:input:88"/>
            <p:cNvSpPr>
              <a:spLocks noGrp="1"/>
            </p:cNvSpPr>
            <p:nvPr/>
          </p:nvSpPr>
          <p:spPr>
            <a:xfrm>
              <a:off x="209550" y="5438775"/>
              <a:ext cx="1756197" cy="972876"/>
            </a:xfrm>
            <a:custGeom>
              <a:avLst/>
              <a:gdLst/>
              <a:ahLst/>
              <a:cxnLst/>
              <a:rect l="l" t="t" r="r" b="b"/>
              <a:pathLst>
                <a:path w="1067" h="519">
                  <a:moveTo>
                    <a:pt x="0" y="0"/>
                  </a:moveTo>
                  <a:moveTo>
                    <a:pt x="1065" y="499"/>
                  </a:moveTo>
                  <a:lnTo>
                    <a:pt x="1066" y="501"/>
                  </a:lnTo>
                  <a:lnTo>
                    <a:pt x="1067" y="503"/>
                  </a:lnTo>
                  <a:lnTo>
                    <a:pt x="1065" y="505"/>
                  </a:lnTo>
                  <a:lnTo>
                    <a:pt x="1061" y="506"/>
                  </a:lnTo>
                  <a:lnTo>
                    <a:pt x="1057" y="506"/>
                  </a:lnTo>
                  <a:lnTo>
                    <a:pt x="1055" y="507"/>
                  </a:lnTo>
                  <a:lnTo>
                    <a:pt x="1054" y="509"/>
                  </a:lnTo>
                  <a:lnTo>
                    <a:pt x="1053" y="511"/>
                  </a:lnTo>
                  <a:lnTo>
                    <a:pt x="1052" y="512"/>
                  </a:lnTo>
                  <a:lnTo>
                    <a:pt x="1050" y="514"/>
                  </a:lnTo>
                  <a:lnTo>
                    <a:pt x="1049" y="515"/>
                  </a:lnTo>
                  <a:lnTo>
                    <a:pt x="1047" y="517"/>
                  </a:lnTo>
                  <a:lnTo>
                    <a:pt x="1045" y="519"/>
                  </a:lnTo>
                  <a:lnTo>
                    <a:pt x="1042" y="519"/>
                  </a:lnTo>
                  <a:lnTo>
                    <a:pt x="1038" y="518"/>
                  </a:lnTo>
                  <a:lnTo>
                    <a:pt x="1035" y="516"/>
                  </a:lnTo>
                  <a:lnTo>
                    <a:pt x="1033" y="515"/>
                  </a:lnTo>
                  <a:lnTo>
                    <a:pt x="1030" y="516"/>
                  </a:lnTo>
                  <a:lnTo>
                    <a:pt x="1028" y="517"/>
                  </a:lnTo>
                  <a:lnTo>
                    <a:pt x="1026" y="517"/>
                  </a:lnTo>
                  <a:lnTo>
                    <a:pt x="1024" y="517"/>
                  </a:lnTo>
                  <a:lnTo>
                    <a:pt x="1022" y="515"/>
                  </a:lnTo>
                  <a:lnTo>
                    <a:pt x="1020" y="515"/>
                  </a:lnTo>
                  <a:lnTo>
                    <a:pt x="1018" y="514"/>
                  </a:lnTo>
                  <a:lnTo>
                    <a:pt x="1015" y="514"/>
                  </a:lnTo>
                  <a:lnTo>
                    <a:pt x="1013" y="514"/>
                  </a:lnTo>
                  <a:lnTo>
                    <a:pt x="1011" y="512"/>
                  </a:lnTo>
                  <a:lnTo>
                    <a:pt x="1010" y="511"/>
                  </a:lnTo>
                  <a:lnTo>
                    <a:pt x="1009" y="509"/>
                  </a:lnTo>
                  <a:lnTo>
                    <a:pt x="1007" y="508"/>
                  </a:lnTo>
                  <a:lnTo>
                    <a:pt x="1007" y="506"/>
                  </a:lnTo>
                  <a:lnTo>
                    <a:pt x="1008" y="504"/>
                  </a:lnTo>
                  <a:lnTo>
                    <a:pt x="1011" y="502"/>
                  </a:lnTo>
                  <a:lnTo>
                    <a:pt x="1012" y="501"/>
                  </a:lnTo>
                  <a:lnTo>
                    <a:pt x="1011" y="499"/>
                  </a:lnTo>
                  <a:lnTo>
                    <a:pt x="1007" y="498"/>
                  </a:lnTo>
                  <a:lnTo>
                    <a:pt x="1004" y="496"/>
                  </a:lnTo>
                  <a:lnTo>
                    <a:pt x="1002" y="494"/>
                  </a:lnTo>
                  <a:lnTo>
                    <a:pt x="1003" y="492"/>
                  </a:lnTo>
                  <a:lnTo>
                    <a:pt x="1005" y="491"/>
                  </a:lnTo>
                  <a:lnTo>
                    <a:pt x="1007" y="490"/>
                  </a:lnTo>
                  <a:lnTo>
                    <a:pt x="1008" y="488"/>
                  </a:lnTo>
                  <a:lnTo>
                    <a:pt x="1010" y="487"/>
                  </a:lnTo>
                  <a:lnTo>
                    <a:pt x="1012" y="486"/>
                  </a:lnTo>
                  <a:lnTo>
                    <a:pt x="1014" y="486"/>
                  </a:lnTo>
                  <a:lnTo>
                    <a:pt x="1016" y="485"/>
                  </a:lnTo>
                  <a:lnTo>
                    <a:pt x="1018" y="484"/>
                  </a:lnTo>
                  <a:lnTo>
                    <a:pt x="1020" y="483"/>
                  </a:lnTo>
                  <a:lnTo>
                    <a:pt x="1022" y="482"/>
                  </a:lnTo>
                  <a:lnTo>
                    <a:pt x="1025" y="483"/>
                  </a:lnTo>
                  <a:lnTo>
                    <a:pt x="1028" y="483"/>
                  </a:lnTo>
                  <a:lnTo>
                    <a:pt x="1030" y="483"/>
                  </a:lnTo>
                  <a:lnTo>
                    <a:pt x="1033" y="481"/>
                  </a:lnTo>
                  <a:lnTo>
                    <a:pt x="1036" y="479"/>
                  </a:lnTo>
                  <a:lnTo>
                    <a:pt x="1040" y="478"/>
                  </a:lnTo>
                  <a:lnTo>
                    <a:pt x="1043" y="480"/>
                  </a:lnTo>
                  <a:lnTo>
                    <a:pt x="1045" y="482"/>
                  </a:lnTo>
                  <a:lnTo>
                    <a:pt x="1047" y="484"/>
                  </a:lnTo>
                  <a:lnTo>
                    <a:pt x="1049" y="485"/>
                  </a:lnTo>
                  <a:lnTo>
                    <a:pt x="1051" y="486"/>
                  </a:lnTo>
                  <a:lnTo>
                    <a:pt x="1053" y="488"/>
                  </a:lnTo>
                  <a:lnTo>
                    <a:pt x="1055" y="489"/>
                  </a:lnTo>
                  <a:lnTo>
                    <a:pt x="1057" y="490"/>
                  </a:lnTo>
                  <a:lnTo>
                    <a:pt x="1060" y="490"/>
                  </a:lnTo>
                  <a:lnTo>
                    <a:pt x="1064" y="491"/>
                  </a:lnTo>
                  <a:lnTo>
                    <a:pt x="1067" y="492"/>
                  </a:lnTo>
                  <a:lnTo>
                    <a:pt x="1067" y="494"/>
                  </a:lnTo>
                  <a:lnTo>
                    <a:pt x="1066" y="496"/>
                  </a:lnTo>
                  <a:lnTo>
                    <a:pt x="1064" y="498"/>
                  </a:lnTo>
                  <a:close/>
                </a:path>
              </a:pathLst>
            </a:custGeom>
            <a:solidFill>
              <a:srgbClr val="ECB78D">
                <a:alpha val="9600"/>
              </a:srgbClr>
            </a:solidFill>
            <a:ln>
              <a:noFill/>
            </a:ln>
          </p:spPr>
          <p:txBody>
            <a:bodyPr anchor="ctr"/>
            <a:lstStyle/>
            <a:p>
              <a:pPr algn="ctr">
                <a:buNone/>
              </a:pPr>
            </a:p>
          </p:txBody>
        </p:sp>
        <p:sp>
          <p:nvSpPr>
            <p:cNvPr id="6622" name="addition:input:89"/>
            <p:cNvSpPr>
              <a:spLocks noGrp="1"/>
            </p:cNvSpPr>
            <p:nvPr/>
          </p:nvSpPr>
          <p:spPr>
            <a:xfrm>
              <a:off x="209550" y="5438775"/>
              <a:ext cx="1794053" cy="944758"/>
            </a:xfrm>
            <a:custGeom>
              <a:avLst/>
              <a:gdLst/>
              <a:ahLst/>
              <a:cxnLst/>
              <a:rect l="l" t="t" r="r" b="b"/>
              <a:pathLst>
                <a:path w="1090" h="504">
                  <a:moveTo>
                    <a:pt x="0" y="0"/>
                  </a:moveTo>
                  <a:moveTo>
                    <a:pt x="1089" y="485"/>
                  </a:moveTo>
                  <a:lnTo>
                    <a:pt x="1088" y="486"/>
                  </a:lnTo>
                  <a:lnTo>
                    <a:pt x="1085" y="488"/>
                  </a:lnTo>
                  <a:lnTo>
                    <a:pt x="1082" y="489"/>
                  </a:lnTo>
                  <a:lnTo>
                    <a:pt x="1081" y="490"/>
                  </a:lnTo>
                  <a:lnTo>
                    <a:pt x="1081" y="492"/>
                  </a:lnTo>
                  <a:lnTo>
                    <a:pt x="1081" y="494"/>
                  </a:lnTo>
                  <a:lnTo>
                    <a:pt x="1080" y="496"/>
                  </a:lnTo>
                  <a:lnTo>
                    <a:pt x="1078" y="497"/>
                  </a:lnTo>
                  <a:lnTo>
                    <a:pt x="1074" y="497"/>
                  </a:lnTo>
                  <a:lnTo>
                    <a:pt x="1072" y="498"/>
                  </a:lnTo>
                  <a:lnTo>
                    <a:pt x="1070" y="499"/>
                  </a:lnTo>
                  <a:lnTo>
                    <a:pt x="1069" y="501"/>
                  </a:lnTo>
                  <a:lnTo>
                    <a:pt x="1068" y="503"/>
                  </a:lnTo>
                  <a:lnTo>
                    <a:pt x="1065" y="504"/>
                  </a:lnTo>
                  <a:lnTo>
                    <a:pt x="1062" y="503"/>
                  </a:lnTo>
                  <a:lnTo>
                    <a:pt x="1059" y="502"/>
                  </a:lnTo>
                  <a:lnTo>
                    <a:pt x="1057" y="502"/>
                  </a:lnTo>
                  <a:lnTo>
                    <a:pt x="1054" y="501"/>
                  </a:lnTo>
                  <a:lnTo>
                    <a:pt x="1053" y="501"/>
                  </a:lnTo>
                  <a:lnTo>
                    <a:pt x="1051" y="500"/>
                  </a:lnTo>
                  <a:lnTo>
                    <a:pt x="1049" y="499"/>
                  </a:lnTo>
                  <a:lnTo>
                    <a:pt x="1047" y="500"/>
                  </a:lnTo>
                  <a:lnTo>
                    <a:pt x="1044" y="501"/>
                  </a:lnTo>
                  <a:lnTo>
                    <a:pt x="1040" y="502"/>
                  </a:lnTo>
                  <a:lnTo>
                    <a:pt x="1038" y="501"/>
                  </a:lnTo>
                  <a:lnTo>
                    <a:pt x="1037" y="499"/>
                  </a:lnTo>
                  <a:lnTo>
                    <a:pt x="1038" y="496"/>
                  </a:lnTo>
                  <a:lnTo>
                    <a:pt x="1037" y="495"/>
                  </a:lnTo>
                  <a:lnTo>
                    <a:pt x="1036" y="494"/>
                  </a:lnTo>
                  <a:lnTo>
                    <a:pt x="1034" y="493"/>
                  </a:lnTo>
                  <a:lnTo>
                    <a:pt x="1033" y="491"/>
                  </a:lnTo>
                  <a:lnTo>
                    <a:pt x="1033" y="489"/>
                  </a:lnTo>
                  <a:lnTo>
                    <a:pt x="1034" y="488"/>
                  </a:lnTo>
                  <a:lnTo>
                    <a:pt x="1034" y="486"/>
                  </a:lnTo>
                  <a:lnTo>
                    <a:pt x="1033" y="485"/>
                  </a:lnTo>
                  <a:lnTo>
                    <a:pt x="1032" y="483"/>
                  </a:lnTo>
                  <a:lnTo>
                    <a:pt x="1032" y="482"/>
                  </a:lnTo>
                  <a:lnTo>
                    <a:pt x="1032" y="480"/>
                  </a:lnTo>
                  <a:lnTo>
                    <a:pt x="1032" y="479"/>
                  </a:lnTo>
                  <a:lnTo>
                    <a:pt x="1030" y="476"/>
                  </a:lnTo>
                  <a:lnTo>
                    <a:pt x="1029" y="474"/>
                  </a:lnTo>
                  <a:lnTo>
                    <a:pt x="1030" y="473"/>
                  </a:lnTo>
                  <a:lnTo>
                    <a:pt x="1033" y="472"/>
                  </a:lnTo>
                  <a:lnTo>
                    <a:pt x="1037" y="473"/>
                  </a:lnTo>
                  <a:lnTo>
                    <a:pt x="1041" y="473"/>
                  </a:lnTo>
                  <a:lnTo>
                    <a:pt x="1042" y="472"/>
                  </a:lnTo>
                  <a:lnTo>
                    <a:pt x="1043" y="471"/>
                  </a:lnTo>
                  <a:lnTo>
                    <a:pt x="1045" y="469"/>
                  </a:lnTo>
                  <a:lnTo>
                    <a:pt x="1047" y="468"/>
                  </a:lnTo>
                  <a:lnTo>
                    <a:pt x="1049" y="468"/>
                  </a:lnTo>
                  <a:lnTo>
                    <a:pt x="1051" y="467"/>
                  </a:lnTo>
                  <a:lnTo>
                    <a:pt x="1054" y="467"/>
                  </a:lnTo>
                  <a:lnTo>
                    <a:pt x="1057" y="466"/>
                  </a:lnTo>
                  <a:lnTo>
                    <a:pt x="1060" y="466"/>
                  </a:lnTo>
                  <a:lnTo>
                    <a:pt x="1063" y="467"/>
                  </a:lnTo>
                  <a:lnTo>
                    <a:pt x="1065" y="468"/>
                  </a:lnTo>
                  <a:lnTo>
                    <a:pt x="1068" y="468"/>
                  </a:lnTo>
                  <a:lnTo>
                    <a:pt x="1071" y="468"/>
                  </a:lnTo>
                  <a:lnTo>
                    <a:pt x="1074" y="469"/>
                  </a:lnTo>
                  <a:lnTo>
                    <a:pt x="1076" y="471"/>
                  </a:lnTo>
                  <a:lnTo>
                    <a:pt x="1076" y="473"/>
                  </a:lnTo>
                  <a:lnTo>
                    <a:pt x="1076" y="475"/>
                  </a:lnTo>
                  <a:lnTo>
                    <a:pt x="1078" y="476"/>
                  </a:lnTo>
                  <a:lnTo>
                    <a:pt x="1081" y="477"/>
                  </a:lnTo>
                  <a:lnTo>
                    <a:pt x="1085" y="477"/>
                  </a:lnTo>
                  <a:lnTo>
                    <a:pt x="1088" y="478"/>
                  </a:lnTo>
                  <a:lnTo>
                    <a:pt x="1090" y="480"/>
                  </a:lnTo>
                  <a:lnTo>
                    <a:pt x="1090" y="481"/>
                  </a:lnTo>
                  <a:lnTo>
                    <a:pt x="1090" y="483"/>
                  </a:lnTo>
                  <a:close/>
                </a:path>
              </a:pathLst>
            </a:custGeom>
            <a:solidFill>
              <a:srgbClr val="ECB78D">
                <a:alpha val="9600"/>
              </a:srgbClr>
            </a:solidFill>
            <a:ln>
              <a:noFill/>
            </a:ln>
          </p:spPr>
          <p:txBody>
            <a:bodyPr anchor="ctr"/>
            <a:lstStyle/>
            <a:p>
              <a:pPr algn="ctr">
                <a:buNone/>
              </a:pPr>
            </a:p>
          </p:txBody>
        </p:sp>
        <p:sp>
          <p:nvSpPr>
            <p:cNvPr id="6623" name="addition:input:90"/>
            <p:cNvSpPr>
              <a:spLocks noGrp="1"/>
            </p:cNvSpPr>
            <p:nvPr/>
          </p:nvSpPr>
          <p:spPr>
            <a:xfrm>
              <a:off x="209550" y="5438775"/>
              <a:ext cx="1836847" cy="954131"/>
            </a:xfrm>
            <a:custGeom>
              <a:avLst/>
              <a:gdLst/>
              <a:ahLst/>
              <a:cxnLst/>
              <a:rect l="l" t="t" r="r" b="b"/>
              <a:pathLst>
                <a:path w="1116" h="509">
                  <a:moveTo>
                    <a:pt x="0" y="0"/>
                  </a:moveTo>
                  <a:moveTo>
                    <a:pt x="1109" y="489"/>
                  </a:moveTo>
                  <a:lnTo>
                    <a:pt x="1108" y="490"/>
                  </a:lnTo>
                  <a:lnTo>
                    <a:pt x="1109" y="492"/>
                  </a:lnTo>
                  <a:lnTo>
                    <a:pt x="1110" y="494"/>
                  </a:lnTo>
                  <a:lnTo>
                    <a:pt x="1110" y="495"/>
                  </a:lnTo>
                  <a:lnTo>
                    <a:pt x="1110" y="497"/>
                  </a:lnTo>
                  <a:lnTo>
                    <a:pt x="1110" y="499"/>
                  </a:lnTo>
                  <a:lnTo>
                    <a:pt x="1110" y="501"/>
                  </a:lnTo>
                  <a:lnTo>
                    <a:pt x="1110" y="503"/>
                  </a:lnTo>
                  <a:lnTo>
                    <a:pt x="1107" y="504"/>
                  </a:lnTo>
                  <a:lnTo>
                    <a:pt x="1104" y="504"/>
                  </a:lnTo>
                  <a:lnTo>
                    <a:pt x="1101" y="504"/>
                  </a:lnTo>
                  <a:lnTo>
                    <a:pt x="1098" y="504"/>
                  </a:lnTo>
                  <a:lnTo>
                    <a:pt x="1097" y="505"/>
                  </a:lnTo>
                  <a:lnTo>
                    <a:pt x="1096" y="507"/>
                  </a:lnTo>
                  <a:lnTo>
                    <a:pt x="1094" y="508"/>
                  </a:lnTo>
                  <a:lnTo>
                    <a:pt x="1092" y="507"/>
                  </a:lnTo>
                  <a:lnTo>
                    <a:pt x="1089" y="507"/>
                  </a:lnTo>
                  <a:lnTo>
                    <a:pt x="1087" y="506"/>
                  </a:lnTo>
                  <a:lnTo>
                    <a:pt x="1085" y="507"/>
                  </a:lnTo>
                  <a:lnTo>
                    <a:pt x="1082" y="508"/>
                  </a:lnTo>
                  <a:lnTo>
                    <a:pt x="1079" y="509"/>
                  </a:lnTo>
                  <a:lnTo>
                    <a:pt x="1076" y="508"/>
                  </a:lnTo>
                  <a:lnTo>
                    <a:pt x="1073" y="507"/>
                  </a:lnTo>
                  <a:lnTo>
                    <a:pt x="1071" y="506"/>
                  </a:lnTo>
                  <a:lnTo>
                    <a:pt x="1068" y="505"/>
                  </a:lnTo>
                  <a:lnTo>
                    <a:pt x="1067" y="503"/>
                  </a:lnTo>
                  <a:lnTo>
                    <a:pt x="1066" y="501"/>
                  </a:lnTo>
                  <a:lnTo>
                    <a:pt x="1067" y="498"/>
                  </a:lnTo>
                  <a:lnTo>
                    <a:pt x="1066" y="497"/>
                  </a:lnTo>
                  <a:lnTo>
                    <a:pt x="1064" y="496"/>
                  </a:lnTo>
                  <a:lnTo>
                    <a:pt x="1059" y="495"/>
                  </a:lnTo>
                  <a:lnTo>
                    <a:pt x="1055" y="494"/>
                  </a:lnTo>
                  <a:lnTo>
                    <a:pt x="1053" y="493"/>
                  </a:lnTo>
                  <a:lnTo>
                    <a:pt x="1053" y="491"/>
                  </a:lnTo>
                  <a:lnTo>
                    <a:pt x="1054" y="489"/>
                  </a:lnTo>
                  <a:lnTo>
                    <a:pt x="1055" y="487"/>
                  </a:lnTo>
                  <a:lnTo>
                    <a:pt x="1054" y="485"/>
                  </a:lnTo>
                  <a:lnTo>
                    <a:pt x="1055" y="483"/>
                  </a:lnTo>
                  <a:lnTo>
                    <a:pt x="1056" y="482"/>
                  </a:lnTo>
                  <a:lnTo>
                    <a:pt x="1059" y="481"/>
                  </a:lnTo>
                  <a:lnTo>
                    <a:pt x="1061" y="479"/>
                  </a:lnTo>
                  <a:lnTo>
                    <a:pt x="1062" y="478"/>
                  </a:lnTo>
                  <a:lnTo>
                    <a:pt x="1064" y="477"/>
                  </a:lnTo>
                  <a:lnTo>
                    <a:pt x="1066" y="476"/>
                  </a:lnTo>
                  <a:lnTo>
                    <a:pt x="1069" y="475"/>
                  </a:lnTo>
                  <a:lnTo>
                    <a:pt x="1072" y="475"/>
                  </a:lnTo>
                  <a:lnTo>
                    <a:pt x="1074" y="473"/>
                  </a:lnTo>
                  <a:lnTo>
                    <a:pt x="1075" y="471"/>
                  </a:lnTo>
                  <a:lnTo>
                    <a:pt x="1077" y="468"/>
                  </a:lnTo>
                  <a:lnTo>
                    <a:pt x="1080" y="466"/>
                  </a:lnTo>
                  <a:lnTo>
                    <a:pt x="1083" y="467"/>
                  </a:lnTo>
                  <a:lnTo>
                    <a:pt x="1087" y="469"/>
                  </a:lnTo>
                  <a:lnTo>
                    <a:pt x="1089" y="471"/>
                  </a:lnTo>
                  <a:lnTo>
                    <a:pt x="1092" y="471"/>
                  </a:lnTo>
                  <a:lnTo>
                    <a:pt x="1094" y="472"/>
                  </a:lnTo>
                  <a:lnTo>
                    <a:pt x="1097" y="472"/>
                  </a:lnTo>
                  <a:lnTo>
                    <a:pt x="1099" y="473"/>
                  </a:lnTo>
                  <a:lnTo>
                    <a:pt x="1101" y="473"/>
                  </a:lnTo>
                  <a:lnTo>
                    <a:pt x="1103" y="473"/>
                  </a:lnTo>
                  <a:lnTo>
                    <a:pt x="1106" y="473"/>
                  </a:lnTo>
                  <a:lnTo>
                    <a:pt x="1109" y="474"/>
                  </a:lnTo>
                  <a:lnTo>
                    <a:pt x="1110" y="475"/>
                  </a:lnTo>
                  <a:lnTo>
                    <a:pt x="1110" y="477"/>
                  </a:lnTo>
                  <a:lnTo>
                    <a:pt x="1110" y="479"/>
                  </a:lnTo>
                  <a:lnTo>
                    <a:pt x="1112" y="480"/>
                  </a:lnTo>
                  <a:lnTo>
                    <a:pt x="1114" y="482"/>
                  </a:lnTo>
                  <a:lnTo>
                    <a:pt x="1116" y="483"/>
                  </a:lnTo>
                  <a:lnTo>
                    <a:pt x="1115" y="485"/>
                  </a:lnTo>
                  <a:lnTo>
                    <a:pt x="1112" y="487"/>
                  </a:lnTo>
                  <a:close/>
                </a:path>
              </a:pathLst>
            </a:custGeom>
            <a:solidFill>
              <a:srgbClr val="ECB78D">
                <a:alpha val="9600"/>
              </a:srgbClr>
            </a:solidFill>
            <a:ln>
              <a:noFill/>
            </a:ln>
          </p:spPr>
          <p:txBody>
            <a:bodyPr anchor="ctr"/>
            <a:lstStyle/>
            <a:p>
              <a:pPr algn="ctr">
                <a:buNone/>
              </a:pPr>
            </a:p>
          </p:txBody>
        </p:sp>
        <p:sp>
          <p:nvSpPr>
            <p:cNvPr id="6624" name="addition:input:91"/>
            <p:cNvSpPr>
              <a:spLocks noGrp="1"/>
            </p:cNvSpPr>
            <p:nvPr/>
          </p:nvSpPr>
          <p:spPr>
            <a:xfrm>
              <a:off x="209550" y="5438775"/>
              <a:ext cx="1879641" cy="987872"/>
            </a:xfrm>
            <a:custGeom>
              <a:avLst/>
              <a:gdLst/>
              <a:ahLst/>
              <a:cxnLst/>
              <a:rect l="l" t="t" r="r" b="b"/>
              <a:pathLst>
                <a:path w="1142" h="527">
                  <a:moveTo>
                    <a:pt x="0" y="0"/>
                  </a:moveTo>
                  <a:moveTo>
                    <a:pt x="1134" y="505"/>
                  </a:moveTo>
                  <a:lnTo>
                    <a:pt x="1136" y="507"/>
                  </a:lnTo>
                  <a:lnTo>
                    <a:pt x="1137" y="509"/>
                  </a:lnTo>
                  <a:lnTo>
                    <a:pt x="1136" y="510"/>
                  </a:lnTo>
                  <a:lnTo>
                    <a:pt x="1134" y="512"/>
                  </a:lnTo>
                  <a:lnTo>
                    <a:pt x="1133" y="514"/>
                  </a:lnTo>
                  <a:lnTo>
                    <a:pt x="1132" y="515"/>
                  </a:lnTo>
                  <a:lnTo>
                    <a:pt x="1132" y="518"/>
                  </a:lnTo>
                  <a:lnTo>
                    <a:pt x="1131" y="519"/>
                  </a:lnTo>
                  <a:lnTo>
                    <a:pt x="1129" y="521"/>
                  </a:lnTo>
                  <a:lnTo>
                    <a:pt x="1127" y="522"/>
                  </a:lnTo>
                  <a:lnTo>
                    <a:pt x="1126" y="523"/>
                  </a:lnTo>
                  <a:lnTo>
                    <a:pt x="1124" y="525"/>
                  </a:lnTo>
                  <a:lnTo>
                    <a:pt x="1121" y="525"/>
                  </a:lnTo>
                  <a:lnTo>
                    <a:pt x="1118" y="524"/>
                  </a:lnTo>
                  <a:lnTo>
                    <a:pt x="1115" y="522"/>
                  </a:lnTo>
                  <a:lnTo>
                    <a:pt x="1113" y="521"/>
                  </a:lnTo>
                  <a:lnTo>
                    <a:pt x="1111" y="522"/>
                  </a:lnTo>
                  <a:lnTo>
                    <a:pt x="1109" y="525"/>
                  </a:lnTo>
                  <a:lnTo>
                    <a:pt x="1106" y="527"/>
                  </a:lnTo>
                  <a:lnTo>
                    <a:pt x="1103" y="527"/>
                  </a:lnTo>
                  <a:lnTo>
                    <a:pt x="1100" y="527"/>
                  </a:lnTo>
                  <a:lnTo>
                    <a:pt x="1098" y="525"/>
                  </a:lnTo>
                  <a:lnTo>
                    <a:pt x="1095" y="524"/>
                  </a:lnTo>
                  <a:lnTo>
                    <a:pt x="1093" y="523"/>
                  </a:lnTo>
                  <a:lnTo>
                    <a:pt x="1090" y="522"/>
                  </a:lnTo>
                  <a:lnTo>
                    <a:pt x="1089" y="520"/>
                  </a:lnTo>
                  <a:lnTo>
                    <a:pt x="1088" y="518"/>
                  </a:lnTo>
                  <a:lnTo>
                    <a:pt x="1086" y="516"/>
                  </a:lnTo>
                  <a:lnTo>
                    <a:pt x="1083" y="515"/>
                  </a:lnTo>
                  <a:lnTo>
                    <a:pt x="1080" y="514"/>
                  </a:lnTo>
                  <a:lnTo>
                    <a:pt x="1079" y="512"/>
                  </a:lnTo>
                  <a:lnTo>
                    <a:pt x="1079" y="510"/>
                  </a:lnTo>
                  <a:lnTo>
                    <a:pt x="1080" y="508"/>
                  </a:lnTo>
                  <a:lnTo>
                    <a:pt x="1078" y="507"/>
                  </a:lnTo>
                  <a:lnTo>
                    <a:pt x="1075" y="505"/>
                  </a:lnTo>
                  <a:lnTo>
                    <a:pt x="1071" y="503"/>
                  </a:lnTo>
                  <a:lnTo>
                    <a:pt x="1070" y="501"/>
                  </a:lnTo>
                  <a:lnTo>
                    <a:pt x="1071" y="499"/>
                  </a:lnTo>
                  <a:lnTo>
                    <a:pt x="1075" y="497"/>
                  </a:lnTo>
                  <a:lnTo>
                    <a:pt x="1078" y="496"/>
                  </a:lnTo>
                  <a:lnTo>
                    <a:pt x="1081" y="495"/>
                  </a:lnTo>
                  <a:lnTo>
                    <a:pt x="1083" y="494"/>
                  </a:lnTo>
                  <a:lnTo>
                    <a:pt x="1085" y="493"/>
                  </a:lnTo>
                  <a:lnTo>
                    <a:pt x="1088" y="492"/>
                  </a:lnTo>
                  <a:lnTo>
                    <a:pt x="1089" y="490"/>
                  </a:lnTo>
                  <a:lnTo>
                    <a:pt x="1091" y="488"/>
                  </a:lnTo>
                  <a:lnTo>
                    <a:pt x="1092" y="486"/>
                  </a:lnTo>
                  <a:lnTo>
                    <a:pt x="1094" y="484"/>
                  </a:lnTo>
                  <a:lnTo>
                    <a:pt x="1098" y="483"/>
                  </a:lnTo>
                  <a:lnTo>
                    <a:pt x="1102" y="484"/>
                  </a:lnTo>
                  <a:lnTo>
                    <a:pt x="1105" y="485"/>
                  </a:lnTo>
                  <a:lnTo>
                    <a:pt x="1108" y="485"/>
                  </a:lnTo>
                  <a:lnTo>
                    <a:pt x="1112" y="483"/>
                  </a:lnTo>
                  <a:lnTo>
                    <a:pt x="1115" y="483"/>
                  </a:lnTo>
                  <a:lnTo>
                    <a:pt x="1118" y="484"/>
                  </a:lnTo>
                  <a:lnTo>
                    <a:pt x="1120" y="486"/>
                  </a:lnTo>
                  <a:lnTo>
                    <a:pt x="1122" y="488"/>
                  </a:lnTo>
                  <a:lnTo>
                    <a:pt x="1124" y="489"/>
                  </a:lnTo>
                  <a:lnTo>
                    <a:pt x="1126" y="490"/>
                  </a:lnTo>
                  <a:lnTo>
                    <a:pt x="1129" y="490"/>
                  </a:lnTo>
                  <a:lnTo>
                    <a:pt x="1131" y="491"/>
                  </a:lnTo>
                  <a:lnTo>
                    <a:pt x="1133" y="491"/>
                  </a:lnTo>
                  <a:lnTo>
                    <a:pt x="1136" y="492"/>
                  </a:lnTo>
                  <a:lnTo>
                    <a:pt x="1139" y="493"/>
                  </a:lnTo>
                  <a:lnTo>
                    <a:pt x="1142" y="494"/>
                  </a:lnTo>
                  <a:lnTo>
                    <a:pt x="1142" y="497"/>
                  </a:lnTo>
                  <a:lnTo>
                    <a:pt x="1139" y="499"/>
                  </a:lnTo>
                  <a:lnTo>
                    <a:pt x="1135" y="502"/>
                  </a:lnTo>
                  <a:lnTo>
                    <a:pt x="1134" y="503"/>
                  </a:lnTo>
                  <a:close/>
                </a:path>
              </a:pathLst>
            </a:custGeom>
            <a:solidFill>
              <a:srgbClr val="ECB78D">
                <a:alpha val="9600"/>
              </a:srgbClr>
            </a:solidFill>
            <a:ln>
              <a:noFill/>
            </a:ln>
          </p:spPr>
          <p:txBody>
            <a:bodyPr anchor="ctr"/>
            <a:lstStyle/>
            <a:p>
              <a:pPr algn="ctr">
                <a:buNone/>
              </a:pPr>
            </a:p>
          </p:txBody>
        </p:sp>
        <p:sp>
          <p:nvSpPr>
            <p:cNvPr id="6625" name="addition:input:92"/>
            <p:cNvSpPr>
              <a:spLocks noGrp="1"/>
            </p:cNvSpPr>
            <p:nvPr/>
          </p:nvSpPr>
          <p:spPr>
            <a:xfrm>
              <a:off x="209550" y="5438775"/>
              <a:ext cx="1851660" cy="1025362"/>
            </a:xfrm>
            <a:custGeom>
              <a:avLst/>
              <a:gdLst/>
              <a:ahLst/>
              <a:cxnLst/>
              <a:rect l="l" t="t" r="r" b="b"/>
              <a:pathLst>
                <a:path w="1125" h="547">
                  <a:moveTo>
                    <a:pt x="0" y="0"/>
                  </a:moveTo>
                  <a:moveTo>
                    <a:pt x="1119" y="523"/>
                  </a:moveTo>
                  <a:lnTo>
                    <a:pt x="1121" y="524"/>
                  </a:lnTo>
                  <a:lnTo>
                    <a:pt x="1124" y="527"/>
                  </a:lnTo>
                  <a:lnTo>
                    <a:pt x="1125" y="529"/>
                  </a:lnTo>
                  <a:lnTo>
                    <a:pt x="1123" y="530"/>
                  </a:lnTo>
                  <a:lnTo>
                    <a:pt x="1120" y="532"/>
                  </a:lnTo>
                  <a:lnTo>
                    <a:pt x="1119" y="533"/>
                  </a:lnTo>
                  <a:lnTo>
                    <a:pt x="1119" y="535"/>
                  </a:lnTo>
                  <a:lnTo>
                    <a:pt x="1119" y="538"/>
                  </a:lnTo>
                  <a:lnTo>
                    <a:pt x="1118" y="540"/>
                  </a:lnTo>
                  <a:lnTo>
                    <a:pt x="1115" y="540"/>
                  </a:lnTo>
                  <a:lnTo>
                    <a:pt x="1110" y="540"/>
                  </a:lnTo>
                  <a:lnTo>
                    <a:pt x="1106" y="539"/>
                  </a:lnTo>
                  <a:lnTo>
                    <a:pt x="1103" y="539"/>
                  </a:lnTo>
                  <a:lnTo>
                    <a:pt x="1101" y="540"/>
                  </a:lnTo>
                  <a:lnTo>
                    <a:pt x="1098" y="542"/>
                  </a:lnTo>
                  <a:lnTo>
                    <a:pt x="1096" y="542"/>
                  </a:lnTo>
                  <a:lnTo>
                    <a:pt x="1092" y="543"/>
                  </a:lnTo>
                  <a:lnTo>
                    <a:pt x="1089" y="545"/>
                  </a:lnTo>
                  <a:lnTo>
                    <a:pt x="1085" y="546"/>
                  </a:lnTo>
                  <a:lnTo>
                    <a:pt x="1080" y="547"/>
                  </a:lnTo>
                  <a:lnTo>
                    <a:pt x="1076" y="545"/>
                  </a:lnTo>
                  <a:lnTo>
                    <a:pt x="1074" y="543"/>
                  </a:lnTo>
                  <a:lnTo>
                    <a:pt x="1072" y="540"/>
                  </a:lnTo>
                  <a:lnTo>
                    <a:pt x="1069" y="538"/>
                  </a:lnTo>
                  <a:lnTo>
                    <a:pt x="1065" y="538"/>
                  </a:lnTo>
                  <a:lnTo>
                    <a:pt x="1061" y="538"/>
                  </a:lnTo>
                  <a:lnTo>
                    <a:pt x="1058" y="537"/>
                  </a:lnTo>
                  <a:lnTo>
                    <a:pt x="1056" y="535"/>
                  </a:lnTo>
                  <a:lnTo>
                    <a:pt x="1056" y="533"/>
                  </a:lnTo>
                  <a:lnTo>
                    <a:pt x="1054" y="531"/>
                  </a:lnTo>
                  <a:lnTo>
                    <a:pt x="1051" y="530"/>
                  </a:lnTo>
                  <a:lnTo>
                    <a:pt x="1047" y="528"/>
                  </a:lnTo>
                  <a:lnTo>
                    <a:pt x="1045" y="527"/>
                  </a:lnTo>
                  <a:lnTo>
                    <a:pt x="1045" y="525"/>
                  </a:lnTo>
                  <a:lnTo>
                    <a:pt x="1044" y="523"/>
                  </a:lnTo>
                  <a:lnTo>
                    <a:pt x="1044" y="521"/>
                  </a:lnTo>
                  <a:lnTo>
                    <a:pt x="1044" y="518"/>
                  </a:lnTo>
                  <a:lnTo>
                    <a:pt x="1047" y="517"/>
                  </a:lnTo>
                  <a:lnTo>
                    <a:pt x="1052" y="515"/>
                  </a:lnTo>
                  <a:lnTo>
                    <a:pt x="1058" y="515"/>
                  </a:lnTo>
                  <a:lnTo>
                    <a:pt x="1061" y="514"/>
                  </a:lnTo>
                  <a:lnTo>
                    <a:pt x="1062" y="512"/>
                  </a:lnTo>
                  <a:lnTo>
                    <a:pt x="1061" y="509"/>
                  </a:lnTo>
                  <a:lnTo>
                    <a:pt x="1061" y="506"/>
                  </a:lnTo>
                  <a:lnTo>
                    <a:pt x="1064" y="505"/>
                  </a:lnTo>
                  <a:lnTo>
                    <a:pt x="1067" y="504"/>
                  </a:lnTo>
                  <a:lnTo>
                    <a:pt x="1071" y="503"/>
                  </a:lnTo>
                  <a:lnTo>
                    <a:pt x="1075" y="502"/>
                  </a:lnTo>
                  <a:lnTo>
                    <a:pt x="1078" y="501"/>
                  </a:lnTo>
                  <a:lnTo>
                    <a:pt x="1082" y="501"/>
                  </a:lnTo>
                  <a:lnTo>
                    <a:pt x="1086" y="501"/>
                  </a:lnTo>
                  <a:lnTo>
                    <a:pt x="1089" y="502"/>
                  </a:lnTo>
                  <a:lnTo>
                    <a:pt x="1092" y="502"/>
                  </a:lnTo>
                  <a:lnTo>
                    <a:pt x="1095" y="502"/>
                  </a:lnTo>
                  <a:lnTo>
                    <a:pt x="1098" y="502"/>
                  </a:lnTo>
                  <a:lnTo>
                    <a:pt x="1101" y="503"/>
                  </a:lnTo>
                  <a:lnTo>
                    <a:pt x="1102" y="505"/>
                  </a:lnTo>
                  <a:lnTo>
                    <a:pt x="1104" y="507"/>
                  </a:lnTo>
                  <a:lnTo>
                    <a:pt x="1107" y="507"/>
                  </a:lnTo>
                  <a:lnTo>
                    <a:pt x="1112" y="506"/>
                  </a:lnTo>
                  <a:lnTo>
                    <a:pt x="1117" y="505"/>
                  </a:lnTo>
                  <a:lnTo>
                    <a:pt x="1120" y="506"/>
                  </a:lnTo>
                  <a:lnTo>
                    <a:pt x="1121" y="508"/>
                  </a:lnTo>
                  <a:lnTo>
                    <a:pt x="1120" y="511"/>
                  </a:lnTo>
                  <a:lnTo>
                    <a:pt x="1119" y="514"/>
                  </a:lnTo>
                  <a:lnTo>
                    <a:pt x="1119" y="515"/>
                  </a:lnTo>
                  <a:lnTo>
                    <a:pt x="1119" y="517"/>
                  </a:lnTo>
                  <a:lnTo>
                    <a:pt x="1119" y="519"/>
                  </a:lnTo>
                  <a:lnTo>
                    <a:pt x="1118" y="521"/>
                  </a:lnTo>
                  <a:close/>
                </a:path>
              </a:pathLst>
            </a:custGeom>
            <a:solidFill>
              <a:srgbClr val="ECB78D">
                <a:alpha val="9600"/>
              </a:srgbClr>
            </a:solidFill>
            <a:ln>
              <a:noFill/>
            </a:ln>
          </p:spPr>
          <p:txBody>
            <a:bodyPr anchor="ctr"/>
            <a:lstStyle/>
            <a:p>
              <a:pPr algn="ctr">
                <a:buNone/>
              </a:pPr>
            </a:p>
          </p:txBody>
        </p:sp>
        <p:sp>
          <p:nvSpPr>
            <p:cNvPr id="6626" name="addition:input:93"/>
            <p:cNvSpPr>
              <a:spLocks noGrp="1"/>
            </p:cNvSpPr>
            <p:nvPr/>
          </p:nvSpPr>
          <p:spPr>
            <a:xfrm>
              <a:off x="209550" y="5438775"/>
              <a:ext cx="1794053" cy="1023488"/>
            </a:xfrm>
            <a:custGeom>
              <a:avLst/>
              <a:gdLst/>
              <a:ahLst/>
              <a:cxnLst/>
              <a:rect l="l" t="t" r="r" b="b"/>
              <a:pathLst>
                <a:path w="1090" h="546">
                  <a:moveTo>
                    <a:pt x="0" y="0"/>
                  </a:moveTo>
                  <a:moveTo>
                    <a:pt x="1088" y="525"/>
                  </a:moveTo>
                  <a:lnTo>
                    <a:pt x="1090" y="527"/>
                  </a:lnTo>
                  <a:lnTo>
                    <a:pt x="1090" y="529"/>
                  </a:lnTo>
                  <a:lnTo>
                    <a:pt x="1089" y="531"/>
                  </a:lnTo>
                  <a:lnTo>
                    <a:pt x="1087" y="532"/>
                  </a:lnTo>
                  <a:lnTo>
                    <a:pt x="1085" y="534"/>
                  </a:lnTo>
                  <a:lnTo>
                    <a:pt x="1083" y="535"/>
                  </a:lnTo>
                  <a:lnTo>
                    <a:pt x="1079" y="536"/>
                  </a:lnTo>
                  <a:lnTo>
                    <a:pt x="1075" y="536"/>
                  </a:lnTo>
                  <a:lnTo>
                    <a:pt x="1072" y="537"/>
                  </a:lnTo>
                  <a:lnTo>
                    <a:pt x="1071" y="539"/>
                  </a:lnTo>
                  <a:lnTo>
                    <a:pt x="1071" y="542"/>
                  </a:lnTo>
                  <a:lnTo>
                    <a:pt x="1069" y="545"/>
                  </a:lnTo>
                  <a:lnTo>
                    <a:pt x="1066" y="546"/>
                  </a:lnTo>
                  <a:lnTo>
                    <a:pt x="1062" y="546"/>
                  </a:lnTo>
                  <a:lnTo>
                    <a:pt x="1058" y="545"/>
                  </a:lnTo>
                  <a:lnTo>
                    <a:pt x="1055" y="545"/>
                  </a:lnTo>
                  <a:lnTo>
                    <a:pt x="1052" y="546"/>
                  </a:lnTo>
                  <a:lnTo>
                    <a:pt x="1048" y="546"/>
                  </a:lnTo>
                  <a:lnTo>
                    <a:pt x="1045" y="546"/>
                  </a:lnTo>
                  <a:lnTo>
                    <a:pt x="1042" y="545"/>
                  </a:lnTo>
                  <a:lnTo>
                    <a:pt x="1039" y="543"/>
                  </a:lnTo>
                  <a:lnTo>
                    <a:pt x="1037" y="543"/>
                  </a:lnTo>
                  <a:lnTo>
                    <a:pt x="1034" y="542"/>
                  </a:lnTo>
                  <a:lnTo>
                    <a:pt x="1032" y="541"/>
                  </a:lnTo>
                  <a:lnTo>
                    <a:pt x="1031" y="539"/>
                  </a:lnTo>
                  <a:lnTo>
                    <a:pt x="1029" y="538"/>
                  </a:lnTo>
                  <a:lnTo>
                    <a:pt x="1027" y="537"/>
                  </a:lnTo>
                  <a:lnTo>
                    <a:pt x="1022" y="537"/>
                  </a:lnTo>
                  <a:lnTo>
                    <a:pt x="1018" y="537"/>
                  </a:lnTo>
                  <a:lnTo>
                    <a:pt x="1016" y="535"/>
                  </a:lnTo>
                  <a:lnTo>
                    <a:pt x="1017" y="533"/>
                  </a:lnTo>
                  <a:lnTo>
                    <a:pt x="1020" y="530"/>
                  </a:lnTo>
                  <a:lnTo>
                    <a:pt x="1023" y="528"/>
                  </a:lnTo>
                  <a:lnTo>
                    <a:pt x="1023" y="526"/>
                  </a:lnTo>
                  <a:lnTo>
                    <a:pt x="1023" y="525"/>
                  </a:lnTo>
                  <a:lnTo>
                    <a:pt x="1023" y="523"/>
                  </a:lnTo>
                  <a:lnTo>
                    <a:pt x="1024" y="521"/>
                  </a:lnTo>
                  <a:lnTo>
                    <a:pt x="1024" y="519"/>
                  </a:lnTo>
                  <a:lnTo>
                    <a:pt x="1024" y="518"/>
                  </a:lnTo>
                  <a:lnTo>
                    <a:pt x="1024" y="515"/>
                  </a:lnTo>
                  <a:lnTo>
                    <a:pt x="1024" y="513"/>
                  </a:lnTo>
                  <a:lnTo>
                    <a:pt x="1026" y="512"/>
                  </a:lnTo>
                  <a:lnTo>
                    <a:pt x="1029" y="511"/>
                  </a:lnTo>
                  <a:lnTo>
                    <a:pt x="1031" y="510"/>
                  </a:lnTo>
                  <a:lnTo>
                    <a:pt x="1032" y="508"/>
                  </a:lnTo>
                  <a:lnTo>
                    <a:pt x="1033" y="506"/>
                  </a:lnTo>
                  <a:lnTo>
                    <a:pt x="1035" y="504"/>
                  </a:lnTo>
                  <a:lnTo>
                    <a:pt x="1038" y="504"/>
                  </a:lnTo>
                  <a:lnTo>
                    <a:pt x="1042" y="506"/>
                  </a:lnTo>
                  <a:lnTo>
                    <a:pt x="1045" y="507"/>
                  </a:lnTo>
                  <a:lnTo>
                    <a:pt x="1047" y="508"/>
                  </a:lnTo>
                  <a:lnTo>
                    <a:pt x="1049" y="507"/>
                  </a:lnTo>
                  <a:lnTo>
                    <a:pt x="1051" y="505"/>
                  </a:lnTo>
                  <a:lnTo>
                    <a:pt x="1054" y="504"/>
                  </a:lnTo>
                  <a:lnTo>
                    <a:pt x="1057" y="504"/>
                  </a:lnTo>
                  <a:lnTo>
                    <a:pt x="1060" y="503"/>
                  </a:lnTo>
                  <a:lnTo>
                    <a:pt x="1063" y="503"/>
                  </a:lnTo>
                  <a:lnTo>
                    <a:pt x="1067" y="504"/>
                  </a:lnTo>
                  <a:lnTo>
                    <a:pt x="1069" y="506"/>
                  </a:lnTo>
                  <a:lnTo>
                    <a:pt x="1070" y="508"/>
                  </a:lnTo>
                  <a:lnTo>
                    <a:pt x="1070" y="511"/>
                  </a:lnTo>
                  <a:lnTo>
                    <a:pt x="1072" y="513"/>
                  </a:lnTo>
                  <a:lnTo>
                    <a:pt x="1075" y="513"/>
                  </a:lnTo>
                  <a:lnTo>
                    <a:pt x="1079" y="514"/>
                  </a:lnTo>
                  <a:lnTo>
                    <a:pt x="1081" y="515"/>
                  </a:lnTo>
                  <a:lnTo>
                    <a:pt x="1082" y="517"/>
                  </a:lnTo>
                  <a:lnTo>
                    <a:pt x="1081" y="520"/>
                  </a:lnTo>
                  <a:lnTo>
                    <a:pt x="1082" y="521"/>
                  </a:lnTo>
                  <a:lnTo>
                    <a:pt x="1084" y="523"/>
                  </a:lnTo>
                  <a:close/>
                </a:path>
              </a:pathLst>
            </a:custGeom>
            <a:solidFill>
              <a:srgbClr val="ECB78D">
                <a:alpha val="9600"/>
              </a:srgbClr>
            </a:solidFill>
            <a:ln>
              <a:noFill/>
            </a:ln>
          </p:spPr>
          <p:txBody>
            <a:bodyPr anchor="ctr"/>
            <a:lstStyle/>
            <a:p>
              <a:pPr algn="ctr">
                <a:buNone/>
              </a:pPr>
            </a:p>
          </p:txBody>
        </p:sp>
        <p:sp>
          <p:nvSpPr>
            <p:cNvPr id="6627" name="addition:input:94"/>
            <p:cNvSpPr>
              <a:spLocks noGrp="1"/>
            </p:cNvSpPr>
            <p:nvPr/>
          </p:nvSpPr>
          <p:spPr>
            <a:xfrm>
              <a:off x="209550" y="5438775"/>
              <a:ext cx="1729862" cy="1008492"/>
            </a:xfrm>
            <a:custGeom>
              <a:avLst/>
              <a:gdLst/>
              <a:ahLst/>
              <a:cxnLst/>
              <a:rect l="l" t="t" r="r" b="b"/>
              <a:pathLst>
                <a:path w="1051" h="538">
                  <a:moveTo>
                    <a:pt x="0" y="0"/>
                  </a:moveTo>
                  <a:moveTo>
                    <a:pt x="1046" y="517"/>
                  </a:moveTo>
                  <a:lnTo>
                    <a:pt x="1049" y="519"/>
                  </a:lnTo>
                  <a:lnTo>
                    <a:pt x="1051" y="521"/>
                  </a:lnTo>
                  <a:lnTo>
                    <a:pt x="1050" y="522"/>
                  </a:lnTo>
                  <a:lnTo>
                    <a:pt x="1048" y="523"/>
                  </a:lnTo>
                  <a:lnTo>
                    <a:pt x="1046" y="525"/>
                  </a:lnTo>
                  <a:lnTo>
                    <a:pt x="1046" y="526"/>
                  </a:lnTo>
                  <a:lnTo>
                    <a:pt x="1046" y="528"/>
                  </a:lnTo>
                  <a:lnTo>
                    <a:pt x="1045" y="529"/>
                  </a:lnTo>
                  <a:lnTo>
                    <a:pt x="1043" y="530"/>
                  </a:lnTo>
                  <a:lnTo>
                    <a:pt x="1041" y="531"/>
                  </a:lnTo>
                  <a:lnTo>
                    <a:pt x="1038" y="531"/>
                  </a:lnTo>
                  <a:lnTo>
                    <a:pt x="1037" y="532"/>
                  </a:lnTo>
                  <a:lnTo>
                    <a:pt x="1035" y="532"/>
                  </a:lnTo>
                  <a:lnTo>
                    <a:pt x="1032" y="532"/>
                  </a:lnTo>
                  <a:lnTo>
                    <a:pt x="1030" y="532"/>
                  </a:lnTo>
                  <a:lnTo>
                    <a:pt x="1028" y="533"/>
                  </a:lnTo>
                  <a:lnTo>
                    <a:pt x="1026" y="535"/>
                  </a:lnTo>
                  <a:lnTo>
                    <a:pt x="1023" y="537"/>
                  </a:lnTo>
                  <a:lnTo>
                    <a:pt x="1020" y="538"/>
                  </a:lnTo>
                  <a:lnTo>
                    <a:pt x="1017" y="537"/>
                  </a:lnTo>
                  <a:lnTo>
                    <a:pt x="1015" y="535"/>
                  </a:lnTo>
                  <a:lnTo>
                    <a:pt x="1013" y="533"/>
                  </a:lnTo>
                  <a:lnTo>
                    <a:pt x="1011" y="531"/>
                  </a:lnTo>
                  <a:lnTo>
                    <a:pt x="1009" y="531"/>
                  </a:lnTo>
                  <a:lnTo>
                    <a:pt x="1006" y="530"/>
                  </a:lnTo>
                  <a:lnTo>
                    <a:pt x="1004" y="529"/>
                  </a:lnTo>
                  <a:lnTo>
                    <a:pt x="1003" y="528"/>
                  </a:lnTo>
                  <a:lnTo>
                    <a:pt x="1001" y="527"/>
                  </a:lnTo>
                  <a:lnTo>
                    <a:pt x="999" y="526"/>
                  </a:lnTo>
                  <a:lnTo>
                    <a:pt x="996" y="525"/>
                  </a:lnTo>
                  <a:lnTo>
                    <a:pt x="995" y="524"/>
                  </a:lnTo>
                  <a:lnTo>
                    <a:pt x="995" y="522"/>
                  </a:lnTo>
                  <a:lnTo>
                    <a:pt x="995" y="520"/>
                  </a:lnTo>
                  <a:lnTo>
                    <a:pt x="994" y="519"/>
                  </a:lnTo>
                  <a:lnTo>
                    <a:pt x="993" y="517"/>
                  </a:lnTo>
                  <a:lnTo>
                    <a:pt x="992" y="515"/>
                  </a:lnTo>
                  <a:lnTo>
                    <a:pt x="993" y="514"/>
                  </a:lnTo>
                  <a:lnTo>
                    <a:pt x="997" y="512"/>
                  </a:lnTo>
                  <a:lnTo>
                    <a:pt x="1001" y="512"/>
                  </a:lnTo>
                  <a:lnTo>
                    <a:pt x="1004" y="511"/>
                  </a:lnTo>
                  <a:lnTo>
                    <a:pt x="1004" y="509"/>
                  </a:lnTo>
                  <a:lnTo>
                    <a:pt x="1004" y="507"/>
                  </a:lnTo>
                  <a:lnTo>
                    <a:pt x="1004" y="505"/>
                  </a:lnTo>
                  <a:lnTo>
                    <a:pt x="1005" y="504"/>
                  </a:lnTo>
                  <a:lnTo>
                    <a:pt x="1007" y="502"/>
                  </a:lnTo>
                  <a:lnTo>
                    <a:pt x="1009" y="501"/>
                  </a:lnTo>
                  <a:lnTo>
                    <a:pt x="1011" y="500"/>
                  </a:lnTo>
                  <a:lnTo>
                    <a:pt x="1013" y="499"/>
                  </a:lnTo>
                  <a:lnTo>
                    <a:pt x="1016" y="499"/>
                  </a:lnTo>
                  <a:lnTo>
                    <a:pt x="1019" y="500"/>
                  </a:lnTo>
                  <a:lnTo>
                    <a:pt x="1022" y="501"/>
                  </a:lnTo>
                  <a:lnTo>
                    <a:pt x="1023" y="501"/>
                  </a:lnTo>
                  <a:lnTo>
                    <a:pt x="1025" y="500"/>
                  </a:lnTo>
                  <a:lnTo>
                    <a:pt x="1028" y="499"/>
                  </a:lnTo>
                  <a:lnTo>
                    <a:pt x="1030" y="500"/>
                  </a:lnTo>
                  <a:lnTo>
                    <a:pt x="1031" y="501"/>
                  </a:lnTo>
                  <a:lnTo>
                    <a:pt x="1032" y="503"/>
                  </a:lnTo>
                  <a:lnTo>
                    <a:pt x="1034" y="503"/>
                  </a:lnTo>
                  <a:lnTo>
                    <a:pt x="1037" y="502"/>
                  </a:lnTo>
                  <a:lnTo>
                    <a:pt x="1040" y="502"/>
                  </a:lnTo>
                  <a:lnTo>
                    <a:pt x="1042" y="503"/>
                  </a:lnTo>
                  <a:lnTo>
                    <a:pt x="1043" y="504"/>
                  </a:lnTo>
                  <a:lnTo>
                    <a:pt x="1044" y="506"/>
                  </a:lnTo>
                  <a:lnTo>
                    <a:pt x="1045" y="507"/>
                  </a:lnTo>
                  <a:lnTo>
                    <a:pt x="1045" y="509"/>
                  </a:lnTo>
                  <a:lnTo>
                    <a:pt x="1045" y="511"/>
                  </a:lnTo>
                  <a:lnTo>
                    <a:pt x="1043" y="513"/>
                  </a:lnTo>
                  <a:lnTo>
                    <a:pt x="1042" y="514"/>
                  </a:lnTo>
                  <a:lnTo>
                    <a:pt x="1043" y="516"/>
                  </a:lnTo>
                  <a:close/>
                </a:path>
              </a:pathLst>
            </a:custGeom>
            <a:solidFill>
              <a:srgbClr val="ECB78D">
                <a:alpha val="9600"/>
              </a:srgbClr>
            </a:solidFill>
            <a:ln>
              <a:noFill/>
            </a:ln>
          </p:spPr>
          <p:txBody>
            <a:bodyPr anchor="ctr"/>
            <a:lstStyle/>
            <a:p>
              <a:pPr algn="ctr">
                <a:buNone/>
              </a:pPr>
            </a:p>
          </p:txBody>
        </p:sp>
        <p:sp>
          <p:nvSpPr>
            <p:cNvPr id="6628" name="addition:input:95"/>
            <p:cNvSpPr>
              <a:spLocks noGrp="1"/>
            </p:cNvSpPr>
            <p:nvPr/>
          </p:nvSpPr>
          <p:spPr>
            <a:xfrm>
              <a:off x="209550" y="5438775"/>
              <a:ext cx="1825325" cy="1010366"/>
            </a:xfrm>
            <a:custGeom>
              <a:avLst/>
              <a:gdLst/>
              <a:ahLst/>
              <a:cxnLst/>
              <a:rect l="l" t="t" r="r" b="b"/>
              <a:pathLst>
                <a:path w="1109" h="539">
                  <a:moveTo>
                    <a:pt x="0" y="0"/>
                  </a:moveTo>
                  <a:moveTo>
                    <a:pt x="1102" y="514"/>
                  </a:moveTo>
                  <a:lnTo>
                    <a:pt x="1100" y="516"/>
                  </a:lnTo>
                  <a:lnTo>
                    <a:pt x="1100" y="518"/>
                  </a:lnTo>
                  <a:lnTo>
                    <a:pt x="1103" y="520"/>
                  </a:lnTo>
                  <a:lnTo>
                    <a:pt x="1106" y="522"/>
                  </a:lnTo>
                  <a:lnTo>
                    <a:pt x="1107" y="525"/>
                  </a:lnTo>
                  <a:lnTo>
                    <a:pt x="1105" y="527"/>
                  </a:lnTo>
                  <a:lnTo>
                    <a:pt x="1101" y="528"/>
                  </a:lnTo>
                  <a:lnTo>
                    <a:pt x="1097" y="529"/>
                  </a:lnTo>
                  <a:lnTo>
                    <a:pt x="1095" y="530"/>
                  </a:lnTo>
                  <a:lnTo>
                    <a:pt x="1095" y="532"/>
                  </a:lnTo>
                  <a:lnTo>
                    <a:pt x="1093" y="534"/>
                  </a:lnTo>
                  <a:lnTo>
                    <a:pt x="1090" y="535"/>
                  </a:lnTo>
                  <a:lnTo>
                    <a:pt x="1086" y="534"/>
                  </a:lnTo>
                  <a:lnTo>
                    <a:pt x="1082" y="534"/>
                  </a:lnTo>
                  <a:lnTo>
                    <a:pt x="1080" y="534"/>
                  </a:lnTo>
                  <a:lnTo>
                    <a:pt x="1077" y="535"/>
                  </a:lnTo>
                  <a:lnTo>
                    <a:pt x="1074" y="535"/>
                  </a:lnTo>
                  <a:lnTo>
                    <a:pt x="1071" y="535"/>
                  </a:lnTo>
                  <a:lnTo>
                    <a:pt x="1068" y="536"/>
                  </a:lnTo>
                  <a:lnTo>
                    <a:pt x="1064" y="537"/>
                  </a:lnTo>
                  <a:lnTo>
                    <a:pt x="1059" y="538"/>
                  </a:lnTo>
                  <a:lnTo>
                    <a:pt x="1054" y="539"/>
                  </a:lnTo>
                  <a:lnTo>
                    <a:pt x="1050" y="537"/>
                  </a:lnTo>
                  <a:lnTo>
                    <a:pt x="1049" y="534"/>
                  </a:lnTo>
                  <a:lnTo>
                    <a:pt x="1048" y="531"/>
                  </a:lnTo>
                  <a:lnTo>
                    <a:pt x="1047" y="528"/>
                  </a:lnTo>
                  <a:lnTo>
                    <a:pt x="1044" y="527"/>
                  </a:lnTo>
                  <a:lnTo>
                    <a:pt x="1040" y="527"/>
                  </a:lnTo>
                  <a:lnTo>
                    <a:pt x="1036" y="525"/>
                  </a:lnTo>
                  <a:lnTo>
                    <a:pt x="1034" y="524"/>
                  </a:lnTo>
                  <a:lnTo>
                    <a:pt x="1033" y="522"/>
                  </a:lnTo>
                  <a:lnTo>
                    <a:pt x="1031" y="520"/>
                  </a:lnTo>
                  <a:lnTo>
                    <a:pt x="1028" y="518"/>
                  </a:lnTo>
                  <a:lnTo>
                    <a:pt x="1026" y="516"/>
                  </a:lnTo>
                  <a:lnTo>
                    <a:pt x="1025" y="514"/>
                  </a:lnTo>
                  <a:lnTo>
                    <a:pt x="1026" y="512"/>
                  </a:lnTo>
                  <a:lnTo>
                    <a:pt x="1027" y="510"/>
                  </a:lnTo>
                  <a:lnTo>
                    <a:pt x="1027" y="508"/>
                  </a:lnTo>
                  <a:lnTo>
                    <a:pt x="1026" y="505"/>
                  </a:lnTo>
                  <a:lnTo>
                    <a:pt x="1029" y="503"/>
                  </a:lnTo>
                  <a:lnTo>
                    <a:pt x="1033" y="502"/>
                  </a:lnTo>
                  <a:lnTo>
                    <a:pt x="1040" y="502"/>
                  </a:lnTo>
                  <a:lnTo>
                    <a:pt x="1044" y="502"/>
                  </a:lnTo>
                  <a:lnTo>
                    <a:pt x="1046" y="500"/>
                  </a:lnTo>
                  <a:lnTo>
                    <a:pt x="1046" y="498"/>
                  </a:lnTo>
                  <a:lnTo>
                    <a:pt x="1047" y="494"/>
                  </a:lnTo>
                  <a:lnTo>
                    <a:pt x="1050" y="492"/>
                  </a:lnTo>
                  <a:lnTo>
                    <a:pt x="1054" y="491"/>
                  </a:lnTo>
                  <a:lnTo>
                    <a:pt x="1058" y="491"/>
                  </a:lnTo>
                  <a:lnTo>
                    <a:pt x="1062" y="490"/>
                  </a:lnTo>
                  <a:lnTo>
                    <a:pt x="1066" y="490"/>
                  </a:lnTo>
                  <a:lnTo>
                    <a:pt x="1071" y="490"/>
                  </a:lnTo>
                  <a:lnTo>
                    <a:pt x="1074" y="492"/>
                  </a:lnTo>
                  <a:lnTo>
                    <a:pt x="1078" y="494"/>
                  </a:lnTo>
                  <a:lnTo>
                    <a:pt x="1081" y="494"/>
                  </a:lnTo>
                  <a:lnTo>
                    <a:pt x="1084" y="493"/>
                  </a:lnTo>
                  <a:lnTo>
                    <a:pt x="1088" y="493"/>
                  </a:lnTo>
                  <a:lnTo>
                    <a:pt x="1091" y="494"/>
                  </a:lnTo>
                  <a:lnTo>
                    <a:pt x="1093" y="496"/>
                  </a:lnTo>
                  <a:lnTo>
                    <a:pt x="1094" y="498"/>
                  </a:lnTo>
                  <a:lnTo>
                    <a:pt x="1096" y="499"/>
                  </a:lnTo>
                  <a:lnTo>
                    <a:pt x="1100" y="499"/>
                  </a:lnTo>
                  <a:lnTo>
                    <a:pt x="1105" y="499"/>
                  </a:lnTo>
                  <a:lnTo>
                    <a:pt x="1109" y="501"/>
                  </a:lnTo>
                  <a:lnTo>
                    <a:pt x="1109" y="503"/>
                  </a:lnTo>
                  <a:lnTo>
                    <a:pt x="1108" y="506"/>
                  </a:lnTo>
                  <a:lnTo>
                    <a:pt x="1106" y="508"/>
                  </a:lnTo>
                  <a:lnTo>
                    <a:pt x="1105" y="510"/>
                  </a:lnTo>
                  <a:lnTo>
                    <a:pt x="1104" y="512"/>
                  </a:lnTo>
                  <a:close/>
                </a:path>
              </a:pathLst>
            </a:custGeom>
            <a:solidFill>
              <a:srgbClr val="ECB78D">
                <a:alpha val="9600"/>
              </a:srgbClr>
            </a:solidFill>
            <a:ln>
              <a:noFill/>
            </a:ln>
          </p:spPr>
          <p:txBody>
            <a:bodyPr anchor="ctr"/>
            <a:lstStyle/>
            <a:p>
              <a:pPr algn="ctr">
                <a:buNone/>
              </a:pPr>
            </a:p>
          </p:txBody>
        </p:sp>
        <p:sp>
          <p:nvSpPr>
            <p:cNvPr id="6629" name="addition:input:96"/>
            <p:cNvSpPr>
              <a:spLocks noGrp="1"/>
            </p:cNvSpPr>
            <p:nvPr/>
          </p:nvSpPr>
          <p:spPr>
            <a:xfrm>
              <a:off x="209550" y="5438775"/>
              <a:ext cx="1854952" cy="1029111"/>
            </a:xfrm>
            <a:custGeom>
              <a:avLst/>
              <a:gdLst/>
              <a:ahLst/>
              <a:cxnLst/>
              <a:rect l="l" t="t" r="r" b="b"/>
              <a:pathLst>
                <a:path w="1127" h="549">
                  <a:moveTo>
                    <a:pt x="0" y="0"/>
                  </a:moveTo>
                  <a:moveTo>
                    <a:pt x="1127" y="510"/>
                  </a:moveTo>
                  <a:lnTo>
                    <a:pt x="1126" y="513"/>
                  </a:lnTo>
                  <a:lnTo>
                    <a:pt x="1124" y="516"/>
                  </a:lnTo>
                  <a:lnTo>
                    <a:pt x="1124" y="519"/>
                  </a:lnTo>
                  <a:lnTo>
                    <a:pt x="1124" y="522"/>
                  </a:lnTo>
                  <a:lnTo>
                    <a:pt x="1122" y="525"/>
                  </a:lnTo>
                  <a:lnTo>
                    <a:pt x="1118" y="527"/>
                  </a:lnTo>
                  <a:lnTo>
                    <a:pt x="1114" y="529"/>
                  </a:lnTo>
                  <a:lnTo>
                    <a:pt x="1111" y="531"/>
                  </a:lnTo>
                  <a:lnTo>
                    <a:pt x="1108" y="533"/>
                  </a:lnTo>
                  <a:lnTo>
                    <a:pt x="1105" y="535"/>
                  </a:lnTo>
                  <a:lnTo>
                    <a:pt x="1100" y="536"/>
                  </a:lnTo>
                  <a:lnTo>
                    <a:pt x="1094" y="536"/>
                  </a:lnTo>
                  <a:lnTo>
                    <a:pt x="1089" y="536"/>
                  </a:lnTo>
                  <a:lnTo>
                    <a:pt x="1085" y="539"/>
                  </a:lnTo>
                  <a:lnTo>
                    <a:pt x="1082" y="543"/>
                  </a:lnTo>
                  <a:lnTo>
                    <a:pt x="1077" y="547"/>
                  </a:lnTo>
                  <a:lnTo>
                    <a:pt x="1071" y="549"/>
                  </a:lnTo>
                  <a:lnTo>
                    <a:pt x="1064" y="547"/>
                  </a:lnTo>
                  <a:lnTo>
                    <a:pt x="1059" y="544"/>
                  </a:lnTo>
                  <a:lnTo>
                    <a:pt x="1054" y="541"/>
                  </a:lnTo>
                  <a:lnTo>
                    <a:pt x="1049" y="540"/>
                  </a:lnTo>
                  <a:lnTo>
                    <a:pt x="1045" y="538"/>
                  </a:lnTo>
                  <a:lnTo>
                    <a:pt x="1041" y="536"/>
                  </a:lnTo>
                  <a:lnTo>
                    <a:pt x="1038" y="534"/>
                  </a:lnTo>
                  <a:lnTo>
                    <a:pt x="1034" y="533"/>
                  </a:lnTo>
                  <a:lnTo>
                    <a:pt x="1028" y="533"/>
                  </a:lnTo>
                  <a:lnTo>
                    <a:pt x="1022" y="533"/>
                  </a:lnTo>
                  <a:lnTo>
                    <a:pt x="1018" y="531"/>
                  </a:lnTo>
                  <a:lnTo>
                    <a:pt x="1017" y="528"/>
                  </a:lnTo>
                  <a:lnTo>
                    <a:pt x="1017" y="524"/>
                  </a:lnTo>
                  <a:lnTo>
                    <a:pt x="1017" y="521"/>
                  </a:lnTo>
                  <a:lnTo>
                    <a:pt x="1013" y="519"/>
                  </a:lnTo>
                  <a:lnTo>
                    <a:pt x="1009" y="516"/>
                  </a:lnTo>
                  <a:lnTo>
                    <a:pt x="1008" y="513"/>
                  </a:lnTo>
                  <a:lnTo>
                    <a:pt x="1011" y="510"/>
                  </a:lnTo>
                  <a:lnTo>
                    <a:pt x="1018" y="507"/>
                  </a:lnTo>
                  <a:lnTo>
                    <a:pt x="1024" y="505"/>
                  </a:lnTo>
                  <a:lnTo>
                    <a:pt x="1026" y="502"/>
                  </a:lnTo>
                  <a:lnTo>
                    <a:pt x="1027" y="500"/>
                  </a:lnTo>
                  <a:lnTo>
                    <a:pt x="1027" y="497"/>
                  </a:lnTo>
                  <a:lnTo>
                    <a:pt x="1028" y="494"/>
                  </a:lnTo>
                  <a:lnTo>
                    <a:pt x="1029" y="491"/>
                  </a:lnTo>
                  <a:lnTo>
                    <a:pt x="1030" y="487"/>
                  </a:lnTo>
                  <a:lnTo>
                    <a:pt x="1030" y="483"/>
                  </a:lnTo>
                  <a:lnTo>
                    <a:pt x="1033" y="480"/>
                  </a:lnTo>
                  <a:lnTo>
                    <a:pt x="1039" y="479"/>
                  </a:lnTo>
                  <a:lnTo>
                    <a:pt x="1046" y="481"/>
                  </a:lnTo>
                  <a:lnTo>
                    <a:pt x="1051" y="482"/>
                  </a:lnTo>
                  <a:lnTo>
                    <a:pt x="1055" y="482"/>
                  </a:lnTo>
                  <a:lnTo>
                    <a:pt x="1058" y="480"/>
                  </a:lnTo>
                  <a:lnTo>
                    <a:pt x="1061" y="477"/>
                  </a:lnTo>
                  <a:lnTo>
                    <a:pt x="1065" y="477"/>
                  </a:lnTo>
                  <a:lnTo>
                    <a:pt x="1069" y="478"/>
                  </a:lnTo>
                  <a:lnTo>
                    <a:pt x="1073" y="480"/>
                  </a:lnTo>
                  <a:lnTo>
                    <a:pt x="1077" y="481"/>
                  </a:lnTo>
                  <a:lnTo>
                    <a:pt x="1081" y="480"/>
                  </a:lnTo>
                  <a:lnTo>
                    <a:pt x="1086" y="479"/>
                  </a:lnTo>
                  <a:lnTo>
                    <a:pt x="1091" y="479"/>
                  </a:lnTo>
                  <a:lnTo>
                    <a:pt x="1095" y="481"/>
                  </a:lnTo>
                  <a:lnTo>
                    <a:pt x="1100" y="482"/>
                  </a:lnTo>
                  <a:lnTo>
                    <a:pt x="1104" y="484"/>
                  </a:lnTo>
                  <a:lnTo>
                    <a:pt x="1108" y="486"/>
                  </a:lnTo>
                  <a:lnTo>
                    <a:pt x="1110" y="490"/>
                  </a:lnTo>
                  <a:lnTo>
                    <a:pt x="1108" y="494"/>
                  </a:lnTo>
                  <a:lnTo>
                    <a:pt x="1105" y="498"/>
                  </a:lnTo>
                  <a:lnTo>
                    <a:pt x="1105" y="501"/>
                  </a:lnTo>
                  <a:lnTo>
                    <a:pt x="1110" y="503"/>
                  </a:lnTo>
                  <a:lnTo>
                    <a:pt x="1118" y="504"/>
                  </a:lnTo>
                  <a:lnTo>
                    <a:pt x="1125" y="507"/>
                  </a:lnTo>
                  <a:close/>
                </a:path>
              </a:pathLst>
            </a:custGeom>
            <a:solidFill>
              <a:srgbClr val="E18B48">
                <a:alpha val="11100"/>
              </a:srgbClr>
            </a:solidFill>
            <a:ln>
              <a:noFill/>
            </a:ln>
          </p:spPr>
          <p:txBody>
            <a:bodyPr anchor="ctr"/>
            <a:lstStyle/>
            <a:p>
              <a:pPr algn="ctr">
                <a:buNone/>
              </a:pPr>
            </a:p>
          </p:txBody>
        </p:sp>
        <p:sp>
          <p:nvSpPr>
            <p:cNvPr id="6630" name="addition:input:97"/>
            <p:cNvSpPr>
              <a:spLocks noGrp="1"/>
            </p:cNvSpPr>
            <p:nvPr/>
          </p:nvSpPr>
          <p:spPr>
            <a:xfrm>
              <a:off x="209550" y="5438775"/>
              <a:ext cx="1767718" cy="974750"/>
            </a:xfrm>
            <a:custGeom>
              <a:avLst/>
              <a:gdLst/>
              <a:ahLst/>
              <a:cxnLst/>
              <a:rect l="l" t="t" r="r" b="b"/>
              <a:pathLst>
                <a:path w="1074" h="520">
                  <a:moveTo>
                    <a:pt x="0" y="0"/>
                  </a:moveTo>
                  <a:moveTo>
                    <a:pt x="1073" y="501"/>
                  </a:moveTo>
                  <a:lnTo>
                    <a:pt x="1074" y="503"/>
                  </a:lnTo>
                  <a:lnTo>
                    <a:pt x="1074" y="504"/>
                  </a:lnTo>
                  <a:lnTo>
                    <a:pt x="1073" y="506"/>
                  </a:lnTo>
                  <a:lnTo>
                    <a:pt x="1071" y="507"/>
                  </a:lnTo>
                  <a:lnTo>
                    <a:pt x="1069" y="508"/>
                  </a:lnTo>
                  <a:lnTo>
                    <a:pt x="1068" y="509"/>
                  </a:lnTo>
                  <a:lnTo>
                    <a:pt x="1068" y="511"/>
                  </a:lnTo>
                  <a:lnTo>
                    <a:pt x="1066" y="512"/>
                  </a:lnTo>
                  <a:lnTo>
                    <a:pt x="1063" y="512"/>
                  </a:lnTo>
                  <a:lnTo>
                    <a:pt x="1060" y="512"/>
                  </a:lnTo>
                  <a:lnTo>
                    <a:pt x="1058" y="513"/>
                  </a:lnTo>
                  <a:lnTo>
                    <a:pt x="1057" y="514"/>
                  </a:lnTo>
                  <a:lnTo>
                    <a:pt x="1056" y="517"/>
                  </a:lnTo>
                  <a:lnTo>
                    <a:pt x="1054" y="519"/>
                  </a:lnTo>
                  <a:lnTo>
                    <a:pt x="1051" y="520"/>
                  </a:lnTo>
                  <a:lnTo>
                    <a:pt x="1048" y="519"/>
                  </a:lnTo>
                  <a:lnTo>
                    <a:pt x="1046" y="519"/>
                  </a:lnTo>
                  <a:lnTo>
                    <a:pt x="1043" y="518"/>
                  </a:lnTo>
                  <a:lnTo>
                    <a:pt x="1041" y="517"/>
                  </a:lnTo>
                  <a:lnTo>
                    <a:pt x="1039" y="516"/>
                  </a:lnTo>
                  <a:lnTo>
                    <a:pt x="1037" y="515"/>
                  </a:lnTo>
                  <a:lnTo>
                    <a:pt x="1036" y="514"/>
                  </a:lnTo>
                  <a:lnTo>
                    <a:pt x="1034" y="514"/>
                  </a:lnTo>
                  <a:lnTo>
                    <a:pt x="1031" y="514"/>
                  </a:lnTo>
                  <a:lnTo>
                    <a:pt x="1028" y="515"/>
                  </a:lnTo>
                  <a:lnTo>
                    <a:pt x="1026" y="514"/>
                  </a:lnTo>
                  <a:lnTo>
                    <a:pt x="1026" y="512"/>
                  </a:lnTo>
                  <a:lnTo>
                    <a:pt x="1026" y="511"/>
                  </a:lnTo>
                  <a:lnTo>
                    <a:pt x="1025" y="509"/>
                  </a:lnTo>
                  <a:lnTo>
                    <a:pt x="1023" y="508"/>
                  </a:lnTo>
                  <a:lnTo>
                    <a:pt x="1021" y="507"/>
                  </a:lnTo>
                  <a:lnTo>
                    <a:pt x="1020" y="506"/>
                  </a:lnTo>
                  <a:lnTo>
                    <a:pt x="1021" y="504"/>
                  </a:lnTo>
                  <a:lnTo>
                    <a:pt x="1023" y="502"/>
                  </a:lnTo>
                  <a:lnTo>
                    <a:pt x="1025" y="501"/>
                  </a:lnTo>
                  <a:lnTo>
                    <a:pt x="1025" y="500"/>
                  </a:lnTo>
                  <a:lnTo>
                    <a:pt x="1026" y="498"/>
                  </a:lnTo>
                  <a:lnTo>
                    <a:pt x="1026" y="497"/>
                  </a:lnTo>
                  <a:lnTo>
                    <a:pt x="1027" y="496"/>
                  </a:lnTo>
                  <a:lnTo>
                    <a:pt x="1027" y="494"/>
                  </a:lnTo>
                  <a:lnTo>
                    <a:pt x="1026" y="492"/>
                  </a:lnTo>
                  <a:lnTo>
                    <a:pt x="1025" y="490"/>
                  </a:lnTo>
                  <a:lnTo>
                    <a:pt x="1025" y="488"/>
                  </a:lnTo>
                  <a:lnTo>
                    <a:pt x="1028" y="487"/>
                  </a:lnTo>
                  <a:lnTo>
                    <a:pt x="1031" y="488"/>
                  </a:lnTo>
                  <a:lnTo>
                    <a:pt x="1034" y="488"/>
                  </a:lnTo>
                  <a:lnTo>
                    <a:pt x="1035" y="488"/>
                  </a:lnTo>
                  <a:lnTo>
                    <a:pt x="1037" y="486"/>
                  </a:lnTo>
                  <a:lnTo>
                    <a:pt x="1038" y="485"/>
                  </a:lnTo>
                  <a:lnTo>
                    <a:pt x="1040" y="485"/>
                  </a:lnTo>
                  <a:lnTo>
                    <a:pt x="1042" y="485"/>
                  </a:lnTo>
                  <a:lnTo>
                    <a:pt x="1043" y="486"/>
                  </a:lnTo>
                  <a:lnTo>
                    <a:pt x="1045" y="485"/>
                  </a:lnTo>
                  <a:lnTo>
                    <a:pt x="1047" y="485"/>
                  </a:lnTo>
                  <a:lnTo>
                    <a:pt x="1050" y="484"/>
                  </a:lnTo>
                  <a:lnTo>
                    <a:pt x="1052" y="485"/>
                  </a:lnTo>
                  <a:lnTo>
                    <a:pt x="1054" y="485"/>
                  </a:lnTo>
                  <a:lnTo>
                    <a:pt x="1056" y="485"/>
                  </a:lnTo>
                  <a:lnTo>
                    <a:pt x="1059" y="485"/>
                  </a:lnTo>
                  <a:lnTo>
                    <a:pt x="1062" y="486"/>
                  </a:lnTo>
                  <a:lnTo>
                    <a:pt x="1063" y="488"/>
                  </a:lnTo>
                  <a:lnTo>
                    <a:pt x="1063" y="490"/>
                  </a:lnTo>
                  <a:lnTo>
                    <a:pt x="1062" y="493"/>
                  </a:lnTo>
                  <a:lnTo>
                    <a:pt x="1062" y="494"/>
                  </a:lnTo>
                  <a:lnTo>
                    <a:pt x="1065" y="495"/>
                  </a:lnTo>
                  <a:lnTo>
                    <a:pt x="1068" y="495"/>
                  </a:lnTo>
                  <a:lnTo>
                    <a:pt x="1071" y="496"/>
                  </a:lnTo>
                  <a:lnTo>
                    <a:pt x="1072" y="498"/>
                  </a:lnTo>
                  <a:lnTo>
                    <a:pt x="1073" y="499"/>
                  </a:lnTo>
                  <a:close/>
                </a:path>
              </a:pathLst>
            </a:custGeom>
            <a:solidFill>
              <a:srgbClr val="DE8036">
                <a:alpha val="10800"/>
              </a:srgbClr>
            </a:solidFill>
            <a:ln>
              <a:noFill/>
            </a:ln>
          </p:spPr>
          <p:txBody>
            <a:bodyPr anchor="ctr"/>
            <a:lstStyle/>
            <a:p>
              <a:pPr algn="ctr">
                <a:buNone/>
              </a:pPr>
            </a:p>
          </p:txBody>
        </p:sp>
        <p:sp>
          <p:nvSpPr>
            <p:cNvPr id="6631" name="addition:input:98"/>
            <p:cNvSpPr>
              <a:spLocks noGrp="1"/>
            </p:cNvSpPr>
            <p:nvPr/>
          </p:nvSpPr>
          <p:spPr>
            <a:xfrm>
              <a:off x="209550" y="5438775"/>
              <a:ext cx="1817096" cy="957880"/>
            </a:xfrm>
            <a:custGeom>
              <a:avLst/>
              <a:gdLst/>
              <a:ahLst/>
              <a:cxnLst/>
              <a:rect l="l" t="t" r="r" b="b"/>
              <a:pathLst>
                <a:path w="1104" h="511">
                  <a:moveTo>
                    <a:pt x="0" y="0"/>
                  </a:moveTo>
                  <a:moveTo>
                    <a:pt x="1103" y="496"/>
                  </a:moveTo>
                  <a:lnTo>
                    <a:pt x="1102" y="497"/>
                  </a:lnTo>
                  <a:lnTo>
                    <a:pt x="1102" y="498"/>
                  </a:lnTo>
                  <a:lnTo>
                    <a:pt x="1103" y="499"/>
                  </a:lnTo>
                  <a:lnTo>
                    <a:pt x="1102" y="501"/>
                  </a:lnTo>
                  <a:lnTo>
                    <a:pt x="1101" y="502"/>
                  </a:lnTo>
                  <a:lnTo>
                    <a:pt x="1099" y="502"/>
                  </a:lnTo>
                  <a:lnTo>
                    <a:pt x="1097" y="503"/>
                  </a:lnTo>
                  <a:lnTo>
                    <a:pt x="1096" y="504"/>
                  </a:lnTo>
                  <a:lnTo>
                    <a:pt x="1094" y="504"/>
                  </a:lnTo>
                  <a:lnTo>
                    <a:pt x="1093" y="505"/>
                  </a:lnTo>
                  <a:lnTo>
                    <a:pt x="1091" y="506"/>
                  </a:lnTo>
                  <a:lnTo>
                    <a:pt x="1090" y="506"/>
                  </a:lnTo>
                  <a:lnTo>
                    <a:pt x="1089" y="508"/>
                  </a:lnTo>
                  <a:lnTo>
                    <a:pt x="1087" y="510"/>
                  </a:lnTo>
                  <a:lnTo>
                    <a:pt x="1085" y="511"/>
                  </a:lnTo>
                  <a:lnTo>
                    <a:pt x="1083" y="510"/>
                  </a:lnTo>
                  <a:lnTo>
                    <a:pt x="1081" y="509"/>
                  </a:lnTo>
                  <a:lnTo>
                    <a:pt x="1079" y="508"/>
                  </a:lnTo>
                  <a:lnTo>
                    <a:pt x="1077" y="507"/>
                  </a:lnTo>
                  <a:lnTo>
                    <a:pt x="1076" y="507"/>
                  </a:lnTo>
                  <a:lnTo>
                    <a:pt x="1074" y="507"/>
                  </a:lnTo>
                  <a:lnTo>
                    <a:pt x="1072" y="507"/>
                  </a:lnTo>
                  <a:lnTo>
                    <a:pt x="1071" y="507"/>
                  </a:lnTo>
                  <a:lnTo>
                    <a:pt x="1070" y="506"/>
                  </a:lnTo>
                  <a:lnTo>
                    <a:pt x="1068" y="506"/>
                  </a:lnTo>
                  <a:lnTo>
                    <a:pt x="1066" y="505"/>
                  </a:lnTo>
                  <a:lnTo>
                    <a:pt x="1065" y="505"/>
                  </a:lnTo>
                  <a:lnTo>
                    <a:pt x="1064" y="504"/>
                  </a:lnTo>
                  <a:lnTo>
                    <a:pt x="1064" y="502"/>
                  </a:lnTo>
                  <a:lnTo>
                    <a:pt x="1063" y="502"/>
                  </a:lnTo>
                  <a:lnTo>
                    <a:pt x="1062" y="501"/>
                  </a:lnTo>
                  <a:lnTo>
                    <a:pt x="1061" y="500"/>
                  </a:lnTo>
                  <a:lnTo>
                    <a:pt x="1061" y="498"/>
                  </a:lnTo>
                  <a:lnTo>
                    <a:pt x="1063" y="497"/>
                  </a:lnTo>
                  <a:lnTo>
                    <a:pt x="1066" y="496"/>
                  </a:lnTo>
                  <a:lnTo>
                    <a:pt x="1067" y="495"/>
                  </a:lnTo>
                  <a:lnTo>
                    <a:pt x="1066" y="494"/>
                  </a:lnTo>
                  <a:lnTo>
                    <a:pt x="1065" y="493"/>
                  </a:lnTo>
                  <a:lnTo>
                    <a:pt x="1064" y="491"/>
                  </a:lnTo>
                  <a:lnTo>
                    <a:pt x="1063" y="490"/>
                  </a:lnTo>
                  <a:lnTo>
                    <a:pt x="1064" y="489"/>
                  </a:lnTo>
                  <a:lnTo>
                    <a:pt x="1065" y="488"/>
                  </a:lnTo>
                  <a:lnTo>
                    <a:pt x="1066" y="487"/>
                  </a:lnTo>
                  <a:lnTo>
                    <a:pt x="1067" y="486"/>
                  </a:lnTo>
                  <a:lnTo>
                    <a:pt x="1069" y="486"/>
                  </a:lnTo>
                  <a:lnTo>
                    <a:pt x="1071" y="486"/>
                  </a:lnTo>
                  <a:lnTo>
                    <a:pt x="1072" y="486"/>
                  </a:lnTo>
                  <a:lnTo>
                    <a:pt x="1073" y="485"/>
                  </a:lnTo>
                  <a:lnTo>
                    <a:pt x="1074" y="484"/>
                  </a:lnTo>
                  <a:lnTo>
                    <a:pt x="1076" y="483"/>
                  </a:lnTo>
                  <a:lnTo>
                    <a:pt x="1077" y="483"/>
                  </a:lnTo>
                  <a:lnTo>
                    <a:pt x="1079" y="484"/>
                  </a:lnTo>
                  <a:lnTo>
                    <a:pt x="1080" y="485"/>
                  </a:lnTo>
                  <a:lnTo>
                    <a:pt x="1082" y="484"/>
                  </a:lnTo>
                  <a:lnTo>
                    <a:pt x="1084" y="483"/>
                  </a:lnTo>
                  <a:lnTo>
                    <a:pt x="1086" y="482"/>
                  </a:lnTo>
                  <a:lnTo>
                    <a:pt x="1089" y="483"/>
                  </a:lnTo>
                  <a:lnTo>
                    <a:pt x="1090" y="483"/>
                  </a:lnTo>
                  <a:lnTo>
                    <a:pt x="1092" y="485"/>
                  </a:lnTo>
                  <a:lnTo>
                    <a:pt x="1093" y="486"/>
                  </a:lnTo>
                  <a:lnTo>
                    <a:pt x="1094" y="487"/>
                  </a:lnTo>
                  <a:lnTo>
                    <a:pt x="1095" y="488"/>
                  </a:lnTo>
                  <a:lnTo>
                    <a:pt x="1095" y="489"/>
                  </a:lnTo>
                  <a:lnTo>
                    <a:pt x="1095" y="490"/>
                  </a:lnTo>
                  <a:lnTo>
                    <a:pt x="1097" y="491"/>
                  </a:lnTo>
                  <a:lnTo>
                    <a:pt x="1100" y="492"/>
                  </a:lnTo>
                  <a:lnTo>
                    <a:pt x="1103" y="492"/>
                  </a:lnTo>
                  <a:lnTo>
                    <a:pt x="1104" y="493"/>
                  </a:lnTo>
                  <a:lnTo>
                    <a:pt x="1104" y="495"/>
                  </a:lnTo>
                  <a:close/>
                </a:path>
              </a:pathLst>
            </a:custGeom>
            <a:solidFill>
              <a:srgbClr val="DE8036">
                <a:alpha val="10800"/>
              </a:srgbClr>
            </a:solidFill>
            <a:ln>
              <a:noFill/>
            </a:ln>
          </p:spPr>
          <p:txBody>
            <a:bodyPr anchor="ctr"/>
            <a:lstStyle/>
            <a:p>
              <a:pPr algn="ctr">
                <a:buNone/>
              </a:pPr>
            </a:p>
          </p:txBody>
        </p:sp>
        <p:sp>
          <p:nvSpPr>
            <p:cNvPr id="6632" name="addition:input:99"/>
            <p:cNvSpPr>
              <a:spLocks noGrp="1"/>
            </p:cNvSpPr>
            <p:nvPr/>
          </p:nvSpPr>
          <p:spPr>
            <a:xfrm>
              <a:off x="209550" y="5438775"/>
              <a:ext cx="1854952" cy="1002868"/>
            </a:xfrm>
            <a:custGeom>
              <a:avLst/>
              <a:gdLst/>
              <a:ahLst/>
              <a:cxnLst/>
              <a:rect l="l" t="t" r="r" b="b"/>
              <a:pathLst>
                <a:path w="1127" h="535">
                  <a:moveTo>
                    <a:pt x="0" y="0"/>
                  </a:moveTo>
                  <a:moveTo>
                    <a:pt x="1126" y="518"/>
                  </a:moveTo>
                  <a:lnTo>
                    <a:pt x="1123" y="520"/>
                  </a:lnTo>
                  <a:lnTo>
                    <a:pt x="1120" y="521"/>
                  </a:lnTo>
                  <a:lnTo>
                    <a:pt x="1118" y="522"/>
                  </a:lnTo>
                  <a:lnTo>
                    <a:pt x="1118" y="523"/>
                  </a:lnTo>
                  <a:lnTo>
                    <a:pt x="1119" y="525"/>
                  </a:lnTo>
                  <a:lnTo>
                    <a:pt x="1119" y="527"/>
                  </a:lnTo>
                  <a:lnTo>
                    <a:pt x="1118" y="528"/>
                  </a:lnTo>
                  <a:lnTo>
                    <a:pt x="1115" y="529"/>
                  </a:lnTo>
                  <a:lnTo>
                    <a:pt x="1112" y="530"/>
                  </a:lnTo>
                  <a:lnTo>
                    <a:pt x="1111" y="531"/>
                  </a:lnTo>
                  <a:lnTo>
                    <a:pt x="1110" y="533"/>
                  </a:lnTo>
                  <a:lnTo>
                    <a:pt x="1108" y="534"/>
                  </a:lnTo>
                  <a:lnTo>
                    <a:pt x="1106" y="535"/>
                  </a:lnTo>
                  <a:lnTo>
                    <a:pt x="1103" y="535"/>
                  </a:lnTo>
                  <a:lnTo>
                    <a:pt x="1101" y="535"/>
                  </a:lnTo>
                  <a:lnTo>
                    <a:pt x="1099" y="534"/>
                  </a:lnTo>
                  <a:lnTo>
                    <a:pt x="1097" y="534"/>
                  </a:lnTo>
                  <a:lnTo>
                    <a:pt x="1095" y="534"/>
                  </a:lnTo>
                  <a:lnTo>
                    <a:pt x="1093" y="532"/>
                  </a:lnTo>
                  <a:lnTo>
                    <a:pt x="1092" y="532"/>
                  </a:lnTo>
                  <a:lnTo>
                    <a:pt x="1090" y="532"/>
                  </a:lnTo>
                  <a:lnTo>
                    <a:pt x="1087" y="533"/>
                  </a:lnTo>
                  <a:lnTo>
                    <a:pt x="1084" y="535"/>
                  </a:lnTo>
                  <a:lnTo>
                    <a:pt x="1081" y="534"/>
                  </a:lnTo>
                  <a:lnTo>
                    <a:pt x="1080" y="533"/>
                  </a:lnTo>
                  <a:lnTo>
                    <a:pt x="1080" y="531"/>
                  </a:lnTo>
                  <a:lnTo>
                    <a:pt x="1079" y="529"/>
                  </a:lnTo>
                  <a:lnTo>
                    <a:pt x="1078" y="528"/>
                  </a:lnTo>
                  <a:lnTo>
                    <a:pt x="1077" y="526"/>
                  </a:lnTo>
                  <a:lnTo>
                    <a:pt x="1075" y="525"/>
                  </a:lnTo>
                  <a:lnTo>
                    <a:pt x="1075" y="524"/>
                  </a:lnTo>
                  <a:lnTo>
                    <a:pt x="1075" y="522"/>
                  </a:lnTo>
                  <a:lnTo>
                    <a:pt x="1074" y="521"/>
                  </a:lnTo>
                  <a:lnTo>
                    <a:pt x="1073" y="520"/>
                  </a:lnTo>
                  <a:lnTo>
                    <a:pt x="1071" y="518"/>
                  </a:lnTo>
                  <a:lnTo>
                    <a:pt x="1071" y="517"/>
                  </a:lnTo>
                  <a:lnTo>
                    <a:pt x="1072" y="515"/>
                  </a:lnTo>
                  <a:lnTo>
                    <a:pt x="1072" y="514"/>
                  </a:lnTo>
                  <a:lnTo>
                    <a:pt x="1070" y="512"/>
                  </a:lnTo>
                  <a:lnTo>
                    <a:pt x="1069" y="510"/>
                  </a:lnTo>
                  <a:lnTo>
                    <a:pt x="1069" y="508"/>
                  </a:lnTo>
                  <a:lnTo>
                    <a:pt x="1071" y="507"/>
                  </a:lnTo>
                  <a:lnTo>
                    <a:pt x="1075" y="507"/>
                  </a:lnTo>
                  <a:lnTo>
                    <a:pt x="1079" y="507"/>
                  </a:lnTo>
                  <a:lnTo>
                    <a:pt x="1081" y="507"/>
                  </a:lnTo>
                  <a:lnTo>
                    <a:pt x="1082" y="506"/>
                  </a:lnTo>
                  <a:lnTo>
                    <a:pt x="1083" y="505"/>
                  </a:lnTo>
                  <a:lnTo>
                    <a:pt x="1085" y="503"/>
                  </a:lnTo>
                  <a:lnTo>
                    <a:pt x="1087" y="503"/>
                  </a:lnTo>
                  <a:lnTo>
                    <a:pt x="1089" y="502"/>
                  </a:lnTo>
                  <a:lnTo>
                    <a:pt x="1092" y="500"/>
                  </a:lnTo>
                  <a:lnTo>
                    <a:pt x="1094" y="500"/>
                  </a:lnTo>
                  <a:lnTo>
                    <a:pt x="1097" y="500"/>
                  </a:lnTo>
                  <a:lnTo>
                    <a:pt x="1100" y="501"/>
                  </a:lnTo>
                  <a:lnTo>
                    <a:pt x="1102" y="502"/>
                  </a:lnTo>
                  <a:lnTo>
                    <a:pt x="1105" y="503"/>
                  </a:lnTo>
                  <a:lnTo>
                    <a:pt x="1108" y="503"/>
                  </a:lnTo>
                  <a:lnTo>
                    <a:pt x="1111" y="503"/>
                  </a:lnTo>
                  <a:lnTo>
                    <a:pt x="1113" y="504"/>
                  </a:lnTo>
                  <a:lnTo>
                    <a:pt x="1114" y="506"/>
                  </a:lnTo>
                  <a:lnTo>
                    <a:pt x="1114" y="508"/>
                  </a:lnTo>
                  <a:lnTo>
                    <a:pt x="1115" y="509"/>
                  </a:lnTo>
                  <a:lnTo>
                    <a:pt x="1118" y="509"/>
                  </a:lnTo>
                  <a:lnTo>
                    <a:pt x="1121" y="510"/>
                  </a:lnTo>
                  <a:lnTo>
                    <a:pt x="1124" y="510"/>
                  </a:lnTo>
                  <a:lnTo>
                    <a:pt x="1126" y="512"/>
                  </a:lnTo>
                  <a:lnTo>
                    <a:pt x="1126" y="513"/>
                  </a:lnTo>
                  <a:lnTo>
                    <a:pt x="1127" y="515"/>
                  </a:lnTo>
                  <a:lnTo>
                    <a:pt x="1127" y="516"/>
                  </a:lnTo>
                  <a:close/>
                </a:path>
              </a:pathLst>
            </a:custGeom>
            <a:solidFill>
              <a:srgbClr val="DE8036">
                <a:alpha val="10800"/>
              </a:srgbClr>
            </a:solidFill>
            <a:ln>
              <a:noFill/>
            </a:ln>
          </p:spPr>
          <p:txBody>
            <a:bodyPr anchor="ctr"/>
            <a:lstStyle/>
            <a:p>
              <a:pPr algn="ctr">
                <a:buNone/>
              </a:pPr>
            </a:p>
          </p:txBody>
        </p:sp>
        <p:sp>
          <p:nvSpPr>
            <p:cNvPr id="6633" name="addition:input:100"/>
            <p:cNvSpPr>
              <a:spLocks noGrp="1"/>
            </p:cNvSpPr>
            <p:nvPr/>
          </p:nvSpPr>
          <p:spPr>
            <a:xfrm>
              <a:off x="209550" y="5438775"/>
              <a:ext cx="1782531" cy="1015990"/>
            </a:xfrm>
            <a:custGeom>
              <a:avLst/>
              <a:gdLst/>
              <a:ahLst/>
              <a:cxnLst/>
              <a:rect l="l" t="t" r="r" b="b"/>
              <a:pathLst>
                <a:path w="1083" h="542">
                  <a:moveTo>
                    <a:pt x="0" y="0"/>
                  </a:moveTo>
                  <a:moveTo>
                    <a:pt x="1080" y="528"/>
                  </a:moveTo>
                  <a:lnTo>
                    <a:pt x="1079" y="529"/>
                  </a:lnTo>
                  <a:lnTo>
                    <a:pt x="1079" y="530"/>
                  </a:lnTo>
                  <a:lnTo>
                    <a:pt x="1078" y="531"/>
                  </a:lnTo>
                  <a:lnTo>
                    <a:pt x="1078" y="532"/>
                  </a:lnTo>
                  <a:lnTo>
                    <a:pt x="1077" y="533"/>
                  </a:lnTo>
                  <a:lnTo>
                    <a:pt x="1077" y="535"/>
                  </a:lnTo>
                  <a:lnTo>
                    <a:pt x="1078" y="537"/>
                  </a:lnTo>
                  <a:lnTo>
                    <a:pt x="1079" y="539"/>
                  </a:lnTo>
                  <a:lnTo>
                    <a:pt x="1078" y="540"/>
                  </a:lnTo>
                  <a:lnTo>
                    <a:pt x="1075" y="540"/>
                  </a:lnTo>
                  <a:lnTo>
                    <a:pt x="1072" y="539"/>
                  </a:lnTo>
                  <a:lnTo>
                    <a:pt x="1069" y="539"/>
                  </a:lnTo>
                  <a:lnTo>
                    <a:pt x="1068" y="539"/>
                  </a:lnTo>
                  <a:lnTo>
                    <a:pt x="1067" y="540"/>
                  </a:lnTo>
                  <a:lnTo>
                    <a:pt x="1065" y="541"/>
                  </a:lnTo>
                  <a:lnTo>
                    <a:pt x="1064" y="541"/>
                  </a:lnTo>
                  <a:lnTo>
                    <a:pt x="1062" y="541"/>
                  </a:lnTo>
                  <a:lnTo>
                    <a:pt x="1060" y="541"/>
                  </a:lnTo>
                  <a:lnTo>
                    <a:pt x="1058" y="542"/>
                  </a:lnTo>
                  <a:lnTo>
                    <a:pt x="1056" y="542"/>
                  </a:lnTo>
                  <a:lnTo>
                    <a:pt x="1054" y="542"/>
                  </a:lnTo>
                  <a:lnTo>
                    <a:pt x="1052" y="541"/>
                  </a:lnTo>
                  <a:lnTo>
                    <a:pt x="1050" y="540"/>
                  </a:lnTo>
                  <a:lnTo>
                    <a:pt x="1048" y="540"/>
                  </a:lnTo>
                  <a:lnTo>
                    <a:pt x="1046" y="540"/>
                  </a:lnTo>
                  <a:lnTo>
                    <a:pt x="1043" y="539"/>
                  </a:lnTo>
                  <a:lnTo>
                    <a:pt x="1043" y="537"/>
                  </a:lnTo>
                  <a:lnTo>
                    <a:pt x="1043" y="535"/>
                  </a:lnTo>
                  <a:lnTo>
                    <a:pt x="1044" y="534"/>
                  </a:lnTo>
                  <a:lnTo>
                    <a:pt x="1043" y="533"/>
                  </a:lnTo>
                  <a:lnTo>
                    <a:pt x="1041" y="532"/>
                  </a:lnTo>
                  <a:lnTo>
                    <a:pt x="1037" y="531"/>
                  </a:lnTo>
                  <a:lnTo>
                    <a:pt x="1035" y="530"/>
                  </a:lnTo>
                  <a:lnTo>
                    <a:pt x="1034" y="529"/>
                  </a:lnTo>
                  <a:lnTo>
                    <a:pt x="1033" y="528"/>
                  </a:lnTo>
                  <a:lnTo>
                    <a:pt x="1033" y="526"/>
                  </a:lnTo>
                  <a:lnTo>
                    <a:pt x="1033" y="525"/>
                  </a:lnTo>
                  <a:lnTo>
                    <a:pt x="1034" y="524"/>
                  </a:lnTo>
                  <a:lnTo>
                    <a:pt x="1036" y="523"/>
                  </a:lnTo>
                  <a:lnTo>
                    <a:pt x="1039" y="522"/>
                  </a:lnTo>
                  <a:lnTo>
                    <a:pt x="1040" y="521"/>
                  </a:lnTo>
                  <a:lnTo>
                    <a:pt x="1041" y="520"/>
                  </a:lnTo>
                  <a:lnTo>
                    <a:pt x="1041" y="518"/>
                  </a:lnTo>
                  <a:lnTo>
                    <a:pt x="1042" y="517"/>
                  </a:lnTo>
                  <a:lnTo>
                    <a:pt x="1045" y="517"/>
                  </a:lnTo>
                  <a:lnTo>
                    <a:pt x="1048" y="517"/>
                  </a:lnTo>
                  <a:lnTo>
                    <a:pt x="1050" y="517"/>
                  </a:lnTo>
                  <a:lnTo>
                    <a:pt x="1051" y="515"/>
                  </a:lnTo>
                  <a:lnTo>
                    <a:pt x="1053" y="513"/>
                  </a:lnTo>
                  <a:lnTo>
                    <a:pt x="1055" y="512"/>
                  </a:lnTo>
                  <a:lnTo>
                    <a:pt x="1057" y="511"/>
                  </a:lnTo>
                  <a:lnTo>
                    <a:pt x="1060" y="512"/>
                  </a:lnTo>
                  <a:lnTo>
                    <a:pt x="1062" y="513"/>
                  </a:lnTo>
                  <a:lnTo>
                    <a:pt x="1065" y="514"/>
                  </a:lnTo>
                  <a:lnTo>
                    <a:pt x="1067" y="514"/>
                  </a:lnTo>
                  <a:lnTo>
                    <a:pt x="1068" y="515"/>
                  </a:lnTo>
                  <a:lnTo>
                    <a:pt x="1069" y="516"/>
                  </a:lnTo>
                  <a:lnTo>
                    <a:pt x="1071" y="517"/>
                  </a:lnTo>
                  <a:lnTo>
                    <a:pt x="1073" y="517"/>
                  </a:lnTo>
                  <a:lnTo>
                    <a:pt x="1076" y="517"/>
                  </a:lnTo>
                  <a:lnTo>
                    <a:pt x="1079" y="516"/>
                  </a:lnTo>
                  <a:lnTo>
                    <a:pt x="1080" y="517"/>
                  </a:lnTo>
                  <a:lnTo>
                    <a:pt x="1080" y="519"/>
                  </a:lnTo>
                  <a:lnTo>
                    <a:pt x="1080" y="520"/>
                  </a:lnTo>
                  <a:lnTo>
                    <a:pt x="1080" y="522"/>
                  </a:lnTo>
                  <a:lnTo>
                    <a:pt x="1081" y="523"/>
                  </a:lnTo>
                  <a:lnTo>
                    <a:pt x="1083" y="524"/>
                  </a:lnTo>
                  <a:lnTo>
                    <a:pt x="1083" y="525"/>
                  </a:lnTo>
                  <a:lnTo>
                    <a:pt x="1082" y="526"/>
                  </a:lnTo>
                  <a:close/>
                </a:path>
              </a:pathLst>
            </a:custGeom>
            <a:solidFill>
              <a:srgbClr val="DE8036">
                <a:alpha val="10800"/>
              </a:srgbClr>
            </a:solidFill>
            <a:ln>
              <a:noFill/>
            </a:ln>
          </p:spPr>
          <p:txBody>
            <a:bodyPr anchor="ctr"/>
            <a:lstStyle/>
            <a:p>
              <a:pPr algn="ctr">
                <a:buNone/>
              </a:pPr>
            </a:p>
          </p:txBody>
        </p:sp>
        <p:sp>
          <p:nvSpPr>
            <p:cNvPr id="6634" name="addition:input:101"/>
            <p:cNvSpPr>
              <a:spLocks noGrp="1"/>
            </p:cNvSpPr>
            <p:nvPr/>
          </p:nvSpPr>
          <p:spPr>
            <a:xfrm>
              <a:off x="209550" y="5438775"/>
              <a:ext cx="1752905" cy="1589593"/>
            </a:xfrm>
            <a:custGeom>
              <a:avLst/>
              <a:gdLst/>
              <a:ahLst/>
              <a:cxnLst/>
              <a:rect l="l" t="t" r="r" b="b"/>
              <a:pathLst>
                <a:path w="1065" h="848">
                  <a:moveTo>
                    <a:pt x="0" y="0"/>
                  </a:moveTo>
                  <a:moveTo>
                    <a:pt x="203" y="266"/>
                  </a:moveTo>
                  <a:lnTo>
                    <a:pt x="1065" y="266"/>
                  </a:lnTo>
                  <a:lnTo>
                    <a:pt x="1065" y="848"/>
                  </a:lnTo>
                  <a:lnTo>
                    <a:pt x="203" y="762"/>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6635" name="addition:input:102"/>
            <p:cNvSpPr>
              <a:spLocks noGrp="1"/>
            </p:cNvSpPr>
            <p:nvPr/>
          </p:nvSpPr>
          <p:spPr>
            <a:xfrm>
              <a:off x="209550" y="5438775"/>
              <a:ext cx="1910913" cy="1486494"/>
            </a:xfrm>
            <a:custGeom>
              <a:avLst/>
              <a:gdLst/>
              <a:ahLst/>
              <a:cxnLst/>
              <a:rect l="l" t="t" r="r" b="b"/>
              <a:pathLst>
                <a:path w="1161" h="793">
                  <a:moveTo>
                    <a:pt x="0" y="0"/>
                  </a:moveTo>
                  <a:moveTo>
                    <a:pt x="299" y="211"/>
                  </a:moveTo>
                  <a:lnTo>
                    <a:pt x="1161" y="211"/>
                  </a:lnTo>
                  <a:lnTo>
                    <a:pt x="1161" y="793"/>
                  </a:lnTo>
                  <a:lnTo>
                    <a:pt x="299" y="707"/>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6636" name="addition:input:103"/>
            <p:cNvSpPr>
              <a:spLocks noGrp="1"/>
            </p:cNvSpPr>
            <p:nvPr/>
          </p:nvSpPr>
          <p:spPr>
            <a:xfrm>
              <a:off x="209550" y="5438775"/>
              <a:ext cx="2070567" cy="1381521"/>
            </a:xfrm>
            <a:custGeom>
              <a:avLst/>
              <a:gdLst/>
              <a:ahLst/>
              <a:cxnLst/>
              <a:rect l="l" t="t" r="r" b="b"/>
              <a:pathLst>
                <a:path w="1258" h="737">
                  <a:moveTo>
                    <a:pt x="0" y="0"/>
                  </a:moveTo>
                  <a:moveTo>
                    <a:pt x="396" y="155"/>
                  </a:moveTo>
                  <a:lnTo>
                    <a:pt x="1258" y="155"/>
                  </a:lnTo>
                  <a:lnTo>
                    <a:pt x="1258" y="737"/>
                  </a:lnTo>
                  <a:lnTo>
                    <a:pt x="396" y="651"/>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6637" name="addition:input:104"/>
            <p:cNvSpPr>
              <a:spLocks noGrp="1"/>
            </p:cNvSpPr>
            <p:nvPr/>
          </p:nvSpPr>
          <p:spPr>
            <a:xfrm>
              <a:off x="209550" y="5438775"/>
              <a:ext cx="2228576" cy="1278423"/>
            </a:xfrm>
            <a:custGeom>
              <a:avLst/>
              <a:gdLst/>
              <a:ahLst/>
              <a:cxnLst/>
              <a:rect l="l" t="t" r="r" b="b"/>
              <a:pathLst>
                <a:path w="1354" h="682">
                  <a:moveTo>
                    <a:pt x="0" y="0"/>
                  </a:moveTo>
                  <a:moveTo>
                    <a:pt x="492" y="100"/>
                  </a:moveTo>
                  <a:lnTo>
                    <a:pt x="1354" y="100"/>
                  </a:lnTo>
                  <a:lnTo>
                    <a:pt x="1354" y="682"/>
                  </a:lnTo>
                  <a:lnTo>
                    <a:pt x="492" y="596"/>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6638" name="addition:input:105"/>
            <p:cNvSpPr>
              <a:spLocks noGrp="1"/>
            </p:cNvSpPr>
            <p:nvPr/>
          </p:nvSpPr>
          <p:spPr>
            <a:xfrm>
              <a:off x="209550" y="5438775"/>
              <a:ext cx="870692" cy="1392768"/>
            </a:xfrm>
            <a:custGeom>
              <a:avLst/>
              <a:gdLst/>
              <a:ahLst/>
              <a:cxnLst/>
              <a:rect l="l" t="t" r="r" b="b"/>
              <a:pathLst>
                <a:path w="529" h="743">
                  <a:moveTo>
                    <a:pt x="0" y="0"/>
                  </a:moveTo>
                  <a:moveTo>
                    <a:pt x="529" y="580"/>
                  </a:moveTo>
                  <a:lnTo>
                    <a:pt x="518" y="596"/>
                  </a:lnTo>
                  <a:lnTo>
                    <a:pt x="493" y="608"/>
                  </a:lnTo>
                  <a:lnTo>
                    <a:pt x="467" y="617"/>
                  </a:lnTo>
                  <a:lnTo>
                    <a:pt x="451" y="626"/>
                  </a:lnTo>
                  <a:lnTo>
                    <a:pt x="449" y="639"/>
                  </a:lnTo>
                  <a:lnTo>
                    <a:pt x="452" y="655"/>
                  </a:lnTo>
                  <a:lnTo>
                    <a:pt x="450" y="672"/>
                  </a:lnTo>
                  <a:lnTo>
                    <a:pt x="441" y="685"/>
                  </a:lnTo>
                  <a:lnTo>
                    <a:pt x="431" y="697"/>
                  </a:lnTo>
                  <a:lnTo>
                    <a:pt x="421" y="711"/>
                  </a:lnTo>
                  <a:lnTo>
                    <a:pt x="410" y="725"/>
                  </a:lnTo>
                  <a:lnTo>
                    <a:pt x="395" y="733"/>
                  </a:lnTo>
                  <a:lnTo>
                    <a:pt x="376" y="732"/>
                  </a:lnTo>
                  <a:lnTo>
                    <a:pt x="358" y="728"/>
                  </a:lnTo>
                  <a:lnTo>
                    <a:pt x="343" y="727"/>
                  </a:lnTo>
                  <a:lnTo>
                    <a:pt x="330" y="734"/>
                  </a:lnTo>
                  <a:lnTo>
                    <a:pt x="317" y="743"/>
                  </a:lnTo>
                  <a:lnTo>
                    <a:pt x="303" y="743"/>
                  </a:lnTo>
                  <a:lnTo>
                    <a:pt x="290" y="732"/>
                  </a:lnTo>
                  <a:lnTo>
                    <a:pt x="281" y="716"/>
                  </a:lnTo>
                  <a:lnTo>
                    <a:pt x="273" y="706"/>
                  </a:lnTo>
                  <a:lnTo>
                    <a:pt x="260" y="709"/>
                  </a:lnTo>
                  <a:lnTo>
                    <a:pt x="241" y="718"/>
                  </a:lnTo>
                  <a:lnTo>
                    <a:pt x="222" y="723"/>
                  </a:lnTo>
                  <a:lnTo>
                    <a:pt x="206" y="719"/>
                  </a:lnTo>
                  <a:lnTo>
                    <a:pt x="196" y="707"/>
                  </a:lnTo>
                  <a:lnTo>
                    <a:pt x="189" y="694"/>
                  </a:lnTo>
                  <a:lnTo>
                    <a:pt x="182" y="680"/>
                  </a:lnTo>
                  <a:lnTo>
                    <a:pt x="178" y="665"/>
                  </a:lnTo>
                  <a:lnTo>
                    <a:pt x="181" y="647"/>
                  </a:lnTo>
                  <a:lnTo>
                    <a:pt x="189" y="629"/>
                  </a:lnTo>
                  <a:lnTo>
                    <a:pt x="193" y="615"/>
                  </a:lnTo>
                  <a:lnTo>
                    <a:pt x="185" y="604"/>
                  </a:lnTo>
                  <a:lnTo>
                    <a:pt x="166" y="594"/>
                  </a:lnTo>
                  <a:lnTo>
                    <a:pt x="149" y="580"/>
                  </a:lnTo>
                  <a:lnTo>
                    <a:pt x="143" y="565"/>
                  </a:lnTo>
                  <a:lnTo>
                    <a:pt x="151" y="551"/>
                  </a:lnTo>
                  <a:lnTo>
                    <a:pt x="160" y="539"/>
                  </a:lnTo>
                  <a:lnTo>
                    <a:pt x="162" y="526"/>
                  </a:lnTo>
                  <a:lnTo>
                    <a:pt x="157" y="509"/>
                  </a:lnTo>
                  <a:lnTo>
                    <a:pt x="153" y="491"/>
                  </a:lnTo>
                  <a:lnTo>
                    <a:pt x="158" y="477"/>
                  </a:lnTo>
                  <a:lnTo>
                    <a:pt x="172" y="469"/>
                  </a:lnTo>
                  <a:lnTo>
                    <a:pt x="190" y="466"/>
                  </a:lnTo>
                  <a:lnTo>
                    <a:pt x="204" y="461"/>
                  </a:lnTo>
                  <a:lnTo>
                    <a:pt x="217" y="456"/>
                  </a:lnTo>
                  <a:lnTo>
                    <a:pt x="231" y="452"/>
                  </a:lnTo>
                  <a:lnTo>
                    <a:pt x="246" y="452"/>
                  </a:lnTo>
                  <a:lnTo>
                    <a:pt x="260" y="451"/>
                  </a:lnTo>
                  <a:lnTo>
                    <a:pt x="272" y="441"/>
                  </a:lnTo>
                  <a:lnTo>
                    <a:pt x="284" y="422"/>
                  </a:lnTo>
                  <a:lnTo>
                    <a:pt x="300" y="402"/>
                  </a:lnTo>
                  <a:lnTo>
                    <a:pt x="320" y="392"/>
                  </a:lnTo>
                  <a:lnTo>
                    <a:pt x="339" y="400"/>
                  </a:lnTo>
                  <a:lnTo>
                    <a:pt x="355" y="419"/>
                  </a:lnTo>
                  <a:lnTo>
                    <a:pt x="369" y="435"/>
                  </a:lnTo>
                  <a:lnTo>
                    <a:pt x="383" y="443"/>
                  </a:lnTo>
                  <a:lnTo>
                    <a:pt x="401" y="446"/>
                  </a:lnTo>
                  <a:lnTo>
                    <a:pt x="418" y="450"/>
                  </a:lnTo>
                  <a:lnTo>
                    <a:pt x="431" y="460"/>
                  </a:lnTo>
                  <a:lnTo>
                    <a:pt x="440" y="473"/>
                  </a:lnTo>
                  <a:lnTo>
                    <a:pt x="450" y="484"/>
                  </a:lnTo>
                  <a:lnTo>
                    <a:pt x="464" y="491"/>
                  </a:lnTo>
                  <a:lnTo>
                    <a:pt x="479" y="500"/>
                  </a:lnTo>
                  <a:lnTo>
                    <a:pt x="488" y="511"/>
                  </a:lnTo>
                  <a:lnTo>
                    <a:pt x="492" y="525"/>
                  </a:lnTo>
                  <a:lnTo>
                    <a:pt x="497" y="538"/>
                  </a:lnTo>
                  <a:lnTo>
                    <a:pt x="508" y="551"/>
                  </a:lnTo>
                  <a:lnTo>
                    <a:pt x="522" y="564"/>
                  </a:lnTo>
                  <a:close/>
                </a:path>
              </a:pathLst>
            </a:custGeom>
            <a:solidFill>
              <a:srgbClr val="A7CEE4">
                <a:alpha val="43000"/>
              </a:srgbClr>
            </a:solidFill>
            <a:ln>
              <a:noFill/>
            </a:ln>
          </p:spPr>
          <p:txBody>
            <a:bodyPr anchor="ctr"/>
            <a:lstStyle/>
            <a:p>
              <a:pPr algn="ctr">
                <a:buNone/>
              </a:pPr>
            </a:p>
          </p:txBody>
        </p:sp>
        <p:sp>
          <p:nvSpPr>
            <p:cNvPr id="6639" name="addition:input:106"/>
            <p:cNvSpPr>
              <a:spLocks noGrp="1"/>
            </p:cNvSpPr>
            <p:nvPr/>
          </p:nvSpPr>
          <p:spPr>
            <a:xfrm>
              <a:off x="209550" y="5438775"/>
              <a:ext cx="806501" cy="1372149"/>
            </a:xfrm>
            <a:custGeom>
              <a:avLst/>
              <a:gdLst/>
              <a:ahLst/>
              <a:cxnLst/>
              <a:rect l="l" t="t" r="r" b="b"/>
              <a:pathLst>
                <a:path w="490" h="732">
                  <a:moveTo>
                    <a:pt x="0" y="0"/>
                  </a:moveTo>
                  <a:moveTo>
                    <a:pt x="464" y="585"/>
                  </a:moveTo>
                  <a:lnTo>
                    <a:pt x="458" y="597"/>
                  </a:lnTo>
                  <a:lnTo>
                    <a:pt x="452" y="608"/>
                  </a:lnTo>
                  <a:lnTo>
                    <a:pt x="444" y="618"/>
                  </a:lnTo>
                  <a:lnTo>
                    <a:pt x="434" y="628"/>
                  </a:lnTo>
                  <a:lnTo>
                    <a:pt x="428" y="638"/>
                  </a:lnTo>
                  <a:lnTo>
                    <a:pt x="427" y="651"/>
                  </a:lnTo>
                  <a:lnTo>
                    <a:pt x="426" y="666"/>
                  </a:lnTo>
                  <a:lnTo>
                    <a:pt x="420" y="679"/>
                  </a:lnTo>
                  <a:lnTo>
                    <a:pt x="406" y="685"/>
                  </a:lnTo>
                  <a:lnTo>
                    <a:pt x="391" y="688"/>
                  </a:lnTo>
                  <a:lnTo>
                    <a:pt x="379" y="694"/>
                  </a:lnTo>
                  <a:lnTo>
                    <a:pt x="372" y="707"/>
                  </a:lnTo>
                  <a:lnTo>
                    <a:pt x="365" y="723"/>
                  </a:lnTo>
                  <a:lnTo>
                    <a:pt x="353" y="732"/>
                  </a:lnTo>
                  <a:lnTo>
                    <a:pt x="338" y="729"/>
                  </a:lnTo>
                  <a:lnTo>
                    <a:pt x="323" y="717"/>
                  </a:lnTo>
                  <a:lnTo>
                    <a:pt x="311" y="705"/>
                  </a:lnTo>
                  <a:lnTo>
                    <a:pt x="301" y="701"/>
                  </a:lnTo>
                  <a:lnTo>
                    <a:pt x="291" y="703"/>
                  </a:lnTo>
                  <a:lnTo>
                    <a:pt x="281" y="705"/>
                  </a:lnTo>
                  <a:lnTo>
                    <a:pt x="270" y="705"/>
                  </a:lnTo>
                  <a:lnTo>
                    <a:pt x="259" y="706"/>
                  </a:lnTo>
                  <a:lnTo>
                    <a:pt x="245" y="708"/>
                  </a:lnTo>
                  <a:lnTo>
                    <a:pt x="228" y="711"/>
                  </a:lnTo>
                  <a:lnTo>
                    <a:pt x="214" y="707"/>
                  </a:lnTo>
                  <a:lnTo>
                    <a:pt x="207" y="695"/>
                  </a:lnTo>
                  <a:lnTo>
                    <a:pt x="209" y="677"/>
                  </a:lnTo>
                  <a:lnTo>
                    <a:pt x="212" y="660"/>
                  </a:lnTo>
                  <a:lnTo>
                    <a:pt x="208" y="648"/>
                  </a:lnTo>
                  <a:lnTo>
                    <a:pt x="197" y="641"/>
                  </a:lnTo>
                  <a:lnTo>
                    <a:pt x="184" y="633"/>
                  </a:lnTo>
                  <a:lnTo>
                    <a:pt x="179" y="621"/>
                  </a:lnTo>
                  <a:lnTo>
                    <a:pt x="182" y="608"/>
                  </a:lnTo>
                  <a:lnTo>
                    <a:pt x="188" y="596"/>
                  </a:lnTo>
                  <a:lnTo>
                    <a:pt x="187" y="585"/>
                  </a:lnTo>
                  <a:lnTo>
                    <a:pt x="179" y="574"/>
                  </a:lnTo>
                  <a:lnTo>
                    <a:pt x="169" y="561"/>
                  </a:lnTo>
                  <a:lnTo>
                    <a:pt x="163" y="547"/>
                  </a:lnTo>
                  <a:lnTo>
                    <a:pt x="164" y="534"/>
                  </a:lnTo>
                  <a:lnTo>
                    <a:pt x="165" y="522"/>
                  </a:lnTo>
                  <a:lnTo>
                    <a:pt x="167" y="508"/>
                  </a:lnTo>
                  <a:lnTo>
                    <a:pt x="172" y="496"/>
                  </a:lnTo>
                  <a:lnTo>
                    <a:pt x="184" y="489"/>
                  </a:lnTo>
                  <a:lnTo>
                    <a:pt x="203" y="490"/>
                  </a:lnTo>
                  <a:lnTo>
                    <a:pt x="223" y="495"/>
                  </a:lnTo>
                  <a:lnTo>
                    <a:pt x="236" y="495"/>
                  </a:lnTo>
                  <a:lnTo>
                    <a:pt x="241" y="484"/>
                  </a:lnTo>
                  <a:lnTo>
                    <a:pt x="245" y="466"/>
                  </a:lnTo>
                  <a:lnTo>
                    <a:pt x="253" y="450"/>
                  </a:lnTo>
                  <a:lnTo>
                    <a:pt x="267" y="444"/>
                  </a:lnTo>
                  <a:lnTo>
                    <a:pt x="283" y="446"/>
                  </a:lnTo>
                  <a:lnTo>
                    <a:pt x="298" y="448"/>
                  </a:lnTo>
                  <a:lnTo>
                    <a:pt x="313" y="446"/>
                  </a:lnTo>
                  <a:lnTo>
                    <a:pt x="329" y="444"/>
                  </a:lnTo>
                  <a:lnTo>
                    <a:pt x="345" y="445"/>
                  </a:lnTo>
                  <a:lnTo>
                    <a:pt x="360" y="452"/>
                  </a:lnTo>
                  <a:lnTo>
                    <a:pt x="372" y="462"/>
                  </a:lnTo>
                  <a:lnTo>
                    <a:pt x="385" y="469"/>
                  </a:lnTo>
                  <a:lnTo>
                    <a:pt x="399" y="473"/>
                  </a:lnTo>
                  <a:lnTo>
                    <a:pt x="411" y="480"/>
                  </a:lnTo>
                  <a:lnTo>
                    <a:pt x="418" y="493"/>
                  </a:lnTo>
                  <a:lnTo>
                    <a:pt x="420" y="507"/>
                  </a:lnTo>
                  <a:lnTo>
                    <a:pt x="423" y="518"/>
                  </a:lnTo>
                  <a:lnTo>
                    <a:pt x="436" y="523"/>
                  </a:lnTo>
                  <a:lnTo>
                    <a:pt x="458" y="526"/>
                  </a:lnTo>
                  <a:lnTo>
                    <a:pt x="480" y="531"/>
                  </a:lnTo>
                  <a:lnTo>
                    <a:pt x="490" y="542"/>
                  </a:lnTo>
                  <a:lnTo>
                    <a:pt x="486" y="558"/>
                  </a:lnTo>
                  <a:lnTo>
                    <a:pt x="475" y="572"/>
                  </a:lnTo>
                  <a:close/>
                </a:path>
              </a:pathLst>
            </a:custGeom>
            <a:solidFill>
              <a:srgbClr val="59A3CD">
                <a:alpha val="43000"/>
              </a:srgbClr>
            </a:solidFill>
            <a:ln>
              <a:noFill/>
            </a:ln>
          </p:spPr>
          <p:txBody>
            <a:bodyPr anchor="ctr"/>
            <a:lstStyle/>
            <a:p>
              <a:pPr algn="ctr">
                <a:buNone/>
              </a:pPr>
            </a:p>
          </p:txBody>
        </p:sp>
        <p:sp>
          <p:nvSpPr>
            <p:cNvPr id="6640" name="addition:input:107"/>
            <p:cNvSpPr>
              <a:spLocks noGrp="1"/>
            </p:cNvSpPr>
            <p:nvPr/>
          </p:nvSpPr>
          <p:spPr>
            <a:xfrm>
              <a:off x="209550" y="5438775"/>
              <a:ext cx="766999" cy="1347780"/>
            </a:xfrm>
            <a:custGeom>
              <a:avLst/>
              <a:gdLst/>
              <a:ahLst/>
              <a:cxnLst/>
              <a:rect l="l" t="t" r="r" b="b"/>
              <a:pathLst>
                <a:path w="466" h="719">
                  <a:moveTo>
                    <a:pt x="0" y="0"/>
                  </a:moveTo>
                  <a:moveTo>
                    <a:pt x="455" y="590"/>
                  </a:moveTo>
                  <a:lnTo>
                    <a:pt x="437" y="600"/>
                  </a:lnTo>
                  <a:lnTo>
                    <a:pt x="423" y="609"/>
                  </a:lnTo>
                  <a:lnTo>
                    <a:pt x="418" y="618"/>
                  </a:lnTo>
                  <a:lnTo>
                    <a:pt x="418" y="628"/>
                  </a:lnTo>
                  <a:lnTo>
                    <a:pt x="415" y="639"/>
                  </a:lnTo>
                  <a:lnTo>
                    <a:pt x="408" y="648"/>
                  </a:lnTo>
                  <a:lnTo>
                    <a:pt x="400" y="655"/>
                  </a:lnTo>
                  <a:lnTo>
                    <a:pt x="393" y="664"/>
                  </a:lnTo>
                  <a:lnTo>
                    <a:pt x="388" y="676"/>
                  </a:lnTo>
                  <a:lnTo>
                    <a:pt x="381" y="686"/>
                  </a:lnTo>
                  <a:lnTo>
                    <a:pt x="370" y="693"/>
                  </a:lnTo>
                  <a:lnTo>
                    <a:pt x="357" y="695"/>
                  </a:lnTo>
                  <a:lnTo>
                    <a:pt x="345" y="699"/>
                  </a:lnTo>
                  <a:lnTo>
                    <a:pt x="336" y="706"/>
                  </a:lnTo>
                  <a:lnTo>
                    <a:pt x="326" y="716"/>
                  </a:lnTo>
                  <a:lnTo>
                    <a:pt x="315" y="719"/>
                  </a:lnTo>
                  <a:lnTo>
                    <a:pt x="302" y="712"/>
                  </a:lnTo>
                  <a:lnTo>
                    <a:pt x="292" y="698"/>
                  </a:lnTo>
                  <a:lnTo>
                    <a:pt x="285" y="686"/>
                  </a:lnTo>
                  <a:lnTo>
                    <a:pt x="277" y="683"/>
                  </a:lnTo>
                  <a:lnTo>
                    <a:pt x="267" y="689"/>
                  </a:lnTo>
                  <a:lnTo>
                    <a:pt x="254" y="696"/>
                  </a:lnTo>
                  <a:lnTo>
                    <a:pt x="242" y="698"/>
                  </a:lnTo>
                  <a:lnTo>
                    <a:pt x="232" y="695"/>
                  </a:lnTo>
                  <a:lnTo>
                    <a:pt x="223" y="689"/>
                  </a:lnTo>
                  <a:lnTo>
                    <a:pt x="214" y="683"/>
                  </a:lnTo>
                  <a:lnTo>
                    <a:pt x="206" y="675"/>
                  </a:lnTo>
                  <a:lnTo>
                    <a:pt x="203" y="664"/>
                  </a:lnTo>
                  <a:lnTo>
                    <a:pt x="205" y="650"/>
                  </a:lnTo>
                  <a:lnTo>
                    <a:pt x="209" y="637"/>
                  </a:lnTo>
                  <a:lnTo>
                    <a:pt x="208" y="627"/>
                  </a:lnTo>
                  <a:lnTo>
                    <a:pt x="199" y="619"/>
                  </a:lnTo>
                  <a:lnTo>
                    <a:pt x="189" y="611"/>
                  </a:lnTo>
                  <a:lnTo>
                    <a:pt x="185" y="601"/>
                  </a:lnTo>
                  <a:lnTo>
                    <a:pt x="190" y="590"/>
                  </a:lnTo>
                  <a:lnTo>
                    <a:pt x="197" y="581"/>
                  </a:lnTo>
                  <a:lnTo>
                    <a:pt x="198" y="571"/>
                  </a:lnTo>
                  <a:lnTo>
                    <a:pt x="191" y="560"/>
                  </a:lnTo>
                  <a:lnTo>
                    <a:pt x="180" y="546"/>
                  </a:lnTo>
                  <a:lnTo>
                    <a:pt x="175" y="532"/>
                  </a:lnTo>
                  <a:lnTo>
                    <a:pt x="179" y="522"/>
                  </a:lnTo>
                  <a:lnTo>
                    <a:pt x="189" y="515"/>
                  </a:lnTo>
                  <a:lnTo>
                    <a:pt x="199" y="509"/>
                  </a:lnTo>
                  <a:lnTo>
                    <a:pt x="209" y="504"/>
                  </a:lnTo>
                  <a:lnTo>
                    <a:pt x="220" y="501"/>
                  </a:lnTo>
                  <a:lnTo>
                    <a:pt x="232" y="501"/>
                  </a:lnTo>
                  <a:lnTo>
                    <a:pt x="244" y="503"/>
                  </a:lnTo>
                  <a:lnTo>
                    <a:pt x="253" y="500"/>
                  </a:lnTo>
                  <a:lnTo>
                    <a:pt x="259" y="490"/>
                  </a:lnTo>
                  <a:lnTo>
                    <a:pt x="266" y="474"/>
                  </a:lnTo>
                  <a:lnTo>
                    <a:pt x="277" y="461"/>
                  </a:lnTo>
                  <a:lnTo>
                    <a:pt x="290" y="459"/>
                  </a:lnTo>
                  <a:lnTo>
                    <a:pt x="303" y="466"/>
                  </a:lnTo>
                  <a:lnTo>
                    <a:pt x="316" y="474"/>
                  </a:lnTo>
                  <a:lnTo>
                    <a:pt x="328" y="477"/>
                  </a:lnTo>
                  <a:lnTo>
                    <a:pt x="343" y="475"/>
                  </a:lnTo>
                  <a:lnTo>
                    <a:pt x="357" y="475"/>
                  </a:lnTo>
                  <a:lnTo>
                    <a:pt x="369" y="481"/>
                  </a:lnTo>
                  <a:lnTo>
                    <a:pt x="378" y="492"/>
                  </a:lnTo>
                  <a:lnTo>
                    <a:pt x="384" y="504"/>
                  </a:lnTo>
                  <a:lnTo>
                    <a:pt x="392" y="512"/>
                  </a:lnTo>
                  <a:lnTo>
                    <a:pt x="401" y="518"/>
                  </a:lnTo>
                  <a:lnTo>
                    <a:pt x="409" y="526"/>
                  </a:lnTo>
                  <a:lnTo>
                    <a:pt x="414" y="535"/>
                  </a:lnTo>
                  <a:lnTo>
                    <a:pt x="420" y="543"/>
                  </a:lnTo>
                  <a:lnTo>
                    <a:pt x="431" y="550"/>
                  </a:lnTo>
                  <a:lnTo>
                    <a:pt x="448" y="556"/>
                  </a:lnTo>
                  <a:lnTo>
                    <a:pt x="463" y="565"/>
                  </a:lnTo>
                  <a:lnTo>
                    <a:pt x="466" y="577"/>
                  </a:lnTo>
                  <a:close/>
                </a:path>
              </a:pathLst>
            </a:custGeom>
            <a:solidFill>
              <a:srgbClr val="0675B4">
                <a:alpha val="35000"/>
              </a:srgbClr>
            </a:solidFill>
            <a:ln>
              <a:noFill/>
            </a:ln>
          </p:spPr>
          <p:txBody>
            <a:bodyPr anchor="ctr"/>
            <a:lstStyle/>
            <a:p>
              <a:pPr algn="ctr">
                <a:buNone/>
              </a:pPr>
            </a:p>
          </p:txBody>
        </p:sp>
        <p:sp>
          <p:nvSpPr>
            <p:cNvPr id="6641" name="addition:input:108"/>
            <p:cNvSpPr>
              <a:spLocks noGrp="1"/>
            </p:cNvSpPr>
            <p:nvPr/>
          </p:nvSpPr>
          <p:spPr>
            <a:xfrm>
              <a:off x="209550" y="5438775"/>
              <a:ext cx="513527" cy="1145332"/>
            </a:xfrm>
            <a:custGeom>
              <a:avLst/>
              <a:gdLst/>
              <a:ahLst/>
              <a:cxnLst/>
              <a:rect l="l" t="t" r="r" b="b"/>
              <a:pathLst>
                <a:path w="312" h="611">
                  <a:moveTo>
                    <a:pt x="0" y="0"/>
                  </a:moveTo>
                  <a:moveTo>
                    <a:pt x="309" y="556"/>
                  </a:moveTo>
                  <a:lnTo>
                    <a:pt x="308" y="561"/>
                  </a:lnTo>
                  <a:lnTo>
                    <a:pt x="305" y="565"/>
                  </a:lnTo>
                  <a:lnTo>
                    <a:pt x="301" y="569"/>
                  </a:lnTo>
                  <a:lnTo>
                    <a:pt x="298" y="572"/>
                  </a:lnTo>
                  <a:lnTo>
                    <a:pt x="296" y="576"/>
                  </a:lnTo>
                  <a:lnTo>
                    <a:pt x="295" y="581"/>
                  </a:lnTo>
                  <a:lnTo>
                    <a:pt x="292" y="585"/>
                  </a:lnTo>
                  <a:lnTo>
                    <a:pt x="287" y="588"/>
                  </a:lnTo>
                  <a:lnTo>
                    <a:pt x="281" y="589"/>
                  </a:lnTo>
                  <a:lnTo>
                    <a:pt x="277" y="591"/>
                  </a:lnTo>
                  <a:lnTo>
                    <a:pt x="275" y="597"/>
                  </a:lnTo>
                  <a:lnTo>
                    <a:pt x="274" y="604"/>
                  </a:lnTo>
                  <a:lnTo>
                    <a:pt x="271" y="610"/>
                  </a:lnTo>
                  <a:lnTo>
                    <a:pt x="265" y="611"/>
                  </a:lnTo>
                  <a:lnTo>
                    <a:pt x="258" y="608"/>
                  </a:lnTo>
                  <a:lnTo>
                    <a:pt x="253" y="604"/>
                  </a:lnTo>
                  <a:lnTo>
                    <a:pt x="248" y="602"/>
                  </a:lnTo>
                  <a:lnTo>
                    <a:pt x="244" y="601"/>
                  </a:lnTo>
                  <a:lnTo>
                    <a:pt x="240" y="600"/>
                  </a:lnTo>
                  <a:lnTo>
                    <a:pt x="237" y="599"/>
                  </a:lnTo>
                  <a:lnTo>
                    <a:pt x="233" y="598"/>
                  </a:lnTo>
                  <a:lnTo>
                    <a:pt x="229" y="599"/>
                  </a:lnTo>
                  <a:lnTo>
                    <a:pt x="223" y="601"/>
                  </a:lnTo>
                  <a:lnTo>
                    <a:pt x="218" y="602"/>
                  </a:lnTo>
                  <a:lnTo>
                    <a:pt x="214" y="599"/>
                  </a:lnTo>
                  <a:lnTo>
                    <a:pt x="213" y="594"/>
                  </a:lnTo>
                  <a:lnTo>
                    <a:pt x="213" y="588"/>
                  </a:lnTo>
                  <a:lnTo>
                    <a:pt x="211" y="584"/>
                  </a:lnTo>
                  <a:lnTo>
                    <a:pt x="207" y="582"/>
                  </a:lnTo>
                  <a:lnTo>
                    <a:pt x="202" y="579"/>
                  </a:lnTo>
                  <a:lnTo>
                    <a:pt x="200" y="575"/>
                  </a:lnTo>
                  <a:lnTo>
                    <a:pt x="202" y="570"/>
                  </a:lnTo>
                  <a:lnTo>
                    <a:pt x="206" y="564"/>
                  </a:lnTo>
                  <a:lnTo>
                    <a:pt x="208" y="560"/>
                  </a:lnTo>
                  <a:lnTo>
                    <a:pt x="207" y="556"/>
                  </a:lnTo>
                  <a:lnTo>
                    <a:pt x="204" y="552"/>
                  </a:lnTo>
                  <a:lnTo>
                    <a:pt x="202" y="548"/>
                  </a:lnTo>
                  <a:lnTo>
                    <a:pt x="201" y="543"/>
                  </a:lnTo>
                  <a:lnTo>
                    <a:pt x="200" y="539"/>
                  </a:lnTo>
                  <a:lnTo>
                    <a:pt x="198" y="533"/>
                  </a:lnTo>
                  <a:lnTo>
                    <a:pt x="197" y="527"/>
                  </a:lnTo>
                  <a:lnTo>
                    <a:pt x="199" y="523"/>
                  </a:lnTo>
                  <a:lnTo>
                    <a:pt x="205" y="522"/>
                  </a:lnTo>
                  <a:lnTo>
                    <a:pt x="213" y="523"/>
                  </a:lnTo>
                  <a:lnTo>
                    <a:pt x="218" y="523"/>
                  </a:lnTo>
                  <a:lnTo>
                    <a:pt x="221" y="521"/>
                  </a:lnTo>
                  <a:lnTo>
                    <a:pt x="223" y="516"/>
                  </a:lnTo>
                  <a:lnTo>
                    <a:pt x="225" y="511"/>
                  </a:lnTo>
                  <a:lnTo>
                    <a:pt x="229" y="509"/>
                  </a:lnTo>
                  <a:lnTo>
                    <a:pt x="234" y="510"/>
                  </a:lnTo>
                  <a:lnTo>
                    <a:pt x="239" y="510"/>
                  </a:lnTo>
                  <a:lnTo>
                    <a:pt x="244" y="509"/>
                  </a:lnTo>
                  <a:lnTo>
                    <a:pt x="249" y="506"/>
                  </a:lnTo>
                  <a:lnTo>
                    <a:pt x="254" y="505"/>
                  </a:lnTo>
                  <a:lnTo>
                    <a:pt x="260" y="505"/>
                  </a:lnTo>
                  <a:lnTo>
                    <a:pt x="265" y="507"/>
                  </a:lnTo>
                  <a:lnTo>
                    <a:pt x="271" y="509"/>
                  </a:lnTo>
                  <a:lnTo>
                    <a:pt x="276" y="510"/>
                  </a:lnTo>
                  <a:lnTo>
                    <a:pt x="281" y="513"/>
                  </a:lnTo>
                  <a:lnTo>
                    <a:pt x="284" y="518"/>
                  </a:lnTo>
                  <a:lnTo>
                    <a:pt x="284" y="525"/>
                  </a:lnTo>
                  <a:lnTo>
                    <a:pt x="285" y="530"/>
                  </a:lnTo>
                  <a:lnTo>
                    <a:pt x="288" y="533"/>
                  </a:lnTo>
                  <a:lnTo>
                    <a:pt x="295" y="534"/>
                  </a:lnTo>
                  <a:lnTo>
                    <a:pt x="304" y="534"/>
                  </a:lnTo>
                  <a:lnTo>
                    <a:pt x="310" y="537"/>
                  </a:lnTo>
                  <a:lnTo>
                    <a:pt x="312" y="542"/>
                  </a:lnTo>
                  <a:lnTo>
                    <a:pt x="311" y="547"/>
                  </a:lnTo>
                  <a:lnTo>
                    <a:pt x="309" y="552"/>
                  </a:lnTo>
                  <a:close/>
                </a:path>
              </a:pathLst>
            </a:custGeom>
            <a:solidFill>
              <a:srgbClr val="59A3CD">
                <a:alpha val="32000"/>
              </a:srgbClr>
            </a:solidFill>
            <a:ln>
              <a:noFill/>
            </a:ln>
          </p:spPr>
          <p:txBody>
            <a:bodyPr anchor="ctr"/>
            <a:lstStyle/>
            <a:p>
              <a:pPr algn="ctr">
                <a:buNone/>
              </a:pPr>
            </a:p>
          </p:txBody>
        </p:sp>
        <p:sp>
          <p:nvSpPr>
            <p:cNvPr id="6642" name="addition:input:109"/>
            <p:cNvSpPr>
              <a:spLocks noGrp="1"/>
            </p:cNvSpPr>
            <p:nvPr/>
          </p:nvSpPr>
          <p:spPr>
            <a:xfrm>
              <a:off x="209550" y="5438775"/>
              <a:ext cx="574426" cy="1066602"/>
            </a:xfrm>
            <a:custGeom>
              <a:avLst/>
              <a:gdLst/>
              <a:ahLst/>
              <a:cxnLst/>
              <a:rect l="l" t="t" r="r" b="b"/>
              <a:pathLst>
                <a:path w="349" h="569">
                  <a:moveTo>
                    <a:pt x="0" y="0"/>
                  </a:moveTo>
                  <a:moveTo>
                    <a:pt x="345" y="517"/>
                  </a:moveTo>
                  <a:lnTo>
                    <a:pt x="348" y="521"/>
                  </a:lnTo>
                  <a:lnTo>
                    <a:pt x="349" y="526"/>
                  </a:lnTo>
                  <a:lnTo>
                    <a:pt x="348" y="530"/>
                  </a:lnTo>
                  <a:lnTo>
                    <a:pt x="346" y="534"/>
                  </a:lnTo>
                  <a:lnTo>
                    <a:pt x="344" y="539"/>
                  </a:lnTo>
                  <a:lnTo>
                    <a:pt x="343" y="543"/>
                  </a:lnTo>
                  <a:lnTo>
                    <a:pt x="339" y="546"/>
                  </a:lnTo>
                  <a:lnTo>
                    <a:pt x="333" y="547"/>
                  </a:lnTo>
                  <a:lnTo>
                    <a:pt x="326" y="546"/>
                  </a:lnTo>
                  <a:lnTo>
                    <a:pt x="321" y="547"/>
                  </a:lnTo>
                  <a:lnTo>
                    <a:pt x="319" y="550"/>
                  </a:lnTo>
                  <a:lnTo>
                    <a:pt x="318" y="557"/>
                  </a:lnTo>
                  <a:lnTo>
                    <a:pt x="316" y="564"/>
                  </a:lnTo>
                  <a:lnTo>
                    <a:pt x="311" y="568"/>
                  </a:lnTo>
                  <a:lnTo>
                    <a:pt x="305" y="569"/>
                  </a:lnTo>
                  <a:lnTo>
                    <a:pt x="299" y="567"/>
                  </a:lnTo>
                  <a:lnTo>
                    <a:pt x="294" y="567"/>
                  </a:lnTo>
                  <a:lnTo>
                    <a:pt x="288" y="566"/>
                  </a:lnTo>
                  <a:lnTo>
                    <a:pt x="283" y="565"/>
                  </a:lnTo>
                  <a:lnTo>
                    <a:pt x="279" y="562"/>
                  </a:lnTo>
                  <a:lnTo>
                    <a:pt x="275" y="559"/>
                  </a:lnTo>
                  <a:lnTo>
                    <a:pt x="271" y="557"/>
                  </a:lnTo>
                  <a:lnTo>
                    <a:pt x="266" y="557"/>
                  </a:lnTo>
                  <a:lnTo>
                    <a:pt x="261" y="557"/>
                  </a:lnTo>
                  <a:lnTo>
                    <a:pt x="257" y="554"/>
                  </a:lnTo>
                  <a:lnTo>
                    <a:pt x="256" y="550"/>
                  </a:lnTo>
                  <a:lnTo>
                    <a:pt x="255" y="545"/>
                  </a:lnTo>
                  <a:lnTo>
                    <a:pt x="252" y="543"/>
                  </a:lnTo>
                  <a:lnTo>
                    <a:pt x="246" y="542"/>
                  </a:lnTo>
                  <a:lnTo>
                    <a:pt x="240" y="540"/>
                  </a:lnTo>
                  <a:lnTo>
                    <a:pt x="236" y="537"/>
                  </a:lnTo>
                  <a:lnTo>
                    <a:pt x="237" y="531"/>
                  </a:lnTo>
                  <a:lnTo>
                    <a:pt x="241" y="526"/>
                  </a:lnTo>
                  <a:lnTo>
                    <a:pt x="246" y="521"/>
                  </a:lnTo>
                  <a:lnTo>
                    <a:pt x="248" y="517"/>
                  </a:lnTo>
                  <a:lnTo>
                    <a:pt x="250" y="513"/>
                  </a:lnTo>
                  <a:lnTo>
                    <a:pt x="251" y="509"/>
                  </a:lnTo>
                  <a:lnTo>
                    <a:pt x="253" y="506"/>
                  </a:lnTo>
                  <a:lnTo>
                    <a:pt x="254" y="502"/>
                  </a:lnTo>
                  <a:lnTo>
                    <a:pt x="252" y="497"/>
                  </a:lnTo>
                  <a:lnTo>
                    <a:pt x="251" y="491"/>
                  </a:lnTo>
                  <a:lnTo>
                    <a:pt x="251" y="485"/>
                  </a:lnTo>
                  <a:lnTo>
                    <a:pt x="255" y="482"/>
                  </a:lnTo>
                  <a:lnTo>
                    <a:pt x="260" y="481"/>
                  </a:lnTo>
                  <a:lnTo>
                    <a:pt x="265" y="481"/>
                  </a:lnTo>
                  <a:lnTo>
                    <a:pt x="268" y="478"/>
                  </a:lnTo>
                  <a:lnTo>
                    <a:pt x="270" y="473"/>
                  </a:lnTo>
                  <a:lnTo>
                    <a:pt x="273" y="470"/>
                  </a:lnTo>
                  <a:lnTo>
                    <a:pt x="277" y="469"/>
                  </a:lnTo>
                  <a:lnTo>
                    <a:pt x="282" y="472"/>
                  </a:lnTo>
                  <a:lnTo>
                    <a:pt x="286" y="475"/>
                  </a:lnTo>
                  <a:lnTo>
                    <a:pt x="289" y="476"/>
                  </a:lnTo>
                  <a:lnTo>
                    <a:pt x="293" y="474"/>
                  </a:lnTo>
                  <a:lnTo>
                    <a:pt x="296" y="472"/>
                  </a:lnTo>
                  <a:lnTo>
                    <a:pt x="301" y="471"/>
                  </a:lnTo>
                  <a:lnTo>
                    <a:pt x="305" y="471"/>
                  </a:lnTo>
                  <a:lnTo>
                    <a:pt x="310" y="471"/>
                  </a:lnTo>
                  <a:lnTo>
                    <a:pt x="316" y="470"/>
                  </a:lnTo>
                  <a:lnTo>
                    <a:pt x="321" y="470"/>
                  </a:lnTo>
                  <a:lnTo>
                    <a:pt x="325" y="475"/>
                  </a:lnTo>
                  <a:lnTo>
                    <a:pt x="325" y="482"/>
                  </a:lnTo>
                  <a:lnTo>
                    <a:pt x="324" y="489"/>
                  </a:lnTo>
                  <a:lnTo>
                    <a:pt x="324" y="493"/>
                  </a:lnTo>
                  <a:lnTo>
                    <a:pt x="329" y="495"/>
                  </a:lnTo>
                  <a:lnTo>
                    <a:pt x="335" y="497"/>
                  </a:lnTo>
                  <a:lnTo>
                    <a:pt x="339" y="500"/>
                  </a:lnTo>
                  <a:lnTo>
                    <a:pt x="341" y="504"/>
                  </a:lnTo>
                  <a:lnTo>
                    <a:pt x="341" y="509"/>
                  </a:lnTo>
                  <a:lnTo>
                    <a:pt x="342" y="513"/>
                  </a:lnTo>
                  <a:close/>
                </a:path>
              </a:pathLst>
            </a:custGeom>
            <a:solidFill>
              <a:srgbClr val="59A3CD">
                <a:alpha val="32000"/>
              </a:srgbClr>
            </a:solidFill>
            <a:ln>
              <a:noFill/>
            </a:ln>
          </p:spPr>
          <p:txBody>
            <a:bodyPr anchor="ctr"/>
            <a:lstStyle/>
            <a:p>
              <a:pPr algn="ctr">
                <a:buNone/>
              </a:pPr>
            </a:p>
          </p:txBody>
        </p:sp>
        <p:sp>
          <p:nvSpPr>
            <p:cNvPr id="6643" name="addition:input:110"/>
            <p:cNvSpPr>
              <a:spLocks noGrp="1"/>
            </p:cNvSpPr>
            <p:nvPr/>
          </p:nvSpPr>
          <p:spPr>
            <a:xfrm>
              <a:off x="209550" y="5438775"/>
              <a:ext cx="673181" cy="1100343"/>
            </a:xfrm>
            <a:custGeom>
              <a:avLst/>
              <a:gdLst/>
              <a:ahLst/>
              <a:cxnLst/>
              <a:rect l="l" t="t" r="r" b="b"/>
              <a:pathLst>
                <a:path w="409" h="587">
                  <a:moveTo>
                    <a:pt x="0" y="0"/>
                  </a:moveTo>
                  <a:moveTo>
                    <a:pt x="404" y="528"/>
                  </a:moveTo>
                  <a:lnTo>
                    <a:pt x="399" y="532"/>
                  </a:lnTo>
                  <a:lnTo>
                    <a:pt x="397" y="537"/>
                  </a:lnTo>
                  <a:lnTo>
                    <a:pt x="396" y="541"/>
                  </a:lnTo>
                  <a:lnTo>
                    <a:pt x="395" y="546"/>
                  </a:lnTo>
                  <a:lnTo>
                    <a:pt x="392" y="550"/>
                  </a:lnTo>
                  <a:lnTo>
                    <a:pt x="388" y="553"/>
                  </a:lnTo>
                  <a:lnTo>
                    <a:pt x="384" y="556"/>
                  </a:lnTo>
                  <a:lnTo>
                    <a:pt x="381" y="560"/>
                  </a:lnTo>
                  <a:lnTo>
                    <a:pt x="379" y="564"/>
                  </a:lnTo>
                  <a:lnTo>
                    <a:pt x="375" y="568"/>
                  </a:lnTo>
                  <a:lnTo>
                    <a:pt x="370" y="570"/>
                  </a:lnTo>
                  <a:lnTo>
                    <a:pt x="366" y="573"/>
                  </a:lnTo>
                  <a:lnTo>
                    <a:pt x="362" y="577"/>
                  </a:lnTo>
                  <a:lnTo>
                    <a:pt x="359" y="583"/>
                  </a:lnTo>
                  <a:lnTo>
                    <a:pt x="354" y="587"/>
                  </a:lnTo>
                  <a:lnTo>
                    <a:pt x="348" y="587"/>
                  </a:lnTo>
                  <a:lnTo>
                    <a:pt x="343" y="581"/>
                  </a:lnTo>
                  <a:lnTo>
                    <a:pt x="338" y="574"/>
                  </a:lnTo>
                  <a:lnTo>
                    <a:pt x="335" y="570"/>
                  </a:lnTo>
                  <a:lnTo>
                    <a:pt x="331" y="571"/>
                  </a:lnTo>
                  <a:lnTo>
                    <a:pt x="327" y="573"/>
                  </a:lnTo>
                  <a:lnTo>
                    <a:pt x="322" y="574"/>
                  </a:lnTo>
                  <a:lnTo>
                    <a:pt x="318" y="574"/>
                  </a:lnTo>
                  <a:lnTo>
                    <a:pt x="315" y="572"/>
                  </a:lnTo>
                  <a:lnTo>
                    <a:pt x="311" y="570"/>
                  </a:lnTo>
                  <a:lnTo>
                    <a:pt x="306" y="568"/>
                  </a:lnTo>
                  <a:lnTo>
                    <a:pt x="303" y="565"/>
                  </a:lnTo>
                  <a:lnTo>
                    <a:pt x="302" y="560"/>
                  </a:lnTo>
                  <a:lnTo>
                    <a:pt x="303" y="554"/>
                  </a:lnTo>
                  <a:lnTo>
                    <a:pt x="303" y="550"/>
                  </a:lnTo>
                  <a:lnTo>
                    <a:pt x="300" y="546"/>
                  </a:lnTo>
                  <a:lnTo>
                    <a:pt x="297" y="542"/>
                  </a:lnTo>
                  <a:lnTo>
                    <a:pt x="295" y="538"/>
                  </a:lnTo>
                  <a:lnTo>
                    <a:pt x="298" y="532"/>
                  </a:lnTo>
                  <a:lnTo>
                    <a:pt x="302" y="528"/>
                  </a:lnTo>
                  <a:lnTo>
                    <a:pt x="305" y="524"/>
                  </a:lnTo>
                  <a:lnTo>
                    <a:pt x="304" y="520"/>
                  </a:lnTo>
                  <a:lnTo>
                    <a:pt x="299" y="515"/>
                  </a:lnTo>
                  <a:lnTo>
                    <a:pt x="295" y="508"/>
                  </a:lnTo>
                  <a:lnTo>
                    <a:pt x="294" y="503"/>
                  </a:lnTo>
                  <a:lnTo>
                    <a:pt x="296" y="498"/>
                  </a:lnTo>
                  <a:lnTo>
                    <a:pt x="299" y="494"/>
                  </a:lnTo>
                  <a:lnTo>
                    <a:pt x="302" y="491"/>
                  </a:lnTo>
                  <a:lnTo>
                    <a:pt x="306" y="488"/>
                  </a:lnTo>
                  <a:lnTo>
                    <a:pt x="311" y="487"/>
                  </a:lnTo>
                  <a:lnTo>
                    <a:pt x="316" y="488"/>
                  </a:lnTo>
                  <a:lnTo>
                    <a:pt x="321" y="489"/>
                  </a:lnTo>
                  <a:lnTo>
                    <a:pt x="324" y="487"/>
                  </a:lnTo>
                  <a:lnTo>
                    <a:pt x="326" y="482"/>
                  </a:lnTo>
                  <a:lnTo>
                    <a:pt x="329" y="476"/>
                  </a:lnTo>
                  <a:lnTo>
                    <a:pt x="333" y="474"/>
                  </a:lnTo>
                  <a:lnTo>
                    <a:pt x="338" y="475"/>
                  </a:lnTo>
                  <a:lnTo>
                    <a:pt x="343" y="478"/>
                  </a:lnTo>
                  <a:lnTo>
                    <a:pt x="348" y="478"/>
                  </a:lnTo>
                  <a:lnTo>
                    <a:pt x="353" y="476"/>
                  </a:lnTo>
                  <a:lnTo>
                    <a:pt x="359" y="474"/>
                  </a:lnTo>
                  <a:lnTo>
                    <a:pt x="365" y="475"/>
                  </a:lnTo>
                  <a:lnTo>
                    <a:pt x="370" y="478"/>
                  </a:lnTo>
                  <a:lnTo>
                    <a:pt x="373" y="484"/>
                  </a:lnTo>
                  <a:lnTo>
                    <a:pt x="376" y="489"/>
                  </a:lnTo>
                  <a:lnTo>
                    <a:pt x="379" y="492"/>
                  </a:lnTo>
                  <a:lnTo>
                    <a:pt x="382" y="496"/>
                  </a:lnTo>
                  <a:lnTo>
                    <a:pt x="384" y="501"/>
                  </a:lnTo>
                  <a:lnTo>
                    <a:pt x="385" y="505"/>
                  </a:lnTo>
                  <a:lnTo>
                    <a:pt x="389" y="508"/>
                  </a:lnTo>
                  <a:lnTo>
                    <a:pt x="396" y="510"/>
                  </a:lnTo>
                  <a:lnTo>
                    <a:pt x="404" y="513"/>
                  </a:lnTo>
                  <a:lnTo>
                    <a:pt x="409" y="517"/>
                  </a:lnTo>
                  <a:lnTo>
                    <a:pt x="409" y="523"/>
                  </a:lnTo>
                  <a:close/>
                </a:path>
              </a:pathLst>
            </a:custGeom>
            <a:solidFill>
              <a:srgbClr val="59A3CD">
                <a:alpha val="32000"/>
              </a:srgbClr>
            </a:solidFill>
            <a:ln>
              <a:noFill/>
            </a:ln>
          </p:spPr>
          <p:txBody>
            <a:bodyPr anchor="ctr"/>
            <a:lstStyle/>
            <a:p>
              <a:pPr algn="ctr">
                <a:buNone/>
              </a:pPr>
            </a:p>
          </p:txBody>
        </p:sp>
        <p:sp>
          <p:nvSpPr>
            <p:cNvPr id="6644" name="addition:input:111"/>
            <p:cNvSpPr>
              <a:spLocks noGrp="1"/>
            </p:cNvSpPr>
            <p:nvPr/>
          </p:nvSpPr>
          <p:spPr>
            <a:xfrm>
              <a:off x="209550" y="5438775"/>
              <a:ext cx="729143" cy="1184697"/>
            </a:xfrm>
            <a:custGeom>
              <a:avLst/>
              <a:gdLst/>
              <a:ahLst/>
              <a:cxnLst/>
              <a:rect l="l" t="t" r="r" b="b"/>
              <a:pathLst>
                <a:path w="443" h="632">
                  <a:moveTo>
                    <a:pt x="0" y="0"/>
                  </a:moveTo>
                  <a:moveTo>
                    <a:pt x="435" y="571"/>
                  </a:moveTo>
                  <a:lnTo>
                    <a:pt x="436" y="576"/>
                  </a:lnTo>
                  <a:lnTo>
                    <a:pt x="435" y="581"/>
                  </a:lnTo>
                  <a:lnTo>
                    <a:pt x="435" y="586"/>
                  </a:lnTo>
                  <a:lnTo>
                    <a:pt x="437" y="591"/>
                  </a:lnTo>
                  <a:lnTo>
                    <a:pt x="441" y="598"/>
                  </a:lnTo>
                  <a:lnTo>
                    <a:pt x="443" y="605"/>
                  </a:lnTo>
                  <a:lnTo>
                    <a:pt x="440" y="610"/>
                  </a:lnTo>
                  <a:lnTo>
                    <a:pt x="432" y="611"/>
                  </a:lnTo>
                  <a:lnTo>
                    <a:pt x="424" y="609"/>
                  </a:lnTo>
                  <a:lnTo>
                    <a:pt x="418" y="609"/>
                  </a:lnTo>
                  <a:lnTo>
                    <a:pt x="415" y="612"/>
                  </a:lnTo>
                  <a:lnTo>
                    <a:pt x="413" y="616"/>
                  </a:lnTo>
                  <a:lnTo>
                    <a:pt x="410" y="620"/>
                  </a:lnTo>
                  <a:lnTo>
                    <a:pt x="406" y="623"/>
                  </a:lnTo>
                  <a:lnTo>
                    <a:pt x="401" y="625"/>
                  </a:lnTo>
                  <a:lnTo>
                    <a:pt x="396" y="628"/>
                  </a:lnTo>
                  <a:lnTo>
                    <a:pt x="391" y="631"/>
                  </a:lnTo>
                  <a:lnTo>
                    <a:pt x="385" y="632"/>
                  </a:lnTo>
                  <a:lnTo>
                    <a:pt x="379" y="630"/>
                  </a:lnTo>
                  <a:lnTo>
                    <a:pt x="374" y="626"/>
                  </a:lnTo>
                  <a:lnTo>
                    <a:pt x="368" y="624"/>
                  </a:lnTo>
                  <a:lnTo>
                    <a:pt x="362" y="624"/>
                  </a:lnTo>
                  <a:lnTo>
                    <a:pt x="356" y="624"/>
                  </a:lnTo>
                  <a:lnTo>
                    <a:pt x="350" y="621"/>
                  </a:lnTo>
                  <a:lnTo>
                    <a:pt x="347" y="615"/>
                  </a:lnTo>
                  <a:lnTo>
                    <a:pt x="347" y="608"/>
                  </a:lnTo>
                  <a:lnTo>
                    <a:pt x="346" y="602"/>
                  </a:lnTo>
                  <a:lnTo>
                    <a:pt x="342" y="599"/>
                  </a:lnTo>
                  <a:lnTo>
                    <a:pt x="335" y="598"/>
                  </a:lnTo>
                  <a:lnTo>
                    <a:pt x="328" y="596"/>
                  </a:lnTo>
                  <a:lnTo>
                    <a:pt x="323" y="593"/>
                  </a:lnTo>
                  <a:lnTo>
                    <a:pt x="320" y="588"/>
                  </a:lnTo>
                  <a:lnTo>
                    <a:pt x="319" y="582"/>
                  </a:lnTo>
                  <a:lnTo>
                    <a:pt x="319" y="577"/>
                  </a:lnTo>
                  <a:lnTo>
                    <a:pt x="319" y="571"/>
                  </a:lnTo>
                  <a:lnTo>
                    <a:pt x="323" y="566"/>
                  </a:lnTo>
                  <a:lnTo>
                    <a:pt x="330" y="562"/>
                  </a:lnTo>
                  <a:lnTo>
                    <a:pt x="336" y="558"/>
                  </a:lnTo>
                  <a:lnTo>
                    <a:pt x="338" y="554"/>
                  </a:lnTo>
                  <a:lnTo>
                    <a:pt x="337" y="549"/>
                  </a:lnTo>
                  <a:lnTo>
                    <a:pt x="336" y="542"/>
                  </a:lnTo>
                  <a:lnTo>
                    <a:pt x="339" y="537"/>
                  </a:lnTo>
                  <a:lnTo>
                    <a:pt x="345" y="535"/>
                  </a:lnTo>
                  <a:lnTo>
                    <a:pt x="351" y="533"/>
                  </a:lnTo>
                  <a:lnTo>
                    <a:pt x="355" y="530"/>
                  </a:lnTo>
                  <a:lnTo>
                    <a:pt x="357" y="525"/>
                  </a:lnTo>
                  <a:lnTo>
                    <a:pt x="360" y="518"/>
                  </a:lnTo>
                  <a:lnTo>
                    <a:pt x="364" y="513"/>
                  </a:lnTo>
                  <a:lnTo>
                    <a:pt x="370" y="513"/>
                  </a:lnTo>
                  <a:lnTo>
                    <a:pt x="376" y="514"/>
                  </a:lnTo>
                  <a:lnTo>
                    <a:pt x="381" y="515"/>
                  </a:lnTo>
                  <a:lnTo>
                    <a:pt x="386" y="517"/>
                  </a:lnTo>
                  <a:lnTo>
                    <a:pt x="390" y="519"/>
                  </a:lnTo>
                  <a:lnTo>
                    <a:pt x="394" y="522"/>
                  </a:lnTo>
                  <a:lnTo>
                    <a:pt x="397" y="526"/>
                  </a:lnTo>
                  <a:lnTo>
                    <a:pt x="400" y="526"/>
                  </a:lnTo>
                  <a:lnTo>
                    <a:pt x="406" y="523"/>
                  </a:lnTo>
                  <a:lnTo>
                    <a:pt x="413" y="519"/>
                  </a:lnTo>
                  <a:lnTo>
                    <a:pt x="419" y="518"/>
                  </a:lnTo>
                  <a:lnTo>
                    <a:pt x="423" y="521"/>
                  </a:lnTo>
                  <a:lnTo>
                    <a:pt x="423" y="528"/>
                  </a:lnTo>
                  <a:lnTo>
                    <a:pt x="424" y="535"/>
                  </a:lnTo>
                  <a:lnTo>
                    <a:pt x="425" y="539"/>
                  </a:lnTo>
                  <a:lnTo>
                    <a:pt x="429" y="543"/>
                  </a:lnTo>
                  <a:lnTo>
                    <a:pt x="432" y="547"/>
                  </a:lnTo>
                  <a:lnTo>
                    <a:pt x="433" y="552"/>
                  </a:lnTo>
                  <a:lnTo>
                    <a:pt x="432" y="557"/>
                  </a:lnTo>
                  <a:lnTo>
                    <a:pt x="431" y="562"/>
                  </a:lnTo>
                  <a:lnTo>
                    <a:pt x="433" y="567"/>
                  </a:lnTo>
                  <a:close/>
                </a:path>
              </a:pathLst>
            </a:custGeom>
            <a:solidFill>
              <a:srgbClr val="59A3CD">
                <a:alpha val="32000"/>
              </a:srgbClr>
            </a:solidFill>
            <a:ln>
              <a:noFill/>
            </a:ln>
          </p:spPr>
          <p:txBody>
            <a:bodyPr anchor="ctr"/>
            <a:lstStyle/>
            <a:p>
              <a:pPr algn="ctr">
                <a:buNone/>
              </a:pPr>
            </a:p>
          </p:txBody>
        </p:sp>
        <p:sp>
          <p:nvSpPr>
            <p:cNvPr id="6645" name="addition:input:112"/>
            <p:cNvSpPr>
              <a:spLocks noGrp="1"/>
            </p:cNvSpPr>
            <p:nvPr/>
          </p:nvSpPr>
          <p:spPr>
            <a:xfrm>
              <a:off x="209550" y="5438775"/>
              <a:ext cx="699516" cy="1269050"/>
            </a:xfrm>
            <a:custGeom>
              <a:avLst/>
              <a:gdLst/>
              <a:ahLst/>
              <a:cxnLst/>
              <a:rect l="l" t="t" r="r" b="b"/>
              <a:pathLst>
                <a:path w="425" h="677">
                  <a:moveTo>
                    <a:pt x="0" y="0"/>
                  </a:moveTo>
                  <a:moveTo>
                    <a:pt x="422" y="619"/>
                  </a:moveTo>
                  <a:lnTo>
                    <a:pt x="417" y="624"/>
                  </a:lnTo>
                  <a:lnTo>
                    <a:pt x="409" y="628"/>
                  </a:lnTo>
                  <a:lnTo>
                    <a:pt x="401" y="632"/>
                  </a:lnTo>
                  <a:lnTo>
                    <a:pt x="398" y="635"/>
                  </a:lnTo>
                  <a:lnTo>
                    <a:pt x="399" y="641"/>
                  </a:lnTo>
                  <a:lnTo>
                    <a:pt x="402" y="648"/>
                  </a:lnTo>
                  <a:lnTo>
                    <a:pt x="403" y="656"/>
                  </a:lnTo>
                  <a:lnTo>
                    <a:pt x="399" y="660"/>
                  </a:lnTo>
                  <a:lnTo>
                    <a:pt x="391" y="662"/>
                  </a:lnTo>
                  <a:lnTo>
                    <a:pt x="384" y="663"/>
                  </a:lnTo>
                  <a:lnTo>
                    <a:pt x="380" y="667"/>
                  </a:lnTo>
                  <a:lnTo>
                    <a:pt x="376" y="672"/>
                  </a:lnTo>
                  <a:lnTo>
                    <a:pt x="372" y="676"/>
                  </a:lnTo>
                  <a:lnTo>
                    <a:pt x="365" y="677"/>
                  </a:lnTo>
                  <a:lnTo>
                    <a:pt x="359" y="675"/>
                  </a:lnTo>
                  <a:lnTo>
                    <a:pt x="353" y="674"/>
                  </a:lnTo>
                  <a:lnTo>
                    <a:pt x="348" y="673"/>
                  </a:lnTo>
                  <a:lnTo>
                    <a:pt x="343" y="673"/>
                  </a:lnTo>
                  <a:lnTo>
                    <a:pt x="339" y="671"/>
                  </a:lnTo>
                  <a:lnTo>
                    <a:pt x="335" y="668"/>
                  </a:lnTo>
                  <a:lnTo>
                    <a:pt x="331" y="667"/>
                  </a:lnTo>
                  <a:lnTo>
                    <a:pt x="325" y="669"/>
                  </a:lnTo>
                  <a:lnTo>
                    <a:pt x="316" y="673"/>
                  </a:lnTo>
                  <a:lnTo>
                    <a:pt x="307" y="675"/>
                  </a:lnTo>
                  <a:lnTo>
                    <a:pt x="301" y="672"/>
                  </a:lnTo>
                  <a:lnTo>
                    <a:pt x="300" y="665"/>
                  </a:lnTo>
                  <a:lnTo>
                    <a:pt x="301" y="657"/>
                  </a:lnTo>
                  <a:lnTo>
                    <a:pt x="301" y="650"/>
                  </a:lnTo>
                  <a:lnTo>
                    <a:pt x="299" y="646"/>
                  </a:lnTo>
                  <a:lnTo>
                    <a:pt x="295" y="642"/>
                  </a:lnTo>
                  <a:lnTo>
                    <a:pt x="291" y="638"/>
                  </a:lnTo>
                  <a:lnTo>
                    <a:pt x="290" y="633"/>
                  </a:lnTo>
                  <a:lnTo>
                    <a:pt x="289" y="628"/>
                  </a:lnTo>
                  <a:lnTo>
                    <a:pt x="285" y="624"/>
                  </a:lnTo>
                  <a:lnTo>
                    <a:pt x="280" y="619"/>
                  </a:lnTo>
                  <a:lnTo>
                    <a:pt x="278" y="614"/>
                  </a:lnTo>
                  <a:lnTo>
                    <a:pt x="278" y="609"/>
                  </a:lnTo>
                  <a:lnTo>
                    <a:pt x="281" y="604"/>
                  </a:lnTo>
                  <a:lnTo>
                    <a:pt x="282" y="599"/>
                  </a:lnTo>
                  <a:lnTo>
                    <a:pt x="280" y="593"/>
                  </a:lnTo>
                  <a:lnTo>
                    <a:pt x="278" y="586"/>
                  </a:lnTo>
                  <a:lnTo>
                    <a:pt x="280" y="581"/>
                  </a:lnTo>
                  <a:lnTo>
                    <a:pt x="288" y="579"/>
                  </a:lnTo>
                  <a:lnTo>
                    <a:pt x="298" y="580"/>
                  </a:lnTo>
                  <a:lnTo>
                    <a:pt x="306" y="581"/>
                  </a:lnTo>
                  <a:lnTo>
                    <a:pt x="311" y="580"/>
                  </a:lnTo>
                  <a:lnTo>
                    <a:pt x="314" y="575"/>
                  </a:lnTo>
                  <a:lnTo>
                    <a:pt x="317" y="569"/>
                  </a:lnTo>
                  <a:lnTo>
                    <a:pt x="322" y="564"/>
                  </a:lnTo>
                  <a:lnTo>
                    <a:pt x="328" y="561"/>
                  </a:lnTo>
                  <a:lnTo>
                    <a:pt x="335" y="559"/>
                  </a:lnTo>
                  <a:lnTo>
                    <a:pt x="342" y="556"/>
                  </a:lnTo>
                  <a:lnTo>
                    <a:pt x="350" y="555"/>
                  </a:lnTo>
                  <a:lnTo>
                    <a:pt x="357" y="557"/>
                  </a:lnTo>
                  <a:lnTo>
                    <a:pt x="364" y="563"/>
                  </a:lnTo>
                  <a:lnTo>
                    <a:pt x="369" y="568"/>
                  </a:lnTo>
                  <a:lnTo>
                    <a:pt x="375" y="571"/>
                  </a:lnTo>
                  <a:lnTo>
                    <a:pt x="382" y="570"/>
                  </a:lnTo>
                  <a:lnTo>
                    <a:pt x="390" y="570"/>
                  </a:lnTo>
                  <a:lnTo>
                    <a:pt x="395" y="574"/>
                  </a:lnTo>
                  <a:lnTo>
                    <a:pt x="397" y="580"/>
                  </a:lnTo>
                  <a:lnTo>
                    <a:pt x="398" y="586"/>
                  </a:lnTo>
                  <a:lnTo>
                    <a:pt x="402" y="589"/>
                  </a:lnTo>
                  <a:lnTo>
                    <a:pt x="408" y="591"/>
                  </a:lnTo>
                  <a:lnTo>
                    <a:pt x="417" y="593"/>
                  </a:lnTo>
                  <a:lnTo>
                    <a:pt x="423" y="597"/>
                  </a:lnTo>
                  <a:lnTo>
                    <a:pt x="425" y="602"/>
                  </a:lnTo>
                  <a:lnTo>
                    <a:pt x="425" y="608"/>
                  </a:lnTo>
                  <a:lnTo>
                    <a:pt x="424" y="613"/>
                  </a:lnTo>
                  <a:close/>
                </a:path>
              </a:pathLst>
            </a:custGeom>
            <a:solidFill>
              <a:srgbClr val="59A3CD">
                <a:alpha val="32000"/>
              </a:srgbClr>
            </a:solidFill>
            <a:ln>
              <a:noFill/>
            </a:ln>
          </p:spPr>
          <p:txBody>
            <a:bodyPr anchor="ctr"/>
            <a:lstStyle/>
            <a:p>
              <a:pPr algn="ctr">
                <a:buNone/>
              </a:pPr>
            </a:p>
          </p:txBody>
        </p:sp>
        <p:sp>
          <p:nvSpPr>
            <p:cNvPr id="6646" name="addition:input:113"/>
            <p:cNvSpPr>
              <a:spLocks noGrp="1"/>
            </p:cNvSpPr>
            <p:nvPr/>
          </p:nvSpPr>
          <p:spPr>
            <a:xfrm>
              <a:off x="209550" y="5438775"/>
              <a:ext cx="577718" cy="1280297"/>
            </a:xfrm>
            <a:custGeom>
              <a:avLst/>
              <a:gdLst/>
              <a:ahLst/>
              <a:cxnLst/>
              <a:rect l="l" t="t" r="r" b="b"/>
              <a:pathLst>
                <a:path w="351" h="683">
                  <a:moveTo>
                    <a:pt x="0" y="0"/>
                  </a:moveTo>
                  <a:moveTo>
                    <a:pt x="351" y="624"/>
                  </a:moveTo>
                  <a:lnTo>
                    <a:pt x="350" y="630"/>
                  </a:lnTo>
                  <a:lnTo>
                    <a:pt x="345" y="635"/>
                  </a:lnTo>
                  <a:lnTo>
                    <a:pt x="339" y="639"/>
                  </a:lnTo>
                  <a:lnTo>
                    <a:pt x="334" y="643"/>
                  </a:lnTo>
                  <a:lnTo>
                    <a:pt x="331" y="647"/>
                  </a:lnTo>
                  <a:lnTo>
                    <a:pt x="328" y="651"/>
                  </a:lnTo>
                  <a:lnTo>
                    <a:pt x="323" y="654"/>
                  </a:lnTo>
                  <a:lnTo>
                    <a:pt x="320" y="657"/>
                  </a:lnTo>
                  <a:lnTo>
                    <a:pt x="318" y="663"/>
                  </a:lnTo>
                  <a:lnTo>
                    <a:pt x="317" y="670"/>
                  </a:lnTo>
                  <a:lnTo>
                    <a:pt x="316" y="679"/>
                  </a:lnTo>
                  <a:lnTo>
                    <a:pt x="311" y="683"/>
                  </a:lnTo>
                  <a:lnTo>
                    <a:pt x="304" y="683"/>
                  </a:lnTo>
                  <a:lnTo>
                    <a:pt x="296" y="678"/>
                  </a:lnTo>
                  <a:lnTo>
                    <a:pt x="290" y="675"/>
                  </a:lnTo>
                  <a:lnTo>
                    <a:pt x="285" y="675"/>
                  </a:lnTo>
                  <a:lnTo>
                    <a:pt x="281" y="677"/>
                  </a:lnTo>
                  <a:lnTo>
                    <a:pt x="277" y="679"/>
                  </a:lnTo>
                  <a:lnTo>
                    <a:pt x="272" y="678"/>
                  </a:lnTo>
                  <a:lnTo>
                    <a:pt x="268" y="676"/>
                  </a:lnTo>
                  <a:lnTo>
                    <a:pt x="264" y="674"/>
                  </a:lnTo>
                  <a:lnTo>
                    <a:pt x="260" y="674"/>
                  </a:lnTo>
                  <a:lnTo>
                    <a:pt x="255" y="674"/>
                  </a:lnTo>
                  <a:lnTo>
                    <a:pt x="250" y="672"/>
                  </a:lnTo>
                  <a:lnTo>
                    <a:pt x="247" y="669"/>
                  </a:lnTo>
                  <a:lnTo>
                    <a:pt x="244" y="665"/>
                  </a:lnTo>
                  <a:lnTo>
                    <a:pt x="239" y="663"/>
                  </a:lnTo>
                  <a:lnTo>
                    <a:pt x="233" y="661"/>
                  </a:lnTo>
                  <a:lnTo>
                    <a:pt x="229" y="657"/>
                  </a:lnTo>
                  <a:lnTo>
                    <a:pt x="230" y="651"/>
                  </a:lnTo>
                  <a:lnTo>
                    <a:pt x="234" y="643"/>
                  </a:lnTo>
                  <a:lnTo>
                    <a:pt x="239" y="637"/>
                  </a:lnTo>
                  <a:lnTo>
                    <a:pt x="240" y="632"/>
                  </a:lnTo>
                  <a:lnTo>
                    <a:pt x="235" y="629"/>
                  </a:lnTo>
                  <a:lnTo>
                    <a:pt x="229" y="624"/>
                  </a:lnTo>
                  <a:lnTo>
                    <a:pt x="224" y="619"/>
                  </a:lnTo>
                  <a:lnTo>
                    <a:pt x="223" y="614"/>
                  </a:lnTo>
                  <a:lnTo>
                    <a:pt x="223" y="609"/>
                  </a:lnTo>
                  <a:lnTo>
                    <a:pt x="223" y="603"/>
                  </a:lnTo>
                  <a:lnTo>
                    <a:pt x="223" y="598"/>
                  </a:lnTo>
                  <a:lnTo>
                    <a:pt x="226" y="593"/>
                  </a:lnTo>
                  <a:lnTo>
                    <a:pt x="231" y="591"/>
                  </a:lnTo>
                  <a:lnTo>
                    <a:pt x="237" y="589"/>
                  </a:lnTo>
                  <a:lnTo>
                    <a:pt x="241" y="587"/>
                  </a:lnTo>
                  <a:lnTo>
                    <a:pt x="243" y="582"/>
                  </a:lnTo>
                  <a:lnTo>
                    <a:pt x="245" y="577"/>
                  </a:lnTo>
                  <a:lnTo>
                    <a:pt x="249" y="574"/>
                  </a:lnTo>
                  <a:lnTo>
                    <a:pt x="255" y="575"/>
                  </a:lnTo>
                  <a:lnTo>
                    <a:pt x="262" y="578"/>
                  </a:lnTo>
                  <a:lnTo>
                    <a:pt x="267" y="578"/>
                  </a:lnTo>
                  <a:lnTo>
                    <a:pt x="271" y="573"/>
                  </a:lnTo>
                  <a:lnTo>
                    <a:pt x="276" y="567"/>
                  </a:lnTo>
                  <a:lnTo>
                    <a:pt x="282" y="562"/>
                  </a:lnTo>
                  <a:lnTo>
                    <a:pt x="289" y="561"/>
                  </a:lnTo>
                  <a:lnTo>
                    <a:pt x="295" y="564"/>
                  </a:lnTo>
                  <a:lnTo>
                    <a:pt x="301" y="568"/>
                  </a:lnTo>
                  <a:lnTo>
                    <a:pt x="307" y="571"/>
                  </a:lnTo>
                  <a:lnTo>
                    <a:pt x="311" y="575"/>
                  </a:lnTo>
                  <a:lnTo>
                    <a:pt x="315" y="581"/>
                  </a:lnTo>
                  <a:lnTo>
                    <a:pt x="317" y="587"/>
                  </a:lnTo>
                  <a:lnTo>
                    <a:pt x="320" y="591"/>
                  </a:lnTo>
                  <a:lnTo>
                    <a:pt x="326" y="592"/>
                  </a:lnTo>
                  <a:lnTo>
                    <a:pt x="334" y="592"/>
                  </a:lnTo>
                  <a:lnTo>
                    <a:pt x="342" y="594"/>
                  </a:lnTo>
                  <a:lnTo>
                    <a:pt x="345" y="598"/>
                  </a:lnTo>
                  <a:lnTo>
                    <a:pt x="345" y="604"/>
                  </a:lnTo>
                  <a:lnTo>
                    <a:pt x="343" y="610"/>
                  </a:lnTo>
                  <a:lnTo>
                    <a:pt x="344" y="615"/>
                  </a:lnTo>
                  <a:lnTo>
                    <a:pt x="348" y="619"/>
                  </a:lnTo>
                  <a:close/>
                </a:path>
              </a:pathLst>
            </a:custGeom>
            <a:solidFill>
              <a:srgbClr val="59A3CD">
                <a:alpha val="32000"/>
              </a:srgbClr>
            </a:solidFill>
            <a:ln>
              <a:noFill/>
            </a:ln>
          </p:spPr>
          <p:txBody>
            <a:bodyPr anchor="ctr"/>
            <a:lstStyle/>
            <a:p>
              <a:pPr algn="ctr">
                <a:buNone/>
              </a:pPr>
            </a:p>
          </p:txBody>
        </p:sp>
        <p:sp>
          <p:nvSpPr>
            <p:cNvPr id="6647" name="addition:input:114"/>
            <p:cNvSpPr>
              <a:spLocks noGrp="1"/>
            </p:cNvSpPr>
            <p:nvPr/>
          </p:nvSpPr>
          <p:spPr>
            <a:xfrm>
              <a:off x="209550" y="5438775"/>
              <a:ext cx="454274" cy="1233434"/>
            </a:xfrm>
            <a:custGeom>
              <a:avLst/>
              <a:gdLst/>
              <a:ahLst/>
              <a:cxnLst/>
              <a:rect l="l" t="t" r="r" b="b"/>
              <a:pathLst>
                <a:path w="276" h="658">
                  <a:moveTo>
                    <a:pt x="0" y="0"/>
                  </a:moveTo>
                  <a:moveTo>
                    <a:pt x="275" y="604"/>
                  </a:moveTo>
                  <a:lnTo>
                    <a:pt x="274" y="608"/>
                  </a:lnTo>
                  <a:lnTo>
                    <a:pt x="271" y="612"/>
                  </a:lnTo>
                  <a:lnTo>
                    <a:pt x="269" y="615"/>
                  </a:lnTo>
                  <a:lnTo>
                    <a:pt x="271" y="620"/>
                  </a:lnTo>
                  <a:lnTo>
                    <a:pt x="275" y="626"/>
                  </a:lnTo>
                  <a:lnTo>
                    <a:pt x="276" y="632"/>
                  </a:lnTo>
                  <a:lnTo>
                    <a:pt x="275" y="636"/>
                  </a:lnTo>
                  <a:lnTo>
                    <a:pt x="270" y="638"/>
                  </a:lnTo>
                  <a:lnTo>
                    <a:pt x="266" y="640"/>
                  </a:lnTo>
                  <a:lnTo>
                    <a:pt x="262" y="641"/>
                  </a:lnTo>
                  <a:lnTo>
                    <a:pt x="258" y="642"/>
                  </a:lnTo>
                  <a:lnTo>
                    <a:pt x="254" y="642"/>
                  </a:lnTo>
                  <a:lnTo>
                    <a:pt x="250" y="642"/>
                  </a:lnTo>
                  <a:lnTo>
                    <a:pt x="247" y="642"/>
                  </a:lnTo>
                  <a:lnTo>
                    <a:pt x="244" y="646"/>
                  </a:lnTo>
                  <a:lnTo>
                    <a:pt x="241" y="652"/>
                  </a:lnTo>
                  <a:lnTo>
                    <a:pt x="237" y="657"/>
                  </a:lnTo>
                  <a:lnTo>
                    <a:pt x="232" y="658"/>
                  </a:lnTo>
                  <a:lnTo>
                    <a:pt x="227" y="655"/>
                  </a:lnTo>
                  <a:lnTo>
                    <a:pt x="223" y="651"/>
                  </a:lnTo>
                  <a:lnTo>
                    <a:pt x="219" y="648"/>
                  </a:lnTo>
                  <a:lnTo>
                    <a:pt x="213" y="648"/>
                  </a:lnTo>
                  <a:lnTo>
                    <a:pt x="208" y="648"/>
                  </a:lnTo>
                  <a:lnTo>
                    <a:pt x="203" y="646"/>
                  </a:lnTo>
                  <a:lnTo>
                    <a:pt x="201" y="641"/>
                  </a:lnTo>
                  <a:lnTo>
                    <a:pt x="199" y="636"/>
                  </a:lnTo>
                  <a:lnTo>
                    <a:pt x="197" y="632"/>
                  </a:lnTo>
                  <a:lnTo>
                    <a:pt x="193" y="630"/>
                  </a:lnTo>
                  <a:lnTo>
                    <a:pt x="190" y="627"/>
                  </a:lnTo>
                  <a:lnTo>
                    <a:pt x="187" y="623"/>
                  </a:lnTo>
                  <a:lnTo>
                    <a:pt x="185" y="620"/>
                  </a:lnTo>
                  <a:lnTo>
                    <a:pt x="182" y="617"/>
                  </a:lnTo>
                  <a:lnTo>
                    <a:pt x="176" y="613"/>
                  </a:lnTo>
                  <a:lnTo>
                    <a:pt x="172" y="609"/>
                  </a:lnTo>
                  <a:lnTo>
                    <a:pt x="170" y="604"/>
                  </a:lnTo>
                  <a:lnTo>
                    <a:pt x="175" y="599"/>
                  </a:lnTo>
                  <a:lnTo>
                    <a:pt x="182" y="596"/>
                  </a:lnTo>
                  <a:lnTo>
                    <a:pt x="188" y="593"/>
                  </a:lnTo>
                  <a:lnTo>
                    <a:pt x="190" y="590"/>
                  </a:lnTo>
                  <a:lnTo>
                    <a:pt x="190" y="585"/>
                  </a:lnTo>
                  <a:lnTo>
                    <a:pt x="191" y="580"/>
                  </a:lnTo>
                  <a:lnTo>
                    <a:pt x="193" y="577"/>
                  </a:lnTo>
                  <a:lnTo>
                    <a:pt x="197" y="574"/>
                  </a:lnTo>
                  <a:lnTo>
                    <a:pt x="200" y="571"/>
                  </a:lnTo>
                  <a:lnTo>
                    <a:pt x="203" y="567"/>
                  </a:lnTo>
                  <a:lnTo>
                    <a:pt x="206" y="562"/>
                  </a:lnTo>
                  <a:lnTo>
                    <a:pt x="210" y="560"/>
                  </a:lnTo>
                  <a:lnTo>
                    <a:pt x="215" y="559"/>
                  </a:lnTo>
                  <a:lnTo>
                    <a:pt x="219" y="558"/>
                  </a:lnTo>
                  <a:lnTo>
                    <a:pt x="223" y="556"/>
                  </a:lnTo>
                  <a:lnTo>
                    <a:pt x="228" y="553"/>
                  </a:lnTo>
                  <a:lnTo>
                    <a:pt x="232" y="552"/>
                  </a:lnTo>
                  <a:lnTo>
                    <a:pt x="236" y="554"/>
                  </a:lnTo>
                  <a:lnTo>
                    <a:pt x="240" y="560"/>
                  </a:lnTo>
                  <a:lnTo>
                    <a:pt x="242" y="566"/>
                  </a:lnTo>
                  <a:lnTo>
                    <a:pt x="245" y="567"/>
                  </a:lnTo>
                  <a:lnTo>
                    <a:pt x="249" y="565"/>
                  </a:lnTo>
                  <a:lnTo>
                    <a:pt x="254" y="562"/>
                  </a:lnTo>
                  <a:lnTo>
                    <a:pt x="259" y="561"/>
                  </a:lnTo>
                  <a:lnTo>
                    <a:pt x="263" y="563"/>
                  </a:lnTo>
                  <a:lnTo>
                    <a:pt x="265" y="567"/>
                  </a:lnTo>
                  <a:lnTo>
                    <a:pt x="268" y="570"/>
                  </a:lnTo>
                  <a:lnTo>
                    <a:pt x="270" y="574"/>
                  </a:lnTo>
                  <a:lnTo>
                    <a:pt x="271" y="578"/>
                  </a:lnTo>
                  <a:lnTo>
                    <a:pt x="270" y="583"/>
                  </a:lnTo>
                  <a:lnTo>
                    <a:pt x="268" y="589"/>
                  </a:lnTo>
                  <a:lnTo>
                    <a:pt x="268" y="593"/>
                  </a:lnTo>
                  <a:lnTo>
                    <a:pt x="270" y="596"/>
                  </a:lnTo>
                  <a:lnTo>
                    <a:pt x="274" y="600"/>
                  </a:lnTo>
                  <a:close/>
                </a:path>
              </a:pathLst>
            </a:custGeom>
            <a:solidFill>
              <a:srgbClr val="59A3CD">
                <a:alpha val="32000"/>
              </a:srgbClr>
            </a:solidFill>
            <a:ln>
              <a:noFill/>
            </a:ln>
          </p:spPr>
          <p:txBody>
            <a:bodyPr anchor="ctr"/>
            <a:lstStyle/>
            <a:p>
              <a:pPr algn="ctr">
                <a:buNone/>
              </a:pPr>
            </a:p>
          </p:txBody>
        </p:sp>
        <p:sp>
          <p:nvSpPr>
            <p:cNvPr id="6648" name="addition:input:115"/>
            <p:cNvSpPr>
              <a:spLocks noGrp="1"/>
            </p:cNvSpPr>
            <p:nvPr/>
          </p:nvSpPr>
          <p:spPr>
            <a:xfrm>
              <a:off x="209550" y="5438775"/>
              <a:ext cx="636971" cy="1252179"/>
            </a:xfrm>
            <a:custGeom>
              <a:avLst/>
              <a:gdLst/>
              <a:ahLst/>
              <a:cxnLst/>
              <a:rect l="l" t="t" r="r" b="b"/>
              <a:pathLst>
                <a:path w="387" h="668">
                  <a:moveTo>
                    <a:pt x="0" y="0"/>
                  </a:moveTo>
                  <a:moveTo>
                    <a:pt x="376" y="596"/>
                  </a:moveTo>
                  <a:lnTo>
                    <a:pt x="383" y="602"/>
                  </a:lnTo>
                  <a:lnTo>
                    <a:pt x="387" y="608"/>
                  </a:lnTo>
                  <a:lnTo>
                    <a:pt x="384" y="613"/>
                  </a:lnTo>
                  <a:lnTo>
                    <a:pt x="379" y="617"/>
                  </a:lnTo>
                  <a:lnTo>
                    <a:pt x="376" y="622"/>
                  </a:lnTo>
                  <a:lnTo>
                    <a:pt x="376" y="628"/>
                  </a:lnTo>
                  <a:lnTo>
                    <a:pt x="377" y="635"/>
                  </a:lnTo>
                  <a:lnTo>
                    <a:pt x="376" y="641"/>
                  </a:lnTo>
                  <a:lnTo>
                    <a:pt x="370" y="644"/>
                  </a:lnTo>
                  <a:lnTo>
                    <a:pt x="363" y="644"/>
                  </a:lnTo>
                  <a:lnTo>
                    <a:pt x="356" y="645"/>
                  </a:lnTo>
                  <a:lnTo>
                    <a:pt x="351" y="646"/>
                  </a:lnTo>
                  <a:lnTo>
                    <a:pt x="346" y="648"/>
                  </a:lnTo>
                  <a:lnTo>
                    <a:pt x="340" y="648"/>
                  </a:lnTo>
                  <a:lnTo>
                    <a:pt x="335" y="648"/>
                  </a:lnTo>
                  <a:lnTo>
                    <a:pt x="329" y="651"/>
                  </a:lnTo>
                  <a:lnTo>
                    <a:pt x="324" y="656"/>
                  </a:lnTo>
                  <a:lnTo>
                    <a:pt x="316" y="664"/>
                  </a:lnTo>
                  <a:lnTo>
                    <a:pt x="308" y="668"/>
                  </a:lnTo>
                  <a:lnTo>
                    <a:pt x="300" y="666"/>
                  </a:lnTo>
                  <a:lnTo>
                    <a:pt x="294" y="659"/>
                  </a:lnTo>
                  <a:lnTo>
                    <a:pt x="290" y="650"/>
                  </a:lnTo>
                  <a:lnTo>
                    <a:pt x="285" y="646"/>
                  </a:lnTo>
                  <a:lnTo>
                    <a:pt x="278" y="644"/>
                  </a:lnTo>
                  <a:lnTo>
                    <a:pt x="271" y="643"/>
                  </a:lnTo>
                  <a:lnTo>
                    <a:pt x="265" y="639"/>
                  </a:lnTo>
                  <a:lnTo>
                    <a:pt x="261" y="634"/>
                  </a:lnTo>
                  <a:lnTo>
                    <a:pt x="258" y="629"/>
                  </a:lnTo>
                  <a:lnTo>
                    <a:pt x="253" y="626"/>
                  </a:lnTo>
                  <a:lnTo>
                    <a:pt x="247" y="622"/>
                  </a:lnTo>
                  <a:lnTo>
                    <a:pt x="242" y="618"/>
                  </a:lnTo>
                  <a:lnTo>
                    <a:pt x="240" y="612"/>
                  </a:lnTo>
                  <a:lnTo>
                    <a:pt x="239" y="607"/>
                  </a:lnTo>
                  <a:lnTo>
                    <a:pt x="236" y="602"/>
                  </a:lnTo>
                  <a:lnTo>
                    <a:pt x="232" y="596"/>
                  </a:lnTo>
                  <a:lnTo>
                    <a:pt x="229" y="590"/>
                  </a:lnTo>
                  <a:lnTo>
                    <a:pt x="232" y="584"/>
                  </a:lnTo>
                  <a:lnTo>
                    <a:pt x="241" y="579"/>
                  </a:lnTo>
                  <a:lnTo>
                    <a:pt x="253" y="577"/>
                  </a:lnTo>
                  <a:lnTo>
                    <a:pt x="261" y="574"/>
                  </a:lnTo>
                  <a:lnTo>
                    <a:pt x="264" y="570"/>
                  </a:lnTo>
                  <a:lnTo>
                    <a:pt x="263" y="563"/>
                  </a:lnTo>
                  <a:lnTo>
                    <a:pt x="263" y="556"/>
                  </a:lnTo>
                  <a:lnTo>
                    <a:pt x="267" y="550"/>
                  </a:lnTo>
                  <a:lnTo>
                    <a:pt x="272" y="546"/>
                  </a:lnTo>
                  <a:lnTo>
                    <a:pt x="278" y="542"/>
                  </a:lnTo>
                  <a:lnTo>
                    <a:pt x="283" y="537"/>
                  </a:lnTo>
                  <a:lnTo>
                    <a:pt x="290" y="534"/>
                  </a:lnTo>
                  <a:lnTo>
                    <a:pt x="297" y="534"/>
                  </a:lnTo>
                  <a:lnTo>
                    <a:pt x="305" y="536"/>
                  </a:lnTo>
                  <a:lnTo>
                    <a:pt x="312" y="538"/>
                  </a:lnTo>
                  <a:lnTo>
                    <a:pt x="317" y="537"/>
                  </a:lnTo>
                  <a:lnTo>
                    <a:pt x="323" y="535"/>
                  </a:lnTo>
                  <a:lnTo>
                    <a:pt x="329" y="533"/>
                  </a:lnTo>
                  <a:lnTo>
                    <a:pt x="334" y="537"/>
                  </a:lnTo>
                  <a:lnTo>
                    <a:pt x="338" y="543"/>
                  </a:lnTo>
                  <a:lnTo>
                    <a:pt x="341" y="548"/>
                  </a:lnTo>
                  <a:lnTo>
                    <a:pt x="345" y="549"/>
                  </a:lnTo>
                  <a:lnTo>
                    <a:pt x="353" y="546"/>
                  </a:lnTo>
                  <a:lnTo>
                    <a:pt x="362" y="544"/>
                  </a:lnTo>
                  <a:lnTo>
                    <a:pt x="369" y="545"/>
                  </a:lnTo>
                  <a:lnTo>
                    <a:pt x="373" y="550"/>
                  </a:lnTo>
                  <a:lnTo>
                    <a:pt x="374" y="556"/>
                  </a:lnTo>
                  <a:lnTo>
                    <a:pt x="375" y="562"/>
                  </a:lnTo>
                  <a:lnTo>
                    <a:pt x="376" y="568"/>
                  </a:lnTo>
                  <a:lnTo>
                    <a:pt x="375" y="575"/>
                  </a:lnTo>
                  <a:lnTo>
                    <a:pt x="372" y="581"/>
                  </a:lnTo>
                  <a:lnTo>
                    <a:pt x="369" y="587"/>
                  </a:lnTo>
                  <a:lnTo>
                    <a:pt x="370" y="591"/>
                  </a:lnTo>
                  <a:close/>
                </a:path>
              </a:pathLst>
            </a:custGeom>
            <a:solidFill>
              <a:srgbClr val="59A3CD">
                <a:alpha val="32000"/>
              </a:srgbClr>
            </a:solidFill>
            <a:ln>
              <a:noFill/>
            </a:ln>
          </p:spPr>
          <p:txBody>
            <a:bodyPr anchor="ctr"/>
            <a:lstStyle/>
            <a:p>
              <a:pPr algn="ctr">
                <a:buNone/>
              </a:pPr>
            </a:p>
          </p:txBody>
        </p:sp>
        <p:sp>
          <p:nvSpPr>
            <p:cNvPr id="6649" name="addition:input:116"/>
            <p:cNvSpPr>
              <a:spLocks noGrp="1"/>
            </p:cNvSpPr>
            <p:nvPr/>
          </p:nvSpPr>
          <p:spPr>
            <a:xfrm>
              <a:off x="209550" y="5438775"/>
              <a:ext cx="683057" cy="1308415"/>
            </a:xfrm>
            <a:custGeom>
              <a:avLst/>
              <a:gdLst/>
              <a:ahLst/>
              <a:cxnLst/>
              <a:rect l="l" t="t" r="r" b="b"/>
              <a:pathLst>
                <a:path w="415" h="698">
                  <a:moveTo>
                    <a:pt x="0" y="0"/>
                  </a:moveTo>
                  <a:moveTo>
                    <a:pt x="413" y="585"/>
                  </a:moveTo>
                  <a:lnTo>
                    <a:pt x="415" y="594"/>
                  </a:lnTo>
                  <a:lnTo>
                    <a:pt x="409" y="603"/>
                  </a:lnTo>
                  <a:lnTo>
                    <a:pt x="400" y="610"/>
                  </a:lnTo>
                  <a:lnTo>
                    <a:pt x="396" y="617"/>
                  </a:lnTo>
                  <a:lnTo>
                    <a:pt x="400" y="627"/>
                  </a:lnTo>
                  <a:lnTo>
                    <a:pt x="405" y="640"/>
                  </a:lnTo>
                  <a:lnTo>
                    <a:pt x="407" y="652"/>
                  </a:lnTo>
                  <a:lnTo>
                    <a:pt x="402" y="660"/>
                  </a:lnTo>
                  <a:lnTo>
                    <a:pt x="393" y="665"/>
                  </a:lnTo>
                  <a:lnTo>
                    <a:pt x="384" y="668"/>
                  </a:lnTo>
                  <a:lnTo>
                    <a:pt x="375" y="671"/>
                  </a:lnTo>
                  <a:lnTo>
                    <a:pt x="366" y="672"/>
                  </a:lnTo>
                  <a:lnTo>
                    <a:pt x="356" y="670"/>
                  </a:lnTo>
                  <a:lnTo>
                    <a:pt x="346" y="666"/>
                  </a:lnTo>
                  <a:lnTo>
                    <a:pt x="339" y="666"/>
                  </a:lnTo>
                  <a:lnTo>
                    <a:pt x="333" y="674"/>
                  </a:lnTo>
                  <a:lnTo>
                    <a:pt x="325" y="686"/>
                  </a:lnTo>
                  <a:lnTo>
                    <a:pt x="315" y="696"/>
                  </a:lnTo>
                  <a:lnTo>
                    <a:pt x="304" y="698"/>
                  </a:lnTo>
                  <a:lnTo>
                    <a:pt x="294" y="690"/>
                  </a:lnTo>
                  <a:lnTo>
                    <a:pt x="286" y="681"/>
                  </a:lnTo>
                  <a:lnTo>
                    <a:pt x="277" y="677"/>
                  </a:lnTo>
                  <a:lnTo>
                    <a:pt x="265" y="676"/>
                  </a:lnTo>
                  <a:lnTo>
                    <a:pt x="253" y="674"/>
                  </a:lnTo>
                  <a:lnTo>
                    <a:pt x="244" y="668"/>
                  </a:lnTo>
                  <a:lnTo>
                    <a:pt x="239" y="658"/>
                  </a:lnTo>
                  <a:lnTo>
                    <a:pt x="235" y="648"/>
                  </a:lnTo>
                  <a:lnTo>
                    <a:pt x="229" y="640"/>
                  </a:lnTo>
                  <a:lnTo>
                    <a:pt x="222" y="633"/>
                  </a:lnTo>
                  <a:lnTo>
                    <a:pt x="216" y="626"/>
                  </a:lnTo>
                  <a:lnTo>
                    <a:pt x="213" y="618"/>
                  </a:lnTo>
                  <a:lnTo>
                    <a:pt x="209" y="610"/>
                  </a:lnTo>
                  <a:lnTo>
                    <a:pt x="200" y="602"/>
                  </a:lnTo>
                  <a:lnTo>
                    <a:pt x="187" y="595"/>
                  </a:lnTo>
                  <a:lnTo>
                    <a:pt x="175" y="585"/>
                  </a:lnTo>
                  <a:lnTo>
                    <a:pt x="172" y="574"/>
                  </a:lnTo>
                  <a:lnTo>
                    <a:pt x="182" y="565"/>
                  </a:lnTo>
                  <a:lnTo>
                    <a:pt x="198" y="558"/>
                  </a:lnTo>
                  <a:lnTo>
                    <a:pt x="212" y="553"/>
                  </a:lnTo>
                  <a:lnTo>
                    <a:pt x="218" y="546"/>
                  </a:lnTo>
                  <a:lnTo>
                    <a:pt x="220" y="538"/>
                  </a:lnTo>
                  <a:lnTo>
                    <a:pt x="223" y="529"/>
                  </a:lnTo>
                  <a:lnTo>
                    <a:pt x="230" y="522"/>
                  </a:lnTo>
                  <a:lnTo>
                    <a:pt x="238" y="516"/>
                  </a:lnTo>
                  <a:lnTo>
                    <a:pt x="246" y="509"/>
                  </a:lnTo>
                  <a:lnTo>
                    <a:pt x="252" y="500"/>
                  </a:lnTo>
                  <a:lnTo>
                    <a:pt x="260" y="491"/>
                  </a:lnTo>
                  <a:lnTo>
                    <a:pt x="271" y="487"/>
                  </a:lnTo>
                  <a:lnTo>
                    <a:pt x="283" y="487"/>
                  </a:lnTo>
                  <a:lnTo>
                    <a:pt x="294" y="486"/>
                  </a:lnTo>
                  <a:lnTo>
                    <a:pt x="304" y="482"/>
                  </a:lnTo>
                  <a:lnTo>
                    <a:pt x="315" y="475"/>
                  </a:lnTo>
                  <a:lnTo>
                    <a:pt x="326" y="473"/>
                  </a:lnTo>
                  <a:lnTo>
                    <a:pt x="336" y="480"/>
                  </a:lnTo>
                  <a:lnTo>
                    <a:pt x="343" y="493"/>
                  </a:lnTo>
                  <a:lnTo>
                    <a:pt x="348" y="505"/>
                  </a:lnTo>
                  <a:lnTo>
                    <a:pt x="354" y="510"/>
                  </a:lnTo>
                  <a:lnTo>
                    <a:pt x="364" y="507"/>
                  </a:lnTo>
                  <a:lnTo>
                    <a:pt x="376" y="503"/>
                  </a:lnTo>
                  <a:lnTo>
                    <a:pt x="387" y="503"/>
                  </a:lnTo>
                  <a:lnTo>
                    <a:pt x="396" y="507"/>
                  </a:lnTo>
                  <a:lnTo>
                    <a:pt x="402" y="513"/>
                  </a:lnTo>
                  <a:lnTo>
                    <a:pt x="409" y="520"/>
                  </a:lnTo>
                  <a:lnTo>
                    <a:pt x="414" y="528"/>
                  </a:lnTo>
                  <a:lnTo>
                    <a:pt x="415" y="538"/>
                  </a:lnTo>
                  <a:lnTo>
                    <a:pt x="410" y="550"/>
                  </a:lnTo>
                  <a:lnTo>
                    <a:pt x="403" y="560"/>
                  </a:lnTo>
                  <a:lnTo>
                    <a:pt x="401" y="569"/>
                  </a:lnTo>
                  <a:lnTo>
                    <a:pt x="406" y="577"/>
                  </a:lnTo>
                  <a:close/>
                </a:path>
              </a:pathLst>
            </a:custGeom>
            <a:solidFill>
              <a:srgbClr val="0675B4">
                <a:alpha val="37000"/>
              </a:srgbClr>
            </a:solidFill>
            <a:ln>
              <a:noFill/>
            </a:ln>
          </p:spPr>
          <p:txBody>
            <a:bodyPr anchor="ctr"/>
            <a:lstStyle/>
            <a:p>
              <a:pPr algn="ctr">
                <a:buNone/>
              </a:pPr>
            </a:p>
          </p:txBody>
        </p:sp>
        <p:sp>
          <p:nvSpPr>
            <p:cNvPr id="6650" name="addition:input:117"/>
            <p:cNvSpPr>
              <a:spLocks noGrp="1"/>
            </p:cNvSpPr>
            <p:nvPr/>
          </p:nvSpPr>
          <p:spPr>
            <a:xfrm>
              <a:off x="209550" y="5438775"/>
              <a:ext cx="526694" cy="1139708"/>
            </a:xfrm>
            <a:custGeom>
              <a:avLst/>
              <a:gdLst/>
              <a:ahLst/>
              <a:cxnLst/>
              <a:rect l="l" t="t" r="r" b="b"/>
              <a:pathLst>
                <a:path w="320" h="608">
                  <a:moveTo>
                    <a:pt x="0" y="0"/>
                  </a:moveTo>
                  <a:moveTo>
                    <a:pt x="314" y="561"/>
                  </a:moveTo>
                  <a:lnTo>
                    <a:pt x="315" y="565"/>
                  </a:lnTo>
                  <a:lnTo>
                    <a:pt x="315" y="569"/>
                  </a:lnTo>
                  <a:lnTo>
                    <a:pt x="313" y="573"/>
                  </a:lnTo>
                  <a:lnTo>
                    <a:pt x="308" y="575"/>
                  </a:lnTo>
                  <a:lnTo>
                    <a:pt x="303" y="577"/>
                  </a:lnTo>
                  <a:lnTo>
                    <a:pt x="302" y="580"/>
                  </a:lnTo>
                  <a:lnTo>
                    <a:pt x="303" y="586"/>
                  </a:lnTo>
                  <a:lnTo>
                    <a:pt x="304" y="592"/>
                  </a:lnTo>
                  <a:lnTo>
                    <a:pt x="304" y="598"/>
                  </a:lnTo>
                  <a:lnTo>
                    <a:pt x="300" y="601"/>
                  </a:lnTo>
                  <a:lnTo>
                    <a:pt x="296" y="602"/>
                  </a:lnTo>
                  <a:lnTo>
                    <a:pt x="292" y="602"/>
                  </a:lnTo>
                  <a:lnTo>
                    <a:pt x="288" y="603"/>
                  </a:lnTo>
                  <a:lnTo>
                    <a:pt x="284" y="603"/>
                  </a:lnTo>
                  <a:lnTo>
                    <a:pt x="280" y="601"/>
                  </a:lnTo>
                  <a:lnTo>
                    <a:pt x="277" y="599"/>
                  </a:lnTo>
                  <a:lnTo>
                    <a:pt x="274" y="599"/>
                  </a:lnTo>
                  <a:lnTo>
                    <a:pt x="271" y="601"/>
                  </a:lnTo>
                  <a:lnTo>
                    <a:pt x="267" y="605"/>
                  </a:lnTo>
                  <a:lnTo>
                    <a:pt x="263" y="608"/>
                  </a:lnTo>
                  <a:lnTo>
                    <a:pt x="260" y="606"/>
                  </a:lnTo>
                  <a:lnTo>
                    <a:pt x="257" y="602"/>
                  </a:lnTo>
                  <a:lnTo>
                    <a:pt x="255" y="599"/>
                  </a:lnTo>
                  <a:lnTo>
                    <a:pt x="251" y="598"/>
                  </a:lnTo>
                  <a:lnTo>
                    <a:pt x="246" y="598"/>
                  </a:lnTo>
                  <a:lnTo>
                    <a:pt x="241" y="597"/>
                  </a:lnTo>
                  <a:lnTo>
                    <a:pt x="239" y="593"/>
                  </a:lnTo>
                  <a:lnTo>
                    <a:pt x="238" y="588"/>
                  </a:lnTo>
                  <a:lnTo>
                    <a:pt x="239" y="583"/>
                  </a:lnTo>
                  <a:lnTo>
                    <a:pt x="238" y="578"/>
                  </a:lnTo>
                  <a:lnTo>
                    <a:pt x="236" y="575"/>
                  </a:lnTo>
                  <a:lnTo>
                    <a:pt x="235" y="571"/>
                  </a:lnTo>
                  <a:lnTo>
                    <a:pt x="234" y="568"/>
                  </a:lnTo>
                  <a:lnTo>
                    <a:pt x="232" y="564"/>
                  </a:lnTo>
                  <a:lnTo>
                    <a:pt x="228" y="561"/>
                  </a:lnTo>
                  <a:lnTo>
                    <a:pt x="223" y="556"/>
                  </a:lnTo>
                  <a:lnTo>
                    <a:pt x="219" y="551"/>
                  </a:lnTo>
                  <a:lnTo>
                    <a:pt x="219" y="546"/>
                  </a:lnTo>
                  <a:lnTo>
                    <a:pt x="224" y="543"/>
                  </a:lnTo>
                  <a:lnTo>
                    <a:pt x="230" y="541"/>
                  </a:lnTo>
                  <a:lnTo>
                    <a:pt x="234" y="539"/>
                  </a:lnTo>
                  <a:lnTo>
                    <a:pt x="235" y="536"/>
                  </a:lnTo>
                  <a:lnTo>
                    <a:pt x="236" y="532"/>
                  </a:lnTo>
                  <a:lnTo>
                    <a:pt x="238" y="528"/>
                  </a:lnTo>
                  <a:lnTo>
                    <a:pt x="242" y="527"/>
                  </a:lnTo>
                  <a:lnTo>
                    <a:pt x="246" y="526"/>
                  </a:lnTo>
                  <a:lnTo>
                    <a:pt x="250" y="524"/>
                  </a:lnTo>
                  <a:lnTo>
                    <a:pt x="253" y="521"/>
                  </a:lnTo>
                  <a:lnTo>
                    <a:pt x="256" y="517"/>
                  </a:lnTo>
                  <a:lnTo>
                    <a:pt x="261" y="516"/>
                  </a:lnTo>
                  <a:lnTo>
                    <a:pt x="265" y="515"/>
                  </a:lnTo>
                  <a:lnTo>
                    <a:pt x="270" y="514"/>
                  </a:lnTo>
                  <a:lnTo>
                    <a:pt x="275" y="512"/>
                  </a:lnTo>
                  <a:lnTo>
                    <a:pt x="280" y="510"/>
                  </a:lnTo>
                  <a:lnTo>
                    <a:pt x="285" y="511"/>
                  </a:lnTo>
                  <a:lnTo>
                    <a:pt x="289" y="516"/>
                  </a:lnTo>
                  <a:lnTo>
                    <a:pt x="291" y="523"/>
                  </a:lnTo>
                  <a:lnTo>
                    <a:pt x="292" y="528"/>
                  </a:lnTo>
                  <a:lnTo>
                    <a:pt x="295" y="530"/>
                  </a:lnTo>
                  <a:lnTo>
                    <a:pt x="300" y="529"/>
                  </a:lnTo>
                  <a:lnTo>
                    <a:pt x="306" y="529"/>
                  </a:lnTo>
                  <a:lnTo>
                    <a:pt x="310" y="530"/>
                  </a:lnTo>
                  <a:lnTo>
                    <a:pt x="313" y="533"/>
                  </a:lnTo>
                  <a:lnTo>
                    <a:pt x="315" y="536"/>
                  </a:lnTo>
                  <a:lnTo>
                    <a:pt x="317" y="540"/>
                  </a:lnTo>
                  <a:lnTo>
                    <a:pt x="319" y="543"/>
                  </a:lnTo>
                  <a:lnTo>
                    <a:pt x="320" y="548"/>
                  </a:lnTo>
                  <a:lnTo>
                    <a:pt x="317" y="552"/>
                  </a:lnTo>
                  <a:lnTo>
                    <a:pt x="315" y="557"/>
                  </a:lnTo>
                  <a:close/>
                </a:path>
              </a:pathLst>
            </a:custGeom>
            <a:solidFill>
              <a:srgbClr val="0072B2">
                <a:alpha val="36000"/>
              </a:srgbClr>
            </a:solidFill>
            <a:ln>
              <a:noFill/>
            </a:ln>
          </p:spPr>
          <p:txBody>
            <a:bodyPr anchor="ctr"/>
            <a:lstStyle/>
            <a:p>
              <a:pPr algn="ctr">
                <a:buNone/>
              </a:pPr>
            </a:p>
          </p:txBody>
        </p:sp>
        <p:sp>
          <p:nvSpPr>
            <p:cNvPr id="6651" name="addition:input:118"/>
            <p:cNvSpPr>
              <a:spLocks noGrp="1"/>
            </p:cNvSpPr>
            <p:nvPr/>
          </p:nvSpPr>
          <p:spPr>
            <a:xfrm>
              <a:off x="209550" y="5438775"/>
              <a:ext cx="615574" cy="1094720"/>
            </a:xfrm>
            <a:custGeom>
              <a:avLst/>
              <a:gdLst/>
              <a:ahLst/>
              <a:cxnLst/>
              <a:rect l="l" t="t" r="r" b="b"/>
              <a:pathLst>
                <a:path w="374" h="584">
                  <a:moveTo>
                    <a:pt x="0" y="0"/>
                  </a:moveTo>
                  <a:moveTo>
                    <a:pt x="366" y="547"/>
                  </a:moveTo>
                  <a:lnTo>
                    <a:pt x="363" y="549"/>
                  </a:lnTo>
                  <a:lnTo>
                    <a:pt x="363" y="552"/>
                  </a:lnTo>
                  <a:lnTo>
                    <a:pt x="365" y="555"/>
                  </a:lnTo>
                  <a:lnTo>
                    <a:pt x="367" y="559"/>
                  </a:lnTo>
                  <a:lnTo>
                    <a:pt x="367" y="563"/>
                  </a:lnTo>
                  <a:lnTo>
                    <a:pt x="365" y="565"/>
                  </a:lnTo>
                  <a:lnTo>
                    <a:pt x="362" y="567"/>
                  </a:lnTo>
                  <a:lnTo>
                    <a:pt x="360" y="569"/>
                  </a:lnTo>
                  <a:lnTo>
                    <a:pt x="359" y="572"/>
                  </a:lnTo>
                  <a:lnTo>
                    <a:pt x="357" y="576"/>
                  </a:lnTo>
                  <a:lnTo>
                    <a:pt x="355" y="577"/>
                  </a:lnTo>
                  <a:lnTo>
                    <a:pt x="352" y="578"/>
                  </a:lnTo>
                  <a:lnTo>
                    <a:pt x="349" y="578"/>
                  </a:lnTo>
                  <a:lnTo>
                    <a:pt x="346" y="579"/>
                  </a:lnTo>
                  <a:lnTo>
                    <a:pt x="344" y="580"/>
                  </a:lnTo>
                  <a:lnTo>
                    <a:pt x="341" y="579"/>
                  </a:lnTo>
                  <a:lnTo>
                    <a:pt x="338" y="577"/>
                  </a:lnTo>
                  <a:lnTo>
                    <a:pt x="336" y="576"/>
                  </a:lnTo>
                  <a:lnTo>
                    <a:pt x="334" y="576"/>
                  </a:lnTo>
                  <a:lnTo>
                    <a:pt x="330" y="579"/>
                  </a:lnTo>
                  <a:lnTo>
                    <a:pt x="326" y="583"/>
                  </a:lnTo>
                  <a:lnTo>
                    <a:pt x="322" y="584"/>
                  </a:lnTo>
                  <a:lnTo>
                    <a:pt x="319" y="582"/>
                  </a:lnTo>
                  <a:lnTo>
                    <a:pt x="317" y="578"/>
                  </a:lnTo>
                  <a:lnTo>
                    <a:pt x="316" y="574"/>
                  </a:lnTo>
                  <a:lnTo>
                    <a:pt x="315" y="571"/>
                  </a:lnTo>
                  <a:lnTo>
                    <a:pt x="312" y="568"/>
                  </a:lnTo>
                  <a:lnTo>
                    <a:pt x="310" y="566"/>
                  </a:lnTo>
                  <a:lnTo>
                    <a:pt x="309" y="563"/>
                  </a:lnTo>
                  <a:lnTo>
                    <a:pt x="307" y="560"/>
                  </a:lnTo>
                  <a:lnTo>
                    <a:pt x="305" y="558"/>
                  </a:lnTo>
                  <a:lnTo>
                    <a:pt x="302" y="556"/>
                  </a:lnTo>
                  <a:lnTo>
                    <a:pt x="299" y="553"/>
                  </a:lnTo>
                  <a:lnTo>
                    <a:pt x="298" y="550"/>
                  </a:lnTo>
                  <a:lnTo>
                    <a:pt x="299" y="547"/>
                  </a:lnTo>
                  <a:lnTo>
                    <a:pt x="300" y="544"/>
                  </a:lnTo>
                  <a:lnTo>
                    <a:pt x="298" y="541"/>
                  </a:lnTo>
                  <a:lnTo>
                    <a:pt x="296" y="537"/>
                  </a:lnTo>
                  <a:lnTo>
                    <a:pt x="294" y="533"/>
                  </a:lnTo>
                  <a:lnTo>
                    <a:pt x="296" y="530"/>
                  </a:lnTo>
                  <a:lnTo>
                    <a:pt x="301" y="529"/>
                  </a:lnTo>
                  <a:lnTo>
                    <a:pt x="307" y="529"/>
                  </a:lnTo>
                  <a:lnTo>
                    <a:pt x="310" y="528"/>
                  </a:lnTo>
                  <a:lnTo>
                    <a:pt x="312" y="526"/>
                  </a:lnTo>
                  <a:lnTo>
                    <a:pt x="314" y="523"/>
                  </a:lnTo>
                  <a:lnTo>
                    <a:pt x="315" y="520"/>
                  </a:lnTo>
                  <a:lnTo>
                    <a:pt x="318" y="518"/>
                  </a:lnTo>
                  <a:lnTo>
                    <a:pt x="321" y="515"/>
                  </a:lnTo>
                  <a:lnTo>
                    <a:pt x="324" y="512"/>
                  </a:lnTo>
                  <a:lnTo>
                    <a:pt x="327" y="509"/>
                  </a:lnTo>
                  <a:lnTo>
                    <a:pt x="331" y="509"/>
                  </a:lnTo>
                  <a:lnTo>
                    <a:pt x="335" y="511"/>
                  </a:lnTo>
                  <a:lnTo>
                    <a:pt x="339" y="514"/>
                  </a:lnTo>
                  <a:lnTo>
                    <a:pt x="342" y="516"/>
                  </a:lnTo>
                  <a:lnTo>
                    <a:pt x="346" y="515"/>
                  </a:lnTo>
                  <a:lnTo>
                    <a:pt x="349" y="514"/>
                  </a:lnTo>
                  <a:lnTo>
                    <a:pt x="353" y="515"/>
                  </a:lnTo>
                  <a:lnTo>
                    <a:pt x="355" y="517"/>
                  </a:lnTo>
                  <a:lnTo>
                    <a:pt x="356" y="521"/>
                  </a:lnTo>
                  <a:lnTo>
                    <a:pt x="358" y="524"/>
                  </a:lnTo>
                  <a:lnTo>
                    <a:pt x="360" y="525"/>
                  </a:lnTo>
                  <a:lnTo>
                    <a:pt x="364" y="525"/>
                  </a:lnTo>
                  <a:lnTo>
                    <a:pt x="368" y="526"/>
                  </a:lnTo>
                  <a:lnTo>
                    <a:pt x="370" y="528"/>
                  </a:lnTo>
                  <a:lnTo>
                    <a:pt x="372" y="531"/>
                  </a:lnTo>
                  <a:lnTo>
                    <a:pt x="373" y="534"/>
                  </a:lnTo>
                  <a:lnTo>
                    <a:pt x="374" y="537"/>
                  </a:lnTo>
                  <a:lnTo>
                    <a:pt x="373" y="540"/>
                  </a:lnTo>
                  <a:lnTo>
                    <a:pt x="371" y="544"/>
                  </a:lnTo>
                  <a:close/>
                </a:path>
              </a:pathLst>
            </a:custGeom>
            <a:solidFill>
              <a:srgbClr val="0072B2">
                <a:alpha val="36000"/>
              </a:srgbClr>
            </a:solidFill>
            <a:ln>
              <a:noFill/>
            </a:ln>
          </p:spPr>
          <p:txBody>
            <a:bodyPr anchor="ctr"/>
            <a:lstStyle/>
            <a:p>
              <a:pPr algn="ctr">
                <a:buNone/>
              </a:pPr>
            </a:p>
          </p:txBody>
        </p:sp>
        <p:sp>
          <p:nvSpPr>
            <p:cNvPr id="6652" name="addition:input:119"/>
            <p:cNvSpPr>
              <a:spLocks noGrp="1"/>
            </p:cNvSpPr>
            <p:nvPr/>
          </p:nvSpPr>
          <p:spPr>
            <a:xfrm>
              <a:off x="209550" y="5438775"/>
              <a:ext cx="681411" cy="1233434"/>
            </a:xfrm>
            <a:custGeom>
              <a:avLst/>
              <a:gdLst/>
              <a:ahLst/>
              <a:cxnLst/>
              <a:rect l="l" t="t" r="r" b="b"/>
              <a:pathLst>
                <a:path w="414" h="658">
                  <a:moveTo>
                    <a:pt x="0" y="0"/>
                  </a:moveTo>
                  <a:moveTo>
                    <a:pt x="405" y="607"/>
                  </a:moveTo>
                  <a:lnTo>
                    <a:pt x="411" y="611"/>
                  </a:lnTo>
                  <a:lnTo>
                    <a:pt x="414" y="616"/>
                  </a:lnTo>
                  <a:lnTo>
                    <a:pt x="414" y="620"/>
                  </a:lnTo>
                  <a:lnTo>
                    <a:pt x="413" y="624"/>
                  </a:lnTo>
                  <a:lnTo>
                    <a:pt x="412" y="628"/>
                  </a:lnTo>
                  <a:lnTo>
                    <a:pt x="410" y="632"/>
                  </a:lnTo>
                  <a:lnTo>
                    <a:pt x="406" y="634"/>
                  </a:lnTo>
                  <a:lnTo>
                    <a:pt x="401" y="635"/>
                  </a:lnTo>
                  <a:lnTo>
                    <a:pt x="397" y="636"/>
                  </a:lnTo>
                  <a:lnTo>
                    <a:pt x="393" y="638"/>
                  </a:lnTo>
                  <a:lnTo>
                    <a:pt x="392" y="642"/>
                  </a:lnTo>
                  <a:lnTo>
                    <a:pt x="390" y="646"/>
                  </a:lnTo>
                  <a:lnTo>
                    <a:pt x="387" y="649"/>
                  </a:lnTo>
                  <a:lnTo>
                    <a:pt x="382" y="649"/>
                  </a:lnTo>
                  <a:lnTo>
                    <a:pt x="377" y="647"/>
                  </a:lnTo>
                  <a:lnTo>
                    <a:pt x="373" y="648"/>
                  </a:lnTo>
                  <a:lnTo>
                    <a:pt x="368" y="651"/>
                  </a:lnTo>
                  <a:lnTo>
                    <a:pt x="363" y="655"/>
                  </a:lnTo>
                  <a:lnTo>
                    <a:pt x="358" y="658"/>
                  </a:lnTo>
                  <a:lnTo>
                    <a:pt x="352" y="656"/>
                  </a:lnTo>
                  <a:lnTo>
                    <a:pt x="348" y="653"/>
                  </a:lnTo>
                  <a:lnTo>
                    <a:pt x="344" y="649"/>
                  </a:lnTo>
                  <a:lnTo>
                    <a:pt x="340" y="645"/>
                  </a:lnTo>
                  <a:lnTo>
                    <a:pt x="337" y="642"/>
                  </a:lnTo>
                  <a:lnTo>
                    <a:pt x="335" y="638"/>
                  </a:lnTo>
                  <a:lnTo>
                    <a:pt x="333" y="634"/>
                  </a:lnTo>
                  <a:lnTo>
                    <a:pt x="330" y="632"/>
                  </a:lnTo>
                  <a:lnTo>
                    <a:pt x="325" y="631"/>
                  </a:lnTo>
                  <a:lnTo>
                    <a:pt x="317" y="631"/>
                  </a:lnTo>
                  <a:lnTo>
                    <a:pt x="311" y="629"/>
                  </a:lnTo>
                  <a:lnTo>
                    <a:pt x="310" y="625"/>
                  </a:lnTo>
                  <a:lnTo>
                    <a:pt x="311" y="620"/>
                  </a:lnTo>
                  <a:lnTo>
                    <a:pt x="314" y="615"/>
                  </a:lnTo>
                  <a:lnTo>
                    <a:pt x="315" y="611"/>
                  </a:lnTo>
                  <a:lnTo>
                    <a:pt x="314" y="607"/>
                  </a:lnTo>
                  <a:lnTo>
                    <a:pt x="313" y="603"/>
                  </a:lnTo>
                  <a:lnTo>
                    <a:pt x="315" y="598"/>
                  </a:lnTo>
                  <a:lnTo>
                    <a:pt x="319" y="595"/>
                  </a:lnTo>
                  <a:lnTo>
                    <a:pt x="323" y="592"/>
                  </a:lnTo>
                  <a:lnTo>
                    <a:pt x="326" y="589"/>
                  </a:lnTo>
                  <a:lnTo>
                    <a:pt x="328" y="585"/>
                  </a:lnTo>
                  <a:lnTo>
                    <a:pt x="330" y="582"/>
                  </a:lnTo>
                  <a:lnTo>
                    <a:pt x="333" y="579"/>
                  </a:lnTo>
                  <a:lnTo>
                    <a:pt x="336" y="576"/>
                  </a:lnTo>
                  <a:lnTo>
                    <a:pt x="338" y="571"/>
                  </a:lnTo>
                  <a:lnTo>
                    <a:pt x="339" y="565"/>
                  </a:lnTo>
                  <a:lnTo>
                    <a:pt x="341" y="560"/>
                  </a:lnTo>
                  <a:lnTo>
                    <a:pt x="346" y="558"/>
                  </a:lnTo>
                  <a:lnTo>
                    <a:pt x="351" y="560"/>
                  </a:lnTo>
                  <a:lnTo>
                    <a:pt x="357" y="565"/>
                  </a:lnTo>
                  <a:lnTo>
                    <a:pt x="361" y="568"/>
                  </a:lnTo>
                  <a:lnTo>
                    <a:pt x="364" y="568"/>
                  </a:lnTo>
                  <a:lnTo>
                    <a:pt x="368" y="566"/>
                  </a:lnTo>
                  <a:lnTo>
                    <a:pt x="371" y="564"/>
                  </a:lnTo>
                  <a:lnTo>
                    <a:pt x="375" y="564"/>
                  </a:lnTo>
                  <a:lnTo>
                    <a:pt x="378" y="565"/>
                  </a:lnTo>
                  <a:lnTo>
                    <a:pt x="381" y="566"/>
                  </a:lnTo>
                  <a:lnTo>
                    <a:pt x="385" y="566"/>
                  </a:lnTo>
                  <a:lnTo>
                    <a:pt x="390" y="567"/>
                  </a:lnTo>
                  <a:lnTo>
                    <a:pt x="393" y="569"/>
                  </a:lnTo>
                  <a:lnTo>
                    <a:pt x="394" y="573"/>
                  </a:lnTo>
                  <a:lnTo>
                    <a:pt x="396" y="577"/>
                  </a:lnTo>
                  <a:lnTo>
                    <a:pt x="400" y="580"/>
                  </a:lnTo>
                  <a:lnTo>
                    <a:pt x="404" y="582"/>
                  </a:lnTo>
                  <a:lnTo>
                    <a:pt x="406" y="586"/>
                  </a:lnTo>
                  <a:lnTo>
                    <a:pt x="405" y="591"/>
                  </a:lnTo>
                  <a:lnTo>
                    <a:pt x="402" y="596"/>
                  </a:lnTo>
                  <a:lnTo>
                    <a:pt x="399" y="600"/>
                  </a:lnTo>
                  <a:lnTo>
                    <a:pt x="400" y="603"/>
                  </a:lnTo>
                  <a:close/>
                </a:path>
              </a:pathLst>
            </a:custGeom>
            <a:solidFill>
              <a:srgbClr val="0072B2">
                <a:alpha val="36000"/>
              </a:srgbClr>
            </a:solidFill>
            <a:ln>
              <a:noFill/>
            </a:ln>
          </p:spPr>
          <p:txBody>
            <a:bodyPr anchor="ctr"/>
            <a:lstStyle/>
            <a:p>
              <a:pPr algn="ctr">
                <a:buNone/>
              </a:pPr>
            </a:p>
          </p:txBody>
        </p:sp>
        <p:sp>
          <p:nvSpPr>
            <p:cNvPr id="6653" name="addition:input:120"/>
            <p:cNvSpPr>
              <a:spLocks noGrp="1"/>
            </p:cNvSpPr>
            <p:nvPr/>
          </p:nvSpPr>
          <p:spPr>
            <a:xfrm>
              <a:off x="209550" y="5438775"/>
              <a:ext cx="569488" cy="1259677"/>
            </a:xfrm>
            <a:custGeom>
              <a:avLst/>
              <a:gdLst/>
              <a:ahLst/>
              <a:cxnLst/>
              <a:rect l="l" t="t" r="r" b="b"/>
              <a:pathLst>
                <a:path w="346" h="672">
                  <a:moveTo>
                    <a:pt x="0" y="0"/>
                  </a:moveTo>
                  <a:moveTo>
                    <a:pt x="341" y="633"/>
                  </a:moveTo>
                  <a:lnTo>
                    <a:pt x="339" y="636"/>
                  </a:lnTo>
                  <a:lnTo>
                    <a:pt x="335" y="639"/>
                  </a:lnTo>
                  <a:lnTo>
                    <a:pt x="331" y="641"/>
                  </a:lnTo>
                  <a:lnTo>
                    <a:pt x="329" y="644"/>
                  </a:lnTo>
                  <a:lnTo>
                    <a:pt x="328" y="647"/>
                  </a:lnTo>
                  <a:lnTo>
                    <a:pt x="330" y="652"/>
                  </a:lnTo>
                  <a:lnTo>
                    <a:pt x="331" y="657"/>
                  </a:lnTo>
                  <a:lnTo>
                    <a:pt x="329" y="660"/>
                  </a:lnTo>
                  <a:lnTo>
                    <a:pt x="324" y="662"/>
                  </a:lnTo>
                  <a:lnTo>
                    <a:pt x="320" y="662"/>
                  </a:lnTo>
                  <a:lnTo>
                    <a:pt x="316" y="664"/>
                  </a:lnTo>
                  <a:lnTo>
                    <a:pt x="314" y="667"/>
                  </a:lnTo>
                  <a:lnTo>
                    <a:pt x="312" y="671"/>
                  </a:lnTo>
                  <a:lnTo>
                    <a:pt x="308" y="672"/>
                  </a:lnTo>
                  <a:lnTo>
                    <a:pt x="304" y="671"/>
                  </a:lnTo>
                  <a:lnTo>
                    <a:pt x="301" y="669"/>
                  </a:lnTo>
                  <a:lnTo>
                    <a:pt x="298" y="668"/>
                  </a:lnTo>
                  <a:lnTo>
                    <a:pt x="295" y="667"/>
                  </a:lnTo>
                  <a:lnTo>
                    <a:pt x="292" y="667"/>
                  </a:lnTo>
                  <a:lnTo>
                    <a:pt x="289" y="666"/>
                  </a:lnTo>
                  <a:lnTo>
                    <a:pt x="287" y="665"/>
                  </a:lnTo>
                  <a:lnTo>
                    <a:pt x="283" y="666"/>
                  </a:lnTo>
                  <a:lnTo>
                    <a:pt x="279" y="668"/>
                  </a:lnTo>
                  <a:lnTo>
                    <a:pt x="273" y="669"/>
                  </a:lnTo>
                  <a:lnTo>
                    <a:pt x="269" y="668"/>
                  </a:lnTo>
                  <a:lnTo>
                    <a:pt x="268" y="664"/>
                  </a:lnTo>
                  <a:lnTo>
                    <a:pt x="268" y="658"/>
                  </a:lnTo>
                  <a:lnTo>
                    <a:pt x="269" y="653"/>
                  </a:lnTo>
                  <a:lnTo>
                    <a:pt x="268" y="650"/>
                  </a:lnTo>
                  <a:lnTo>
                    <a:pt x="265" y="648"/>
                  </a:lnTo>
                  <a:lnTo>
                    <a:pt x="262" y="646"/>
                  </a:lnTo>
                  <a:lnTo>
                    <a:pt x="261" y="642"/>
                  </a:lnTo>
                  <a:lnTo>
                    <a:pt x="261" y="639"/>
                  </a:lnTo>
                  <a:lnTo>
                    <a:pt x="260" y="636"/>
                  </a:lnTo>
                  <a:lnTo>
                    <a:pt x="258" y="633"/>
                  </a:lnTo>
                  <a:lnTo>
                    <a:pt x="256" y="629"/>
                  </a:lnTo>
                  <a:lnTo>
                    <a:pt x="255" y="626"/>
                  </a:lnTo>
                  <a:lnTo>
                    <a:pt x="255" y="622"/>
                  </a:lnTo>
                  <a:lnTo>
                    <a:pt x="256" y="619"/>
                  </a:lnTo>
                  <a:lnTo>
                    <a:pt x="256" y="615"/>
                  </a:lnTo>
                  <a:lnTo>
                    <a:pt x="256" y="611"/>
                  </a:lnTo>
                  <a:lnTo>
                    <a:pt x="257" y="607"/>
                  </a:lnTo>
                  <a:lnTo>
                    <a:pt x="260" y="605"/>
                  </a:lnTo>
                  <a:lnTo>
                    <a:pt x="266" y="606"/>
                  </a:lnTo>
                  <a:lnTo>
                    <a:pt x="272" y="607"/>
                  </a:lnTo>
                  <a:lnTo>
                    <a:pt x="276" y="607"/>
                  </a:lnTo>
                  <a:lnTo>
                    <a:pt x="277" y="604"/>
                  </a:lnTo>
                  <a:lnTo>
                    <a:pt x="279" y="599"/>
                  </a:lnTo>
                  <a:lnTo>
                    <a:pt x="281" y="595"/>
                  </a:lnTo>
                  <a:lnTo>
                    <a:pt x="285" y="593"/>
                  </a:lnTo>
                  <a:lnTo>
                    <a:pt x="289" y="592"/>
                  </a:lnTo>
                  <a:lnTo>
                    <a:pt x="294" y="592"/>
                  </a:lnTo>
                  <a:lnTo>
                    <a:pt x="298" y="591"/>
                  </a:lnTo>
                  <a:lnTo>
                    <a:pt x="303" y="592"/>
                  </a:lnTo>
                  <a:lnTo>
                    <a:pt x="307" y="594"/>
                  </a:lnTo>
                  <a:lnTo>
                    <a:pt x="311" y="598"/>
                  </a:lnTo>
                  <a:lnTo>
                    <a:pt x="314" y="600"/>
                  </a:lnTo>
                  <a:lnTo>
                    <a:pt x="318" y="601"/>
                  </a:lnTo>
                  <a:lnTo>
                    <a:pt x="323" y="601"/>
                  </a:lnTo>
                  <a:lnTo>
                    <a:pt x="326" y="602"/>
                  </a:lnTo>
                  <a:lnTo>
                    <a:pt x="328" y="606"/>
                  </a:lnTo>
                  <a:lnTo>
                    <a:pt x="328" y="610"/>
                  </a:lnTo>
                  <a:lnTo>
                    <a:pt x="330" y="613"/>
                  </a:lnTo>
                  <a:lnTo>
                    <a:pt x="333" y="615"/>
                  </a:lnTo>
                  <a:lnTo>
                    <a:pt x="339" y="616"/>
                  </a:lnTo>
                  <a:lnTo>
                    <a:pt x="344" y="618"/>
                  </a:lnTo>
                  <a:lnTo>
                    <a:pt x="346" y="621"/>
                  </a:lnTo>
                  <a:lnTo>
                    <a:pt x="345" y="625"/>
                  </a:lnTo>
                  <a:lnTo>
                    <a:pt x="343" y="629"/>
                  </a:lnTo>
                  <a:close/>
                </a:path>
              </a:pathLst>
            </a:custGeom>
            <a:solidFill>
              <a:srgbClr val="0072B2">
                <a:alpha val="36000"/>
              </a:srgbClr>
            </a:solidFill>
            <a:ln>
              <a:noFill/>
            </a:ln>
          </p:spPr>
          <p:txBody>
            <a:bodyPr anchor="ctr"/>
            <a:lstStyle/>
            <a:p>
              <a:pPr algn="ctr">
                <a:buNone/>
              </a:pPr>
            </a:p>
          </p:txBody>
        </p:sp>
        <p:sp>
          <p:nvSpPr>
            <p:cNvPr id="6654" name="addition:input:121"/>
            <p:cNvSpPr>
              <a:spLocks noGrp="1"/>
            </p:cNvSpPr>
            <p:nvPr/>
          </p:nvSpPr>
          <p:spPr>
            <a:xfrm>
              <a:off x="209550" y="5438775"/>
              <a:ext cx="511881" cy="1132210"/>
            </a:xfrm>
            <a:custGeom>
              <a:avLst/>
              <a:gdLst/>
              <a:ahLst/>
              <a:cxnLst/>
              <a:rect l="l" t="t" r="r" b="b"/>
              <a:pathLst>
                <a:path w="311" h="604">
                  <a:moveTo>
                    <a:pt x="0" y="0"/>
                  </a:moveTo>
                  <a:moveTo>
                    <a:pt x="303" y="565"/>
                  </a:moveTo>
                  <a:lnTo>
                    <a:pt x="307" y="568"/>
                  </a:lnTo>
                  <a:lnTo>
                    <a:pt x="310" y="571"/>
                  </a:lnTo>
                  <a:lnTo>
                    <a:pt x="311" y="575"/>
                  </a:lnTo>
                  <a:lnTo>
                    <a:pt x="309" y="578"/>
                  </a:lnTo>
                  <a:lnTo>
                    <a:pt x="307" y="580"/>
                  </a:lnTo>
                  <a:lnTo>
                    <a:pt x="305" y="582"/>
                  </a:lnTo>
                  <a:lnTo>
                    <a:pt x="304" y="585"/>
                  </a:lnTo>
                  <a:lnTo>
                    <a:pt x="303" y="588"/>
                  </a:lnTo>
                  <a:lnTo>
                    <a:pt x="301" y="590"/>
                  </a:lnTo>
                  <a:lnTo>
                    <a:pt x="299" y="591"/>
                  </a:lnTo>
                  <a:lnTo>
                    <a:pt x="296" y="591"/>
                  </a:lnTo>
                  <a:lnTo>
                    <a:pt x="293" y="593"/>
                  </a:lnTo>
                  <a:lnTo>
                    <a:pt x="291" y="594"/>
                  </a:lnTo>
                  <a:lnTo>
                    <a:pt x="289" y="595"/>
                  </a:lnTo>
                  <a:lnTo>
                    <a:pt x="286" y="596"/>
                  </a:lnTo>
                  <a:lnTo>
                    <a:pt x="283" y="595"/>
                  </a:lnTo>
                  <a:lnTo>
                    <a:pt x="280" y="597"/>
                  </a:lnTo>
                  <a:lnTo>
                    <a:pt x="277" y="600"/>
                  </a:lnTo>
                  <a:lnTo>
                    <a:pt x="273" y="604"/>
                  </a:lnTo>
                  <a:lnTo>
                    <a:pt x="269" y="604"/>
                  </a:lnTo>
                  <a:lnTo>
                    <a:pt x="266" y="602"/>
                  </a:lnTo>
                  <a:lnTo>
                    <a:pt x="264" y="597"/>
                  </a:lnTo>
                  <a:lnTo>
                    <a:pt x="262" y="592"/>
                  </a:lnTo>
                  <a:lnTo>
                    <a:pt x="260" y="590"/>
                  </a:lnTo>
                  <a:lnTo>
                    <a:pt x="257" y="589"/>
                  </a:lnTo>
                  <a:lnTo>
                    <a:pt x="254" y="588"/>
                  </a:lnTo>
                  <a:lnTo>
                    <a:pt x="251" y="586"/>
                  </a:lnTo>
                  <a:lnTo>
                    <a:pt x="249" y="584"/>
                  </a:lnTo>
                  <a:lnTo>
                    <a:pt x="247" y="582"/>
                  </a:lnTo>
                  <a:lnTo>
                    <a:pt x="244" y="580"/>
                  </a:lnTo>
                  <a:lnTo>
                    <a:pt x="241" y="577"/>
                  </a:lnTo>
                  <a:lnTo>
                    <a:pt x="240" y="574"/>
                  </a:lnTo>
                  <a:lnTo>
                    <a:pt x="241" y="571"/>
                  </a:lnTo>
                  <a:lnTo>
                    <a:pt x="242" y="568"/>
                  </a:lnTo>
                  <a:lnTo>
                    <a:pt x="241" y="565"/>
                  </a:lnTo>
                  <a:lnTo>
                    <a:pt x="240" y="561"/>
                  </a:lnTo>
                  <a:lnTo>
                    <a:pt x="240" y="558"/>
                  </a:lnTo>
                  <a:lnTo>
                    <a:pt x="242" y="555"/>
                  </a:lnTo>
                  <a:lnTo>
                    <a:pt x="247" y="553"/>
                  </a:lnTo>
                  <a:lnTo>
                    <a:pt x="251" y="552"/>
                  </a:lnTo>
                  <a:lnTo>
                    <a:pt x="254" y="550"/>
                  </a:lnTo>
                  <a:lnTo>
                    <a:pt x="254" y="547"/>
                  </a:lnTo>
                  <a:lnTo>
                    <a:pt x="254" y="543"/>
                  </a:lnTo>
                  <a:lnTo>
                    <a:pt x="255" y="539"/>
                  </a:lnTo>
                  <a:lnTo>
                    <a:pt x="257" y="536"/>
                  </a:lnTo>
                  <a:lnTo>
                    <a:pt x="259" y="534"/>
                  </a:lnTo>
                  <a:lnTo>
                    <a:pt x="262" y="531"/>
                  </a:lnTo>
                  <a:lnTo>
                    <a:pt x="265" y="529"/>
                  </a:lnTo>
                  <a:lnTo>
                    <a:pt x="268" y="529"/>
                  </a:lnTo>
                  <a:lnTo>
                    <a:pt x="272" y="531"/>
                  </a:lnTo>
                  <a:lnTo>
                    <a:pt x="275" y="534"/>
                  </a:lnTo>
                  <a:lnTo>
                    <a:pt x="277" y="535"/>
                  </a:lnTo>
                  <a:lnTo>
                    <a:pt x="280" y="534"/>
                  </a:lnTo>
                  <a:lnTo>
                    <a:pt x="282" y="531"/>
                  </a:lnTo>
                  <a:lnTo>
                    <a:pt x="285" y="531"/>
                  </a:lnTo>
                  <a:lnTo>
                    <a:pt x="287" y="532"/>
                  </a:lnTo>
                  <a:lnTo>
                    <a:pt x="289" y="535"/>
                  </a:lnTo>
                  <a:lnTo>
                    <a:pt x="290" y="537"/>
                  </a:lnTo>
                  <a:lnTo>
                    <a:pt x="293" y="537"/>
                  </a:lnTo>
                  <a:lnTo>
                    <a:pt x="297" y="537"/>
                  </a:lnTo>
                  <a:lnTo>
                    <a:pt x="300" y="537"/>
                  </a:lnTo>
                  <a:lnTo>
                    <a:pt x="302" y="539"/>
                  </a:lnTo>
                  <a:lnTo>
                    <a:pt x="303" y="543"/>
                  </a:lnTo>
                  <a:lnTo>
                    <a:pt x="304" y="546"/>
                  </a:lnTo>
                  <a:lnTo>
                    <a:pt x="304" y="549"/>
                  </a:lnTo>
                  <a:lnTo>
                    <a:pt x="304" y="553"/>
                  </a:lnTo>
                  <a:lnTo>
                    <a:pt x="303" y="556"/>
                  </a:lnTo>
                  <a:lnTo>
                    <a:pt x="301" y="559"/>
                  </a:lnTo>
                  <a:lnTo>
                    <a:pt x="301" y="562"/>
                  </a:lnTo>
                  <a:close/>
                </a:path>
              </a:pathLst>
            </a:custGeom>
            <a:solidFill>
              <a:srgbClr val="0F7AB7">
                <a:alpha val="32000"/>
              </a:srgbClr>
            </a:solidFill>
            <a:ln>
              <a:noFill/>
            </a:ln>
          </p:spPr>
          <p:txBody>
            <a:bodyPr anchor="ctr"/>
            <a:lstStyle/>
            <a:p>
              <a:pPr algn="ctr">
                <a:buNone/>
              </a:pPr>
            </a:p>
          </p:txBody>
        </p:sp>
        <p:sp>
          <p:nvSpPr>
            <p:cNvPr id="6655" name="addition:input:122"/>
            <p:cNvSpPr>
              <a:spLocks noGrp="1"/>
            </p:cNvSpPr>
            <p:nvPr/>
          </p:nvSpPr>
          <p:spPr>
            <a:xfrm>
              <a:off x="209550" y="5438775"/>
              <a:ext cx="643555" cy="1212814"/>
            </a:xfrm>
            <a:custGeom>
              <a:avLst/>
              <a:gdLst/>
              <a:ahLst/>
              <a:cxnLst/>
              <a:rect l="l" t="t" r="r" b="b"/>
              <a:pathLst>
                <a:path w="391" h="647">
                  <a:moveTo>
                    <a:pt x="0" y="0"/>
                  </a:moveTo>
                  <a:moveTo>
                    <a:pt x="391" y="615"/>
                  </a:moveTo>
                  <a:lnTo>
                    <a:pt x="391" y="618"/>
                  </a:lnTo>
                  <a:lnTo>
                    <a:pt x="387" y="621"/>
                  </a:lnTo>
                  <a:lnTo>
                    <a:pt x="382" y="622"/>
                  </a:lnTo>
                  <a:lnTo>
                    <a:pt x="378" y="624"/>
                  </a:lnTo>
                  <a:lnTo>
                    <a:pt x="377" y="626"/>
                  </a:lnTo>
                  <a:lnTo>
                    <a:pt x="377" y="629"/>
                  </a:lnTo>
                  <a:lnTo>
                    <a:pt x="376" y="632"/>
                  </a:lnTo>
                  <a:lnTo>
                    <a:pt x="375" y="635"/>
                  </a:lnTo>
                  <a:lnTo>
                    <a:pt x="372" y="636"/>
                  </a:lnTo>
                  <a:lnTo>
                    <a:pt x="370" y="638"/>
                  </a:lnTo>
                  <a:lnTo>
                    <a:pt x="367" y="641"/>
                  </a:lnTo>
                  <a:lnTo>
                    <a:pt x="365" y="643"/>
                  </a:lnTo>
                  <a:lnTo>
                    <a:pt x="362" y="644"/>
                  </a:lnTo>
                  <a:lnTo>
                    <a:pt x="359" y="644"/>
                  </a:lnTo>
                  <a:lnTo>
                    <a:pt x="355" y="644"/>
                  </a:lnTo>
                  <a:lnTo>
                    <a:pt x="352" y="645"/>
                  </a:lnTo>
                  <a:lnTo>
                    <a:pt x="349" y="647"/>
                  </a:lnTo>
                  <a:lnTo>
                    <a:pt x="346" y="647"/>
                  </a:lnTo>
                  <a:lnTo>
                    <a:pt x="344" y="645"/>
                  </a:lnTo>
                  <a:lnTo>
                    <a:pt x="342" y="641"/>
                  </a:lnTo>
                  <a:lnTo>
                    <a:pt x="340" y="638"/>
                  </a:lnTo>
                  <a:lnTo>
                    <a:pt x="339" y="638"/>
                  </a:lnTo>
                  <a:lnTo>
                    <a:pt x="335" y="639"/>
                  </a:lnTo>
                  <a:lnTo>
                    <a:pt x="331" y="641"/>
                  </a:lnTo>
                  <a:lnTo>
                    <a:pt x="328" y="641"/>
                  </a:lnTo>
                  <a:lnTo>
                    <a:pt x="326" y="639"/>
                  </a:lnTo>
                  <a:lnTo>
                    <a:pt x="324" y="637"/>
                  </a:lnTo>
                  <a:lnTo>
                    <a:pt x="323" y="634"/>
                  </a:lnTo>
                  <a:lnTo>
                    <a:pt x="322" y="631"/>
                  </a:lnTo>
                  <a:lnTo>
                    <a:pt x="322" y="628"/>
                  </a:lnTo>
                  <a:lnTo>
                    <a:pt x="323" y="625"/>
                  </a:lnTo>
                  <a:lnTo>
                    <a:pt x="325" y="622"/>
                  </a:lnTo>
                  <a:lnTo>
                    <a:pt x="325" y="620"/>
                  </a:lnTo>
                  <a:lnTo>
                    <a:pt x="323" y="617"/>
                  </a:lnTo>
                  <a:lnTo>
                    <a:pt x="320" y="615"/>
                  </a:lnTo>
                  <a:lnTo>
                    <a:pt x="319" y="612"/>
                  </a:lnTo>
                  <a:lnTo>
                    <a:pt x="321" y="610"/>
                  </a:lnTo>
                  <a:lnTo>
                    <a:pt x="323" y="607"/>
                  </a:lnTo>
                  <a:lnTo>
                    <a:pt x="324" y="605"/>
                  </a:lnTo>
                  <a:lnTo>
                    <a:pt x="323" y="602"/>
                  </a:lnTo>
                  <a:lnTo>
                    <a:pt x="321" y="598"/>
                  </a:lnTo>
                  <a:lnTo>
                    <a:pt x="320" y="595"/>
                  </a:lnTo>
                  <a:lnTo>
                    <a:pt x="322" y="593"/>
                  </a:lnTo>
                  <a:lnTo>
                    <a:pt x="326" y="592"/>
                  </a:lnTo>
                  <a:lnTo>
                    <a:pt x="329" y="592"/>
                  </a:lnTo>
                  <a:lnTo>
                    <a:pt x="332" y="591"/>
                  </a:lnTo>
                  <a:lnTo>
                    <a:pt x="334" y="590"/>
                  </a:lnTo>
                  <a:lnTo>
                    <a:pt x="337" y="590"/>
                  </a:lnTo>
                  <a:lnTo>
                    <a:pt x="339" y="590"/>
                  </a:lnTo>
                  <a:lnTo>
                    <a:pt x="342" y="590"/>
                  </a:lnTo>
                  <a:lnTo>
                    <a:pt x="344" y="587"/>
                  </a:lnTo>
                  <a:lnTo>
                    <a:pt x="346" y="583"/>
                  </a:lnTo>
                  <a:lnTo>
                    <a:pt x="350" y="581"/>
                  </a:lnTo>
                  <a:lnTo>
                    <a:pt x="353" y="581"/>
                  </a:lnTo>
                  <a:lnTo>
                    <a:pt x="356" y="584"/>
                  </a:lnTo>
                  <a:lnTo>
                    <a:pt x="359" y="587"/>
                  </a:lnTo>
                  <a:lnTo>
                    <a:pt x="361" y="588"/>
                  </a:lnTo>
                  <a:lnTo>
                    <a:pt x="365" y="589"/>
                  </a:lnTo>
                  <a:lnTo>
                    <a:pt x="369" y="589"/>
                  </a:lnTo>
                  <a:lnTo>
                    <a:pt x="371" y="591"/>
                  </a:lnTo>
                  <a:lnTo>
                    <a:pt x="373" y="594"/>
                  </a:lnTo>
                  <a:lnTo>
                    <a:pt x="374" y="597"/>
                  </a:lnTo>
                  <a:lnTo>
                    <a:pt x="376" y="599"/>
                  </a:lnTo>
                  <a:lnTo>
                    <a:pt x="378" y="601"/>
                  </a:lnTo>
                  <a:lnTo>
                    <a:pt x="380" y="603"/>
                  </a:lnTo>
                  <a:lnTo>
                    <a:pt x="382" y="605"/>
                  </a:lnTo>
                  <a:lnTo>
                    <a:pt x="384" y="607"/>
                  </a:lnTo>
                  <a:lnTo>
                    <a:pt x="386" y="609"/>
                  </a:lnTo>
                  <a:lnTo>
                    <a:pt x="389" y="612"/>
                  </a:lnTo>
                  <a:close/>
                </a:path>
              </a:pathLst>
            </a:custGeom>
            <a:solidFill>
              <a:srgbClr val="0F7AB7">
                <a:alpha val="32000"/>
              </a:srgbClr>
            </a:solidFill>
            <a:ln>
              <a:noFill/>
            </a:ln>
          </p:spPr>
          <p:txBody>
            <a:bodyPr anchor="ctr"/>
            <a:lstStyle/>
            <a:p>
              <a:pPr algn="ctr">
                <a:buNone/>
              </a:pPr>
            </a:p>
          </p:txBody>
        </p:sp>
        <p:sp>
          <p:nvSpPr>
            <p:cNvPr id="6656" name="addition:input:123"/>
            <p:cNvSpPr>
              <a:spLocks noGrp="1"/>
            </p:cNvSpPr>
            <p:nvPr/>
          </p:nvSpPr>
          <p:spPr>
            <a:xfrm>
              <a:off x="209550" y="5438775"/>
              <a:ext cx="722559" cy="1165951"/>
            </a:xfrm>
            <a:custGeom>
              <a:avLst/>
              <a:gdLst/>
              <a:ahLst/>
              <a:cxnLst/>
              <a:rect l="l" t="t" r="r" b="b"/>
              <a:pathLst>
                <a:path w="439" h="622">
                  <a:moveTo>
                    <a:pt x="0" y="0"/>
                  </a:moveTo>
                  <a:moveTo>
                    <a:pt x="439" y="594"/>
                  </a:moveTo>
                  <a:lnTo>
                    <a:pt x="439" y="597"/>
                  </a:lnTo>
                  <a:lnTo>
                    <a:pt x="437" y="599"/>
                  </a:lnTo>
                  <a:lnTo>
                    <a:pt x="434" y="601"/>
                  </a:lnTo>
                  <a:lnTo>
                    <a:pt x="432" y="603"/>
                  </a:lnTo>
                  <a:lnTo>
                    <a:pt x="431" y="605"/>
                  </a:lnTo>
                  <a:lnTo>
                    <a:pt x="430" y="607"/>
                  </a:lnTo>
                  <a:lnTo>
                    <a:pt x="429" y="609"/>
                  </a:lnTo>
                  <a:lnTo>
                    <a:pt x="428" y="611"/>
                  </a:lnTo>
                  <a:lnTo>
                    <a:pt x="428" y="614"/>
                  </a:lnTo>
                  <a:lnTo>
                    <a:pt x="427" y="617"/>
                  </a:lnTo>
                  <a:lnTo>
                    <a:pt x="426" y="621"/>
                  </a:lnTo>
                  <a:lnTo>
                    <a:pt x="424" y="622"/>
                  </a:lnTo>
                  <a:lnTo>
                    <a:pt x="422" y="622"/>
                  </a:lnTo>
                  <a:lnTo>
                    <a:pt x="419" y="619"/>
                  </a:lnTo>
                  <a:lnTo>
                    <a:pt x="416" y="617"/>
                  </a:lnTo>
                  <a:lnTo>
                    <a:pt x="415" y="618"/>
                  </a:lnTo>
                  <a:lnTo>
                    <a:pt x="413" y="619"/>
                  </a:lnTo>
                  <a:lnTo>
                    <a:pt x="412" y="621"/>
                  </a:lnTo>
                  <a:lnTo>
                    <a:pt x="410" y="621"/>
                  </a:lnTo>
                  <a:lnTo>
                    <a:pt x="408" y="619"/>
                  </a:lnTo>
                  <a:lnTo>
                    <a:pt x="407" y="619"/>
                  </a:lnTo>
                  <a:lnTo>
                    <a:pt x="405" y="618"/>
                  </a:lnTo>
                  <a:lnTo>
                    <a:pt x="403" y="619"/>
                  </a:lnTo>
                  <a:lnTo>
                    <a:pt x="401" y="618"/>
                  </a:lnTo>
                  <a:lnTo>
                    <a:pt x="400" y="616"/>
                  </a:lnTo>
                  <a:lnTo>
                    <a:pt x="398" y="614"/>
                  </a:lnTo>
                  <a:lnTo>
                    <a:pt x="397" y="613"/>
                  </a:lnTo>
                  <a:lnTo>
                    <a:pt x="395" y="611"/>
                  </a:lnTo>
                  <a:lnTo>
                    <a:pt x="393" y="609"/>
                  </a:lnTo>
                  <a:lnTo>
                    <a:pt x="394" y="606"/>
                  </a:lnTo>
                  <a:lnTo>
                    <a:pt x="395" y="603"/>
                  </a:lnTo>
                  <a:lnTo>
                    <a:pt x="397" y="600"/>
                  </a:lnTo>
                  <a:lnTo>
                    <a:pt x="396" y="598"/>
                  </a:lnTo>
                  <a:lnTo>
                    <a:pt x="394" y="596"/>
                  </a:lnTo>
                  <a:lnTo>
                    <a:pt x="391" y="594"/>
                  </a:lnTo>
                  <a:lnTo>
                    <a:pt x="389" y="592"/>
                  </a:lnTo>
                  <a:lnTo>
                    <a:pt x="388" y="589"/>
                  </a:lnTo>
                  <a:lnTo>
                    <a:pt x="389" y="587"/>
                  </a:lnTo>
                  <a:lnTo>
                    <a:pt x="390" y="584"/>
                  </a:lnTo>
                  <a:lnTo>
                    <a:pt x="390" y="582"/>
                  </a:lnTo>
                  <a:lnTo>
                    <a:pt x="391" y="580"/>
                  </a:lnTo>
                  <a:lnTo>
                    <a:pt x="393" y="578"/>
                  </a:lnTo>
                  <a:lnTo>
                    <a:pt x="395" y="578"/>
                  </a:lnTo>
                  <a:lnTo>
                    <a:pt x="397" y="577"/>
                  </a:lnTo>
                  <a:lnTo>
                    <a:pt x="398" y="575"/>
                  </a:lnTo>
                  <a:lnTo>
                    <a:pt x="399" y="572"/>
                  </a:lnTo>
                  <a:lnTo>
                    <a:pt x="400" y="571"/>
                  </a:lnTo>
                  <a:lnTo>
                    <a:pt x="403" y="571"/>
                  </a:lnTo>
                  <a:lnTo>
                    <a:pt x="405" y="571"/>
                  </a:lnTo>
                  <a:lnTo>
                    <a:pt x="407" y="571"/>
                  </a:lnTo>
                  <a:lnTo>
                    <a:pt x="409" y="569"/>
                  </a:lnTo>
                  <a:lnTo>
                    <a:pt x="411" y="566"/>
                  </a:lnTo>
                  <a:lnTo>
                    <a:pt x="414" y="563"/>
                  </a:lnTo>
                  <a:lnTo>
                    <a:pt x="417" y="563"/>
                  </a:lnTo>
                  <a:lnTo>
                    <a:pt x="419" y="566"/>
                  </a:lnTo>
                  <a:lnTo>
                    <a:pt x="421" y="568"/>
                  </a:lnTo>
                  <a:lnTo>
                    <a:pt x="423" y="570"/>
                  </a:lnTo>
                  <a:lnTo>
                    <a:pt x="425" y="572"/>
                  </a:lnTo>
                  <a:lnTo>
                    <a:pt x="426" y="574"/>
                  </a:lnTo>
                  <a:lnTo>
                    <a:pt x="427" y="576"/>
                  </a:lnTo>
                  <a:lnTo>
                    <a:pt x="429" y="578"/>
                  </a:lnTo>
                  <a:lnTo>
                    <a:pt x="431" y="578"/>
                  </a:lnTo>
                  <a:lnTo>
                    <a:pt x="434" y="578"/>
                  </a:lnTo>
                  <a:lnTo>
                    <a:pt x="437" y="579"/>
                  </a:lnTo>
                  <a:lnTo>
                    <a:pt x="438" y="581"/>
                  </a:lnTo>
                  <a:lnTo>
                    <a:pt x="438" y="584"/>
                  </a:lnTo>
                  <a:lnTo>
                    <a:pt x="437" y="587"/>
                  </a:lnTo>
                  <a:lnTo>
                    <a:pt x="437" y="590"/>
                  </a:lnTo>
                  <a:lnTo>
                    <a:pt x="438" y="592"/>
                  </a:lnTo>
                  <a:close/>
                </a:path>
              </a:pathLst>
            </a:custGeom>
            <a:solidFill>
              <a:srgbClr val="59A3CD">
                <a:alpha val="24000"/>
              </a:srgbClr>
            </a:solidFill>
            <a:ln>
              <a:noFill/>
            </a:ln>
          </p:spPr>
          <p:txBody>
            <a:bodyPr anchor="ctr"/>
            <a:lstStyle/>
            <a:p>
              <a:pPr algn="ctr">
                <a:buNone/>
              </a:pPr>
            </a:p>
          </p:txBody>
        </p:sp>
        <p:sp>
          <p:nvSpPr>
            <p:cNvPr id="6657" name="addition:input:124"/>
            <p:cNvSpPr>
              <a:spLocks noGrp="1"/>
            </p:cNvSpPr>
            <p:nvPr/>
          </p:nvSpPr>
          <p:spPr>
            <a:xfrm>
              <a:off x="209550" y="5438775"/>
              <a:ext cx="683057" cy="1304666"/>
            </a:xfrm>
            <a:custGeom>
              <a:avLst/>
              <a:gdLst/>
              <a:ahLst/>
              <a:cxnLst/>
              <a:rect l="l" t="t" r="r" b="b"/>
              <a:pathLst>
                <a:path w="415" h="696">
                  <a:moveTo>
                    <a:pt x="0" y="0"/>
                  </a:moveTo>
                  <a:moveTo>
                    <a:pt x="412" y="663"/>
                  </a:moveTo>
                  <a:lnTo>
                    <a:pt x="409" y="666"/>
                  </a:lnTo>
                  <a:lnTo>
                    <a:pt x="407" y="668"/>
                  </a:lnTo>
                  <a:lnTo>
                    <a:pt x="407" y="670"/>
                  </a:lnTo>
                  <a:lnTo>
                    <a:pt x="407" y="673"/>
                  </a:lnTo>
                  <a:lnTo>
                    <a:pt x="406" y="676"/>
                  </a:lnTo>
                  <a:lnTo>
                    <a:pt x="404" y="678"/>
                  </a:lnTo>
                  <a:lnTo>
                    <a:pt x="401" y="679"/>
                  </a:lnTo>
                  <a:lnTo>
                    <a:pt x="399" y="681"/>
                  </a:lnTo>
                  <a:lnTo>
                    <a:pt x="398" y="683"/>
                  </a:lnTo>
                  <a:lnTo>
                    <a:pt x="397" y="686"/>
                  </a:lnTo>
                  <a:lnTo>
                    <a:pt x="395" y="688"/>
                  </a:lnTo>
                  <a:lnTo>
                    <a:pt x="393" y="690"/>
                  </a:lnTo>
                  <a:lnTo>
                    <a:pt x="391" y="692"/>
                  </a:lnTo>
                  <a:lnTo>
                    <a:pt x="388" y="694"/>
                  </a:lnTo>
                  <a:lnTo>
                    <a:pt x="386" y="696"/>
                  </a:lnTo>
                  <a:lnTo>
                    <a:pt x="383" y="696"/>
                  </a:lnTo>
                  <a:lnTo>
                    <a:pt x="381" y="693"/>
                  </a:lnTo>
                  <a:lnTo>
                    <a:pt x="378" y="690"/>
                  </a:lnTo>
                  <a:lnTo>
                    <a:pt x="377" y="687"/>
                  </a:lnTo>
                  <a:lnTo>
                    <a:pt x="375" y="687"/>
                  </a:lnTo>
                  <a:lnTo>
                    <a:pt x="373" y="689"/>
                  </a:lnTo>
                  <a:lnTo>
                    <a:pt x="370" y="691"/>
                  </a:lnTo>
                  <a:lnTo>
                    <a:pt x="368" y="691"/>
                  </a:lnTo>
                  <a:lnTo>
                    <a:pt x="366" y="689"/>
                  </a:lnTo>
                  <a:lnTo>
                    <a:pt x="364" y="687"/>
                  </a:lnTo>
                  <a:lnTo>
                    <a:pt x="363" y="686"/>
                  </a:lnTo>
                  <a:lnTo>
                    <a:pt x="361" y="684"/>
                  </a:lnTo>
                  <a:lnTo>
                    <a:pt x="360" y="682"/>
                  </a:lnTo>
                  <a:lnTo>
                    <a:pt x="360" y="679"/>
                  </a:lnTo>
                  <a:lnTo>
                    <a:pt x="360" y="676"/>
                  </a:lnTo>
                  <a:lnTo>
                    <a:pt x="359" y="673"/>
                  </a:lnTo>
                  <a:lnTo>
                    <a:pt x="358" y="671"/>
                  </a:lnTo>
                  <a:lnTo>
                    <a:pt x="357" y="668"/>
                  </a:lnTo>
                  <a:lnTo>
                    <a:pt x="357" y="666"/>
                  </a:lnTo>
                  <a:lnTo>
                    <a:pt x="359" y="663"/>
                  </a:lnTo>
                  <a:lnTo>
                    <a:pt x="361" y="661"/>
                  </a:lnTo>
                  <a:lnTo>
                    <a:pt x="360" y="658"/>
                  </a:lnTo>
                  <a:lnTo>
                    <a:pt x="358" y="655"/>
                  </a:lnTo>
                  <a:lnTo>
                    <a:pt x="355" y="652"/>
                  </a:lnTo>
                  <a:lnTo>
                    <a:pt x="354" y="648"/>
                  </a:lnTo>
                  <a:lnTo>
                    <a:pt x="355" y="646"/>
                  </a:lnTo>
                  <a:lnTo>
                    <a:pt x="358" y="644"/>
                  </a:lnTo>
                  <a:lnTo>
                    <a:pt x="360" y="643"/>
                  </a:lnTo>
                  <a:lnTo>
                    <a:pt x="362" y="642"/>
                  </a:lnTo>
                  <a:lnTo>
                    <a:pt x="364" y="641"/>
                  </a:lnTo>
                  <a:lnTo>
                    <a:pt x="366" y="640"/>
                  </a:lnTo>
                  <a:lnTo>
                    <a:pt x="369" y="640"/>
                  </a:lnTo>
                  <a:lnTo>
                    <a:pt x="370" y="639"/>
                  </a:lnTo>
                  <a:lnTo>
                    <a:pt x="372" y="637"/>
                  </a:lnTo>
                  <a:lnTo>
                    <a:pt x="373" y="634"/>
                  </a:lnTo>
                  <a:lnTo>
                    <a:pt x="375" y="632"/>
                  </a:lnTo>
                  <a:lnTo>
                    <a:pt x="378" y="632"/>
                  </a:lnTo>
                  <a:lnTo>
                    <a:pt x="381" y="633"/>
                  </a:lnTo>
                  <a:lnTo>
                    <a:pt x="383" y="635"/>
                  </a:lnTo>
                  <a:lnTo>
                    <a:pt x="386" y="634"/>
                  </a:lnTo>
                  <a:lnTo>
                    <a:pt x="389" y="633"/>
                  </a:lnTo>
                  <a:lnTo>
                    <a:pt x="393" y="632"/>
                  </a:lnTo>
                  <a:lnTo>
                    <a:pt x="395" y="634"/>
                  </a:lnTo>
                  <a:lnTo>
                    <a:pt x="397" y="638"/>
                  </a:lnTo>
                  <a:lnTo>
                    <a:pt x="397" y="641"/>
                  </a:lnTo>
                  <a:lnTo>
                    <a:pt x="399" y="644"/>
                  </a:lnTo>
                  <a:lnTo>
                    <a:pt x="401" y="646"/>
                  </a:lnTo>
                  <a:lnTo>
                    <a:pt x="402" y="647"/>
                  </a:lnTo>
                  <a:lnTo>
                    <a:pt x="404" y="649"/>
                  </a:lnTo>
                  <a:lnTo>
                    <a:pt x="406" y="651"/>
                  </a:lnTo>
                  <a:lnTo>
                    <a:pt x="408" y="653"/>
                  </a:lnTo>
                  <a:lnTo>
                    <a:pt x="412" y="654"/>
                  </a:lnTo>
                  <a:lnTo>
                    <a:pt x="414" y="657"/>
                  </a:lnTo>
                  <a:lnTo>
                    <a:pt x="415" y="660"/>
                  </a:lnTo>
                  <a:close/>
                </a:path>
              </a:pathLst>
            </a:custGeom>
            <a:solidFill>
              <a:srgbClr val="59A3CD">
                <a:alpha val="24000"/>
              </a:srgbClr>
            </a:solidFill>
            <a:ln>
              <a:noFill/>
            </a:ln>
          </p:spPr>
          <p:txBody>
            <a:bodyPr anchor="ctr"/>
            <a:lstStyle/>
            <a:p>
              <a:pPr algn="ctr">
                <a:buNone/>
              </a:pPr>
            </a:p>
          </p:txBody>
        </p:sp>
        <p:sp>
          <p:nvSpPr>
            <p:cNvPr id="6658" name="addition:input:125"/>
            <p:cNvSpPr>
              <a:spLocks noGrp="1"/>
            </p:cNvSpPr>
            <p:nvPr/>
          </p:nvSpPr>
          <p:spPr>
            <a:xfrm>
              <a:off x="209550" y="5438775"/>
              <a:ext cx="536570" cy="1338407"/>
            </a:xfrm>
            <a:custGeom>
              <a:avLst/>
              <a:gdLst/>
              <a:ahLst/>
              <a:cxnLst/>
              <a:rect l="l" t="t" r="r" b="b"/>
              <a:pathLst>
                <a:path w="326" h="714">
                  <a:moveTo>
                    <a:pt x="0" y="0"/>
                  </a:moveTo>
                  <a:moveTo>
                    <a:pt x="320" y="680"/>
                  </a:moveTo>
                  <a:lnTo>
                    <a:pt x="323" y="683"/>
                  </a:lnTo>
                  <a:lnTo>
                    <a:pt x="324" y="686"/>
                  </a:lnTo>
                  <a:lnTo>
                    <a:pt x="325" y="689"/>
                  </a:lnTo>
                  <a:lnTo>
                    <a:pt x="324" y="691"/>
                  </a:lnTo>
                  <a:lnTo>
                    <a:pt x="324" y="694"/>
                  </a:lnTo>
                  <a:lnTo>
                    <a:pt x="323" y="697"/>
                  </a:lnTo>
                  <a:lnTo>
                    <a:pt x="323" y="699"/>
                  </a:lnTo>
                  <a:lnTo>
                    <a:pt x="321" y="701"/>
                  </a:lnTo>
                  <a:lnTo>
                    <a:pt x="319" y="702"/>
                  </a:lnTo>
                  <a:lnTo>
                    <a:pt x="317" y="703"/>
                  </a:lnTo>
                  <a:lnTo>
                    <a:pt x="316" y="705"/>
                  </a:lnTo>
                  <a:lnTo>
                    <a:pt x="314" y="707"/>
                  </a:lnTo>
                  <a:lnTo>
                    <a:pt x="313" y="709"/>
                  </a:lnTo>
                  <a:lnTo>
                    <a:pt x="311" y="708"/>
                  </a:lnTo>
                  <a:lnTo>
                    <a:pt x="308" y="706"/>
                  </a:lnTo>
                  <a:lnTo>
                    <a:pt x="306" y="705"/>
                  </a:lnTo>
                  <a:lnTo>
                    <a:pt x="305" y="707"/>
                  </a:lnTo>
                  <a:lnTo>
                    <a:pt x="302" y="710"/>
                  </a:lnTo>
                  <a:lnTo>
                    <a:pt x="300" y="713"/>
                  </a:lnTo>
                  <a:lnTo>
                    <a:pt x="297" y="714"/>
                  </a:lnTo>
                  <a:lnTo>
                    <a:pt x="295" y="713"/>
                  </a:lnTo>
                  <a:lnTo>
                    <a:pt x="292" y="710"/>
                  </a:lnTo>
                  <a:lnTo>
                    <a:pt x="290" y="708"/>
                  </a:lnTo>
                  <a:lnTo>
                    <a:pt x="289" y="706"/>
                  </a:lnTo>
                  <a:lnTo>
                    <a:pt x="287" y="703"/>
                  </a:lnTo>
                  <a:lnTo>
                    <a:pt x="286" y="700"/>
                  </a:lnTo>
                  <a:lnTo>
                    <a:pt x="285" y="697"/>
                  </a:lnTo>
                  <a:lnTo>
                    <a:pt x="284" y="696"/>
                  </a:lnTo>
                  <a:lnTo>
                    <a:pt x="281" y="695"/>
                  </a:lnTo>
                  <a:lnTo>
                    <a:pt x="277" y="694"/>
                  </a:lnTo>
                  <a:lnTo>
                    <a:pt x="275" y="692"/>
                  </a:lnTo>
                  <a:lnTo>
                    <a:pt x="275" y="689"/>
                  </a:lnTo>
                  <a:lnTo>
                    <a:pt x="276" y="686"/>
                  </a:lnTo>
                  <a:lnTo>
                    <a:pt x="276" y="683"/>
                  </a:lnTo>
                  <a:lnTo>
                    <a:pt x="274" y="680"/>
                  </a:lnTo>
                  <a:lnTo>
                    <a:pt x="273" y="678"/>
                  </a:lnTo>
                  <a:lnTo>
                    <a:pt x="272" y="674"/>
                  </a:lnTo>
                  <a:lnTo>
                    <a:pt x="274" y="672"/>
                  </a:lnTo>
                  <a:lnTo>
                    <a:pt x="277" y="670"/>
                  </a:lnTo>
                  <a:lnTo>
                    <a:pt x="279" y="668"/>
                  </a:lnTo>
                  <a:lnTo>
                    <a:pt x="281" y="666"/>
                  </a:lnTo>
                  <a:lnTo>
                    <a:pt x="283" y="665"/>
                  </a:lnTo>
                  <a:lnTo>
                    <a:pt x="285" y="663"/>
                  </a:lnTo>
                  <a:lnTo>
                    <a:pt x="286" y="661"/>
                  </a:lnTo>
                  <a:lnTo>
                    <a:pt x="288" y="659"/>
                  </a:lnTo>
                  <a:lnTo>
                    <a:pt x="289" y="655"/>
                  </a:lnTo>
                  <a:lnTo>
                    <a:pt x="289" y="651"/>
                  </a:lnTo>
                  <a:lnTo>
                    <a:pt x="291" y="648"/>
                  </a:lnTo>
                  <a:lnTo>
                    <a:pt x="294" y="648"/>
                  </a:lnTo>
                  <a:lnTo>
                    <a:pt x="298" y="650"/>
                  </a:lnTo>
                  <a:lnTo>
                    <a:pt x="300" y="652"/>
                  </a:lnTo>
                  <a:lnTo>
                    <a:pt x="303" y="653"/>
                  </a:lnTo>
                  <a:lnTo>
                    <a:pt x="305" y="652"/>
                  </a:lnTo>
                  <a:lnTo>
                    <a:pt x="307" y="651"/>
                  </a:lnTo>
                  <a:lnTo>
                    <a:pt x="309" y="652"/>
                  </a:lnTo>
                  <a:lnTo>
                    <a:pt x="311" y="653"/>
                  </a:lnTo>
                  <a:lnTo>
                    <a:pt x="312" y="655"/>
                  </a:lnTo>
                  <a:lnTo>
                    <a:pt x="314" y="656"/>
                  </a:lnTo>
                  <a:lnTo>
                    <a:pt x="316" y="656"/>
                  </a:lnTo>
                  <a:lnTo>
                    <a:pt x="318" y="657"/>
                  </a:lnTo>
                  <a:lnTo>
                    <a:pt x="319" y="659"/>
                  </a:lnTo>
                  <a:lnTo>
                    <a:pt x="320" y="660"/>
                  </a:lnTo>
                  <a:lnTo>
                    <a:pt x="322" y="662"/>
                  </a:lnTo>
                  <a:lnTo>
                    <a:pt x="324" y="663"/>
                  </a:lnTo>
                  <a:lnTo>
                    <a:pt x="326" y="665"/>
                  </a:lnTo>
                  <a:lnTo>
                    <a:pt x="326" y="669"/>
                  </a:lnTo>
                  <a:lnTo>
                    <a:pt x="324" y="672"/>
                  </a:lnTo>
                  <a:lnTo>
                    <a:pt x="321" y="676"/>
                  </a:lnTo>
                  <a:lnTo>
                    <a:pt x="320" y="678"/>
                  </a:lnTo>
                  <a:close/>
                </a:path>
              </a:pathLst>
            </a:custGeom>
            <a:solidFill>
              <a:srgbClr val="59A3CD">
                <a:alpha val="24000"/>
              </a:srgbClr>
            </a:solidFill>
            <a:ln>
              <a:noFill/>
            </a:ln>
          </p:spPr>
          <p:txBody>
            <a:bodyPr anchor="ctr"/>
            <a:lstStyle/>
            <a:p>
              <a:pPr algn="ctr">
                <a:buNone/>
              </a:pPr>
            </a:p>
          </p:txBody>
        </p:sp>
        <p:sp>
          <p:nvSpPr>
            <p:cNvPr id="6659" name="addition:input:126"/>
            <p:cNvSpPr>
              <a:spLocks noGrp="1"/>
            </p:cNvSpPr>
            <p:nvPr/>
          </p:nvSpPr>
          <p:spPr>
            <a:xfrm>
              <a:off x="209550" y="5438775"/>
              <a:ext cx="429585" cy="1270925"/>
            </a:xfrm>
            <a:custGeom>
              <a:avLst/>
              <a:gdLst/>
              <a:ahLst/>
              <a:cxnLst/>
              <a:rect l="l" t="t" r="r" b="b"/>
              <a:pathLst>
                <a:path w="261" h="678">
                  <a:moveTo>
                    <a:pt x="0" y="0"/>
                  </a:moveTo>
                  <a:moveTo>
                    <a:pt x="254" y="646"/>
                  </a:moveTo>
                  <a:lnTo>
                    <a:pt x="252" y="648"/>
                  </a:lnTo>
                  <a:lnTo>
                    <a:pt x="253" y="650"/>
                  </a:lnTo>
                  <a:lnTo>
                    <a:pt x="255" y="653"/>
                  </a:lnTo>
                  <a:lnTo>
                    <a:pt x="257" y="657"/>
                  </a:lnTo>
                  <a:lnTo>
                    <a:pt x="257" y="660"/>
                  </a:lnTo>
                  <a:lnTo>
                    <a:pt x="255" y="662"/>
                  </a:lnTo>
                  <a:lnTo>
                    <a:pt x="253" y="664"/>
                  </a:lnTo>
                  <a:lnTo>
                    <a:pt x="251" y="666"/>
                  </a:lnTo>
                  <a:lnTo>
                    <a:pt x="250" y="668"/>
                  </a:lnTo>
                  <a:lnTo>
                    <a:pt x="249" y="670"/>
                  </a:lnTo>
                  <a:lnTo>
                    <a:pt x="247" y="672"/>
                  </a:lnTo>
                  <a:lnTo>
                    <a:pt x="244" y="672"/>
                  </a:lnTo>
                  <a:lnTo>
                    <a:pt x="242" y="672"/>
                  </a:lnTo>
                  <a:lnTo>
                    <a:pt x="240" y="674"/>
                  </a:lnTo>
                  <a:lnTo>
                    <a:pt x="238" y="674"/>
                  </a:lnTo>
                  <a:lnTo>
                    <a:pt x="236" y="674"/>
                  </a:lnTo>
                  <a:lnTo>
                    <a:pt x="234" y="672"/>
                  </a:lnTo>
                  <a:lnTo>
                    <a:pt x="232" y="671"/>
                  </a:lnTo>
                  <a:lnTo>
                    <a:pt x="229" y="672"/>
                  </a:lnTo>
                  <a:lnTo>
                    <a:pt x="227" y="675"/>
                  </a:lnTo>
                  <a:lnTo>
                    <a:pt x="223" y="678"/>
                  </a:lnTo>
                  <a:lnTo>
                    <a:pt x="220" y="678"/>
                  </a:lnTo>
                  <a:lnTo>
                    <a:pt x="217" y="676"/>
                  </a:lnTo>
                  <a:lnTo>
                    <a:pt x="216" y="672"/>
                  </a:lnTo>
                  <a:lnTo>
                    <a:pt x="215" y="669"/>
                  </a:lnTo>
                  <a:lnTo>
                    <a:pt x="214" y="666"/>
                  </a:lnTo>
                  <a:lnTo>
                    <a:pt x="212" y="664"/>
                  </a:lnTo>
                  <a:lnTo>
                    <a:pt x="210" y="662"/>
                  </a:lnTo>
                  <a:lnTo>
                    <a:pt x="209" y="660"/>
                  </a:lnTo>
                  <a:lnTo>
                    <a:pt x="208" y="657"/>
                  </a:lnTo>
                  <a:lnTo>
                    <a:pt x="205" y="656"/>
                  </a:lnTo>
                  <a:lnTo>
                    <a:pt x="202" y="654"/>
                  </a:lnTo>
                  <a:lnTo>
                    <a:pt x="200" y="651"/>
                  </a:lnTo>
                  <a:lnTo>
                    <a:pt x="200" y="649"/>
                  </a:lnTo>
                  <a:lnTo>
                    <a:pt x="201" y="646"/>
                  </a:lnTo>
                  <a:lnTo>
                    <a:pt x="201" y="643"/>
                  </a:lnTo>
                  <a:lnTo>
                    <a:pt x="200" y="641"/>
                  </a:lnTo>
                  <a:lnTo>
                    <a:pt x="198" y="637"/>
                  </a:lnTo>
                  <a:lnTo>
                    <a:pt x="198" y="634"/>
                  </a:lnTo>
                  <a:lnTo>
                    <a:pt x="200" y="632"/>
                  </a:lnTo>
                  <a:lnTo>
                    <a:pt x="204" y="631"/>
                  </a:lnTo>
                  <a:lnTo>
                    <a:pt x="208" y="630"/>
                  </a:lnTo>
                  <a:lnTo>
                    <a:pt x="210" y="629"/>
                  </a:lnTo>
                  <a:lnTo>
                    <a:pt x="212" y="627"/>
                  </a:lnTo>
                  <a:lnTo>
                    <a:pt x="213" y="625"/>
                  </a:lnTo>
                  <a:lnTo>
                    <a:pt x="215" y="623"/>
                  </a:lnTo>
                  <a:lnTo>
                    <a:pt x="217" y="621"/>
                  </a:lnTo>
                  <a:lnTo>
                    <a:pt x="219" y="618"/>
                  </a:lnTo>
                  <a:lnTo>
                    <a:pt x="221" y="615"/>
                  </a:lnTo>
                  <a:lnTo>
                    <a:pt x="224" y="613"/>
                  </a:lnTo>
                  <a:lnTo>
                    <a:pt x="228" y="613"/>
                  </a:lnTo>
                  <a:lnTo>
                    <a:pt x="231" y="615"/>
                  </a:lnTo>
                  <a:lnTo>
                    <a:pt x="234" y="618"/>
                  </a:lnTo>
                  <a:lnTo>
                    <a:pt x="236" y="619"/>
                  </a:lnTo>
                  <a:lnTo>
                    <a:pt x="239" y="619"/>
                  </a:lnTo>
                  <a:lnTo>
                    <a:pt x="242" y="618"/>
                  </a:lnTo>
                  <a:lnTo>
                    <a:pt x="245" y="618"/>
                  </a:lnTo>
                  <a:lnTo>
                    <a:pt x="247" y="621"/>
                  </a:lnTo>
                  <a:lnTo>
                    <a:pt x="248" y="623"/>
                  </a:lnTo>
                  <a:lnTo>
                    <a:pt x="249" y="625"/>
                  </a:lnTo>
                  <a:lnTo>
                    <a:pt x="251" y="626"/>
                  </a:lnTo>
                  <a:lnTo>
                    <a:pt x="254" y="626"/>
                  </a:lnTo>
                  <a:lnTo>
                    <a:pt x="257" y="628"/>
                  </a:lnTo>
                  <a:lnTo>
                    <a:pt x="258" y="630"/>
                  </a:lnTo>
                  <a:lnTo>
                    <a:pt x="259" y="632"/>
                  </a:lnTo>
                  <a:lnTo>
                    <a:pt x="261" y="635"/>
                  </a:lnTo>
                  <a:lnTo>
                    <a:pt x="261" y="637"/>
                  </a:lnTo>
                  <a:lnTo>
                    <a:pt x="261" y="640"/>
                  </a:lnTo>
                  <a:lnTo>
                    <a:pt x="258" y="643"/>
                  </a:lnTo>
                  <a:close/>
                </a:path>
              </a:pathLst>
            </a:custGeom>
            <a:solidFill>
              <a:srgbClr val="59A3CD">
                <a:alpha val="24000"/>
              </a:srgbClr>
            </a:solidFill>
            <a:ln>
              <a:noFill/>
            </a:ln>
          </p:spPr>
          <p:txBody>
            <a:bodyPr anchor="ctr"/>
            <a:lstStyle/>
            <a:p>
              <a:pPr algn="ctr">
                <a:buNone/>
              </a:pPr>
            </a:p>
          </p:txBody>
        </p:sp>
        <p:sp>
          <p:nvSpPr>
            <p:cNvPr id="6660" name="addition:input:127"/>
            <p:cNvSpPr>
              <a:spLocks noGrp="1"/>
            </p:cNvSpPr>
            <p:nvPr/>
          </p:nvSpPr>
          <p:spPr>
            <a:xfrm>
              <a:off x="209550" y="5438775"/>
              <a:ext cx="376916" cy="1132210"/>
            </a:xfrm>
            <a:custGeom>
              <a:avLst/>
              <a:gdLst/>
              <a:ahLst/>
              <a:cxnLst/>
              <a:rect l="l" t="t" r="r" b="b"/>
              <a:pathLst>
                <a:path w="229" h="604">
                  <a:moveTo>
                    <a:pt x="0" y="0"/>
                  </a:moveTo>
                  <a:moveTo>
                    <a:pt x="227" y="575"/>
                  </a:moveTo>
                  <a:lnTo>
                    <a:pt x="225" y="577"/>
                  </a:lnTo>
                  <a:lnTo>
                    <a:pt x="224" y="579"/>
                  </a:lnTo>
                  <a:lnTo>
                    <a:pt x="225" y="581"/>
                  </a:lnTo>
                  <a:lnTo>
                    <a:pt x="227" y="585"/>
                  </a:lnTo>
                  <a:lnTo>
                    <a:pt x="229" y="588"/>
                  </a:lnTo>
                  <a:lnTo>
                    <a:pt x="229" y="591"/>
                  </a:lnTo>
                  <a:lnTo>
                    <a:pt x="227" y="593"/>
                  </a:lnTo>
                  <a:lnTo>
                    <a:pt x="224" y="594"/>
                  </a:lnTo>
                  <a:lnTo>
                    <a:pt x="222" y="594"/>
                  </a:lnTo>
                  <a:lnTo>
                    <a:pt x="220" y="595"/>
                  </a:lnTo>
                  <a:lnTo>
                    <a:pt x="218" y="596"/>
                  </a:lnTo>
                  <a:lnTo>
                    <a:pt x="216" y="596"/>
                  </a:lnTo>
                  <a:lnTo>
                    <a:pt x="215" y="597"/>
                  </a:lnTo>
                  <a:lnTo>
                    <a:pt x="213" y="598"/>
                  </a:lnTo>
                  <a:lnTo>
                    <a:pt x="211" y="600"/>
                  </a:lnTo>
                  <a:lnTo>
                    <a:pt x="210" y="603"/>
                  </a:lnTo>
                  <a:lnTo>
                    <a:pt x="207" y="604"/>
                  </a:lnTo>
                  <a:lnTo>
                    <a:pt x="205" y="603"/>
                  </a:lnTo>
                  <a:lnTo>
                    <a:pt x="202" y="602"/>
                  </a:lnTo>
                  <a:lnTo>
                    <a:pt x="200" y="600"/>
                  </a:lnTo>
                  <a:lnTo>
                    <a:pt x="197" y="601"/>
                  </a:lnTo>
                  <a:lnTo>
                    <a:pt x="194" y="602"/>
                  </a:lnTo>
                  <a:lnTo>
                    <a:pt x="191" y="601"/>
                  </a:lnTo>
                  <a:lnTo>
                    <a:pt x="189" y="599"/>
                  </a:lnTo>
                  <a:lnTo>
                    <a:pt x="188" y="595"/>
                  </a:lnTo>
                  <a:lnTo>
                    <a:pt x="188" y="592"/>
                  </a:lnTo>
                  <a:lnTo>
                    <a:pt x="186" y="590"/>
                  </a:lnTo>
                  <a:lnTo>
                    <a:pt x="184" y="589"/>
                  </a:lnTo>
                  <a:lnTo>
                    <a:pt x="182" y="588"/>
                  </a:lnTo>
                  <a:lnTo>
                    <a:pt x="181" y="586"/>
                  </a:lnTo>
                  <a:lnTo>
                    <a:pt x="179" y="584"/>
                  </a:lnTo>
                  <a:lnTo>
                    <a:pt x="176" y="583"/>
                  </a:lnTo>
                  <a:lnTo>
                    <a:pt x="174" y="580"/>
                  </a:lnTo>
                  <a:lnTo>
                    <a:pt x="172" y="578"/>
                  </a:lnTo>
                  <a:lnTo>
                    <a:pt x="173" y="575"/>
                  </a:lnTo>
                  <a:lnTo>
                    <a:pt x="176" y="573"/>
                  </a:lnTo>
                  <a:lnTo>
                    <a:pt x="179" y="571"/>
                  </a:lnTo>
                  <a:lnTo>
                    <a:pt x="181" y="569"/>
                  </a:lnTo>
                  <a:lnTo>
                    <a:pt x="181" y="566"/>
                  </a:lnTo>
                  <a:lnTo>
                    <a:pt x="181" y="564"/>
                  </a:lnTo>
                  <a:lnTo>
                    <a:pt x="182" y="561"/>
                  </a:lnTo>
                  <a:lnTo>
                    <a:pt x="184" y="560"/>
                  </a:lnTo>
                  <a:lnTo>
                    <a:pt x="187" y="559"/>
                  </a:lnTo>
                  <a:lnTo>
                    <a:pt x="188" y="557"/>
                  </a:lnTo>
                  <a:lnTo>
                    <a:pt x="190" y="555"/>
                  </a:lnTo>
                  <a:lnTo>
                    <a:pt x="191" y="552"/>
                  </a:lnTo>
                  <a:lnTo>
                    <a:pt x="193" y="550"/>
                  </a:lnTo>
                  <a:lnTo>
                    <a:pt x="195" y="549"/>
                  </a:lnTo>
                  <a:lnTo>
                    <a:pt x="198" y="548"/>
                  </a:lnTo>
                  <a:lnTo>
                    <a:pt x="200" y="547"/>
                  </a:lnTo>
                  <a:lnTo>
                    <a:pt x="202" y="546"/>
                  </a:lnTo>
                  <a:lnTo>
                    <a:pt x="205" y="547"/>
                  </a:lnTo>
                  <a:lnTo>
                    <a:pt x="207" y="549"/>
                  </a:lnTo>
                  <a:lnTo>
                    <a:pt x="208" y="553"/>
                  </a:lnTo>
                  <a:lnTo>
                    <a:pt x="210" y="554"/>
                  </a:lnTo>
                  <a:lnTo>
                    <a:pt x="212" y="554"/>
                  </a:lnTo>
                  <a:lnTo>
                    <a:pt x="214" y="551"/>
                  </a:lnTo>
                  <a:lnTo>
                    <a:pt x="217" y="550"/>
                  </a:lnTo>
                  <a:lnTo>
                    <a:pt x="219" y="551"/>
                  </a:lnTo>
                  <a:lnTo>
                    <a:pt x="221" y="553"/>
                  </a:lnTo>
                  <a:lnTo>
                    <a:pt x="222" y="555"/>
                  </a:lnTo>
                  <a:lnTo>
                    <a:pt x="223" y="557"/>
                  </a:lnTo>
                  <a:lnTo>
                    <a:pt x="224" y="558"/>
                  </a:lnTo>
                  <a:lnTo>
                    <a:pt x="225" y="561"/>
                  </a:lnTo>
                  <a:lnTo>
                    <a:pt x="225" y="563"/>
                  </a:lnTo>
                  <a:lnTo>
                    <a:pt x="225" y="566"/>
                  </a:lnTo>
                  <a:lnTo>
                    <a:pt x="225" y="568"/>
                  </a:lnTo>
                  <a:lnTo>
                    <a:pt x="226" y="570"/>
                  </a:lnTo>
                  <a:lnTo>
                    <a:pt x="227" y="573"/>
                  </a:lnTo>
                  <a:close/>
                </a:path>
              </a:pathLst>
            </a:custGeom>
            <a:solidFill>
              <a:srgbClr val="59A3CD">
                <a:alpha val="24000"/>
              </a:srgbClr>
            </a:solidFill>
            <a:ln>
              <a:noFill/>
            </a:ln>
          </p:spPr>
          <p:txBody>
            <a:bodyPr anchor="ctr"/>
            <a:lstStyle/>
            <a:p>
              <a:pPr algn="ctr">
                <a:buNone/>
              </a:pPr>
            </a:p>
          </p:txBody>
        </p:sp>
        <p:sp>
          <p:nvSpPr>
            <p:cNvPr id="6661" name="addition:input:128"/>
            <p:cNvSpPr>
              <a:spLocks noGrp="1"/>
            </p:cNvSpPr>
            <p:nvPr/>
          </p:nvSpPr>
          <p:spPr>
            <a:xfrm>
              <a:off x="209550" y="5438775"/>
              <a:ext cx="462504" cy="1021613"/>
            </a:xfrm>
            <a:custGeom>
              <a:avLst/>
              <a:gdLst/>
              <a:ahLst/>
              <a:cxnLst/>
              <a:rect l="l" t="t" r="r" b="b"/>
              <a:pathLst>
                <a:path w="281" h="545">
                  <a:moveTo>
                    <a:pt x="0" y="0"/>
                  </a:moveTo>
                  <a:moveTo>
                    <a:pt x="275" y="515"/>
                  </a:moveTo>
                  <a:lnTo>
                    <a:pt x="276" y="517"/>
                  </a:lnTo>
                  <a:lnTo>
                    <a:pt x="278" y="520"/>
                  </a:lnTo>
                  <a:lnTo>
                    <a:pt x="280" y="523"/>
                  </a:lnTo>
                  <a:lnTo>
                    <a:pt x="281" y="526"/>
                  </a:lnTo>
                  <a:lnTo>
                    <a:pt x="279" y="528"/>
                  </a:lnTo>
                  <a:lnTo>
                    <a:pt x="277" y="530"/>
                  </a:lnTo>
                  <a:lnTo>
                    <a:pt x="275" y="531"/>
                  </a:lnTo>
                  <a:lnTo>
                    <a:pt x="273" y="533"/>
                  </a:lnTo>
                  <a:lnTo>
                    <a:pt x="271" y="534"/>
                  </a:lnTo>
                  <a:lnTo>
                    <a:pt x="268" y="534"/>
                  </a:lnTo>
                  <a:lnTo>
                    <a:pt x="265" y="534"/>
                  </a:lnTo>
                  <a:lnTo>
                    <a:pt x="263" y="535"/>
                  </a:lnTo>
                  <a:lnTo>
                    <a:pt x="262" y="538"/>
                  </a:lnTo>
                  <a:lnTo>
                    <a:pt x="261" y="542"/>
                  </a:lnTo>
                  <a:lnTo>
                    <a:pt x="258" y="545"/>
                  </a:lnTo>
                  <a:lnTo>
                    <a:pt x="255" y="545"/>
                  </a:lnTo>
                  <a:lnTo>
                    <a:pt x="252" y="543"/>
                  </a:lnTo>
                  <a:lnTo>
                    <a:pt x="249" y="542"/>
                  </a:lnTo>
                  <a:lnTo>
                    <a:pt x="246" y="541"/>
                  </a:lnTo>
                  <a:lnTo>
                    <a:pt x="243" y="542"/>
                  </a:lnTo>
                  <a:lnTo>
                    <a:pt x="240" y="542"/>
                  </a:lnTo>
                  <a:lnTo>
                    <a:pt x="237" y="540"/>
                  </a:lnTo>
                  <a:lnTo>
                    <a:pt x="235" y="538"/>
                  </a:lnTo>
                  <a:lnTo>
                    <a:pt x="233" y="536"/>
                  </a:lnTo>
                  <a:lnTo>
                    <a:pt x="231" y="535"/>
                  </a:lnTo>
                  <a:lnTo>
                    <a:pt x="229" y="533"/>
                  </a:lnTo>
                  <a:lnTo>
                    <a:pt x="227" y="532"/>
                  </a:lnTo>
                  <a:lnTo>
                    <a:pt x="226" y="530"/>
                  </a:lnTo>
                  <a:lnTo>
                    <a:pt x="225" y="528"/>
                  </a:lnTo>
                  <a:lnTo>
                    <a:pt x="222" y="527"/>
                  </a:lnTo>
                  <a:lnTo>
                    <a:pt x="219" y="525"/>
                  </a:lnTo>
                  <a:lnTo>
                    <a:pt x="216" y="523"/>
                  </a:lnTo>
                  <a:lnTo>
                    <a:pt x="216" y="521"/>
                  </a:lnTo>
                  <a:lnTo>
                    <a:pt x="218" y="518"/>
                  </a:lnTo>
                  <a:lnTo>
                    <a:pt x="222" y="515"/>
                  </a:lnTo>
                  <a:lnTo>
                    <a:pt x="225" y="513"/>
                  </a:lnTo>
                  <a:lnTo>
                    <a:pt x="225" y="511"/>
                  </a:lnTo>
                  <a:lnTo>
                    <a:pt x="225" y="508"/>
                  </a:lnTo>
                  <a:lnTo>
                    <a:pt x="226" y="506"/>
                  </a:lnTo>
                  <a:lnTo>
                    <a:pt x="227" y="504"/>
                  </a:lnTo>
                  <a:lnTo>
                    <a:pt x="228" y="502"/>
                  </a:lnTo>
                  <a:lnTo>
                    <a:pt x="229" y="499"/>
                  </a:lnTo>
                  <a:lnTo>
                    <a:pt x="229" y="496"/>
                  </a:lnTo>
                  <a:lnTo>
                    <a:pt x="231" y="494"/>
                  </a:lnTo>
                  <a:lnTo>
                    <a:pt x="233" y="493"/>
                  </a:lnTo>
                  <a:lnTo>
                    <a:pt x="236" y="492"/>
                  </a:lnTo>
                  <a:lnTo>
                    <a:pt x="238" y="491"/>
                  </a:lnTo>
                  <a:lnTo>
                    <a:pt x="240" y="489"/>
                  </a:lnTo>
                  <a:lnTo>
                    <a:pt x="242" y="487"/>
                  </a:lnTo>
                  <a:lnTo>
                    <a:pt x="244" y="486"/>
                  </a:lnTo>
                  <a:lnTo>
                    <a:pt x="247" y="488"/>
                  </a:lnTo>
                  <a:lnTo>
                    <a:pt x="249" y="491"/>
                  </a:lnTo>
                  <a:lnTo>
                    <a:pt x="251" y="493"/>
                  </a:lnTo>
                  <a:lnTo>
                    <a:pt x="253" y="493"/>
                  </a:lnTo>
                  <a:lnTo>
                    <a:pt x="255" y="491"/>
                  </a:lnTo>
                  <a:lnTo>
                    <a:pt x="258" y="489"/>
                  </a:lnTo>
                  <a:lnTo>
                    <a:pt x="260" y="489"/>
                  </a:lnTo>
                  <a:lnTo>
                    <a:pt x="263" y="490"/>
                  </a:lnTo>
                  <a:lnTo>
                    <a:pt x="265" y="491"/>
                  </a:lnTo>
                  <a:lnTo>
                    <a:pt x="267" y="492"/>
                  </a:lnTo>
                  <a:lnTo>
                    <a:pt x="269" y="493"/>
                  </a:lnTo>
                  <a:lnTo>
                    <a:pt x="270" y="496"/>
                  </a:lnTo>
                  <a:lnTo>
                    <a:pt x="269" y="500"/>
                  </a:lnTo>
                  <a:lnTo>
                    <a:pt x="269" y="503"/>
                  </a:lnTo>
                  <a:lnTo>
                    <a:pt x="270" y="505"/>
                  </a:lnTo>
                  <a:lnTo>
                    <a:pt x="273" y="506"/>
                  </a:lnTo>
                  <a:lnTo>
                    <a:pt x="276" y="508"/>
                  </a:lnTo>
                  <a:lnTo>
                    <a:pt x="277" y="510"/>
                  </a:lnTo>
                  <a:lnTo>
                    <a:pt x="276" y="513"/>
                  </a:lnTo>
                  <a:close/>
                </a:path>
              </a:pathLst>
            </a:custGeom>
            <a:solidFill>
              <a:srgbClr val="59A3CD">
                <a:alpha val="24000"/>
              </a:srgbClr>
            </a:solidFill>
            <a:ln>
              <a:noFill/>
            </a:ln>
          </p:spPr>
          <p:txBody>
            <a:bodyPr anchor="ctr"/>
            <a:lstStyle/>
            <a:p>
              <a:pPr algn="ctr">
                <a:buNone/>
              </a:pPr>
            </a:p>
          </p:txBody>
        </p:sp>
        <p:sp>
          <p:nvSpPr>
            <p:cNvPr id="6662" name="addition:input:129"/>
            <p:cNvSpPr>
              <a:spLocks noGrp="1"/>
            </p:cNvSpPr>
            <p:nvPr/>
          </p:nvSpPr>
          <p:spPr>
            <a:xfrm>
              <a:off x="209550" y="5438775"/>
              <a:ext cx="585948" cy="971001"/>
            </a:xfrm>
            <a:custGeom>
              <a:avLst/>
              <a:gdLst/>
              <a:ahLst/>
              <a:cxnLst/>
              <a:rect l="l" t="t" r="r" b="b"/>
              <a:pathLst>
                <a:path w="356" h="518">
                  <a:moveTo>
                    <a:pt x="0" y="0"/>
                  </a:moveTo>
                  <a:moveTo>
                    <a:pt x="356" y="488"/>
                  </a:moveTo>
                  <a:lnTo>
                    <a:pt x="353" y="491"/>
                  </a:lnTo>
                  <a:lnTo>
                    <a:pt x="351" y="493"/>
                  </a:lnTo>
                  <a:lnTo>
                    <a:pt x="349" y="495"/>
                  </a:lnTo>
                  <a:lnTo>
                    <a:pt x="350" y="497"/>
                  </a:lnTo>
                  <a:lnTo>
                    <a:pt x="349" y="500"/>
                  </a:lnTo>
                  <a:lnTo>
                    <a:pt x="348" y="502"/>
                  </a:lnTo>
                  <a:lnTo>
                    <a:pt x="345" y="503"/>
                  </a:lnTo>
                  <a:lnTo>
                    <a:pt x="342" y="504"/>
                  </a:lnTo>
                  <a:lnTo>
                    <a:pt x="340" y="505"/>
                  </a:lnTo>
                  <a:lnTo>
                    <a:pt x="339" y="507"/>
                  </a:lnTo>
                  <a:lnTo>
                    <a:pt x="337" y="510"/>
                  </a:lnTo>
                  <a:lnTo>
                    <a:pt x="335" y="511"/>
                  </a:lnTo>
                  <a:lnTo>
                    <a:pt x="332" y="513"/>
                  </a:lnTo>
                  <a:lnTo>
                    <a:pt x="330" y="514"/>
                  </a:lnTo>
                  <a:lnTo>
                    <a:pt x="328" y="517"/>
                  </a:lnTo>
                  <a:lnTo>
                    <a:pt x="325" y="518"/>
                  </a:lnTo>
                  <a:lnTo>
                    <a:pt x="322" y="518"/>
                  </a:lnTo>
                  <a:lnTo>
                    <a:pt x="319" y="515"/>
                  </a:lnTo>
                  <a:lnTo>
                    <a:pt x="317" y="511"/>
                  </a:lnTo>
                  <a:lnTo>
                    <a:pt x="315" y="509"/>
                  </a:lnTo>
                  <a:lnTo>
                    <a:pt x="313" y="509"/>
                  </a:lnTo>
                  <a:lnTo>
                    <a:pt x="311" y="510"/>
                  </a:lnTo>
                  <a:lnTo>
                    <a:pt x="308" y="511"/>
                  </a:lnTo>
                  <a:lnTo>
                    <a:pt x="306" y="511"/>
                  </a:lnTo>
                  <a:lnTo>
                    <a:pt x="304" y="509"/>
                  </a:lnTo>
                  <a:lnTo>
                    <a:pt x="303" y="507"/>
                  </a:lnTo>
                  <a:lnTo>
                    <a:pt x="301" y="506"/>
                  </a:lnTo>
                  <a:lnTo>
                    <a:pt x="299" y="505"/>
                  </a:lnTo>
                  <a:lnTo>
                    <a:pt x="298" y="503"/>
                  </a:lnTo>
                  <a:lnTo>
                    <a:pt x="298" y="500"/>
                  </a:lnTo>
                  <a:lnTo>
                    <a:pt x="298" y="497"/>
                  </a:lnTo>
                  <a:lnTo>
                    <a:pt x="298" y="495"/>
                  </a:lnTo>
                  <a:lnTo>
                    <a:pt x="297" y="493"/>
                  </a:lnTo>
                  <a:lnTo>
                    <a:pt x="296" y="491"/>
                  </a:lnTo>
                  <a:lnTo>
                    <a:pt x="298" y="488"/>
                  </a:lnTo>
                  <a:lnTo>
                    <a:pt x="301" y="486"/>
                  </a:lnTo>
                  <a:lnTo>
                    <a:pt x="303" y="484"/>
                  </a:lnTo>
                  <a:lnTo>
                    <a:pt x="302" y="482"/>
                  </a:lnTo>
                  <a:lnTo>
                    <a:pt x="300" y="479"/>
                  </a:lnTo>
                  <a:lnTo>
                    <a:pt x="298" y="476"/>
                  </a:lnTo>
                  <a:lnTo>
                    <a:pt x="297" y="473"/>
                  </a:lnTo>
                  <a:lnTo>
                    <a:pt x="299" y="471"/>
                  </a:lnTo>
                  <a:lnTo>
                    <a:pt x="301" y="469"/>
                  </a:lnTo>
                  <a:lnTo>
                    <a:pt x="303" y="468"/>
                  </a:lnTo>
                  <a:lnTo>
                    <a:pt x="305" y="467"/>
                  </a:lnTo>
                  <a:lnTo>
                    <a:pt x="307" y="466"/>
                  </a:lnTo>
                  <a:lnTo>
                    <a:pt x="310" y="467"/>
                  </a:lnTo>
                  <a:lnTo>
                    <a:pt x="312" y="467"/>
                  </a:lnTo>
                  <a:lnTo>
                    <a:pt x="314" y="466"/>
                  </a:lnTo>
                  <a:lnTo>
                    <a:pt x="315" y="464"/>
                  </a:lnTo>
                  <a:lnTo>
                    <a:pt x="317" y="462"/>
                  </a:lnTo>
                  <a:lnTo>
                    <a:pt x="319" y="461"/>
                  </a:lnTo>
                  <a:lnTo>
                    <a:pt x="322" y="462"/>
                  </a:lnTo>
                  <a:lnTo>
                    <a:pt x="324" y="463"/>
                  </a:lnTo>
                  <a:lnTo>
                    <a:pt x="326" y="464"/>
                  </a:lnTo>
                  <a:lnTo>
                    <a:pt x="329" y="463"/>
                  </a:lnTo>
                  <a:lnTo>
                    <a:pt x="332" y="462"/>
                  </a:lnTo>
                  <a:lnTo>
                    <a:pt x="336" y="462"/>
                  </a:lnTo>
                  <a:lnTo>
                    <a:pt x="338" y="464"/>
                  </a:lnTo>
                  <a:lnTo>
                    <a:pt x="339" y="467"/>
                  </a:lnTo>
                  <a:lnTo>
                    <a:pt x="340" y="470"/>
                  </a:lnTo>
                  <a:lnTo>
                    <a:pt x="341" y="472"/>
                  </a:lnTo>
                  <a:lnTo>
                    <a:pt x="342" y="474"/>
                  </a:lnTo>
                  <a:lnTo>
                    <a:pt x="344" y="476"/>
                  </a:lnTo>
                  <a:lnTo>
                    <a:pt x="345" y="478"/>
                  </a:lnTo>
                  <a:lnTo>
                    <a:pt x="347" y="480"/>
                  </a:lnTo>
                  <a:lnTo>
                    <a:pt x="350" y="481"/>
                  </a:lnTo>
                  <a:lnTo>
                    <a:pt x="353" y="483"/>
                  </a:lnTo>
                  <a:lnTo>
                    <a:pt x="356" y="485"/>
                  </a:lnTo>
                  <a:close/>
                </a:path>
              </a:pathLst>
            </a:custGeom>
            <a:solidFill>
              <a:srgbClr val="59A3CD">
                <a:alpha val="24000"/>
              </a:srgbClr>
            </a:solidFill>
            <a:ln>
              <a:noFill/>
            </a:ln>
          </p:spPr>
          <p:txBody>
            <a:bodyPr anchor="ctr"/>
            <a:lstStyle/>
            <a:p>
              <a:pPr algn="ctr">
                <a:buNone/>
              </a:pPr>
            </a:p>
          </p:txBody>
        </p:sp>
        <p:sp>
          <p:nvSpPr>
            <p:cNvPr id="6663" name="addition:input:130"/>
            <p:cNvSpPr>
              <a:spLocks noGrp="1"/>
            </p:cNvSpPr>
            <p:nvPr/>
          </p:nvSpPr>
          <p:spPr>
            <a:xfrm>
              <a:off x="209550" y="5438775"/>
              <a:ext cx="684703" cy="1038484"/>
            </a:xfrm>
            <a:custGeom>
              <a:avLst/>
              <a:gdLst/>
              <a:ahLst/>
              <a:cxnLst/>
              <a:rect l="l" t="t" r="r" b="b"/>
              <a:pathLst>
                <a:path w="416" h="554">
                  <a:moveTo>
                    <a:pt x="0" y="0"/>
                  </a:moveTo>
                  <a:moveTo>
                    <a:pt x="414" y="522"/>
                  </a:moveTo>
                  <a:lnTo>
                    <a:pt x="412" y="525"/>
                  </a:lnTo>
                  <a:lnTo>
                    <a:pt x="411" y="527"/>
                  </a:lnTo>
                  <a:lnTo>
                    <a:pt x="412" y="530"/>
                  </a:lnTo>
                  <a:lnTo>
                    <a:pt x="414" y="533"/>
                  </a:lnTo>
                  <a:lnTo>
                    <a:pt x="416" y="537"/>
                  </a:lnTo>
                  <a:lnTo>
                    <a:pt x="416" y="541"/>
                  </a:lnTo>
                  <a:lnTo>
                    <a:pt x="414" y="543"/>
                  </a:lnTo>
                  <a:lnTo>
                    <a:pt x="412" y="543"/>
                  </a:lnTo>
                  <a:lnTo>
                    <a:pt x="410" y="544"/>
                  </a:lnTo>
                  <a:lnTo>
                    <a:pt x="409" y="545"/>
                  </a:lnTo>
                  <a:lnTo>
                    <a:pt x="407" y="547"/>
                  </a:lnTo>
                  <a:lnTo>
                    <a:pt x="406" y="548"/>
                  </a:lnTo>
                  <a:lnTo>
                    <a:pt x="404" y="548"/>
                  </a:lnTo>
                  <a:lnTo>
                    <a:pt x="403" y="549"/>
                  </a:lnTo>
                  <a:lnTo>
                    <a:pt x="401" y="551"/>
                  </a:lnTo>
                  <a:lnTo>
                    <a:pt x="400" y="553"/>
                  </a:lnTo>
                  <a:lnTo>
                    <a:pt x="398" y="554"/>
                  </a:lnTo>
                  <a:lnTo>
                    <a:pt x="396" y="553"/>
                  </a:lnTo>
                  <a:lnTo>
                    <a:pt x="394" y="552"/>
                  </a:lnTo>
                  <a:lnTo>
                    <a:pt x="392" y="551"/>
                  </a:lnTo>
                  <a:lnTo>
                    <a:pt x="390" y="552"/>
                  </a:lnTo>
                  <a:lnTo>
                    <a:pt x="387" y="554"/>
                  </a:lnTo>
                  <a:lnTo>
                    <a:pt x="385" y="553"/>
                  </a:lnTo>
                  <a:lnTo>
                    <a:pt x="383" y="550"/>
                  </a:lnTo>
                  <a:lnTo>
                    <a:pt x="383" y="546"/>
                  </a:lnTo>
                  <a:lnTo>
                    <a:pt x="383" y="542"/>
                  </a:lnTo>
                  <a:lnTo>
                    <a:pt x="382" y="540"/>
                  </a:lnTo>
                  <a:lnTo>
                    <a:pt x="380" y="538"/>
                  </a:lnTo>
                  <a:lnTo>
                    <a:pt x="378" y="537"/>
                  </a:lnTo>
                  <a:lnTo>
                    <a:pt x="376" y="535"/>
                  </a:lnTo>
                  <a:lnTo>
                    <a:pt x="375" y="533"/>
                  </a:lnTo>
                  <a:lnTo>
                    <a:pt x="373" y="531"/>
                  </a:lnTo>
                  <a:lnTo>
                    <a:pt x="371" y="528"/>
                  </a:lnTo>
                  <a:lnTo>
                    <a:pt x="370" y="525"/>
                  </a:lnTo>
                  <a:lnTo>
                    <a:pt x="370" y="522"/>
                  </a:lnTo>
                  <a:lnTo>
                    <a:pt x="372" y="519"/>
                  </a:lnTo>
                  <a:lnTo>
                    <a:pt x="374" y="517"/>
                  </a:lnTo>
                  <a:lnTo>
                    <a:pt x="375" y="515"/>
                  </a:lnTo>
                  <a:lnTo>
                    <a:pt x="375" y="512"/>
                  </a:lnTo>
                  <a:lnTo>
                    <a:pt x="375" y="509"/>
                  </a:lnTo>
                  <a:lnTo>
                    <a:pt x="376" y="506"/>
                  </a:lnTo>
                  <a:lnTo>
                    <a:pt x="379" y="505"/>
                  </a:lnTo>
                  <a:lnTo>
                    <a:pt x="381" y="504"/>
                  </a:lnTo>
                  <a:lnTo>
                    <a:pt x="383" y="503"/>
                  </a:lnTo>
                  <a:lnTo>
                    <a:pt x="384" y="500"/>
                  </a:lnTo>
                  <a:lnTo>
                    <a:pt x="384" y="497"/>
                  </a:lnTo>
                  <a:lnTo>
                    <a:pt x="386" y="494"/>
                  </a:lnTo>
                  <a:lnTo>
                    <a:pt x="388" y="492"/>
                  </a:lnTo>
                  <a:lnTo>
                    <a:pt x="390" y="491"/>
                  </a:lnTo>
                  <a:lnTo>
                    <a:pt x="392" y="489"/>
                  </a:lnTo>
                  <a:lnTo>
                    <a:pt x="394" y="488"/>
                  </a:lnTo>
                  <a:lnTo>
                    <a:pt x="396" y="489"/>
                  </a:lnTo>
                  <a:lnTo>
                    <a:pt x="398" y="493"/>
                  </a:lnTo>
                  <a:lnTo>
                    <a:pt x="399" y="496"/>
                  </a:lnTo>
                  <a:lnTo>
                    <a:pt x="401" y="498"/>
                  </a:lnTo>
                  <a:lnTo>
                    <a:pt x="402" y="497"/>
                  </a:lnTo>
                  <a:lnTo>
                    <a:pt x="405" y="495"/>
                  </a:lnTo>
                  <a:lnTo>
                    <a:pt x="407" y="494"/>
                  </a:lnTo>
                  <a:lnTo>
                    <a:pt x="408" y="495"/>
                  </a:lnTo>
                  <a:lnTo>
                    <a:pt x="409" y="498"/>
                  </a:lnTo>
                  <a:lnTo>
                    <a:pt x="410" y="500"/>
                  </a:lnTo>
                  <a:lnTo>
                    <a:pt x="411" y="502"/>
                  </a:lnTo>
                  <a:lnTo>
                    <a:pt x="413" y="503"/>
                  </a:lnTo>
                  <a:lnTo>
                    <a:pt x="414" y="505"/>
                  </a:lnTo>
                  <a:lnTo>
                    <a:pt x="414" y="508"/>
                  </a:lnTo>
                  <a:lnTo>
                    <a:pt x="414" y="511"/>
                  </a:lnTo>
                  <a:lnTo>
                    <a:pt x="414" y="514"/>
                  </a:lnTo>
                  <a:lnTo>
                    <a:pt x="414" y="517"/>
                  </a:lnTo>
                  <a:lnTo>
                    <a:pt x="415" y="520"/>
                  </a:lnTo>
                  <a:close/>
                </a:path>
              </a:pathLst>
            </a:custGeom>
            <a:solidFill>
              <a:srgbClr val="59A3CD">
                <a:alpha val="24000"/>
              </a:srgbClr>
            </a:solidFill>
            <a:ln>
              <a:noFill/>
            </a:ln>
          </p:spPr>
          <p:txBody>
            <a:bodyPr anchor="ctr"/>
            <a:lstStyle/>
            <a:p>
              <a:pPr algn="ctr">
                <a:buNone/>
              </a:pPr>
            </a:p>
          </p:txBody>
        </p:sp>
        <p:sp>
          <p:nvSpPr>
            <p:cNvPr id="6664" name="addition:input:131"/>
            <p:cNvSpPr>
              <a:spLocks noGrp="1"/>
            </p:cNvSpPr>
            <p:nvPr/>
          </p:nvSpPr>
          <p:spPr>
            <a:xfrm>
              <a:off x="209550" y="5438775"/>
              <a:ext cx="1379281" cy="1396517"/>
            </a:xfrm>
            <a:custGeom>
              <a:avLst/>
              <a:gdLst/>
              <a:ahLst/>
              <a:cxnLst/>
              <a:rect l="l" t="t" r="r" b="b"/>
              <a:pathLst>
                <a:path w="838" h="745">
                  <a:moveTo>
                    <a:pt x="0" y="0"/>
                  </a:moveTo>
                  <a:moveTo>
                    <a:pt x="820" y="596"/>
                  </a:moveTo>
                  <a:lnTo>
                    <a:pt x="825" y="608"/>
                  </a:lnTo>
                  <a:lnTo>
                    <a:pt x="832" y="621"/>
                  </a:lnTo>
                  <a:lnTo>
                    <a:pt x="838" y="635"/>
                  </a:lnTo>
                  <a:lnTo>
                    <a:pt x="836" y="648"/>
                  </a:lnTo>
                  <a:lnTo>
                    <a:pt x="825" y="657"/>
                  </a:lnTo>
                  <a:lnTo>
                    <a:pt x="811" y="664"/>
                  </a:lnTo>
                  <a:lnTo>
                    <a:pt x="802" y="673"/>
                  </a:lnTo>
                  <a:lnTo>
                    <a:pt x="799" y="685"/>
                  </a:lnTo>
                  <a:lnTo>
                    <a:pt x="795" y="699"/>
                  </a:lnTo>
                  <a:lnTo>
                    <a:pt x="784" y="706"/>
                  </a:lnTo>
                  <a:lnTo>
                    <a:pt x="765" y="705"/>
                  </a:lnTo>
                  <a:lnTo>
                    <a:pt x="745" y="700"/>
                  </a:lnTo>
                  <a:lnTo>
                    <a:pt x="730" y="699"/>
                  </a:lnTo>
                  <a:lnTo>
                    <a:pt x="720" y="708"/>
                  </a:lnTo>
                  <a:lnTo>
                    <a:pt x="710" y="724"/>
                  </a:lnTo>
                  <a:lnTo>
                    <a:pt x="696" y="738"/>
                  </a:lnTo>
                  <a:lnTo>
                    <a:pt x="679" y="745"/>
                  </a:lnTo>
                  <a:lnTo>
                    <a:pt x="661" y="745"/>
                  </a:lnTo>
                  <a:lnTo>
                    <a:pt x="642" y="743"/>
                  </a:lnTo>
                  <a:lnTo>
                    <a:pt x="624" y="740"/>
                  </a:lnTo>
                  <a:lnTo>
                    <a:pt x="607" y="733"/>
                  </a:lnTo>
                  <a:lnTo>
                    <a:pt x="594" y="720"/>
                  </a:lnTo>
                  <a:lnTo>
                    <a:pt x="586" y="703"/>
                  </a:lnTo>
                  <a:lnTo>
                    <a:pt x="578" y="691"/>
                  </a:lnTo>
                  <a:lnTo>
                    <a:pt x="563" y="688"/>
                  </a:lnTo>
                  <a:lnTo>
                    <a:pt x="542" y="689"/>
                  </a:lnTo>
                  <a:lnTo>
                    <a:pt x="522" y="688"/>
                  </a:lnTo>
                  <a:lnTo>
                    <a:pt x="509" y="679"/>
                  </a:lnTo>
                  <a:lnTo>
                    <a:pt x="507" y="665"/>
                  </a:lnTo>
                  <a:lnTo>
                    <a:pt x="507" y="652"/>
                  </a:lnTo>
                  <a:lnTo>
                    <a:pt x="500" y="642"/>
                  </a:lnTo>
                  <a:lnTo>
                    <a:pt x="486" y="633"/>
                  </a:lnTo>
                  <a:lnTo>
                    <a:pt x="473" y="622"/>
                  </a:lnTo>
                  <a:lnTo>
                    <a:pt x="470" y="609"/>
                  </a:lnTo>
                  <a:lnTo>
                    <a:pt x="477" y="596"/>
                  </a:lnTo>
                  <a:lnTo>
                    <a:pt x="489" y="584"/>
                  </a:lnTo>
                  <a:lnTo>
                    <a:pt x="499" y="572"/>
                  </a:lnTo>
                  <a:lnTo>
                    <a:pt x="509" y="561"/>
                  </a:lnTo>
                  <a:lnTo>
                    <a:pt x="521" y="552"/>
                  </a:lnTo>
                  <a:lnTo>
                    <a:pt x="537" y="545"/>
                  </a:lnTo>
                  <a:lnTo>
                    <a:pt x="550" y="538"/>
                  </a:lnTo>
                  <a:lnTo>
                    <a:pt x="554" y="527"/>
                  </a:lnTo>
                  <a:lnTo>
                    <a:pt x="550" y="508"/>
                  </a:lnTo>
                  <a:lnTo>
                    <a:pt x="547" y="487"/>
                  </a:lnTo>
                  <a:lnTo>
                    <a:pt x="554" y="472"/>
                  </a:lnTo>
                  <a:lnTo>
                    <a:pt x="572" y="468"/>
                  </a:lnTo>
                  <a:lnTo>
                    <a:pt x="593" y="471"/>
                  </a:lnTo>
                  <a:lnTo>
                    <a:pt x="612" y="475"/>
                  </a:lnTo>
                  <a:lnTo>
                    <a:pt x="626" y="472"/>
                  </a:lnTo>
                  <a:lnTo>
                    <a:pt x="637" y="466"/>
                  </a:lnTo>
                  <a:lnTo>
                    <a:pt x="650" y="462"/>
                  </a:lnTo>
                  <a:lnTo>
                    <a:pt x="664" y="465"/>
                  </a:lnTo>
                  <a:lnTo>
                    <a:pt x="676" y="470"/>
                  </a:lnTo>
                  <a:lnTo>
                    <a:pt x="687" y="473"/>
                  </a:lnTo>
                  <a:lnTo>
                    <a:pt x="699" y="471"/>
                  </a:lnTo>
                  <a:lnTo>
                    <a:pt x="712" y="471"/>
                  </a:lnTo>
                  <a:lnTo>
                    <a:pt x="724" y="474"/>
                  </a:lnTo>
                  <a:lnTo>
                    <a:pt x="733" y="481"/>
                  </a:lnTo>
                  <a:lnTo>
                    <a:pt x="744" y="486"/>
                  </a:lnTo>
                  <a:lnTo>
                    <a:pt x="761" y="486"/>
                  </a:lnTo>
                  <a:lnTo>
                    <a:pt x="782" y="486"/>
                  </a:lnTo>
                  <a:lnTo>
                    <a:pt x="799" y="491"/>
                  </a:lnTo>
                  <a:lnTo>
                    <a:pt x="803" y="506"/>
                  </a:lnTo>
                  <a:lnTo>
                    <a:pt x="795" y="526"/>
                  </a:lnTo>
                  <a:lnTo>
                    <a:pt x="784" y="544"/>
                  </a:lnTo>
                  <a:lnTo>
                    <a:pt x="781" y="556"/>
                  </a:lnTo>
                  <a:lnTo>
                    <a:pt x="790" y="565"/>
                  </a:lnTo>
                  <a:lnTo>
                    <a:pt x="803" y="574"/>
                  </a:lnTo>
                  <a:lnTo>
                    <a:pt x="814" y="584"/>
                  </a:lnTo>
                  <a:close/>
                </a:path>
              </a:pathLst>
            </a:custGeom>
            <a:solidFill>
              <a:srgbClr val="F5DAC5">
                <a:alpha val="43000"/>
              </a:srgbClr>
            </a:solidFill>
            <a:ln>
              <a:noFill/>
            </a:ln>
          </p:spPr>
          <p:txBody>
            <a:bodyPr anchor="ctr"/>
            <a:lstStyle/>
            <a:p>
              <a:pPr algn="ctr">
                <a:buNone/>
              </a:pPr>
            </a:p>
          </p:txBody>
        </p:sp>
        <p:sp>
          <p:nvSpPr>
            <p:cNvPr id="6665" name="addition:input:132"/>
            <p:cNvSpPr>
              <a:spLocks noGrp="1"/>
            </p:cNvSpPr>
            <p:nvPr/>
          </p:nvSpPr>
          <p:spPr>
            <a:xfrm>
              <a:off x="209550" y="5438775"/>
              <a:ext cx="1334841" cy="1355278"/>
            </a:xfrm>
            <a:custGeom>
              <a:avLst/>
              <a:gdLst/>
              <a:ahLst/>
              <a:cxnLst/>
              <a:rect l="l" t="t" r="r" b="b"/>
              <a:pathLst>
                <a:path w="811" h="723">
                  <a:moveTo>
                    <a:pt x="0" y="0"/>
                  </a:moveTo>
                  <a:moveTo>
                    <a:pt x="800" y="601"/>
                  </a:moveTo>
                  <a:lnTo>
                    <a:pt x="808" y="612"/>
                  </a:lnTo>
                  <a:lnTo>
                    <a:pt x="811" y="623"/>
                  </a:lnTo>
                  <a:lnTo>
                    <a:pt x="808" y="633"/>
                  </a:lnTo>
                  <a:lnTo>
                    <a:pt x="805" y="643"/>
                  </a:lnTo>
                  <a:lnTo>
                    <a:pt x="803" y="654"/>
                  </a:lnTo>
                  <a:lnTo>
                    <a:pt x="800" y="666"/>
                  </a:lnTo>
                  <a:lnTo>
                    <a:pt x="789" y="673"/>
                  </a:lnTo>
                  <a:lnTo>
                    <a:pt x="771" y="674"/>
                  </a:lnTo>
                  <a:lnTo>
                    <a:pt x="750" y="672"/>
                  </a:lnTo>
                  <a:lnTo>
                    <a:pt x="736" y="672"/>
                  </a:lnTo>
                  <a:lnTo>
                    <a:pt x="730" y="681"/>
                  </a:lnTo>
                  <a:lnTo>
                    <a:pt x="727" y="698"/>
                  </a:lnTo>
                  <a:lnTo>
                    <a:pt x="721" y="713"/>
                  </a:lnTo>
                  <a:lnTo>
                    <a:pt x="708" y="722"/>
                  </a:lnTo>
                  <a:lnTo>
                    <a:pt x="692" y="723"/>
                  </a:lnTo>
                  <a:lnTo>
                    <a:pt x="676" y="722"/>
                  </a:lnTo>
                  <a:lnTo>
                    <a:pt x="661" y="722"/>
                  </a:lnTo>
                  <a:lnTo>
                    <a:pt x="645" y="722"/>
                  </a:lnTo>
                  <a:lnTo>
                    <a:pt x="630" y="719"/>
                  </a:lnTo>
                  <a:lnTo>
                    <a:pt x="617" y="711"/>
                  </a:lnTo>
                  <a:lnTo>
                    <a:pt x="606" y="703"/>
                  </a:lnTo>
                  <a:lnTo>
                    <a:pt x="594" y="699"/>
                  </a:lnTo>
                  <a:lnTo>
                    <a:pt x="580" y="699"/>
                  </a:lnTo>
                  <a:lnTo>
                    <a:pt x="566" y="697"/>
                  </a:lnTo>
                  <a:lnTo>
                    <a:pt x="557" y="690"/>
                  </a:lnTo>
                  <a:lnTo>
                    <a:pt x="554" y="678"/>
                  </a:lnTo>
                  <a:lnTo>
                    <a:pt x="551" y="668"/>
                  </a:lnTo>
                  <a:lnTo>
                    <a:pt x="542" y="663"/>
                  </a:lnTo>
                  <a:lnTo>
                    <a:pt x="524" y="661"/>
                  </a:lnTo>
                  <a:lnTo>
                    <a:pt x="505" y="657"/>
                  </a:lnTo>
                  <a:lnTo>
                    <a:pt x="494" y="649"/>
                  </a:lnTo>
                  <a:lnTo>
                    <a:pt x="497" y="636"/>
                  </a:lnTo>
                  <a:lnTo>
                    <a:pt x="508" y="623"/>
                  </a:lnTo>
                  <a:lnTo>
                    <a:pt x="518" y="611"/>
                  </a:lnTo>
                  <a:lnTo>
                    <a:pt x="525" y="601"/>
                  </a:lnTo>
                  <a:lnTo>
                    <a:pt x="530" y="591"/>
                  </a:lnTo>
                  <a:lnTo>
                    <a:pt x="538" y="583"/>
                  </a:lnTo>
                  <a:lnTo>
                    <a:pt x="545" y="574"/>
                  </a:lnTo>
                  <a:lnTo>
                    <a:pt x="547" y="565"/>
                  </a:lnTo>
                  <a:lnTo>
                    <a:pt x="543" y="553"/>
                  </a:lnTo>
                  <a:lnTo>
                    <a:pt x="538" y="538"/>
                  </a:lnTo>
                  <a:lnTo>
                    <a:pt x="540" y="526"/>
                  </a:lnTo>
                  <a:lnTo>
                    <a:pt x="551" y="519"/>
                  </a:lnTo>
                  <a:lnTo>
                    <a:pt x="567" y="516"/>
                  </a:lnTo>
                  <a:lnTo>
                    <a:pt x="580" y="513"/>
                  </a:lnTo>
                  <a:lnTo>
                    <a:pt x="587" y="505"/>
                  </a:lnTo>
                  <a:lnTo>
                    <a:pt x="592" y="494"/>
                  </a:lnTo>
                  <a:lnTo>
                    <a:pt x="601" y="485"/>
                  </a:lnTo>
                  <a:lnTo>
                    <a:pt x="614" y="485"/>
                  </a:lnTo>
                  <a:lnTo>
                    <a:pt x="627" y="492"/>
                  </a:lnTo>
                  <a:lnTo>
                    <a:pt x="639" y="499"/>
                  </a:lnTo>
                  <a:lnTo>
                    <a:pt x="648" y="500"/>
                  </a:lnTo>
                  <a:lnTo>
                    <a:pt x="658" y="498"/>
                  </a:lnTo>
                  <a:lnTo>
                    <a:pt x="668" y="495"/>
                  </a:lnTo>
                  <a:lnTo>
                    <a:pt x="679" y="494"/>
                  </a:lnTo>
                  <a:lnTo>
                    <a:pt x="690" y="493"/>
                  </a:lnTo>
                  <a:lnTo>
                    <a:pt x="704" y="490"/>
                  </a:lnTo>
                  <a:lnTo>
                    <a:pt x="721" y="486"/>
                  </a:lnTo>
                  <a:lnTo>
                    <a:pt x="737" y="488"/>
                  </a:lnTo>
                  <a:lnTo>
                    <a:pt x="746" y="498"/>
                  </a:lnTo>
                  <a:lnTo>
                    <a:pt x="746" y="515"/>
                  </a:lnTo>
                  <a:lnTo>
                    <a:pt x="743" y="532"/>
                  </a:lnTo>
                  <a:lnTo>
                    <a:pt x="746" y="542"/>
                  </a:lnTo>
                  <a:lnTo>
                    <a:pt x="757" y="548"/>
                  </a:lnTo>
                  <a:lnTo>
                    <a:pt x="773" y="553"/>
                  </a:lnTo>
                  <a:lnTo>
                    <a:pt x="784" y="561"/>
                  </a:lnTo>
                  <a:lnTo>
                    <a:pt x="787" y="571"/>
                  </a:lnTo>
                  <a:lnTo>
                    <a:pt x="788" y="581"/>
                  </a:lnTo>
                  <a:lnTo>
                    <a:pt x="791" y="591"/>
                  </a:lnTo>
                  <a:close/>
                </a:path>
              </a:pathLst>
            </a:custGeom>
            <a:solidFill>
              <a:srgbClr val="ECB78D">
                <a:alpha val="43000"/>
              </a:srgbClr>
            </a:solidFill>
            <a:ln>
              <a:noFill/>
            </a:ln>
          </p:spPr>
          <p:txBody>
            <a:bodyPr anchor="ctr"/>
            <a:lstStyle/>
            <a:p>
              <a:pPr algn="ctr">
                <a:buNone/>
              </a:pPr>
            </a:p>
          </p:txBody>
        </p:sp>
        <p:sp>
          <p:nvSpPr>
            <p:cNvPr id="6666" name="addition:input:133"/>
            <p:cNvSpPr>
              <a:spLocks noGrp="1"/>
            </p:cNvSpPr>
            <p:nvPr/>
          </p:nvSpPr>
          <p:spPr>
            <a:xfrm>
              <a:off x="209550" y="5438775"/>
              <a:ext cx="1311798" cy="1332784"/>
            </a:xfrm>
            <a:custGeom>
              <a:avLst/>
              <a:gdLst/>
              <a:ahLst/>
              <a:cxnLst/>
              <a:rect l="l" t="t" r="r" b="b"/>
              <a:pathLst>
                <a:path w="797" h="711">
                  <a:moveTo>
                    <a:pt x="0" y="0"/>
                  </a:moveTo>
                  <a:moveTo>
                    <a:pt x="794" y="606"/>
                  </a:moveTo>
                  <a:lnTo>
                    <a:pt x="782" y="615"/>
                  </a:lnTo>
                  <a:lnTo>
                    <a:pt x="770" y="623"/>
                  </a:lnTo>
                  <a:lnTo>
                    <a:pt x="763" y="630"/>
                  </a:lnTo>
                  <a:lnTo>
                    <a:pt x="763" y="639"/>
                  </a:lnTo>
                  <a:lnTo>
                    <a:pt x="764" y="650"/>
                  </a:lnTo>
                  <a:lnTo>
                    <a:pt x="758" y="658"/>
                  </a:lnTo>
                  <a:lnTo>
                    <a:pt x="745" y="663"/>
                  </a:lnTo>
                  <a:lnTo>
                    <a:pt x="730" y="665"/>
                  </a:lnTo>
                  <a:lnTo>
                    <a:pt x="720" y="670"/>
                  </a:lnTo>
                  <a:lnTo>
                    <a:pt x="716" y="679"/>
                  </a:lnTo>
                  <a:lnTo>
                    <a:pt x="712" y="692"/>
                  </a:lnTo>
                  <a:lnTo>
                    <a:pt x="705" y="703"/>
                  </a:lnTo>
                  <a:lnTo>
                    <a:pt x="694" y="708"/>
                  </a:lnTo>
                  <a:lnTo>
                    <a:pt x="681" y="710"/>
                  </a:lnTo>
                  <a:lnTo>
                    <a:pt x="669" y="711"/>
                  </a:lnTo>
                  <a:lnTo>
                    <a:pt x="657" y="711"/>
                  </a:lnTo>
                  <a:lnTo>
                    <a:pt x="645" y="708"/>
                  </a:lnTo>
                  <a:lnTo>
                    <a:pt x="635" y="700"/>
                  </a:lnTo>
                  <a:lnTo>
                    <a:pt x="627" y="690"/>
                  </a:lnTo>
                  <a:lnTo>
                    <a:pt x="620" y="685"/>
                  </a:lnTo>
                  <a:lnTo>
                    <a:pt x="611" y="688"/>
                  </a:lnTo>
                  <a:lnTo>
                    <a:pt x="598" y="696"/>
                  </a:lnTo>
                  <a:lnTo>
                    <a:pt x="584" y="701"/>
                  </a:lnTo>
                  <a:lnTo>
                    <a:pt x="574" y="698"/>
                  </a:lnTo>
                  <a:lnTo>
                    <a:pt x="569" y="689"/>
                  </a:lnTo>
                  <a:lnTo>
                    <a:pt x="566" y="679"/>
                  </a:lnTo>
                  <a:lnTo>
                    <a:pt x="561" y="672"/>
                  </a:lnTo>
                  <a:lnTo>
                    <a:pt x="552" y="667"/>
                  </a:lnTo>
                  <a:lnTo>
                    <a:pt x="543" y="661"/>
                  </a:lnTo>
                  <a:lnTo>
                    <a:pt x="540" y="652"/>
                  </a:lnTo>
                  <a:lnTo>
                    <a:pt x="542" y="641"/>
                  </a:lnTo>
                  <a:lnTo>
                    <a:pt x="544" y="632"/>
                  </a:lnTo>
                  <a:lnTo>
                    <a:pt x="544" y="623"/>
                  </a:lnTo>
                  <a:lnTo>
                    <a:pt x="542" y="615"/>
                  </a:lnTo>
                  <a:lnTo>
                    <a:pt x="543" y="606"/>
                  </a:lnTo>
                  <a:lnTo>
                    <a:pt x="548" y="598"/>
                  </a:lnTo>
                  <a:lnTo>
                    <a:pt x="550" y="590"/>
                  </a:lnTo>
                  <a:lnTo>
                    <a:pt x="545" y="581"/>
                  </a:lnTo>
                  <a:lnTo>
                    <a:pt x="533" y="569"/>
                  </a:lnTo>
                  <a:lnTo>
                    <a:pt x="523" y="556"/>
                  </a:lnTo>
                  <a:lnTo>
                    <a:pt x="523" y="544"/>
                  </a:lnTo>
                  <a:lnTo>
                    <a:pt x="535" y="539"/>
                  </a:lnTo>
                  <a:lnTo>
                    <a:pt x="552" y="539"/>
                  </a:lnTo>
                  <a:lnTo>
                    <a:pt x="565" y="538"/>
                  </a:lnTo>
                  <a:lnTo>
                    <a:pt x="573" y="534"/>
                  </a:lnTo>
                  <a:lnTo>
                    <a:pt x="579" y="528"/>
                  </a:lnTo>
                  <a:lnTo>
                    <a:pt x="586" y="523"/>
                  </a:lnTo>
                  <a:lnTo>
                    <a:pt x="595" y="520"/>
                  </a:lnTo>
                  <a:lnTo>
                    <a:pt x="604" y="518"/>
                  </a:lnTo>
                  <a:lnTo>
                    <a:pt x="613" y="513"/>
                  </a:lnTo>
                  <a:lnTo>
                    <a:pt x="623" y="506"/>
                  </a:lnTo>
                  <a:lnTo>
                    <a:pt x="634" y="501"/>
                  </a:lnTo>
                  <a:lnTo>
                    <a:pt x="646" y="502"/>
                  </a:lnTo>
                  <a:lnTo>
                    <a:pt x="658" y="507"/>
                  </a:lnTo>
                  <a:lnTo>
                    <a:pt x="669" y="509"/>
                  </a:lnTo>
                  <a:lnTo>
                    <a:pt x="683" y="508"/>
                  </a:lnTo>
                  <a:lnTo>
                    <a:pt x="699" y="504"/>
                  </a:lnTo>
                  <a:lnTo>
                    <a:pt x="713" y="506"/>
                  </a:lnTo>
                  <a:lnTo>
                    <a:pt x="722" y="516"/>
                  </a:lnTo>
                  <a:lnTo>
                    <a:pt x="724" y="531"/>
                  </a:lnTo>
                  <a:lnTo>
                    <a:pt x="725" y="544"/>
                  </a:lnTo>
                  <a:lnTo>
                    <a:pt x="730" y="552"/>
                  </a:lnTo>
                  <a:lnTo>
                    <a:pt x="742" y="555"/>
                  </a:lnTo>
                  <a:lnTo>
                    <a:pt x="756" y="558"/>
                  </a:lnTo>
                  <a:lnTo>
                    <a:pt x="769" y="563"/>
                  </a:lnTo>
                  <a:lnTo>
                    <a:pt x="777" y="570"/>
                  </a:lnTo>
                  <a:lnTo>
                    <a:pt x="785" y="578"/>
                  </a:lnTo>
                  <a:lnTo>
                    <a:pt x="793" y="586"/>
                  </a:lnTo>
                  <a:lnTo>
                    <a:pt x="797" y="596"/>
                  </a:lnTo>
                  <a:close/>
                </a:path>
              </a:pathLst>
            </a:custGeom>
            <a:solidFill>
              <a:srgbClr val="E18B48">
                <a:alpha val="35000"/>
              </a:srgbClr>
            </a:solidFill>
            <a:ln>
              <a:noFill/>
            </a:ln>
          </p:spPr>
          <p:txBody>
            <a:bodyPr anchor="ctr"/>
            <a:lstStyle/>
            <a:p>
              <a:pPr algn="ctr">
                <a:buNone/>
              </a:pPr>
            </a:p>
          </p:txBody>
        </p:sp>
        <p:sp>
          <p:nvSpPr>
            <p:cNvPr id="6667" name="addition:input:134"/>
            <p:cNvSpPr>
              <a:spLocks noGrp="1"/>
            </p:cNvSpPr>
            <p:nvPr/>
          </p:nvSpPr>
          <p:spPr>
            <a:xfrm>
              <a:off x="209550" y="5438775"/>
              <a:ext cx="1066556" cy="1167826"/>
            </a:xfrm>
            <a:custGeom>
              <a:avLst/>
              <a:gdLst/>
              <a:ahLst/>
              <a:cxnLst/>
              <a:rect l="l" t="t" r="r" b="b"/>
              <a:pathLst>
                <a:path w="648" h="623">
                  <a:moveTo>
                    <a:pt x="0" y="0"/>
                  </a:moveTo>
                  <a:moveTo>
                    <a:pt x="638" y="577"/>
                  </a:moveTo>
                  <a:lnTo>
                    <a:pt x="642" y="580"/>
                  </a:lnTo>
                  <a:lnTo>
                    <a:pt x="644" y="584"/>
                  </a:lnTo>
                  <a:lnTo>
                    <a:pt x="643" y="588"/>
                  </a:lnTo>
                  <a:lnTo>
                    <a:pt x="641" y="591"/>
                  </a:lnTo>
                  <a:lnTo>
                    <a:pt x="640" y="595"/>
                  </a:lnTo>
                  <a:lnTo>
                    <a:pt x="640" y="599"/>
                  </a:lnTo>
                  <a:lnTo>
                    <a:pt x="639" y="603"/>
                  </a:lnTo>
                  <a:lnTo>
                    <a:pt x="636" y="606"/>
                  </a:lnTo>
                  <a:lnTo>
                    <a:pt x="632" y="607"/>
                  </a:lnTo>
                  <a:lnTo>
                    <a:pt x="629" y="609"/>
                  </a:lnTo>
                  <a:lnTo>
                    <a:pt x="626" y="612"/>
                  </a:lnTo>
                  <a:lnTo>
                    <a:pt x="623" y="615"/>
                  </a:lnTo>
                  <a:lnTo>
                    <a:pt x="619" y="616"/>
                  </a:lnTo>
                  <a:lnTo>
                    <a:pt x="614" y="613"/>
                  </a:lnTo>
                  <a:lnTo>
                    <a:pt x="609" y="611"/>
                  </a:lnTo>
                  <a:lnTo>
                    <a:pt x="605" y="611"/>
                  </a:lnTo>
                  <a:lnTo>
                    <a:pt x="602" y="614"/>
                  </a:lnTo>
                  <a:lnTo>
                    <a:pt x="598" y="620"/>
                  </a:lnTo>
                  <a:lnTo>
                    <a:pt x="592" y="623"/>
                  </a:lnTo>
                  <a:lnTo>
                    <a:pt x="587" y="623"/>
                  </a:lnTo>
                  <a:lnTo>
                    <a:pt x="582" y="621"/>
                  </a:lnTo>
                  <a:lnTo>
                    <a:pt x="578" y="618"/>
                  </a:lnTo>
                  <a:lnTo>
                    <a:pt x="573" y="615"/>
                  </a:lnTo>
                  <a:lnTo>
                    <a:pt x="569" y="612"/>
                  </a:lnTo>
                  <a:lnTo>
                    <a:pt x="566" y="608"/>
                  </a:lnTo>
                  <a:lnTo>
                    <a:pt x="564" y="604"/>
                  </a:lnTo>
                  <a:lnTo>
                    <a:pt x="562" y="601"/>
                  </a:lnTo>
                  <a:lnTo>
                    <a:pt x="557" y="599"/>
                  </a:lnTo>
                  <a:lnTo>
                    <a:pt x="551" y="598"/>
                  </a:lnTo>
                  <a:lnTo>
                    <a:pt x="546" y="595"/>
                  </a:lnTo>
                  <a:lnTo>
                    <a:pt x="544" y="592"/>
                  </a:lnTo>
                  <a:lnTo>
                    <a:pt x="544" y="587"/>
                  </a:lnTo>
                  <a:lnTo>
                    <a:pt x="545" y="584"/>
                  </a:lnTo>
                  <a:lnTo>
                    <a:pt x="542" y="580"/>
                  </a:lnTo>
                  <a:lnTo>
                    <a:pt x="537" y="577"/>
                  </a:lnTo>
                  <a:lnTo>
                    <a:pt x="533" y="572"/>
                  </a:lnTo>
                  <a:lnTo>
                    <a:pt x="534" y="568"/>
                  </a:lnTo>
                  <a:lnTo>
                    <a:pt x="539" y="565"/>
                  </a:lnTo>
                  <a:lnTo>
                    <a:pt x="545" y="562"/>
                  </a:lnTo>
                  <a:lnTo>
                    <a:pt x="550" y="560"/>
                  </a:lnTo>
                  <a:lnTo>
                    <a:pt x="554" y="557"/>
                  </a:lnTo>
                  <a:lnTo>
                    <a:pt x="557" y="555"/>
                  </a:lnTo>
                  <a:lnTo>
                    <a:pt x="561" y="552"/>
                  </a:lnTo>
                  <a:lnTo>
                    <a:pt x="564" y="550"/>
                  </a:lnTo>
                  <a:lnTo>
                    <a:pt x="566" y="546"/>
                  </a:lnTo>
                  <a:lnTo>
                    <a:pt x="568" y="540"/>
                  </a:lnTo>
                  <a:lnTo>
                    <a:pt x="570" y="535"/>
                  </a:lnTo>
                  <a:lnTo>
                    <a:pt x="575" y="532"/>
                  </a:lnTo>
                  <a:lnTo>
                    <a:pt x="581" y="533"/>
                  </a:lnTo>
                  <a:lnTo>
                    <a:pt x="588" y="536"/>
                  </a:lnTo>
                  <a:lnTo>
                    <a:pt x="593" y="537"/>
                  </a:lnTo>
                  <a:lnTo>
                    <a:pt x="598" y="536"/>
                  </a:lnTo>
                  <a:lnTo>
                    <a:pt x="602" y="534"/>
                  </a:lnTo>
                  <a:lnTo>
                    <a:pt x="607" y="534"/>
                  </a:lnTo>
                  <a:lnTo>
                    <a:pt x="611" y="536"/>
                  </a:lnTo>
                  <a:lnTo>
                    <a:pt x="614" y="540"/>
                  </a:lnTo>
                  <a:lnTo>
                    <a:pt x="617" y="542"/>
                  </a:lnTo>
                  <a:lnTo>
                    <a:pt x="621" y="543"/>
                  </a:lnTo>
                  <a:lnTo>
                    <a:pt x="625" y="543"/>
                  </a:lnTo>
                  <a:lnTo>
                    <a:pt x="629" y="544"/>
                  </a:lnTo>
                  <a:lnTo>
                    <a:pt x="632" y="546"/>
                  </a:lnTo>
                  <a:lnTo>
                    <a:pt x="636" y="548"/>
                  </a:lnTo>
                  <a:lnTo>
                    <a:pt x="641" y="550"/>
                  </a:lnTo>
                  <a:lnTo>
                    <a:pt x="645" y="552"/>
                  </a:lnTo>
                  <a:lnTo>
                    <a:pt x="648" y="556"/>
                  </a:lnTo>
                  <a:lnTo>
                    <a:pt x="646" y="561"/>
                  </a:lnTo>
                  <a:lnTo>
                    <a:pt x="640" y="566"/>
                  </a:lnTo>
                  <a:lnTo>
                    <a:pt x="635" y="570"/>
                  </a:lnTo>
                  <a:lnTo>
                    <a:pt x="634" y="574"/>
                  </a:lnTo>
                  <a:close/>
                </a:path>
              </a:pathLst>
            </a:custGeom>
            <a:solidFill>
              <a:srgbClr val="ECB78D">
                <a:alpha val="32000"/>
              </a:srgbClr>
            </a:solidFill>
            <a:ln>
              <a:noFill/>
            </a:ln>
          </p:spPr>
          <p:txBody>
            <a:bodyPr anchor="ctr"/>
            <a:lstStyle/>
            <a:p>
              <a:pPr algn="ctr">
                <a:buNone/>
              </a:pPr>
            </a:p>
          </p:txBody>
        </p:sp>
        <p:sp>
          <p:nvSpPr>
            <p:cNvPr id="6668" name="addition:input:135"/>
            <p:cNvSpPr>
              <a:spLocks noGrp="1"/>
            </p:cNvSpPr>
            <p:nvPr/>
          </p:nvSpPr>
          <p:spPr>
            <a:xfrm>
              <a:off x="209550" y="5438775"/>
              <a:ext cx="1140623" cy="1100343"/>
            </a:xfrm>
            <a:custGeom>
              <a:avLst/>
              <a:gdLst/>
              <a:ahLst/>
              <a:cxnLst/>
              <a:rect l="l" t="t" r="r" b="b"/>
              <a:pathLst>
                <a:path w="693" h="587">
                  <a:moveTo>
                    <a:pt x="0" y="0"/>
                  </a:moveTo>
                  <a:moveTo>
                    <a:pt x="693" y="543"/>
                  </a:moveTo>
                  <a:lnTo>
                    <a:pt x="693" y="547"/>
                  </a:lnTo>
                  <a:lnTo>
                    <a:pt x="691" y="551"/>
                  </a:lnTo>
                  <a:lnTo>
                    <a:pt x="688" y="554"/>
                  </a:lnTo>
                  <a:lnTo>
                    <a:pt x="686" y="557"/>
                  </a:lnTo>
                  <a:lnTo>
                    <a:pt x="685" y="561"/>
                  </a:lnTo>
                  <a:lnTo>
                    <a:pt x="683" y="565"/>
                  </a:lnTo>
                  <a:lnTo>
                    <a:pt x="679" y="567"/>
                  </a:lnTo>
                  <a:lnTo>
                    <a:pt x="672" y="567"/>
                  </a:lnTo>
                  <a:lnTo>
                    <a:pt x="666" y="567"/>
                  </a:lnTo>
                  <a:lnTo>
                    <a:pt x="663" y="570"/>
                  </a:lnTo>
                  <a:lnTo>
                    <a:pt x="662" y="575"/>
                  </a:lnTo>
                  <a:lnTo>
                    <a:pt x="661" y="581"/>
                  </a:lnTo>
                  <a:lnTo>
                    <a:pt x="658" y="586"/>
                  </a:lnTo>
                  <a:lnTo>
                    <a:pt x="652" y="587"/>
                  </a:lnTo>
                  <a:lnTo>
                    <a:pt x="647" y="587"/>
                  </a:lnTo>
                  <a:lnTo>
                    <a:pt x="641" y="586"/>
                  </a:lnTo>
                  <a:lnTo>
                    <a:pt x="636" y="585"/>
                  </a:lnTo>
                  <a:lnTo>
                    <a:pt x="631" y="583"/>
                  </a:lnTo>
                  <a:lnTo>
                    <a:pt x="627" y="581"/>
                  </a:lnTo>
                  <a:lnTo>
                    <a:pt x="624" y="578"/>
                  </a:lnTo>
                  <a:lnTo>
                    <a:pt x="621" y="577"/>
                  </a:lnTo>
                  <a:lnTo>
                    <a:pt x="616" y="577"/>
                  </a:lnTo>
                  <a:lnTo>
                    <a:pt x="611" y="579"/>
                  </a:lnTo>
                  <a:lnTo>
                    <a:pt x="607" y="579"/>
                  </a:lnTo>
                  <a:lnTo>
                    <a:pt x="604" y="576"/>
                  </a:lnTo>
                  <a:lnTo>
                    <a:pt x="603" y="572"/>
                  </a:lnTo>
                  <a:lnTo>
                    <a:pt x="602" y="568"/>
                  </a:lnTo>
                  <a:lnTo>
                    <a:pt x="598" y="567"/>
                  </a:lnTo>
                  <a:lnTo>
                    <a:pt x="593" y="566"/>
                  </a:lnTo>
                  <a:lnTo>
                    <a:pt x="589" y="563"/>
                  </a:lnTo>
                  <a:lnTo>
                    <a:pt x="588" y="559"/>
                  </a:lnTo>
                  <a:lnTo>
                    <a:pt x="591" y="554"/>
                  </a:lnTo>
                  <a:lnTo>
                    <a:pt x="594" y="550"/>
                  </a:lnTo>
                  <a:lnTo>
                    <a:pt x="597" y="546"/>
                  </a:lnTo>
                  <a:lnTo>
                    <a:pt x="597" y="543"/>
                  </a:lnTo>
                  <a:lnTo>
                    <a:pt x="598" y="540"/>
                  </a:lnTo>
                  <a:lnTo>
                    <a:pt x="599" y="537"/>
                  </a:lnTo>
                  <a:lnTo>
                    <a:pt x="599" y="533"/>
                  </a:lnTo>
                  <a:lnTo>
                    <a:pt x="597" y="529"/>
                  </a:lnTo>
                  <a:lnTo>
                    <a:pt x="593" y="524"/>
                  </a:lnTo>
                  <a:lnTo>
                    <a:pt x="592" y="519"/>
                  </a:lnTo>
                  <a:lnTo>
                    <a:pt x="594" y="515"/>
                  </a:lnTo>
                  <a:lnTo>
                    <a:pt x="599" y="514"/>
                  </a:lnTo>
                  <a:lnTo>
                    <a:pt x="605" y="514"/>
                  </a:lnTo>
                  <a:lnTo>
                    <a:pt x="609" y="513"/>
                  </a:lnTo>
                  <a:lnTo>
                    <a:pt x="611" y="510"/>
                  </a:lnTo>
                  <a:lnTo>
                    <a:pt x="613" y="507"/>
                  </a:lnTo>
                  <a:lnTo>
                    <a:pt x="616" y="505"/>
                  </a:lnTo>
                  <a:lnTo>
                    <a:pt x="620" y="505"/>
                  </a:lnTo>
                  <a:lnTo>
                    <a:pt x="625" y="506"/>
                  </a:lnTo>
                  <a:lnTo>
                    <a:pt x="628" y="507"/>
                  </a:lnTo>
                  <a:lnTo>
                    <a:pt x="632" y="505"/>
                  </a:lnTo>
                  <a:lnTo>
                    <a:pt x="636" y="503"/>
                  </a:lnTo>
                  <a:lnTo>
                    <a:pt x="640" y="503"/>
                  </a:lnTo>
                  <a:lnTo>
                    <a:pt x="645" y="503"/>
                  </a:lnTo>
                  <a:lnTo>
                    <a:pt x="649" y="503"/>
                  </a:lnTo>
                  <a:lnTo>
                    <a:pt x="655" y="502"/>
                  </a:lnTo>
                  <a:lnTo>
                    <a:pt x="661" y="502"/>
                  </a:lnTo>
                  <a:lnTo>
                    <a:pt x="666" y="504"/>
                  </a:lnTo>
                  <a:lnTo>
                    <a:pt x="667" y="510"/>
                  </a:lnTo>
                  <a:lnTo>
                    <a:pt x="667" y="516"/>
                  </a:lnTo>
                  <a:lnTo>
                    <a:pt x="667" y="521"/>
                  </a:lnTo>
                  <a:lnTo>
                    <a:pt x="670" y="523"/>
                  </a:lnTo>
                  <a:lnTo>
                    <a:pt x="676" y="524"/>
                  </a:lnTo>
                  <a:lnTo>
                    <a:pt x="682" y="526"/>
                  </a:lnTo>
                  <a:lnTo>
                    <a:pt x="686" y="528"/>
                  </a:lnTo>
                  <a:lnTo>
                    <a:pt x="688" y="532"/>
                  </a:lnTo>
                  <a:lnTo>
                    <a:pt x="689" y="536"/>
                  </a:lnTo>
                  <a:lnTo>
                    <a:pt x="691" y="539"/>
                  </a:lnTo>
                  <a:close/>
                </a:path>
              </a:pathLst>
            </a:custGeom>
            <a:solidFill>
              <a:srgbClr val="ECB78D">
                <a:alpha val="32000"/>
              </a:srgbClr>
            </a:solidFill>
            <a:ln>
              <a:noFill/>
            </a:ln>
          </p:spPr>
          <p:txBody>
            <a:bodyPr anchor="ctr"/>
            <a:lstStyle/>
            <a:p>
              <a:pPr algn="ctr">
                <a:buNone/>
              </a:pPr>
            </a:p>
          </p:txBody>
        </p:sp>
        <p:sp>
          <p:nvSpPr>
            <p:cNvPr id="6669" name="addition:input:136"/>
            <p:cNvSpPr>
              <a:spLocks noGrp="1"/>
            </p:cNvSpPr>
            <p:nvPr/>
          </p:nvSpPr>
          <p:spPr>
            <a:xfrm>
              <a:off x="209550" y="5438775"/>
              <a:ext cx="1213043" cy="1132210"/>
            </a:xfrm>
            <a:custGeom>
              <a:avLst/>
              <a:gdLst/>
              <a:ahLst/>
              <a:cxnLst/>
              <a:rect l="l" t="t" r="r" b="b"/>
              <a:pathLst>
                <a:path w="737" h="604">
                  <a:moveTo>
                    <a:pt x="0" y="0"/>
                  </a:moveTo>
                  <a:moveTo>
                    <a:pt x="728" y="552"/>
                  </a:moveTo>
                  <a:lnTo>
                    <a:pt x="733" y="556"/>
                  </a:lnTo>
                  <a:lnTo>
                    <a:pt x="737" y="561"/>
                  </a:lnTo>
                  <a:lnTo>
                    <a:pt x="737" y="565"/>
                  </a:lnTo>
                  <a:lnTo>
                    <a:pt x="734" y="568"/>
                  </a:lnTo>
                  <a:lnTo>
                    <a:pt x="730" y="571"/>
                  </a:lnTo>
                  <a:lnTo>
                    <a:pt x="729" y="575"/>
                  </a:lnTo>
                  <a:lnTo>
                    <a:pt x="729" y="579"/>
                  </a:lnTo>
                  <a:lnTo>
                    <a:pt x="729" y="584"/>
                  </a:lnTo>
                  <a:lnTo>
                    <a:pt x="727" y="587"/>
                  </a:lnTo>
                  <a:lnTo>
                    <a:pt x="722" y="588"/>
                  </a:lnTo>
                  <a:lnTo>
                    <a:pt x="717" y="588"/>
                  </a:lnTo>
                  <a:lnTo>
                    <a:pt x="713" y="589"/>
                  </a:lnTo>
                  <a:lnTo>
                    <a:pt x="709" y="590"/>
                  </a:lnTo>
                  <a:lnTo>
                    <a:pt x="705" y="591"/>
                  </a:lnTo>
                  <a:lnTo>
                    <a:pt x="701" y="591"/>
                  </a:lnTo>
                  <a:lnTo>
                    <a:pt x="697" y="591"/>
                  </a:lnTo>
                  <a:lnTo>
                    <a:pt x="694" y="594"/>
                  </a:lnTo>
                  <a:lnTo>
                    <a:pt x="689" y="599"/>
                  </a:lnTo>
                  <a:lnTo>
                    <a:pt x="683" y="603"/>
                  </a:lnTo>
                  <a:lnTo>
                    <a:pt x="677" y="604"/>
                  </a:lnTo>
                  <a:lnTo>
                    <a:pt x="672" y="600"/>
                  </a:lnTo>
                  <a:lnTo>
                    <a:pt x="669" y="594"/>
                  </a:lnTo>
                  <a:lnTo>
                    <a:pt x="667" y="588"/>
                  </a:lnTo>
                  <a:lnTo>
                    <a:pt x="663" y="586"/>
                  </a:lnTo>
                  <a:lnTo>
                    <a:pt x="658" y="585"/>
                  </a:lnTo>
                  <a:lnTo>
                    <a:pt x="653" y="583"/>
                  </a:lnTo>
                  <a:lnTo>
                    <a:pt x="650" y="580"/>
                  </a:lnTo>
                  <a:lnTo>
                    <a:pt x="647" y="577"/>
                  </a:lnTo>
                  <a:lnTo>
                    <a:pt x="644" y="574"/>
                  </a:lnTo>
                  <a:lnTo>
                    <a:pt x="640" y="571"/>
                  </a:lnTo>
                  <a:lnTo>
                    <a:pt x="636" y="568"/>
                  </a:lnTo>
                  <a:lnTo>
                    <a:pt x="634" y="564"/>
                  </a:lnTo>
                  <a:lnTo>
                    <a:pt x="634" y="560"/>
                  </a:lnTo>
                  <a:lnTo>
                    <a:pt x="633" y="556"/>
                  </a:lnTo>
                  <a:lnTo>
                    <a:pt x="631" y="552"/>
                  </a:lnTo>
                  <a:lnTo>
                    <a:pt x="628" y="548"/>
                  </a:lnTo>
                  <a:lnTo>
                    <a:pt x="628" y="543"/>
                  </a:lnTo>
                  <a:lnTo>
                    <a:pt x="632" y="540"/>
                  </a:lnTo>
                  <a:lnTo>
                    <a:pt x="640" y="537"/>
                  </a:lnTo>
                  <a:lnTo>
                    <a:pt x="648" y="536"/>
                  </a:lnTo>
                  <a:lnTo>
                    <a:pt x="652" y="534"/>
                  </a:lnTo>
                  <a:lnTo>
                    <a:pt x="652" y="530"/>
                  </a:lnTo>
                  <a:lnTo>
                    <a:pt x="652" y="524"/>
                  </a:lnTo>
                  <a:lnTo>
                    <a:pt x="653" y="520"/>
                  </a:lnTo>
                  <a:lnTo>
                    <a:pt x="657" y="516"/>
                  </a:lnTo>
                  <a:lnTo>
                    <a:pt x="661" y="513"/>
                  </a:lnTo>
                  <a:lnTo>
                    <a:pt x="665" y="510"/>
                  </a:lnTo>
                  <a:lnTo>
                    <a:pt x="669" y="508"/>
                  </a:lnTo>
                  <a:lnTo>
                    <a:pt x="674" y="507"/>
                  </a:lnTo>
                  <a:lnTo>
                    <a:pt x="680" y="508"/>
                  </a:lnTo>
                  <a:lnTo>
                    <a:pt x="685" y="510"/>
                  </a:lnTo>
                  <a:lnTo>
                    <a:pt x="689" y="511"/>
                  </a:lnTo>
                  <a:lnTo>
                    <a:pt x="693" y="510"/>
                  </a:lnTo>
                  <a:lnTo>
                    <a:pt x="698" y="508"/>
                  </a:lnTo>
                  <a:lnTo>
                    <a:pt x="702" y="508"/>
                  </a:lnTo>
                  <a:lnTo>
                    <a:pt x="705" y="512"/>
                  </a:lnTo>
                  <a:lnTo>
                    <a:pt x="707" y="517"/>
                  </a:lnTo>
                  <a:lnTo>
                    <a:pt x="709" y="519"/>
                  </a:lnTo>
                  <a:lnTo>
                    <a:pt x="714" y="518"/>
                  </a:lnTo>
                  <a:lnTo>
                    <a:pt x="720" y="517"/>
                  </a:lnTo>
                  <a:lnTo>
                    <a:pt x="725" y="517"/>
                  </a:lnTo>
                  <a:lnTo>
                    <a:pt x="729" y="519"/>
                  </a:lnTo>
                  <a:lnTo>
                    <a:pt x="730" y="523"/>
                  </a:lnTo>
                  <a:lnTo>
                    <a:pt x="731" y="528"/>
                  </a:lnTo>
                  <a:lnTo>
                    <a:pt x="731" y="532"/>
                  </a:lnTo>
                  <a:lnTo>
                    <a:pt x="731" y="537"/>
                  </a:lnTo>
                  <a:lnTo>
                    <a:pt x="729" y="541"/>
                  </a:lnTo>
                  <a:lnTo>
                    <a:pt x="726" y="545"/>
                  </a:lnTo>
                  <a:lnTo>
                    <a:pt x="725" y="549"/>
                  </a:lnTo>
                  <a:close/>
                </a:path>
              </a:pathLst>
            </a:custGeom>
            <a:solidFill>
              <a:srgbClr val="ECB78D">
                <a:alpha val="32000"/>
              </a:srgbClr>
            </a:solidFill>
            <a:ln>
              <a:noFill/>
            </a:ln>
          </p:spPr>
          <p:txBody>
            <a:bodyPr anchor="ctr"/>
            <a:lstStyle/>
            <a:p>
              <a:pPr algn="ctr">
                <a:buNone/>
              </a:pPr>
            </a:p>
          </p:txBody>
        </p:sp>
        <p:sp>
          <p:nvSpPr>
            <p:cNvPr id="6670" name="addition:input:137"/>
            <p:cNvSpPr>
              <a:spLocks noGrp="1"/>
            </p:cNvSpPr>
            <p:nvPr/>
          </p:nvSpPr>
          <p:spPr>
            <a:xfrm>
              <a:off x="209550" y="5438775"/>
              <a:ext cx="1305215" cy="1201567"/>
            </a:xfrm>
            <a:custGeom>
              <a:avLst/>
              <a:gdLst/>
              <a:ahLst/>
              <a:cxnLst/>
              <a:rect l="l" t="t" r="r" b="b"/>
              <a:pathLst>
                <a:path w="793" h="641">
                  <a:moveTo>
                    <a:pt x="0" y="0"/>
                  </a:moveTo>
                  <a:moveTo>
                    <a:pt x="789" y="589"/>
                  </a:moveTo>
                  <a:lnTo>
                    <a:pt x="792" y="594"/>
                  </a:lnTo>
                  <a:lnTo>
                    <a:pt x="793" y="599"/>
                  </a:lnTo>
                  <a:lnTo>
                    <a:pt x="788" y="603"/>
                  </a:lnTo>
                  <a:lnTo>
                    <a:pt x="780" y="606"/>
                  </a:lnTo>
                  <a:lnTo>
                    <a:pt x="774" y="608"/>
                  </a:lnTo>
                  <a:lnTo>
                    <a:pt x="771" y="611"/>
                  </a:lnTo>
                  <a:lnTo>
                    <a:pt x="771" y="616"/>
                  </a:lnTo>
                  <a:lnTo>
                    <a:pt x="770" y="621"/>
                  </a:lnTo>
                  <a:lnTo>
                    <a:pt x="766" y="624"/>
                  </a:lnTo>
                  <a:lnTo>
                    <a:pt x="761" y="625"/>
                  </a:lnTo>
                  <a:lnTo>
                    <a:pt x="755" y="626"/>
                  </a:lnTo>
                  <a:lnTo>
                    <a:pt x="751" y="629"/>
                  </a:lnTo>
                  <a:lnTo>
                    <a:pt x="747" y="633"/>
                  </a:lnTo>
                  <a:lnTo>
                    <a:pt x="743" y="637"/>
                  </a:lnTo>
                  <a:lnTo>
                    <a:pt x="737" y="639"/>
                  </a:lnTo>
                  <a:lnTo>
                    <a:pt x="731" y="640"/>
                  </a:lnTo>
                  <a:lnTo>
                    <a:pt x="725" y="640"/>
                  </a:lnTo>
                  <a:lnTo>
                    <a:pt x="720" y="641"/>
                  </a:lnTo>
                  <a:lnTo>
                    <a:pt x="714" y="640"/>
                  </a:lnTo>
                  <a:lnTo>
                    <a:pt x="709" y="637"/>
                  </a:lnTo>
                  <a:lnTo>
                    <a:pt x="706" y="631"/>
                  </a:lnTo>
                  <a:lnTo>
                    <a:pt x="704" y="625"/>
                  </a:lnTo>
                  <a:lnTo>
                    <a:pt x="701" y="623"/>
                  </a:lnTo>
                  <a:lnTo>
                    <a:pt x="696" y="625"/>
                  </a:lnTo>
                  <a:lnTo>
                    <a:pt x="688" y="627"/>
                  </a:lnTo>
                  <a:lnTo>
                    <a:pt x="682" y="627"/>
                  </a:lnTo>
                  <a:lnTo>
                    <a:pt x="678" y="624"/>
                  </a:lnTo>
                  <a:lnTo>
                    <a:pt x="677" y="619"/>
                  </a:lnTo>
                  <a:lnTo>
                    <a:pt x="677" y="615"/>
                  </a:lnTo>
                  <a:lnTo>
                    <a:pt x="675" y="611"/>
                  </a:lnTo>
                  <a:lnTo>
                    <a:pt x="674" y="607"/>
                  </a:lnTo>
                  <a:lnTo>
                    <a:pt x="674" y="602"/>
                  </a:lnTo>
                  <a:lnTo>
                    <a:pt x="676" y="598"/>
                  </a:lnTo>
                  <a:lnTo>
                    <a:pt x="678" y="593"/>
                  </a:lnTo>
                  <a:lnTo>
                    <a:pt x="678" y="589"/>
                  </a:lnTo>
                  <a:lnTo>
                    <a:pt x="677" y="585"/>
                  </a:lnTo>
                  <a:lnTo>
                    <a:pt x="677" y="581"/>
                  </a:lnTo>
                  <a:lnTo>
                    <a:pt x="680" y="577"/>
                  </a:lnTo>
                  <a:lnTo>
                    <a:pt x="684" y="574"/>
                  </a:lnTo>
                  <a:lnTo>
                    <a:pt x="687" y="571"/>
                  </a:lnTo>
                  <a:lnTo>
                    <a:pt x="685" y="566"/>
                  </a:lnTo>
                  <a:lnTo>
                    <a:pt x="682" y="559"/>
                  </a:lnTo>
                  <a:lnTo>
                    <a:pt x="681" y="553"/>
                  </a:lnTo>
                  <a:lnTo>
                    <a:pt x="684" y="549"/>
                  </a:lnTo>
                  <a:lnTo>
                    <a:pt x="690" y="548"/>
                  </a:lnTo>
                  <a:lnTo>
                    <a:pt x="697" y="549"/>
                  </a:lnTo>
                  <a:lnTo>
                    <a:pt x="702" y="550"/>
                  </a:lnTo>
                  <a:lnTo>
                    <a:pt x="706" y="549"/>
                  </a:lnTo>
                  <a:lnTo>
                    <a:pt x="709" y="548"/>
                  </a:lnTo>
                  <a:lnTo>
                    <a:pt x="713" y="548"/>
                  </a:lnTo>
                  <a:lnTo>
                    <a:pt x="717" y="547"/>
                  </a:lnTo>
                  <a:lnTo>
                    <a:pt x="721" y="545"/>
                  </a:lnTo>
                  <a:lnTo>
                    <a:pt x="725" y="542"/>
                  </a:lnTo>
                  <a:lnTo>
                    <a:pt x="730" y="538"/>
                  </a:lnTo>
                  <a:lnTo>
                    <a:pt x="735" y="538"/>
                  </a:lnTo>
                  <a:lnTo>
                    <a:pt x="739" y="542"/>
                  </a:lnTo>
                  <a:lnTo>
                    <a:pt x="743" y="546"/>
                  </a:lnTo>
                  <a:lnTo>
                    <a:pt x="747" y="548"/>
                  </a:lnTo>
                  <a:lnTo>
                    <a:pt x="753" y="549"/>
                  </a:lnTo>
                  <a:lnTo>
                    <a:pt x="760" y="549"/>
                  </a:lnTo>
                  <a:lnTo>
                    <a:pt x="765" y="552"/>
                  </a:lnTo>
                  <a:lnTo>
                    <a:pt x="766" y="557"/>
                  </a:lnTo>
                  <a:lnTo>
                    <a:pt x="766" y="563"/>
                  </a:lnTo>
                  <a:lnTo>
                    <a:pt x="766" y="568"/>
                  </a:lnTo>
                  <a:lnTo>
                    <a:pt x="768" y="572"/>
                  </a:lnTo>
                  <a:lnTo>
                    <a:pt x="773" y="574"/>
                  </a:lnTo>
                  <a:lnTo>
                    <a:pt x="778" y="577"/>
                  </a:lnTo>
                  <a:lnTo>
                    <a:pt x="781" y="581"/>
                  </a:lnTo>
                  <a:lnTo>
                    <a:pt x="785" y="585"/>
                  </a:lnTo>
                  <a:close/>
                </a:path>
              </a:pathLst>
            </a:custGeom>
            <a:solidFill>
              <a:srgbClr val="ECB78D">
                <a:alpha val="32000"/>
              </a:srgbClr>
            </a:solidFill>
            <a:ln>
              <a:noFill/>
            </a:ln>
          </p:spPr>
          <p:txBody>
            <a:bodyPr anchor="ctr"/>
            <a:lstStyle/>
            <a:p>
              <a:pPr algn="ctr">
                <a:buNone/>
              </a:pPr>
            </a:p>
          </p:txBody>
        </p:sp>
        <p:sp>
          <p:nvSpPr>
            <p:cNvPr id="6671" name="addition:input:138"/>
            <p:cNvSpPr>
              <a:spLocks noGrp="1"/>
            </p:cNvSpPr>
            <p:nvPr/>
          </p:nvSpPr>
          <p:spPr>
            <a:xfrm>
              <a:off x="209550" y="5438775"/>
              <a:ext cx="1259129" cy="1270925"/>
            </a:xfrm>
            <a:custGeom>
              <a:avLst/>
              <a:gdLst/>
              <a:ahLst/>
              <a:cxnLst/>
              <a:rect l="l" t="t" r="r" b="b"/>
              <a:pathLst>
                <a:path w="765" h="678">
                  <a:moveTo>
                    <a:pt x="0" y="0"/>
                  </a:moveTo>
                  <a:moveTo>
                    <a:pt x="765" y="630"/>
                  </a:moveTo>
                  <a:lnTo>
                    <a:pt x="765" y="635"/>
                  </a:lnTo>
                  <a:lnTo>
                    <a:pt x="760" y="639"/>
                  </a:lnTo>
                  <a:lnTo>
                    <a:pt x="751" y="642"/>
                  </a:lnTo>
                  <a:lnTo>
                    <a:pt x="742" y="644"/>
                  </a:lnTo>
                  <a:lnTo>
                    <a:pt x="736" y="647"/>
                  </a:lnTo>
                  <a:lnTo>
                    <a:pt x="736" y="651"/>
                  </a:lnTo>
                  <a:lnTo>
                    <a:pt x="739" y="658"/>
                  </a:lnTo>
                  <a:lnTo>
                    <a:pt x="740" y="664"/>
                  </a:lnTo>
                  <a:lnTo>
                    <a:pt x="736" y="669"/>
                  </a:lnTo>
                  <a:lnTo>
                    <a:pt x="730" y="671"/>
                  </a:lnTo>
                  <a:lnTo>
                    <a:pt x="723" y="673"/>
                  </a:lnTo>
                  <a:lnTo>
                    <a:pt x="718" y="675"/>
                  </a:lnTo>
                  <a:lnTo>
                    <a:pt x="712" y="677"/>
                  </a:lnTo>
                  <a:lnTo>
                    <a:pt x="706" y="678"/>
                  </a:lnTo>
                  <a:lnTo>
                    <a:pt x="700" y="677"/>
                  </a:lnTo>
                  <a:lnTo>
                    <a:pt x="695" y="676"/>
                  </a:lnTo>
                  <a:lnTo>
                    <a:pt x="690" y="676"/>
                  </a:lnTo>
                  <a:lnTo>
                    <a:pt x="685" y="678"/>
                  </a:lnTo>
                  <a:lnTo>
                    <a:pt x="680" y="678"/>
                  </a:lnTo>
                  <a:lnTo>
                    <a:pt x="675" y="676"/>
                  </a:lnTo>
                  <a:lnTo>
                    <a:pt x="672" y="672"/>
                  </a:lnTo>
                  <a:lnTo>
                    <a:pt x="669" y="669"/>
                  </a:lnTo>
                  <a:lnTo>
                    <a:pt x="663" y="670"/>
                  </a:lnTo>
                  <a:lnTo>
                    <a:pt x="655" y="672"/>
                  </a:lnTo>
                  <a:lnTo>
                    <a:pt x="647" y="674"/>
                  </a:lnTo>
                  <a:lnTo>
                    <a:pt x="641" y="672"/>
                  </a:lnTo>
                  <a:lnTo>
                    <a:pt x="639" y="666"/>
                  </a:lnTo>
                  <a:lnTo>
                    <a:pt x="640" y="660"/>
                  </a:lnTo>
                  <a:lnTo>
                    <a:pt x="640" y="654"/>
                  </a:lnTo>
                  <a:lnTo>
                    <a:pt x="639" y="650"/>
                  </a:lnTo>
                  <a:lnTo>
                    <a:pt x="638" y="646"/>
                  </a:lnTo>
                  <a:lnTo>
                    <a:pt x="638" y="642"/>
                  </a:lnTo>
                  <a:lnTo>
                    <a:pt x="638" y="638"/>
                  </a:lnTo>
                  <a:lnTo>
                    <a:pt x="635" y="634"/>
                  </a:lnTo>
                  <a:lnTo>
                    <a:pt x="629" y="630"/>
                  </a:lnTo>
                  <a:lnTo>
                    <a:pt x="623" y="625"/>
                  </a:lnTo>
                  <a:lnTo>
                    <a:pt x="620" y="620"/>
                  </a:lnTo>
                  <a:lnTo>
                    <a:pt x="623" y="616"/>
                  </a:lnTo>
                  <a:lnTo>
                    <a:pt x="628" y="613"/>
                  </a:lnTo>
                  <a:lnTo>
                    <a:pt x="631" y="609"/>
                  </a:lnTo>
                  <a:lnTo>
                    <a:pt x="631" y="605"/>
                  </a:lnTo>
                  <a:lnTo>
                    <a:pt x="630" y="599"/>
                  </a:lnTo>
                  <a:lnTo>
                    <a:pt x="632" y="595"/>
                  </a:lnTo>
                  <a:lnTo>
                    <a:pt x="638" y="593"/>
                  </a:lnTo>
                  <a:lnTo>
                    <a:pt x="646" y="593"/>
                  </a:lnTo>
                  <a:lnTo>
                    <a:pt x="653" y="594"/>
                  </a:lnTo>
                  <a:lnTo>
                    <a:pt x="658" y="593"/>
                  </a:lnTo>
                  <a:lnTo>
                    <a:pt x="662" y="590"/>
                  </a:lnTo>
                  <a:lnTo>
                    <a:pt x="666" y="587"/>
                  </a:lnTo>
                  <a:lnTo>
                    <a:pt x="672" y="585"/>
                  </a:lnTo>
                  <a:lnTo>
                    <a:pt x="677" y="582"/>
                  </a:lnTo>
                  <a:lnTo>
                    <a:pt x="684" y="578"/>
                  </a:lnTo>
                  <a:lnTo>
                    <a:pt x="691" y="574"/>
                  </a:lnTo>
                  <a:lnTo>
                    <a:pt x="699" y="573"/>
                  </a:lnTo>
                  <a:lnTo>
                    <a:pt x="706" y="576"/>
                  </a:lnTo>
                  <a:lnTo>
                    <a:pt x="711" y="583"/>
                  </a:lnTo>
                  <a:lnTo>
                    <a:pt x="715" y="589"/>
                  </a:lnTo>
                  <a:lnTo>
                    <a:pt x="719" y="592"/>
                  </a:lnTo>
                  <a:lnTo>
                    <a:pt x="726" y="593"/>
                  </a:lnTo>
                  <a:lnTo>
                    <a:pt x="734" y="593"/>
                  </a:lnTo>
                  <a:lnTo>
                    <a:pt x="740" y="595"/>
                  </a:lnTo>
                  <a:lnTo>
                    <a:pt x="743" y="599"/>
                  </a:lnTo>
                  <a:lnTo>
                    <a:pt x="745" y="603"/>
                  </a:lnTo>
                  <a:lnTo>
                    <a:pt x="749" y="606"/>
                  </a:lnTo>
                  <a:lnTo>
                    <a:pt x="754" y="609"/>
                  </a:lnTo>
                  <a:lnTo>
                    <a:pt x="760" y="612"/>
                  </a:lnTo>
                  <a:lnTo>
                    <a:pt x="762" y="616"/>
                  </a:lnTo>
                  <a:lnTo>
                    <a:pt x="763" y="621"/>
                  </a:lnTo>
                  <a:lnTo>
                    <a:pt x="764" y="625"/>
                  </a:lnTo>
                  <a:close/>
                </a:path>
              </a:pathLst>
            </a:custGeom>
            <a:solidFill>
              <a:srgbClr val="ECB78D">
                <a:alpha val="32000"/>
              </a:srgbClr>
            </a:solidFill>
            <a:ln>
              <a:noFill/>
            </a:ln>
          </p:spPr>
          <p:txBody>
            <a:bodyPr anchor="ctr"/>
            <a:lstStyle/>
            <a:p>
              <a:pPr algn="ctr">
                <a:buNone/>
              </a:pPr>
            </a:p>
          </p:txBody>
        </p:sp>
        <p:sp>
          <p:nvSpPr>
            <p:cNvPr id="6672" name="addition:input:139"/>
            <p:cNvSpPr>
              <a:spLocks noGrp="1"/>
            </p:cNvSpPr>
            <p:nvPr/>
          </p:nvSpPr>
          <p:spPr>
            <a:xfrm>
              <a:off x="209550" y="5438775"/>
              <a:ext cx="1137331" cy="1285921"/>
            </a:xfrm>
            <a:custGeom>
              <a:avLst/>
              <a:gdLst/>
              <a:ahLst/>
              <a:cxnLst/>
              <a:rect l="l" t="t" r="r" b="b"/>
              <a:pathLst>
                <a:path w="691" h="686">
                  <a:moveTo>
                    <a:pt x="0" y="0"/>
                  </a:moveTo>
                  <a:moveTo>
                    <a:pt x="687" y="635"/>
                  </a:moveTo>
                  <a:lnTo>
                    <a:pt x="690" y="639"/>
                  </a:lnTo>
                  <a:lnTo>
                    <a:pt x="691" y="644"/>
                  </a:lnTo>
                  <a:lnTo>
                    <a:pt x="690" y="648"/>
                  </a:lnTo>
                  <a:lnTo>
                    <a:pt x="688" y="652"/>
                  </a:lnTo>
                  <a:lnTo>
                    <a:pt x="686" y="656"/>
                  </a:lnTo>
                  <a:lnTo>
                    <a:pt x="684" y="661"/>
                  </a:lnTo>
                  <a:lnTo>
                    <a:pt x="680" y="664"/>
                  </a:lnTo>
                  <a:lnTo>
                    <a:pt x="673" y="665"/>
                  </a:lnTo>
                  <a:lnTo>
                    <a:pt x="665" y="664"/>
                  </a:lnTo>
                  <a:lnTo>
                    <a:pt x="659" y="664"/>
                  </a:lnTo>
                  <a:lnTo>
                    <a:pt x="657" y="668"/>
                  </a:lnTo>
                  <a:lnTo>
                    <a:pt x="656" y="675"/>
                  </a:lnTo>
                  <a:lnTo>
                    <a:pt x="653" y="682"/>
                  </a:lnTo>
                  <a:lnTo>
                    <a:pt x="648" y="686"/>
                  </a:lnTo>
                  <a:lnTo>
                    <a:pt x="641" y="686"/>
                  </a:lnTo>
                  <a:lnTo>
                    <a:pt x="634" y="685"/>
                  </a:lnTo>
                  <a:lnTo>
                    <a:pt x="628" y="684"/>
                  </a:lnTo>
                  <a:lnTo>
                    <a:pt x="622" y="684"/>
                  </a:lnTo>
                  <a:lnTo>
                    <a:pt x="616" y="683"/>
                  </a:lnTo>
                  <a:lnTo>
                    <a:pt x="611" y="680"/>
                  </a:lnTo>
                  <a:lnTo>
                    <a:pt x="607" y="677"/>
                  </a:lnTo>
                  <a:lnTo>
                    <a:pt x="602" y="675"/>
                  </a:lnTo>
                  <a:lnTo>
                    <a:pt x="597" y="675"/>
                  </a:lnTo>
                  <a:lnTo>
                    <a:pt x="591" y="674"/>
                  </a:lnTo>
                  <a:lnTo>
                    <a:pt x="587" y="672"/>
                  </a:lnTo>
                  <a:lnTo>
                    <a:pt x="586" y="667"/>
                  </a:lnTo>
                  <a:lnTo>
                    <a:pt x="585" y="663"/>
                  </a:lnTo>
                  <a:lnTo>
                    <a:pt x="581" y="661"/>
                  </a:lnTo>
                  <a:lnTo>
                    <a:pt x="574" y="660"/>
                  </a:lnTo>
                  <a:lnTo>
                    <a:pt x="567" y="658"/>
                  </a:lnTo>
                  <a:lnTo>
                    <a:pt x="563" y="654"/>
                  </a:lnTo>
                  <a:lnTo>
                    <a:pt x="565" y="649"/>
                  </a:lnTo>
                  <a:lnTo>
                    <a:pt x="570" y="643"/>
                  </a:lnTo>
                  <a:lnTo>
                    <a:pt x="575" y="639"/>
                  </a:lnTo>
                  <a:lnTo>
                    <a:pt x="577" y="635"/>
                  </a:lnTo>
                  <a:lnTo>
                    <a:pt x="579" y="631"/>
                  </a:lnTo>
                  <a:lnTo>
                    <a:pt x="580" y="627"/>
                  </a:lnTo>
                  <a:lnTo>
                    <a:pt x="582" y="623"/>
                  </a:lnTo>
                  <a:lnTo>
                    <a:pt x="583" y="619"/>
                  </a:lnTo>
                  <a:lnTo>
                    <a:pt x="581" y="614"/>
                  </a:lnTo>
                  <a:lnTo>
                    <a:pt x="579" y="608"/>
                  </a:lnTo>
                  <a:lnTo>
                    <a:pt x="580" y="603"/>
                  </a:lnTo>
                  <a:lnTo>
                    <a:pt x="584" y="600"/>
                  </a:lnTo>
                  <a:lnTo>
                    <a:pt x="591" y="599"/>
                  </a:lnTo>
                  <a:lnTo>
                    <a:pt x="596" y="598"/>
                  </a:lnTo>
                  <a:lnTo>
                    <a:pt x="599" y="596"/>
                  </a:lnTo>
                  <a:lnTo>
                    <a:pt x="601" y="591"/>
                  </a:lnTo>
                  <a:lnTo>
                    <a:pt x="604" y="587"/>
                  </a:lnTo>
                  <a:lnTo>
                    <a:pt x="609" y="587"/>
                  </a:lnTo>
                  <a:lnTo>
                    <a:pt x="615" y="590"/>
                  </a:lnTo>
                  <a:lnTo>
                    <a:pt x="620" y="593"/>
                  </a:lnTo>
                  <a:lnTo>
                    <a:pt x="623" y="593"/>
                  </a:lnTo>
                  <a:lnTo>
                    <a:pt x="627" y="592"/>
                  </a:lnTo>
                  <a:lnTo>
                    <a:pt x="631" y="590"/>
                  </a:lnTo>
                  <a:lnTo>
                    <a:pt x="636" y="589"/>
                  </a:lnTo>
                  <a:lnTo>
                    <a:pt x="641" y="589"/>
                  </a:lnTo>
                  <a:lnTo>
                    <a:pt x="647" y="588"/>
                  </a:lnTo>
                  <a:lnTo>
                    <a:pt x="654" y="587"/>
                  </a:lnTo>
                  <a:lnTo>
                    <a:pt x="660" y="588"/>
                  </a:lnTo>
                  <a:lnTo>
                    <a:pt x="663" y="593"/>
                  </a:lnTo>
                  <a:lnTo>
                    <a:pt x="664" y="600"/>
                  </a:lnTo>
                  <a:lnTo>
                    <a:pt x="662" y="607"/>
                  </a:lnTo>
                  <a:lnTo>
                    <a:pt x="664" y="611"/>
                  </a:lnTo>
                  <a:lnTo>
                    <a:pt x="668" y="613"/>
                  </a:lnTo>
                  <a:lnTo>
                    <a:pt x="675" y="615"/>
                  </a:lnTo>
                  <a:lnTo>
                    <a:pt x="681" y="618"/>
                  </a:lnTo>
                  <a:lnTo>
                    <a:pt x="683" y="622"/>
                  </a:lnTo>
                  <a:lnTo>
                    <a:pt x="683" y="626"/>
                  </a:lnTo>
                  <a:lnTo>
                    <a:pt x="684" y="631"/>
                  </a:lnTo>
                  <a:close/>
                </a:path>
              </a:pathLst>
            </a:custGeom>
            <a:solidFill>
              <a:srgbClr val="ECB78D">
                <a:alpha val="32000"/>
              </a:srgbClr>
            </a:solidFill>
            <a:ln>
              <a:noFill/>
            </a:ln>
          </p:spPr>
          <p:txBody>
            <a:bodyPr anchor="ctr"/>
            <a:lstStyle/>
            <a:p>
              <a:pPr algn="ctr">
                <a:buNone/>
              </a:pPr>
            </a:p>
          </p:txBody>
        </p:sp>
        <p:sp>
          <p:nvSpPr>
            <p:cNvPr id="6673" name="addition:input:140"/>
            <p:cNvSpPr>
              <a:spLocks noGrp="1"/>
            </p:cNvSpPr>
            <p:nvPr/>
          </p:nvSpPr>
          <p:spPr>
            <a:xfrm>
              <a:off x="209550" y="5438775"/>
              <a:ext cx="1040221" cy="1237183"/>
            </a:xfrm>
            <a:custGeom>
              <a:avLst/>
              <a:gdLst/>
              <a:ahLst/>
              <a:cxnLst/>
              <a:rect l="l" t="t" r="r" b="b"/>
              <a:pathLst>
                <a:path w="632" h="660">
                  <a:moveTo>
                    <a:pt x="0" y="0"/>
                  </a:moveTo>
                  <a:moveTo>
                    <a:pt x="630" y="617"/>
                  </a:moveTo>
                  <a:lnTo>
                    <a:pt x="631" y="621"/>
                  </a:lnTo>
                  <a:lnTo>
                    <a:pt x="632" y="625"/>
                  </a:lnTo>
                  <a:lnTo>
                    <a:pt x="630" y="629"/>
                  </a:lnTo>
                  <a:lnTo>
                    <a:pt x="625" y="632"/>
                  </a:lnTo>
                  <a:lnTo>
                    <a:pt x="618" y="633"/>
                  </a:lnTo>
                  <a:lnTo>
                    <a:pt x="612" y="634"/>
                  </a:lnTo>
                  <a:lnTo>
                    <a:pt x="610" y="637"/>
                  </a:lnTo>
                  <a:lnTo>
                    <a:pt x="611" y="642"/>
                  </a:lnTo>
                  <a:lnTo>
                    <a:pt x="610" y="647"/>
                  </a:lnTo>
                  <a:lnTo>
                    <a:pt x="608" y="651"/>
                  </a:lnTo>
                  <a:lnTo>
                    <a:pt x="603" y="652"/>
                  </a:lnTo>
                  <a:lnTo>
                    <a:pt x="598" y="653"/>
                  </a:lnTo>
                  <a:lnTo>
                    <a:pt x="594" y="655"/>
                  </a:lnTo>
                  <a:lnTo>
                    <a:pt x="590" y="658"/>
                  </a:lnTo>
                  <a:lnTo>
                    <a:pt x="586" y="660"/>
                  </a:lnTo>
                  <a:lnTo>
                    <a:pt x="581" y="660"/>
                  </a:lnTo>
                  <a:lnTo>
                    <a:pt x="576" y="659"/>
                  </a:lnTo>
                  <a:lnTo>
                    <a:pt x="572" y="658"/>
                  </a:lnTo>
                  <a:lnTo>
                    <a:pt x="568" y="658"/>
                  </a:lnTo>
                  <a:lnTo>
                    <a:pt x="564" y="657"/>
                  </a:lnTo>
                  <a:lnTo>
                    <a:pt x="560" y="655"/>
                  </a:lnTo>
                  <a:lnTo>
                    <a:pt x="558" y="651"/>
                  </a:lnTo>
                  <a:lnTo>
                    <a:pt x="556" y="647"/>
                  </a:lnTo>
                  <a:lnTo>
                    <a:pt x="554" y="646"/>
                  </a:lnTo>
                  <a:lnTo>
                    <a:pt x="548" y="648"/>
                  </a:lnTo>
                  <a:lnTo>
                    <a:pt x="542" y="649"/>
                  </a:lnTo>
                  <a:lnTo>
                    <a:pt x="536" y="649"/>
                  </a:lnTo>
                  <a:lnTo>
                    <a:pt x="534" y="645"/>
                  </a:lnTo>
                  <a:lnTo>
                    <a:pt x="535" y="640"/>
                  </a:lnTo>
                  <a:lnTo>
                    <a:pt x="537" y="635"/>
                  </a:lnTo>
                  <a:lnTo>
                    <a:pt x="537" y="631"/>
                  </a:lnTo>
                  <a:lnTo>
                    <a:pt x="537" y="628"/>
                  </a:lnTo>
                  <a:lnTo>
                    <a:pt x="537" y="624"/>
                  </a:lnTo>
                  <a:lnTo>
                    <a:pt x="538" y="621"/>
                  </a:lnTo>
                  <a:lnTo>
                    <a:pt x="539" y="617"/>
                  </a:lnTo>
                  <a:lnTo>
                    <a:pt x="539" y="614"/>
                  </a:lnTo>
                  <a:lnTo>
                    <a:pt x="537" y="610"/>
                  </a:lnTo>
                  <a:lnTo>
                    <a:pt x="536" y="606"/>
                  </a:lnTo>
                  <a:lnTo>
                    <a:pt x="537" y="603"/>
                  </a:lnTo>
                  <a:lnTo>
                    <a:pt x="540" y="600"/>
                  </a:lnTo>
                  <a:lnTo>
                    <a:pt x="542" y="597"/>
                  </a:lnTo>
                  <a:lnTo>
                    <a:pt x="542" y="593"/>
                  </a:lnTo>
                  <a:lnTo>
                    <a:pt x="541" y="588"/>
                  </a:lnTo>
                  <a:lnTo>
                    <a:pt x="541" y="583"/>
                  </a:lnTo>
                  <a:lnTo>
                    <a:pt x="545" y="581"/>
                  </a:lnTo>
                  <a:lnTo>
                    <a:pt x="551" y="582"/>
                  </a:lnTo>
                  <a:lnTo>
                    <a:pt x="556" y="584"/>
                  </a:lnTo>
                  <a:lnTo>
                    <a:pt x="560" y="585"/>
                  </a:lnTo>
                  <a:lnTo>
                    <a:pt x="563" y="584"/>
                  </a:lnTo>
                  <a:lnTo>
                    <a:pt x="565" y="582"/>
                  </a:lnTo>
                  <a:lnTo>
                    <a:pt x="569" y="580"/>
                  </a:lnTo>
                  <a:lnTo>
                    <a:pt x="572" y="579"/>
                  </a:lnTo>
                  <a:lnTo>
                    <a:pt x="576" y="577"/>
                  </a:lnTo>
                  <a:lnTo>
                    <a:pt x="580" y="574"/>
                  </a:lnTo>
                  <a:lnTo>
                    <a:pt x="585" y="572"/>
                  </a:lnTo>
                  <a:lnTo>
                    <a:pt x="590" y="573"/>
                  </a:lnTo>
                  <a:lnTo>
                    <a:pt x="593" y="577"/>
                  </a:lnTo>
                  <a:lnTo>
                    <a:pt x="596" y="582"/>
                  </a:lnTo>
                  <a:lnTo>
                    <a:pt x="599" y="585"/>
                  </a:lnTo>
                  <a:lnTo>
                    <a:pt x="603" y="586"/>
                  </a:lnTo>
                  <a:lnTo>
                    <a:pt x="609" y="587"/>
                  </a:lnTo>
                  <a:lnTo>
                    <a:pt x="613" y="589"/>
                  </a:lnTo>
                  <a:lnTo>
                    <a:pt x="614" y="594"/>
                  </a:lnTo>
                  <a:lnTo>
                    <a:pt x="614" y="598"/>
                  </a:lnTo>
                  <a:lnTo>
                    <a:pt x="615" y="602"/>
                  </a:lnTo>
                  <a:lnTo>
                    <a:pt x="618" y="604"/>
                  </a:lnTo>
                  <a:lnTo>
                    <a:pt x="623" y="607"/>
                  </a:lnTo>
                  <a:lnTo>
                    <a:pt x="627" y="610"/>
                  </a:lnTo>
                  <a:lnTo>
                    <a:pt x="629" y="613"/>
                  </a:lnTo>
                  <a:close/>
                </a:path>
              </a:pathLst>
            </a:custGeom>
            <a:solidFill>
              <a:srgbClr val="ECB78D">
                <a:alpha val="32000"/>
              </a:srgbClr>
            </a:solidFill>
            <a:ln>
              <a:noFill/>
            </a:ln>
          </p:spPr>
          <p:txBody>
            <a:bodyPr anchor="ctr"/>
            <a:lstStyle/>
            <a:p>
              <a:pPr algn="ctr">
                <a:buNone/>
              </a:pPr>
            </a:p>
          </p:txBody>
        </p:sp>
        <p:sp>
          <p:nvSpPr>
            <p:cNvPr id="6674" name="addition:input:141"/>
            <p:cNvSpPr>
              <a:spLocks noGrp="1"/>
            </p:cNvSpPr>
            <p:nvPr/>
          </p:nvSpPr>
          <p:spPr>
            <a:xfrm>
              <a:off x="209550" y="5438775"/>
              <a:ext cx="1217981" cy="1252179"/>
            </a:xfrm>
            <a:custGeom>
              <a:avLst/>
              <a:gdLst/>
              <a:ahLst/>
              <a:cxnLst/>
              <a:rect l="l" t="t" r="r" b="b"/>
              <a:pathLst>
                <a:path w="740" h="668">
                  <a:moveTo>
                    <a:pt x="0" y="0"/>
                  </a:moveTo>
                  <a:moveTo>
                    <a:pt x="734" y="610"/>
                  </a:moveTo>
                  <a:lnTo>
                    <a:pt x="737" y="615"/>
                  </a:lnTo>
                  <a:lnTo>
                    <a:pt x="740" y="621"/>
                  </a:lnTo>
                  <a:lnTo>
                    <a:pt x="738" y="626"/>
                  </a:lnTo>
                  <a:lnTo>
                    <a:pt x="732" y="630"/>
                  </a:lnTo>
                  <a:lnTo>
                    <a:pt x="723" y="632"/>
                  </a:lnTo>
                  <a:lnTo>
                    <a:pt x="717" y="634"/>
                  </a:lnTo>
                  <a:lnTo>
                    <a:pt x="715" y="638"/>
                  </a:lnTo>
                  <a:lnTo>
                    <a:pt x="714" y="644"/>
                  </a:lnTo>
                  <a:lnTo>
                    <a:pt x="712" y="649"/>
                  </a:lnTo>
                  <a:lnTo>
                    <a:pt x="706" y="651"/>
                  </a:lnTo>
                  <a:lnTo>
                    <a:pt x="698" y="651"/>
                  </a:lnTo>
                  <a:lnTo>
                    <a:pt x="691" y="652"/>
                  </a:lnTo>
                  <a:lnTo>
                    <a:pt x="685" y="655"/>
                  </a:lnTo>
                  <a:lnTo>
                    <a:pt x="681" y="660"/>
                  </a:lnTo>
                  <a:lnTo>
                    <a:pt x="675" y="665"/>
                  </a:lnTo>
                  <a:lnTo>
                    <a:pt x="668" y="668"/>
                  </a:lnTo>
                  <a:lnTo>
                    <a:pt x="660" y="668"/>
                  </a:lnTo>
                  <a:lnTo>
                    <a:pt x="652" y="667"/>
                  </a:lnTo>
                  <a:lnTo>
                    <a:pt x="645" y="666"/>
                  </a:lnTo>
                  <a:lnTo>
                    <a:pt x="638" y="663"/>
                  </a:lnTo>
                  <a:lnTo>
                    <a:pt x="633" y="659"/>
                  </a:lnTo>
                  <a:lnTo>
                    <a:pt x="630" y="652"/>
                  </a:lnTo>
                  <a:lnTo>
                    <a:pt x="627" y="648"/>
                  </a:lnTo>
                  <a:lnTo>
                    <a:pt x="622" y="647"/>
                  </a:lnTo>
                  <a:lnTo>
                    <a:pt x="614" y="649"/>
                  </a:lnTo>
                  <a:lnTo>
                    <a:pt x="604" y="650"/>
                  </a:lnTo>
                  <a:lnTo>
                    <a:pt x="597" y="649"/>
                  </a:lnTo>
                  <a:lnTo>
                    <a:pt x="594" y="644"/>
                  </a:lnTo>
                  <a:lnTo>
                    <a:pt x="595" y="638"/>
                  </a:lnTo>
                  <a:lnTo>
                    <a:pt x="595" y="633"/>
                  </a:lnTo>
                  <a:lnTo>
                    <a:pt x="592" y="629"/>
                  </a:lnTo>
                  <a:lnTo>
                    <a:pt x="589" y="625"/>
                  </a:lnTo>
                  <a:lnTo>
                    <a:pt x="589" y="620"/>
                  </a:lnTo>
                  <a:lnTo>
                    <a:pt x="592" y="615"/>
                  </a:lnTo>
                  <a:lnTo>
                    <a:pt x="595" y="610"/>
                  </a:lnTo>
                  <a:lnTo>
                    <a:pt x="598" y="606"/>
                  </a:lnTo>
                  <a:lnTo>
                    <a:pt x="598" y="601"/>
                  </a:lnTo>
                  <a:lnTo>
                    <a:pt x="600" y="597"/>
                  </a:lnTo>
                  <a:lnTo>
                    <a:pt x="605" y="593"/>
                  </a:lnTo>
                  <a:lnTo>
                    <a:pt x="609" y="590"/>
                  </a:lnTo>
                  <a:lnTo>
                    <a:pt x="611" y="586"/>
                  </a:lnTo>
                  <a:lnTo>
                    <a:pt x="609" y="580"/>
                  </a:lnTo>
                  <a:lnTo>
                    <a:pt x="606" y="572"/>
                  </a:lnTo>
                  <a:lnTo>
                    <a:pt x="607" y="565"/>
                  </a:lnTo>
                  <a:lnTo>
                    <a:pt x="613" y="562"/>
                  </a:lnTo>
                  <a:lnTo>
                    <a:pt x="622" y="564"/>
                  </a:lnTo>
                  <a:lnTo>
                    <a:pt x="630" y="566"/>
                  </a:lnTo>
                  <a:lnTo>
                    <a:pt x="636" y="566"/>
                  </a:lnTo>
                  <a:lnTo>
                    <a:pt x="640" y="565"/>
                  </a:lnTo>
                  <a:lnTo>
                    <a:pt x="644" y="563"/>
                  </a:lnTo>
                  <a:lnTo>
                    <a:pt x="649" y="562"/>
                  </a:lnTo>
                  <a:lnTo>
                    <a:pt x="654" y="562"/>
                  </a:lnTo>
                  <a:lnTo>
                    <a:pt x="659" y="561"/>
                  </a:lnTo>
                  <a:lnTo>
                    <a:pt x="664" y="558"/>
                  </a:lnTo>
                  <a:lnTo>
                    <a:pt x="670" y="557"/>
                  </a:lnTo>
                  <a:lnTo>
                    <a:pt x="676" y="557"/>
                  </a:lnTo>
                  <a:lnTo>
                    <a:pt x="681" y="561"/>
                  </a:lnTo>
                  <a:lnTo>
                    <a:pt x="686" y="565"/>
                  </a:lnTo>
                  <a:lnTo>
                    <a:pt x="691" y="566"/>
                  </a:lnTo>
                  <a:lnTo>
                    <a:pt x="699" y="567"/>
                  </a:lnTo>
                  <a:lnTo>
                    <a:pt x="707" y="568"/>
                  </a:lnTo>
                  <a:lnTo>
                    <a:pt x="712" y="572"/>
                  </a:lnTo>
                  <a:lnTo>
                    <a:pt x="711" y="579"/>
                  </a:lnTo>
                  <a:lnTo>
                    <a:pt x="708" y="586"/>
                  </a:lnTo>
                  <a:lnTo>
                    <a:pt x="708" y="592"/>
                  </a:lnTo>
                  <a:lnTo>
                    <a:pt x="712" y="595"/>
                  </a:lnTo>
                  <a:lnTo>
                    <a:pt x="720" y="597"/>
                  </a:lnTo>
                  <a:lnTo>
                    <a:pt x="726" y="601"/>
                  </a:lnTo>
                  <a:lnTo>
                    <a:pt x="731" y="605"/>
                  </a:lnTo>
                  <a:close/>
                </a:path>
              </a:pathLst>
            </a:custGeom>
            <a:solidFill>
              <a:srgbClr val="ECB78D">
                <a:alpha val="32000"/>
              </a:srgbClr>
            </a:solidFill>
            <a:ln>
              <a:noFill/>
            </a:ln>
          </p:spPr>
          <p:txBody>
            <a:bodyPr anchor="ctr"/>
            <a:lstStyle/>
            <a:p>
              <a:pPr algn="ctr">
                <a:buNone/>
              </a:pPr>
            </a:p>
          </p:txBody>
        </p:sp>
        <p:sp>
          <p:nvSpPr>
            <p:cNvPr id="6675" name="addition:input:142"/>
            <p:cNvSpPr>
              <a:spLocks noGrp="1"/>
            </p:cNvSpPr>
            <p:nvPr/>
          </p:nvSpPr>
          <p:spPr>
            <a:xfrm>
              <a:off x="209550" y="5438775"/>
              <a:ext cx="1275588" cy="1304666"/>
            </a:xfrm>
            <a:custGeom>
              <a:avLst/>
              <a:gdLst/>
              <a:ahLst/>
              <a:cxnLst/>
              <a:rect l="l" t="t" r="r" b="b"/>
              <a:pathLst>
                <a:path w="775" h="696">
                  <a:moveTo>
                    <a:pt x="0" y="0"/>
                  </a:moveTo>
                  <a:moveTo>
                    <a:pt x="774" y="601"/>
                  </a:moveTo>
                  <a:lnTo>
                    <a:pt x="775" y="609"/>
                  </a:lnTo>
                  <a:lnTo>
                    <a:pt x="771" y="617"/>
                  </a:lnTo>
                  <a:lnTo>
                    <a:pt x="762" y="624"/>
                  </a:lnTo>
                  <a:lnTo>
                    <a:pt x="755" y="630"/>
                  </a:lnTo>
                  <a:lnTo>
                    <a:pt x="750" y="637"/>
                  </a:lnTo>
                  <a:lnTo>
                    <a:pt x="744" y="643"/>
                  </a:lnTo>
                  <a:lnTo>
                    <a:pt x="736" y="648"/>
                  </a:lnTo>
                  <a:lnTo>
                    <a:pt x="725" y="652"/>
                  </a:lnTo>
                  <a:lnTo>
                    <a:pt x="716" y="655"/>
                  </a:lnTo>
                  <a:lnTo>
                    <a:pt x="713" y="664"/>
                  </a:lnTo>
                  <a:lnTo>
                    <a:pt x="711" y="677"/>
                  </a:lnTo>
                  <a:lnTo>
                    <a:pt x="708" y="689"/>
                  </a:lnTo>
                  <a:lnTo>
                    <a:pt x="698" y="696"/>
                  </a:lnTo>
                  <a:lnTo>
                    <a:pt x="685" y="694"/>
                  </a:lnTo>
                  <a:lnTo>
                    <a:pt x="672" y="687"/>
                  </a:lnTo>
                  <a:lnTo>
                    <a:pt x="661" y="681"/>
                  </a:lnTo>
                  <a:lnTo>
                    <a:pt x="652" y="680"/>
                  </a:lnTo>
                  <a:lnTo>
                    <a:pt x="644" y="681"/>
                  </a:lnTo>
                  <a:lnTo>
                    <a:pt x="636" y="681"/>
                  </a:lnTo>
                  <a:lnTo>
                    <a:pt x="629" y="679"/>
                  </a:lnTo>
                  <a:lnTo>
                    <a:pt x="621" y="677"/>
                  </a:lnTo>
                  <a:lnTo>
                    <a:pt x="613" y="677"/>
                  </a:lnTo>
                  <a:lnTo>
                    <a:pt x="603" y="678"/>
                  </a:lnTo>
                  <a:lnTo>
                    <a:pt x="594" y="677"/>
                  </a:lnTo>
                  <a:lnTo>
                    <a:pt x="589" y="671"/>
                  </a:lnTo>
                  <a:lnTo>
                    <a:pt x="586" y="663"/>
                  </a:lnTo>
                  <a:lnTo>
                    <a:pt x="582" y="657"/>
                  </a:lnTo>
                  <a:lnTo>
                    <a:pt x="573" y="653"/>
                  </a:lnTo>
                  <a:lnTo>
                    <a:pt x="562" y="650"/>
                  </a:lnTo>
                  <a:lnTo>
                    <a:pt x="555" y="643"/>
                  </a:lnTo>
                  <a:lnTo>
                    <a:pt x="558" y="633"/>
                  </a:lnTo>
                  <a:lnTo>
                    <a:pt x="567" y="623"/>
                  </a:lnTo>
                  <a:lnTo>
                    <a:pt x="576" y="614"/>
                  </a:lnTo>
                  <a:lnTo>
                    <a:pt x="577" y="607"/>
                  </a:lnTo>
                  <a:lnTo>
                    <a:pt x="571" y="601"/>
                  </a:lnTo>
                  <a:lnTo>
                    <a:pt x="563" y="594"/>
                  </a:lnTo>
                  <a:lnTo>
                    <a:pt x="558" y="586"/>
                  </a:lnTo>
                  <a:lnTo>
                    <a:pt x="556" y="577"/>
                  </a:lnTo>
                  <a:lnTo>
                    <a:pt x="554" y="569"/>
                  </a:lnTo>
                  <a:lnTo>
                    <a:pt x="552" y="559"/>
                  </a:lnTo>
                  <a:lnTo>
                    <a:pt x="553" y="551"/>
                  </a:lnTo>
                  <a:lnTo>
                    <a:pt x="561" y="545"/>
                  </a:lnTo>
                  <a:lnTo>
                    <a:pt x="573" y="544"/>
                  </a:lnTo>
                  <a:lnTo>
                    <a:pt x="585" y="544"/>
                  </a:lnTo>
                  <a:lnTo>
                    <a:pt x="591" y="540"/>
                  </a:lnTo>
                  <a:lnTo>
                    <a:pt x="595" y="533"/>
                  </a:lnTo>
                  <a:lnTo>
                    <a:pt x="598" y="525"/>
                  </a:lnTo>
                  <a:lnTo>
                    <a:pt x="606" y="520"/>
                  </a:lnTo>
                  <a:lnTo>
                    <a:pt x="616" y="522"/>
                  </a:lnTo>
                  <a:lnTo>
                    <a:pt x="626" y="525"/>
                  </a:lnTo>
                  <a:lnTo>
                    <a:pt x="635" y="525"/>
                  </a:lnTo>
                  <a:lnTo>
                    <a:pt x="643" y="519"/>
                  </a:lnTo>
                  <a:lnTo>
                    <a:pt x="654" y="512"/>
                  </a:lnTo>
                  <a:lnTo>
                    <a:pt x="665" y="508"/>
                  </a:lnTo>
                  <a:lnTo>
                    <a:pt x="677" y="508"/>
                  </a:lnTo>
                  <a:lnTo>
                    <a:pt x="687" y="512"/>
                  </a:lnTo>
                  <a:lnTo>
                    <a:pt x="698" y="515"/>
                  </a:lnTo>
                  <a:lnTo>
                    <a:pt x="708" y="520"/>
                  </a:lnTo>
                  <a:lnTo>
                    <a:pt x="716" y="528"/>
                  </a:lnTo>
                  <a:lnTo>
                    <a:pt x="719" y="538"/>
                  </a:lnTo>
                  <a:lnTo>
                    <a:pt x="721" y="549"/>
                  </a:lnTo>
                  <a:lnTo>
                    <a:pt x="725" y="555"/>
                  </a:lnTo>
                  <a:lnTo>
                    <a:pt x="736" y="557"/>
                  </a:lnTo>
                  <a:lnTo>
                    <a:pt x="753" y="557"/>
                  </a:lnTo>
                  <a:lnTo>
                    <a:pt x="767" y="560"/>
                  </a:lnTo>
                  <a:lnTo>
                    <a:pt x="774" y="568"/>
                  </a:lnTo>
                  <a:lnTo>
                    <a:pt x="773" y="577"/>
                  </a:lnTo>
                  <a:lnTo>
                    <a:pt x="770" y="585"/>
                  </a:lnTo>
                  <a:lnTo>
                    <a:pt x="771" y="593"/>
                  </a:lnTo>
                  <a:close/>
                </a:path>
              </a:pathLst>
            </a:custGeom>
            <a:solidFill>
              <a:srgbClr val="E18B48">
                <a:alpha val="37000"/>
              </a:srgbClr>
            </a:solidFill>
            <a:ln>
              <a:noFill/>
            </a:ln>
          </p:spPr>
          <p:txBody>
            <a:bodyPr anchor="ctr"/>
            <a:lstStyle/>
            <a:p>
              <a:pPr algn="ctr">
                <a:buNone/>
              </a:pPr>
            </a:p>
          </p:txBody>
        </p:sp>
        <p:sp>
          <p:nvSpPr>
            <p:cNvPr id="6676" name="addition:input:143"/>
            <p:cNvSpPr>
              <a:spLocks noGrp="1"/>
            </p:cNvSpPr>
            <p:nvPr/>
          </p:nvSpPr>
          <p:spPr>
            <a:xfrm>
              <a:off x="209550" y="5438775"/>
              <a:ext cx="1097829" cy="1162202"/>
            </a:xfrm>
            <a:custGeom>
              <a:avLst/>
              <a:gdLst/>
              <a:ahLst/>
              <a:cxnLst/>
              <a:rect l="l" t="t" r="r" b="b"/>
              <a:pathLst>
                <a:path w="667" h="620">
                  <a:moveTo>
                    <a:pt x="0" y="0"/>
                  </a:moveTo>
                  <a:moveTo>
                    <a:pt x="667" y="580"/>
                  </a:moveTo>
                  <a:lnTo>
                    <a:pt x="667" y="584"/>
                  </a:lnTo>
                  <a:lnTo>
                    <a:pt x="666" y="587"/>
                  </a:lnTo>
                  <a:lnTo>
                    <a:pt x="665" y="591"/>
                  </a:lnTo>
                  <a:lnTo>
                    <a:pt x="663" y="595"/>
                  </a:lnTo>
                  <a:lnTo>
                    <a:pt x="660" y="597"/>
                  </a:lnTo>
                  <a:lnTo>
                    <a:pt x="654" y="598"/>
                  </a:lnTo>
                  <a:lnTo>
                    <a:pt x="648" y="599"/>
                  </a:lnTo>
                  <a:lnTo>
                    <a:pt x="645" y="600"/>
                  </a:lnTo>
                  <a:lnTo>
                    <a:pt x="644" y="605"/>
                  </a:lnTo>
                  <a:lnTo>
                    <a:pt x="645" y="610"/>
                  </a:lnTo>
                  <a:lnTo>
                    <a:pt x="643" y="615"/>
                  </a:lnTo>
                  <a:lnTo>
                    <a:pt x="639" y="618"/>
                  </a:lnTo>
                  <a:lnTo>
                    <a:pt x="634" y="618"/>
                  </a:lnTo>
                  <a:lnTo>
                    <a:pt x="629" y="618"/>
                  </a:lnTo>
                  <a:lnTo>
                    <a:pt x="625" y="618"/>
                  </a:lnTo>
                  <a:lnTo>
                    <a:pt x="620" y="620"/>
                  </a:lnTo>
                  <a:lnTo>
                    <a:pt x="616" y="620"/>
                  </a:lnTo>
                  <a:lnTo>
                    <a:pt x="612" y="619"/>
                  </a:lnTo>
                  <a:lnTo>
                    <a:pt x="608" y="617"/>
                  </a:lnTo>
                  <a:lnTo>
                    <a:pt x="605" y="616"/>
                  </a:lnTo>
                  <a:lnTo>
                    <a:pt x="601" y="615"/>
                  </a:lnTo>
                  <a:lnTo>
                    <a:pt x="598" y="614"/>
                  </a:lnTo>
                  <a:lnTo>
                    <a:pt x="595" y="612"/>
                  </a:lnTo>
                  <a:lnTo>
                    <a:pt x="594" y="609"/>
                  </a:lnTo>
                  <a:lnTo>
                    <a:pt x="592" y="607"/>
                  </a:lnTo>
                  <a:lnTo>
                    <a:pt x="588" y="606"/>
                  </a:lnTo>
                  <a:lnTo>
                    <a:pt x="582" y="607"/>
                  </a:lnTo>
                  <a:lnTo>
                    <a:pt x="577" y="607"/>
                  </a:lnTo>
                  <a:lnTo>
                    <a:pt x="574" y="604"/>
                  </a:lnTo>
                  <a:lnTo>
                    <a:pt x="575" y="599"/>
                  </a:lnTo>
                  <a:lnTo>
                    <a:pt x="579" y="594"/>
                  </a:lnTo>
                  <a:lnTo>
                    <a:pt x="581" y="590"/>
                  </a:lnTo>
                  <a:lnTo>
                    <a:pt x="581" y="586"/>
                  </a:lnTo>
                  <a:lnTo>
                    <a:pt x="581" y="583"/>
                  </a:lnTo>
                  <a:lnTo>
                    <a:pt x="581" y="580"/>
                  </a:lnTo>
                  <a:lnTo>
                    <a:pt x="582" y="577"/>
                  </a:lnTo>
                  <a:lnTo>
                    <a:pt x="582" y="574"/>
                  </a:lnTo>
                  <a:lnTo>
                    <a:pt x="580" y="570"/>
                  </a:lnTo>
                  <a:lnTo>
                    <a:pt x="578" y="566"/>
                  </a:lnTo>
                  <a:lnTo>
                    <a:pt x="578" y="562"/>
                  </a:lnTo>
                  <a:lnTo>
                    <a:pt x="581" y="559"/>
                  </a:lnTo>
                  <a:lnTo>
                    <a:pt x="585" y="558"/>
                  </a:lnTo>
                  <a:lnTo>
                    <a:pt x="587" y="555"/>
                  </a:lnTo>
                  <a:lnTo>
                    <a:pt x="588" y="552"/>
                  </a:lnTo>
                  <a:lnTo>
                    <a:pt x="588" y="547"/>
                  </a:lnTo>
                  <a:lnTo>
                    <a:pt x="591" y="545"/>
                  </a:lnTo>
                  <a:lnTo>
                    <a:pt x="595" y="545"/>
                  </a:lnTo>
                  <a:lnTo>
                    <a:pt x="600" y="547"/>
                  </a:lnTo>
                  <a:lnTo>
                    <a:pt x="604" y="549"/>
                  </a:lnTo>
                  <a:lnTo>
                    <a:pt x="607" y="549"/>
                  </a:lnTo>
                  <a:lnTo>
                    <a:pt x="609" y="546"/>
                  </a:lnTo>
                  <a:lnTo>
                    <a:pt x="612" y="544"/>
                  </a:lnTo>
                  <a:lnTo>
                    <a:pt x="616" y="542"/>
                  </a:lnTo>
                  <a:lnTo>
                    <a:pt x="620" y="541"/>
                  </a:lnTo>
                  <a:lnTo>
                    <a:pt x="624" y="540"/>
                  </a:lnTo>
                  <a:lnTo>
                    <a:pt x="629" y="539"/>
                  </a:lnTo>
                  <a:lnTo>
                    <a:pt x="634" y="539"/>
                  </a:lnTo>
                  <a:lnTo>
                    <a:pt x="637" y="543"/>
                  </a:lnTo>
                  <a:lnTo>
                    <a:pt x="639" y="548"/>
                  </a:lnTo>
                  <a:lnTo>
                    <a:pt x="640" y="553"/>
                  </a:lnTo>
                  <a:lnTo>
                    <a:pt x="642" y="556"/>
                  </a:lnTo>
                  <a:lnTo>
                    <a:pt x="647" y="556"/>
                  </a:lnTo>
                  <a:lnTo>
                    <a:pt x="652" y="558"/>
                  </a:lnTo>
                  <a:lnTo>
                    <a:pt x="656" y="560"/>
                  </a:lnTo>
                  <a:lnTo>
                    <a:pt x="656" y="564"/>
                  </a:lnTo>
                  <a:lnTo>
                    <a:pt x="656" y="568"/>
                  </a:lnTo>
                  <a:lnTo>
                    <a:pt x="658" y="571"/>
                  </a:lnTo>
                  <a:lnTo>
                    <a:pt x="662" y="573"/>
                  </a:lnTo>
                  <a:lnTo>
                    <a:pt x="665" y="577"/>
                  </a:lnTo>
                  <a:close/>
                </a:path>
              </a:pathLst>
            </a:custGeom>
            <a:solidFill>
              <a:srgbClr val="DE8036">
                <a:alpha val="36000"/>
              </a:srgbClr>
            </a:solidFill>
            <a:ln>
              <a:noFill/>
            </a:ln>
          </p:spPr>
          <p:txBody>
            <a:bodyPr anchor="ctr"/>
            <a:lstStyle/>
            <a:p>
              <a:pPr algn="ctr">
                <a:buNone/>
              </a:pPr>
            </a:p>
          </p:txBody>
        </p:sp>
        <p:sp>
          <p:nvSpPr>
            <p:cNvPr id="6677" name="addition:input:144"/>
            <p:cNvSpPr>
              <a:spLocks noGrp="1"/>
            </p:cNvSpPr>
            <p:nvPr/>
          </p:nvSpPr>
          <p:spPr>
            <a:xfrm>
              <a:off x="209550" y="5438775"/>
              <a:ext cx="1180125" cy="1120963"/>
            </a:xfrm>
            <a:custGeom>
              <a:avLst/>
              <a:gdLst/>
              <a:ahLst/>
              <a:cxnLst/>
              <a:rect l="l" t="t" r="r" b="b"/>
              <a:pathLst>
                <a:path w="717" h="598">
                  <a:moveTo>
                    <a:pt x="0" y="0"/>
                  </a:moveTo>
                  <a:moveTo>
                    <a:pt x="709" y="569"/>
                  </a:moveTo>
                  <a:lnTo>
                    <a:pt x="708" y="571"/>
                  </a:lnTo>
                  <a:lnTo>
                    <a:pt x="707" y="573"/>
                  </a:lnTo>
                  <a:lnTo>
                    <a:pt x="706" y="575"/>
                  </a:lnTo>
                  <a:lnTo>
                    <a:pt x="705" y="578"/>
                  </a:lnTo>
                  <a:lnTo>
                    <a:pt x="706" y="581"/>
                  </a:lnTo>
                  <a:lnTo>
                    <a:pt x="707" y="584"/>
                  </a:lnTo>
                  <a:lnTo>
                    <a:pt x="707" y="588"/>
                  </a:lnTo>
                  <a:lnTo>
                    <a:pt x="706" y="590"/>
                  </a:lnTo>
                  <a:lnTo>
                    <a:pt x="702" y="591"/>
                  </a:lnTo>
                  <a:lnTo>
                    <a:pt x="698" y="591"/>
                  </a:lnTo>
                  <a:lnTo>
                    <a:pt x="695" y="592"/>
                  </a:lnTo>
                  <a:lnTo>
                    <a:pt x="694" y="594"/>
                  </a:lnTo>
                  <a:lnTo>
                    <a:pt x="692" y="596"/>
                  </a:lnTo>
                  <a:lnTo>
                    <a:pt x="690" y="598"/>
                  </a:lnTo>
                  <a:lnTo>
                    <a:pt x="687" y="597"/>
                  </a:lnTo>
                  <a:lnTo>
                    <a:pt x="684" y="595"/>
                  </a:lnTo>
                  <a:lnTo>
                    <a:pt x="681" y="594"/>
                  </a:lnTo>
                  <a:lnTo>
                    <a:pt x="679" y="594"/>
                  </a:lnTo>
                  <a:lnTo>
                    <a:pt x="676" y="596"/>
                  </a:lnTo>
                  <a:lnTo>
                    <a:pt x="674" y="597"/>
                  </a:lnTo>
                  <a:lnTo>
                    <a:pt x="671" y="597"/>
                  </a:lnTo>
                  <a:lnTo>
                    <a:pt x="667" y="597"/>
                  </a:lnTo>
                  <a:lnTo>
                    <a:pt x="664" y="597"/>
                  </a:lnTo>
                  <a:lnTo>
                    <a:pt x="660" y="596"/>
                  </a:lnTo>
                  <a:lnTo>
                    <a:pt x="657" y="595"/>
                  </a:lnTo>
                  <a:lnTo>
                    <a:pt x="656" y="591"/>
                  </a:lnTo>
                  <a:lnTo>
                    <a:pt x="657" y="586"/>
                  </a:lnTo>
                  <a:lnTo>
                    <a:pt x="657" y="583"/>
                  </a:lnTo>
                  <a:lnTo>
                    <a:pt x="656" y="581"/>
                  </a:lnTo>
                  <a:lnTo>
                    <a:pt x="652" y="580"/>
                  </a:lnTo>
                  <a:lnTo>
                    <a:pt x="648" y="579"/>
                  </a:lnTo>
                  <a:lnTo>
                    <a:pt x="645" y="576"/>
                  </a:lnTo>
                  <a:lnTo>
                    <a:pt x="644" y="574"/>
                  </a:lnTo>
                  <a:lnTo>
                    <a:pt x="644" y="571"/>
                  </a:lnTo>
                  <a:lnTo>
                    <a:pt x="643" y="569"/>
                  </a:lnTo>
                  <a:lnTo>
                    <a:pt x="642" y="566"/>
                  </a:lnTo>
                  <a:lnTo>
                    <a:pt x="641" y="563"/>
                  </a:lnTo>
                  <a:lnTo>
                    <a:pt x="641" y="560"/>
                  </a:lnTo>
                  <a:lnTo>
                    <a:pt x="643" y="558"/>
                  </a:lnTo>
                  <a:lnTo>
                    <a:pt x="644" y="556"/>
                  </a:lnTo>
                  <a:lnTo>
                    <a:pt x="646" y="553"/>
                  </a:lnTo>
                  <a:lnTo>
                    <a:pt x="647" y="551"/>
                  </a:lnTo>
                  <a:lnTo>
                    <a:pt x="651" y="550"/>
                  </a:lnTo>
                  <a:lnTo>
                    <a:pt x="655" y="550"/>
                  </a:lnTo>
                  <a:lnTo>
                    <a:pt x="659" y="550"/>
                  </a:lnTo>
                  <a:lnTo>
                    <a:pt x="662" y="549"/>
                  </a:lnTo>
                  <a:lnTo>
                    <a:pt x="663" y="545"/>
                  </a:lnTo>
                  <a:lnTo>
                    <a:pt x="664" y="541"/>
                  </a:lnTo>
                  <a:lnTo>
                    <a:pt x="666" y="537"/>
                  </a:lnTo>
                  <a:lnTo>
                    <a:pt x="670" y="536"/>
                  </a:lnTo>
                  <a:lnTo>
                    <a:pt x="674" y="537"/>
                  </a:lnTo>
                  <a:lnTo>
                    <a:pt x="678" y="538"/>
                  </a:lnTo>
                  <a:lnTo>
                    <a:pt x="682" y="539"/>
                  </a:lnTo>
                  <a:lnTo>
                    <a:pt x="685" y="539"/>
                  </a:lnTo>
                  <a:lnTo>
                    <a:pt x="689" y="541"/>
                  </a:lnTo>
                  <a:lnTo>
                    <a:pt x="691" y="543"/>
                  </a:lnTo>
                  <a:lnTo>
                    <a:pt x="694" y="544"/>
                  </a:lnTo>
                  <a:lnTo>
                    <a:pt x="697" y="545"/>
                  </a:lnTo>
                  <a:lnTo>
                    <a:pt x="700" y="545"/>
                  </a:lnTo>
                  <a:lnTo>
                    <a:pt x="703" y="545"/>
                  </a:lnTo>
                  <a:lnTo>
                    <a:pt x="705" y="548"/>
                  </a:lnTo>
                  <a:lnTo>
                    <a:pt x="706" y="550"/>
                  </a:lnTo>
                  <a:lnTo>
                    <a:pt x="707" y="553"/>
                  </a:lnTo>
                  <a:lnTo>
                    <a:pt x="709" y="554"/>
                  </a:lnTo>
                  <a:lnTo>
                    <a:pt x="714" y="555"/>
                  </a:lnTo>
                  <a:lnTo>
                    <a:pt x="717" y="557"/>
                  </a:lnTo>
                  <a:lnTo>
                    <a:pt x="717" y="560"/>
                  </a:lnTo>
                  <a:lnTo>
                    <a:pt x="715" y="563"/>
                  </a:lnTo>
                  <a:lnTo>
                    <a:pt x="711" y="566"/>
                  </a:lnTo>
                  <a:close/>
                </a:path>
              </a:pathLst>
            </a:custGeom>
            <a:solidFill>
              <a:srgbClr val="DE8036">
                <a:alpha val="36000"/>
              </a:srgbClr>
            </a:solidFill>
            <a:ln>
              <a:noFill/>
            </a:ln>
          </p:spPr>
          <p:txBody>
            <a:bodyPr anchor="ctr"/>
            <a:lstStyle/>
            <a:p>
              <a:pPr algn="ctr">
                <a:buNone/>
              </a:pPr>
            </a:p>
          </p:txBody>
        </p:sp>
        <p:sp>
          <p:nvSpPr>
            <p:cNvPr id="6678" name="addition:input:145"/>
            <p:cNvSpPr>
              <a:spLocks noGrp="1"/>
            </p:cNvSpPr>
            <p:nvPr/>
          </p:nvSpPr>
          <p:spPr>
            <a:xfrm>
              <a:off x="209550" y="5438775"/>
              <a:ext cx="1245961" cy="1237183"/>
            </a:xfrm>
            <a:custGeom>
              <a:avLst/>
              <a:gdLst/>
              <a:ahLst/>
              <a:cxnLst/>
              <a:rect l="l" t="t" r="r" b="b"/>
              <a:pathLst>
                <a:path w="757" h="660">
                  <a:moveTo>
                    <a:pt x="0" y="0"/>
                  </a:moveTo>
                  <a:moveTo>
                    <a:pt x="753" y="620"/>
                  </a:moveTo>
                  <a:lnTo>
                    <a:pt x="751" y="623"/>
                  </a:lnTo>
                  <a:lnTo>
                    <a:pt x="748" y="626"/>
                  </a:lnTo>
                  <a:lnTo>
                    <a:pt x="745" y="629"/>
                  </a:lnTo>
                  <a:lnTo>
                    <a:pt x="744" y="632"/>
                  </a:lnTo>
                  <a:lnTo>
                    <a:pt x="743" y="636"/>
                  </a:lnTo>
                  <a:lnTo>
                    <a:pt x="741" y="639"/>
                  </a:lnTo>
                  <a:lnTo>
                    <a:pt x="738" y="641"/>
                  </a:lnTo>
                  <a:lnTo>
                    <a:pt x="735" y="643"/>
                  </a:lnTo>
                  <a:lnTo>
                    <a:pt x="734" y="647"/>
                  </a:lnTo>
                  <a:lnTo>
                    <a:pt x="733" y="652"/>
                  </a:lnTo>
                  <a:lnTo>
                    <a:pt x="732" y="657"/>
                  </a:lnTo>
                  <a:lnTo>
                    <a:pt x="729" y="660"/>
                  </a:lnTo>
                  <a:lnTo>
                    <a:pt x="723" y="658"/>
                  </a:lnTo>
                  <a:lnTo>
                    <a:pt x="717" y="655"/>
                  </a:lnTo>
                  <a:lnTo>
                    <a:pt x="713" y="653"/>
                  </a:lnTo>
                  <a:lnTo>
                    <a:pt x="710" y="652"/>
                  </a:lnTo>
                  <a:lnTo>
                    <a:pt x="707" y="654"/>
                  </a:lnTo>
                  <a:lnTo>
                    <a:pt x="704" y="655"/>
                  </a:lnTo>
                  <a:lnTo>
                    <a:pt x="701" y="656"/>
                  </a:lnTo>
                  <a:lnTo>
                    <a:pt x="698" y="656"/>
                  </a:lnTo>
                  <a:lnTo>
                    <a:pt x="694" y="657"/>
                  </a:lnTo>
                  <a:lnTo>
                    <a:pt x="689" y="657"/>
                  </a:lnTo>
                  <a:lnTo>
                    <a:pt x="685" y="657"/>
                  </a:lnTo>
                  <a:lnTo>
                    <a:pt x="682" y="654"/>
                  </a:lnTo>
                  <a:lnTo>
                    <a:pt x="681" y="650"/>
                  </a:lnTo>
                  <a:lnTo>
                    <a:pt x="679" y="647"/>
                  </a:lnTo>
                  <a:lnTo>
                    <a:pt x="675" y="645"/>
                  </a:lnTo>
                  <a:lnTo>
                    <a:pt x="671" y="643"/>
                  </a:lnTo>
                  <a:lnTo>
                    <a:pt x="667" y="641"/>
                  </a:lnTo>
                  <a:lnTo>
                    <a:pt x="667" y="637"/>
                  </a:lnTo>
                  <a:lnTo>
                    <a:pt x="669" y="632"/>
                  </a:lnTo>
                  <a:lnTo>
                    <a:pt x="671" y="628"/>
                  </a:lnTo>
                  <a:lnTo>
                    <a:pt x="670" y="625"/>
                  </a:lnTo>
                  <a:lnTo>
                    <a:pt x="665" y="623"/>
                  </a:lnTo>
                  <a:lnTo>
                    <a:pt x="661" y="620"/>
                  </a:lnTo>
                  <a:lnTo>
                    <a:pt x="657" y="616"/>
                  </a:lnTo>
                  <a:lnTo>
                    <a:pt x="656" y="612"/>
                  </a:lnTo>
                  <a:lnTo>
                    <a:pt x="656" y="608"/>
                  </a:lnTo>
                  <a:lnTo>
                    <a:pt x="656" y="604"/>
                  </a:lnTo>
                  <a:lnTo>
                    <a:pt x="657" y="601"/>
                  </a:lnTo>
                  <a:lnTo>
                    <a:pt x="661" y="599"/>
                  </a:lnTo>
                  <a:lnTo>
                    <a:pt x="667" y="598"/>
                  </a:lnTo>
                  <a:lnTo>
                    <a:pt x="672" y="598"/>
                  </a:lnTo>
                  <a:lnTo>
                    <a:pt x="675" y="596"/>
                  </a:lnTo>
                  <a:lnTo>
                    <a:pt x="676" y="592"/>
                  </a:lnTo>
                  <a:lnTo>
                    <a:pt x="677" y="588"/>
                  </a:lnTo>
                  <a:lnTo>
                    <a:pt x="680" y="585"/>
                  </a:lnTo>
                  <a:lnTo>
                    <a:pt x="685" y="584"/>
                  </a:lnTo>
                  <a:lnTo>
                    <a:pt x="690" y="585"/>
                  </a:lnTo>
                  <a:lnTo>
                    <a:pt x="695" y="584"/>
                  </a:lnTo>
                  <a:lnTo>
                    <a:pt x="699" y="582"/>
                  </a:lnTo>
                  <a:lnTo>
                    <a:pt x="703" y="579"/>
                  </a:lnTo>
                  <a:lnTo>
                    <a:pt x="708" y="577"/>
                  </a:lnTo>
                  <a:lnTo>
                    <a:pt x="713" y="578"/>
                  </a:lnTo>
                  <a:lnTo>
                    <a:pt x="718" y="580"/>
                  </a:lnTo>
                  <a:lnTo>
                    <a:pt x="723" y="582"/>
                  </a:lnTo>
                  <a:lnTo>
                    <a:pt x="727" y="584"/>
                  </a:lnTo>
                  <a:lnTo>
                    <a:pt x="730" y="587"/>
                  </a:lnTo>
                  <a:lnTo>
                    <a:pt x="732" y="591"/>
                  </a:lnTo>
                  <a:lnTo>
                    <a:pt x="733" y="595"/>
                  </a:lnTo>
                  <a:lnTo>
                    <a:pt x="736" y="597"/>
                  </a:lnTo>
                  <a:lnTo>
                    <a:pt x="741" y="597"/>
                  </a:lnTo>
                  <a:lnTo>
                    <a:pt x="748" y="596"/>
                  </a:lnTo>
                  <a:lnTo>
                    <a:pt x="754" y="597"/>
                  </a:lnTo>
                  <a:lnTo>
                    <a:pt x="757" y="600"/>
                  </a:lnTo>
                  <a:lnTo>
                    <a:pt x="756" y="605"/>
                  </a:lnTo>
                  <a:lnTo>
                    <a:pt x="753" y="609"/>
                  </a:lnTo>
                  <a:lnTo>
                    <a:pt x="752" y="613"/>
                  </a:lnTo>
                  <a:lnTo>
                    <a:pt x="753" y="616"/>
                  </a:lnTo>
                  <a:close/>
                </a:path>
              </a:pathLst>
            </a:custGeom>
            <a:solidFill>
              <a:srgbClr val="DE8036">
                <a:alpha val="36000"/>
              </a:srgbClr>
            </a:solidFill>
            <a:ln>
              <a:noFill/>
            </a:ln>
          </p:spPr>
          <p:txBody>
            <a:bodyPr anchor="ctr"/>
            <a:lstStyle/>
            <a:p>
              <a:pPr algn="ctr">
                <a:buNone/>
              </a:pPr>
            </a:p>
          </p:txBody>
        </p:sp>
        <p:sp>
          <p:nvSpPr>
            <p:cNvPr id="6679" name="addition:input:146"/>
            <p:cNvSpPr>
              <a:spLocks noGrp="1"/>
            </p:cNvSpPr>
            <p:nvPr/>
          </p:nvSpPr>
          <p:spPr>
            <a:xfrm>
              <a:off x="209550" y="5438775"/>
              <a:ext cx="1120872" cy="1267176"/>
            </a:xfrm>
            <a:custGeom>
              <a:avLst/>
              <a:gdLst/>
              <a:ahLst/>
              <a:cxnLst/>
              <a:rect l="l" t="t" r="r" b="b"/>
              <a:pathLst>
                <a:path w="681" h="676">
                  <a:moveTo>
                    <a:pt x="0" y="0"/>
                  </a:moveTo>
                  <a:moveTo>
                    <a:pt x="680" y="642"/>
                  </a:moveTo>
                  <a:lnTo>
                    <a:pt x="680" y="645"/>
                  </a:lnTo>
                  <a:lnTo>
                    <a:pt x="677" y="647"/>
                  </a:lnTo>
                  <a:lnTo>
                    <a:pt x="673" y="649"/>
                  </a:lnTo>
                  <a:lnTo>
                    <a:pt x="670" y="651"/>
                  </a:lnTo>
                  <a:lnTo>
                    <a:pt x="670" y="654"/>
                  </a:lnTo>
                  <a:lnTo>
                    <a:pt x="673" y="658"/>
                  </a:lnTo>
                  <a:lnTo>
                    <a:pt x="675" y="663"/>
                  </a:lnTo>
                  <a:lnTo>
                    <a:pt x="674" y="666"/>
                  </a:lnTo>
                  <a:lnTo>
                    <a:pt x="671" y="668"/>
                  </a:lnTo>
                  <a:lnTo>
                    <a:pt x="667" y="669"/>
                  </a:lnTo>
                  <a:lnTo>
                    <a:pt x="663" y="670"/>
                  </a:lnTo>
                  <a:lnTo>
                    <a:pt x="660" y="670"/>
                  </a:lnTo>
                  <a:lnTo>
                    <a:pt x="657" y="670"/>
                  </a:lnTo>
                  <a:lnTo>
                    <a:pt x="653" y="670"/>
                  </a:lnTo>
                  <a:lnTo>
                    <a:pt x="650" y="669"/>
                  </a:lnTo>
                  <a:lnTo>
                    <a:pt x="648" y="670"/>
                  </a:lnTo>
                  <a:lnTo>
                    <a:pt x="645" y="673"/>
                  </a:lnTo>
                  <a:lnTo>
                    <a:pt x="642" y="675"/>
                  </a:lnTo>
                  <a:lnTo>
                    <a:pt x="639" y="676"/>
                  </a:lnTo>
                  <a:lnTo>
                    <a:pt x="635" y="674"/>
                  </a:lnTo>
                  <a:lnTo>
                    <a:pt x="633" y="672"/>
                  </a:lnTo>
                  <a:lnTo>
                    <a:pt x="630" y="671"/>
                  </a:lnTo>
                  <a:lnTo>
                    <a:pt x="625" y="671"/>
                  </a:lnTo>
                  <a:lnTo>
                    <a:pt x="620" y="672"/>
                  </a:lnTo>
                  <a:lnTo>
                    <a:pt x="616" y="670"/>
                  </a:lnTo>
                  <a:lnTo>
                    <a:pt x="614" y="667"/>
                  </a:lnTo>
                  <a:lnTo>
                    <a:pt x="614" y="663"/>
                  </a:lnTo>
                  <a:lnTo>
                    <a:pt x="613" y="659"/>
                  </a:lnTo>
                  <a:lnTo>
                    <a:pt x="612" y="657"/>
                  </a:lnTo>
                  <a:lnTo>
                    <a:pt x="610" y="654"/>
                  </a:lnTo>
                  <a:lnTo>
                    <a:pt x="608" y="652"/>
                  </a:lnTo>
                  <a:lnTo>
                    <a:pt x="606" y="649"/>
                  </a:lnTo>
                  <a:lnTo>
                    <a:pt x="604" y="647"/>
                  </a:lnTo>
                  <a:lnTo>
                    <a:pt x="599" y="645"/>
                  </a:lnTo>
                  <a:lnTo>
                    <a:pt x="594" y="642"/>
                  </a:lnTo>
                  <a:lnTo>
                    <a:pt x="592" y="638"/>
                  </a:lnTo>
                  <a:lnTo>
                    <a:pt x="594" y="635"/>
                  </a:lnTo>
                  <a:lnTo>
                    <a:pt x="598" y="633"/>
                  </a:lnTo>
                  <a:lnTo>
                    <a:pt x="603" y="631"/>
                  </a:lnTo>
                  <a:lnTo>
                    <a:pt x="605" y="629"/>
                  </a:lnTo>
                  <a:lnTo>
                    <a:pt x="606" y="626"/>
                  </a:lnTo>
                  <a:lnTo>
                    <a:pt x="606" y="622"/>
                  </a:lnTo>
                  <a:lnTo>
                    <a:pt x="609" y="620"/>
                  </a:lnTo>
                  <a:lnTo>
                    <a:pt x="613" y="619"/>
                  </a:lnTo>
                  <a:lnTo>
                    <a:pt x="617" y="618"/>
                  </a:lnTo>
                  <a:lnTo>
                    <a:pt x="620" y="617"/>
                  </a:lnTo>
                  <a:lnTo>
                    <a:pt x="622" y="614"/>
                  </a:lnTo>
                  <a:lnTo>
                    <a:pt x="625" y="611"/>
                  </a:lnTo>
                  <a:lnTo>
                    <a:pt x="629" y="610"/>
                  </a:lnTo>
                  <a:lnTo>
                    <a:pt x="633" y="609"/>
                  </a:lnTo>
                  <a:lnTo>
                    <a:pt x="637" y="607"/>
                  </a:lnTo>
                  <a:lnTo>
                    <a:pt x="642" y="605"/>
                  </a:lnTo>
                  <a:lnTo>
                    <a:pt x="646" y="604"/>
                  </a:lnTo>
                  <a:lnTo>
                    <a:pt x="650" y="606"/>
                  </a:lnTo>
                  <a:lnTo>
                    <a:pt x="653" y="610"/>
                  </a:lnTo>
                  <a:lnTo>
                    <a:pt x="655" y="615"/>
                  </a:lnTo>
                  <a:lnTo>
                    <a:pt x="658" y="618"/>
                  </a:lnTo>
                  <a:lnTo>
                    <a:pt x="661" y="617"/>
                  </a:lnTo>
                  <a:lnTo>
                    <a:pt x="666" y="616"/>
                  </a:lnTo>
                  <a:lnTo>
                    <a:pt x="670" y="616"/>
                  </a:lnTo>
                  <a:lnTo>
                    <a:pt x="673" y="617"/>
                  </a:lnTo>
                  <a:lnTo>
                    <a:pt x="675" y="619"/>
                  </a:lnTo>
                  <a:lnTo>
                    <a:pt x="677" y="622"/>
                  </a:lnTo>
                  <a:lnTo>
                    <a:pt x="679" y="624"/>
                  </a:lnTo>
                  <a:lnTo>
                    <a:pt x="681" y="626"/>
                  </a:lnTo>
                  <a:lnTo>
                    <a:pt x="681" y="630"/>
                  </a:lnTo>
                  <a:lnTo>
                    <a:pt x="680" y="633"/>
                  </a:lnTo>
                  <a:lnTo>
                    <a:pt x="679" y="636"/>
                  </a:lnTo>
                  <a:lnTo>
                    <a:pt x="679" y="639"/>
                  </a:lnTo>
                  <a:close/>
                </a:path>
              </a:pathLst>
            </a:custGeom>
            <a:solidFill>
              <a:srgbClr val="DE8036">
                <a:alpha val="36000"/>
              </a:srgbClr>
            </a:solidFill>
            <a:ln>
              <a:noFill/>
            </a:ln>
          </p:spPr>
          <p:txBody>
            <a:bodyPr anchor="ctr"/>
            <a:lstStyle/>
            <a:p>
              <a:pPr algn="ctr">
                <a:buNone/>
              </a:pPr>
            </a:p>
          </p:txBody>
        </p:sp>
        <p:sp>
          <p:nvSpPr>
            <p:cNvPr id="6680" name="addition:input:147"/>
            <p:cNvSpPr>
              <a:spLocks noGrp="1"/>
            </p:cNvSpPr>
            <p:nvPr/>
          </p:nvSpPr>
          <p:spPr>
            <a:xfrm>
              <a:off x="209550" y="5438775"/>
              <a:ext cx="1083015" cy="1152830"/>
            </a:xfrm>
            <a:custGeom>
              <a:avLst/>
              <a:gdLst/>
              <a:ahLst/>
              <a:cxnLst/>
              <a:rect l="l" t="t" r="r" b="b"/>
              <a:pathLst>
                <a:path w="658" h="615">
                  <a:moveTo>
                    <a:pt x="0" y="0"/>
                  </a:moveTo>
                  <a:moveTo>
                    <a:pt x="648" y="584"/>
                  </a:moveTo>
                  <a:lnTo>
                    <a:pt x="651" y="586"/>
                  </a:lnTo>
                  <a:lnTo>
                    <a:pt x="655" y="589"/>
                  </a:lnTo>
                  <a:lnTo>
                    <a:pt x="658" y="593"/>
                  </a:lnTo>
                  <a:lnTo>
                    <a:pt x="658" y="596"/>
                  </a:lnTo>
                  <a:lnTo>
                    <a:pt x="655" y="598"/>
                  </a:lnTo>
                  <a:lnTo>
                    <a:pt x="651" y="599"/>
                  </a:lnTo>
                  <a:lnTo>
                    <a:pt x="648" y="600"/>
                  </a:lnTo>
                  <a:lnTo>
                    <a:pt x="646" y="602"/>
                  </a:lnTo>
                  <a:lnTo>
                    <a:pt x="645" y="603"/>
                  </a:lnTo>
                  <a:lnTo>
                    <a:pt x="642" y="605"/>
                  </a:lnTo>
                  <a:lnTo>
                    <a:pt x="640" y="606"/>
                  </a:lnTo>
                  <a:lnTo>
                    <a:pt x="638" y="607"/>
                  </a:lnTo>
                  <a:lnTo>
                    <a:pt x="636" y="610"/>
                  </a:lnTo>
                  <a:lnTo>
                    <a:pt x="634" y="612"/>
                  </a:lnTo>
                  <a:lnTo>
                    <a:pt x="631" y="614"/>
                  </a:lnTo>
                  <a:lnTo>
                    <a:pt x="627" y="613"/>
                  </a:lnTo>
                  <a:lnTo>
                    <a:pt x="624" y="612"/>
                  </a:lnTo>
                  <a:lnTo>
                    <a:pt x="621" y="612"/>
                  </a:lnTo>
                  <a:lnTo>
                    <a:pt x="617" y="614"/>
                  </a:lnTo>
                  <a:lnTo>
                    <a:pt x="614" y="615"/>
                  </a:lnTo>
                  <a:lnTo>
                    <a:pt x="610" y="615"/>
                  </a:lnTo>
                  <a:lnTo>
                    <a:pt x="607" y="612"/>
                  </a:lnTo>
                  <a:lnTo>
                    <a:pt x="606" y="608"/>
                  </a:lnTo>
                  <a:lnTo>
                    <a:pt x="605" y="604"/>
                  </a:lnTo>
                  <a:lnTo>
                    <a:pt x="603" y="603"/>
                  </a:lnTo>
                  <a:lnTo>
                    <a:pt x="600" y="602"/>
                  </a:lnTo>
                  <a:lnTo>
                    <a:pt x="597" y="601"/>
                  </a:lnTo>
                  <a:lnTo>
                    <a:pt x="594" y="600"/>
                  </a:lnTo>
                  <a:lnTo>
                    <a:pt x="592" y="599"/>
                  </a:lnTo>
                  <a:lnTo>
                    <a:pt x="589" y="597"/>
                  </a:lnTo>
                  <a:lnTo>
                    <a:pt x="586" y="595"/>
                  </a:lnTo>
                  <a:lnTo>
                    <a:pt x="585" y="593"/>
                  </a:lnTo>
                  <a:lnTo>
                    <a:pt x="586" y="589"/>
                  </a:lnTo>
                  <a:lnTo>
                    <a:pt x="589" y="586"/>
                  </a:lnTo>
                  <a:lnTo>
                    <a:pt x="592" y="584"/>
                  </a:lnTo>
                  <a:lnTo>
                    <a:pt x="593" y="581"/>
                  </a:lnTo>
                  <a:lnTo>
                    <a:pt x="592" y="579"/>
                  </a:lnTo>
                  <a:lnTo>
                    <a:pt x="591" y="576"/>
                  </a:lnTo>
                  <a:lnTo>
                    <a:pt x="593" y="573"/>
                  </a:lnTo>
                  <a:lnTo>
                    <a:pt x="596" y="572"/>
                  </a:lnTo>
                  <a:lnTo>
                    <a:pt x="599" y="570"/>
                  </a:lnTo>
                  <a:lnTo>
                    <a:pt x="601" y="568"/>
                  </a:lnTo>
                  <a:lnTo>
                    <a:pt x="601" y="565"/>
                  </a:lnTo>
                  <a:lnTo>
                    <a:pt x="602" y="562"/>
                  </a:lnTo>
                  <a:lnTo>
                    <a:pt x="603" y="559"/>
                  </a:lnTo>
                  <a:lnTo>
                    <a:pt x="605" y="557"/>
                  </a:lnTo>
                  <a:lnTo>
                    <a:pt x="608" y="556"/>
                  </a:lnTo>
                  <a:lnTo>
                    <a:pt x="610" y="554"/>
                  </a:lnTo>
                  <a:lnTo>
                    <a:pt x="613" y="553"/>
                  </a:lnTo>
                  <a:lnTo>
                    <a:pt x="616" y="554"/>
                  </a:lnTo>
                  <a:lnTo>
                    <a:pt x="619" y="557"/>
                  </a:lnTo>
                  <a:lnTo>
                    <a:pt x="622" y="560"/>
                  </a:lnTo>
                  <a:lnTo>
                    <a:pt x="623" y="560"/>
                  </a:lnTo>
                  <a:lnTo>
                    <a:pt x="626" y="558"/>
                  </a:lnTo>
                  <a:lnTo>
                    <a:pt x="628" y="555"/>
                  </a:lnTo>
                  <a:lnTo>
                    <a:pt x="631" y="554"/>
                  </a:lnTo>
                  <a:lnTo>
                    <a:pt x="634" y="555"/>
                  </a:lnTo>
                  <a:lnTo>
                    <a:pt x="636" y="557"/>
                  </a:lnTo>
                  <a:lnTo>
                    <a:pt x="637" y="559"/>
                  </a:lnTo>
                  <a:lnTo>
                    <a:pt x="640" y="560"/>
                  </a:lnTo>
                  <a:lnTo>
                    <a:pt x="642" y="561"/>
                  </a:lnTo>
                  <a:lnTo>
                    <a:pt x="644" y="563"/>
                  </a:lnTo>
                  <a:lnTo>
                    <a:pt x="645" y="566"/>
                  </a:lnTo>
                  <a:lnTo>
                    <a:pt x="646" y="569"/>
                  </a:lnTo>
                  <a:lnTo>
                    <a:pt x="647" y="571"/>
                  </a:lnTo>
                  <a:lnTo>
                    <a:pt x="648" y="574"/>
                  </a:lnTo>
                  <a:lnTo>
                    <a:pt x="649" y="576"/>
                  </a:lnTo>
                  <a:lnTo>
                    <a:pt x="649" y="579"/>
                  </a:lnTo>
                  <a:lnTo>
                    <a:pt x="648" y="581"/>
                  </a:lnTo>
                  <a:close/>
                </a:path>
              </a:pathLst>
            </a:custGeom>
            <a:solidFill>
              <a:srgbClr val="E8A571">
                <a:alpha val="32000"/>
              </a:srgbClr>
            </a:solidFill>
            <a:ln>
              <a:noFill/>
            </a:ln>
          </p:spPr>
          <p:txBody>
            <a:bodyPr anchor="ctr"/>
            <a:lstStyle/>
            <a:p>
              <a:pPr algn="ctr">
                <a:buNone/>
              </a:pPr>
            </a:p>
          </p:txBody>
        </p:sp>
        <p:sp>
          <p:nvSpPr>
            <p:cNvPr id="6681" name="addition:input:148"/>
            <p:cNvSpPr>
              <a:spLocks noGrp="1"/>
            </p:cNvSpPr>
            <p:nvPr/>
          </p:nvSpPr>
          <p:spPr>
            <a:xfrm>
              <a:off x="209550" y="5438775"/>
              <a:ext cx="1201522" cy="1231560"/>
            </a:xfrm>
            <a:custGeom>
              <a:avLst/>
              <a:gdLst/>
              <a:ahLst/>
              <a:cxnLst/>
              <a:rect l="l" t="t" r="r" b="b"/>
              <a:pathLst>
                <a:path w="730" h="657">
                  <a:moveTo>
                    <a:pt x="0" y="0"/>
                  </a:moveTo>
                  <a:moveTo>
                    <a:pt x="729" y="627"/>
                  </a:moveTo>
                  <a:lnTo>
                    <a:pt x="727" y="629"/>
                  </a:lnTo>
                  <a:lnTo>
                    <a:pt x="726" y="631"/>
                  </a:lnTo>
                  <a:lnTo>
                    <a:pt x="726" y="633"/>
                  </a:lnTo>
                  <a:lnTo>
                    <a:pt x="727" y="636"/>
                  </a:lnTo>
                  <a:lnTo>
                    <a:pt x="726" y="638"/>
                  </a:lnTo>
                  <a:lnTo>
                    <a:pt x="723" y="640"/>
                  </a:lnTo>
                  <a:lnTo>
                    <a:pt x="720" y="641"/>
                  </a:lnTo>
                  <a:lnTo>
                    <a:pt x="717" y="642"/>
                  </a:lnTo>
                  <a:lnTo>
                    <a:pt x="715" y="643"/>
                  </a:lnTo>
                  <a:lnTo>
                    <a:pt x="713" y="645"/>
                  </a:lnTo>
                  <a:lnTo>
                    <a:pt x="710" y="646"/>
                  </a:lnTo>
                  <a:lnTo>
                    <a:pt x="708" y="647"/>
                  </a:lnTo>
                  <a:lnTo>
                    <a:pt x="705" y="649"/>
                  </a:lnTo>
                  <a:lnTo>
                    <a:pt x="703" y="652"/>
                  </a:lnTo>
                  <a:lnTo>
                    <a:pt x="700" y="655"/>
                  </a:lnTo>
                  <a:lnTo>
                    <a:pt x="697" y="657"/>
                  </a:lnTo>
                  <a:lnTo>
                    <a:pt x="693" y="656"/>
                  </a:lnTo>
                  <a:lnTo>
                    <a:pt x="690" y="653"/>
                  </a:lnTo>
                  <a:lnTo>
                    <a:pt x="687" y="650"/>
                  </a:lnTo>
                  <a:lnTo>
                    <a:pt x="685" y="648"/>
                  </a:lnTo>
                  <a:lnTo>
                    <a:pt x="682" y="648"/>
                  </a:lnTo>
                  <a:lnTo>
                    <a:pt x="679" y="649"/>
                  </a:lnTo>
                  <a:lnTo>
                    <a:pt x="676" y="649"/>
                  </a:lnTo>
                  <a:lnTo>
                    <a:pt x="674" y="647"/>
                  </a:lnTo>
                  <a:lnTo>
                    <a:pt x="672" y="646"/>
                  </a:lnTo>
                  <a:lnTo>
                    <a:pt x="670" y="645"/>
                  </a:lnTo>
                  <a:lnTo>
                    <a:pt x="667" y="644"/>
                  </a:lnTo>
                  <a:lnTo>
                    <a:pt x="665" y="642"/>
                  </a:lnTo>
                  <a:lnTo>
                    <a:pt x="664" y="640"/>
                  </a:lnTo>
                  <a:lnTo>
                    <a:pt x="664" y="638"/>
                  </a:lnTo>
                  <a:lnTo>
                    <a:pt x="663" y="636"/>
                  </a:lnTo>
                  <a:lnTo>
                    <a:pt x="661" y="634"/>
                  </a:lnTo>
                  <a:lnTo>
                    <a:pt x="660" y="632"/>
                  </a:lnTo>
                  <a:lnTo>
                    <a:pt x="661" y="629"/>
                  </a:lnTo>
                  <a:lnTo>
                    <a:pt x="665" y="627"/>
                  </a:lnTo>
                  <a:lnTo>
                    <a:pt x="669" y="625"/>
                  </a:lnTo>
                  <a:lnTo>
                    <a:pt x="671" y="623"/>
                  </a:lnTo>
                  <a:lnTo>
                    <a:pt x="670" y="621"/>
                  </a:lnTo>
                  <a:lnTo>
                    <a:pt x="667" y="618"/>
                  </a:lnTo>
                  <a:lnTo>
                    <a:pt x="666" y="615"/>
                  </a:lnTo>
                  <a:lnTo>
                    <a:pt x="666" y="612"/>
                  </a:lnTo>
                  <a:lnTo>
                    <a:pt x="668" y="610"/>
                  </a:lnTo>
                  <a:lnTo>
                    <a:pt x="670" y="608"/>
                  </a:lnTo>
                  <a:lnTo>
                    <a:pt x="671" y="606"/>
                  </a:lnTo>
                  <a:lnTo>
                    <a:pt x="673" y="605"/>
                  </a:lnTo>
                  <a:lnTo>
                    <a:pt x="676" y="605"/>
                  </a:lnTo>
                  <a:lnTo>
                    <a:pt x="679" y="605"/>
                  </a:lnTo>
                  <a:lnTo>
                    <a:pt x="682" y="605"/>
                  </a:lnTo>
                  <a:lnTo>
                    <a:pt x="684" y="604"/>
                  </a:lnTo>
                  <a:lnTo>
                    <a:pt x="685" y="602"/>
                  </a:lnTo>
                  <a:lnTo>
                    <a:pt x="688" y="601"/>
                  </a:lnTo>
                  <a:lnTo>
                    <a:pt x="690" y="601"/>
                  </a:lnTo>
                  <a:lnTo>
                    <a:pt x="693" y="603"/>
                  </a:lnTo>
                  <a:lnTo>
                    <a:pt x="695" y="604"/>
                  </a:lnTo>
                  <a:lnTo>
                    <a:pt x="697" y="603"/>
                  </a:lnTo>
                  <a:lnTo>
                    <a:pt x="701" y="601"/>
                  </a:lnTo>
                  <a:lnTo>
                    <a:pt x="705" y="600"/>
                  </a:lnTo>
                  <a:lnTo>
                    <a:pt x="708" y="600"/>
                  </a:lnTo>
                  <a:lnTo>
                    <a:pt x="710" y="603"/>
                  </a:lnTo>
                  <a:lnTo>
                    <a:pt x="712" y="605"/>
                  </a:lnTo>
                  <a:lnTo>
                    <a:pt x="713" y="608"/>
                  </a:lnTo>
                  <a:lnTo>
                    <a:pt x="715" y="610"/>
                  </a:lnTo>
                  <a:lnTo>
                    <a:pt x="716" y="613"/>
                  </a:lnTo>
                  <a:lnTo>
                    <a:pt x="716" y="615"/>
                  </a:lnTo>
                  <a:lnTo>
                    <a:pt x="717" y="617"/>
                  </a:lnTo>
                  <a:lnTo>
                    <a:pt x="719" y="619"/>
                  </a:lnTo>
                  <a:lnTo>
                    <a:pt x="724" y="620"/>
                  </a:lnTo>
                  <a:lnTo>
                    <a:pt x="728" y="622"/>
                  </a:lnTo>
                  <a:lnTo>
                    <a:pt x="730" y="624"/>
                  </a:lnTo>
                  <a:close/>
                </a:path>
              </a:pathLst>
            </a:custGeom>
            <a:solidFill>
              <a:srgbClr val="E8A571">
                <a:alpha val="32000"/>
              </a:srgbClr>
            </a:solidFill>
            <a:ln>
              <a:noFill/>
            </a:ln>
          </p:spPr>
          <p:txBody>
            <a:bodyPr anchor="ctr"/>
            <a:lstStyle/>
            <a:p>
              <a:pPr algn="ctr">
                <a:buNone/>
              </a:pPr>
            </a:p>
          </p:txBody>
        </p:sp>
        <p:sp>
          <p:nvSpPr>
            <p:cNvPr id="6682" name="addition:input:149"/>
            <p:cNvSpPr>
              <a:spLocks noGrp="1"/>
            </p:cNvSpPr>
            <p:nvPr/>
          </p:nvSpPr>
          <p:spPr>
            <a:xfrm>
              <a:off x="209550" y="5438775"/>
              <a:ext cx="1295339" cy="1194069"/>
            </a:xfrm>
            <a:custGeom>
              <a:avLst/>
              <a:gdLst/>
              <a:ahLst/>
              <a:cxnLst/>
              <a:rect l="l" t="t" r="r" b="b"/>
              <a:pathLst>
                <a:path w="787" h="637">
                  <a:moveTo>
                    <a:pt x="0" y="0"/>
                  </a:moveTo>
                  <a:moveTo>
                    <a:pt x="787" y="610"/>
                  </a:moveTo>
                  <a:lnTo>
                    <a:pt x="787" y="612"/>
                  </a:lnTo>
                  <a:lnTo>
                    <a:pt x="786" y="614"/>
                  </a:lnTo>
                  <a:lnTo>
                    <a:pt x="784" y="616"/>
                  </a:lnTo>
                  <a:lnTo>
                    <a:pt x="782" y="618"/>
                  </a:lnTo>
                  <a:lnTo>
                    <a:pt x="781" y="620"/>
                  </a:lnTo>
                  <a:lnTo>
                    <a:pt x="781" y="622"/>
                  </a:lnTo>
                  <a:lnTo>
                    <a:pt x="781" y="625"/>
                  </a:lnTo>
                  <a:lnTo>
                    <a:pt x="779" y="626"/>
                  </a:lnTo>
                  <a:lnTo>
                    <a:pt x="776" y="626"/>
                  </a:lnTo>
                  <a:lnTo>
                    <a:pt x="774" y="626"/>
                  </a:lnTo>
                  <a:lnTo>
                    <a:pt x="772" y="628"/>
                  </a:lnTo>
                  <a:lnTo>
                    <a:pt x="771" y="631"/>
                  </a:lnTo>
                  <a:lnTo>
                    <a:pt x="770" y="633"/>
                  </a:lnTo>
                  <a:lnTo>
                    <a:pt x="768" y="635"/>
                  </a:lnTo>
                  <a:lnTo>
                    <a:pt x="766" y="636"/>
                  </a:lnTo>
                  <a:lnTo>
                    <a:pt x="764" y="636"/>
                  </a:lnTo>
                  <a:lnTo>
                    <a:pt x="761" y="637"/>
                  </a:lnTo>
                  <a:lnTo>
                    <a:pt x="759" y="637"/>
                  </a:lnTo>
                  <a:lnTo>
                    <a:pt x="757" y="635"/>
                  </a:lnTo>
                  <a:lnTo>
                    <a:pt x="755" y="632"/>
                  </a:lnTo>
                  <a:lnTo>
                    <a:pt x="754" y="629"/>
                  </a:lnTo>
                  <a:lnTo>
                    <a:pt x="753" y="628"/>
                  </a:lnTo>
                  <a:lnTo>
                    <a:pt x="751" y="629"/>
                  </a:lnTo>
                  <a:lnTo>
                    <a:pt x="748" y="630"/>
                  </a:lnTo>
                  <a:lnTo>
                    <a:pt x="746" y="630"/>
                  </a:lnTo>
                  <a:lnTo>
                    <a:pt x="745" y="628"/>
                  </a:lnTo>
                  <a:lnTo>
                    <a:pt x="744" y="626"/>
                  </a:lnTo>
                  <a:lnTo>
                    <a:pt x="744" y="624"/>
                  </a:lnTo>
                  <a:lnTo>
                    <a:pt x="742" y="623"/>
                  </a:lnTo>
                  <a:lnTo>
                    <a:pt x="741" y="621"/>
                  </a:lnTo>
                  <a:lnTo>
                    <a:pt x="740" y="619"/>
                  </a:lnTo>
                  <a:lnTo>
                    <a:pt x="741" y="616"/>
                  </a:lnTo>
                  <a:lnTo>
                    <a:pt x="741" y="614"/>
                  </a:lnTo>
                  <a:lnTo>
                    <a:pt x="742" y="612"/>
                  </a:lnTo>
                  <a:lnTo>
                    <a:pt x="742" y="610"/>
                  </a:lnTo>
                  <a:lnTo>
                    <a:pt x="742" y="607"/>
                  </a:lnTo>
                  <a:lnTo>
                    <a:pt x="744" y="606"/>
                  </a:lnTo>
                  <a:lnTo>
                    <a:pt x="746" y="604"/>
                  </a:lnTo>
                  <a:lnTo>
                    <a:pt x="746" y="602"/>
                  </a:lnTo>
                  <a:lnTo>
                    <a:pt x="745" y="599"/>
                  </a:lnTo>
                  <a:lnTo>
                    <a:pt x="743" y="596"/>
                  </a:lnTo>
                  <a:lnTo>
                    <a:pt x="743" y="593"/>
                  </a:lnTo>
                  <a:lnTo>
                    <a:pt x="744" y="591"/>
                  </a:lnTo>
                  <a:lnTo>
                    <a:pt x="746" y="590"/>
                  </a:lnTo>
                  <a:lnTo>
                    <a:pt x="749" y="590"/>
                  </a:lnTo>
                  <a:lnTo>
                    <a:pt x="750" y="590"/>
                  </a:lnTo>
                  <a:lnTo>
                    <a:pt x="752" y="589"/>
                  </a:lnTo>
                  <a:lnTo>
                    <a:pt x="753" y="588"/>
                  </a:lnTo>
                  <a:lnTo>
                    <a:pt x="755" y="588"/>
                  </a:lnTo>
                  <a:lnTo>
                    <a:pt x="756" y="588"/>
                  </a:lnTo>
                  <a:lnTo>
                    <a:pt x="758" y="587"/>
                  </a:lnTo>
                  <a:lnTo>
                    <a:pt x="759" y="586"/>
                  </a:lnTo>
                  <a:lnTo>
                    <a:pt x="761" y="584"/>
                  </a:lnTo>
                  <a:lnTo>
                    <a:pt x="763" y="584"/>
                  </a:lnTo>
                  <a:lnTo>
                    <a:pt x="765" y="586"/>
                  </a:lnTo>
                  <a:lnTo>
                    <a:pt x="766" y="587"/>
                  </a:lnTo>
                  <a:lnTo>
                    <a:pt x="768" y="587"/>
                  </a:lnTo>
                  <a:lnTo>
                    <a:pt x="771" y="586"/>
                  </a:lnTo>
                  <a:lnTo>
                    <a:pt x="774" y="586"/>
                  </a:lnTo>
                  <a:lnTo>
                    <a:pt x="775" y="588"/>
                  </a:lnTo>
                  <a:lnTo>
                    <a:pt x="776" y="591"/>
                  </a:lnTo>
                  <a:lnTo>
                    <a:pt x="776" y="594"/>
                  </a:lnTo>
                  <a:lnTo>
                    <a:pt x="776" y="597"/>
                  </a:lnTo>
                  <a:lnTo>
                    <a:pt x="777" y="599"/>
                  </a:lnTo>
                  <a:lnTo>
                    <a:pt x="779" y="600"/>
                  </a:lnTo>
                  <a:lnTo>
                    <a:pt x="781" y="601"/>
                  </a:lnTo>
                  <a:lnTo>
                    <a:pt x="782" y="603"/>
                  </a:lnTo>
                  <a:lnTo>
                    <a:pt x="784" y="605"/>
                  </a:lnTo>
                  <a:lnTo>
                    <a:pt x="785" y="607"/>
                  </a:lnTo>
                  <a:close/>
                </a:path>
              </a:pathLst>
            </a:custGeom>
            <a:solidFill>
              <a:srgbClr val="ECB78D">
                <a:alpha val="24000"/>
              </a:srgbClr>
            </a:solidFill>
            <a:ln>
              <a:noFill/>
            </a:ln>
          </p:spPr>
          <p:txBody>
            <a:bodyPr anchor="ctr"/>
            <a:lstStyle/>
            <a:p>
              <a:pPr algn="ctr">
                <a:buNone/>
              </a:pPr>
            </a:p>
          </p:txBody>
        </p:sp>
        <p:sp>
          <p:nvSpPr>
            <p:cNvPr id="6683" name="addition:input:150"/>
            <p:cNvSpPr>
              <a:spLocks noGrp="1"/>
            </p:cNvSpPr>
            <p:nvPr/>
          </p:nvSpPr>
          <p:spPr>
            <a:xfrm>
              <a:off x="209550" y="5438775"/>
              <a:ext cx="1232794" cy="1295293"/>
            </a:xfrm>
            <a:custGeom>
              <a:avLst/>
              <a:gdLst/>
              <a:ahLst/>
              <a:cxnLst/>
              <a:rect l="l" t="t" r="r" b="b"/>
              <a:pathLst>
                <a:path w="749" h="691">
                  <a:moveTo>
                    <a:pt x="0" y="0"/>
                  </a:moveTo>
                  <a:moveTo>
                    <a:pt x="741" y="664"/>
                  </a:moveTo>
                  <a:lnTo>
                    <a:pt x="742" y="666"/>
                  </a:lnTo>
                  <a:lnTo>
                    <a:pt x="745" y="668"/>
                  </a:lnTo>
                  <a:lnTo>
                    <a:pt x="748" y="670"/>
                  </a:lnTo>
                  <a:lnTo>
                    <a:pt x="749" y="673"/>
                  </a:lnTo>
                  <a:lnTo>
                    <a:pt x="748" y="675"/>
                  </a:lnTo>
                  <a:lnTo>
                    <a:pt x="745" y="677"/>
                  </a:lnTo>
                  <a:lnTo>
                    <a:pt x="742" y="678"/>
                  </a:lnTo>
                  <a:lnTo>
                    <a:pt x="741" y="679"/>
                  </a:lnTo>
                  <a:lnTo>
                    <a:pt x="741" y="681"/>
                  </a:lnTo>
                  <a:lnTo>
                    <a:pt x="739" y="683"/>
                  </a:lnTo>
                  <a:lnTo>
                    <a:pt x="737" y="684"/>
                  </a:lnTo>
                  <a:lnTo>
                    <a:pt x="734" y="684"/>
                  </a:lnTo>
                  <a:lnTo>
                    <a:pt x="732" y="684"/>
                  </a:lnTo>
                  <a:lnTo>
                    <a:pt x="730" y="685"/>
                  </a:lnTo>
                  <a:lnTo>
                    <a:pt x="728" y="686"/>
                  </a:lnTo>
                  <a:lnTo>
                    <a:pt x="725" y="686"/>
                  </a:lnTo>
                  <a:lnTo>
                    <a:pt x="723" y="686"/>
                  </a:lnTo>
                  <a:lnTo>
                    <a:pt x="720" y="686"/>
                  </a:lnTo>
                  <a:lnTo>
                    <a:pt x="717" y="688"/>
                  </a:lnTo>
                  <a:lnTo>
                    <a:pt x="714" y="690"/>
                  </a:lnTo>
                  <a:lnTo>
                    <a:pt x="710" y="691"/>
                  </a:lnTo>
                  <a:lnTo>
                    <a:pt x="707" y="689"/>
                  </a:lnTo>
                  <a:lnTo>
                    <a:pt x="705" y="686"/>
                  </a:lnTo>
                  <a:lnTo>
                    <a:pt x="705" y="682"/>
                  </a:lnTo>
                  <a:lnTo>
                    <a:pt x="703" y="680"/>
                  </a:lnTo>
                  <a:lnTo>
                    <a:pt x="701" y="679"/>
                  </a:lnTo>
                  <a:lnTo>
                    <a:pt x="698" y="678"/>
                  </a:lnTo>
                  <a:lnTo>
                    <a:pt x="695" y="677"/>
                  </a:lnTo>
                  <a:lnTo>
                    <a:pt x="694" y="675"/>
                  </a:lnTo>
                  <a:lnTo>
                    <a:pt x="692" y="674"/>
                  </a:lnTo>
                  <a:lnTo>
                    <a:pt x="690" y="672"/>
                  </a:lnTo>
                  <a:lnTo>
                    <a:pt x="687" y="670"/>
                  </a:lnTo>
                  <a:lnTo>
                    <a:pt x="686" y="668"/>
                  </a:lnTo>
                  <a:lnTo>
                    <a:pt x="686" y="666"/>
                  </a:lnTo>
                  <a:lnTo>
                    <a:pt x="687" y="664"/>
                  </a:lnTo>
                  <a:lnTo>
                    <a:pt x="687" y="662"/>
                  </a:lnTo>
                  <a:lnTo>
                    <a:pt x="686" y="659"/>
                  </a:lnTo>
                  <a:lnTo>
                    <a:pt x="686" y="657"/>
                  </a:lnTo>
                  <a:lnTo>
                    <a:pt x="687" y="655"/>
                  </a:lnTo>
                  <a:lnTo>
                    <a:pt x="691" y="653"/>
                  </a:lnTo>
                  <a:lnTo>
                    <a:pt x="696" y="653"/>
                  </a:lnTo>
                  <a:lnTo>
                    <a:pt x="699" y="652"/>
                  </a:lnTo>
                  <a:lnTo>
                    <a:pt x="700" y="651"/>
                  </a:lnTo>
                  <a:lnTo>
                    <a:pt x="700" y="648"/>
                  </a:lnTo>
                  <a:lnTo>
                    <a:pt x="701" y="645"/>
                  </a:lnTo>
                  <a:lnTo>
                    <a:pt x="703" y="642"/>
                  </a:lnTo>
                  <a:lnTo>
                    <a:pt x="705" y="641"/>
                  </a:lnTo>
                  <a:lnTo>
                    <a:pt x="708" y="640"/>
                  </a:lnTo>
                  <a:lnTo>
                    <a:pt x="711" y="639"/>
                  </a:lnTo>
                  <a:lnTo>
                    <a:pt x="714" y="638"/>
                  </a:lnTo>
                  <a:lnTo>
                    <a:pt x="717" y="639"/>
                  </a:lnTo>
                  <a:lnTo>
                    <a:pt x="720" y="641"/>
                  </a:lnTo>
                  <a:lnTo>
                    <a:pt x="723" y="643"/>
                  </a:lnTo>
                  <a:lnTo>
                    <a:pt x="725" y="643"/>
                  </a:lnTo>
                  <a:lnTo>
                    <a:pt x="728" y="641"/>
                  </a:lnTo>
                  <a:lnTo>
                    <a:pt x="730" y="641"/>
                  </a:lnTo>
                  <a:lnTo>
                    <a:pt x="733" y="641"/>
                  </a:lnTo>
                  <a:lnTo>
                    <a:pt x="734" y="644"/>
                  </a:lnTo>
                  <a:lnTo>
                    <a:pt x="735" y="646"/>
                  </a:lnTo>
                  <a:lnTo>
                    <a:pt x="737" y="646"/>
                  </a:lnTo>
                  <a:lnTo>
                    <a:pt x="740" y="646"/>
                  </a:lnTo>
                  <a:lnTo>
                    <a:pt x="743" y="647"/>
                  </a:lnTo>
                  <a:lnTo>
                    <a:pt x="746" y="648"/>
                  </a:lnTo>
                  <a:lnTo>
                    <a:pt x="746" y="650"/>
                  </a:lnTo>
                  <a:lnTo>
                    <a:pt x="746" y="653"/>
                  </a:lnTo>
                  <a:lnTo>
                    <a:pt x="746" y="655"/>
                  </a:lnTo>
                  <a:lnTo>
                    <a:pt x="746" y="657"/>
                  </a:lnTo>
                  <a:lnTo>
                    <a:pt x="745" y="660"/>
                  </a:lnTo>
                  <a:lnTo>
                    <a:pt x="743" y="662"/>
                  </a:lnTo>
                  <a:close/>
                </a:path>
              </a:pathLst>
            </a:custGeom>
            <a:solidFill>
              <a:srgbClr val="ECB78D">
                <a:alpha val="24000"/>
              </a:srgbClr>
            </a:solidFill>
            <a:ln>
              <a:noFill/>
            </a:ln>
          </p:spPr>
          <p:txBody>
            <a:bodyPr anchor="ctr"/>
            <a:lstStyle/>
            <a:p>
              <a:pPr algn="ctr">
                <a:buNone/>
              </a:pPr>
            </a:p>
          </p:txBody>
        </p:sp>
        <p:sp>
          <p:nvSpPr>
            <p:cNvPr id="6684" name="addition:input:151"/>
            <p:cNvSpPr>
              <a:spLocks noGrp="1"/>
            </p:cNvSpPr>
            <p:nvPr/>
          </p:nvSpPr>
          <p:spPr>
            <a:xfrm>
              <a:off x="209550" y="5438775"/>
              <a:ext cx="1112642" cy="1321537"/>
            </a:xfrm>
            <a:custGeom>
              <a:avLst/>
              <a:gdLst/>
              <a:ahLst/>
              <a:cxnLst/>
              <a:rect l="l" t="t" r="r" b="b"/>
              <a:pathLst>
                <a:path w="676" h="705">
                  <a:moveTo>
                    <a:pt x="0" y="0"/>
                  </a:moveTo>
                  <a:moveTo>
                    <a:pt x="675" y="681"/>
                  </a:moveTo>
                  <a:lnTo>
                    <a:pt x="675" y="683"/>
                  </a:lnTo>
                  <a:lnTo>
                    <a:pt x="674" y="686"/>
                  </a:lnTo>
                  <a:lnTo>
                    <a:pt x="671" y="687"/>
                  </a:lnTo>
                  <a:lnTo>
                    <a:pt x="668" y="689"/>
                  </a:lnTo>
                  <a:lnTo>
                    <a:pt x="665" y="690"/>
                  </a:lnTo>
                  <a:lnTo>
                    <a:pt x="664" y="691"/>
                  </a:lnTo>
                  <a:lnTo>
                    <a:pt x="664" y="694"/>
                  </a:lnTo>
                  <a:lnTo>
                    <a:pt x="665" y="698"/>
                  </a:lnTo>
                  <a:lnTo>
                    <a:pt x="665" y="700"/>
                  </a:lnTo>
                  <a:lnTo>
                    <a:pt x="662" y="702"/>
                  </a:lnTo>
                  <a:lnTo>
                    <a:pt x="659" y="702"/>
                  </a:lnTo>
                  <a:lnTo>
                    <a:pt x="656" y="702"/>
                  </a:lnTo>
                  <a:lnTo>
                    <a:pt x="654" y="704"/>
                  </a:lnTo>
                  <a:lnTo>
                    <a:pt x="652" y="705"/>
                  </a:lnTo>
                  <a:lnTo>
                    <a:pt x="650" y="705"/>
                  </a:lnTo>
                  <a:lnTo>
                    <a:pt x="648" y="705"/>
                  </a:lnTo>
                  <a:lnTo>
                    <a:pt x="646" y="704"/>
                  </a:lnTo>
                  <a:lnTo>
                    <a:pt x="644" y="704"/>
                  </a:lnTo>
                  <a:lnTo>
                    <a:pt x="642" y="704"/>
                  </a:lnTo>
                  <a:lnTo>
                    <a:pt x="640" y="704"/>
                  </a:lnTo>
                  <a:lnTo>
                    <a:pt x="638" y="702"/>
                  </a:lnTo>
                  <a:lnTo>
                    <a:pt x="637" y="701"/>
                  </a:lnTo>
                  <a:lnTo>
                    <a:pt x="635" y="700"/>
                  </a:lnTo>
                  <a:lnTo>
                    <a:pt x="633" y="701"/>
                  </a:lnTo>
                  <a:lnTo>
                    <a:pt x="629" y="702"/>
                  </a:lnTo>
                  <a:lnTo>
                    <a:pt x="626" y="702"/>
                  </a:lnTo>
                  <a:lnTo>
                    <a:pt x="625" y="700"/>
                  </a:lnTo>
                  <a:lnTo>
                    <a:pt x="625" y="696"/>
                  </a:lnTo>
                  <a:lnTo>
                    <a:pt x="626" y="693"/>
                  </a:lnTo>
                  <a:lnTo>
                    <a:pt x="627" y="691"/>
                  </a:lnTo>
                  <a:lnTo>
                    <a:pt x="626" y="689"/>
                  </a:lnTo>
                  <a:lnTo>
                    <a:pt x="625" y="687"/>
                  </a:lnTo>
                  <a:lnTo>
                    <a:pt x="625" y="685"/>
                  </a:lnTo>
                  <a:lnTo>
                    <a:pt x="624" y="683"/>
                  </a:lnTo>
                  <a:lnTo>
                    <a:pt x="623" y="681"/>
                  </a:lnTo>
                  <a:lnTo>
                    <a:pt x="621" y="679"/>
                  </a:lnTo>
                  <a:lnTo>
                    <a:pt x="620" y="677"/>
                  </a:lnTo>
                  <a:lnTo>
                    <a:pt x="620" y="674"/>
                  </a:lnTo>
                  <a:lnTo>
                    <a:pt x="621" y="672"/>
                  </a:lnTo>
                  <a:lnTo>
                    <a:pt x="623" y="671"/>
                  </a:lnTo>
                  <a:lnTo>
                    <a:pt x="624" y="669"/>
                  </a:lnTo>
                  <a:lnTo>
                    <a:pt x="623" y="666"/>
                  </a:lnTo>
                  <a:lnTo>
                    <a:pt x="623" y="664"/>
                  </a:lnTo>
                  <a:lnTo>
                    <a:pt x="625" y="662"/>
                  </a:lnTo>
                  <a:lnTo>
                    <a:pt x="628" y="662"/>
                  </a:lnTo>
                  <a:lnTo>
                    <a:pt x="631" y="663"/>
                  </a:lnTo>
                  <a:lnTo>
                    <a:pt x="634" y="664"/>
                  </a:lnTo>
                  <a:lnTo>
                    <a:pt x="635" y="663"/>
                  </a:lnTo>
                  <a:lnTo>
                    <a:pt x="637" y="660"/>
                  </a:lnTo>
                  <a:lnTo>
                    <a:pt x="639" y="658"/>
                  </a:lnTo>
                  <a:lnTo>
                    <a:pt x="641" y="657"/>
                  </a:lnTo>
                  <a:lnTo>
                    <a:pt x="643" y="656"/>
                  </a:lnTo>
                  <a:lnTo>
                    <a:pt x="646" y="655"/>
                  </a:lnTo>
                  <a:lnTo>
                    <a:pt x="649" y="654"/>
                  </a:lnTo>
                  <a:lnTo>
                    <a:pt x="652" y="655"/>
                  </a:lnTo>
                  <a:lnTo>
                    <a:pt x="654" y="657"/>
                  </a:lnTo>
                  <a:lnTo>
                    <a:pt x="656" y="660"/>
                  </a:lnTo>
                  <a:lnTo>
                    <a:pt x="657" y="663"/>
                  </a:lnTo>
                  <a:lnTo>
                    <a:pt x="660" y="663"/>
                  </a:lnTo>
                  <a:lnTo>
                    <a:pt x="663" y="663"/>
                  </a:lnTo>
                  <a:lnTo>
                    <a:pt x="666" y="664"/>
                  </a:lnTo>
                  <a:lnTo>
                    <a:pt x="667" y="665"/>
                  </a:lnTo>
                  <a:lnTo>
                    <a:pt x="668" y="668"/>
                  </a:lnTo>
                  <a:lnTo>
                    <a:pt x="668" y="670"/>
                  </a:lnTo>
                  <a:lnTo>
                    <a:pt x="670" y="672"/>
                  </a:lnTo>
                  <a:lnTo>
                    <a:pt x="672" y="673"/>
                  </a:lnTo>
                  <a:lnTo>
                    <a:pt x="675" y="674"/>
                  </a:lnTo>
                  <a:lnTo>
                    <a:pt x="676" y="676"/>
                  </a:lnTo>
                  <a:lnTo>
                    <a:pt x="676" y="679"/>
                  </a:lnTo>
                  <a:close/>
                </a:path>
              </a:pathLst>
            </a:custGeom>
            <a:solidFill>
              <a:srgbClr val="ECB78D">
                <a:alpha val="24000"/>
              </a:srgbClr>
            </a:solidFill>
            <a:ln>
              <a:noFill/>
            </a:ln>
          </p:spPr>
          <p:txBody>
            <a:bodyPr anchor="ctr"/>
            <a:lstStyle/>
            <a:p>
              <a:pPr algn="ctr">
                <a:buNone/>
              </a:pPr>
            </a:p>
          </p:txBody>
        </p:sp>
        <p:sp>
          <p:nvSpPr>
            <p:cNvPr id="6685" name="addition:input:152"/>
            <p:cNvSpPr>
              <a:spLocks noGrp="1"/>
            </p:cNvSpPr>
            <p:nvPr/>
          </p:nvSpPr>
          <p:spPr>
            <a:xfrm>
              <a:off x="209550" y="5438775"/>
              <a:ext cx="994136" cy="1282172"/>
            </a:xfrm>
            <a:custGeom>
              <a:avLst/>
              <a:gdLst/>
              <a:ahLst/>
              <a:cxnLst/>
              <a:rect l="l" t="t" r="r" b="b"/>
              <a:pathLst>
                <a:path w="604" h="684">
                  <a:moveTo>
                    <a:pt x="0" y="0"/>
                  </a:moveTo>
                  <a:moveTo>
                    <a:pt x="600" y="655"/>
                  </a:moveTo>
                  <a:lnTo>
                    <a:pt x="603" y="658"/>
                  </a:lnTo>
                  <a:lnTo>
                    <a:pt x="603" y="660"/>
                  </a:lnTo>
                  <a:lnTo>
                    <a:pt x="604" y="663"/>
                  </a:lnTo>
                  <a:lnTo>
                    <a:pt x="604" y="665"/>
                  </a:lnTo>
                  <a:lnTo>
                    <a:pt x="604" y="668"/>
                  </a:lnTo>
                  <a:lnTo>
                    <a:pt x="602" y="670"/>
                  </a:lnTo>
                  <a:lnTo>
                    <a:pt x="599" y="671"/>
                  </a:lnTo>
                  <a:lnTo>
                    <a:pt x="596" y="671"/>
                  </a:lnTo>
                  <a:lnTo>
                    <a:pt x="594" y="672"/>
                  </a:lnTo>
                  <a:lnTo>
                    <a:pt x="593" y="674"/>
                  </a:lnTo>
                  <a:lnTo>
                    <a:pt x="592" y="677"/>
                  </a:lnTo>
                  <a:lnTo>
                    <a:pt x="590" y="678"/>
                  </a:lnTo>
                  <a:lnTo>
                    <a:pt x="587" y="678"/>
                  </a:lnTo>
                  <a:lnTo>
                    <a:pt x="584" y="677"/>
                  </a:lnTo>
                  <a:lnTo>
                    <a:pt x="582" y="677"/>
                  </a:lnTo>
                  <a:lnTo>
                    <a:pt x="579" y="679"/>
                  </a:lnTo>
                  <a:lnTo>
                    <a:pt x="577" y="682"/>
                  </a:lnTo>
                  <a:lnTo>
                    <a:pt x="574" y="684"/>
                  </a:lnTo>
                  <a:lnTo>
                    <a:pt x="570" y="684"/>
                  </a:lnTo>
                  <a:lnTo>
                    <a:pt x="567" y="683"/>
                  </a:lnTo>
                  <a:lnTo>
                    <a:pt x="564" y="681"/>
                  </a:lnTo>
                  <a:lnTo>
                    <a:pt x="562" y="680"/>
                  </a:lnTo>
                  <a:lnTo>
                    <a:pt x="559" y="678"/>
                  </a:lnTo>
                  <a:lnTo>
                    <a:pt x="558" y="675"/>
                  </a:lnTo>
                  <a:lnTo>
                    <a:pt x="557" y="672"/>
                  </a:lnTo>
                  <a:lnTo>
                    <a:pt x="556" y="671"/>
                  </a:lnTo>
                  <a:lnTo>
                    <a:pt x="553" y="670"/>
                  </a:lnTo>
                  <a:lnTo>
                    <a:pt x="548" y="670"/>
                  </a:lnTo>
                  <a:lnTo>
                    <a:pt x="545" y="670"/>
                  </a:lnTo>
                  <a:lnTo>
                    <a:pt x="543" y="668"/>
                  </a:lnTo>
                  <a:lnTo>
                    <a:pt x="543" y="665"/>
                  </a:lnTo>
                  <a:lnTo>
                    <a:pt x="544" y="662"/>
                  </a:lnTo>
                  <a:lnTo>
                    <a:pt x="544" y="660"/>
                  </a:lnTo>
                  <a:lnTo>
                    <a:pt x="543" y="658"/>
                  </a:lnTo>
                  <a:lnTo>
                    <a:pt x="542" y="655"/>
                  </a:lnTo>
                  <a:lnTo>
                    <a:pt x="543" y="653"/>
                  </a:lnTo>
                  <a:lnTo>
                    <a:pt x="545" y="651"/>
                  </a:lnTo>
                  <a:lnTo>
                    <a:pt x="547" y="649"/>
                  </a:lnTo>
                  <a:lnTo>
                    <a:pt x="549" y="647"/>
                  </a:lnTo>
                  <a:lnTo>
                    <a:pt x="550" y="645"/>
                  </a:lnTo>
                  <a:lnTo>
                    <a:pt x="552" y="643"/>
                  </a:lnTo>
                  <a:lnTo>
                    <a:pt x="554" y="642"/>
                  </a:lnTo>
                  <a:lnTo>
                    <a:pt x="556" y="640"/>
                  </a:lnTo>
                  <a:lnTo>
                    <a:pt x="557" y="638"/>
                  </a:lnTo>
                  <a:lnTo>
                    <a:pt x="557" y="634"/>
                  </a:lnTo>
                  <a:lnTo>
                    <a:pt x="558" y="631"/>
                  </a:lnTo>
                  <a:lnTo>
                    <a:pt x="560" y="629"/>
                  </a:lnTo>
                  <a:lnTo>
                    <a:pt x="563" y="629"/>
                  </a:lnTo>
                  <a:lnTo>
                    <a:pt x="567" y="631"/>
                  </a:lnTo>
                  <a:lnTo>
                    <a:pt x="570" y="633"/>
                  </a:lnTo>
                  <a:lnTo>
                    <a:pt x="572" y="633"/>
                  </a:lnTo>
                  <a:lnTo>
                    <a:pt x="574" y="632"/>
                  </a:lnTo>
                  <a:lnTo>
                    <a:pt x="576" y="631"/>
                  </a:lnTo>
                  <a:lnTo>
                    <a:pt x="578" y="631"/>
                  </a:lnTo>
                  <a:lnTo>
                    <a:pt x="580" y="632"/>
                  </a:lnTo>
                  <a:lnTo>
                    <a:pt x="582" y="632"/>
                  </a:lnTo>
                  <a:lnTo>
                    <a:pt x="585" y="632"/>
                  </a:lnTo>
                  <a:lnTo>
                    <a:pt x="587" y="632"/>
                  </a:lnTo>
                  <a:lnTo>
                    <a:pt x="589" y="633"/>
                  </a:lnTo>
                  <a:lnTo>
                    <a:pt x="591" y="635"/>
                  </a:lnTo>
                  <a:lnTo>
                    <a:pt x="592" y="637"/>
                  </a:lnTo>
                  <a:lnTo>
                    <a:pt x="594" y="638"/>
                  </a:lnTo>
                  <a:lnTo>
                    <a:pt x="597" y="639"/>
                  </a:lnTo>
                  <a:lnTo>
                    <a:pt x="600" y="641"/>
                  </a:lnTo>
                  <a:lnTo>
                    <a:pt x="599" y="644"/>
                  </a:lnTo>
                  <a:lnTo>
                    <a:pt x="597" y="647"/>
                  </a:lnTo>
                  <a:lnTo>
                    <a:pt x="595" y="650"/>
                  </a:lnTo>
                  <a:lnTo>
                    <a:pt x="595" y="652"/>
                  </a:lnTo>
                  <a:lnTo>
                    <a:pt x="597" y="653"/>
                  </a:lnTo>
                  <a:close/>
                </a:path>
              </a:pathLst>
            </a:custGeom>
            <a:solidFill>
              <a:srgbClr val="ECB78D">
                <a:alpha val="24000"/>
              </a:srgbClr>
            </a:solidFill>
            <a:ln>
              <a:noFill/>
            </a:ln>
          </p:spPr>
          <p:txBody>
            <a:bodyPr anchor="ctr"/>
            <a:lstStyle/>
            <a:p>
              <a:pPr algn="ctr">
                <a:buNone/>
              </a:pPr>
            </a:p>
          </p:txBody>
        </p:sp>
        <p:sp>
          <p:nvSpPr>
            <p:cNvPr id="6686" name="addition:input:153"/>
            <p:cNvSpPr>
              <a:spLocks noGrp="1"/>
            </p:cNvSpPr>
            <p:nvPr/>
          </p:nvSpPr>
          <p:spPr>
            <a:xfrm>
              <a:off x="209550" y="5438775"/>
              <a:ext cx="977676" cy="1162202"/>
            </a:xfrm>
            <a:custGeom>
              <a:avLst/>
              <a:gdLst/>
              <a:ahLst/>
              <a:cxnLst/>
              <a:rect l="l" t="t" r="r" b="b"/>
              <a:pathLst>
                <a:path w="594" h="620">
                  <a:moveTo>
                    <a:pt x="0" y="0"/>
                  </a:moveTo>
                  <a:moveTo>
                    <a:pt x="590" y="593"/>
                  </a:moveTo>
                  <a:lnTo>
                    <a:pt x="591" y="596"/>
                  </a:lnTo>
                  <a:lnTo>
                    <a:pt x="592" y="598"/>
                  </a:lnTo>
                  <a:lnTo>
                    <a:pt x="591" y="600"/>
                  </a:lnTo>
                  <a:lnTo>
                    <a:pt x="592" y="602"/>
                  </a:lnTo>
                  <a:lnTo>
                    <a:pt x="593" y="605"/>
                  </a:lnTo>
                  <a:lnTo>
                    <a:pt x="594" y="608"/>
                  </a:lnTo>
                  <a:lnTo>
                    <a:pt x="592" y="610"/>
                  </a:lnTo>
                  <a:lnTo>
                    <a:pt x="589" y="611"/>
                  </a:lnTo>
                  <a:lnTo>
                    <a:pt x="584" y="610"/>
                  </a:lnTo>
                  <a:lnTo>
                    <a:pt x="581" y="610"/>
                  </a:lnTo>
                  <a:lnTo>
                    <a:pt x="579" y="610"/>
                  </a:lnTo>
                  <a:lnTo>
                    <a:pt x="578" y="613"/>
                  </a:lnTo>
                  <a:lnTo>
                    <a:pt x="576" y="615"/>
                  </a:lnTo>
                  <a:lnTo>
                    <a:pt x="574" y="617"/>
                  </a:lnTo>
                  <a:lnTo>
                    <a:pt x="572" y="618"/>
                  </a:lnTo>
                  <a:lnTo>
                    <a:pt x="569" y="619"/>
                  </a:lnTo>
                  <a:lnTo>
                    <a:pt x="566" y="620"/>
                  </a:lnTo>
                  <a:lnTo>
                    <a:pt x="562" y="620"/>
                  </a:lnTo>
                  <a:lnTo>
                    <a:pt x="559" y="620"/>
                  </a:lnTo>
                  <a:lnTo>
                    <a:pt x="556" y="618"/>
                  </a:lnTo>
                  <a:lnTo>
                    <a:pt x="554" y="616"/>
                  </a:lnTo>
                  <a:lnTo>
                    <a:pt x="551" y="615"/>
                  </a:lnTo>
                  <a:lnTo>
                    <a:pt x="547" y="615"/>
                  </a:lnTo>
                  <a:lnTo>
                    <a:pt x="544" y="615"/>
                  </a:lnTo>
                  <a:lnTo>
                    <a:pt x="542" y="613"/>
                  </a:lnTo>
                  <a:lnTo>
                    <a:pt x="542" y="610"/>
                  </a:lnTo>
                  <a:lnTo>
                    <a:pt x="541" y="607"/>
                  </a:lnTo>
                  <a:lnTo>
                    <a:pt x="540" y="606"/>
                  </a:lnTo>
                  <a:lnTo>
                    <a:pt x="536" y="605"/>
                  </a:lnTo>
                  <a:lnTo>
                    <a:pt x="532" y="605"/>
                  </a:lnTo>
                  <a:lnTo>
                    <a:pt x="529" y="603"/>
                  </a:lnTo>
                  <a:lnTo>
                    <a:pt x="528" y="601"/>
                  </a:lnTo>
                  <a:lnTo>
                    <a:pt x="528" y="598"/>
                  </a:lnTo>
                  <a:lnTo>
                    <a:pt x="529" y="596"/>
                  </a:lnTo>
                  <a:lnTo>
                    <a:pt x="530" y="593"/>
                  </a:lnTo>
                  <a:lnTo>
                    <a:pt x="531" y="591"/>
                  </a:lnTo>
                  <a:lnTo>
                    <a:pt x="534" y="589"/>
                  </a:lnTo>
                  <a:lnTo>
                    <a:pt x="538" y="588"/>
                  </a:lnTo>
                  <a:lnTo>
                    <a:pt x="539" y="586"/>
                  </a:lnTo>
                  <a:lnTo>
                    <a:pt x="539" y="584"/>
                  </a:lnTo>
                  <a:lnTo>
                    <a:pt x="538" y="581"/>
                  </a:lnTo>
                  <a:lnTo>
                    <a:pt x="538" y="578"/>
                  </a:lnTo>
                  <a:lnTo>
                    <a:pt x="541" y="576"/>
                  </a:lnTo>
                  <a:lnTo>
                    <a:pt x="544" y="576"/>
                  </a:lnTo>
                  <a:lnTo>
                    <a:pt x="547" y="575"/>
                  </a:lnTo>
                  <a:lnTo>
                    <a:pt x="549" y="573"/>
                  </a:lnTo>
                  <a:lnTo>
                    <a:pt x="550" y="570"/>
                  </a:lnTo>
                  <a:lnTo>
                    <a:pt x="552" y="568"/>
                  </a:lnTo>
                  <a:lnTo>
                    <a:pt x="555" y="568"/>
                  </a:lnTo>
                  <a:lnTo>
                    <a:pt x="558" y="568"/>
                  </a:lnTo>
                  <a:lnTo>
                    <a:pt x="561" y="570"/>
                  </a:lnTo>
                  <a:lnTo>
                    <a:pt x="563" y="570"/>
                  </a:lnTo>
                  <a:lnTo>
                    <a:pt x="565" y="571"/>
                  </a:lnTo>
                  <a:lnTo>
                    <a:pt x="567" y="571"/>
                  </a:lnTo>
                  <a:lnTo>
                    <a:pt x="569" y="573"/>
                  </a:lnTo>
                  <a:lnTo>
                    <a:pt x="571" y="573"/>
                  </a:lnTo>
                  <a:lnTo>
                    <a:pt x="573" y="572"/>
                  </a:lnTo>
                  <a:lnTo>
                    <a:pt x="577" y="570"/>
                  </a:lnTo>
                  <a:lnTo>
                    <a:pt x="581" y="569"/>
                  </a:lnTo>
                  <a:lnTo>
                    <a:pt x="583" y="571"/>
                  </a:lnTo>
                  <a:lnTo>
                    <a:pt x="584" y="574"/>
                  </a:lnTo>
                  <a:lnTo>
                    <a:pt x="583" y="577"/>
                  </a:lnTo>
                  <a:lnTo>
                    <a:pt x="583" y="580"/>
                  </a:lnTo>
                  <a:lnTo>
                    <a:pt x="585" y="581"/>
                  </a:lnTo>
                  <a:lnTo>
                    <a:pt x="587" y="583"/>
                  </a:lnTo>
                  <a:lnTo>
                    <a:pt x="588" y="585"/>
                  </a:lnTo>
                  <a:lnTo>
                    <a:pt x="588" y="587"/>
                  </a:lnTo>
                  <a:lnTo>
                    <a:pt x="588" y="589"/>
                  </a:lnTo>
                  <a:lnTo>
                    <a:pt x="589" y="591"/>
                  </a:lnTo>
                  <a:close/>
                </a:path>
              </a:pathLst>
            </a:custGeom>
            <a:solidFill>
              <a:srgbClr val="ECB78D">
                <a:alpha val="24000"/>
              </a:srgbClr>
            </a:solidFill>
            <a:ln>
              <a:noFill/>
            </a:ln>
          </p:spPr>
          <p:txBody>
            <a:bodyPr anchor="ctr"/>
            <a:lstStyle/>
            <a:p>
              <a:pPr algn="ctr">
                <a:buNone/>
              </a:pPr>
            </a:p>
          </p:txBody>
        </p:sp>
        <p:sp>
          <p:nvSpPr>
            <p:cNvPr id="6687" name="addition:input:154"/>
            <p:cNvSpPr>
              <a:spLocks noGrp="1"/>
            </p:cNvSpPr>
            <p:nvPr/>
          </p:nvSpPr>
          <p:spPr>
            <a:xfrm>
              <a:off x="209550" y="5438775"/>
              <a:ext cx="1022116" cy="1057229"/>
            </a:xfrm>
            <a:custGeom>
              <a:avLst/>
              <a:gdLst/>
              <a:ahLst/>
              <a:cxnLst/>
              <a:rect l="l" t="t" r="r" b="b"/>
              <a:pathLst>
                <a:path w="621" h="564">
                  <a:moveTo>
                    <a:pt x="0" y="0"/>
                  </a:moveTo>
                  <a:moveTo>
                    <a:pt x="618" y="537"/>
                  </a:moveTo>
                  <a:lnTo>
                    <a:pt x="618" y="539"/>
                  </a:lnTo>
                  <a:lnTo>
                    <a:pt x="617" y="542"/>
                  </a:lnTo>
                  <a:lnTo>
                    <a:pt x="615" y="544"/>
                  </a:lnTo>
                  <a:lnTo>
                    <a:pt x="614" y="545"/>
                  </a:lnTo>
                  <a:lnTo>
                    <a:pt x="612" y="547"/>
                  </a:lnTo>
                  <a:lnTo>
                    <a:pt x="612" y="549"/>
                  </a:lnTo>
                  <a:lnTo>
                    <a:pt x="610" y="551"/>
                  </a:lnTo>
                  <a:lnTo>
                    <a:pt x="608" y="553"/>
                  </a:lnTo>
                  <a:lnTo>
                    <a:pt x="607" y="554"/>
                  </a:lnTo>
                  <a:lnTo>
                    <a:pt x="605" y="556"/>
                  </a:lnTo>
                  <a:lnTo>
                    <a:pt x="605" y="559"/>
                  </a:lnTo>
                  <a:lnTo>
                    <a:pt x="604" y="563"/>
                  </a:lnTo>
                  <a:lnTo>
                    <a:pt x="602" y="564"/>
                  </a:lnTo>
                  <a:lnTo>
                    <a:pt x="599" y="563"/>
                  </a:lnTo>
                  <a:lnTo>
                    <a:pt x="596" y="560"/>
                  </a:lnTo>
                  <a:lnTo>
                    <a:pt x="593" y="559"/>
                  </a:lnTo>
                  <a:lnTo>
                    <a:pt x="592" y="558"/>
                  </a:lnTo>
                  <a:lnTo>
                    <a:pt x="590" y="559"/>
                  </a:lnTo>
                  <a:lnTo>
                    <a:pt x="588" y="560"/>
                  </a:lnTo>
                  <a:lnTo>
                    <a:pt x="586" y="560"/>
                  </a:lnTo>
                  <a:lnTo>
                    <a:pt x="584" y="560"/>
                  </a:lnTo>
                  <a:lnTo>
                    <a:pt x="582" y="560"/>
                  </a:lnTo>
                  <a:lnTo>
                    <a:pt x="580" y="560"/>
                  </a:lnTo>
                  <a:lnTo>
                    <a:pt x="578" y="560"/>
                  </a:lnTo>
                  <a:lnTo>
                    <a:pt x="576" y="558"/>
                  </a:lnTo>
                  <a:lnTo>
                    <a:pt x="575" y="555"/>
                  </a:lnTo>
                  <a:lnTo>
                    <a:pt x="575" y="553"/>
                  </a:lnTo>
                  <a:lnTo>
                    <a:pt x="573" y="552"/>
                  </a:lnTo>
                  <a:lnTo>
                    <a:pt x="571" y="550"/>
                  </a:lnTo>
                  <a:lnTo>
                    <a:pt x="569" y="549"/>
                  </a:lnTo>
                  <a:lnTo>
                    <a:pt x="569" y="546"/>
                  </a:lnTo>
                  <a:lnTo>
                    <a:pt x="571" y="543"/>
                  </a:lnTo>
                  <a:lnTo>
                    <a:pt x="572" y="541"/>
                  </a:lnTo>
                  <a:lnTo>
                    <a:pt x="572" y="539"/>
                  </a:lnTo>
                  <a:lnTo>
                    <a:pt x="570" y="537"/>
                  </a:lnTo>
                  <a:lnTo>
                    <a:pt x="567" y="535"/>
                  </a:lnTo>
                  <a:lnTo>
                    <a:pt x="565" y="533"/>
                  </a:lnTo>
                  <a:lnTo>
                    <a:pt x="565" y="530"/>
                  </a:lnTo>
                  <a:lnTo>
                    <a:pt x="565" y="528"/>
                  </a:lnTo>
                  <a:lnTo>
                    <a:pt x="566" y="525"/>
                  </a:lnTo>
                  <a:lnTo>
                    <a:pt x="566" y="523"/>
                  </a:lnTo>
                  <a:lnTo>
                    <a:pt x="569" y="522"/>
                  </a:lnTo>
                  <a:lnTo>
                    <a:pt x="572" y="522"/>
                  </a:lnTo>
                  <a:lnTo>
                    <a:pt x="574" y="522"/>
                  </a:lnTo>
                  <a:lnTo>
                    <a:pt x="576" y="521"/>
                  </a:lnTo>
                  <a:lnTo>
                    <a:pt x="577" y="519"/>
                  </a:lnTo>
                  <a:lnTo>
                    <a:pt x="578" y="516"/>
                  </a:lnTo>
                  <a:lnTo>
                    <a:pt x="579" y="514"/>
                  </a:lnTo>
                  <a:lnTo>
                    <a:pt x="582" y="514"/>
                  </a:lnTo>
                  <a:lnTo>
                    <a:pt x="585" y="515"/>
                  </a:lnTo>
                  <a:lnTo>
                    <a:pt x="587" y="515"/>
                  </a:lnTo>
                  <a:lnTo>
                    <a:pt x="589" y="513"/>
                  </a:lnTo>
                  <a:lnTo>
                    <a:pt x="592" y="511"/>
                  </a:lnTo>
                  <a:lnTo>
                    <a:pt x="595" y="510"/>
                  </a:lnTo>
                  <a:lnTo>
                    <a:pt x="598" y="511"/>
                  </a:lnTo>
                  <a:lnTo>
                    <a:pt x="600" y="512"/>
                  </a:lnTo>
                  <a:lnTo>
                    <a:pt x="603" y="514"/>
                  </a:lnTo>
                  <a:lnTo>
                    <a:pt x="605" y="516"/>
                  </a:lnTo>
                  <a:lnTo>
                    <a:pt x="606" y="518"/>
                  </a:lnTo>
                  <a:lnTo>
                    <a:pt x="608" y="520"/>
                  </a:lnTo>
                  <a:lnTo>
                    <a:pt x="608" y="522"/>
                  </a:lnTo>
                  <a:lnTo>
                    <a:pt x="610" y="524"/>
                  </a:lnTo>
                  <a:lnTo>
                    <a:pt x="612" y="524"/>
                  </a:lnTo>
                  <a:lnTo>
                    <a:pt x="616" y="524"/>
                  </a:lnTo>
                  <a:lnTo>
                    <a:pt x="620" y="525"/>
                  </a:lnTo>
                  <a:lnTo>
                    <a:pt x="621" y="527"/>
                  </a:lnTo>
                  <a:lnTo>
                    <a:pt x="620" y="530"/>
                  </a:lnTo>
                  <a:lnTo>
                    <a:pt x="619" y="533"/>
                  </a:lnTo>
                  <a:lnTo>
                    <a:pt x="618" y="535"/>
                  </a:lnTo>
                  <a:close/>
                </a:path>
              </a:pathLst>
            </a:custGeom>
            <a:solidFill>
              <a:srgbClr val="ECB78D">
                <a:alpha val="24000"/>
              </a:srgbClr>
            </a:solidFill>
            <a:ln>
              <a:noFill/>
            </a:ln>
          </p:spPr>
          <p:txBody>
            <a:bodyPr anchor="ctr"/>
            <a:lstStyle/>
            <a:p>
              <a:pPr algn="ctr">
                <a:buNone/>
              </a:pPr>
            </a:p>
          </p:txBody>
        </p:sp>
        <p:sp>
          <p:nvSpPr>
            <p:cNvPr id="6688" name="addition:input:155"/>
            <p:cNvSpPr>
              <a:spLocks noGrp="1"/>
            </p:cNvSpPr>
            <p:nvPr/>
          </p:nvSpPr>
          <p:spPr>
            <a:xfrm>
              <a:off x="209550" y="5438775"/>
              <a:ext cx="1142268" cy="1014115"/>
            </a:xfrm>
            <a:custGeom>
              <a:avLst/>
              <a:gdLst/>
              <a:ahLst/>
              <a:cxnLst/>
              <a:rect l="l" t="t" r="r" b="b"/>
              <a:pathLst>
                <a:path w="694" h="541">
                  <a:moveTo>
                    <a:pt x="0" y="0"/>
                  </a:moveTo>
                  <a:moveTo>
                    <a:pt x="691" y="515"/>
                  </a:moveTo>
                  <a:lnTo>
                    <a:pt x="691" y="517"/>
                  </a:lnTo>
                  <a:lnTo>
                    <a:pt x="691" y="519"/>
                  </a:lnTo>
                  <a:lnTo>
                    <a:pt x="690" y="521"/>
                  </a:lnTo>
                  <a:lnTo>
                    <a:pt x="688" y="523"/>
                  </a:lnTo>
                  <a:lnTo>
                    <a:pt x="686" y="524"/>
                  </a:lnTo>
                  <a:lnTo>
                    <a:pt x="685" y="526"/>
                  </a:lnTo>
                  <a:lnTo>
                    <a:pt x="684" y="528"/>
                  </a:lnTo>
                  <a:lnTo>
                    <a:pt x="683" y="530"/>
                  </a:lnTo>
                  <a:lnTo>
                    <a:pt x="681" y="531"/>
                  </a:lnTo>
                  <a:lnTo>
                    <a:pt x="679" y="532"/>
                  </a:lnTo>
                  <a:lnTo>
                    <a:pt x="677" y="534"/>
                  </a:lnTo>
                  <a:lnTo>
                    <a:pt x="677" y="537"/>
                  </a:lnTo>
                  <a:lnTo>
                    <a:pt x="675" y="540"/>
                  </a:lnTo>
                  <a:lnTo>
                    <a:pt x="673" y="541"/>
                  </a:lnTo>
                  <a:lnTo>
                    <a:pt x="670" y="540"/>
                  </a:lnTo>
                  <a:lnTo>
                    <a:pt x="668" y="538"/>
                  </a:lnTo>
                  <a:lnTo>
                    <a:pt x="666" y="536"/>
                  </a:lnTo>
                  <a:lnTo>
                    <a:pt x="664" y="535"/>
                  </a:lnTo>
                  <a:lnTo>
                    <a:pt x="662" y="536"/>
                  </a:lnTo>
                  <a:lnTo>
                    <a:pt x="661" y="536"/>
                  </a:lnTo>
                  <a:lnTo>
                    <a:pt x="659" y="536"/>
                  </a:lnTo>
                  <a:lnTo>
                    <a:pt x="657" y="535"/>
                  </a:lnTo>
                  <a:lnTo>
                    <a:pt x="656" y="535"/>
                  </a:lnTo>
                  <a:lnTo>
                    <a:pt x="653" y="535"/>
                  </a:lnTo>
                  <a:lnTo>
                    <a:pt x="651" y="535"/>
                  </a:lnTo>
                  <a:lnTo>
                    <a:pt x="650" y="533"/>
                  </a:lnTo>
                  <a:lnTo>
                    <a:pt x="650" y="530"/>
                  </a:lnTo>
                  <a:lnTo>
                    <a:pt x="650" y="528"/>
                  </a:lnTo>
                  <a:lnTo>
                    <a:pt x="648" y="527"/>
                  </a:lnTo>
                  <a:lnTo>
                    <a:pt x="646" y="526"/>
                  </a:lnTo>
                  <a:lnTo>
                    <a:pt x="645" y="524"/>
                  </a:lnTo>
                  <a:lnTo>
                    <a:pt x="646" y="522"/>
                  </a:lnTo>
                  <a:lnTo>
                    <a:pt x="648" y="519"/>
                  </a:lnTo>
                  <a:lnTo>
                    <a:pt x="649" y="517"/>
                  </a:lnTo>
                  <a:lnTo>
                    <a:pt x="649" y="515"/>
                  </a:lnTo>
                  <a:lnTo>
                    <a:pt x="648" y="513"/>
                  </a:lnTo>
                  <a:lnTo>
                    <a:pt x="646" y="511"/>
                  </a:lnTo>
                  <a:lnTo>
                    <a:pt x="645" y="509"/>
                  </a:lnTo>
                  <a:lnTo>
                    <a:pt x="645" y="507"/>
                  </a:lnTo>
                  <a:lnTo>
                    <a:pt x="645" y="504"/>
                  </a:lnTo>
                  <a:lnTo>
                    <a:pt x="645" y="502"/>
                  </a:lnTo>
                  <a:lnTo>
                    <a:pt x="646" y="500"/>
                  </a:lnTo>
                  <a:lnTo>
                    <a:pt x="648" y="499"/>
                  </a:lnTo>
                  <a:lnTo>
                    <a:pt x="650" y="499"/>
                  </a:lnTo>
                  <a:lnTo>
                    <a:pt x="653" y="499"/>
                  </a:lnTo>
                  <a:lnTo>
                    <a:pt x="654" y="499"/>
                  </a:lnTo>
                  <a:lnTo>
                    <a:pt x="655" y="497"/>
                  </a:lnTo>
                  <a:lnTo>
                    <a:pt x="656" y="494"/>
                  </a:lnTo>
                  <a:lnTo>
                    <a:pt x="658" y="493"/>
                  </a:lnTo>
                  <a:lnTo>
                    <a:pt x="660" y="493"/>
                  </a:lnTo>
                  <a:lnTo>
                    <a:pt x="662" y="494"/>
                  </a:lnTo>
                  <a:lnTo>
                    <a:pt x="664" y="494"/>
                  </a:lnTo>
                  <a:lnTo>
                    <a:pt x="666" y="493"/>
                  </a:lnTo>
                  <a:lnTo>
                    <a:pt x="668" y="491"/>
                  </a:lnTo>
                  <a:lnTo>
                    <a:pt x="671" y="491"/>
                  </a:lnTo>
                  <a:lnTo>
                    <a:pt x="673" y="491"/>
                  </a:lnTo>
                  <a:lnTo>
                    <a:pt x="676" y="493"/>
                  </a:lnTo>
                  <a:lnTo>
                    <a:pt x="678" y="494"/>
                  </a:lnTo>
                  <a:lnTo>
                    <a:pt x="679" y="496"/>
                  </a:lnTo>
                  <a:lnTo>
                    <a:pt x="681" y="498"/>
                  </a:lnTo>
                  <a:lnTo>
                    <a:pt x="682" y="500"/>
                  </a:lnTo>
                  <a:lnTo>
                    <a:pt x="682" y="503"/>
                  </a:lnTo>
                  <a:lnTo>
                    <a:pt x="683" y="504"/>
                  </a:lnTo>
                  <a:lnTo>
                    <a:pt x="685" y="505"/>
                  </a:lnTo>
                  <a:lnTo>
                    <a:pt x="689" y="505"/>
                  </a:lnTo>
                  <a:lnTo>
                    <a:pt x="692" y="506"/>
                  </a:lnTo>
                  <a:lnTo>
                    <a:pt x="694" y="508"/>
                  </a:lnTo>
                  <a:lnTo>
                    <a:pt x="693" y="511"/>
                  </a:lnTo>
                  <a:lnTo>
                    <a:pt x="692" y="513"/>
                  </a:lnTo>
                  <a:close/>
                </a:path>
              </a:pathLst>
            </a:custGeom>
            <a:solidFill>
              <a:srgbClr val="ECB78D">
                <a:alpha val="24000"/>
              </a:srgbClr>
            </a:solidFill>
            <a:ln>
              <a:noFill/>
            </a:ln>
          </p:spPr>
          <p:txBody>
            <a:bodyPr anchor="ctr"/>
            <a:lstStyle/>
            <a:p>
              <a:pPr algn="ctr">
                <a:buNone/>
              </a:pPr>
            </a:p>
          </p:txBody>
        </p:sp>
        <p:sp>
          <p:nvSpPr>
            <p:cNvPr id="6689" name="addition:input:156"/>
            <p:cNvSpPr>
              <a:spLocks noGrp="1"/>
            </p:cNvSpPr>
            <p:nvPr/>
          </p:nvSpPr>
          <p:spPr>
            <a:xfrm>
              <a:off x="209550" y="5438775"/>
              <a:ext cx="1257483" cy="1075974"/>
            </a:xfrm>
            <a:custGeom>
              <a:avLst/>
              <a:gdLst/>
              <a:ahLst/>
              <a:cxnLst/>
              <a:rect l="l" t="t" r="r" b="b"/>
              <a:pathLst>
                <a:path w="764" h="574">
                  <a:moveTo>
                    <a:pt x="0" y="0"/>
                  </a:moveTo>
                  <a:moveTo>
                    <a:pt x="764" y="546"/>
                  </a:moveTo>
                  <a:lnTo>
                    <a:pt x="764" y="548"/>
                  </a:lnTo>
                  <a:lnTo>
                    <a:pt x="763" y="550"/>
                  </a:lnTo>
                  <a:lnTo>
                    <a:pt x="763" y="552"/>
                  </a:lnTo>
                  <a:lnTo>
                    <a:pt x="763" y="555"/>
                  </a:lnTo>
                  <a:lnTo>
                    <a:pt x="762" y="557"/>
                  </a:lnTo>
                  <a:lnTo>
                    <a:pt x="760" y="558"/>
                  </a:lnTo>
                  <a:lnTo>
                    <a:pt x="759" y="559"/>
                  </a:lnTo>
                  <a:lnTo>
                    <a:pt x="757" y="561"/>
                  </a:lnTo>
                  <a:lnTo>
                    <a:pt x="756" y="563"/>
                  </a:lnTo>
                  <a:lnTo>
                    <a:pt x="755" y="564"/>
                  </a:lnTo>
                  <a:lnTo>
                    <a:pt x="752" y="565"/>
                  </a:lnTo>
                  <a:lnTo>
                    <a:pt x="750" y="564"/>
                  </a:lnTo>
                  <a:lnTo>
                    <a:pt x="748" y="564"/>
                  </a:lnTo>
                  <a:lnTo>
                    <a:pt x="746" y="566"/>
                  </a:lnTo>
                  <a:lnTo>
                    <a:pt x="745" y="570"/>
                  </a:lnTo>
                  <a:lnTo>
                    <a:pt x="743" y="573"/>
                  </a:lnTo>
                  <a:lnTo>
                    <a:pt x="740" y="574"/>
                  </a:lnTo>
                  <a:lnTo>
                    <a:pt x="737" y="572"/>
                  </a:lnTo>
                  <a:lnTo>
                    <a:pt x="735" y="570"/>
                  </a:lnTo>
                  <a:lnTo>
                    <a:pt x="733" y="568"/>
                  </a:lnTo>
                  <a:lnTo>
                    <a:pt x="731" y="567"/>
                  </a:lnTo>
                  <a:lnTo>
                    <a:pt x="729" y="566"/>
                  </a:lnTo>
                  <a:lnTo>
                    <a:pt x="728" y="565"/>
                  </a:lnTo>
                  <a:lnTo>
                    <a:pt x="726" y="563"/>
                  </a:lnTo>
                  <a:lnTo>
                    <a:pt x="724" y="562"/>
                  </a:lnTo>
                  <a:lnTo>
                    <a:pt x="722" y="562"/>
                  </a:lnTo>
                  <a:lnTo>
                    <a:pt x="719" y="562"/>
                  </a:lnTo>
                  <a:lnTo>
                    <a:pt x="718" y="561"/>
                  </a:lnTo>
                  <a:lnTo>
                    <a:pt x="717" y="558"/>
                  </a:lnTo>
                  <a:lnTo>
                    <a:pt x="718" y="556"/>
                  </a:lnTo>
                  <a:lnTo>
                    <a:pt x="717" y="554"/>
                  </a:lnTo>
                  <a:lnTo>
                    <a:pt x="716" y="552"/>
                  </a:lnTo>
                  <a:lnTo>
                    <a:pt x="714" y="551"/>
                  </a:lnTo>
                  <a:lnTo>
                    <a:pt x="714" y="548"/>
                  </a:lnTo>
                  <a:lnTo>
                    <a:pt x="715" y="546"/>
                  </a:lnTo>
                  <a:lnTo>
                    <a:pt x="718" y="544"/>
                  </a:lnTo>
                  <a:lnTo>
                    <a:pt x="720" y="542"/>
                  </a:lnTo>
                  <a:lnTo>
                    <a:pt x="721" y="541"/>
                  </a:lnTo>
                  <a:lnTo>
                    <a:pt x="722" y="539"/>
                  </a:lnTo>
                  <a:lnTo>
                    <a:pt x="722" y="537"/>
                  </a:lnTo>
                  <a:lnTo>
                    <a:pt x="722" y="535"/>
                  </a:lnTo>
                  <a:lnTo>
                    <a:pt x="723" y="532"/>
                  </a:lnTo>
                  <a:lnTo>
                    <a:pt x="723" y="530"/>
                  </a:lnTo>
                  <a:lnTo>
                    <a:pt x="723" y="527"/>
                  </a:lnTo>
                  <a:lnTo>
                    <a:pt x="724" y="525"/>
                  </a:lnTo>
                  <a:lnTo>
                    <a:pt x="727" y="524"/>
                  </a:lnTo>
                  <a:lnTo>
                    <a:pt x="730" y="525"/>
                  </a:lnTo>
                  <a:lnTo>
                    <a:pt x="732" y="526"/>
                  </a:lnTo>
                  <a:lnTo>
                    <a:pt x="734" y="526"/>
                  </a:lnTo>
                  <a:lnTo>
                    <a:pt x="735" y="524"/>
                  </a:lnTo>
                  <a:lnTo>
                    <a:pt x="736" y="523"/>
                  </a:lnTo>
                  <a:lnTo>
                    <a:pt x="738" y="522"/>
                  </a:lnTo>
                  <a:lnTo>
                    <a:pt x="740" y="523"/>
                  </a:lnTo>
                  <a:lnTo>
                    <a:pt x="741" y="525"/>
                  </a:lnTo>
                  <a:lnTo>
                    <a:pt x="743" y="525"/>
                  </a:lnTo>
                  <a:lnTo>
                    <a:pt x="745" y="524"/>
                  </a:lnTo>
                  <a:lnTo>
                    <a:pt x="747" y="524"/>
                  </a:lnTo>
                  <a:lnTo>
                    <a:pt x="749" y="524"/>
                  </a:lnTo>
                  <a:lnTo>
                    <a:pt x="751" y="525"/>
                  </a:lnTo>
                  <a:lnTo>
                    <a:pt x="752" y="526"/>
                  </a:lnTo>
                  <a:lnTo>
                    <a:pt x="754" y="527"/>
                  </a:lnTo>
                  <a:lnTo>
                    <a:pt x="756" y="529"/>
                  </a:lnTo>
                  <a:lnTo>
                    <a:pt x="757" y="531"/>
                  </a:lnTo>
                  <a:lnTo>
                    <a:pt x="756" y="535"/>
                  </a:lnTo>
                  <a:lnTo>
                    <a:pt x="755" y="537"/>
                  </a:lnTo>
                  <a:lnTo>
                    <a:pt x="755" y="539"/>
                  </a:lnTo>
                  <a:lnTo>
                    <a:pt x="757" y="541"/>
                  </a:lnTo>
                  <a:lnTo>
                    <a:pt x="760" y="542"/>
                  </a:lnTo>
                  <a:lnTo>
                    <a:pt x="763" y="544"/>
                  </a:lnTo>
                  <a:close/>
                </a:path>
              </a:pathLst>
            </a:custGeom>
            <a:solidFill>
              <a:srgbClr val="ECB78D">
                <a:alpha val="24000"/>
              </a:srgbClr>
            </a:solidFill>
            <a:ln>
              <a:noFill/>
            </a:ln>
          </p:spPr>
          <p:txBody>
            <a:bodyPr anchor="ctr"/>
            <a:lstStyle/>
            <a:p>
              <a:pPr algn="ctr">
                <a:buNone/>
              </a:pPr>
            </a:p>
          </p:txBody>
        </p:sp>
        <p:sp>
          <p:nvSpPr>
            <p:cNvPr id="6690" name="addition:input:157"/>
            <p:cNvSpPr>
              <a:spLocks noGrp="1"/>
            </p:cNvSpPr>
            <p:nvPr/>
          </p:nvSpPr>
          <p:spPr>
            <a:xfrm>
              <a:off x="209550" y="5438775"/>
              <a:ext cx="1665671" cy="834161"/>
            </a:xfrm>
            <a:custGeom>
              <a:avLst/>
              <a:gdLst/>
              <a:ahLst/>
              <a:cxnLst/>
              <a:rect l="l" t="t" r="r" b="b"/>
              <a:pathLst>
                <a:path w="1012" h="445">
                  <a:moveTo>
                    <a:pt x="0" y="0"/>
                  </a:moveTo>
                  <a:moveTo>
                    <a:pt x="1007" y="309"/>
                  </a:moveTo>
                  <a:lnTo>
                    <a:pt x="1001" y="322"/>
                  </a:lnTo>
                  <a:lnTo>
                    <a:pt x="987" y="333"/>
                  </a:lnTo>
                  <a:lnTo>
                    <a:pt x="966" y="342"/>
                  </a:lnTo>
                  <a:lnTo>
                    <a:pt x="947" y="349"/>
                  </a:lnTo>
                  <a:lnTo>
                    <a:pt x="940" y="358"/>
                  </a:lnTo>
                  <a:lnTo>
                    <a:pt x="945" y="373"/>
                  </a:lnTo>
                  <a:lnTo>
                    <a:pt x="954" y="393"/>
                  </a:lnTo>
                  <a:lnTo>
                    <a:pt x="953" y="411"/>
                  </a:lnTo>
                  <a:lnTo>
                    <a:pt x="940" y="421"/>
                  </a:lnTo>
                  <a:lnTo>
                    <a:pt x="921" y="424"/>
                  </a:lnTo>
                  <a:lnTo>
                    <a:pt x="904" y="427"/>
                  </a:lnTo>
                  <a:lnTo>
                    <a:pt x="891" y="433"/>
                  </a:lnTo>
                  <a:lnTo>
                    <a:pt x="879" y="441"/>
                  </a:lnTo>
                  <a:lnTo>
                    <a:pt x="866" y="445"/>
                  </a:lnTo>
                  <a:lnTo>
                    <a:pt x="851" y="444"/>
                  </a:lnTo>
                  <a:lnTo>
                    <a:pt x="837" y="440"/>
                  </a:lnTo>
                  <a:lnTo>
                    <a:pt x="824" y="439"/>
                  </a:lnTo>
                  <a:lnTo>
                    <a:pt x="812" y="442"/>
                  </a:lnTo>
                  <a:lnTo>
                    <a:pt x="800" y="442"/>
                  </a:lnTo>
                  <a:lnTo>
                    <a:pt x="789" y="436"/>
                  </a:lnTo>
                  <a:lnTo>
                    <a:pt x="780" y="428"/>
                  </a:lnTo>
                  <a:lnTo>
                    <a:pt x="769" y="424"/>
                  </a:lnTo>
                  <a:lnTo>
                    <a:pt x="753" y="428"/>
                  </a:lnTo>
                  <a:lnTo>
                    <a:pt x="731" y="436"/>
                  </a:lnTo>
                  <a:lnTo>
                    <a:pt x="710" y="437"/>
                  </a:lnTo>
                  <a:lnTo>
                    <a:pt x="697" y="427"/>
                  </a:lnTo>
                  <a:lnTo>
                    <a:pt x="697" y="409"/>
                  </a:lnTo>
                  <a:lnTo>
                    <a:pt x="702" y="389"/>
                  </a:lnTo>
                  <a:lnTo>
                    <a:pt x="704" y="374"/>
                  </a:lnTo>
                  <a:lnTo>
                    <a:pt x="699" y="363"/>
                  </a:lnTo>
                  <a:lnTo>
                    <a:pt x="690" y="354"/>
                  </a:lnTo>
                  <a:lnTo>
                    <a:pt x="684" y="343"/>
                  </a:lnTo>
                  <a:lnTo>
                    <a:pt x="679" y="332"/>
                  </a:lnTo>
                  <a:lnTo>
                    <a:pt x="671" y="321"/>
                  </a:lnTo>
                  <a:lnTo>
                    <a:pt x="658" y="309"/>
                  </a:lnTo>
                  <a:lnTo>
                    <a:pt x="646" y="296"/>
                  </a:lnTo>
                  <a:lnTo>
                    <a:pt x="643" y="282"/>
                  </a:lnTo>
                  <a:lnTo>
                    <a:pt x="650" y="270"/>
                  </a:lnTo>
                  <a:lnTo>
                    <a:pt x="661" y="261"/>
                  </a:lnTo>
                  <a:lnTo>
                    <a:pt x="666" y="250"/>
                  </a:lnTo>
                  <a:lnTo>
                    <a:pt x="664" y="236"/>
                  </a:lnTo>
                  <a:lnTo>
                    <a:pt x="663" y="220"/>
                  </a:lnTo>
                  <a:lnTo>
                    <a:pt x="671" y="209"/>
                  </a:lnTo>
                  <a:lnTo>
                    <a:pt x="691" y="207"/>
                  </a:lnTo>
                  <a:lnTo>
                    <a:pt x="714" y="210"/>
                  </a:lnTo>
                  <a:lnTo>
                    <a:pt x="732" y="212"/>
                  </a:lnTo>
                  <a:lnTo>
                    <a:pt x="742" y="206"/>
                  </a:lnTo>
                  <a:lnTo>
                    <a:pt x="751" y="193"/>
                  </a:lnTo>
                  <a:lnTo>
                    <a:pt x="761" y="181"/>
                  </a:lnTo>
                  <a:lnTo>
                    <a:pt x="775" y="172"/>
                  </a:lnTo>
                  <a:lnTo>
                    <a:pt x="792" y="165"/>
                  </a:lnTo>
                  <a:lnTo>
                    <a:pt x="809" y="158"/>
                  </a:lnTo>
                  <a:lnTo>
                    <a:pt x="828" y="152"/>
                  </a:lnTo>
                  <a:lnTo>
                    <a:pt x="848" y="153"/>
                  </a:lnTo>
                  <a:lnTo>
                    <a:pt x="865" y="164"/>
                  </a:lnTo>
                  <a:lnTo>
                    <a:pt x="877" y="182"/>
                  </a:lnTo>
                  <a:lnTo>
                    <a:pt x="887" y="197"/>
                  </a:lnTo>
                  <a:lnTo>
                    <a:pt x="901" y="202"/>
                  </a:lnTo>
                  <a:lnTo>
                    <a:pt x="921" y="200"/>
                  </a:lnTo>
                  <a:lnTo>
                    <a:pt x="940" y="200"/>
                  </a:lnTo>
                  <a:lnTo>
                    <a:pt x="954" y="208"/>
                  </a:lnTo>
                  <a:lnTo>
                    <a:pt x="959" y="221"/>
                  </a:lnTo>
                  <a:lnTo>
                    <a:pt x="962" y="234"/>
                  </a:lnTo>
                  <a:lnTo>
                    <a:pt x="971" y="243"/>
                  </a:lnTo>
                  <a:lnTo>
                    <a:pt x="987" y="249"/>
                  </a:lnTo>
                  <a:lnTo>
                    <a:pt x="1003" y="257"/>
                  </a:lnTo>
                  <a:lnTo>
                    <a:pt x="1012" y="269"/>
                  </a:lnTo>
                  <a:lnTo>
                    <a:pt x="1012" y="282"/>
                  </a:lnTo>
                  <a:lnTo>
                    <a:pt x="1010" y="296"/>
                  </a:lnTo>
                  <a:close/>
                </a:path>
              </a:pathLst>
            </a:custGeom>
            <a:solidFill>
              <a:srgbClr val="C5E9DF">
                <a:alpha val="43000"/>
              </a:srgbClr>
            </a:solidFill>
            <a:ln>
              <a:noFill/>
            </a:ln>
          </p:spPr>
          <p:txBody>
            <a:bodyPr anchor="ctr"/>
            <a:lstStyle/>
            <a:p>
              <a:pPr algn="ctr">
                <a:buNone/>
              </a:pPr>
            </a:p>
          </p:txBody>
        </p:sp>
        <p:sp>
          <p:nvSpPr>
            <p:cNvPr id="6691" name="addition:input:158"/>
            <p:cNvSpPr>
              <a:spLocks noGrp="1"/>
            </p:cNvSpPr>
            <p:nvPr/>
          </p:nvSpPr>
          <p:spPr>
            <a:xfrm>
              <a:off x="209550" y="5438775"/>
              <a:ext cx="1614648" cy="847283"/>
            </a:xfrm>
            <a:custGeom>
              <a:avLst/>
              <a:gdLst/>
              <a:ahLst/>
              <a:cxnLst/>
              <a:rect l="l" t="t" r="r" b="b"/>
              <a:pathLst>
                <a:path w="981" h="452">
                  <a:moveTo>
                    <a:pt x="0" y="0"/>
                  </a:moveTo>
                  <a:moveTo>
                    <a:pt x="981" y="314"/>
                  </a:moveTo>
                  <a:lnTo>
                    <a:pt x="976" y="325"/>
                  </a:lnTo>
                  <a:lnTo>
                    <a:pt x="966" y="335"/>
                  </a:lnTo>
                  <a:lnTo>
                    <a:pt x="960" y="345"/>
                  </a:lnTo>
                  <a:lnTo>
                    <a:pt x="962" y="356"/>
                  </a:lnTo>
                  <a:lnTo>
                    <a:pt x="966" y="369"/>
                  </a:lnTo>
                  <a:lnTo>
                    <a:pt x="962" y="380"/>
                  </a:lnTo>
                  <a:lnTo>
                    <a:pt x="948" y="386"/>
                  </a:lnTo>
                  <a:lnTo>
                    <a:pt x="930" y="388"/>
                  </a:lnTo>
                  <a:lnTo>
                    <a:pt x="913" y="389"/>
                  </a:lnTo>
                  <a:lnTo>
                    <a:pt x="903" y="394"/>
                  </a:lnTo>
                  <a:lnTo>
                    <a:pt x="895" y="403"/>
                  </a:lnTo>
                  <a:lnTo>
                    <a:pt x="886" y="412"/>
                  </a:lnTo>
                  <a:lnTo>
                    <a:pt x="875" y="420"/>
                  </a:lnTo>
                  <a:lnTo>
                    <a:pt x="863" y="428"/>
                  </a:lnTo>
                  <a:lnTo>
                    <a:pt x="850" y="438"/>
                  </a:lnTo>
                  <a:lnTo>
                    <a:pt x="836" y="448"/>
                  </a:lnTo>
                  <a:lnTo>
                    <a:pt x="820" y="452"/>
                  </a:lnTo>
                  <a:lnTo>
                    <a:pt x="803" y="446"/>
                  </a:lnTo>
                  <a:lnTo>
                    <a:pt x="789" y="431"/>
                  </a:lnTo>
                  <a:lnTo>
                    <a:pt x="779" y="416"/>
                  </a:lnTo>
                  <a:lnTo>
                    <a:pt x="768" y="411"/>
                  </a:lnTo>
                  <a:lnTo>
                    <a:pt x="753" y="413"/>
                  </a:lnTo>
                  <a:lnTo>
                    <a:pt x="738" y="416"/>
                  </a:lnTo>
                  <a:lnTo>
                    <a:pt x="725" y="413"/>
                  </a:lnTo>
                  <a:lnTo>
                    <a:pt x="717" y="404"/>
                  </a:lnTo>
                  <a:lnTo>
                    <a:pt x="711" y="395"/>
                  </a:lnTo>
                  <a:lnTo>
                    <a:pt x="703" y="388"/>
                  </a:lnTo>
                  <a:lnTo>
                    <a:pt x="691" y="384"/>
                  </a:lnTo>
                  <a:lnTo>
                    <a:pt x="679" y="378"/>
                  </a:lnTo>
                  <a:lnTo>
                    <a:pt x="673" y="369"/>
                  </a:lnTo>
                  <a:lnTo>
                    <a:pt x="670" y="358"/>
                  </a:lnTo>
                  <a:lnTo>
                    <a:pt x="669" y="347"/>
                  </a:lnTo>
                  <a:lnTo>
                    <a:pt x="665" y="337"/>
                  </a:lnTo>
                  <a:lnTo>
                    <a:pt x="664" y="325"/>
                  </a:lnTo>
                  <a:lnTo>
                    <a:pt x="672" y="314"/>
                  </a:lnTo>
                  <a:lnTo>
                    <a:pt x="689" y="304"/>
                  </a:lnTo>
                  <a:lnTo>
                    <a:pt x="707" y="297"/>
                  </a:lnTo>
                  <a:lnTo>
                    <a:pt x="715" y="289"/>
                  </a:lnTo>
                  <a:lnTo>
                    <a:pt x="710" y="278"/>
                  </a:lnTo>
                  <a:lnTo>
                    <a:pt x="699" y="263"/>
                  </a:lnTo>
                  <a:lnTo>
                    <a:pt x="693" y="248"/>
                  </a:lnTo>
                  <a:lnTo>
                    <a:pt x="697" y="236"/>
                  </a:lnTo>
                  <a:lnTo>
                    <a:pt x="709" y="230"/>
                  </a:lnTo>
                  <a:lnTo>
                    <a:pt x="722" y="224"/>
                  </a:lnTo>
                  <a:lnTo>
                    <a:pt x="731" y="218"/>
                  </a:lnTo>
                  <a:lnTo>
                    <a:pt x="741" y="211"/>
                  </a:lnTo>
                  <a:lnTo>
                    <a:pt x="752" y="208"/>
                  </a:lnTo>
                  <a:lnTo>
                    <a:pt x="765" y="208"/>
                  </a:lnTo>
                  <a:lnTo>
                    <a:pt x="777" y="209"/>
                  </a:lnTo>
                  <a:lnTo>
                    <a:pt x="786" y="206"/>
                  </a:lnTo>
                  <a:lnTo>
                    <a:pt x="795" y="200"/>
                  </a:lnTo>
                  <a:lnTo>
                    <a:pt x="806" y="196"/>
                  </a:lnTo>
                  <a:lnTo>
                    <a:pt x="816" y="199"/>
                  </a:lnTo>
                  <a:lnTo>
                    <a:pt x="826" y="207"/>
                  </a:lnTo>
                  <a:lnTo>
                    <a:pt x="836" y="212"/>
                  </a:lnTo>
                  <a:lnTo>
                    <a:pt x="848" y="209"/>
                  </a:lnTo>
                  <a:lnTo>
                    <a:pt x="865" y="200"/>
                  </a:lnTo>
                  <a:lnTo>
                    <a:pt x="883" y="194"/>
                  </a:lnTo>
                  <a:lnTo>
                    <a:pt x="898" y="198"/>
                  </a:lnTo>
                  <a:lnTo>
                    <a:pt x="905" y="211"/>
                  </a:lnTo>
                  <a:lnTo>
                    <a:pt x="907" y="226"/>
                  </a:lnTo>
                  <a:lnTo>
                    <a:pt x="910" y="240"/>
                  </a:lnTo>
                  <a:lnTo>
                    <a:pt x="915" y="250"/>
                  </a:lnTo>
                  <a:lnTo>
                    <a:pt x="922" y="259"/>
                  </a:lnTo>
                  <a:lnTo>
                    <a:pt x="927" y="268"/>
                  </a:lnTo>
                  <a:lnTo>
                    <a:pt x="932" y="277"/>
                  </a:lnTo>
                  <a:lnTo>
                    <a:pt x="942" y="285"/>
                  </a:lnTo>
                  <a:lnTo>
                    <a:pt x="957" y="293"/>
                  </a:lnTo>
                  <a:lnTo>
                    <a:pt x="974" y="303"/>
                  </a:lnTo>
                  <a:close/>
                </a:path>
              </a:pathLst>
            </a:custGeom>
            <a:solidFill>
              <a:srgbClr val="86D1BC">
                <a:alpha val="43000"/>
              </a:srgbClr>
            </a:solidFill>
            <a:ln>
              <a:noFill/>
            </a:ln>
          </p:spPr>
          <p:txBody>
            <a:bodyPr anchor="ctr"/>
            <a:lstStyle/>
            <a:p>
              <a:pPr algn="ctr">
                <a:buNone/>
              </a:pPr>
            </a:p>
          </p:txBody>
        </p:sp>
        <p:sp>
          <p:nvSpPr>
            <p:cNvPr id="6692" name="addition:input:159"/>
            <p:cNvSpPr>
              <a:spLocks noGrp="1"/>
            </p:cNvSpPr>
            <p:nvPr/>
          </p:nvSpPr>
          <p:spPr>
            <a:xfrm>
              <a:off x="209550" y="5438775"/>
              <a:ext cx="1535643" cy="809793"/>
            </a:xfrm>
            <a:custGeom>
              <a:avLst/>
              <a:gdLst/>
              <a:ahLst/>
              <a:cxnLst/>
              <a:rect l="l" t="t" r="r" b="b"/>
              <a:pathLst>
                <a:path w="933" h="432">
                  <a:moveTo>
                    <a:pt x="0" y="0"/>
                  </a:moveTo>
                  <a:moveTo>
                    <a:pt x="924" y="319"/>
                  </a:moveTo>
                  <a:lnTo>
                    <a:pt x="925" y="328"/>
                  </a:lnTo>
                  <a:lnTo>
                    <a:pt x="919" y="337"/>
                  </a:lnTo>
                  <a:lnTo>
                    <a:pt x="910" y="344"/>
                  </a:lnTo>
                  <a:lnTo>
                    <a:pt x="907" y="352"/>
                  </a:lnTo>
                  <a:lnTo>
                    <a:pt x="910" y="362"/>
                  </a:lnTo>
                  <a:lnTo>
                    <a:pt x="913" y="374"/>
                  </a:lnTo>
                  <a:lnTo>
                    <a:pt x="911" y="384"/>
                  </a:lnTo>
                  <a:lnTo>
                    <a:pt x="905" y="392"/>
                  </a:lnTo>
                  <a:lnTo>
                    <a:pt x="898" y="399"/>
                  </a:lnTo>
                  <a:lnTo>
                    <a:pt x="891" y="406"/>
                  </a:lnTo>
                  <a:lnTo>
                    <a:pt x="883" y="412"/>
                  </a:lnTo>
                  <a:lnTo>
                    <a:pt x="872" y="413"/>
                  </a:lnTo>
                  <a:lnTo>
                    <a:pt x="858" y="407"/>
                  </a:lnTo>
                  <a:lnTo>
                    <a:pt x="846" y="400"/>
                  </a:lnTo>
                  <a:lnTo>
                    <a:pt x="838" y="399"/>
                  </a:lnTo>
                  <a:lnTo>
                    <a:pt x="831" y="407"/>
                  </a:lnTo>
                  <a:lnTo>
                    <a:pt x="823" y="420"/>
                  </a:lnTo>
                  <a:lnTo>
                    <a:pt x="812" y="430"/>
                  </a:lnTo>
                  <a:lnTo>
                    <a:pt x="800" y="432"/>
                  </a:lnTo>
                  <a:lnTo>
                    <a:pt x="789" y="426"/>
                  </a:lnTo>
                  <a:lnTo>
                    <a:pt x="779" y="420"/>
                  </a:lnTo>
                  <a:lnTo>
                    <a:pt x="768" y="416"/>
                  </a:lnTo>
                  <a:lnTo>
                    <a:pt x="755" y="413"/>
                  </a:lnTo>
                  <a:lnTo>
                    <a:pt x="744" y="408"/>
                  </a:lnTo>
                  <a:lnTo>
                    <a:pt x="736" y="400"/>
                  </a:lnTo>
                  <a:lnTo>
                    <a:pt x="730" y="391"/>
                  </a:lnTo>
                  <a:lnTo>
                    <a:pt x="722" y="383"/>
                  </a:lnTo>
                  <a:lnTo>
                    <a:pt x="712" y="377"/>
                  </a:lnTo>
                  <a:lnTo>
                    <a:pt x="703" y="371"/>
                  </a:lnTo>
                  <a:lnTo>
                    <a:pt x="699" y="361"/>
                  </a:lnTo>
                  <a:lnTo>
                    <a:pt x="699" y="351"/>
                  </a:lnTo>
                  <a:lnTo>
                    <a:pt x="698" y="343"/>
                  </a:lnTo>
                  <a:lnTo>
                    <a:pt x="688" y="336"/>
                  </a:lnTo>
                  <a:lnTo>
                    <a:pt x="670" y="329"/>
                  </a:lnTo>
                  <a:lnTo>
                    <a:pt x="655" y="319"/>
                  </a:lnTo>
                  <a:lnTo>
                    <a:pt x="651" y="308"/>
                  </a:lnTo>
                  <a:lnTo>
                    <a:pt x="660" y="298"/>
                  </a:lnTo>
                  <a:lnTo>
                    <a:pt x="675" y="291"/>
                  </a:lnTo>
                  <a:lnTo>
                    <a:pt x="688" y="285"/>
                  </a:lnTo>
                  <a:lnTo>
                    <a:pt x="696" y="278"/>
                  </a:lnTo>
                  <a:lnTo>
                    <a:pt x="702" y="270"/>
                  </a:lnTo>
                  <a:lnTo>
                    <a:pt x="710" y="264"/>
                  </a:lnTo>
                  <a:lnTo>
                    <a:pt x="719" y="258"/>
                  </a:lnTo>
                  <a:lnTo>
                    <a:pt x="726" y="251"/>
                  </a:lnTo>
                  <a:lnTo>
                    <a:pt x="731" y="241"/>
                  </a:lnTo>
                  <a:lnTo>
                    <a:pt x="737" y="229"/>
                  </a:lnTo>
                  <a:lnTo>
                    <a:pt x="747" y="221"/>
                  </a:lnTo>
                  <a:lnTo>
                    <a:pt x="761" y="220"/>
                  </a:lnTo>
                  <a:lnTo>
                    <a:pt x="775" y="222"/>
                  </a:lnTo>
                  <a:lnTo>
                    <a:pt x="788" y="221"/>
                  </a:lnTo>
                  <a:lnTo>
                    <a:pt x="800" y="215"/>
                  </a:lnTo>
                  <a:lnTo>
                    <a:pt x="812" y="207"/>
                  </a:lnTo>
                  <a:lnTo>
                    <a:pt x="825" y="204"/>
                  </a:lnTo>
                  <a:lnTo>
                    <a:pt x="837" y="211"/>
                  </a:lnTo>
                  <a:lnTo>
                    <a:pt x="846" y="223"/>
                  </a:lnTo>
                  <a:lnTo>
                    <a:pt x="852" y="234"/>
                  </a:lnTo>
                  <a:lnTo>
                    <a:pt x="860" y="239"/>
                  </a:lnTo>
                  <a:lnTo>
                    <a:pt x="870" y="239"/>
                  </a:lnTo>
                  <a:lnTo>
                    <a:pt x="881" y="239"/>
                  </a:lnTo>
                  <a:lnTo>
                    <a:pt x="891" y="241"/>
                  </a:lnTo>
                  <a:lnTo>
                    <a:pt x="901" y="244"/>
                  </a:lnTo>
                  <a:lnTo>
                    <a:pt x="912" y="247"/>
                  </a:lnTo>
                  <a:lnTo>
                    <a:pt x="924" y="251"/>
                  </a:lnTo>
                  <a:lnTo>
                    <a:pt x="933" y="258"/>
                  </a:lnTo>
                  <a:lnTo>
                    <a:pt x="932" y="269"/>
                  </a:lnTo>
                  <a:lnTo>
                    <a:pt x="923" y="283"/>
                  </a:lnTo>
                  <a:lnTo>
                    <a:pt x="913" y="294"/>
                  </a:lnTo>
                  <a:lnTo>
                    <a:pt x="910" y="303"/>
                  </a:lnTo>
                  <a:lnTo>
                    <a:pt x="917" y="310"/>
                  </a:lnTo>
                  <a:close/>
                </a:path>
              </a:pathLst>
            </a:custGeom>
            <a:solidFill>
              <a:srgbClr val="56BFA2">
                <a:alpha val="35000"/>
              </a:srgbClr>
            </a:solidFill>
            <a:ln>
              <a:noFill/>
            </a:ln>
          </p:spPr>
          <p:txBody>
            <a:bodyPr anchor="ctr"/>
            <a:lstStyle/>
            <a:p>
              <a:pPr algn="ctr">
                <a:buNone/>
              </a:pPr>
            </a:p>
          </p:txBody>
        </p:sp>
        <p:sp>
          <p:nvSpPr>
            <p:cNvPr id="6693" name="addition:input:160"/>
            <p:cNvSpPr>
              <a:spLocks noGrp="1"/>
            </p:cNvSpPr>
            <p:nvPr/>
          </p:nvSpPr>
          <p:spPr>
            <a:xfrm>
              <a:off x="209550" y="5438775"/>
              <a:ext cx="1333195" cy="631713"/>
            </a:xfrm>
            <a:custGeom>
              <a:avLst/>
              <a:gdLst/>
              <a:ahLst/>
              <a:cxnLst/>
              <a:rect l="l" t="t" r="r" b="b"/>
              <a:pathLst>
                <a:path w="810" h="337">
                  <a:moveTo>
                    <a:pt x="0" y="0"/>
                  </a:moveTo>
                  <a:moveTo>
                    <a:pt x="802" y="289"/>
                  </a:moveTo>
                  <a:lnTo>
                    <a:pt x="800" y="292"/>
                  </a:lnTo>
                  <a:lnTo>
                    <a:pt x="803" y="296"/>
                  </a:lnTo>
                  <a:lnTo>
                    <a:pt x="807" y="301"/>
                  </a:lnTo>
                  <a:lnTo>
                    <a:pt x="810" y="306"/>
                  </a:lnTo>
                  <a:lnTo>
                    <a:pt x="810" y="310"/>
                  </a:lnTo>
                  <a:lnTo>
                    <a:pt x="807" y="313"/>
                  </a:lnTo>
                  <a:lnTo>
                    <a:pt x="803" y="316"/>
                  </a:lnTo>
                  <a:lnTo>
                    <a:pt x="799" y="318"/>
                  </a:lnTo>
                  <a:lnTo>
                    <a:pt x="795" y="320"/>
                  </a:lnTo>
                  <a:lnTo>
                    <a:pt x="790" y="320"/>
                  </a:lnTo>
                  <a:lnTo>
                    <a:pt x="784" y="320"/>
                  </a:lnTo>
                  <a:lnTo>
                    <a:pt x="780" y="320"/>
                  </a:lnTo>
                  <a:lnTo>
                    <a:pt x="777" y="323"/>
                  </a:lnTo>
                  <a:lnTo>
                    <a:pt x="775" y="329"/>
                  </a:lnTo>
                  <a:lnTo>
                    <a:pt x="771" y="335"/>
                  </a:lnTo>
                  <a:lnTo>
                    <a:pt x="766" y="337"/>
                  </a:lnTo>
                  <a:lnTo>
                    <a:pt x="760" y="336"/>
                  </a:lnTo>
                  <a:lnTo>
                    <a:pt x="755" y="333"/>
                  </a:lnTo>
                  <a:lnTo>
                    <a:pt x="749" y="331"/>
                  </a:lnTo>
                  <a:lnTo>
                    <a:pt x="744" y="331"/>
                  </a:lnTo>
                  <a:lnTo>
                    <a:pt x="738" y="332"/>
                  </a:lnTo>
                  <a:lnTo>
                    <a:pt x="732" y="331"/>
                  </a:lnTo>
                  <a:lnTo>
                    <a:pt x="728" y="327"/>
                  </a:lnTo>
                  <a:lnTo>
                    <a:pt x="725" y="323"/>
                  </a:lnTo>
                  <a:lnTo>
                    <a:pt x="722" y="320"/>
                  </a:lnTo>
                  <a:lnTo>
                    <a:pt x="718" y="318"/>
                  </a:lnTo>
                  <a:lnTo>
                    <a:pt x="714" y="316"/>
                  </a:lnTo>
                  <a:lnTo>
                    <a:pt x="712" y="312"/>
                  </a:lnTo>
                  <a:lnTo>
                    <a:pt x="710" y="309"/>
                  </a:lnTo>
                  <a:lnTo>
                    <a:pt x="706" y="307"/>
                  </a:lnTo>
                  <a:lnTo>
                    <a:pt x="700" y="305"/>
                  </a:lnTo>
                  <a:lnTo>
                    <a:pt x="693" y="302"/>
                  </a:lnTo>
                  <a:lnTo>
                    <a:pt x="690" y="298"/>
                  </a:lnTo>
                  <a:lnTo>
                    <a:pt x="692" y="293"/>
                  </a:lnTo>
                  <a:lnTo>
                    <a:pt x="699" y="289"/>
                  </a:lnTo>
                  <a:lnTo>
                    <a:pt x="706" y="285"/>
                  </a:lnTo>
                  <a:lnTo>
                    <a:pt x="709" y="282"/>
                  </a:lnTo>
                  <a:lnTo>
                    <a:pt x="710" y="279"/>
                  </a:lnTo>
                  <a:lnTo>
                    <a:pt x="710" y="275"/>
                  </a:lnTo>
                  <a:lnTo>
                    <a:pt x="711" y="271"/>
                  </a:lnTo>
                  <a:lnTo>
                    <a:pt x="714" y="268"/>
                  </a:lnTo>
                  <a:lnTo>
                    <a:pt x="717" y="265"/>
                  </a:lnTo>
                  <a:lnTo>
                    <a:pt x="719" y="261"/>
                  </a:lnTo>
                  <a:lnTo>
                    <a:pt x="721" y="256"/>
                  </a:lnTo>
                  <a:lnTo>
                    <a:pt x="724" y="253"/>
                  </a:lnTo>
                  <a:lnTo>
                    <a:pt x="729" y="252"/>
                  </a:lnTo>
                  <a:lnTo>
                    <a:pt x="734" y="251"/>
                  </a:lnTo>
                  <a:lnTo>
                    <a:pt x="738" y="249"/>
                  </a:lnTo>
                  <a:lnTo>
                    <a:pt x="742" y="245"/>
                  </a:lnTo>
                  <a:lnTo>
                    <a:pt x="746" y="243"/>
                  </a:lnTo>
                  <a:lnTo>
                    <a:pt x="751" y="243"/>
                  </a:lnTo>
                  <a:lnTo>
                    <a:pt x="755" y="248"/>
                  </a:lnTo>
                  <a:lnTo>
                    <a:pt x="759" y="252"/>
                  </a:lnTo>
                  <a:lnTo>
                    <a:pt x="762" y="255"/>
                  </a:lnTo>
                  <a:lnTo>
                    <a:pt x="765" y="253"/>
                  </a:lnTo>
                  <a:lnTo>
                    <a:pt x="770" y="250"/>
                  </a:lnTo>
                  <a:lnTo>
                    <a:pt x="775" y="248"/>
                  </a:lnTo>
                  <a:lnTo>
                    <a:pt x="780" y="249"/>
                  </a:lnTo>
                  <a:lnTo>
                    <a:pt x="784" y="250"/>
                  </a:lnTo>
                  <a:lnTo>
                    <a:pt x="788" y="252"/>
                  </a:lnTo>
                  <a:lnTo>
                    <a:pt x="792" y="255"/>
                  </a:lnTo>
                  <a:lnTo>
                    <a:pt x="794" y="258"/>
                  </a:lnTo>
                  <a:lnTo>
                    <a:pt x="794" y="263"/>
                  </a:lnTo>
                  <a:lnTo>
                    <a:pt x="793" y="268"/>
                  </a:lnTo>
                  <a:lnTo>
                    <a:pt x="793" y="272"/>
                  </a:lnTo>
                  <a:lnTo>
                    <a:pt x="796" y="275"/>
                  </a:lnTo>
                  <a:lnTo>
                    <a:pt x="801" y="278"/>
                  </a:lnTo>
                  <a:lnTo>
                    <a:pt x="804" y="281"/>
                  </a:lnTo>
                  <a:lnTo>
                    <a:pt x="804" y="285"/>
                  </a:lnTo>
                  <a:close/>
                </a:path>
              </a:pathLst>
            </a:custGeom>
            <a:solidFill>
              <a:srgbClr val="86D1BC">
                <a:alpha val="32000"/>
              </a:srgbClr>
            </a:solidFill>
            <a:ln>
              <a:noFill/>
            </a:ln>
          </p:spPr>
          <p:txBody>
            <a:bodyPr anchor="ctr"/>
            <a:lstStyle/>
            <a:p>
              <a:pPr algn="ctr">
                <a:buNone/>
              </a:pPr>
            </a:p>
          </p:txBody>
        </p:sp>
        <p:sp>
          <p:nvSpPr>
            <p:cNvPr id="6694" name="addition:input:161"/>
            <p:cNvSpPr>
              <a:spLocks noGrp="1"/>
            </p:cNvSpPr>
            <p:nvPr/>
          </p:nvSpPr>
          <p:spPr>
            <a:xfrm>
              <a:off x="209550" y="5438775"/>
              <a:ext cx="1397386" cy="556732"/>
            </a:xfrm>
            <a:custGeom>
              <a:avLst/>
              <a:gdLst/>
              <a:ahLst/>
              <a:cxnLst/>
              <a:rect l="l" t="t" r="r" b="b"/>
              <a:pathLst>
                <a:path w="849" h="297">
                  <a:moveTo>
                    <a:pt x="0" y="0"/>
                  </a:moveTo>
                  <a:moveTo>
                    <a:pt x="849" y="254"/>
                  </a:moveTo>
                  <a:lnTo>
                    <a:pt x="845" y="258"/>
                  </a:lnTo>
                  <a:lnTo>
                    <a:pt x="840" y="261"/>
                  </a:lnTo>
                  <a:lnTo>
                    <a:pt x="836" y="264"/>
                  </a:lnTo>
                  <a:lnTo>
                    <a:pt x="834" y="267"/>
                  </a:lnTo>
                  <a:lnTo>
                    <a:pt x="835" y="271"/>
                  </a:lnTo>
                  <a:lnTo>
                    <a:pt x="834" y="275"/>
                  </a:lnTo>
                  <a:lnTo>
                    <a:pt x="833" y="279"/>
                  </a:lnTo>
                  <a:lnTo>
                    <a:pt x="832" y="283"/>
                  </a:lnTo>
                  <a:lnTo>
                    <a:pt x="831" y="287"/>
                  </a:lnTo>
                  <a:lnTo>
                    <a:pt x="829" y="292"/>
                  </a:lnTo>
                  <a:lnTo>
                    <a:pt x="826" y="295"/>
                  </a:lnTo>
                  <a:lnTo>
                    <a:pt x="820" y="295"/>
                  </a:lnTo>
                  <a:lnTo>
                    <a:pt x="814" y="292"/>
                  </a:lnTo>
                  <a:lnTo>
                    <a:pt x="809" y="289"/>
                  </a:lnTo>
                  <a:lnTo>
                    <a:pt x="806" y="289"/>
                  </a:lnTo>
                  <a:lnTo>
                    <a:pt x="803" y="292"/>
                  </a:lnTo>
                  <a:lnTo>
                    <a:pt x="800" y="295"/>
                  </a:lnTo>
                  <a:lnTo>
                    <a:pt x="796" y="297"/>
                  </a:lnTo>
                  <a:lnTo>
                    <a:pt x="793" y="296"/>
                  </a:lnTo>
                  <a:lnTo>
                    <a:pt x="789" y="294"/>
                  </a:lnTo>
                  <a:lnTo>
                    <a:pt x="785" y="293"/>
                  </a:lnTo>
                  <a:lnTo>
                    <a:pt x="781" y="294"/>
                  </a:lnTo>
                  <a:lnTo>
                    <a:pt x="776" y="294"/>
                  </a:lnTo>
                  <a:lnTo>
                    <a:pt x="772" y="292"/>
                  </a:lnTo>
                  <a:lnTo>
                    <a:pt x="769" y="289"/>
                  </a:lnTo>
                  <a:lnTo>
                    <a:pt x="766" y="286"/>
                  </a:lnTo>
                  <a:lnTo>
                    <a:pt x="762" y="283"/>
                  </a:lnTo>
                  <a:lnTo>
                    <a:pt x="758" y="280"/>
                  </a:lnTo>
                  <a:lnTo>
                    <a:pt x="757" y="276"/>
                  </a:lnTo>
                  <a:lnTo>
                    <a:pt x="759" y="271"/>
                  </a:lnTo>
                  <a:lnTo>
                    <a:pt x="761" y="267"/>
                  </a:lnTo>
                  <a:lnTo>
                    <a:pt x="760" y="263"/>
                  </a:lnTo>
                  <a:lnTo>
                    <a:pt x="754" y="261"/>
                  </a:lnTo>
                  <a:lnTo>
                    <a:pt x="747" y="258"/>
                  </a:lnTo>
                  <a:lnTo>
                    <a:pt x="741" y="254"/>
                  </a:lnTo>
                  <a:lnTo>
                    <a:pt x="739" y="250"/>
                  </a:lnTo>
                  <a:lnTo>
                    <a:pt x="741" y="246"/>
                  </a:lnTo>
                  <a:lnTo>
                    <a:pt x="744" y="243"/>
                  </a:lnTo>
                  <a:lnTo>
                    <a:pt x="746" y="239"/>
                  </a:lnTo>
                  <a:lnTo>
                    <a:pt x="748" y="236"/>
                  </a:lnTo>
                  <a:lnTo>
                    <a:pt x="751" y="233"/>
                  </a:lnTo>
                  <a:lnTo>
                    <a:pt x="755" y="231"/>
                  </a:lnTo>
                  <a:lnTo>
                    <a:pt x="759" y="229"/>
                  </a:lnTo>
                  <a:lnTo>
                    <a:pt x="762" y="227"/>
                  </a:lnTo>
                  <a:lnTo>
                    <a:pt x="764" y="223"/>
                  </a:lnTo>
                  <a:lnTo>
                    <a:pt x="767" y="219"/>
                  </a:lnTo>
                  <a:lnTo>
                    <a:pt x="771" y="218"/>
                  </a:lnTo>
                  <a:lnTo>
                    <a:pt x="777" y="218"/>
                  </a:lnTo>
                  <a:lnTo>
                    <a:pt x="782" y="218"/>
                  </a:lnTo>
                  <a:lnTo>
                    <a:pt x="786" y="215"/>
                  </a:lnTo>
                  <a:lnTo>
                    <a:pt x="790" y="210"/>
                  </a:lnTo>
                  <a:lnTo>
                    <a:pt x="795" y="206"/>
                  </a:lnTo>
                  <a:lnTo>
                    <a:pt x="801" y="206"/>
                  </a:lnTo>
                  <a:lnTo>
                    <a:pt x="807" y="209"/>
                  </a:lnTo>
                  <a:lnTo>
                    <a:pt x="811" y="214"/>
                  </a:lnTo>
                  <a:lnTo>
                    <a:pt x="814" y="218"/>
                  </a:lnTo>
                  <a:lnTo>
                    <a:pt x="818" y="220"/>
                  </a:lnTo>
                  <a:lnTo>
                    <a:pt x="822" y="221"/>
                  </a:lnTo>
                  <a:lnTo>
                    <a:pt x="825" y="223"/>
                  </a:lnTo>
                  <a:lnTo>
                    <a:pt x="829" y="225"/>
                  </a:lnTo>
                  <a:lnTo>
                    <a:pt x="833" y="226"/>
                  </a:lnTo>
                  <a:lnTo>
                    <a:pt x="839" y="226"/>
                  </a:lnTo>
                  <a:lnTo>
                    <a:pt x="845" y="227"/>
                  </a:lnTo>
                  <a:lnTo>
                    <a:pt x="848" y="230"/>
                  </a:lnTo>
                  <a:lnTo>
                    <a:pt x="848" y="235"/>
                  </a:lnTo>
                  <a:lnTo>
                    <a:pt x="845" y="240"/>
                  </a:lnTo>
                  <a:lnTo>
                    <a:pt x="844" y="244"/>
                  </a:lnTo>
                  <a:lnTo>
                    <a:pt x="846" y="247"/>
                  </a:lnTo>
                  <a:lnTo>
                    <a:pt x="848" y="251"/>
                  </a:lnTo>
                  <a:close/>
                </a:path>
              </a:pathLst>
            </a:custGeom>
            <a:solidFill>
              <a:srgbClr val="86D1BC">
                <a:alpha val="32000"/>
              </a:srgbClr>
            </a:solidFill>
            <a:ln>
              <a:noFill/>
            </a:ln>
          </p:spPr>
          <p:txBody>
            <a:bodyPr anchor="ctr"/>
            <a:lstStyle/>
            <a:p>
              <a:pPr algn="ctr">
                <a:buNone/>
              </a:pPr>
            </a:p>
          </p:txBody>
        </p:sp>
        <p:sp>
          <p:nvSpPr>
            <p:cNvPr id="6695" name="addition:input:162"/>
            <p:cNvSpPr>
              <a:spLocks noGrp="1"/>
            </p:cNvSpPr>
            <p:nvPr/>
          </p:nvSpPr>
          <p:spPr>
            <a:xfrm>
              <a:off x="209550" y="5438775"/>
              <a:ext cx="1474744" cy="582976"/>
            </a:xfrm>
            <a:custGeom>
              <a:avLst/>
              <a:gdLst/>
              <a:ahLst/>
              <a:cxnLst/>
              <a:rect l="l" t="t" r="r" b="b"/>
              <a:pathLst>
                <a:path w="896" h="311">
                  <a:moveTo>
                    <a:pt x="0" y="0"/>
                  </a:moveTo>
                  <a:moveTo>
                    <a:pt x="890" y="264"/>
                  </a:moveTo>
                  <a:lnTo>
                    <a:pt x="890" y="268"/>
                  </a:lnTo>
                  <a:lnTo>
                    <a:pt x="890" y="271"/>
                  </a:lnTo>
                  <a:lnTo>
                    <a:pt x="890" y="275"/>
                  </a:lnTo>
                  <a:lnTo>
                    <a:pt x="891" y="279"/>
                  </a:lnTo>
                  <a:lnTo>
                    <a:pt x="894" y="285"/>
                  </a:lnTo>
                  <a:lnTo>
                    <a:pt x="896" y="291"/>
                  </a:lnTo>
                  <a:lnTo>
                    <a:pt x="896" y="296"/>
                  </a:lnTo>
                  <a:lnTo>
                    <a:pt x="891" y="298"/>
                  </a:lnTo>
                  <a:lnTo>
                    <a:pt x="884" y="297"/>
                  </a:lnTo>
                  <a:lnTo>
                    <a:pt x="878" y="296"/>
                  </a:lnTo>
                  <a:lnTo>
                    <a:pt x="874" y="297"/>
                  </a:lnTo>
                  <a:lnTo>
                    <a:pt x="872" y="300"/>
                  </a:lnTo>
                  <a:lnTo>
                    <a:pt x="870" y="304"/>
                  </a:lnTo>
                  <a:lnTo>
                    <a:pt x="867" y="306"/>
                  </a:lnTo>
                  <a:lnTo>
                    <a:pt x="863" y="307"/>
                  </a:lnTo>
                  <a:lnTo>
                    <a:pt x="858" y="307"/>
                  </a:lnTo>
                  <a:lnTo>
                    <a:pt x="854" y="308"/>
                  </a:lnTo>
                  <a:lnTo>
                    <a:pt x="850" y="310"/>
                  </a:lnTo>
                  <a:lnTo>
                    <a:pt x="845" y="311"/>
                  </a:lnTo>
                  <a:lnTo>
                    <a:pt x="840" y="310"/>
                  </a:lnTo>
                  <a:lnTo>
                    <a:pt x="835" y="308"/>
                  </a:lnTo>
                  <a:lnTo>
                    <a:pt x="830" y="307"/>
                  </a:lnTo>
                  <a:lnTo>
                    <a:pt x="824" y="307"/>
                  </a:lnTo>
                  <a:lnTo>
                    <a:pt x="818" y="306"/>
                  </a:lnTo>
                  <a:lnTo>
                    <a:pt x="815" y="302"/>
                  </a:lnTo>
                  <a:lnTo>
                    <a:pt x="814" y="295"/>
                  </a:lnTo>
                  <a:lnTo>
                    <a:pt x="815" y="289"/>
                  </a:lnTo>
                  <a:lnTo>
                    <a:pt x="814" y="285"/>
                  </a:lnTo>
                  <a:lnTo>
                    <a:pt x="809" y="284"/>
                  </a:lnTo>
                  <a:lnTo>
                    <a:pt x="801" y="283"/>
                  </a:lnTo>
                  <a:lnTo>
                    <a:pt x="795" y="281"/>
                  </a:lnTo>
                  <a:lnTo>
                    <a:pt x="791" y="277"/>
                  </a:lnTo>
                  <a:lnTo>
                    <a:pt x="790" y="273"/>
                  </a:lnTo>
                  <a:lnTo>
                    <a:pt x="789" y="268"/>
                  </a:lnTo>
                  <a:lnTo>
                    <a:pt x="789" y="264"/>
                  </a:lnTo>
                  <a:lnTo>
                    <a:pt x="790" y="260"/>
                  </a:lnTo>
                  <a:lnTo>
                    <a:pt x="793" y="256"/>
                  </a:lnTo>
                  <a:lnTo>
                    <a:pt x="798" y="252"/>
                  </a:lnTo>
                  <a:lnTo>
                    <a:pt x="801" y="249"/>
                  </a:lnTo>
                  <a:lnTo>
                    <a:pt x="803" y="246"/>
                  </a:lnTo>
                  <a:lnTo>
                    <a:pt x="803" y="241"/>
                  </a:lnTo>
                  <a:lnTo>
                    <a:pt x="805" y="237"/>
                  </a:lnTo>
                  <a:lnTo>
                    <a:pt x="810" y="235"/>
                  </a:lnTo>
                  <a:lnTo>
                    <a:pt x="816" y="234"/>
                  </a:lnTo>
                  <a:lnTo>
                    <a:pt x="821" y="233"/>
                  </a:lnTo>
                  <a:lnTo>
                    <a:pt x="824" y="229"/>
                  </a:lnTo>
                  <a:lnTo>
                    <a:pt x="825" y="223"/>
                  </a:lnTo>
                  <a:lnTo>
                    <a:pt x="828" y="217"/>
                  </a:lnTo>
                  <a:lnTo>
                    <a:pt x="833" y="214"/>
                  </a:lnTo>
                  <a:lnTo>
                    <a:pt x="839" y="215"/>
                  </a:lnTo>
                  <a:lnTo>
                    <a:pt x="845" y="217"/>
                  </a:lnTo>
                  <a:lnTo>
                    <a:pt x="850" y="219"/>
                  </a:lnTo>
                  <a:lnTo>
                    <a:pt x="854" y="220"/>
                  </a:lnTo>
                  <a:lnTo>
                    <a:pt x="858" y="222"/>
                  </a:lnTo>
                  <a:lnTo>
                    <a:pt x="861" y="225"/>
                  </a:lnTo>
                  <a:lnTo>
                    <a:pt x="864" y="228"/>
                  </a:lnTo>
                  <a:lnTo>
                    <a:pt x="868" y="227"/>
                  </a:lnTo>
                  <a:lnTo>
                    <a:pt x="874" y="225"/>
                  </a:lnTo>
                  <a:lnTo>
                    <a:pt x="880" y="223"/>
                  </a:lnTo>
                  <a:lnTo>
                    <a:pt x="884" y="224"/>
                  </a:lnTo>
                  <a:lnTo>
                    <a:pt x="886" y="229"/>
                  </a:lnTo>
                  <a:lnTo>
                    <a:pt x="886" y="234"/>
                  </a:lnTo>
                  <a:lnTo>
                    <a:pt x="887" y="238"/>
                  </a:lnTo>
                  <a:lnTo>
                    <a:pt x="890" y="241"/>
                  </a:lnTo>
                  <a:lnTo>
                    <a:pt x="894" y="243"/>
                  </a:lnTo>
                  <a:lnTo>
                    <a:pt x="896" y="247"/>
                  </a:lnTo>
                  <a:lnTo>
                    <a:pt x="895" y="252"/>
                  </a:lnTo>
                  <a:lnTo>
                    <a:pt x="892" y="256"/>
                  </a:lnTo>
                  <a:lnTo>
                    <a:pt x="890" y="260"/>
                  </a:lnTo>
                  <a:close/>
                </a:path>
              </a:pathLst>
            </a:custGeom>
            <a:solidFill>
              <a:srgbClr val="86D1BC">
                <a:alpha val="32000"/>
              </a:srgbClr>
            </a:solidFill>
            <a:ln>
              <a:noFill/>
            </a:ln>
          </p:spPr>
          <p:txBody>
            <a:bodyPr anchor="ctr"/>
            <a:lstStyle/>
            <a:p>
              <a:pPr algn="ctr">
                <a:buNone/>
              </a:pPr>
            </a:p>
          </p:txBody>
        </p:sp>
        <p:sp>
          <p:nvSpPr>
            <p:cNvPr id="6696" name="addition:input:163"/>
            <p:cNvSpPr>
              <a:spLocks noGrp="1"/>
            </p:cNvSpPr>
            <p:nvPr/>
          </p:nvSpPr>
          <p:spPr>
            <a:xfrm>
              <a:off x="209550" y="5438775"/>
              <a:ext cx="1563624" cy="659831"/>
            </a:xfrm>
            <a:custGeom>
              <a:avLst/>
              <a:gdLst/>
              <a:ahLst/>
              <a:cxnLst/>
              <a:rect l="l" t="t" r="r" b="b"/>
              <a:pathLst>
                <a:path w="950" h="352">
                  <a:moveTo>
                    <a:pt x="0" y="0"/>
                  </a:moveTo>
                  <a:moveTo>
                    <a:pt x="949" y="302"/>
                  </a:moveTo>
                  <a:lnTo>
                    <a:pt x="946" y="307"/>
                  </a:lnTo>
                  <a:lnTo>
                    <a:pt x="943" y="311"/>
                  </a:lnTo>
                  <a:lnTo>
                    <a:pt x="941" y="315"/>
                  </a:lnTo>
                  <a:lnTo>
                    <a:pt x="939" y="319"/>
                  </a:lnTo>
                  <a:lnTo>
                    <a:pt x="935" y="323"/>
                  </a:lnTo>
                  <a:lnTo>
                    <a:pt x="929" y="325"/>
                  </a:lnTo>
                  <a:lnTo>
                    <a:pt x="923" y="326"/>
                  </a:lnTo>
                  <a:lnTo>
                    <a:pt x="920" y="330"/>
                  </a:lnTo>
                  <a:lnTo>
                    <a:pt x="921" y="336"/>
                  </a:lnTo>
                  <a:lnTo>
                    <a:pt x="921" y="344"/>
                  </a:lnTo>
                  <a:lnTo>
                    <a:pt x="919" y="350"/>
                  </a:lnTo>
                  <a:lnTo>
                    <a:pt x="913" y="352"/>
                  </a:lnTo>
                  <a:lnTo>
                    <a:pt x="906" y="351"/>
                  </a:lnTo>
                  <a:lnTo>
                    <a:pt x="900" y="349"/>
                  </a:lnTo>
                  <a:lnTo>
                    <a:pt x="895" y="349"/>
                  </a:lnTo>
                  <a:lnTo>
                    <a:pt x="890" y="349"/>
                  </a:lnTo>
                  <a:lnTo>
                    <a:pt x="886" y="348"/>
                  </a:lnTo>
                  <a:lnTo>
                    <a:pt x="882" y="347"/>
                  </a:lnTo>
                  <a:lnTo>
                    <a:pt x="878" y="346"/>
                  </a:lnTo>
                  <a:lnTo>
                    <a:pt x="874" y="346"/>
                  </a:lnTo>
                  <a:lnTo>
                    <a:pt x="869" y="348"/>
                  </a:lnTo>
                  <a:lnTo>
                    <a:pt x="864" y="349"/>
                  </a:lnTo>
                  <a:lnTo>
                    <a:pt x="861" y="347"/>
                  </a:lnTo>
                  <a:lnTo>
                    <a:pt x="859" y="342"/>
                  </a:lnTo>
                  <a:lnTo>
                    <a:pt x="856" y="339"/>
                  </a:lnTo>
                  <a:lnTo>
                    <a:pt x="852" y="338"/>
                  </a:lnTo>
                  <a:lnTo>
                    <a:pt x="845" y="337"/>
                  </a:lnTo>
                  <a:lnTo>
                    <a:pt x="840" y="335"/>
                  </a:lnTo>
                  <a:lnTo>
                    <a:pt x="838" y="330"/>
                  </a:lnTo>
                  <a:lnTo>
                    <a:pt x="840" y="324"/>
                  </a:lnTo>
                  <a:lnTo>
                    <a:pt x="844" y="318"/>
                  </a:lnTo>
                  <a:lnTo>
                    <a:pt x="845" y="313"/>
                  </a:lnTo>
                  <a:lnTo>
                    <a:pt x="844" y="310"/>
                  </a:lnTo>
                  <a:lnTo>
                    <a:pt x="841" y="306"/>
                  </a:lnTo>
                  <a:lnTo>
                    <a:pt x="839" y="302"/>
                  </a:lnTo>
                  <a:lnTo>
                    <a:pt x="837" y="298"/>
                  </a:lnTo>
                  <a:lnTo>
                    <a:pt x="834" y="293"/>
                  </a:lnTo>
                  <a:lnTo>
                    <a:pt x="831" y="288"/>
                  </a:lnTo>
                  <a:lnTo>
                    <a:pt x="828" y="282"/>
                  </a:lnTo>
                  <a:lnTo>
                    <a:pt x="830" y="278"/>
                  </a:lnTo>
                  <a:lnTo>
                    <a:pt x="835" y="275"/>
                  </a:lnTo>
                  <a:lnTo>
                    <a:pt x="842" y="274"/>
                  </a:lnTo>
                  <a:lnTo>
                    <a:pt x="846" y="272"/>
                  </a:lnTo>
                  <a:lnTo>
                    <a:pt x="848" y="269"/>
                  </a:lnTo>
                  <a:lnTo>
                    <a:pt x="849" y="264"/>
                  </a:lnTo>
                  <a:lnTo>
                    <a:pt x="852" y="260"/>
                  </a:lnTo>
                  <a:lnTo>
                    <a:pt x="857" y="260"/>
                  </a:lnTo>
                  <a:lnTo>
                    <a:pt x="863" y="261"/>
                  </a:lnTo>
                  <a:lnTo>
                    <a:pt x="868" y="261"/>
                  </a:lnTo>
                  <a:lnTo>
                    <a:pt x="872" y="259"/>
                  </a:lnTo>
                  <a:lnTo>
                    <a:pt x="876" y="255"/>
                  </a:lnTo>
                  <a:lnTo>
                    <a:pt x="881" y="251"/>
                  </a:lnTo>
                  <a:lnTo>
                    <a:pt x="887" y="250"/>
                  </a:lnTo>
                  <a:lnTo>
                    <a:pt x="893" y="250"/>
                  </a:lnTo>
                  <a:lnTo>
                    <a:pt x="899" y="250"/>
                  </a:lnTo>
                  <a:lnTo>
                    <a:pt x="905" y="250"/>
                  </a:lnTo>
                  <a:lnTo>
                    <a:pt x="911" y="252"/>
                  </a:lnTo>
                  <a:lnTo>
                    <a:pt x="914" y="258"/>
                  </a:lnTo>
                  <a:lnTo>
                    <a:pt x="916" y="266"/>
                  </a:lnTo>
                  <a:lnTo>
                    <a:pt x="917" y="271"/>
                  </a:lnTo>
                  <a:lnTo>
                    <a:pt x="921" y="273"/>
                  </a:lnTo>
                  <a:lnTo>
                    <a:pt x="929" y="273"/>
                  </a:lnTo>
                  <a:lnTo>
                    <a:pt x="936" y="273"/>
                  </a:lnTo>
                  <a:lnTo>
                    <a:pt x="942" y="275"/>
                  </a:lnTo>
                  <a:lnTo>
                    <a:pt x="944" y="280"/>
                  </a:lnTo>
                  <a:lnTo>
                    <a:pt x="944" y="285"/>
                  </a:lnTo>
                  <a:lnTo>
                    <a:pt x="945" y="289"/>
                  </a:lnTo>
                  <a:lnTo>
                    <a:pt x="948" y="293"/>
                  </a:lnTo>
                  <a:lnTo>
                    <a:pt x="950" y="297"/>
                  </a:lnTo>
                  <a:close/>
                </a:path>
              </a:pathLst>
            </a:custGeom>
            <a:solidFill>
              <a:srgbClr val="86D1BC">
                <a:alpha val="32000"/>
              </a:srgbClr>
            </a:solidFill>
            <a:ln>
              <a:noFill/>
            </a:ln>
          </p:spPr>
          <p:txBody>
            <a:bodyPr anchor="ctr"/>
            <a:lstStyle/>
            <a:p>
              <a:pPr algn="ctr">
                <a:buNone/>
              </a:pPr>
            </a:p>
          </p:txBody>
        </p:sp>
        <p:sp>
          <p:nvSpPr>
            <p:cNvPr id="6697" name="addition:input:164"/>
            <p:cNvSpPr>
              <a:spLocks noGrp="1"/>
            </p:cNvSpPr>
            <p:nvPr/>
          </p:nvSpPr>
          <p:spPr>
            <a:xfrm>
              <a:off x="209550" y="5438775"/>
              <a:ext cx="1524122" cy="742310"/>
            </a:xfrm>
            <a:custGeom>
              <a:avLst/>
              <a:gdLst/>
              <a:ahLst/>
              <a:cxnLst/>
              <a:rect l="l" t="t" r="r" b="b"/>
              <a:pathLst>
                <a:path w="926" h="396">
                  <a:moveTo>
                    <a:pt x="0" y="0"/>
                  </a:moveTo>
                  <a:moveTo>
                    <a:pt x="926" y="344"/>
                  </a:moveTo>
                  <a:lnTo>
                    <a:pt x="925" y="348"/>
                  </a:lnTo>
                  <a:lnTo>
                    <a:pt x="925" y="353"/>
                  </a:lnTo>
                  <a:lnTo>
                    <a:pt x="925" y="358"/>
                  </a:lnTo>
                  <a:lnTo>
                    <a:pt x="924" y="363"/>
                  </a:lnTo>
                  <a:lnTo>
                    <a:pt x="919" y="367"/>
                  </a:lnTo>
                  <a:lnTo>
                    <a:pt x="910" y="369"/>
                  </a:lnTo>
                  <a:lnTo>
                    <a:pt x="900" y="369"/>
                  </a:lnTo>
                  <a:lnTo>
                    <a:pt x="893" y="370"/>
                  </a:lnTo>
                  <a:lnTo>
                    <a:pt x="891" y="374"/>
                  </a:lnTo>
                  <a:lnTo>
                    <a:pt x="891" y="381"/>
                  </a:lnTo>
                  <a:lnTo>
                    <a:pt x="890" y="388"/>
                  </a:lnTo>
                  <a:lnTo>
                    <a:pt x="885" y="393"/>
                  </a:lnTo>
                  <a:lnTo>
                    <a:pt x="877" y="394"/>
                  </a:lnTo>
                  <a:lnTo>
                    <a:pt x="870" y="395"/>
                  </a:lnTo>
                  <a:lnTo>
                    <a:pt x="863" y="396"/>
                  </a:lnTo>
                  <a:lnTo>
                    <a:pt x="856" y="396"/>
                  </a:lnTo>
                  <a:lnTo>
                    <a:pt x="849" y="395"/>
                  </a:lnTo>
                  <a:lnTo>
                    <a:pt x="843" y="392"/>
                  </a:lnTo>
                  <a:lnTo>
                    <a:pt x="837" y="390"/>
                  </a:lnTo>
                  <a:lnTo>
                    <a:pt x="832" y="389"/>
                  </a:lnTo>
                  <a:lnTo>
                    <a:pt x="826" y="390"/>
                  </a:lnTo>
                  <a:lnTo>
                    <a:pt x="820" y="390"/>
                  </a:lnTo>
                  <a:lnTo>
                    <a:pt x="815" y="388"/>
                  </a:lnTo>
                  <a:lnTo>
                    <a:pt x="813" y="383"/>
                  </a:lnTo>
                  <a:lnTo>
                    <a:pt x="811" y="379"/>
                  </a:lnTo>
                  <a:lnTo>
                    <a:pt x="806" y="377"/>
                  </a:lnTo>
                  <a:lnTo>
                    <a:pt x="798" y="377"/>
                  </a:lnTo>
                  <a:lnTo>
                    <a:pt x="790" y="377"/>
                  </a:lnTo>
                  <a:lnTo>
                    <a:pt x="784" y="374"/>
                  </a:lnTo>
                  <a:lnTo>
                    <a:pt x="784" y="368"/>
                  </a:lnTo>
                  <a:lnTo>
                    <a:pt x="787" y="362"/>
                  </a:lnTo>
                  <a:lnTo>
                    <a:pt x="791" y="357"/>
                  </a:lnTo>
                  <a:lnTo>
                    <a:pt x="793" y="352"/>
                  </a:lnTo>
                  <a:lnTo>
                    <a:pt x="794" y="348"/>
                  </a:lnTo>
                  <a:lnTo>
                    <a:pt x="796" y="344"/>
                  </a:lnTo>
                  <a:lnTo>
                    <a:pt x="799" y="340"/>
                  </a:lnTo>
                  <a:lnTo>
                    <a:pt x="798" y="336"/>
                  </a:lnTo>
                  <a:lnTo>
                    <a:pt x="794" y="331"/>
                  </a:lnTo>
                  <a:lnTo>
                    <a:pt x="789" y="325"/>
                  </a:lnTo>
                  <a:lnTo>
                    <a:pt x="788" y="319"/>
                  </a:lnTo>
                  <a:lnTo>
                    <a:pt x="792" y="316"/>
                  </a:lnTo>
                  <a:lnTo>
                    <a:pt x="799" y="314"/>
                  </a:lnTo>
                  <a:lnTo>
                    <a:pt x="804" y="312"/>
                  </a:lnTo>
                  <a:lnTo>
                    <a:pt x="807" y="308"/>
                  </a:lnTo>
                  <a:lnTo>
                    <a:pt x="808" y="303"/>
                  </a:lnTo>
                  <a:lnTo>
                    <a:pt x="811" y="298"/>
                  </a:lnTo>
                  <a:lnTo>
                    <a:pt x="816" y="297"/>
                  </a:lnTo>
                  <a:lnTo>
                    <a:pt x="823" y="299"/>
                  </a:lnTo>
                  <a:lnTo>
                    <a:pt x="829" y="301"/>
                  </a:lnTo>
                  <a:lnTo>
                    <a:pt x="834" y="301"/>
                  </a:lnTo>
                  <a:lnTo>
                    <a:pt x="838" y="299"/>
                  </a:lnTo>
                  <a:lnTo>
                    <a:pt x="843" y="297"/>
                  </a:lnTo>
                  <a:lnTo>
                    <a:pt x="848" y="296"/>
                  </a:lnTo>
                  <a:lnTo>
                    <a:pt x="854" y="295"/>
                  </a:lnTo>
                  <a:lnTo>
                    <a:pt x="861" y="293"/>
                  </a:lnTo>
                  <a:lnTo>
                    <a:pt x="869" y="290"/>
                  </a:lnTo>
                  <a:lnTo>
                    <a:pt x="877" y="289"/>
                  </a:lnTo>
                  <a:lnTo>
                    <a:pt x="883" y="293"/>
                  </a:lnTo>
                  <a:lnTo>
                    <a:pt x="885" y="301"/>
                  </a:lnTo>
                  <a:lnTo>
                    <a:pt x="886" y="308"/>
                  </a:lnTo>
                  <a:lnTo>
                    <a:pt x="889" y="313"/>
                  </a:lnTo>
                  <a:lnTo>
                    <a:pt x="895" y="314"/>
                  </a:lnTo>
                  <a:lnTo>
                    <a:pt x="903" y="315"/>
                  </a:lnTo>
                  <a:lnTo>
                    <a:pt x="909" y="318"/>
                  </a:lnTo>
                  <a:lnTo>
                    <a:pt x="912" y="322"/>
                  </a:lnTo>
                  <a:lnTo>
                    <a:pt x="913" y="327"/>
                  </a:lnTo>
                  <a:lnTo>
                    <a:pt x="916" y="331"/>
                  </a:lnTo>
                  <a:lnTo>
                    <a:pt x="921" y="335"/>
                  </a:lnTo>
                  <a:lnTo>
                    <a:pt x="925" y="339"/>
                  </a:lnTo>
                  <a:close/>
                </a:path>
              </a:pathLst>
            </a:custGeom>
            <a:solidFill>
              <a:srgbClr val="86D1BC">
                <a:alpha val="32000"/>
              </a:srgbClr>
            </a:solidFill>
            <a:ln>
              <a:noFill/>
            </a:ln>
          </p:spPr>
          <p:txBody>
            <a:bodyPr anchor="ctr"/>
            <a:lstStyle/>
            <a:p>
              <a:pPr algn="ctr">
                <a:buNone/>
              </a:pPr>
            </a:p>
          </p:txBody>
        </p:sp>
        <p:sp>
          <p:nvSpPr>
            <p:cNvPr id="6698" name="addition:input:165"/>
            <p:cNvSpPr>
              <a:spLocks noGrp="1"/>
            </p:cNvSpPr>
            <p:nvPr/>
          </p:nvSpPr>
          <p:spPr>
            <a:xfrm>
              <a:off x="209550" y="5438775"/>
              <a:ext cx="1403970" cy="747933"/>
            </a:xfrm>
            <a:custGeom>
              <a:avLst/>
              <a:gdLst/>
              <a:ahLst/>
              <a:cxnLst/>
              <a:rect l="l" t="t" r="r" b="b"/>
              <a:pathLst>
                <a:path w="853" h="399">
                  <a:moveTo>
                    <a:pt x="0" y="0"/>
                  </a:moveTo>
                  <a:moveTo>
                    <a:pt x="852" y="349"/>
                  </a:moveTo>
                  <a:lnTo>
                    <a:pt x="848" y="353"/>
                  </a:lnTo>
                  <a:lnTo>
                    <a:pt x="845" y="357"/>
                  </a:lnTo>
                  <a:lnTo>
                    <a:pt x="844" y="361"/>
                  </a:lnTo>
                  <a:lnTo>
                    <a:pt x="842" y="366"/>
                  </a:lnTo>
                  <a:lnTo>
                    <a:pt x="839" y="370"/>
                  </a:lnTo>
                  <a:lnTo>
                    <a:pt x="833" y="372"/>
                  </a:lnTo>
                  <a:lnTo>
                    <a:pt x="826" y="373"/>
                  </a:lnTo>
                  <a:lnTo>
                    <a:pt x="822" y="376"/>
                  </a:lnTo>
                  <a:lnTo>
                    <a:pt x="821" y="381"/>
                  </a:lnTo>
                  <a:lnTo>
                    <a:pt x="821" y="389"/>
                  </a:lnTo>
                  <a:lnTo>
                    <a:pt x="820" y="396"/>
                  </a:lnTo>
                  <a:lnTo>
                    <a:pt x="815" y="399"/>
                  </a:lnTo>
                  <a:lnTo>
                    <a:pt x="808" y="399"/>
                  </a:lnTo>
                  <a:lnTo>
                    <a:pt x="801" y="397"/>
                  </a:lnTo>
                  <a:lnTo>
                    <a:pt x="795" y="396"/>
                  </a:lnTo>
                  <a:lnTo>
                    <a:pt x="790" y="396"/>
                  </a:lnTo>
                  <a:lnTo>
                    <a:pt x="786" y="395"/>
                  </a:lnTo>
                  <a:lnTo>
                    <a:pt x="781" y="393"/>
                  </a:lnTo>
                  <a:lnTo>
                    <a:pt x="777" y="391"/>
                  </a:lnTo>
                  <a:lnTo>
                    <a:pt x="773" y="392"/>
                  </a:lnTo>
                  <a:lnTo>
                    <a:pt x="768" y="394"/>
                  </a:lnTo>
                  <a:lnTo>
                    <a:pt x="763" y="396"/>
                  </a:lnTo>
                  <a:lnTo>
                    <a:pt x="758" y="394"/>
                  </a:lnTo>
                  <a:lnTo>
                    <a:pt x="756" y="390"/>
                  </a:lnTo>
                  <a:lnTo>
                    <a:pt x="754" y="386"/>
                  </a:lnTo>
                  <a:lnTo>
                    <a:pt x="750" y="383"/>
                  </a:lnTo>
                  <a:lnTo>
                    <a:pt x="745" y="382"/>
                  </a:lnTo>
                  <a:lnTo>
                    <a:pt x="738" y="381"/>
                  </a:lnTo>
                  <a:lnTo>
                    <a:pt x="735" y="377"/>
                  </a:lnTo>
                  <a:lnTo>
                    <a:pt x="736" y="371"/>
                  </a:lnTo>
                  <a:lnTo>
                    <a:pt x="739" y="365"/>
                  </a:lnTo>
                  <a:lnTo>
                    <a:pt x="742" y="360"/>
                  </a:lnTo>
                  <a:lnTo>
                    <a:pt x="741" y="356"/>
                  </a:lnTo>
                  <a:lnTo>
                    <a:pt x="739" y="352"/>
                  </a:lnTo>
                  <a:lnTo>
                    <a:pt x="738" y="349"/>
                  </a:lnTo>
                  <a:lnTo>
                    <a:pt x="736" y="344"/>
                  </a:lnTo>
                  <a:lnTo>
                    <a:pt x="734" y="340"/>
                  </a:lnTo>
                  <a:lnTo>
                    <a:pt x="729" y="335"/>
                  </a:lnTo>
                  <a:lnTo>
                    <a:pt x="726" y="329"/>
                  </a:lnTo>
                  <a:lnTo>
                    <a:pt x="726" y="324"/>
                  </a:lnTo>
                  <a:lnTo>
                    <a:pt x="731" y="321"/>
                  </a:lnTo>
                  <a:lnTo>
                    <a:pt x="738" y="320"/>
                  </a:lnTo>
                  <a:lnTo>
                    <a:pt x="744" y="319"/>
                  </a:lnTo>
                  <a:lnTo>
                    <a:pt x="747" y="316"/>
                  </a:lnTo>
                  <a:lnTo>
                    <a:pt x="748" y="311"/>
                  </a:lnTo>
                  <a:lnTo>
                    <a:pt x="751" y="307"/>
                  </a:lnTo>
                  <a:lnTo>
                    <a:pt x="755" y="305"/>
                  </a:lnTo>
                  <a:lnTo>
                    <a:pt x="761" y="306"/>
                  </a:lnTo>
                  <a:lnTo>
                    <a:pt x="766" y="306"/>
                  </a:lnTo>
                  <a:lnTo>
                    <a:pt x="771" y="305"/>
                  </a:lnTo>
                  <a:lnTo>
                    <a:pt x="775" y="301"/>
                  </a:lnTo>
                  <a:lnTo>
                    <a:pt x="780" y="299"/>
                  </a:lnTo>
                  <a:lnTo>
                    <a:pt x="786" y="297"/>
                  </a:lnTo>
                  <a:lnTo>
                    <a:pt x="792" y="297"/>
                  </a:lnTo>
                  <a:lnTo>
                    <a:pt x="799" y="297"/>
                  </a:lnTo>
                  <a:lnTo>
                    <a:pt x="806" y="297"/>
                  </a:lnTo>
                  <a:lnTo>
                    <a:pt x="812" y="298"/>
                  </a:lnTo>
                  <a:lnTo>
                    <a:pt x="817" y="303"/>
                  </a:lnTo>
                  <a:lnTo>
                    <a:pt x="818" y="310"/>
                  </a:lnTo>
                  <a:lnTo>
                    <a:pt x="819" y="317"/>
                  </a:lnTo>
                  <a:lnTo>
                    <a:pt x="822" y="320"/>
                  </a:lnTo>
                  <a:lnTo>
                    <a:pt x="829" y="320"/>
                  </a:lnTo>
                  <a:lnTo>
                    <a:pt x="837" y="320"/>
                  </a:lnTo>
                  <a:lnTo>
                    <a:pt x="844" y="322"/>
                  </a:lnTo>
                  <a:lnTo>
                    <a:pt x="847" y="326"/>
                  </a:lnTo>
                  <a:lnTo>
                    <a:pt x="848" y="331"/>
                  </a:lnTo>
                  <a:lnTo>
                    <a:pt x="849" y="335"/>
                  </a:lnTo>
                  <a:lnTo>
                    <a:pt x="851" y="339"/>
                  </a:lnTo>
                  <a:lnTo>
                    <a:pt x="853" y="344"/>
                  </a:lnTo>
                  <a:close/>
                </a:path>
              </a:pathLst>
            </a:custGeom>
            <a:solidFill>
              <a:srgbClr val="86D1BC">
                <a:alpha val="32000"/>
              </a:srgbClr>
            </a:solidFill>
            <a:ln>
              <a:noFill/>
            </a:ln>
          </p:spPr>
          <p:txBody>
            <a:bodyPr anchor="ctr"/>
            <a:lstStyle/>
            <a:p>
              <a:pPr algn="ctr">
                <a:buNone/>
              </a:pPr>
            </a:p>
          </p:txBody>
        </p:sp>
        <p:sp>
          <p:nvSpPr>
            <p:cNvPr id="6699" name="addition:input:166"/>
            <p:cNvSpPr>
              <a:spLocks noGrp="1"/>
            </p:cNvSpPr>
            <p:nvPr/>
          </p:nvSpPr>
          <p:spPr>
            <a:xfrm>
              <a:off x="209550" y="5438775"/>
              <a:ext cx="1303569" cy="701070"/>
            </a:xfrm>
            <a:custGeom>
              <a:avLst/>
              <a:gdLst/>
              <a:ahLst/>
              <a:cxnLst/>
              <a:rect l="l" t="t" r="r" b="b"/>
              <a:pathLst>
                <a:path w="792" h="374">
                  <a:moveTo>
                    <a:pt x="0" y="0"/>
                  </a:moveTo>
                  <a:moveTo>
                    <a:pt x="792" y="331"/>
                  </a:moveTo>
                  <a:lnTo>
                    <a:pt x="789" y="335"/>
                  </a:lnTo>
                  <a:lnTo>
                    <a:pt x="783" y="338"/>
                  </a:lnTo>
                  <a:lnTo>
                    <a:pt x="776" y="340"/>
                  </a:lnTo>
                  <a:lnTo>
                    <a:pt x="772" y="343"/>
                  </a:lnTo>
                  <a:lnTo>
                    <a:pt x="771" y="346"/>
                  </a:lnTo>
                  <a:lnTo>
                    <a:pt x="771" y="350"/>
                  </a:lnTo>
                  <a:lnTo>
                    <a:pt x="771" y="355"/>
                  </a:lnTo>
                  <a:lnTo>
                    <a:pt x="769" y="358"/>
                  </a:lnTo>
                  <a:lnTo>
                    <a:pt x="766" y="362"/>
                  </a:lnTo>
                  <a:lnTo>
                    <a:pt x="764" y="366"/>
                  </a:lnTo>
                  <a:lnTo>
                    <a:pt x="761" y="370"/>
                  </a:lnTo>
                  <a:lnTo>
                    <a:pt x="757" y="371"/>
                  </a:lnTo>
                  <a:lnTo>
                    <a:pt x="752" y="371"/>
                  </a:lnTo>
                  <a:lnTo>
                    <a:pt x="747" y="369"/>
                  </a:lnTo>
                  <a:lnTo>
                    <a:pt x="743" y="368"/>
                  </a:lnTo>
                  <a:lnTo>
                    <a:pt x="739" y="370"/>
                  </a:lnTo>
                  <a:lnTo>
                    <a:pt x="736" y="373"/>
                  </a:lnTo>
                  <a:lnTo>
                    <a:pt x="732" y="374"/>
                  </a:lnTo>
                  <a:lnTo>
                    <a:pt x="729" y="371"/>
                  </a:lnTo>
                  <a:lnTo>
                    <a:pt x="726" y="367"/>
                  </a:lnTo>
                  <a:lnTo>
                    <a:pt x="724" y="365"/>
                  </a:lnTo>
                  <a:lnTo>
                    <a:pt x="720" y="365"/>
                  </a:lnTo>
                  <a:lnTo>
                    <a:pt x="716" y="367"/>
                  </a:lnTo>
                  <a:lnTo>
                    <a:pt x="710" y="368"/>
                  </a:lnTo>
                  <a:lnTo>
                    <a:pt x="706" y="367"/>
                  </a:lnTo>
                  <a:lnTo>
                    <a:pt x="704" y="364"/>
                  </a:lnTo>
                  <a:lnTo>
                    <a:pt x="701" y="361"/>
                  </a:lnTo>
                  <a:lnTo>
                    <a:pt x="699" y="357"/>
                  </a:lnTo>
                  <a:lnTo>
                    <a:pt x="698" y="353"/>
                  </a:lnTo>
                  <a:lnTo>
                    <a:pt x="699" y="348"/>
                  </a:lnTo>
                  <a:lnTo>
                    <a:pt x="702" y="343"/>
                  </a:lnTo>
                  <a:lnTo>
                    <a:pt x="703" y="340"/>
                  </a:lnTo>
                  <a:lnTo>
                    <a:pt x="700" y="337"/>
                  </a:lnTo>
                  <a:lnTo>
                    <a:pt x="695" y="334"/>
                  </a:lnTo>
                  <a:lnTo>
                    <a:pt x="689" y="331"/>
                  </a:lnTo>
                  <a:lnTo>
                    <a:pt x="688" y="327"/>
                  </a:lnTo>
                  <a:lnTo>
                    <a:pt x="689" y="323"/>
                  </a:lnTo>
                  <a:lnTo>
                    <a:pt x="692" y="320"/>
                  </a:lnTo>
                  <a:lnTo>
                    <a:pt x="693" y="316"/>
                  </a:lnTo>
                  <a:lnTo>
                    <a:pt x="692" y="312"/>
                  </a:lnTo>
                  <a:lnTo>
                    <a:pt x="691" y="308"/>
                  </a:lnTo>
                  <a:lnTo>
                    <a:pt x="693" y="304"/>
                  </a:lnTo>
                  <a:lnTo>
                    <a:pt x="697" y="302"/>
                  </a:lnTo>
                  <a:lnTo>
                    <a:pt x="701" y="301"/>
                  </a:lnTo>
                  <a:lnTo>
                    <a:pt x="705" y="299"/>
                  </a:lnTo>
                  <a:lnTo>
                    <a:pt x="708" y="298"/>
                  </a:lnTo>
                  <a:lnTo>
                    <a:pt x="712" y="296"/>
                  </a:lnTo>
                  <a:lnTo>
                    <a:pt x="716" y="297"/>
                  </a:lnTo>
                  <a:lnTo>
                    <a:pt x="720" y="296"/>
                  </a:lnTo>
                  <a:lnTo>
                    <a:pt x="724" y="294"/>
                  </a:lnTo>
                  <a:lnTo>
                    <a:pt x="727" y="289"/>
                  </a:lnTo>
                  <a:lnTo>
                    <a:pt x="732" y="283"/>
                  </a:lnTo>
                  <a:lnTo>
                    <a:pt x="737" y="281"/>
                  </a:lnTo>
                  <a:lnTo>
                    <a:pt x="742" y="283"/>
                  </a:lnTo>
                  <a:lnTo>
                    <a:pt x="747" y="288"/>
                  </a:lnTo>
                  <a:lnTo>
                    <a:pt x="750" y="292"/>
                  </a:lnTo>
                  <a:lnTo>
                    <a:pt x="754" y="295"/>
                  </a:lnTo>
                  <a:lnTo>
                    <a:pt x="759" y="296"/>
                  </a:lnTo>
                  <a:lnTo>
                    <a:pt x="763" y="297"/>
                  </a:lnTo>
                  <a:lnTo>
                    <a:pt x="766" y="300"/>
                  </a:lnTo>
                  <a:lnTo>
                    <a:pt x="769" y="303"/>
                  </a:lnTo>
                  <a:lnTo>
                    <a:pt x="772" y="305"/>
                  </a:lnTo>
                  <a:lnTo>
                    <a:pt x="777" y="307"/>
                  </a:lnTo>
                  <a:lnTo>
                    <a:pt x="781" y="309"/>
                  </a:lnTo>
                  <a:lnTo>
                    <a:pt x="783" y="312"/>
                  </a:lnTo>
                  <a:lnTo>
                    <a:pt x="783" y="316"/>
                  </a:lnTo>
                  <a:lnTo>
                    <a:pt x="784" y="320"/>
                  </a:lnTo>
                  <a:lnTo>
                    <a:pt x="787" y="323"/>
                  </a:lnTo>
                  <a:lnTo>
                    <a:pt x="790" y="327"/>
                  </a:lnTo>
                  <a:close/>
                </a:path>
              </a:pathLst>
            </a:custGeom>
            <a:solidFill>
              <a:srgbClr val="86D1BC">
                <a:alpha val="32000"/>
              </a:srgbClr>
            </a:solidFill>
            <a:ln>
              <a:noFill/>
            </a:ln>
          </p:spPr>
          <p:txBody>
            <a:bodyPr anchor="ctr"/>
            <a:lstStyle/>
            <a:p>
              <a:pPr algn="ctr">
                <a:buNone/>
              </a:pPr>
            </a:p>
          </p:txBody>
        </p:sp>
        <p:sp>
          <p:nvSpPr>
            <p:cNvPr id="6700" name="addition:input:167"/>
            <p:cNvSpPr>
              <a:spLocks noGrp="1"/>
            </p:cNvSpPr>
            <p:nvPr/>
          </p:nvSpPr>
          <p:spPr>
            <a:xfrm>
              <a:off x="209550" y="5438775"/>
              <a:ext cx="1476390" cy="721690"/>
            </a:xfrm>
            <a:custGeom>
              <a:avLst/>
              <a:gdLst/>
              <a:ahLst/>
              <a:cxnLst/>
              <a:rect l="l" t="t" r="r" b="b"/>
              <a:pathLst>
                <a:path w="897" h="385">
                  <a:moveTo>
                    <a:pt x="0" y="0"/>
                  </a:moveTo>
                  <a:moveTo>
                    <a:pt x="896" y="324"/>
                  </a:moveTo>
                  <a:lnTo>
                    <a:pt x="896" y="329"/>
                  </a:lnTo>
                  <a:lnTo>
                    <a:pt x="897" y="334"/>
                  </a:lnTo>
                  <a:lnTo>
                    <a:pt x="895" y="339"/>
                  </a:lnTo>
                  <a:lnTo>
                    <a:pt x="891" y="343"/>
                  </a:lnTo>
                  <a:lnTo>
                    <a:pt x="885" y="346"/>
                  </a:lnTo>
                  <a:lnTo>
                    <a:pt x="881" y="350"/>
                  </a:lnTo>
                  <a:lnTo>
                    <a:pt x="879" y="355"/>
                  </a:lnTo>
                  <a:lnTo>
                    <a:pt x="875" y="359"/>
                  </a:lnTo>
                  <a:lnTo>
                    <a:pt x="869" y="361"/>
                  </a:lnTo>
                  <a:lnTo>
                    <a:pt x="860" y="361"/>
                  </a:lnTo>
                  <a:lnTo>
                    <a:pt x="853" y="362"/>
                  </a:lnTo>
                  <a:lnTo>
                    <a:pt x="849" y="366"/>
                  </a:lnTo>
                  <a:lnTo>
                    <a:pt x="846" y="374"/>
                  </a:lnTo>
                  <a:lnTo>
                    <a:pt x="842" y="381"/>
                  </a:lnTo>
                  <a:lnTo>
                    <a:pt x="835" y="385"/>
                  </a:lnTo>
                  <a:lnTo>
                    <a:pt x="826" y="384"/>
                  </a:lnTo>
                  <a:lnTo>
                    <a:pt x="818" y="380"/>
                  </a:lnTo>
                  <a:lnTo>
                    <a:pt x="811" y="377"/>
                  </a:lnTo>
                  <a:lnTo>
                    <a:pt x="805" y="375"/>
                  </a:lnTo>
                  <a:lnTo>
                    <a:pt x="799" y="373"/>
                  </a:lnTo>
                  <a:lnTo>
                    <a:pt x="794" y="370"/>
                  </a:lnTo>
                  <a:lnTo>
                    <a:pt x="789" y="367"/>
                  </a:lnTo>
                  <a:lnTo>
                    <a:pt x="784" y="366"/>
                  </a:lnTo>
                  <a:lnTo>
                    <a:pt x="777" y="366"/>
                  </a:lnTo>
                  <a:lnTo>
                    <a:pt x="769" y="367"/>
                  </a:lnTo>
                  <a:lnTo>
                    <a:pt x="763" y="365"/>
                  </a:lnTo>
                  <a:lnTo>
                    <a:pt x="761" y="361"/>
                  </a:lnTo>
                  <a:lnTo>
                    <a:pt x="761" y="355"/>
                  </a:lnTo>
                  <a:lnTo>
                    <a:pt x="760" y="350"/>
                  </a:lnTo>
                  <a:lnTo>
                    <a:pt x="755" y="347"/>
                  </a:lnTo>
                  <a:lnTo>
                    <a:pt x="749" y="344"/>
                  </a:lnTo>
                  <a:lnTo>
                    <a:pt x="745" y="340"/>
                  </a:lnTo>
                  <a:lnTo>
                    <a:pt x="748" y="334"/>
                  </a:lnTo>
                  <a:lnTo>
                    <a:pt x="754" y="328"/>
                  </a:lnTo>
                  <a:lnTo>
                    <a:pt x="761" y="324"/>
                  </a:lnTo>
                  <a:lnTo>
                    <a:pt x="764" y="319"/>
                  </a:lnTo>
                  <a:lnTo>
                    <a:pt x="764" y="315"/>
                  </a:lnTo>
                  <a:lnTo>
                    <a:pt x="763" y="310"/>
                  </a:lnTo>
                  <a:lnTo>
                    <a:pt x="763" y="306"/>
                  </a:lnTo>
                  <a:lnTo>
                    <a:pt x="763" y="301"/>
                  </a:lnTo>
                  <a:lnTo>
                    <a:pt x="762" y="295"/>
                  </a:lnTo>
                  <a:lnTo>
                    <a:pt x="760" y="288"/>
                  </a:lnTo>
                  <a:lnTo>
                    <a:pt x="761" y="282"/>
                  </a:lnTo>
                  <a:lnTo>
                    <a:pt x="767" y="279"/>
                  </a:lnTo>
                  <a:lnTo>
                    <a:pt x="776" y="280"/>
                  </a:lnTo>
                  <a:lnTo>
                    <a:pt x="785" y="282"/>
                  </a:lnTo>
                  <a:lnTo>
                    <a:pt x="790" y="281"/>
                  </a:lnTo>
                  <a:lnTo>
                    <a:pt x="793" y="277"/>
                  </a:lnTo>
                  <a:lnTo>
                    <a:pt x="796" y="273"/>
                  </a:lnTo>
                  <a:lnTo>
                    <a:pt x="801" y="271"/>
                  </a:lnTo>
                  <a:lnTo>
                    <a:pt x="806" y="272"/>
                  </a:lnTo>
                  <a:lnTo>
                    <a:pt x="812" y="274"/>
                  </a:lnTo>
                  <a:lnTo>
                    <a:pt x="817" y="274"/>
                  </a:lnTo>
                  <a:lnTo>
                    <a:pt x="823" y="272"/>
                  </a:lnTo>
                  <a:lnTo>
                    <a:pt x="829" y="270"/>
                  </a:lnTo>
                  <a:lnTo>
                    <a:pt x="836" y="270"/>
                  </a:lnTo>
                  <a:lnTo>
                    <a:pt x="842" y="271"/>
                  </a:lnTo>
                  <a:lnTo>
                    <a:pt x="849" y="273"/>
                  </a:lnTo>
                  <a:lnTo>
                    <a:pt x="856" y="274"/>
                  </a:lnTo>
                  <a:lnTo>
                    <a:pt x="863" y="277"/>
                  </a:lnTo>
                  <a:lnTo>
                    <a:pt x="867" y="282"/>
                  </a:lnTo>
                  <a:lnTo>
                    <a:pt x="867" y="289"/>
                  </a:lnTo>
                  <a:lnTo>
                    <a:pt x="865" y="297"/>
                  </a:lnTo>
                  <a:lnTo>
                    <a:pt x="866" y="302"/>
                  </a:lnTo>
                  <a:lnTo>
                    <a:pt x="872" y="304"/>
                  </a:lnTo>
                  <a:lnTo>
                    <a:pt x="882" y="306"/>
                  </a:lnTo>
                  <a:lnTo>
                    <a:pt x="892" y="308"/>
                  </a:lnTo>
                  <a:lnTo>
                    <a:pt x="896" y="313"/>
                  </a:lnTo>
                  <a:lnTo>
                    <a:pt x="897" y="318"/>
                  </a:lnTo>
                  <a:close/>
                </a:path>
              </a:pathLst>
            </a:custGeom>
            <a:solidFill>
              <a:srgbClr val="86D1BC">
                <a:alpha val="32000"/>
              </a:srgbClr>
            </a:solidFill>
            <a:ln>
              <a:noFill/>
            </a:ln>
          </p:spPr>
          <p:txBody>
            <a:bodyPr anchor="ctr"/>
            <a:lstStyle/>
            <a:p>
              <a:pPr algn="ctr">
                <a:buNone/>
              </a:pPr>
            </a:p>
          </p:txBody>
        </p:sp>
        <p:sp>
          <p:nvSpPr>
            <p:cNvPr id="6701" name="addition:input:168"/>
            <p:cNvSpPr>
              <a:spLocks noGrp="1"/>
            </p:cNvSpPr>
            <p:nvPr/>
          </p:nvSpPr>
          <p:spPr>
            <a:xfrm>
              <a:off x="209550" y="5438775"/>
              <a:ext cx="1510955" cy="774177"/>
            </a:xfrm>
            <a:custGeom>
              <a:avLst/>
              <a:gdLst/>
              <a:ahLst/>
              <a:cxnLst/>
              <a:rect l="l" t="t" r="r" b="b"/>
              <a:pathLst>
                <a:path w="918" h="413">
                  <a:moveTo>
                    <a:pt x="0" y="0"/>
                  </a:moveTo>
                  <a:moveTo>
                    <a:pt x="914" y="314"/>
                  </a:moveTo>
                  <a:lnTo>
                    <a:pt x="915" y="322"/>
                  </a:lnTo>
                  <a:lnTo>
                    <a:pt x="912" y="329"/>
                  </a:lnTo>
                  <a:lnTo>
                    <a:pt x="909" y="337"/>
                  </a:lnTo>
                  <a:lnTo>
                    <a:pt x="910" y="345"/>
                  </a:lnTo>
                  <a:lnTo>
                    <a:pt x="913" y="354"/>
                  </a:lnTo>
                  <a:lnTo>
                    <a:pt x="912" y="362"/>
                  </a:lnTo>
                  <a:lnTo>
                    <a:pt x="906" y="369"/>
                  </a:lnTo>
                  <a:lnTo>
                    <a:pt x="900" y="374"/>
                  </a:lnTo>
                  <a:lnTo>
                    <a:pt x="895" y="381"/>
                  </a:lnTo>
                  <a:lnTo>
                    <a:pt x="890" y="387"/>
                  </a:lnTo>
                  <a:lnTo>
                    <a:pt x="883" y="392"/>
                  </a:lnTo>
                  <a:lnTo>
                    <a:pt x="872" y="391"/>
                  </a:lnTo>
                  <a:lnTo>
                    <a:pt x="860" y="386"/>
                  </a:lnTo>
                  <a:lnTo>
                    <a:pt x="850" y="382"/>
                  </a:lnTo>
                  <a:lnTo>
                    <a:pt x="844" y="385"/>
                  </a:lnTo>
                  <a:lnTo>
                    <a:pt x="838" y="395"/>
                  </a:lnTo>
                  <a:lnTo>
                    <a:pt x="830" y="407"/>
                  </a:lnTo>
                  <a:lnTo>
                    <a:pt x="819" y="413"/>
                  </a:lnTo>
                  <a:lnTo>
                    <a:pt x="808" y="412"/>
                  </a:lnTo>
                  <a:lnTo>
                    <a:pt x="797" y="407"/>
                  </a:lnTo>
                  <a:lnTo>
                    <a:pt x="787" y="402"/>
                  </a:lnTo>
                  <a:lnTo>
                    <a:pt x="777" y="399"/>
                  </a:lnTo>
                  <a:lnTo>
                    <a:pt x="767" y="394"/>
                  </a:lnTo>
                  <a:lnTo>
                    <a:pt x="760" y="387"/>
                  </a:lnTo>
                  <a:lnTo>
                    <a:pt x="754" y="378"/>
                  </a:lnTo>
                  <a:lnTo>
                    <a:pt x="748" y="372"/>
                  </a:lnTo>
                  <a:lnTo>
                    <a:pt x="738" y="369"/>
                  </a:lnTo>
                  <a:lnTo>
                    <a:pt x="726" y="365"/>
                  </a:lnTo>
                  <a:lnTo>
                    <a:pt x="718" y="360"/>
                  </a:lnTo>
                  <a:lnTo>
                    <a:pt x="716" y="351"/>
                  </a:lnTo>
                  <a:lnTo>
                    <a:pt x="717" y="342"/>
                  </a:lnTo>
                  <a:lnTo>
                    <a:pt x="713" y="335"/>
                  </a:lnTo>
                  <a:lnTo>
                    <a:pt x="703" y="330"/>
                  </a:lnTo>
                  <a:lnTo>
                    <a:pt x="689" y="323"/>
                  </a:lnTo>
                  <a:lnTo>
                    <a:pt x="681" y="314"/>
                  </a:lnTo>
                  <a:lnTo>
                    <a:pt x="684" y="305"/>
                  </a:lnTo>
                  <a:lnTo>
                    <a:pt x="695" y="297"/>
                  </a:lnTo>
                  <a:lnTo>
                    <a:pt x="708" y="291"/>
                  </a:lnTo>
                  <a:lnTo>
                    <a:pt x="717" y="285"/>
                  </a:lnTo>
                  <a:lnTo>
                    <a:pt x="723" y="279"/>
                  </a:lnTo>
                  <a:lnTo>
                    <a:pt x="730" y="273"/>
                  </a:lnTo>
                  <a:lnTo>
                    <a:pt x="738" y="268"/>
                  </a:lnTo>
                  <a:lnTo>
                    <a:pt x="744" y="262"/>
                  </a:lnTo>
                  <a:lnTo>
                    <a:pt x="747" y="253"/>
                  </a:lnTo>
                  <a:lnTo>
                    <a:pt x="749" y="242"/>
                  </a:lnTo>
                  <a:lnTo>
                    <a:pt x="754" y="231"/>
                  </a:lnTo>
                  <a:lnTo>
                    <a:pt x="765" y="227"/>
                  </a:lnTo>
                  <a:lnTo>
                    <a:pt x="778" y="229"/>
                  </a:lnTo>
                  <a:lnTo>
                    <a:pt x="791" y="232"/>
                  </a:lnTo>
                  <a:lnTo>
                    <a:pt x="801" y="231"/>
                  </a:lnTo>
                  <a:lnTo>
                    <a:pt x="810" y="225"/>
                  </a:lnTo>
                  <a:lnTo>
                    <a:pt x="819" y="220"/>
                  </a:lnTo>
                  <a:lnTo>
                    <a:pt x="829" y="221"/>
                  </a:lnTo>
                  <a:lnTo>
                    <a:pt x="838" y="227"/>
                  </a:lnTo>
                  <a:lnTo>
                    <a:pt x="845" y="236"/>
                  </a:lnTo>
                  <a:lnTo>
                    <a:pt x="851" y="241"/>
                  </a:lnTo>
                  <a:lnTo>
                    <a:pt x="859" y="241"/>
                  </a:lnTo>
                  <a:lnTo>
                    <a:pt x="867" y="241"/>
                  </a:lnTo>
                  <a:lnTo>
                    <a:pt x="876" y="243"/>
                  </a:lnTo>
                  <a:lnTo>
                    <a:pt x="883" y="245"/>
                  </a:lnTo>
                  <a:lnTo>
                    <a:pt x="892" y="248"/>
                  </a:lnTo>
                  <a:lnTo>
                    <a:pt x="904" y="249"/>
                  </a:lnTo>
                  <a:lnTo>
                    <a:pt x="914" y="253"/>
                  </a:lnTo>
                  <a:lnTo>
                    <a:pt x="918" y="262"/>
                  </a:lnTo>
                  <a:lnTo>
                    <a:pt x="913" y="273"/>
                  </a:lnTo>
                  <a:lnTo>
                    <a:pt x="903" y="285"/>
                  </a:lnTo>
                  <a:lnTo>
                    <a:pt x="896" y="294"/>
                  </a:lnTo>
                  <a:lnTo>
                    <a:pt x="899" y="300"/>
                  </a:lnTo>
                  <a:lnTo>
                    <a:pt x="907" y="307"/>
                  </a:lnTo>
                  <a:close/>
                </a:path>
              </a:pathLst>
            </a:custGeom>
            <a:solidFill>
              <a:srgbClr val="56BFA2">
                <a:alpha val="37000"/>
              </a:srgbClr>
            </a:solidFill>
            <a:ln>
              <a:noFill/>
            </a:ln>
          </p:spPr>
          <p:txBody>
            <a:bodyPr anchor="ctr"/>
            <a:lstStyle/>
            <a:p>
              <a:pPr algn="ctr">
                <a:buNone/>
              </a:pPr>
            </a:p>
          </p:txBody>
        </p:sp>
        <p:sp>
          <p:nvSpPr>
            <p:cNvPr id="6702" name="addition:input:169"/>
            <p:cNvSpPr>
              <a:spLocks noGrp="1"/>
            </p:cNvSpPr>
            <p:nvPr/>
          </p:nvSpPr>
          <p:spPr>
            <a:xfrm>
              <a:off x="209550" y="5438775"/>
              <a:ext cx="1361176" cy="622341"/>
            </a:xfrm>
            <a:custGeom>
              <a:avLst/>
              <a:gdLst/>
              <a:ahLst/>
              <a:cxnLst/>
              <a:rect l="l" t="t" r="r" b="b"/>
              <a:pathLst>
                <a:path w="827" h="332">
                  <a:moveTo>
                    <a:pt x="0" y="0"/>
                  </a:moveTo>
                  <a:moveTo>
                    <a:pt x="818" y="293"/>
                  </a:moveTo>
                  <a:lnTo>
                    <a:pt x="813" y="296"/>
                  </a:lnTo>
                  <a:lnTo>
                    <a:pt x="811" y="298"/>
                  </a:lnTo>
                  <a:lnTo>
                    <a:pt x="811" y="302"/>
                  </a:lnTo>
                  <a:lnTo>
                    <a:pt x="812" y="306"/>
                  </a:lnTo>
                  <a:lnTo>
                    <a:pt x="812" y="309"/>
                  </a:lnTo>
                  <a:lnTo>
                    <a:pt x="811" y="313"/>
                  </a:lnTo>
                  <a:lnTo>
                    <a:pt x="810" y="317"/>
                  </a:lnTo>
                  <a:lnTo>
                    <a:pt x="809" y="321"/>
                  </a:lnTo>
                  <a:lnTo>
                    <a:pt x="807" y="324"/>
                  </a:lnTo>
                  <a:lnTo>
                    <a:pt x="804" y="326"/>
                  </a:lnTo>
                  <a:lnTo>
                    <a:pt x="799" y="326"/>
                  </a:lnTo>
                  <a:lnTo>
                    <a:pt x="794" y="326"/>
                  </a:lnTo>
                  <a:lnTo>
                    <a:pt x="791" y="327"/>
                  </a:lnTo>
                  <a:lnTo>
                    <a:pt x="789" y="330"/>
                  </a:lnTo>
                  <a:lnTo>
                    <a:pt x="786" y="332"/>
                  </a:lnTo>
                  <a:lnTo>
                    <a:pt x="783" y="332"/>
                  </a:lnTo>
                  <a:lnTo>
                    <a:pt x="779" y="330"/>
                  </a:lnTo>
                  <a:lnTo>
                    <a:pt x="776" y="327"/>
                  </a:lnTo>
                  <a:lnTo>
                    <a:pt x="774" y="326"/>
                  </a:lnTo>
                  <a:lnTo>
                    <a:pt x="770" y="328"/>
                  </a:lnTo>
                  <a:lnTo>
                    <a:pt x="766" y="331"/>
                  </a:lnTo>
                  <a:lnTo>
                    <a:pt x="761" y="332"/>
                  </a:lnTo>
                  <a:lnTo>
                    <a:pt x="757" y="331"/>
                  </a:lnTo>
                  <a:lnTo>
                    <a:pt x="754" y="329"/>
                  </a:lnTo>
                  <a:lnTo>
                    <a:pt x="750" y="326"/>
                  </a:lnTo>
                  <a:lnTo>
                    <a:pt x="747" y="324"/>
                  </a:lnTo>
                  <a:lnTo>
                    <a:pt x="746" y="320"/>
                  </a:lnTo>
                  <a:lnTo>
                    <a:pt x="746" y="315"/>
                  </a:lnTo>
                  <a:lnTo>
                    <a:pt x="747" y="310"/>
                  </a:lnTo>
                  <a:lnTo>
                    <a:pt x="747" y="307"/>
                  </a:lnTo>
                  <a:lnTo>
                    <a:pt x="743" y="305"/>
                  </a:lnTo>
                  <a:lnTo>
                    <a:pt x="737" y="303"/>
                  </a:lnTo>
                  <a:lnTo>
                    <a:pt x="732" y="300"/>
                  </a:lnTo>
                  <a:lnTo>
                    <a:pt x="730" y="296"/>
                  </a:lnTo>
                  <a:lnTo>
                    <a:pt x="732" y="293"/>
                  </a:lnTo>
                  <a:lnTo>
                    <a:pt x="733" y="289"/>
                  </a:lnTo>
                  <a:lnTo>
                    <a:pt x="732" y="286"/>
                  </a:lnTo>
                  <a:lnTo>
                    <a:pt x="730" y="282"/>
                  </a:lnTo>
                  <a:lnTo>
                    <a:pt x="729" y="277"/>
                  </a:lnTo>
                  <a:lnTo>
                    <a:pt x="731" y="274"/>
                  </a:lnTo>
                  <a:lnTo>
                    <a:pt x="735" y="272"/>
                  </a:lnTo>
                  <a:lnTo>
                    <a:pt x="738" y="270"/>
                  </a:lnTo>
                  <a:lnTo>
                    <a:pt x="741" y="267"/>
                  </a:lnTo>
                  <a:lnTo>
                    <a:pt x="745" y="265"/>
                  </a:lnTo>
                  <a:lnTo>
                    <a:pt x="749" y="264"/>
                  </a:lnTo>
                  <a:lnTo>
                    <a:pt x="753" y="264"/>
                  </a:lnTo>
                  <a:lnTo>
                    <a:pt x="757" y="263"/>
                  </a:lnTo>
                  <a:lnTo>
                    <a:pt x="759" y="260"/>
                  </a:lnTo>
                  <a:lnTo>
                    <a:pt x="762" y="254"/>
                  </a:lnTo>
                  <a:lnTo>
                    <a:pt x="765" y="248"/>
                  </a:lnTo>
                  <a:lnTo>
                    <a:pt x="770" y="246"/>
                  </a:lnTo>
                  <a:lnTo>
                    <a:pt x="775" y="248"/>
                  </a:lnTo>
                  <a:lnTo>
                    <a:pt x="780" y="252"/>
                  </a:lnTo>
                  <a:lnTo>
                    <a:pt x="784" y="255"/>
                  </a:lnTo>
                  <a:lnTo>
                    <a:pt x="788" y="256"/>
                  </a:lnTo>
                  <a:lnTo>
                    <a:pt x="793" y="256"/>
                  </a:lnTo>
                  <a:lnTo>
                    <a:pt x="796" y="258"/>
                  </a:lnTo>
                  <a:lnTo>
                    <a:pt x="800" y="260"/>
                  </a:lnTo>
                  <a:lnTo>
                    <a:pt x="802" y="262"/>
                  </a:lnTo>
                  <a:lnTo>
                    <a:pt x="806" y="264"/>
                  </a:lnTo>
                  <a:lnTo>
                    <a:pt x="810" y="265"/>
                  </a:lnTo>
                  <a:lnTo>
                    <a:pt x="813" y="266"/>
                  </a:lnTo>
                  <a:lnTo>
                    <a:pt x="815" y="269"/>
                  </a:lnTo>
                  <a:lnTo>
                    <a:pt x="816" y="273"/>
                  </a:lnTo>
                  <a:lnTo>
                    <a:pt x="818" y="276"/>
                  </a:lnTo>
                  <a:lnTo>
                    <a:pt x="822" y="278"/>
                  </a:lnTo>
                  <a:lnTo>
                    <a:pt x="826" y="281"/>
                  </a:lnTo>
                  <a:lnTo>
                    <a:pt x="827" y="284"/>
                  </a:lnTo>
                  <a:lnTo>
                    <a:pt x="824" y="289"/>
                  </a:lnTo>
                  <a:close/>
                </a:path>
              </a:pathLst>
            </a:custGeom>
            <a:solidFill>
              <a:srgbClr val="41B796">
                <a:alpha val="36000"/>
              </a:srgbClr>
            </a:solidFill>
            <a:ln>
              <a:noFill/>
            </a:ln>
          </p:spPr>
          <p:txBody>
            <a:bodyPr anchor="ctr"/>
            <a:lstStyle/>
            <a:p>
              <a:pPr algn="ctr">
                <a:buNone/>
              </a:pPr>
            </a:p>
          </p:txBody>
        </p:sp>
        <p:sp>
          <p:nvSpPr>
            <p:cNvPr id="6703" name="addition:input:170"/>
            <p:cNvSpPr>
              <a:spLocks noGrp="1"/>
            </p:cNvSpPr>
            <p:nvPr/>
          </p:nvSpPr>
          <p:spPr>
            <a:xfrm>
              <a:off x="209550" y="5438775"/>
              <a:ext cx="1450056" cy="588599"/>
            </a:xfrm>
            <a:custGeom>
              <a:avLst/>
              <a:gdLst/>
              <a:ahLst/>
              <a:cxnLst/>
              <a:rect l="l" t="t" r="r" b="b"/>
              <a:pathLst>
                <a:path w="881" h="314">
                  <a:moveTo>
                    <a:pt x="0" y="0"/>
                  </a:moveTo>
                  <a:moveTo>
                    <a:pt x="879" y="281"/>
                  </a:moveTo>
                  <a:lnTo>
                    <a:pt x="881" y="284"/>
                  </a:lnTo>
                  <a:lnTo>
                    <a:pt x="880" y="287"/>
                  </a:lnTo>
                  <a:lnTo>
                    <a:pt x="877" y="289"/>
                  </a:lnTo>
                  <a:lnTo>
                    <a:pt x="873" y="291"/>
                  </a:lnTo>
                  <a:lnTo>
                    <a:pt x="871" y="293"/>
                  </a:lnTo>
                  <a:lnTo>
                    <a:pt x="871" y="296"/>
                  </a:lnTo>
                  <a:lnTo>
                    <a:pt x="871" y="299"/>
                  </a:lnTo>
                  <a:lnTo>
                    <a:pt x="869" y="301"/>
                  </a:lnTo>
                  <a:lnTo>
                    <a:pt x="865" y="302"/>
                  </a:lnTo>
                  <a:lnTo>
                    <a:pt x="861" y="302"/>
                  </a:lnTo>
                  <a:lnTo>
                    <a:pt x="857" y="302"/>
                  </a:lnTo>
                  <a:lnTo>
                    <a:pt x="855" y="305"/>
                  </a:lnTo>
                  <a:lnTo>
                    <a:pt x="853" y="308"/>
                  </a:lnTo>
                  <a:lnTo>
                    <a:pt x="851" y="311"/>
                  </a:lnTo>
                  <a:lnTo>
                    <a:pt x="847" y="312"/>
                  </a:lnTo>
                  <a:lnTo>
                    <a:pt x="843" y="313"/>
                  </a:lnTo>
                  <a:lnTo>
                    <a:pt x="840" y="314"/>
                  </a:lnTo>
                  <a:lnTo>
                    <a:pt x="836" y="314"/>
                  </a:lnTo>
                  <a:lnTo>
                    <a:pt x="832" y="313"/>
                  </a:lnTo>
                  <a:lnTo>
                    <a:pt x="829" y="309"/>
                  </a:lnTo>
                  <a:lnTo>
                    <a:pt x="827" y="305"/>
                  </a:lnTo>
                  <a:lnTo>
                    <a:pt x="825" y="303"/>
                  </a:lnTo>
                  <a:lnTo>
                    <a:pt x="822" y="303"/>
                  </a:lnTo>
                  <a:lnTo>
                    <a:pt x="818" y="304"/>
                  </a:lnTo>
                  <a:lnTo>
                    <a:pt x="814" y="305"/>
                  </a:lnTo>
                  <a:lnTo>
                    <a:pt x="811" y="304"/>
                  </a:lnTo>
                  <a:lnTo>
                    <a:pt x="810" y="301"/>
                  </a:lnTo>
                  <a:lnTo>
                    <a:pt x="809" y="298"/>
                  </a:lnTo>
                  <a:lnTo>
                    <a:pt x="808" y="296"/>
                  </a:lnTo>
                  <a:lnTo>
                    <a:pt x="805" y="294"/>
                  </a:lnTo>
                  <a:lnTo>
                    <a:pt x="804" y="292"/>
                  </a:lnTo>
                  <a:lnTo>
                    <a:pt x="804" y="289"/>
                  </a:lnTo>
                  <a:lnTo>
                    <a:pt x="805" y="286"/>
                  </a:lnTo>
                  <a:lnTo>
                    <a:pt x="806" y="283"/>
                  </a:lnTo>
                  <a:lnTo>
                    <a:pt x="806" y="281"/>
                  </a:lnTo>
                  <a:lnTo>
                    <a:pt x="807" y="278"/>
                  </a:lnTo>
                  <a:lnTo>
                    <a:pt x="809" y="276"/>
                  </a:lnTo>
                  <a:lnTo>
                    <a:pt x="812" y="274"/>
                  </a:lnTo>
                  <a:lnTo>
                    <a:pt x="815" y="272"/>
                  </a:lnTo>
                  <a:lnTo>
                    <a:pt x="814" y="269"/>
                  </a:lnTo>
                  <a:lnTo>
                    <a:pt x="812" y="265"/>
                  </a:lnTo>
                  <a:lnTo>
                    <a:pt x="810" y="261"/>
                  </a:lnTo>
                  <a:lnTo>
                    <a:pt x="811" y="257"/>
                  </a:lnTo>
                  <a:lnTo>
                    <a:pt x="814" y="256"/>
                  </a:lnTo>
                  <a:lnTo>
                    <a:pt x="818" y="256"/>
                  </a:lnTo>
                  <a:lnTo>
                    <a:pt x="822" y="256"/>
                  </a:lnTo>
                  <a:lnTo>
                    <a:pt x="824" y="255"/>
                  </a:lnTo>
                  <a:lnTo>
                    <a:pt x="827" y="254"/>
                  </a:lnTo>
                  <a:lnTo>
                    <a:pt x="829" y="254"/>
                  </a:lnTo>
                  <a:lnTo>
                    <a:pt x="832" y="254"/>
                  </a:lnTo>
                  <a:lnTo>
                    <a:pt x="834" y="254"/>
                  </a:lnTo>
                  <a:lnTo>
                    <a:pt x="836" y="253"/>
                  </a:lnTo>
                  <a:lnTo>
                    <a:pt x="839" y="251"/>
                  </a:lnTo>
                  <a:lnTo>
                    <a:pt x="842" y="250"/>
                  </a:lnTo>
                  <a:lnTo>
                    <a:pt x="845" y="251"/>
                  </a:lnTo>
                  <a:lnTo>
                    <a:pt x="847" y="253"/>
                  </a:lnTo>
                  <a:lnTo>
                    <a:pt x="850" y="254"/>
                  </a:lnTo>
                  <a:lnTo>
                    <a:pt x="853" y="254"/>
                  </a:lnTo>
                  <a:lnTo>
                    <a:pt x="858" y="253"/>
                  </a:lnTo>
                  <a:lnTo>
                    <a:pt x="862" y="254"/>
                  </a:lnTo>
                  <a:lnTo>
                    <a:pt x="864" y="257"/>
                  </a:lnTo>
                  <a:lnTo>
                    <a:pt x="864" y="261"/>
                  </a:lnTo>
                  <a:lnTo>
                    <a:pt x="863" y="265"/>
                  </a:lnTo>
                  <a:lnTo>
                    <a:pt x="863" y="268"/>
                  </a:lnTo>
                  <a:lnTo>
                    <a:pt x="866" y="269"/>
                  </a:lnTo>
                  <a:lnTo>
                    <a:pt x="869" y="271"/>
                  </a:lnTo>
                  <a:lnTo>
                    <a:pt x="871" y="273"/>
                  </a:lnTo>
                  <a:lnTo>
                    <a:pt x="873" y="276"/>
                  </a:lnTo>
                  <a:lnTo>
                    <a:pt x="876" y="278"/>
                  </a:lnTo>
                  <a:close/>
                </a:path>
              </a:pathLst>
            </a:custGeom>
            <a:solidFill>
              <a:srgbClr val="41B796">
                <a:alpha val="36000"/>
              </a:srgbClr>
            </a:solidFill>
            <a:ln>
              <a:noFill/>
            </a:ln>
          </p:spPr>
          <p:txBody>
            <a:bodyPr anchor="ctr"/>
            <a:lstStyle/>
            <a:p>
              <a:pPr algn="ctr">
                <a:buNone/>
              </a:pPr>
            </a:p>
          </p:txBody>
        </p:sp>
        <p:sp>
          <p:nvSpPr>
            <p:cNvPr id="6704" name="addition:input:171"/>
            <p:cNvSpPr>
              <a:spLocks noGrp="1"/>
            </p:cNvSpPr>
            <p:nvPr/>
          </p:nvSpPr>
          <p:spPr>
            <a:xfrm>
              <a:off x="209550" y="5438775"/>
              <a:ext cx="1519184" cy="708569"/>
            </a:xfrm>
            <a:custGeom>
              <a:avLst/>
              <a:gdLst/>
              <a:ahLst/>
              <a:cxnLst/>
              <a:rect l="l" t="t" r="r" b="b"/>
              <a:pathLst>
                <a:path w="923" h="378">
                  <a:moveTo>
                    <a:pt x="0" y="0"/>
                  </a:moveTo>
                  <a:moveTo>
                    <a:pt x="912" y="333"/>
                  </a:moveTo>
                  <a:lnTo>
                    <a:pt x="918" y="337"/>
                  </a:lnTo>
                  <a:lnTo>
                    <a:pt x="923" y="341"/>
                  </a:lnTo>
                  <a:lnTo>
                    <a:pt x="922" y="345"/>
                  </a:lnTo>
                  <a:lnTo>
                    <a:pt x="917" y="348"/>
                  </a:lnTo>
                  <a:lnTo>
                    <a:pt x="912" y="350"/>
                  </a:lnTo>
                  <a:lnTo>
                    <a:pt x="908" y="352"/>
                  </a:lnTo>
                  <a:lnTo>
                    <a:pt x="906" y="355"/>
                  </a:lnTo>
                  <a:lnTo>
                    <a:pt x="904" y="358"/>
                  </a:lnTo>
                  <a:lnTo>
                    <a:pt x="901" y="360"/>
                  </a:lnTo>
                  <a:lnTo>
                    <a:pt x="897" y="361"/>
                  </a:lnTo>
                  <a:lnTo>
                    <a:pt x="894" y="363"/>
                  </a:lnTo>
                  <a:lnTo>
                    <a:pt x="891" y="367"/>
                  </a:lnTo>
                  <a:lnTo>
                    <a:pt x="888" y="370"/>
                  </a:lnTo>
                  <a:lnTo>
                    <a:pt x="883" y="372"/>
                  </a:lnTo>
                  <a:lnTo>
                    <a:pt x="878" y="371"/>
                  </a:lnTo>
                  <a:lnTo>
                    <a:pt x="873" y="371"/>
                  </a:lnTo>
                  <a:lnTo>
                    <a:pt x="869" y="372"/>
                  </a:lnTo>
                  <a:lnTo>
                    <a:pt x="864" y="376"/>
                  </a:lnTo>
                  <a:lnTo>
                    <a:pt x="858" y="378"/>
                  </a:lnTo>
                  <a:lnTo>
                    <a:pt x="853" y="377"/>
                  </a:lnTo>
                  <a:lnTo>
                    <a:pt x="849" y="372"/>
                  </a:lnTo>
                  <a:lnTo>
                    <a:pt x="847" y="366"/>
                  </a:lnTo>
                  <a:lnTo>
                    <a:pt x="845" y="362"/>
                  </a:lnTo>
                  <a:lnTo>
                    <a:pt x="841" y="361"/>
                  </a:lnTo>
                  <a:lnTo>
                    <a:pt x="837" y="361"/>
                  </a:lnTo>
                  <a:lnTo>
                    <a:pt x="833" y="360"/>
                  </a:lnTo>
                  <a:lnTo>
                    <a:pt x="829" y="358"/>
                  </a:lnTo>
                  <a:lnTo>
                    <a:pt x="825" y="357"/>
                  </a:lnTo>
                  <a:lnTo>
                    <a:pt x="821" y="355"/>
                  </a:lnTo>
                  <a:lnTo>
                    <a:pt x="817" y="352"/>
                  </a:lnTo>
                  <a:lnTo>
                    <a:pt x="815" y="349"/>
                  </a:lnTo>
                  <a:lnTo>
                    <a:pt x="817" y="344"/>
                  </a:lnTo>
                  <a:lnTo>
                    <a:pt x="821" y="340"/>
                  </a:lnTo>
                  <a:lnTo>
                    <a:pt x="824" y="336"/>
                  </a:lnTo>
                  <a:lnTo>
                    <a:pt x="823" y="333"/>
                  </a:lnTo>
                  <a:lnTo>
                    <a:pt x="821" y="330"/>
                  </a:lnTo>
                  <a:lnTo>
                    <a:pt x="821" y="326"/>
                  </a:lnTo>
                  <a:lnTo>
                    <a:pt x="824" y="323"/>
                  </a:lnTo>
                  <a:lnTo>
                    <a:pt x="829" y="320"/>
                  </a:lnTo>
                  <a:lnTo>
                    <a:pt x="833" y="318"/>
                  </a:lnTo>
                  <a:lnTo>
                    <a:pt x="835" y="315"/>
                  </a:lnTo>
                  <a:lnTo>
                    <a:pt x="834" y="311"/>
                  </a:lnTo>
                  <a:lnTo>
                    <a:pt x="834" y="306"/>
                  </a:lnTo>
                  <a:lnTo>
                    <a:pt x="835" y="302"/>
                  </a:lnTo>
                  <a:lnTo>
                    <a:pt x="838" y="299"/>
                  </a:lnTo>
                  <a:lnTo>
                    <a:pt x="842" y="297"/>
                  </a:lnTo>
                  <a:lnTo>
                    <a:pt x="845" y="295"/>
                  </a:lnTo>
                  <a:lnTo>
                    <a:pt x="849" y="294"/>
                  </a:lnTo>
                  <a:lnTo>
                    <a:pt x="854" y="295"/>
                  </a:lnTo>
                  <a:lnTo>
                    <a:pt x="859" y="298"/>
                  </a:lnTo>
                  <a:lnTo>
                    <a:pt x="862" y="301"/>
                  </a:lnTo>
                  <a:lnTo>
                    <a:pt x="865" y="301"/>
                  </a:lnTo>
                  <a:lnTo>
                    <a:pt x="868" y="297"/>
                  </a:lnTo>
                  <a:lnTo>
                    <a:pt x="872" y="293"/>
                  </a:lnTo>
                  <a:lnTo>
                    <a:pt x="876" y="292"/>
                  </a:lnTo>
                  <a:lnTo>
                    <a:pt x="879" y="293"/>
                  </a:lnTo>
                  <a:lnTo>
                    <a:pt x="882" y="296"/>
                  </a:lnTo>
                  <a:lnTo>
                    <a:pt x="885" y="299"/>
                  </a:lnTo>
                  <a:lnTo>
                    <a:pt x="890" y="299"/>
                  </a:lnTo>
                  <a:lnTo>
                    <a:pt x="894" y="300"/>
                  </a:lnTo>
                  <a:lnTo>
                    <a:pt x="898" y="302"/>
                  </a:lnTo>
                  <a:lnTo>
                    <a:pt x="900" y="306"/>
                  </a:lnTo>
                  <a:lnTo>
                    <a:pt x="901" y="310"/>
                  </a:lnTo>
                  <a:lnTo>
                    <a:pt x="903" y="313"/>
                  </a:lnTo>
                  <a:lnTo>
                    <a:pt x="905" y="316"/>
                  </a:lnTo>
                  <a:lnTo>
                    <a:pt x="906" y="320"/>
                  </a:lnTo>
                  <a:lnTo>
                    <a:pt x="906" y="324"/>
                  </a:lnTo>
                  <a:lnTo>
                    <a:pt x="905" y="327"/>
                  </a:lnTo>
                  <a:lnTo>
                    <a:pt x="907" y="330"/>
                  </a:lnTo>
                  <a:close/>
                </a:path>
              </a:pathLst>
            </a:custGeom>
            <a:solidFill>
              <a:srgbClr val="41B796">
                <a:alpha val="36000"/>
              </a:srgbClr>
            </a:solidFill>
            <a:ln>
              <a:noFill/>
            </a:ln>
          </p:spPr>
          <p:txBody>
            <a:bodyPr anchor="ctr"/>
            <a:lstStyle/>
            <a:p>
              <a:pPr algn="ctr">
                <a:buNone/>
              </a:pPr>
            </a:p>
          </p:txBody>
        </p:sp>
        <p:sp>
          <p:nvSpPr>
            <p:cNvPr id="6705" name="addition:input:172"/>
            <p:cNvSpPr>
              <a:spLocks noGrp="1"/>
            </p:cNvSpPr>
            <p:nvPr/>
          </p:nvSpPr>
          <p:spPr>
            <a:xfrm>
              <a:off x="209550" y="5438775"/>
              <a:ext cx="1397386" cy="738561"/>
            </a:xfrm>
            <a:custGeom>
              <a:avLst/>
              <a:gdLst/>
              <a:ahLst/>
              <a:cxnLst/>
              <a:rect l="l" t="t" r="r" b="b"/>
              <a:pathLst>
                <a:path w="849" h="394">
                  <a:moveTo>
                    <a:pt x="0" y="0"/>
                  </a:moveTo>
                  <a:moveTo>
                    <a:pt x="848" y="356"/>
                  </a:moveTo>
                  <a:lnTo>
                    <a:pt x="845" y="359"/>
                  </a:lnTo>
                  <a:lnTo>
                    <a:pt x="844" y="361"/>
                  </a:lnTo>
                  <a:lnTo>
                    <a:pt x="845" y="365"/>
                  </a:lnTo>
                  <a:lnTo>
                    <a:pt x="846" y="368"/>
                  </a:lnTo>
                  <a:lnTo>
                    <a:pt x="844" y="371"/>
                  </a:lnTo>
                  <a:lnTo>
                    <a:pt x="840" y="373"/>
                  </a:lnTo>
                  <a:lnTo>
                    <a:pt x="834" y="374"/>
                  </a:lnTo>
                  <a:lnTo>
                    <a:pt x="829" y="374"/>
                  </a:lnTo>
                  <a:lnTo>
                    <a:pt x="827" y="376"/>
                  </a:lnTo>
                  <a:lnTo>
                    <a:pt x="825" y="380"/>
                  </a:lnTo>
                  <a:lnTo>
                    <a:pt x="823" y="383"/>
                  </a:lnTo>
                  <a:lnTo>
                    <a:pt x="821" y="385"/>
                  </a:lnTo>
                  <a:lnTo>
                    <a:pt x="817" y="388"/>
                  </a:lnTo>
                  <a:lnTo>
                    <a:pt x="814" y="390"/>
                  </a:lnTo>
                  <a:lnTo>
                    <a:pt x="810" y="393"/>
                  </a:lnTo>
                  <a:lnTo>
                    <a:pt x="805" y="394"/>
                  </a:lnTo>
                  <a:lnTo>
                    <a:pt x="801" y="392"/>
                  </a:lnTo>
                  <a:lnTo>
                    <a:pt x="797" y="388"/>
                  </a:lnTo>
                  <a:lnTo>
                    <a:pt x="794" y="384"/>
                  </a:lnTo>
                  <a:lnTo>
                    <a:pt x="790" y="384"/>
                  </a:lnTo>
                  <a:lnTo>
                    <a:pt x="787" y="385"/>
                  </a:lnTo>
                  <a:lnTo>
                    <a:pt x="782" y="386"/>
                  </a:lnTo>
                  <a:lnTo>
                    <a:pt x="779" y="386"/>
                  </a:lnTo>
                  <a:lnTo>
                    <a:pt x="777" y="383"/>
                  </a:lnTo>
                  <a:lnTo>
                    <a:pt x="775" y="380"/>
                  </a:lnTo>
                  <a:lnTo>
                    <a:pt x="773" y="379"/>
                  </a:lnTo>
                  <a:lnTo>
                    <a:pt x="770" y="378"/>
                  </a:lnTo>
                  <a:lnTo>
                    <a:pt x="766" y="377"/>
                  </a:lnTo>
                  <a:lnTo>
                    <a:pt x="764" y="374"/>
                  </a:lnTo>
                  <a:lnTo>
                    <a:pt x="763" y="371"/>
                  </a:lnTo>
                  <a:lnTo>
                    <a:pt x="763" y="368"/>
                  </a:lnTo>
                  <a:lnTo>
                    <a:pt x="762" y="365"/>
                  </a:lnTo>
                  <a:lnTo>
                    <a:pt x="762" y="362"/>
                  </a:lnTo>
                  <a:lnTo>
                    <a:pt x="764" y="359"/>
                  </a:lnTo>
                  <a:lnTo>
                    <a:pt x="768" y="356"/>
                  </a:lnTo>
                  <a:lnTo>
                    <a:pt x="772" y="353"/>
                  </a:lnTo>
                  <a:lnTo>
                    <a:pt x="772" y="351"/>
                  </a:lnTo>
                  <a:lnTo>
                    <a:pt x="769" y="348"/>
                  </a:lnTo>
                  <a:lnTo>
                    <a:pt x="765" y="344"/>
                  </a:lnTo>
                  <a:lnTo>
                    <a:pt x="763" y="339"/>
                  </a:lnTo>
                  <a:lnTo>
                    <a:pt x="765" y="336"/>
                  </a:lnTo>
                  <a:lnTo>
                    <a:pt x="768" y="334"/>
                  </a:lnTo>
                  <a:lnTo>
                    <a:pt x="772" y="333"/>
                  </a:lnTo>
                  <a:lnTo>
                    <a:pt x="774" y="331"/>
                  </a:lnTo>
                  <a:lnTo>
                    <a:pt x="776" y="329"/>
                  </a:lnTo>
                  <a:lnTo>
                    <a:pt x="779" y="327"/>
                  </a:lnTo>
                  <a:lnTo>
                    <a:pt x="782" y="327"/>
                  </a:lnTo>
                  <a:lnTo>
                    <a:pt x="786" y="327"/>
                  </a:lnTo>
                  <a:lnTo>
                    <a:pt x="788" y="326"/>
                  </a:lnTo>
                  <a:lnTo>
                    <a:pt x="791" y="324"/>
                  </a:lnTo>
                  <a:lnTo>
                    <a:pt x="794" y="323"/>
                  </a:lnTo>
                  <a:lnTo>
                    <a:pt x="797" y="323"/>
                  </a:lnTo>
                  <a:lnTo>
                    <a:pt x="800" y="325"/>
                  </a:lnTo>
                  <a:lnTo>
                    <a:pt x="803" y="326"/>
                  </a:lnTo>
                  <a:lnTo>
                    <a:pt x="807" y="324"/>
                  </a:lnTo>
                  <a:lnTo>
                    <a:pt x="812" y="321"/>
                  </a:lnTo>
                  <a:lnTo>
                    <a:pt x="817" y="319"/>
                  </a:lnTo>
                  <a:lnTo>
                    <a:pt x="821" y="321"/>
                  </a:lnTo>
                  <a:lnTo>
                    <a:pt x="824" y="325"/>
                  </a:lnTo>
                  <a:lnTo>
                    <a:pt x="824" y="330"/>
                  </a:lnTo>
                  <a:lnTo>
                    <a:pt x="826" y="334"/>
                  </a:lnTo>
                  <a:lnTo>
                    <a:pt x="828" y="336"/>
                  </a:lnTo>
                  <a:lnTo>
                    <a:pt x="831" y="338"/>
                  </a:lnTo>
                  <a:lnTo>
                    <a:pt x="833" y="340"/>
                  </a:lnTo>
                  <a:lnTo>
                    <a:pt x="836" y="342"/>
                  </a:lnTo>
                  <a:lnTo>
                    <a:pt x="839" y="345"/>
                  </a:lnTo>
                  <a:lnTo>
                    <a:pt x="843" y="347"/>
                  </a:lnTo>
                  <a:lnTo>
                    <a:pt x="847" y="349"/>
                  </a:lnTo>
                  <a:lnTo>
                    <a:pt x="849" y="352"/>
                  </a:lnTo>
                  <a:close/>
                </a:path>
              </a:pathLst>
            </a:custGeom>
            <a:solidFill>
              <a:srgbClr val="41B796">
                <a:alpha val="36000"/>
              </a:srgbClr>
            </a:solidFill>
            <a:ln>
              <a:noFill/>
            </a:ln>
          </p:spPr>
          <p:txBody>
            <a:bodyPr anchor="ctr"/>
            <a:lstStyle/>
            <a:p>
              <a:pPr algn="ctr">
                <a:buNone/>
              </a:pPr>
            </a:p>
          </p:txBody>
        </p:sp>
        <p:sp>
          <p:nvSpPr>
            <p:cNvPr id="6706" name="addition:input:173"/>
            <p:cNvSpPr>
              <a:spLocks noGrp="1"/>
            </p:cNvSpPr>
            <p:nvPr/>
          </p:nvSpPr>
          <p:spPr>
            <a:xfrm>
              <a:off x="209550" y="5438775"/>
              <a:ext cx="1344717" cy="609219"/>
            </a:xfrm>
            <a:custGeom>
              <a:avLst/>
              <a:gdLst/>
              <a:ahLst/>
              <a:cxnLst/>
              <a:rect l="l" t="t" r="r" b="b"/>
              <a:pathLst>
                <a:path w="817" h="325">
                  <a:moveTo>
                    <a:pt x="0" y="0"/>
                  </a:moveTo>
                  <a:moveTo>
                    <a:pt x="812" y="296"/>
                  </a:moveTo>
                  <a:lnTo>
                    <a:pt x="811" y="299"/>
                  </a:lnTo>
                  <a:lnTo>
                    <a:pt x="809" y="301"/>
                  </a:lnTo>
                  <a:lnTo>
                    <a:pt x="806" y="303"/>
                  </a:lnTo>
                  <a:lnTo>
                    <a:pt x="804" y="305"/>
                  </a:lnTo>
                  <a:lnTo>
                    <a:pt x="804" y="307"/>
                  </a:lnTo>
                  <a:lnTo>
                    <a:pt x="805" y="311"/>
                  </a:lnTo>
                  <a:lnTo>
                    <a:pt x="807" y="315"/>
                  </a:lnTo>
                  <a:lnTo>
                    <a:pt x="807" y="319"/>
                  </a:lnTo>
                  <a:lnTo>
                    <a:pt x="804" y="321"/>
                  </a:lnTo>
                  <a:lnTo>
                    <a:pt x="800" y="321"/>
                  </a:lnTo>
                  <a:lnTo>
                    <a:pt x="796" y="320"/>
                  </a:lnTo>
                  <a:lnTo>
                    <a:pt x="794" y="321"/>
                  </a:lnTo>
                  <a:lnTo>
                    <a:pt x="792" y="323"/>
                  </a:lnTo>
                  <a:lnTo>
                    <a:pt x="790" y="325"/>
                  </a:lnTo>
                  <a:lnTo>
                    <a:pt x="788" y="325"/>
                  </a:lnTo>
                  <a:lnTo>
                    <a:pt x="785" y="324"/>
                  </a:lnTo>
                  <a:lnTo>
                    <a:pt x="783" y="323"/>
                  </a:lnTo>
                  <a:lnTo>
                    <a:pt x="781" y="324"/>
                  </a:lnTo>
                  <a:lnTo>
                    <a:pt x="778" y="324"/>
                  </a:lnTo>
                  <a:lnTo>
                    <a:pt x="776" y="324"/>
                  </a:lnTo>
                  <a:lnTo>
                    <a:pt x="774" y="324"/>
                  </a:lnTo>
                  <a:lnTo>
                    <a:pt x="771" y="323"/>
                  </a:lnTo>
                  <a:lnTo>
                    <a:pt x="768" y="323"/>
                  </a:lnTo>
                  <a:lnTo>
                    <a:pt x="764" y="324"/>
                  </a:lnTo>
                  <a:lnTo>
                    <a:pt x="760" y="324"/>
                  </a:lnTo>
                  <a:lnTo>
                    <a:pt x="758" y="321"/>
                  </a:lnTo>
                  <a:lnTo>
                    <a:pt x="759" y="316"/>
                  </a:lnTo>
                  <a:lnTo>
                    <a:pt x="760" y="312"/>
                  </a:lnTo>
                  <a:lnTo>
                    <a:pt x="760" y="309"/>
                  </a:lnTo>
                  <a:lnTo>
                    <a:pt x="758" y="307"/>
                  </a:lnTo>
                  <a:lnTo>
                    <a:pt x="755" y="306"/>
                  </a:lnTo>
                  <a:lnTo>
                    <a:pt x="752" y="304"/>
                  </a:lnTo>
                  <a:lnTo>
                    <a:pt x="750" y="301"/>
                  </a:lnTo>
                  <a:lnTo>
                    <a:pt x="749" y="299"/>
                  </a:lnTo>
                  <a:lnTo>
                    <a:pt x="748" y="296"/>
                  </a:lnTo>
                  <a:lnTo>
                    <a:pt x="746" y="293"/>
                  </a:lnTo>
                  <a:lnTo>
                    <a:pt x="746" y="290"/>
                  </a:lnTo>
                  <a:lnTo>
                    <a:pt x="747" y="288"/>
                  </a:lnTo>
                  <a:lnTo>
                    <a:pt x="749" y="286"/>
                  </a:lnTo>
                  <a:lnTo>
                    <a:pt x="751" y="283"/>
                  </a:lnTo>
                  <a:lnTo>
                    <a:pt x="751" y="281"/>
                  </a:lnTo>
                  <a:lnTo>
                    <a:pt x="751" y="278"/>
                  </a:lnTo>
                  <a:lnTo>
                    <a:pt x="753" y="276"/>
                  </a:lnTo>
                  <a:lnTo>
                    <a:pt x="757" y="275"/>
                  </a:lnTo>
                  <a:lnTo>
                    <a:pt x="761" y="276"/>
                  </a:lnTo>
                  <a:lnTo>
                    <a:pt x="765" y="276"/>
                  </a:lnTo>
                  <a:lnTo>
                    <a:pt x="767" y="274"/>
                  </a:lnTo>
                  <a:lnTo>
                    <a:pt x="768" y="270"/>
                  </a:lnTo>
                  <a:lnTo>
                    <a:pt x="770" y="266"/>
                  </a:lnTo>
                  <a:lnTo>
                    <a:pt x="773" y="264"/>
                  </a:lnTo>
                  <a:lnTo>
                    <a:pt x="776" y="263"/>
                  </a:lnTo>
                  <a:lnTo>
                    <a:pt x="780" y="263"/>
                  </a:lnTo>
                  <a:lnTo>
                    <a:pt x="784" y="264"/>
                  </a:lnTo>
                  <a:lnTo>
                    <a:pt x="787" y="265"/>
                  </a:lnTo>
                  <a:lnTo>
                    <a:pt x="790" y="267"/>
                  </a:lnTo>
                  <a:lnTo>
                    <a:pt x="792" y="270"/>
                  </a:lnTo>
                  <a:lnTo>
                    <a:pt x="794" y="272"/>
                  </a:lnTo>
                  <a:lnTo>
                    <a:pt x="797" y="273"/>
                  </a:lnTo>
                  <a:lnTo>
                    <a:pt x="800" y="273"/>
                  </a:lnTo>
                  <a:lnTo>
                    <a:pt x="804" y="272"/>
                  </a:lnTo>
                  <a:lnTo>
                    <a:pt x="807" y="274"/>
                  </a:lnTo>
                  <a:lnTo>
                    <a:pt x="808" y="277"/>
                  </a:lnTo>
                  <a:lnTo>
                    <a:pt x="808" y="280"/>
                  </a:lnTo>
                  <a:lnTo>
                    <a:pt x="809" y="282"/>
                  </a:lnTo>
                  <a:lnTo>
                    <a:pt x="812" y="283"/>
                  </a:lnTo>
                  <a:lnTo>
                    <a:pt x="815" y="285"/>
                  </a:lnTo>
                  <a:lnTo>
                    <a:pt x="817" y="287"/>
                  </a:lnTo>
                  <a:lnTo>
                    <a:pt x="816" y="290"/>
                  </a:lnTo>
                  <a:lnTo>
                    <a:pt x="814" y="293"/>
                  </a:lnTo>
                  <a:close/>
                </a:path>
              </a:pathLst>
            </a:custGeom>
            <a:solidFill>
              <a:srgbClr val="69C6AD">
                <a:alpha val="32000"/>
              </a:srgbClr>
            </a:solidFill>
            <a:ln>
              <a:noFill/>
            </a:ln>
          </p:spPr>
          <p:txBody>
            <a:bodyPr anchor="ctr"/>
            <a:lstStyle/>
            <a:p>
              <a:pPr algn="ctr">
                <a:buNone/>
              </a:pPr>
            </a:p>
          </p:txBody>
        </p:sp>
        <p:sp>
          <p:nvSpPr>
            <p:cNvPr id="6707" name="addition:input:174"/>
            <p:cNvSpPr>
              <a:spLocks noGrp="1"/>
            </p:cNvSpPr>
            <p:nvPr/>
          </p:nvSpPr>
          <p:spPr>
            <a:xfrm>
              <a:off x="209550" y="5438775"/>
              <a:ext cx="1468161" cy="687949"/>
            </a:xfrm>
            <a:custGeom>
              <a:avLst/>
              <a:gdLst/>
              <a:ahLst/>
              <a:cxnLst/>
              <a:rect l="l" t="t" r="r" b="b"/>
              <a:pathLst>
                <a:path w="892" h="367">
                  <a:moveTo>
                    <a:pt x="0" y="0"/>
                  </a:moveTo>
                  <a:moveTo>
                    <a:pt x="890" y="340"/>
                  </a:moveTo>
                  <a:lnTo>
                    <a:pt x="888" y="343"/>
                  </a:lnTo>
                  <a:lnTo>
                    <a:pt x="886" y="345"/>
                  </a:lnTo>
                  <a:lnTo>
                    <a:pt x="884" y="347"/>
                  </a:lnTo>
                  <a:lnTo>
                    <a:pt x="881" y="348"/>
                  </a:lnTo>
                  <a:lnTo>
                    <a:pt x="878" y="350"/>
                  </a:lnTo>
                  <a:lnTo>
                    <a:pt x="876" y="352"/>
                  </a:lnTo>
                  <a:lnTo>
                    <a:pt x="876" y="354"/>
                  </a:lnTo>
                  <a:lnTo>
                    <a:pt x="877" y="358"/>
                  </a:lnTo>
                  <a:lnTo>
                    <a:pt x="877" y="361"/>
                  </a:lnTo>
                  <a:lnTo>
                    <a:pt x="874" y="363"/>
                  </a:lnTo>
                  <a:lnTo>
                    <a:pt x="870" y="363"/>
                  </a:lnTo>
                  <a:lnTo>
                    <a:pt x="866" y="363"/>
                  </a:lnTo>
                  <a:lnTo>
                    <a:pt x="864" y="364"/>
                  </a:lnTo>
                  <a:lnTo>
                    <a:pt x="861" y="366"/>
                  </a:lnTo>
                  <a:lnTo>
                    <a:pt x="859" y="367"/>
                  </a:lnTo>
                  <a:lnTo>
                    <a:pt x="856" y="367"/>
                  </a:lnTo>
                  <a:lnTo>
                    <a:pt x="853" y="366"/>
                  </a:lnTo>
                  <a:lnTo>
                    <a:pt x="851" y="365"/>
                  </a:lnTo>
                  <a:lnTo>
                    <a:pt x="849" y="364"/>
                  </a:lnTo>
                  <a:lnTo>
                    <a:pt x="846" y="364"/>
                  </a:lnTo>
                  <a:lnTo>
                    <a:pt x="844" y="363"/>
                  </a:lnTo>
                  <a:lnTo>
                    <a:pt x="842" y="362"/>
                  </a:lnTo>
                  <a:lnTo>
                    <a:pt x="840" y="362"/>
                  </a:lnTo>
                  <a:lnTo>
                    <a:pt x="837" y="362"/>
                  </a:lnTo>
                  <a:lnTo>
                    <a:pt x="833" y="363"/>
                  </a:lnTo>
                  <a:lnTo>
                    <a:pt x="829" y="363"/>
                  </a:lnTo>
                  <a:lnTo>
                    <a:pt x="827" y="361"/>
                  </a:lnTo>
                  <a:lnTo>
                    <a:pt x="828" y="357"/>
                  </a:lnTo>
                  <a:lnTo>
                    <a:pt x="830" y="353"/>
                  </a:lnTo>
                  <a:lnTo>
                    <a:pt x="831" y="350"/>
                  </a:lnTo>
                  <a:lnTo>
                    <a:pt x="830" y="348"/>
                  </a:lnTo>
                  <a:lnTo>
                    <a:pt x="828" y="347"/>
                  </a:lnTo>
                  <a:lnTo>
                    <a:pt x="826" y="345"/>
                  </a:lnTo>
                  <a:lnTo>
                    <a:pt x="825" y="342"/>
                  </a:lnTo>
                  <a:lnTo>
                    <a:pt x="825" y="340"/>
                  </a:lnTo>
                  <a:lnTo>
                    <a:pt x="824" y="338"/>
                  </a:lnTo>
                  <a:lnTo>
                    <a:pt x="823" y="335"/>
                  </a:lnTo>
                  <a:lnTo>
                    <a:pt x="822" y="333"/>
                  </a:lnTo>
                  <a:lnTo>
                    <a:pt x="822" y="330"/>
                  </a:lnTo>
                  <a:lnTo>
                    <a:pt x="824" y="329"/>
                  </a:lnTo>
                  <a:lnTo>
                    <a:pt x="825" y="327"/>
                  </a:lnTo>
                  <a:lnTo>
                    <a:pt x="826" y="324"/>
                  </a:lnTo>
                  <a:lnTo>
                    <a:pt x="826" y="321"/>
                  </a:lnTo>
                  <a:lnTo>
                    <a:pt x="828" y="319"/>
                  </a:lnTo>
                  <a:lnTo>
                    <a:pt x="831" y="319"/>
                  </a:lnTo>
                  <a:lnTo>
                    <a:pt x="835" y="320"/>
                  </a:lnTo>
                  <a:lnTo>
                    <a:pt x="839" y="321"/>
                  </a:lnTo>
                  <a:lnTo>
                    <a:pt x="841" y="320"/>
                  </a:lnTo>
                  <a:lnTo>
                    <a:pt x="842" y="318"/>
                  </a:lnTo>
                  <a:lnTo>
                    <a:pt x="844" y="315"/>
                  </a:lnTo>
                  <a:lnTo>
                    <a:pt x="847" y="312"/>
                  </a:lnTo>
                  <a:lnTo>
                    <a:pt x="850" y="312"/>
                  </a:lnTo>
                  <a:lnTo>
                    <a:pt x="854" y="312"/>
                  </a:lnTo>
                  <a:lnTo>
                    <a:pt x="857" y="312"/>
                  </a:lnTo>
                  <a:lnTo>
                    <a:pt x="861" y="312"/>
                  </a:lnTo>
                  <a:lnTo>
                    <a:pt x="864" y="314"/>
                  </a:lnTo>
                  <a:lnTo>
                    <a:pt x="866" y="316"/>
                  </a:lnTo>
                  <a:lnTo>
                    <a:pt x="868" y="319"/>
                  </a:lnTo>
                  <a:lnTo>
                    <a:pt x="870" y="321"/>
                  </a:lnTo>
                  <a:lnTo>
                    <a:pt x="874" y="321"/>
                  </a:lnTo>
                  <a:lnTo>
                    <a:pt x="878" y="321"/>
                  </a:lnTo>
                  <a:lnTo>
                    <a:pt x="880" y="323"/>
                  </a:lnTo>
                  <a:lnTo>
                    <a:pt x="881" y="325"/>
                  </a:lnTo>
                  <a:lnTo>
                    <a:pt x="881" y="328"/>
                  </a:lnTo>
                  <a:lnTo>
                    <a:pt x="882" y="330"/>
                  </a:lnTo>
                  <a:lnTo>
                    <a:pt x="885" y="331"/>
                  </a:lnTo>
                  <a:lnTo>
                    <a:pt x="889" y="333"/>
                  </a:lnTo>
                  <a:lnTo>
                    <a:pt x="892" y="335"/>
                  </a:lnTo>
                  <a:lnTo>
                    <a:pt x="892" y="338"/>
                  </a:lnTo>
                  <a:close/>
                </a:path>
              </a:pathLst>
            </a:custGeom>
            <a:solidFill>
              <a:srgbClr val="69C6AD">
                <a:alpha val="32000"/>
              </a:srgbClr>
            </a:solidFill>
            <a:ln>
              <a:noFill/>
            </a:ln>
          </p:spPr>
          <p:txBody>
            <a:bodyPr anchor="ctr"/>
            <a:lstStyle/>
            <a:p>
              <a:pPr algn="ctr">
                <a:buNone/>
              </a:pPr>
            </a:p>
          </p:txBody>
        </p:sp>
        <p:sp>
          <p:nvSpPr>
            <p:cNvPr id="6708" name="addition:input:175"/>
            <p:cNvSpPr>
              <a:spLocks noGrp="1"/>
            </p:cNvSpPr>
            <p:nvPr/>
          </p:nvSpPr>
          <p:spPr>
            <a:xfrm>
              <a:off x="209550" y="5438775"/>
              <a:ext cx="1543873" cy="657957"/>
            </a:xfrm>
            <a:custGeom>
              <a:avLst/>
              <a:gdLst/>
              <a:ahLst/>
              <a:cxnLst/>
              <a:rect l="l" t="t" r="r" b="b"/>
              <a:pathLst>
                <a:path w="938" h="351">
                  <a:moveTo>
                    <a:pt x="0" y="0"/>
                  </a:moveTo>
                  <a:moveTo>
                    <a:pt x="937" y="322"/>
                  </a:moveTo>
                  <a:lnTo>
                    <a:pt x="936" y="324"/>
                  </a:lnTo>
                  <a:lnTo>
                    <a:pt x="936" y="327"/>
                  </a:lnTo>
                  <a:lnTo>
                    <a:pt x="937" y="329"/>
                  </a:lnTo>
                  <a:lnTo>
                    <a:pt x="937" y="332"/>
                  </a:lnTo>
                  <a:lnTo>
                    <a:pt x="936" y="334"/>
                  </a:lnTo>
                  <a:lnTo>
                    <a:pt x="935" y="336"/>
                  </a:lnTo>
                  <a:lnTo>
                    <a:pt x="934" y="338"/>
                  </a:lnTo>
                  <a:lnTo>
                    <a:pt x="935" y="341"/>
                  </a:lnTo>
                  <a:lnTo>
                    <a:pt x="934" y="345"/>
                  </a:lnTo>
                  <a:lnTo>
                    <a:pt x="933" y="346"/>
                  </a:lnTo>
                  <a:lnTo>
                    <a:pt x="930" y="346"/>
                  </a:lnTo>
                  <a:lnTo>
                    <a:pt x="927" y="344"/>
                  </a:lnTo>
                  <a:lnTo>
                    <a:pt x="925" y="343"/>
                  </a:lnTo>
                  <a:lnTo>
                    <a:pt x="923" y="343"/>
                  </a:lnTo>
                  <a:lnTo>
                    <a:pt x="922" y="346"/>
                  </a:lnTo>
                  <a:lnTo>
                    <a:pt x="921" y="348"/>
                  </a:lnTo>
                  <a:lnTo>
                    <a:pt x="919" y="350"/>
                  </a:lnTo>
                  <a:lnTo>
                    <a:pt x="917" y="350"/>
                  </a:lnTo>
                  <a:lnTo>
                    <a:pt x="915" y="350"/>
                  </a:lnTo>
                  <a:lnTo>
                    <a:pt x="912" y="351"/>
                  </a:lnTo>
                  <a:lnTo>
                    <a:pt x="910" y="351"/>
                  </a:lnTo>
                  <a:lnTo>
                    <a:pt x="908" y="349"/>
                  </a:lnTo>
                  <a:lnTo>
                    <a:pt x="906" y="346"/>
                  </a:lnTo>
                  <a:lnTo>
                    <a:pt x="905" y="344"/>
                  </a:lnTo>
                  <a:lnTo>
                    <a:pt x="903" y="342"/>
                  </a:lnTo>
                  <a:lnTo>
                    <a:pt x="901" y="342"/>
                  </a:lnTo>
                  <a:lnTo>
                    <a:pt x="898" y="341"/>
                  </a:lnTo>
                  <a:lnTo>
                    <a:pt x="897" y="338"/>
                  </a:lnTo>
                  <a:lnTo>
                    <a:pt x="897" y="335"/>
                  </a:lnTo>
                  <a:lnTo>
                    <a:pt x="897" y="332"/>
                  </a:lnTo>
                  <a:lnTo>
                    <a:pt x="896" y="330"/>
                  </a:lnTo>
                  <a:lnTo>
                    <a:pt x="893" y="329"/>
                  </a:lnTo>
                  <a:lnTo>
                    <a:pt x="890" y="327"/>
                  </a:lnTo>
                  <a:lnTo>
                    <a:pt x="888" y="325"/>
                  </a:lnTo>
                  <a:lnTo>
                    <a:pt x="888" y="322"/>
                  </a:lnTo>
                  <a:lnTo>
                    <a:pt x="889" y="320"/>
                  </a:lnTo>
                  <a:lnTo>
                    <a:pt x="890" y="317"/>
                  </a:lnTo>
                  <a:lnTo>
                    <a:pt x="891" y="315"/>
                  </a:lnTo>
                  <a:lnTo>
                    <a:pt x="893" y="313"/>
                  </a:lnTo>
                  <a:lnTo>
                    <a:pt x="895" y="311"/>
                  </a:lnTo>
                  <a:lnTo>
                    <a:pt x="898" y="311"/>
                  </a:lnTo>
                  <a:lnTo>
                    <a:pt x="900" y="309"/>
                  </a:lnTo>
                  <a:lnTo>
                    <a:pt x="900" y="306"/>
                  </a:lnTo>
                  <a:lnTo>
                    <a:pt x="900" y="303"/>
                  </a:lnTo>
                  <a:lnTo>
                    <a:pt x="901" y="299"/>
                  </a:lnTo>
                  <a:lnTo>
                    <a:pt x="903" y="298"/>
                  </a:lnTo>
                  <a:lnTo>
                    <a:pt x="906" y="298"/>
                  </a:lnTo>
                  <a:lnTo>
                    <a:pt x="908" y="298"/>
                  </a:lnTo>
                  <a:lnTo>
                    <a:pt x="910" y="297"/>
                  </a:lnTo>
                  <a:lnTo>
                    <a:pt x="912" y="294"/>
                  </a:lnTo>
                  <a:lnTo>
                    <a:pt x="914" y="293"/>
                  </a:lnTo>
                  <a:lnTo>
                    <a:pt x="917" y="293"/>
                  </a:lnTo>
                  <a:lnTo>
                    <a:pt x="919" y="295"/>
                  </a:lnTo>
                  <a:lnTo>
                    <a:pt x="921" y="296"/>
                  </a:lnTo>
                  <a:lnTo>
                    <a:pt x="923" y="297"/>
                  </a:lnTo>
                  <a:lnTo>
                    <a:pt x="925" y="298"/>
                  </a:lnTo>
                  <a:lnTo>
                    <a:pt x="926" y="300"/>
                  </a:lnTo>
                  <a:lnTo>
                    <a:pt x="927" y="301"/>
                  </a:lnTo>
                  <a:lnTo>
                    <a:pt x="929" y="302"/>
                  </a:lnTo>
                  <a:lnTo>
                    <a:pt x="931" y="302"/>
                  </a:lnTo>
                  <a:lnTo>
                    <a:pt x="934" y="301"/>
                  </a:lnTo>
                  <a:lnTo>
                    <a:pt x="937" y="301"/>
                  </a:lnTo>
                  <a:lnTo>
                    <a:pt x="938" y="303"/>
                  </a:lnTo>
                  <a:lnTo>
                    <a:pt x="938" y="307"/>
                  </a:lnTo>
                  <a:lnTo>
                    <a:pt x="936" y="311"/>
                  </a:lnTo>
                  <a:lnTo>
                    <a:pt x="935" y="313"/>
                  </a:lnTo>
                  <a:lnTo>
                    <a:pt x="936" y="316"/>
                  </a:lnTo>
                  <a:lnTo>
                    <a:pt x="937" y="318"/>
                  </a:lnTo>
                  <a:lnTo>
                    <a:pt x="937" y="320"/>
                  </a:lnTo>
                  <a:close/>
                </a:path>
              </a:pathLst>
            </a:custGeom>
            <a:solidFill>
              <a:srgbClr val="86D1BC">
                <a:alpha val="24000"/>
              </a:srgbClr>
            </a:solidFill>
            <a:ln>
              <a:noFill/>
            </a:ln>
          </p:spPr>
          <p:txBody>
            <a:bodyPr anchor="ctr"/>
            <a:lstStyle/>
            <a:p>
              <a:pPr algn="ctr">
                <a:buNone/>
              </a:pPr>
            </a:p>
          </p:txBody>
        </p:sp>
        <p:sp>
          <p:nvSpPr>
            <p:cNvPr id="6709" name="addition:input:176"/>
            <p:cNvSpPr>
              <a:spLocks noGrp="1"/>
            </p:cNvSpPr>
            <p:nvPr/>
          </p:nvSpPr>
          <p:spPr>
            <a:xfrm>
              <a:off x="209550" y="5438775"/>
              <a:ext cx="1489558" cy="766679"/>
            </a:xfrm>
            <a:custGeom>
              <a:avLst/>
              <a:gdLst/>
              <a:ahLst/>
              <a:cxnLst/>
              <a:rect l="l" t="t" r="r" b="b"/>
              <a:pathLst>
                <a:path w="905" h="409">
                  <a:moveTo>
                    <a:pt x="0" y="0"/>
                  </a:moveTo>
                  <a:moveTo>
                    <a:pt x="904" y="378"/>
                  </a:moveTo>
                  <a:lnTo>
                    <a:pt x="905" y="381"/>
                  </a:lnTo>
                  <a:lnTo>
                    <a:pt x="904" y="383"/>
                  </a:lnTo>
                  <a:lnTo>
                    <a:pt x="902" y="385"/>
                  </a:lnTo>
                  <a:lnTo>
                    <a:pt x="901" y="387"/>
                  </a:lnTo>
                  <a:lnTo>
                    <a:pt x="901" y="390"/>
                  </a:lnTo>
                  <a:lnTo>
                    <a:pt x="901" y="392"/>
                  </a:lnTo>
                  <a:lnTo>
                    <a:pt x="900" y="395"/>
                  </a:lnTo>
                  <a:lnTo>
                    <a:pt x="898" y="396"/>
                  </a:lnTo>
                  <a:lnTo>
                    <a:pt x="896" y="396"/>
                  </a:lnTo>
                  <a:lnTo>
                    <a:pt x="893" y="397"/>
                  </a:lnTo>
                  <a:lnTo>
                    <a:pt x="892" y="398"/>
                  </a:lnTo>
                  <a:lnTo>
                    <a:pt x="891" y="400"/>
                  </a:lnTo>
                  <a:lnTo>
                    <a:pt x="889" y="401"/>
                  </a:lnTo>
                  <a:lnTo>
                    <a:pt x="887" y="403"/>
                  </a:lnTo>
                  <a:lnTo>
                    <a:pt x="885" y="404"/>
                  </a:lnTo>
                  <a:lnTo>
                    <a:pt x="883" y="406"/>
                  </a:lnTo>
                  <a:lnTo>
                    <a:pt x="881" y="409"/>
                  </a:lnTo>
                  <a:lnTo>
                    <a:pt x="878" y="409"/>
                  </a:lnTo>
                  <a:lnTo>
                    <a:pt x="876" y="407"/>
                  </a:lnTo>
                  <a:lnTo>
                    <a:pt x="874" y="404"/>
                  </a:lnTo>
                  <a:lnTo>
                    <a:pt x="873" y="400"/>
                  </a:lnTo>
                  <a:lnTo>
                    <a:pt x="872" y="399"/>
                  </a:lnTo>
                  <a:lnTo>
                    <a:pt x="870" y="399"/>
                  </a:lnTo>
                  <a:lnTo>
                    <a:pt x="867" y="399"/>
                  </a:lnTo>
                  <a:lnTo>
                    <a:pt x="865" y="399"/>
                  </a:lnTo>
                  <a:lnTo>
                    <a:pt x="864" y="397"/>
                  </a:lnTo>
                  <a:lnTo>
                    <a:pt x="863" y="395"/>
                  </a:lnTo>
                  <a:lnTo>
                    <a:pt x="862" y="394"/>
                  </a:lnTo>
                  <a:lnTo>
                    <a:pt x="860" y="392"/>
                  </a:lnTo>
                  <a:lnTo>
                    <a:pt x="859" y="390"/>
                  </a:lnTo>
                  <a:lnTo>
                    <a:pt x="858" y="388"/>
                  </a:lnTo>
                  <a:lnTo>
                    <a:pt x="859" y="386"/>
                  </a:lnTo>
                  <a:lnTo>
                    <a:pt x="858" y="383"/>
                  </a:lnTo>
                  <a:lnTo>
                    <a:pt x="858" y="381"/>
                  </a:lnTo>
                  <a:lnTo>
                    <a:pt x="858" y="378"/>
                  </a:lnTo>
                  <a:lnTo>
                    <a:pt x="859" y="376"/>
                  </a:lnTo>
                  <a:lnTo>
                    <a:pt x="862" y="374"/>
                  </a:lnTo>
                  <a:lnTo>
                    <a:pt x="864" y="373"/>
                  </a:lnTo>
                  <a:lnTo>
                    <a:pt x="865" y="371"/>
                  </a:lnTo>
                  <a:lnTo>
                    <a:pt x="865" y="368"/>
                  </a:lnTo>
                  <a:lnTo>
                    <a:pt x="864" y="365"/>
                  </a:lnTo>
                  <a:lnTo>
                    <a:pt x="863" y="361"/>
                  </a:lnTo>
                  <a:lnTo>
                    <a:pt x="864" y="359"/>
                  </a:lnTo>
                  <a:lnTo>
                    <a:pt x="866" y="357"/>
                  </a:lnTo>
                  <a:lnTo>
                    <a:pt x="867" y="356"/>
                  </a:lnTo>
                  <a:lnTo>
                    <a:pt x="869" y="355"/>
                  </a:lnTo>
                  <a:lnTo>
                    <a:pt x="871" y="354"/>
                  </a:lnTo>
                  <a:lnTo>
                    <a:pt x="873" y="354"/>
                  </a:lnTo>
                  <a:lnTo>
                    <a:pt x="875" y="355"/>
                  </a:lnTo>
                  <a:lnTo>
                    <a:pt x="876" y="355"/>
                  </a:lnTo>
                  <a:lnTo>
                    <a:pt x="878" y="355"/>
                  </a:lnTo>
                  <a:lnTo>
                    <a:pt x="879" y="353"/>
                  </a:lnTo>
                  <a:lnTo>
                    <a:pt x="881" y="352"/>
                  </a:lnTo>
                  <a:lnTo>
                    <a:pt x="882" y="352"/>
                  </a:lnTo>
                  <a:lnTo>
                    <a:pt x="884" y="354"/>
                  </a:lnTo>
                  <a:lnTo>
                    <a:pt x="885" y="356"/>
                  </a:lnTo>
                  <a:lnTo>
                    <a:pt x="887" y="355"/>
                  </a:lnTo>
                  <a:lnTo>
                    <a:pt x="889" y="354"/>
                  </a:lnTo>
                  <a:lnTo>
                    <a:pt x="892" y="353"/>
                  </a:lnTo>
                  <a:lnTo>
                    <a:pt x="894" y="355"/>
                  </a:lnTo>
                  <a:lnTo>
                    <a:pt x="895" y="357"/>
                  </a:lnTo>
                  <a:lnTo>
                    <a:pt x="895" y="361"/>
                  </a:lnTo>
                  <a:lnTo>
                    <a:pt x="895" y="364"/>
                  </a:lnTo>
                  <a:lnTo>
                    <a:pt x="896" y="366"/>
                  </a:lnTo>
                  <a:lnTo>
                    <a:pt x="896" y="368"/>
                  </a:lnTo>
                  <a:lnTo>
                    <a:pt x="897" y="370"/>
                  </a:lnTo>
                  <a:lnTo>
                    <a:pt x="897" y="372"/>
                  </a:lnTo>
                  <a:lnTo>
                    <a:pt x="899" y="374"/>
                  </a:lnTo>
                  <a:lnTo>
                    <a:pt x="902" y="376"/>
                  </a:lnTo>
                  <a:close/>
                </a:path>
              </a:pathLst>
            </a:custGeom>
            <a:solidFill>
              <a:srgbClr val="86D1BC">
                <a:alpha val="24000"/>
              </a:srgbClr>
            </a:solidFill>
            <a:ln>
              <a:noFill/>
            </a:ln>
          </p:spPr>
          <p:txBody>
            <a:bodyPr anchor="ctr"/>
            <a:lstStyle/>
            <a:p>
              <a:pPr algn="ctr">
                <a:buNone/>
              </a:pPr>
            </a:p>
          </p:txBody>
        </p:sp>
        <p:sp>
          <p:nvSpPr>
            <p:cNvPr id="6710" name="addition:input:177"/>
            <p:cNvSpPr>
              <a:spLocks noGrp="1"/>
            </p:cNvSpPr>
            <p:nvPr/>
          </p:nvSpPr>
          <p:spPr>
            <a:xfrm>
              <a:off x="209550" y="5438775"/>
              <a:ext cx="1367760" cy="777926"/>
            </a:xfrm>
            <a:custGeom>
              <a:avLst/>
              <a:gdLst/>
              <a:ahLst/>
              <a:cxnLst/>
              <a:rect l="l" t="t" r="r" b="b"/>
              <a:pathLst>
                <a:path w="831" h="415">
                  <a:moveTo>
                    <a:pt x="0" y="0"/>
                  </a:moveTo>
                  <a:moveTo>
                    <a:pt x="827" y="392"/>
                  </a:moveTo>
                  <a:lnTo>
                    <a:pt x="825" y="394"/>
                  </a:lnTo>
                  <a:lnTo>
                    <a:pt x="824" y="395"/>
                  </a:lnTo>
                  <a:lnTo>
                    <a:pt x="824" y="397"/>
                  </a:lnTo>
                  <a:lnTo>
                    <a:pt x="824" y="399"/>
                  </a:lnTo>
                  <a:lnTo>
                    <a:pt x="824" y="401"/>
                  </a:lnTo>
                  <a:lnTo>
                    <a:pt x="824" y="404"/>
                  </a:lnTo>
                  <a:lnTo>
                    <a:pt x="824" y="406"/>
                  </a:lnTo>
                  <a:lnTo>
                    <a:pt x="824" y="409"/>
                  </a:lnTo>
                  <a:lnTo>
                    <a:pt x="823" y="411"/>
                  </a:lnTo>
                  <a:lnTo>
                    <a:pt x="821" y="412"/>
                  </a:lnTo>
                  <a:lnTo>
                    <a:pt x="818" y="411"/>
                  </a:lnTo>
                  <a:lnTo>
                    <a:pt x="816" y="411"/>
                  </a:lnTo>
                  <a:lnTo>
                    <a:pt x="814" y="411"/>
                  </a:lnTo>
                  <a:lnTo>
                    <a:pt x="813" y="413"/>
                  </a:lnTo>
                  <a:lnTo>
                    <a:pt x="812" y="414"/>
                  </a:lnTo>
                  <a:lnTo>
                    <a:pt x="810" y="415"/>
                  </a:lnTo>
                  <a:lnTo>
                    <a:pt x="808" y="414"/>
                  </a:lnTo>
                  <a:lnTo>
                    <a:pt x="807" y="413"/>
                  </a:lnTo>
                  <a:lnTo>
                    <a:pt x="805" y="412"/>
                  </a:lnTo>
                  <a:lnTo>
                    <a:pt x="803" y="413"/>
                  </a:lnTo>
                  <a:lnTo>
                    <a:pt x="801" y="414"/>
                  </a:lnTo>
                  <a:lnTo>
                    <a:pt x="799" y="415"/>
                  </a:lnTo>
                  <a:lnTo>
                    <a:pt x="797" y="414"/>
                  </a:lnTo>
                  <a:lnTo>
                    <a:pt x="795" y="413"/>
                  </a:lnTo>
                  <a:lnTo>
                    <a:pt x="793" y="412"/>
                  </a:lnTo>
                  <a:lnTo>
                    <a:pt x="791" y="410"/>
                  </a:lnTo>
                  <a:lnTo>
                    <a:pt x="790" y="408"/>
                  </a:lnTo>
                  <a:lnTo>
                    <a:pt x="790" y="405"/>
                  </a:lnTo>
                  <a:lnTo>
                    <a:pt x="791" y="402"/>
                  </a:lnTo>
                  <a:lnTo>
                    <a:pt x="791" y="400"/>
                  </a:lnTo>
                  <a:lnTo>
                    <a:pt x="789" y="399"/>
                  </a:lnTo>
                  <a:lnTo>
                    <a:pt x="786" y="398"/>
                  </a:lnTo>
                  <a:lnTo>
                    <a:pt x="783" y="396"/>
                  </a:lnTo>
                  <a:lnTo>
                    <a:pt x="782" y="394"/>
                  </a:lnTo>
                  <a:lnTo>
                    <a:pt x="782" y="392"/>
                  </a:lnTo>
                  <a:lnTo>
                    <a:pt x="783" y="390"/>
                  </a:lnTo>
                  <a:lnTo>
                    <a:pt x="783" y="388"/>
                  </a:lnTo>
                  <a:lnTo>
                    <a:pt x="782" y="385"/>
                  </a:lnTo>
                  <a:lnTo>
                    <a:pt x="783" y="383"/>
                  </a:lnTo>
                  <a:lnTo>
                    <a:pt x="784" y="382"/>
                  </a:lnTo>
                  <a:lnTo>
                    <a:pt x="786" y="380"/>
                  </a:lnTo>
                  <a:lnTo>
                    <a:pt x="787" y="379"/>
                  </a:lnTo>
                  <a:lnTo>
                    <a:pt x="788" y="377"/>
                  </a:lnTo>
                  <a:lnTo>
                    <a:pt x="790" y="376"/>
                  </a:lnTo>
                  <a:lnTo>
                    <a:pt x="792" y="375"/>
                  </a:lnTo>
                  <a:lnTo>
                    <a:pt x="794" y="375"/>
                  </a:lnTo>
                  <a:lnTo>
                    <a:pt x="797" y="374"/>
                  </a:lnTo>
                  <a:lnTo>
                    <a:pt x="798" y="373"/>
                  </a:lnTo>
                  <a:lnTo>
                    <a:pt x="799" y="369"/>
                  </a:lnTo>
                  <a:lnTo>
                    <a:pt x="801" y="366"/>
                  </a:lnTo>
                  <a:lnTo>
                    <a:pt x="803" y="365"/>
                  </a:lnTo>
                  <a:lnTo>
                    <a:pt x="806" y="366"/>
                  </a:lnTo>
                  <a:lnTo>
                    <a:pt x="809" y="368"/>
                  </a:lnTo>
                  <a:lnTo>
                    <a:pt x="811" y="370"/>
                  </a:lnTo>
                  <a:lnTo>
                    <a:pt x="813" y="371"/>
                  </a:lnTo>
                  <a:lnTo>
                    <a:pt x="815" y="371"/>
                  </a:lnTo>
                  <a:lnTo>
                    <a:pt x="816" y="372"/>
                  </a:lnTo>
                  <a:lnTo>
                    <a:pt x="818" y="373"/>
                  </a:lnTo>
                  <a:lnTo>
                    <a:pt x="820" y="374"/>
                  </a:lnTo>
                  <a:lnTo>
                    <a:pt x="822" y="375"/>
                  </a:lnTo>
                  <a:lnTo>
                    <a:pt x="824" y="375"/>
                  </a:lnTo>
                  <a:lnTo>
                    <a:pt x="826" y="376"/>
                  </a:lnTo>
                  <a:lnTo>
                    <a:pt x="827" y="378"/>
                  </a:lnTo>
                  <a:lnTo>
                    <a:pt x="827" y="380"/>
                  </a:lnTo>
                  <a:lnTo>
                    <a:pt x="827" y="382"/>
                  </a:lnTo>
                  <a:lnTo>
                    <a:pt x="828" y="384"/>
                  </a:lnTo>
                  <a:lnTo>
                    <a:pt x="830" y="385"/>
                  </a:lnTo>
                  <a:lnTo>
                    <a:pt x="831" y="387"/>
                  </a:lnTo>
                  <a:lnTo>
                    <a:pt x="830" y="390"/>
                  </a:lnTo>
                  <a:close/>
                </a:path>
              </a:pathLst>
            </a:custGeom>
            <a:solidFill>
              <a:srgbClr val="86D1BC">
                <a:alpha val="24000"/>
              </a:srgbClr>
            </a:solidFill>
            <a:ln>
              <a:noFill/>
            </a:ln>
          </p:spPr>
          <p:txBody>
            <a:bodyPr anchor="ctr"/>
            <a:lstStyle/>
            <a:p>
              <a:pPr algn="ctr">
                <a:buNone/>
              </a:pPr>
            </a:p>
          </p:txBody>
        </p:sp>
        <p:sp>
          <p:nvSpPr>
            <p:cNvPr id="6711" name="addition:input:178"/>
            <p:cNvSpPr>
              <a:spLocks noGrp="1"/>
            </p:cNvSpPr>
            <p:nvPr/>
          </p:nvSpPr>
          <p:spPr>
            <a:xfrm>
              <a:off x="209550" y="5438775"/>
              <a:ext cx="1262421" cy="736686"/>
            </a:xfrm>
            <a:custGeom>
              <a:avLst/>
              <a:gdLst/>
              <a:ahLst/>
              <a:cxnLst/>
              <a:rect l="l" t="t" r="r" b="b"/>
              <a:pathLst>
                <a:path w="767" h="393">
                  <a:moveTo>
                    <a:pt x="0" y="0"/>
                  </a:moveTo>
                  <a:moveTo>
                    <a:pt x="767" y="368"/>
                  </a:moveTo>
                  <a:lnTo>
                    <a:pt x="766" y="370"/>
                  </a:lnTo>
                  <a:lnTo>
                    <a:pt x="762" y="372"/>
                  </a:lnTo>
                  <a:lnTo>
                    <a:pt x="758" y="373"/>
                  </a:lnTo>
                  <a:lnTo>
                    <a:pt x="756" y="375"/>
                  </a:lnTo>
                  <a:lnTo>
                    <a:pt x="757" y="377"/>
                  </a:lnTo>
                  <a:lnTo>
                    <a:pt x="758" y="381"/>
                  </a:lnTo>
                  <a:lnTo>
                    <a:pt x="759" y="384"/>
                  </a:lnTo>
                  <a:lnTo>
                    <a:pt x="758" y="386"/>
                  </a:lnTo>
                  <a:lnTo>
                    <a:pt x="755" y="388"/>
                  </a:lnTo>
                  <a:lnTo>
                    <a:pt x="753" y="389"/>
                  </a:lnTo>
                  <a:lnTo>
                    <a:pt x="750" y="390"/>
                  </a:lnTo>
                  <a:lnTo>
                    <a:pt x="748" y="391"/>
                  </a:lnTo>
                  <a:lnTo>
                    <a:pt x="746" y="392"/>
                  </a:lnTo>
                  <a:lnTo>
                    <a:pt x="743" y="392"/>
                  </a:lnTo>
                  <a:lnTo>
                    <a:pt x="741" y="391"/>
                  </a:lnTo>
                  <a:lnTo>
                    <a:pt x="739" y="391"/>
                  </a:lnTo>
                  <a:lnTo>
                    <a:pt x="737" y="393"/>
                  </a:lnTo>
                  <a:lnTo>
                    <a:pt x="735" y="393"/>
                  </a:lnTo>
                  <a:lnTo>
                    <a:pt x="733" y="392"/>
                  </a:lnTo>
                  <a:lnTo>
                    <a:pt x="731" y="391"/>
                  </a:lnTo>
                  <a:lnTo>
                    <a:pt x="729" y="389"/>
                  </a:lnTo>
                  <a:lnTo>
                    <a:pt x="727" y="390"/>
                  </a:lnTo>
                  <a:lnTo>
                    <a:pt x="723" y="391"/>
                  </a:lnTo>
                  <a:lnTo>
                    <a:pt x="720" y="392"/>
                  </a:lnTo>
                  <a:lnTo>
                    <a:pt x="717" y="391"/>
                  </a:lnTo>
                  <a:lnTo>
                    <a:pt x="716" y="388"/>
                  </a:lnTo>
                  <a:lnTo>
                    <a:pt x="716" y="385"/>
                  </a:lnTo>
                  <a:lnTo>
                    <a:pt x="716" y="382"/>
                  </a:lnTo>
                  <a:lnTo>
                    <a:pt x="715" y="380"/>
                  </a:lnTo>
                  <a:lnTo>
                    <a:pt x="714" y="378"/>
                  </a:lnTo>
                  <a:lnTo>
                    <a:pt x="713" y="376"/>
                  </a:lnTo>
                  <a:lnTo>
                    <a:pt x="713" y="374"/>
                  </a:lnTo>
                  <a:lnTo>
                    <a:pt x="711" y="372"/>
                  </a:lnTo>
                  <a:lnTo>
                    <a:pt x="708" y="370"/>
                  </a:lnTo>
                  <a:lnTo>
                    <a:pt x="705" y="368"/>
                  </a:lnTo>
                  <a:lnTo>
                    <a:pt x="704" y="365"/>
                  </a:lnTo>
                  <a:lnTo>
                    <a:pt x="705" y="363"/>
                  </a:lnTo>
                  <a:lnTo>
                    <a:pt x="707" y="361"/>
                  </a:lnTo>
                  <a:lnTo>
                    <a:pt x="708" y="359"/>
                  </a:lnTo>
                  <a:lnTo>
                    <a:pt x="708" y="357"/>
                  </a:lnTo>
                  <a:lnTo>
                    <a:pt x="707" y="354"/>
                  </a:lnTo>
                  <a:lnTo>
                    <a:pt x="708" y="351"/>
                  </a:lnTo>
                  <a:lnTo>
                    <a:pt x="711" y="350"/>
                  </a:lnTo>
                  <a:lnTo>
                    <a:pt x="715" y="350"/>
                  </a:lnTo>
                  <a:lnTo>
                    <a:pt x="718" y="350"/>
                  </a:lnTo>
                  <a:lnTo>
                    <a:pt x="720" y="349"/>
                  </a:lnTo>
                  <a:lnTo>
                    <a:pt x="722" y="347"/>
                  </a:lnTo>
                  <a:lnTo>
                    <a:pt x="724" y="346"/>
                  </a:lnTo>
                  <a:lnTo>
                    <a:pt x="726" y="344"/>
                  </a:lnTo>
                  <a:lnTo>
                    <a:pt x="728" y="343"/>
                  </a:lnTo>
                  <a:lnTo>
                    <a:pt x="731" y="341"/>
                  </a:lnTo>
                  <a:lnTo>
                    <a:pt x="734" y="338"/>
                  </a:lnTo>
                  <a:lnTo>
                    <a:pt x="738" y="338"/>
                  </a:lnTo>
                  <a:lnTo>
                    <a:pt x="741" y="339"/>
                  </a:lnTo>
                  <a:lnTo>
                    <a:pt x="743" y="343"/>
                  </a:lnTo>
                  <a:lnTo>
                    <a:pt x="745" y="346"/>
                  </a:lnTo>
                  <a:lnTo>
                    <a:pt x="747" y="347"/>
                  </a:lnTo>
                  <a:lnTo>
                    <a:pt x="750" y="347"/>
                  </a:lnTo>
                  <a:lnTo>
                    <a:pt x="754" y="347"/>
                  </a:lnTo>
                  <a:lnTo>
                    <a:pt x="756" y="348"/>
                  </a:lnTo>
                  <a:lnTo>
                    <a:pt x="758" y="350"/>
                  </a:lnTo>
                  <a:lnTo>
                    <a:pt x="759" y="352"/>
                  </a:lnTo>
                  <a:lnTo>
                    <a:pt x="760" y="353"/>
                  </a:lnTo>
                  <a:lnTo>
                    <a:pt x="763" y="355"/>
                  </a:lnTo>
                  <a:lnTo>
                    <a:pt x="765" y="356"/>
                  </a:lnTo>
                  <a:lnTo>
                    <a:pt x="766" y="358"/>
                  </a:lnTo>
                  <a:lnTo>
                    <a:pt x="767" y="360"/>
                  </a:lnTo>
                  <a:lnTo>
                    <a:pt x="767" y="363"/>
                  </a:lnTo>
                  <a:lnTo>
                    <a:pt x="767" y="365"/>
                  </a:lnTo>
                  <a:close/>
                </a:path>
              </a:pathLst>
            </a:custGeom>
            <a:solidFill>
              <a:srgbClr val="86D1BC">
                <a:alpha val="24000"/>
              </a:srgbClr>
            </a:solidFill>
            <a:ln>
              <a:noFill/>
            </a:ln>
          </p:spPr>
          <p:txBody>
            <a:bodyPr anchor="ctr"/>
            <a:lstStyle/>
            <a:p>
              <a:pPr algn="ctr">
                <a:buNone/>
              </a:pPr>
            </a:p>
          </p:txBody>
        </p:sp>
        <p:sp>
          <p:nvSpPr>
            <p:cNvPr id="6712" name="addition:input:179"/>
            <p:cNvSpPr>
              <a:spLocks noGrp="1"/>
            </p:cNvSpPr>
            <p:nvPr/>
          </p:nvSpPr>
          <p:spPr>
            <a:xfrm>
              <a:off x="209550" y="5438775"/>
              <a:ext cx="1232794" cy="624215"/>
            </a:xfrm>
            <a:custGeom>
              <a:avLst/>
              <a:gdLst/>
              <a:ahLst/>
              <a:cxnLst/>
              <a:rect l="l" t="t" r="r" b="b"/>
              <a:pathLst>
                <a:path w="749" h="333">
                  <a:moveTo>
                    <a:pt x="0" y="0"/>
                  </a:moveTo>
                  <a:moveTo>
                    <a:pt x="749" y="306"/>
                  </a:moveTo>
                  <a:lnTo>
                    <a:pt x="747" y="308"/>
                  </a:lnTo>
                  <a:lnTo>
                    <a:pt x="743" y="310"/>
                  </a:lnTo>
                  <a:lnTo>
                    <a:pt x="740" y="312"/>
                  </a:lnTo>
                  <a:lnTo>
                    <a:pt x="739" y="314"/>
                  </a:lnTo>
                  <a:lnTo>
                    <a:pt x="740" y="316"/>
                  </a:lnTo>
                  <a:lnTo>
                    <a:pt x="742" y="320"/>
                  </a:lnTo>
                  <a:lnTo>
                    <a:pt x="743" y="324"/>
                  </a:lnTo>
                  <a:lnTo>
                    <a:pt x="741" y="326"/>
                  </a:lnTo>
                  <a:lnTo>
                    <a:pt x="739" y="327"/>
                  </a:lnTo>
                  <a:lnTo>
                    <a:pt x="736" y="328"/>
                  </a:lnTo>
                  <a:lnTo>
                    <a:pt x="734" y="329"/>
                  </a:lnTo>
                  <a:lnTo>
                    <a:pt x="732" y="330"/>
                  </a:lnTo>
                  <a:lnTo>
                    <a:pt x="729" y="330"/>
                  </a:lnTo>
                  <a:lnTo>
                    <a:pt x="727" y="330"/>
                  </a:lnTo>
                  <a:lnTo>
                    <a:pt x="725" y="329"/>
                  </a:lnTo>
                  <a:lnTo>
                    <a:pt x="723" y="331"/>
                  </a:lnTo>
                  <a:lnTo>
                    <a:pt x="721" y="332"/>
                  </a:lnTo>
                  <a:lnTo>
                    <a:pt x="719" y="333"/>
                  </a:lnTo>
                  <a:lnTo>
                    <a:pt x="717" y="332"/>
                  </a:lnTo>
                  <a:lnTo>
                    <a:pt x="715" y="330"/>
                  </a:lnTo>
                  <a:lnTo>
                    <a:pt x="713" y="329"/>
                  </a:lnTo>
                  <a:lnTo>
                    <a:pt x="710" y="330"/>
                  </a:lnTo>
                  <a:lnTo>
                    <a:pt x="706" y="331"/>
                  </a:lnTo>
                  <a:lnTo>
                    <a:pt x="703" y="332"/>
                  </a:lnTo>
                  <a:lnTo>
                    <a:pt x="700" y="330"/>
                  </a:lnTo>
                  <a:lnTo>
                    <a:pt x="700" y="327"/>
                  </a:lnTo>
                  <a:lnTo>
                    <a:pt x="699" y="324"/>
                  </a:lnTo>
                  <a:lnTo>
                    <a:pt x="699" y="321"/>
                  </a:lnTo>
                  <a:lnTo>
                    <a:pt x="698" y="319"/>
                  </a:lnTo>
                  <a:lnTo>
                    <a:pt x="697" y="316"/>
                  </a:lnTo>
                  <a:lnTo>
                    <a:pt x="696" y="314"/>
                  </a:lnTo>
                  <a:lnTo>
                    <a:pt x="695" y="312"/>
                  </a:lnTo>
                  <a:lnTo>
                    <a:pt x="692" y="310"/>
                  </a:lnTo>
                  <a:lnTo>
                    <a:pt x="689" y="309"/>
                  </a:lnTo>
                  <a:lnTo>
                    <a:pt x="686" y="306"/>
                  </a:lnTo>
                  <a:lnTo>
                    <a:pt x="685" y="303"/>
                  </a:lnTo>
                  <a:lnTo>
                    <a:pt x="687" y="301"/>
                  </a:lnTo>
                  <a:lnTo>
                    <a:pt x="689" y="299"/>
                  </a:lnTo>
                  <a:lnTo>
                    <a:pt x="691" y="297"/>
                  </a:lnTo>
                  <a:lnTo>
                    <a:pt x="691" y="294"/>
                  </a:lnTo>
                  <a:lnTo>
                    <a:pt x="691" y="292"/>
                  </a:lnTo>
                  <a:lnTo>
                    <a:pt x="692" y="289"/>
                  </a:lnTo>
                  <a:lnTo>
                    <a:pt x="695" y="288"/>
                  </a:lnTo>
                  <a:lnTo>
                    <a:pt x="698" y="288"/>
                  </a:lnTo>
                  <a:lnTo>
                    <a:pt x="701" y="287"/>
                  </a:lnTo>
                  <a:lnTo>
                    <a:pt x="703" y="286"/>
                  </a:lnTo>
                  <a:lnTo>
                    <a:pt x="705" y="284"/>
                  </a:lnTo>
                  <a:lnTo>
                    <a:pt x="707" y="282"/>
                  </a:lnTo>
                  <a:lnTo>
                    <a:pt x="710" y="281"/>
                  </a:lnTo>
                  <a:lnTo>
                    <a:pt x="712" y="279"/>
                  </a:lnTo>
                  <a:lnTo>
                    <a:pt x="715" y="277"/>
                  </a:lnTo>
                  <a:lnTo>
                    <a:pt x="718" y="275"/>
                  </a:lnTo>
                  <a:lnTo>
                    <a:pt x="722" y="275"/>
                  </a:lnTo>
                  <a:lnTo>
                    <a:pt x="725" y="277"/>
                  </a:lnTo>
                  <a:lnTo>
                    <a:pt x="727" y="281"/>
                  </a:lnTo>
                  <a:lnTo>
                    <a:pt x="729" y="284"/>
                  </a:lnTo>
                  <a:lnTo>
                    <a:pt x="731" y="285"/>
                  </a:lnTo>
                  <a:lnTo>
                    <a:pt x="734" y="285"/>
                  </a:lnTo>
                  <a:lnTo>
                    <a:pt x="737" y="284"/>
                  </a:lnTo>
                  <a:lnTo>
                    <a:pt x="739" y="285"/>
                  </a:lnTo>
                  <a:lnTo>
                    <a:pt x="741" y="287"/>
                  </a:lnTo>
                  <a:lnTo>
                    <a:pt x="742" y="289"/>
                  </a:lnTo>
                  <a:lnTo>
                    <a:pt x="744" y="290"/>
                  </a:lnTo>
                  <a:lnTo>
                    <a:pt x="746" y="292"/>
                  </a:lnTo>
                  <a:lnTo>
                    <a:pt x="748" y="294"/>
                  </a:lnTo>
                  <a:lnTo>
                    <a:pt x="748" y="296"/>
                  </a:lnTo>
                  <a:lnTo>
                    <a:pt x="748" y="299"/>
                  </a:lnTo>
                  <a:lnTo>
                    <a:pt x="748" y="301"/>
                  </a:lnTo>
                  <a:lnTo>
                    <a:pt x="749" y="303"/>
                  </a:lnTo>
                  <a:close/>
                </a:path>
              </a:pathLst>
            </a:custGeom>
            <a:solidFill>
              <a:srgbClr val="86D1BC">
                <a:alpha val="24000"/>
              </a:srgbClr>
            </a:solidFill>
            <a:ln>
              <a:noFill/>
            </a:ln>
          </p:spPr>
          <p:txBody>
            <a:bodyPr anchor="ctr"/>
            <a:lstStyle/>
            <a:p>
              <a:pPr algn="ctr">
                <a:buNone/>
              </a:pPr>
            </a:p>
          </p:txBody>
        </p:sp>
        <p:sp>
          <p:nvSpPr>
            <p:cNvPr id="6713" name="addition:input:180"/>
            <p:cNvSpPr>
              <a:spLocks noGrp="1"/>
            </p:cNvSpPr>
            <p:nvPr/>
          </p:nvSpPr>
          <p:spPr>
            <a:xfrm>
              <a:off x="209550" y="5438775"/>
              <a:ext cx="1278880" cy="526740"/>
            </a:xfrm>
            <a:custGeom>
              <a:avLst/>
              <a:gdLst/>
              <a:ahLst/>
              <a:cxnLst/>
              <a:rect l="l" t="t" r="r" b="b"/>
              <a:pathLst>
                <a:path w="777" h="281">
                  <a:moveTo>
                    <a:pt x="0" y="0"/>
                  </a:moveTo>
                  <a:moveTo>
                    <a:pt x="776" y="251"/>
                  </a:moveTo>
                  <a:lnTo>
                    <a:pt x="776" y="253"/>
                  </a:lnTo>
                  <a:lnTo>
                    <a:pt x="776" y="256"/>
                  </a:lnTo>
                  <a:lnTo>
                    <a:pt x="776" y="258"/>
                  </a:lnTo>
                  <a:lnTo>
                    <a:pt x="777" y="261"/>
                  </a:lnTo>
                  <a:lnTo>
                    <a:pt x="777" y="263"/>
                  </a:lnTo>
                  <a:lnTo>
                    <a:pt x="775" y="265"/>
                  </a:lnTo>
                  <a:lnTo>
                    <a:pt x="774" y="267"/>
                  </a:lnTo>
                  <a:lnTo>
                    <a:pt x="773" y="268"/>
                  </a:lnTo>
                  <a:lnTo>
                    <a:pt x="771" y="270"/>
                  </a:lnTo>
                  <a:lnTo>
                    <a:pt x="770" y="271"/>
                  </a:lnTo>
                  <a:lnTo>
                    <a:pt x="767" y="271"/>
                  </a:lnTo>
                  <a:lnTo>
                    <a:pt x="764" y="270"/>
                  </a:lnTo>
                  <a:lnTo>
                    <a:pt x="762" y="271"/>
                  </a:lnTo>
                  <a:lnTo>
                    <a:pt x="761" y="273"/>
                  </a:lnTo>
                  <a:lnTo>
                    <a:pt x="760" y="277"/>
                  </a:lnTo>
                  <a:lnTo>
                    <a:pt x="758" y="280"/>
                  </a:lnTo>
                  <a:lnTo>
                    <a:pt x="755" y="281"/>
                  </a:lnTo>
                  <a:lnTo>
                    <a:pt x="753" y="280"/>
                  </a:lnTo>
                  <a:lnTo>
                    <a:pt x="750" y="278"/>
                  </a:lnTo>
                  <a:lnTo>
                    <a:pt x="748" y="277"/>
                  </a:lnTo>
                  <a:lnTo>
                    <a:pt x="746" y="276"/>
                  </a:lnTo>
                  <a:lnTo>
                    <a:pt x="744" y="274"/>
                  </a:lnTo>
                  <a:lnTo>
                    <a:pt x="742" y="273"/>
                  </a:lnTo>
                  <a:lnTo>
                    <a:pt x="741" y="271"/>
                  </a:lnTo>
                  <a:lnTo>
                    <a:pt x="739" y="270"/>
                  </a:lnTo>
                  <a:lnTo>
                    <a:pt x="736" y="269"/>
                  </a:lnTo>
                  <a:lnTo>
                    <a:pt x="734" y="268"/>
                  </a:lnTo>
                  <a:lnTo>
                    <a:pt x="732" y="267"/>
                  </a:lnTo>
                  <a:lnTo>
                    <a:pt x="732" y="264"/>
                  </a:lnTo>
                  <a:lnTo>
                    <a:pt x="732" y="262"/>
                  </a:lnTo>
                  <a:lnTo>
                    <a:pt x="731" y="260"/>
                  </a:lnTo>
                  <a:lnTo>
                    <a:pt x="728" y="258"/>
                  </a:lnTo>
                  <a:lnTo>
                    <a:pt x="726" y="256"/>
                  </a:lnTo>
                  <a:lnTo>
                    <a:pt x="725" y="254"/>
                  </a:lnTo>
                  <a:lnTo>
                    <a:pt x="727" y="251"/>
                  </a:lnTo>
                  <a:lnTo>
                    <a:pt x="730" y="249"/>
                  </a:lnTo>
                  <a:lnTo>
                    <a:pt x="733" y="247"/>
                  </a:lnTo>
                  <a:lnTo>
                    <a:pt x="734" y="245"/>
                  </a:lnTo>
                  <a:lnTo>
                    <a:pt x="735" y="243"/>
                  </a:lnTo>
                  <a:lnTo>
                    <a:pt x="735" y="241"/>
                  </a:lnTo>
                  <a:lnTo>
                    <a:pt x="736" y="239"/>
                  </a:lnTo>
                  <a:lnTo>
                    <a:pt x="737" y="237"/>
                  </a:lnTo>
                  <a:lnTo>
                    <a:pt x="737" y="234"/>
                  </a:lnTo>
                  <a:lnTo>
                    <a:pt x="737" y="230"/>
                  </a:lnTo>
                  <a:lnTo>
                    <a:pt x="739" y="228"/>
                  </a:lnTo>
                  <a:lnTo>
                    <a:pt x="741" y="227"/>
                  </a:lnTo>
                  <a:lnTo>
                    <a:pt x="744" y="228"/>
                  </a:lnTo>
                  <a:lnTo>
                    <a:pt x="746" y="228"/>
                  </a:lnTo>
                  <a:lnTo>
                    <a:pt x="748" y="228"/>
                  </a:lnTo>
                  <a:lnTo>
                    <a:pt x="750" y="226"/>
                  </a:lnTo>
                  <a:lnTo>
                    <a:pt x="751" y="224"/>
                  </a:lnTo>
                  <a:lnTo>
                    <a:pt x="753" y="225"/>
                  </a:lnTo>
                  <a:lnTo>
                    <a:pt x="755" y="227"/>
                  </a:lnTo>
                  <a:lnTo>
                    <a:pt x="756" y="229"/>
                  </a:lnTo>
                  <a:lnTo>
                    <a:pt x="758" y="229"/>
                  </a:lnTo>
                  <a:lnTo>
                    <a:pt x="760" y="228"/>
                  </a:lnTo>
                  <a:lnTo>
                    <a:pt x="762" y="228"/>
                  </a:lnTo>
                  <a:lnTo>
                    <a:pt x="764" y="228"/>
                  </a:lnTo>
                  <a:lnTo>
                    <a:pt x="765" y="228"/>
                  </a:lnTo>
                  <a:lnTo>
                    <a:pt x="768" y="229"/>
                  </a:lnTo>
                  <a:lnTo>
                    <a:pt x="770" y="230"/>
                  </a:lnTo>
                  <a:lnTo>
                    <a:pt x="772" y="232"/>
                  </a:lnTo>
                  <a:lnTo>
                    <a:pt x="772" y="235"/>
                  </a:lnTo>
                  <a:lnTo>
                    <a:pt x="771" y="238"/>
                  </a:lnTo>
                  <a:lnTo>
                    <a:pt x="769" y="241"/>
                  </a:lnTo>
                  <a:lnTo>
                    <a:pt x="769" y="244"/>
                  </a:lnTo>
                  <a:lnTo>
                    <a:pt x="771" y="245"/>
                  </a:lnTo>
                  <a:lnTo>
                    <a:pt x="774" y="247"/>
                  </a:lnTo>
                  <a:lnTo>
                    <a:pt x="776" y="249"/>
                  </a:lnTo>
                  <a:close/>
                </a:path>
              </a:pathLst>
            </a:custGeom>
            <a:solidFill>
              <a:srgbClr val="86D1BC">
                <a:alpha val="24000"/>
              </a:srgbClr>
            </a:solidFill>
            <a:ln>
              <a:noFill/>
            </a:ln>
          </p:spPr>
          <p:txBody>
            <a:bodyPr anchor="ctr"/>
            <a:lstStyle/>
            <a:p>
              <a:pPr algn="ctr">
                <a:buNone/>
              </a:pPr>
            </a:p>
          </p:txBody>
        </p:sp>
        <p:sp>
          <p:nvSpPr>
            <p:cNvPr id="6714" name="addition:input:181"/>
            <p:cNvSpPr>
              <a:spLocks noGrp="1"/>
            </p:cNvSpPr>
            <p:nvPr/>
          </p:nvSpPr>
          <p:spPr>
            <a:xfrm>
              <a:off x="209550" y="5438775"/>
              <a:ext cx="1408908" cy="478003"/>
            </a:xfrm>
            <a:custGeom>
              <a:avLst/>
              <a:gdLst/>
              <a:ahLst/>
              <a:cxnLst/>
              <a:rect l="l" t="t" r="r" b="b"/>
              <a:pathLst>
                <a:path w="856" h="255">
                  <a:moveTo>
                    <a:pt x="0" y="0"/>
                  </a:moveTo>
                  <a:moveTo>
                    <a:pt x="853" y="226"/>
                  </a:moveTo>
                  <a:lnTo>
                    <a:pt x="853" y="228"/>
                  </a:lnTo>
                  <a:lnTo>
                    <a:pt x="855" y="230"/>
                  </a:lnTo>
                  <a:lnTo>
                    <a:pt x="856" y="233"/>
                  </a:lnTo>
                  <a:lnTo>
                    <a:pt x="855" y="235"/>
                  </a:lnTo>
                  <a:lnTo>
                    <a:pt x="854" y="237"/>
                  </a:lnTo>
                  <a:lnTo>
                    <a:pt x="853" y="240"/>
                  </a:lnTo>
                  <a:lnTo>
                    <a:pt x="853" y="242"/>
                  </a:lnTo>
                  <a:lnTo>
                    <a:pt x="853" y="245"/>
                  </a:lnTo>
                  <a:lnTo>
                    <a:pt x="851" y="247"/>
                  </a:lnTo>
                  <a:lnTo>
                    <a:pt x="848" y="247"/>
                  </a:lnTo>
                  <a:lnTo>
                    <a:pt x="843" y="246"/>
                  </a:lnTo>
                  <a:lnTo>
                    <a:pt x="840" y="245"/>
                  </a:lnTo>
                  <a:lnTo>
                    <a:pt x="839" y="246"/>
                  </a:lnTo>
                  <a:lnTo>
                    <a:pt x="837" y="249"/>
                  </a:lnTo>
                  <a:lnTo>
                    <a:pt x="836" y="252"/>
                  </a:lnTo>
                  <a:lnTo>
                    <a:pt x="833" y="254"/>
                  </a:lnTo>
                  <a:lnTo>
                    <a:pt x="830" y="254"/>
                  </a:lnTo>
                  <a:lnTo>
                    <a:pt x="827" y="254"/>
                  </a:lnTo>
                  <a:lnTo>
                    <a:pt x="824" y="255"/>
                  </a:lnTo>
                  <a:lnTo>
                    <a:pt x="821" y="254"/>
                  </a:lnTo>
                  <a:lnTo>
                    <a:pt x="818" y="253"/>
                  </a:lnTo>
                  <a:lnTo>
                    <a:pt x="816" y="250"/>
                  </a:lnTo>
                  <a:lnTo>
                    <a:pt x="814" y="247"/>
                  </a:lnTo>
                  <a:lnTo>
                    <a:pt x="811" y="246"/>
                  </a:lnTo>
                  <a:lnTo>
                    <a:pt x="808" y="246"/>
                  </a:lnTo>
                  <a:lnTo>
                    <a:pt x="805" y="245"/>
                  </a:lnTo>
                  <a:lnTo>
                    <a:pt x="803" y="243"/>
                  </a:lnTo>
                  <a:lnTo>
                    <a:pt x="802" y="240"/>
                  </a:lnTo>
                  <a:lnTo>
                    <a:pt x="802" y="238"/>
                  </a:lnTo>
                  <a:lnTo>
                    <a:pt x="801" y="236"/>
                  </a:lnTo>
                  <a:lnTo>
                    <a:pt x="797" y="235"/>
                  </a:lnTo>
                  <a:lnTo>
                    <a:pt x="794" y="233"/>
                  </a:lnTo>
                  <a:lnTo>
                    <a:pt x="791" y="231"/>
                  </a:lnTo>
                  <a:lnTo>
                    <a:pt x="791" y="228"/>
                  </a:lnTo>
                  <a:lnTo>
                    <a:pt x="793" y="226"/>
                  </a:lnTo>
                  <a:lnTo>
                    <a:pt x="794" y="223"/>
                  </a:lnTo>
                  <a:lnTo>
                    <a:pt x="796" y="221"/>
                  </a:lnTo>
                  <a:lnTo>
                    <a:pt x="798" y="219"/>
                  </a:lnTo>
                  <a:lnTo>
                    <a:pt x="801" y="217"/>
                  </a:lnTo>
                  <a:lnTo>
                    <a:pt x="804" y="216"/>
                  </a:lnTo>
                  <a:lnTo>
                    <a:pt x="806" y="214"/>
                  </a:lnTo>
                  <a:lnTo>
                    <a:pt x="805" y="211"/>
                  </a:lnTo>
                  <a:lnTo>
                    <a:pt x="805" y="207"/>
                  </a:lnTo>
                  <a:lnTo>
                    <a:pt x="806" y="204"/>
                  </a:lnTo>
                  <a:lnTo>
                    <a:pt x="808" y="203"/>
                  </a:lnTo>
                  <a:lnTo>
                    <a:pt x="812" y="202"/>
                  </a:lnTo>
                  <a:lnTo>
                    <a:pt x="815" y="202"/>
                  </a:lnTo>
                  <a:lnTo>
                    <a:pt x="818" y="201"/>
                  </a:lnTo>
                  <a:lnTo>
                    <a:pt x="820" y="199"/>
                  </a:lnTo>
                  <a:lnTo>
                    <a:pt x="822" y="197"/>
                  </a:lnTo>
                  <a:lnTo>
                    <a:pt x="825" y="197"/>
                  </a:lnTo>
                  <a:lnTo>
                    <a:pt x="828" y="199"/>
                  </a:lnTo>
                  <a:lnTo>
                    <a:pt x="830" y="200"/>
                  </a:lnTo>
                  <a:lnTo>
                    <a:pt x="832" y="201"/>
                  </a:lnTo>
                  <a:lnTo>
                    <a:pt x="834" y="201"/>
                  </a:lnTo>
                  <a:lnTo>
                    <a:pt x="836" y="202"/>
                  </a:lnTo>
                  <a:lnTo>
                    <a:pt x="838" y="203"/>
                  </a:lnTo>
                  <a:lnTo>
                    <a:pt x="840" y="204"/>
                  </a:lnTo>
                  <a:lnTo>
                    <a:pt x="842" y="203"/>
                  </a:lnTo>
                  <a:lnTo>
                    <a:pt x="846" y="202"/>
                  </a:lnTo>
                  <a:lnTo>
                    <a:pt x="850" y="202"/>
                  </a:lnTo>
                  <a:lnTo>
                    <a:pt x="852" y="205"/>
                  </a:lnTo>
                  <a:lnTo>
                    <a:pt x="851" y="208"/>
                  </a:lnTo>
                  <a:lnTo>
                    <a:pt x="849" y="212"/>
                  </a:lnTo>
                  <a:lnTo>
                    <a:pt x="848" y="215"/>
                  </a:lnTo>
                  <a:lnTo>
                    <a:pt x="850" y="217"/>
                  </a:lnTo>
                  <a:lnTo>
                    <a:pt x="852" y="219"/>
                  </a:lnTo>
                  <a:lnTo>
                    <a:pt x="853" y="221"/>
                  </a:lnTo>
                  <a:lnTo>
                    <a:pt x="853" y="223"/>
                  </a:lnTo>
                  <a:close/>
                </a:path>
              </a:pathLst>
            </a:custGeom>
            <a:solidFill>
              <a:srgbClr val="86D1BC">
                <a:alpha val="24000"/>
              </a:srgbClr>
            </a:solidFill>
            <a:ln>
              <a:noFill/>
            </a:ln>
          </p:spPr>
          <p:txBody>
            <a:bodyPr anchor="ctr"/>
            <a:lstStyle/>
            <a:p>
              <a:pPr algn="ctr">
                <a:buNone/>
              </a:pPr>
            </a:p>
          </p:txBody>
        </p:sp>
        <p:sp>
          <p:nvSpPr>
            <p:cNvPr id="6715" name="addition:input:182"/>
            <p:cNvSpPr>
              <a:spLocks noGrp="1"/>
            </p:cNvSpPr>
            <p:nvPr/>
          </p:nvSpPr>
          <p:spPr>
            <a:xfrm>
              <a:off x="209550" y="5438775"/>
              <a:ext cx="1517538" cy="536113"/>
            </a:xfrm>
            <a:custGeom>
              <a:avLst/>
              <a:gdLst/>
              <a:ahLst/>
              <a:cxnLst/>
              <a:rect l="l" t="t" r="r" b="b"/>
              <a:pathLst>
                <a:path w="922" h="286">
                  <a:moveTo>
                    <a:pt x="0" y="0"/>
                  </a:moveTo>
                  <a:moveTo>
                    <a:pt x="920" y="260"/>
                  </a:moveTo>
                  <a:lnTo>
                    <a:pt x="917" y="262"/>
                  </a:lnTo>
                  <a:lnTo>
                    <a:pt x="915" y="264"/>
                  </a:lnTo>
                  <a:lnTo>
                    <a:pt x="914" y="265"/>
                  </a:lnTo>
                  <a:lnTo>
                    <a:pt x="915" y="268"/>
                  </a:lnTo>
                  <a:lnTo>
                    <a:pt x="915" y="270"/>
                  </a:lnTo>
                  <a:lnTo>
                    <a:pt x="914" y="273"/>
                  </a:lnTo>
                  <a:lnTo>
                    <a:pt x="914" y="275"/>
                  </a:lnTo>
                  <a:lnTo>
                    <a:pt x="914" y="278"/>
                  </a:lnTo>
                  <a:lnTo>
                    <a:pt x="913" y="281"/>
                  </a:lnTo>
                  <a:lnTo>
                    <a:pt x="912" y="283"/>
                  </a:lnTo>
                  <a:lnTo>
                    <a:pt x="909" y="283"/>
                  </a:lnTo>
                  <a:lnTo>
                    <a:pt x="906" y="282"/>
                  </a:lnTo>
                  <a:lnTo>
                    <a:pt x="904" y="281"/>
                  </a:lnTo>
                  <a:lnTo>
                    <a:pt x="903" y="282"/>
                  </a:lnTo>
                  <a:lnTo>
                    <a:pt x="902" y="284"/>
                  </a:lnTo>
                  <a:lnTo>
                    <a:pt x="900" y="286"/>
                  </a:lnTo>
                  <a:lnTo>
                    <a:pt x="898" y="285"/>
                  </a:lnTo>
                  <a:lnTo>
                    <a:pt x="897" y="284"/>
                  </a:lnTo>
                  <a:lnTo>
                    <a:pt x="895" y="282"/>
                  </a:lnTo>
                  <a:lnTo>
                    <a:pt x="894" y="282"/>
                  </a:lnTo>
                  <a:lnTo>
                    <a:pt x="892" y="284"/>
                  </a:lnTo>
                  <a:lnTo>
                    <a:pt x="889" y="284"/>
                  </a:lnTo>
                  <a:lnTo>
                    <a:pt x="887" y="284"/>
                  </a:lnTo>
                  <a:lnTo>
                    <a:pt x="885" y="283"/>
                  </a:lnTo>
                  <a:lnTo>
                    <a:pt x="883" y="281"/>
                  </a:lnTo>
                  <a:lnTo>
                    <a:pt x="882" y="280"/>
                  </a:lnTo>
                  <a:lnTo>
                    <a:pt x="880" y="278"/>
                  </a:lnTo>
                  <a:lnTo>
                    <a:pt x="880" y="275"/>
                  </a:lnTo>
                  <a:lnTo>
                    <a:pt x="881" y="271"/>
                  </a:lnTo>
                  <a:lnTo>
                    <a:pt x="881" y="269"/>
                  </a:lnTo>
                  <a:lnTo>
                    <a:pt x="880" y="267"/>
                  </a:lnTo>
                  <a:lnTo>
                    <a:pt x="878" y="266"/>
                  </a:lnTo>
                  <a:lnTo>
                    <a:pt x="874" y="264"/>
                  </a:lnTo>
                  <a:lnTo>
                    <a:pt x="872" y="262"/>
                  </a:lnTo>
                  <a:lnTo>
                    <a:pt x="872" y="260"/>
                  </a:lnTo>
                  <a:lnTo>
                    <a:pt x="873" y="257"/>
                  </a:lnTo>
                  <a:lnTo>
                    <a:pt x="873" y="255"/>
                  </a:lnTo>
                  <a:lnTo>
                    <a:pt x="873" y="253"/>
                  </a:lnTo>
                  <a:lnTo>
                    <a:pt x="873" y="250"/>
                  </a:lnTo>
                  <a:lnTo>
                    <a:pt x="874" y="248"/>
                  </a:lnTo>
                  <a:lnTo>
                    <a:pt x="875" y="246"/>
                  </a:lnTo>
                  <a:lnTo>
                    <a:pt x="877" y="245"/>
                  </a:lnTo>
                  <a:lnTo>
                    <a:pt x="879" y="243"/>
                  </a:lnTo>
                  <a:lnTo>
                    <a:pt x="880" y="242"/>
                  </a:lnTo>
                  <a:lnTo>
                    <a:pt x="882" y="240"/>
                  </a:lnTo>
                  <a:lnTo>
                    <a:pt x="884" y="240"/>
                  </a:lnTo>
                  <a:lnTo>
                    <a:pt x="886" y="240"/>
                  </a:lnTo>
                  <a:lnTo>
                    <a:pt x="888" y="239"/>
                  </a:lnTo>
                  <a:lnTo>
                    <a:pt x="890" y="236"/>
                  </a:lnTo>
                  <a:lnTo>
                    <a:pt x="891" y="232"/>
                  </a:lnTo>
                  <a:lnTo>
                    <a:pt x="893" y="230"/>
                  </a:lnTo>
                  <a:lnTo>
                    <a:pt x="896" y="230"/>
                  </a:lnTo>
                  <a:lnTo>
                    <a:pt x="899" y="232"/>
                  </a:lnTo>
                  <a:lnTo>
                    <a:pt x="901" y="234"/>
                  </a:lnTo>
                  <a:lnTo>
                    <a:pt x="903" y="236"/>
                  </a:lnTo>
                  <a:lnTo>
                    <a:pt x="905" y="237"/>
                  </a:lnTo>
                  <a:lnTo>
                    <a:pt x="907" y="238"/>
                  </a:lnTo>
                  <a:lnTo>
                    <a:pt x="909" y="239"/>
                  </a:lnTo>
                  <a:lnTo>
                    <a:pt x="910" y="240"/>
                  </a:lnTo>
                  <a:lnTo>
                    <a:pt x="912" y="241"/>
                  </a:lnTo>
                  <a:lnTo>
                    <a:pt x="914" y="241"/>
                  </a:lnTo>
                  <a:lnTo>
                    <a:pt x="917" y="242"/>
                  </a:lnTo>
                  <a:lnTo>
                    <a:pt x="918" y="244"/>
                  </a:lnTo>
                  <a:lnTo>
                    <a:pt x="918" y="246"/>
                  </a:lnTo>
                  <a:lnTo>
                    <a:pt x="918" y="249"/>
                  </a:lnTo>
                  <a:lnTo>
                    <a:pt x="919" y="251"/>
                  </a:lnTo>
                  <a:lnTo>
                    <a:pt x="921" y="252"/>
                  </a:lnTo>
                  <a:lnTo>
                    <a:pt x="922" y="254"/>
                  </a:lnTo>
                  <a:lnTo>
                    <a:pt x="922" y="257"/>
                  </a:lnTo>
                  <a:close/>
                </a:path>
              </a:pathLst>
            </a:custGeom>
            <a:solidFill>
              <a:srgbClr val="86D1BC">
                <a:alpha val="24000"/>
              </a:srgbClr>
            </a:solidFill>
            <a:ln>
              <a:noFill/>
            </a:ln>
          </p:spPr>
          <p:txBody>
            <a:bodyPr anchor="ctr"/>
            <a:lstStyle/>
            <a:p>
              <a:pPr algn="ctr">
                <a:buNone/>
              </a:pPr>
            </a:p>
          </p:txBody>
        </p:sp>
        <p:sp>
          <p:nvSpPr>
            <p:cNvPr id="6716" name="addition:input:183"/>
            <p:cNvSpPr>
              <a:spLocks noGrp="1"/>
            </p:cNvSpPr>
            <p:nvPr/>
          </p:nvSpPr>
          <p:spPr>
            <a:xfrm>
              <a:off x="209550" y="5438775"/>
              <a:ext cx="2096902" cy="924138"/>
            </a:xfrm>
            <a:custGeom>
              <a:avLst/>
              <a:gdLst/>
              <a:ahLst/>
              <a:cxnLst/>
              <a:rect l="l" t="t" r="r" b="b"/>
              <a:pathLst>
                <a:path w="1274" h="493">
                  <a:moveTo>
                    <a:pt x="0" y="0"/>
                  </a:moveTo>
                  <a:moveTo>
                    <a:pt x="1267" y="354"/>
                  </a:moveTo>
                  <a:lnTo>
                    <a:pt x="1255" y="367"/>
                  </a:lnTo>
                  <a:lnTo>
                    <a:pt x="1237" y="377"/>
                  </a:lnTo>
                  <a:lnTo>
                    <a:pt x="1218" y="385"/>
                  </a:lnTo>
                  <a:lnTo>
                    <a:pt x="1208" y="394"/>
                  </a:lnTo>
                  <a:lnTo>
                    <a:pt x="1212" y="407"/>
                  </a:lnTo>
                  <a:lnTo>
                    <a:pt x="1220" y="425"/>
                  </a:lnTo>
                  <a:lnTo>
                    <a:pt x="1221" y="442"/>
                  </a:lnTo>
                  <a:lnTo>
                    <a:pt x="1210" y="453"/>
                  </a:lnTo>
                  <a:lnTo>
                    <a:pt x="1193" y="458"/>
                  </a:lnTo>
                  <a:lnTo>
                    <a:pt x="1176" y="462"/>
                  </a:lnTo>
                  <a:lnTo>
                    <a:pt x="1165" y="470"/>
                  </a:lnTo>
                  <a:lnTo>
                    <a:pt x="1156" y="482"/>
                  </a:lnTo>
                  <a:lnTo>
                    <a:pt x="1145" y="491"/>
                  </a:lnTo>
                  <a:lnTo>
                    <a:pt x="1130" y="493"/>
                  </a:lnTo>
                  <a:lnTo>
                    <a:pt x="1115" y="490"/>
                  </a:lnTo>
                  <a:lnTo>
                    <a:pt x="1101" y="486"/>
                  </a:lnTo>
                  <a:lnTo>
                    <a:pt x="1089" y="485"/>
                  </a:lnTo>
                  <a:lnTo>
                    <a:pt x="1077" y="485"/>
                  </a:lnTo>
                  <a:lnTo>
                    <a:pt x="1066" y="480"/>
                  </a:lnTo>
                  <a:lnTo>
                    <a:pt x="1056" y="473"/>
                  </a:lnTo>
                  <a:lnTo>
                    <a:pt x="1046" y="469"/>
                  </a:lnTo>
                  <a:lnTo>
                    <a:pt x="1032" y="474"/>
                  </a:lnTo>
                  <a:lnTo>
                    <a:pt x="1012" y="484"/>
                  </a:lnTo>
                  <a:lnTo>
                    <a:pt x="990" y="490"/>
                  </a:lnTo>
                  <a:lnTo>
                    <a:pt x="975" y="483"/>
                  </a:lnTo>
                  <a:lnTo>
                    <a:pt x="972" y="466"/>
                  </a:lnTo>
                  <a:lnTo>
                    <a:pt x="975" y="446"/>
                  </a:lnTo>
                  <a:lnTo>
                    <a:pt x="975" y="430"/>
                  </a:lnTo>
                  <a:lnTo>
                    <a:pt x="969" y="420"/>
                  </a:lnTo>
                  <a:lnTo>
                    <a:pt x="959" y="411"/>
                  </a:lnTo>
                  <a:lnTo>
                    <a:pt x="951" y="400"/>
                  </a:lnTo>
                  <a:lnTo>
                    <a:pt x="948" y="388"/>
                  </a:lnTo>
                  <a:lnTo>
                    <a:pt x="944" y="377"/>
                  </a:lnTo>
                  <a:lnTo>
                    <a:pt x="936" y="366"/>
                  </a:lnTo>
                  <a:lnTo>
                    <a:pt x="925" y="354"/>
                  </a:lnTo>
                  <a:lnTo>
                    <a:pt x="918" y="341"/>
                  </a:lnTo>
                  <a:lnTo>
                    <a:pt x="920" y="329"/>
                  </a:lnTo>
                  <a:lnTo>
                    <a:pt x="926" y="317"/>
                  </a:lnTo>
                  <a:lnTo>
                    <a:pt x="928" y="305"/>
                  </a:lnTo>
                  <a:lnTo>
                    <a:pt x="923" y="291"/>
                  </a:lnTo>
                  <a:lnTo>
                    <a:pt x="918" y="274"/>
                  </a:lnTo>
                  <a:lnTo>
                    <a:pt x="924" y="261"/>
                  </a:lnTo>
                  <a:lnTo>
                    <a:pt x="943" y="257"/>
                  </a:lnTo>
                  <a:lnTo>
                    <a:pt x="967" y="260"/>
                  </a:lnTo>
                  <a:lnTo>
                    <a:pt x="987" y="263"/>
                  </a:lnTo>
                  <a:lnTo>
                    <a:pt x="999" y="259"/>
                  </a:lnTo>
                  <a:lnTo>
                    <a:pt x="1005" y="247"/>
                  </a:lnTo>
                  <a:lnTo>
                    <a:pt x="1013" y="232"/>
                  </a:lnTo>
                  <a:lnTo>
                    <a:pt x="1025" y="222"/>
                  </a:lnTo>
                  <a:lnTo>
                    <a:pt x="1040" y="215"/>
                  </a:lnTo>
                  <a:lnTo>
                    <a:pt x="1056" y="208"/>
                  </a:lnTo>
                  <a:lnTo>
                    <a:pt x="1074" y="201"/>
                  </a:lnTo>
                  <a:lnTo>
                    <a:pt x="1092" y="198"/>
                  </a:lnTo>
                  <a:lnTo>
                    <a:pt x="1111" y="205"/>
                  </a:lnTo>
                  <a:lnTo>
                    <a:pt x="1126" y="218"/>
                  </a:lnTo>
                  <a:lnTo>
                    <a:pt x="1139" y="232"/>
                  </a:lnTo>
                  <a:lnTo>
                    <a:pt x="1153" y="237"/>
                  </a:lnTo>
                  <a:lnTo>
                    <a:pt x="1171" y="236"/>
                  </a:lnTo>
                  <a:lnTo>
                    <a:pt x="1190" y="236"/>
                  </a:lnTo>
                  <a:lnTo>
                    <a:pt x="1203" y="244"/>
                  </a:lnTo>
                  <a:lnTo>
                    <a:pt x="1208" y="259"/>
                  </a:lnTo>
                  <a:lnTo>
                    <a:pt x="1210" y="274"/>
                  </a:lnTo>
                  <a:lnTo>
                    <a:pt x="1218" y="282"/>
                  </a:lnTo>
                  <a:lnTo>
                    <a:pt x="1235" y="287"/>
                  </a:lnTo>
                  <a:lnTo>
                    <a:pt x="1255" y="291"/>
                  </a:lnTo>
                  <a:lnTo>
                    <a:pt x="1269" y="300"/>
                  </a:lnTo>
                  <a:lnTo>
                    <a:pt x="1274" y="313"/>
                  </a:lnTo>
                  <a:lnTo>
                    <a:pt x="1273" y="327"/>
                  </a:lnTo>
                  <a:lnTo>
                    <a:pt x="1271" y="341"/>
                  </a:lnTo>
                  <a:close/>
                </a:path>
              </a:pathLst>
            </a:custGeom>
            <a:solidFill>
              <a:srgbClr val="EFD4E3">
                <a:alpha val="43000"/>
              </a:srgbClr>
            </a:solidFill>
            <a:ln>
              <a:noFill/>
            </a:ln>
          </p:spPr>
          <p:txBody>
            <a:bodyPr anchor="ctr"/>
            <a:lstStyle/>
            <a:p>
              <a:pPr algn="ctr">
                <a:buNone/>
              </a:pPr>
            </a:p>
          </p:txBody>
        </p:sp>
        <p:sp>
          <p:nvSpPr>
            <p:cNvPr id="6717" name="addition:input:184"/>
            <p:cNvSpPr>
              <a:spLocks noGrp="1"/>
            </p:cNvSpPr>
            <p:nvPr/>
          </p:nvSpPr>
          <p:spPr>
            <a:xfrm>
              <a:off x="209550" y="5438775"/>
              <a:ext cx="2011314" cy="933511"/>
            </a:xfrm>
            <a:custGeom>
              <a:avLst/>
              <a:gdLst/>
              <a:ahLst/>
              <a:cxnLst/>
              <a:rect l="l" t="t" r="r" b="b"/>
              <a:pathLst>
                <a:path w="1222" h="498">
                  <a:moveTo>
                    <a:pt x="0" y="0"/>
                  </a:moveTo>
                  <a:moveTo>
                    <a:pt x="1201" y="359"/>
                  </a:moveTo>
                  <a:lnTo>
                    <a:pt x="1215" y="370"/>
                  </a:lnTo>
                  <a:lnTo>
                    <a:pt x="1222" y="382"/>
                  </a:lnTo>
                  <a:lnTo>
                    <a:pt x="1217" y="392"/>
                  </a:lnTo>
                  <a:lnTo>
                    <a:pt x="1207" y="400"/>
                  </a:lnTo>
                  <a:lnTo>
                    <a:pt x="1200" y="409"/>
                  </a:lnTo>
                  <a:lnTo>
                    <a:pt x="1201" y="420"/>
                  </a:lnTo>
                  <a:lnTo>
                    <a:pt x="1204" y="434"/>
                  </a:lnTo>
                  <a:lnTo>
                    <a:pt x="1201" y="445"/>
                  </a:lnTo>
                  <a:lnTo>
                    <a:pt x="1190" y="451"/>
                  </a:lnTo>
                  <a:lnTo>
                    <a:pt x="1175" y="452"/>
                  </a:lnTo>
                  <a:lnTo>
                    <a:pt x="1162" y="453"/>
                  </a:lnTo>
                  <a:lnTo>
                    <a:pt x="1151" y="455"/>
                  </a:lnTo>
                  <a:lnTo>
                    <a:pt x="1141" y="459"/>
                  </a:lnTo>
                  <a:lnTo>
                    <a:pt x="1130" y="460"/>
                  </a:lnTo>
                  <a:lnTo>
                    <a:pt x="1119" y="460"/>
                  </a:lnTo>
                  <a:lnTo>
                    <a:pt x="1108" y="464"/>
                  </a:lnTo>
                  <a:lnTo>
                    <a:pt x="1097" y="475"/>
                  </a:lnTo>
                  <a:lnTo>
                    <a:pt x="1083" y="490"/>
                  </a:lnTo>
                  <a:lnTo>
                    <a:pt x="1066" y="498"/>
                  </a:lnTo>
                  <a:lnTo>
                    <a:pt x="1051" y="494"/>
                  </a:lnTo>
                  <a:lnTo>
                    <a:pt x="1039" y="480"/>
                  </a:lnTo>
                  <a:lnTo>
                    <a:pt x="1030" y="464"/>
                  </a:lnTo>
                  <a:lnTo>
                    <a:pt x="1021" y="455"/>
                  </a:lnTo>
                  <a:lnTo>
                    <a:pt x="1007" y="451"/>
                  </a:lnTo>
                  <a:lnTo>
                    <a:pt x="992" y="449"/>
                  </a:lnTo>
                  <a:lnTo>
                    <a:pt x="981" y="443"/>
                  </a:lnTo>
                  <a:lnTo>
                    <a:pt x="973" y="433"/>
                  </a:lnTo>
                  <a:lnTo>
                    <a:pt x="967" y="423"/>
                  </a:lnTo>
                  <a:lnTo>
                    <a:pt x="957" y="416"/>
                  </a:lnTo>
                  <a:lnTo>
                    <a:pt x="945" y="409"/>
                  </a:lnTo>
                  <a:lnTo>
                    <a:pt x="936" y="401"/>
                  </a:lnTo>
                  <a:lnTo>
                    <a:pt x="931" y="391"/>
                  </a:lnTo>
                  <a:lnTo>
                    <a:pt x="930" y="380"/>
                  </a:lnTo>
                  <a:lnTo>
                    <a:pt x="924" y="370"/>
                  </a:lnTo>
                  <a:lnTo>
                    <a:pt x="915" y="359"/>
                  </a:lnTo>
                  <a:lnTo>
                    <a:pt x="910" y="347"/>
                  </a:lnTo>
                  <a:lnTo>
                    <a:pt x="915" y="335"/>
                  </a:lnTo>
                  <a:lnTo>
                    <a:pt x="934" y="327"/>
                  </a:lnTo>
                  <a:lnTo>
                    <a:pt x="957" y="322"/>
                  </a:lnTo>
                  <a:lnTo>
                    <a:pt x="974" y="317"/>
                  </a:lnTo>
                  <a:lnTo>
                    <a:pt x="979" y="309"/>
                  </a:lnTo>
                  <a:lnTo>
                    <a:pt x="977" y="296"/>
                  </a:lnTo>
                  <a:lnTo>
                    <a:pt x="978" y="282"/>
                  </a:lnTo>
                  <a:lnTo>
                    <a:pt x="985" y="271"/>
                  </a:lnTo>
                  <a:lnTo>
                    <a:pt x="995" y="263"/>
                  </a:lnTo>
                  <a:lnTo>
                    <a:pt x="1006" y="255"/>
                  </a:lnTo>
                  <a:lnTo>
                    <a:pt x="1017" y="246"/>
                  </a:lnTo>
                  <a:lnTo>
                    <a:pt x="1030" y="240"/>
                  </a:lnTo>
                  <a:lnTo>
                    <a:pt x="1045" y="240"/>
                  </a:lnTo>
                  <a:lnTo>
                    <a:pt x="1060" y="244"/>
                  </a:lnTo>
                  <a:lnTo>
                    <a:pt x="1073" y="248"/>
                  </a:lnTo>
                  <a:lnTo>
                    <a:pt x="1085" y="246"/>
                  </a:lnTo>
                  <a:lnTo>
                    <a:pt x="1096" y="241"/>
                  </a:lnTo>
                  <a:lnTo>
                    <a:pt x="1108" y="239"/>
                  </a:lnTo>
                  <a:lnTo>
                    <a:pt x="1118" y="245"/>
                  </a:lnTo>
                  <a:lnTo>
                    <a:pt x="1125" y="257"/>
                  </a:lnTo>
                  <a:lnTo>
                    <a:pt x="1131" y="267"/>
                  </a:lnTo>
                  <a:lnTo>
                    <a:pt x="1140" y="268"/>
                  </a:lnTo>
                  <a:lnTo>
                    <a:pt x="1155" y="263"/>
                  </a:lnTo>
                  <a:lnTo>
                    <a:pt x="1173" y="259"/>
                  </a:lnTo>
                  <a:lnTo>
                    <a:pt x="1187" y="262"/>
                  </a:lnTo>
                  <a:lnTo>
                    <a:pt x="1194" y="271"/>
                  </a:lnTo>
                  <a:lnTo>
                    <a:pt x="1197" y="283"/>
                  </a:lnTo>
                  <a:lnTo>
                    <a:pt x="1200" y="295"/>
                  </a:lnTo>
                  <a:lnTo>
                    <a:pt x="1201" y="306"/>
                  </a:lnTo>
                  <a:lnTo>
                    <a:pt x="1199" y="318"/>
                  </a:lnTo>
                  <a:lnTo>
                    <a:pt x="1192" y="331"/>
                  </a:lnTo>
                  <a:lnTo>
                    <a:pt x="1186" y="341"/>
                  </a:lnTo>
                  <a:lnTo>
                    <a:pt x="1188" y="350"/>
                  </a:lnTo>
                  <a:close/>
                </a:path>
              </a:pathLst>
            </a:custGeom>
            <a:solidFill>
              <a:srgbClr val="DA9FC0">
                <a:alpha val="43000"/>
              </a:srgbClr>
            </a:solidFill>
            <a:ln>
              <a:noFill/>
            </a:ln>
          </p:spPr>
          <p:txBody>
            <a:bodyPr anchor="ctr"/>
            <a:lstStyle/>
            <a:p>
              <a:pPr algn="ctr">
                <a:buNone/>
              </a:pPr>
            </a:p>
          </p:txBody>
        </p:sp>
        <p:sp>
          <p:nvSpPr>
            <p:cNvPr id="6718" name="addition:input:185"/>
            <p:cNvSpPr>
              <a:spLocks noGrp="1"/>
            </p:cNvSpPr>
            <p:nvPr/>
          </p:nvSpPr>
          <p:spPr>
            <a:xfrm>
              <a:off x="209550" y="5438775"/>
              <a:ext cx="2004731" cy="879150"/>
            </a:xfrm>
            <a:custGeom>
              <a:avLst/>
              <a:gdLst/>
              <a:ahLst/>
              <a:cxnLst/>
              <a:rect l="l" t="t" r="r" b="b"/>
              <a:pathLst>
                <a:path w="1218" h="469">
                  <a:moveTo>
                    <a:pt x="0" y="0"/>
                  </a:moveTo>
                  <a:moveTo>
                    <a:pt x="1194" y="364"/>
                  </a:moveTo>
                  <a:lnTo>
                    <a:pt x="1178" y="372"/>
                  </a:lnTo>
                  <a:lnTo>
                    <a:pt x="1170" y="379"/>
                  </a:lnTo>
                  <a:lnTo>
                    <a:pt x="1170" y="388"/>
                  </a:lnTo>
                  <a:lnTo>
                    <a:pt x="1172" y="397"/>
                  </a:lnTo>
                  <a:lnTo>
                    <a:pt x="1172" y="407"/>
                  </a:lnTo>
                  <a:lnTo>
                    <a:pt x="1168" y="416"/>
                  </a:lnTo>
                  <a:lnTo>
                    <a:pt x="1164" y="425"/>
                  </a:lnTo>
                  <a:lnTo>
                    <a:pt x="1162" y="436"/>
                  </a:lnTo>
                  <a:lnTo>
                    <a:pt x="1157" y="446"/>
                  </a:lnTo>
                  <a:lnTo>
                    <a:pt x="1147" y="452"/>
                  </a:lnTo>
                  <a:lnTo>
                    <a:pt x="1134" y="453"/>
                  </a:lnTo>
                  <a:lnTo>
                    <a:pt x="1122" y="452"/>
                  </a:lnTo>
                  <a:lnTo>
                    <a:pt x="1112" y="455"/>
                  </a:lnTo>
                  <a:lnTo>
                    <a:pt x="1105" y="462"/>
                  </a:lnTo>
                  <a:lnTo>
                    <a:pt x="1098" y="469"/>
                  </a:lnTo>
                  <a:lnTo>
                    <a:pt x="1088" y="469"/>
                  </a:lnTo>
                  <a:lnTo>
                    <a:pt x="1078" y="462"/>
                  </a:lnTo>
                  <a:lnTo>
                    <a:pt x="1069" y="453"/>
                  </a:lnTo>
                  <a:lnTo>
                    <a:pt x="1062" y="449"/>
                  </a:lnTo>
                  <a:lnTo>
                    <a:pt x="1053" y="453"/>
                  </a:lnTo>
                  <a:lnTo>
                    <a:pt x="1042" y="461"/>
                  </a:lnTo>
                  <a:lnTo>
                    <a:pt x="1029" y="465"/>
                  </a:lnTo>
                  <a:lnTo>
                    <a:pt x="1017" y="464"/>
                  </a:lnTo>
                  <a:lnTo>
                    <a:pt x="1008" y="458"/>
                  </a:lnTo>
                  <a:lnTo>
                    <a:pt x="998" y="452"/>
                  </a:lnTo>
                  <a:lnTo>
                    <a:pt x="990" y="446"/>
                  </a:lnTo>
                  <a:lnTo>
                    <a:pt x="985" y="436"/>
                  </a:lnTo>
                  <a:lnTo>
                    <a:pt x="985" y="423"/>
                  </a:lnTo>
                  <a:lnTo>
                    <a:pt x="989" y="410"/>
                  </a:lnTo>
                  <a:lnTo>
                    <a:pt x="988" y="401"/>
                  </a:lnTo>
                  <a:lnTo>
                    <a:pt x="979" y="395"/>
                  </a:lnTo>
                  <a:lnTo>
                    <a:pt x="964" y="390"/>
                  </a:lnTo>
                  <a:lnTo>
                    <a:pt x="951" y="383"/>
                  </a:lnTo>
                  <a:lnTo>
                    <a:pt x="946" y="374"/>
                  </a:lnTo>
                  <a:lnTo>
                    <a:pt x="950" y="364"/>
                  </a:lnTo>
                  <a:lnTo>
                    <a:pt x="953" y="355"/>
                  </a:lnTo>
                  <a:lnTo>
                    <a:pt x="951" y="346"/>
                  </a:lnTo>
                  <a:lnTo>
                    <a:pt x="944" y="335"/>
                  </a:lnTo>
                  <a:lnTo>
                    <a:pt x="940" y="324"/>
                  </a:lnTo>
                  <a:lnTo>
                    <a:pt x="944" y="315"/>
                  </a:lnTo>
                  <a:lnTo>
                    <a:pt x="953" y="308"/>
                  </a:lnTo>
                  <a:lnTo>
                    <a:pt x="964" y="303"/>
                  </a:lnTo>
                  <a:lnTo>
                    <a:pt x="973" y="298"/>
                  </a:lnTo>
                  <a:lnTo>
                    <a:pt x="982" y="293"/>
                  </a:lnTo>
                  <a:lnTo>
                    <a:pt x="993" y="290"/>
                  </a:lnTo>
                  <a:lnTo>
                    <a:pt x="1006" y="290"/>
                  </a:lnTo>
                  <a:lnTo>
                    <a:pt x="1016" y="288"/>
                  </a:lnTo>
                  <a:lnTo>
                    <a:pt x="1023" y="280"/>
                  </a:lnTo>
                  <a:lnTo>
                    <a:pt x="1029" y="266"/>
                  </a:lnTo>
                  <a:lnTo>
                    <a:pt x="1038" y="251"/>
                  </a:lnTo>
                  <a:lnTo>
                    <a:pt x="1051" y="244"/>
                  </a:lnTo>
                  <a:lnTo>
                    <a:pt x="1066" y="248"/>
                  </a:lnTo>
                  <a:lnTo>
                    <a:pt x="1080" y="257"/>
                  </a:lnTo>
                  <a:lnTo>
                    <a:pt x="1092" y="265"/>
                  </a:lnTo>
                  <a:lnTo>
                    <a:pt x="1104" y="268"/>
                  </a:lnTo>
                  <a:lnTo>
                    <a:pt x="1116" y="268"/>
                  </a:lnTo>
                  <a:lnTo>
                    <a:pt x="1128" y="271"/>
                  </a:lnTo>
                  <a:lnTo>
                    <a:pt x="1137" y="278"/>
                  </a:lnTo>
                  <a:lnTo>
                    <a:pt x="1145" y="285"/>
                  </a:lnTo>
                  <a:lnTo>
                    <a:pt x="1154" y="289"/>
                  </a:lnTo>
                  <a:lnTo>
                    <a:pt x="1164" y="293"/>
                  </a:lnTo>
                  <a:lnTo>
                    <a:pt x="1174" y="297"/>
                  </a:lnTo>
                  <a:lnTo>
                    <a:pt x="1180" y="305"/>
                  </a:lnTo>
                  <a:lnTo>
                    <a:pt x="1183" y="313"/>
                  </a:lnTo>
                  <a:lnTo>
                    <a:pt x="1188" y="320"/>
                  </a:lnTo>
                  <a:lnTo>
                    <a:pt x="1199" y="326"/>
                  </a:lnTo>
                  <a:lnTo>
                    <a:pt x="1212" y="333"/>
                  </a:lnTo>
                  <a:lnTo>
                    <a:pt x="1218" y="342"/>
                  </a:lnTo>
                  <a:lnTo>
                    <a:pt x="1211" y="354"/>
                  </a:lnTo>
                  <a:close/>
                </a:path>
              </a:pathLst>
            </a:custGeom>
            <a:solidFill>
              <a:srgbClr val="CC79A7">
                <a:alpha val="35000"/>
              </a:srgbClr>
            </a:solidFill>
            <a:ln>
              <a:noFill/>
            </a:ln>
          </p:spPr>
          <p:txBody>
            <a:bodyPr anchor="ctr"/>
            <a:lstStyle/>
            <a:p>
              <a:pPr algn="ctr">
                <a:buNone/>
              </a:pPr>
            </a:p>
          </p:txBody>
        </p:sp>
        <p:sp>
          <p:nvSpPr>
            <p:cNvPr id="6719" name="addition:input:186"/>
            <p:cNvSpPr>
              <a:spLocks noGrp="1"/>
            </p:cNvSpPr>
            <p:nvPr/>
          </p:nvSpPr>
          <p:spPr>
            <a:xfrm>
              <a:off x="209550" y="5438775"/>
              <a:ext cx="1761134" cy="714192"/>
            </a:xfrm>
            <a:custGeom>
              <a:avLst/>
              <a:gdLst/>
              <a:ahLst/>
              <a:cxnLst/>
              <a:rect l="l" t="t" r="r" b="b"/>
              <a:pathLst>
                <a:path w="1070" h="381">
                  <a:moveTo>
                    <a:pt x="0" y="0"/>
                  </a:moveTo>
                  <a:moveTo>
                    <a:pt x="1066" y="334"/>
                  </a:moveTo>
                  <a:lnTo>
                    <a:pt x="1068" y="338"/>
                  </a:lnTo>
                  <a:lnTo>
                    <a:pt x="1070" y="342"/>
                  </a:lnTo>
                  <a:lnTo>
                    <a:pt x="1070" y="346"/>
                  </a:lnTo>
                  <a:lnTo>
                    <a:pt x="1069" y="349"/>
                  </a:lnTo>
                  <a:lnTo>
                    <a:pt x="1068" y="353"/>
                  </a:lnTo>
                  <a:lnTo>
                    <a:pt x="1068" y="357"/>
                  </a:lnTo>
                  <a:lnTo>
                    <a:pt x="1068" y="362"/>
                  </a:lnTo>
                  <a:lnTo>
                    <a:pt x="1067" y="366"/>
                  </a:lnTo>
                  <a:lnTo>
                    <a:pt x="1061" y="367"/>
                  </a:lnTo>
                  <a:lnTo>
                    <a:pt x="1054" y="366"/>
                  </a:lnTo>
                  <a:lnTo>
                    <a:pt x="1048" y="364"/>
                  </a:lnTo>
                  <a:lnTo>
                    <a:pt x="1044" y="364"/>
                  </a:lnTo>
                  <a:lnTo>
                    <a:pt x="1042" y="368"/>
                  </a:lnTo>
                  <a:lnTo>
                    <a:pt x="1040" y="373"/>
                  </a:lnTo>
                  <a:lnTo>
                    <a:pt x="1036" y="377"/>
                  </a:lnTo>
                  <a:lnTo>
                    <a:pt x="1031" y="379"/>
                  </a:lnTo>
                  <a:lnTo>
                    <a:pt x="1026" y="380"/>
                  </a:lnTo>
                  <a:lnTo>
                    <a:pt x="1020" y="380"/>
                  </a:lnTo>
                  <a:lnTo>
                    <a:pt x="1015" y="381"/>
                  </a:lnTo>
                  <a:lnTo>
                    <a:pt x="1009" y="379"/>
                  </a:lnTo>
                  <a:lnTo>
                    <a:pt x="1005" y="376"/>
                  </a:lnTo>
                  <a:lnTo>
                    <a:pt x="1001" y="372"/>
                  </a:lnTo>
                  <a:lnTo>
                    <a:pt x="997" y="369"/>
                  </a:lnTo>
                  <a:lnTo>
                    <a:pt x="992" y="368"/>
                  </a:lnTo>
                  <a:lnTo>
                    <a:pt x="986" y="368"/>
                  </a:lnTo>
                  <a:lnTo>
                    <a:pt x="982" y="366"/>
                  </a:lnTo>
                  <a:lnTo>
                    <a:pt x="980" y="361"/>
                  </a:lnTo>
                  <a:lnTo>
                    <a:pt x="980" y="356"/>
                  </a:lnTo>
                  <a:lnTo>
                    <a:pt x="978" y="353"/>
                  </a:lnTo>
                  <a:lnTo>
                    <a:pt x="974" y="351"/>
                  </a:lnTo>
                  <a:lnTo>
                    <a:pt x="967" y="350"/>
                  </a:lnTo>
                  <a:lnTo>
                    <a:pt x="961" y="347"/>
                  </a:lnTo>
                  <a:lnTo>
                    <a:pt x="959" y="343"/>
                  </a:lnTo>
                  <a:lnTo>
                    <a:pt x="960" y="338"/>
                  </a:lnTo>
                  <a:lnTo>
                    <a:pt x="963" y="334"/>
                  </a:lnTo>
                  <a:lnTo>
                    <a:pt x="966" y="330"/>
                  </a:lnTo>
                  <a:lnTo>
                    <a:pt x="969" y="326"/>
                  </a:lnTo>
                  <a:lnTo>
                    <a:pt x="973" y="323"/>
                  </a:lnTo>
                  <a:lnTo>
                    <a:pt x="979" y="321"/>
                  </a:lnTo>
                  <a:lnTo>
                    <a:pt x="982" y="318"/>
                  </a:lnTo>
                  <a:lnTo>
                    <a:pt x="983" y="315"/>
                  </a:lnTo>
                  <a:lnTo>
                    <a:pt x="981" y="309"/>
                  </a:lnTo>
                  <a:lnTo>
                    <a:pt x="981" y="304"/>
                  </a:lnTo>
                  <a:lnTo>
                    <a:pt x="985" y="300"/>
                  </a:lnTo>
                  <a:lnTo>
                    <a:pt x="990" y="299"/>
                  </a:lnTo>
                  <a:lnTo>
                    <a:pt x="996" y="299"/>
                  </a:lnTo>
                  <a:lnTo>
                    <a:pt x="1001" y="297"/>
                  </a:lnTo>
                  <a:lnTo>
                    <a:pt x="1004" y="293"/>
                  </a:lnTo>
                  <a:lnTo>
                    <a:pt x="1007" y="290"/>
                  </a:lnTo>
                  <a:lnTo>
                    <a:pt x="1012" y="288"/>
                  </a:lnTo>
                  <a:lnTo>
                    <a:pt x="1017" y="290"/>
                  </a:lnTo>
                  <a:lnTo>
                    <a:pt x="1021" y="293"/>
                  </a:lnTo>
                  <a:lnTo>
                    <a:pt x="1025" y="294"/>
                  </a:lnTo>
                  <a:lnTo>
                    <a:pt x="1029" y="295"/>
                  </a:lnTo>
                  <a:lnTo>
                    <a:pt x="1032" y="296"/>
                  </a:lnTo>
                  <a:lnTo>
                    <a:pt x="1035" y="297"/>
                  </a:lnTo>
                  <a:lnTo>
                    <a:pt x="1038" y="298"/>
                  </a:lnTo>
                  <a:lnTo>
                    <a:pt x="1043" y="298"/>
                  </a:lnTo>
                  <a:lnTo>
                    <a:pt x="1049" y="296"/>
                  </a:lnTo>
                  <a:lnTo>
                    <a:pt x="1055" y="295"/>
                  </a:lnTo>
                  <a:lnTo>
                    <a:pt x="1060" y="297"/>
                  </a:lnTo>
                  <a:lnTo>
                    <a:pt x="1061" y="302"/>
                  </a:lnTo>
                  <a:lnTo>
                    <a:pt x="1059" y="308"/>
                  </a:lnTo>
                  <a:lnTo>
                    <a:pt x="1057" y="314"/>
                  </a:lnTo>
                  <a:lnTo>
                    <a:pt x="1058" y="317"/>
                  </a:lnTo>
                  <a:lnTo>
                    <a:pt x="1061" y="320"/>
                  </a:lnTo>
                  <a:lnTo>
                    <a:pt x="1064" y="323"/>
                  </a:lnTo>
                  <a:lnTo>
                    <a:pt x="1066" y="327"/>
                  </a:lnTo>
                  <a:lnTo>
                    <a:pt x="1065" y="330"/>
                  </a:lnTo>
                  <a:close/>
                </a:path>
              </a:pathLst>
            </a:custGeom>
            <a:solidFill>
              <a:srgbClr val="DA9FC0">
                <a:alpha val="32000"/>
              </a:srgbClr>
            </a:solidFill>
            <a:ln>
              <a:noFill/>
            </a:ln>
          </p:spPr>
          <p:txBody>
            <a:bodyPr anchor="ctr"/>
            <a:lstStyle/>
            <a:p>
              <a:pPr algn="ctr">
                <a:buNone/>
              </a:pPr>
            </a:p>
          </p:txBody>
        </p:sp>
        <p:sp>
          <p:nvSpPr>
            <p:cNvPr id="6720" name="addition:input:187"/>
            <p:cNvSpPr>
              <a:spLocks noGrp="1"/>
            </p:cNvSpPr>
            <p:nvPr/>
          </p:nvSpPr>
          <p:spPr>
            <a:xfrm>
              <a:off x="209550" y="5438775"/>
              <a:ext cx="1828617" cy="648584"/>
            </a:xfrm>
            <a:custGeom>
              <a:avLst/>
              <a:gdLst/>
              <a:ahLst/>
              <a:cxnLst/>
              <a:rect l="l" t="t" r="r" b="b"/>
              <a:pathLst>
                <a:path w="1111" h="346">
                  <a:moveTo>
                    <a:pt x="0" y="0"/>
                  </a:moveTo>
                  <a:moveTo>
                    <a:pt x="1100" y="300"/>
                  </a:moveTo>
                  <a:lnTo>
                    <a:pt x="1104" y="303"/>
                  </a:lnTo>
                  <a:lnTo>
                    <a:pt x="1106" y="307"/>
                  </a:lnTo>
                  <a:lnTo>
                    <a:pt x="1105" y="311"/>
                  </a:lnTo>
                  <a:lnTo>
                    <a:pt x="1103" y="314"/>
                  </a:lnTo>
                  <a:lnTo>
                    <a:pt x="1103" y="318"/>
                  </a:lnTo>
                  <a:lnTo>
                    <a:pt x="1102" y="322"/>
                  </a:lnTo>
                  <a:lnTo>
                    <a:pt x="1101" y="326"/>
                  </a:lnTo>
                  <a:lnTo>
                    <a:pt x="1099" y="329"/>
                  </a:lnTo>
                  <a:lnTo>
                    <a:pt x="1095" y="330"/>
                  </a:lnTo>
                  <a:lnTo>
                    <a:pt x="1092" y="332"/>
                  </a:lnTo>
                  <a:lnTo>
                    <a:pt x="1089" y="335"/>
                  </a:lnTo>
                  <a:lnTo>
                    <a:pt x="1087" y="338"/>
                  </a:lnTo>
                  <a:lnTo>
                    <a:pt x="1083" y="339"/>
                  </a:lnTo>
                  <a:lnTo>
                    <a:pt x="1078" y="337"/>
                  </a:lnTo>
                  <a:lnTo>
                    <a:pt x="1074" y="334"/>
                  </a:lnTo>
                  <a:lnTo>
                    <a:pt x="1070" y="333"/>
                  </a:lnTo>
                  <a:lnTo>
                    <a:pt x="1067" y="336"/>
                  </a:lnTo>
                  <a:lnTo>
                    <a:pt x="1063" y="342"/>
                  </a:lnTo>
                  <a:lnTo>
                    <a:pt x="1058" y="346"/>
                  </a:lnTo>
                  <a:lnTo>
                    <a:pt x="1053" y="346"/>
                  </a:lnTo>
                  <a:lnTo>
                    <a:pt x="1048" y="344"/>
                  </a:lnTo>
                  <a:lnTo>
                    <a:pt x="1044" y="341"/>
                  </a:lnTo>
                  <a:lnTo>
                    <a:pt x="1040" y="338"/>
                  </a:lnTo>
                  <a:lnTo>
                    <a:pt x="1037" y="335"/>
                  </a:lnTo>
                  <a:lnTo>
                    <a:pt x="1034" y="332"/>
                  </a:lnTo>
                  <a:lnTo>
                    <a:pt x="1032" y="327"/>
                  </a:lnTo>
                  <a:lnTo>
                    <a:pt x="1030" y="324"/>
                  </a:lnTo>
                  <a:lnTo>
                    <a:pt x="1026" y="322"/>
                  </a:lnTo>
                  <a:lnTo>
                    <a:pt x="1020" y="320"/>
                  </a:lnTo>
                  <a:lnTo>
                    <a:pt x="1015" y="318"/>
                  </a:lnTo>
                  <a:lnTo>
                    <a:pt x="1013" y="315"/>
                  </a:lnTo>
                  <a:lnTo>
                    <a:pt x="1013" y="310"/>
                  </a:lnTo>
                  <a:lnTo>
                    <a:pt x="1014" y="306"/>
                  </a:lnTo>
                  <a:lnTo>
                    <a:pt x="1012" y="303"/>
                  </a:lnTo>
                  <a:lnTo>
                    <a:pt x="1007" y="300"/>
                  </a:lnTo>
                  <a:lnTo>
                    <a:pt x="1003" y="295"/>
                  </a:lnTo>
                  <a:lnTo>
                    <a:pt x="1003" y="291"/>
                  </a:lnTo>
                  <a:lnTo>
                    <a:pt x="1007" y="287"/>
                  </a:lnTo>
                  <a:lnTo>
                    <a:pt x="1013" y="285"/>
                  </a:lnTo>
                  <a:lnTo>
                    <a:pt x="1018" y="283"/>
                  </a:lnTo>
                  <a:lnTo>
                    <a:pt x="1021" y="280"/>
                  </a:lnTo>
                  <a:lnTo>
                    <a:pt x="1024" y="277"/>
                  </a:lnTo>
                  <a:lnTo>
                    <a:pt x="1028" y="275"/>
                  </a:lnTo>
                  <a:lnTo>
                    <a:pt x="1031" y="273"/>
                  </a:lnTo>
                  <a:lnTo>
                    <a:pt x="1034" y="269"/>
                  </a:lnTo>
                  <a:lnTo>
                    <a:pt x="1035" y="264"/>
                  </a:lnTo>
                  <a:lnTo>
                    <a:pt x="1037" y="258"/>
                  </a:lnTo>
                  <a:lnTo>
                    <a:pt x="1041" y="255"/>
                  </a:lnTo>
                  <a:lnTo>
                    <a:pt x="1047" y="255"/>
                  </a:lnTo>
                  <a:lnTo>
                    <a:pt x="1054" y="258"/>
                  </a:lnTo>
                  <a:lnTo>
                    <a:pt x="1059" y="260"/>
                  </a:lnTo>
                  <a:lnTo>
                    <a:pt x="1063" y="259"/>
                  </a:lnTo>
                  <a:lnTo>
                    <a:pt x="1068" y="257"/>
                  </a:lnTo>
                  <a:lnTo>
                    <a:pt x="1072" y="257"/>
                  </a:lnTo>
                  <a:lnTo>
                    <a:pt x="1076" y="259"/>
                  </a:lnTo>
                  <a:lnTo>
                    <a:pt x="1079" y="262"/>
                  </a:lnTo>
                  <a:lnTo>
                    <a:pt x="1082" y="265"/>
                  </a:lnTo>
                  <a:lnTo>
                    <a:pt x="1085" y="266"/>
                  </a:lnTo>
                  <a:lnTo>
                    <a:pt x="1089" y="267"/>
                  </a:lnTo>
                  <a:lnTo>
                    <a:pt x="1093" y="268"/>
                  </a:lnTo>
                  <a:lnTo>
                    <a:pt x="1096" y="269"/>
                  </a:lnTo>
                  <a:lnTo>
                    <a:pt x="1099" y="271"/>
                  </a:lnTo>
                  <a:lnTo>
                    <a:pt x="1103" y="273"/>
                  </a:lnTo>
                  <a:lnTo>
                    <a:pt x="1108" y="275"/>
                  </a:lnTo>
                  <a:lnTo>
                    <a:pt x="1111" y="278"/>
                  </a:lnTo>
                  <a:lnTo>
                    <a:pt x="1109" y="283"/>
                  </a:lnTo>
                  <a:lnTo>
                    <a:pt x="1104" y="289"/>
                  </a:lnTo>
                  <a:lnTo>
                    <a:pt x="1099" y="293"/>
                  </a:lnTo>
                  <a:lnTo>
                    <a:pt x="1098" y="296"/>
                  </a:lnTo>
                  <a:close/>
                </a:path>
              </a:pathLst>
            </a:custGeom>
            <a:solidFill>
              <a:srgbClr val="DA9FC0">
                <a:alpha val="32000"/>
              </a:srgbClr>
            </a:solidFill>
            <a:ln>
              <a:noFill/>
            </a:ln>
          </p:spPr>
          <p:txBody>
            <a:bodyPr anchor="ctr"/>
            <a:lstStyle/>
            <a:p>
              <a:pPr algn="ctr">
                <a:buNone/>
              </a:pPr>
            </a:p>
          </p:txBody>
        </p:sp>
        <p:sp>
          <p:nvSpPr>
            <p:cNvPr id="6721" name="addition:input:188"/>
            <p:cNvSpPr>
              <a:spLocks noGrp="1"/>
            </p:cNvSpPr>
            <p:nvPr/>
          </p:nvSpPr>
          <p:spPr>
            <a:xfrm>
              <a:off x="209550" y="5438775"/>
              <a:ext cx="1922435" cy="674827"/>
            </a:xfrm>
            <a:custGeom>
              <a:avLst/>
              <a:gdLst/>
              <a:ahLst/>
              <a:cxnLst/>
              <a:rect l="l" t="t" r="r" b="b"/>
              <a:pathLst>
                <a:path w="1168" h="360">
                  <a:moveTo>
                    <a:pt x="0" y="0"/>
                  </a:moveTo>
                  <a:moveTo>
                    <a:pt x="1167" y="309"/>
                  </a:moveTo>
                  <a:lnTo>
                    <a:pt x="1168" y="313"/>
                  </a:lnTo>
                  <a:lnTo>
                    <a:pt x="1166" y="317"/>
                  </a:lnTo>
                  <a:lnTo>
                    <a:pt x="1162" y="321"/>
                  </a:lnTo>
                  <a:lnTo>
                    <a:pt x="1159" y="324"/>
                  </a:lnTo>
                  <a:lnTo>
                    <a:pt x="1157" y="328"/>
                  </a:lnTo>
                  <a:lnTo>
                    <a:pt x="1155" y="332"/>
                  </a:lnTo>
                  <a:lnTo>
                    <a:pt x="1153" y="336"/>
                  </a:lnTo>
                  <a:lnTo>
                    <a:pt x="1148" y="338"/>
                  </a:lnTo>
                  <a:lnTo>
                    <a:pt x="1142" y="338"/>
                  </a:lnTo>
                  <a:lnTo>
                    <a:pt x="1137" y="340"/>
                  </a:lnTo>
                  <a:lnTo>
                    <a:pt x="1135" y="344"/>
                  </a:lnTo>
                  <a:lnTo>
                    <a:pt x="1134" y="351"/>
                  </a:lnTo>
                  <a:lnTo>
                    <a:pt x="1131" y="357"/>
                  </a:lnTo>
                  <a:lnTo>
                    <a:pt x="1126" y="360"/>
                  </a:lnTo>
                  <a:lnTo>
                    <a:pt x="1120" y="359"/>
                  </a:lnTo>
                  <a:lnTo>
                    <a:pt x="1114" y="356"/>
                  </a:lnTo>
                  <a:lnTo>
                    <a:pt x="1109" y="353"/>
                  </a:lnTo>
                  <a:lnTo>
                    <a:pt x="1105" y="352"/>
                  </a:lnTo>
                  <a:lnTo>
                    <a:pt x="1101" y="351"/>
                  </a:lnTo>
                  <a:lnTo>
                    <a:pt x="1098" y="349"/>
                  </a:lnTo>
                  <a:lnTo>
                    <a:pt x="1094" y="347"/>
                  </a:lnTo>
                  <a:lnTo>
                    <a:pt x="1091" y="347"/>
                  </a:lnTo>
                  <a:lnTo>
                    <a:pt x="1086" y="348"/>
                  </a:lnTo>
                  <a:lnTo>
                    <a:pt x="1081" y="349"/>
                  </a:lnTo>
                  <a:lnTo>
                    <a:pt x="1076" y="348"/>
                  </a:lnTo>
                  <a:lnTo>
                    <a:pt x="1075" y="343"/>
                  </a:lnTo>
                  <a:lnTo>
                    <a:pt x="1074" y="339"/>
                  </a:lnTo>
                  <a:lnTo>
                    <a:pt x="1073" y="335"/>
                  </a:lnTo>
                  <a:lnTo>
                    <a:pt x="1069" y="333"/>
                  </a:lnTo>
                  <a:lnTo>
                    <a:pt x="1065" y="330"/>
                  </a:lnTo>
                  <a:lnTo>
                    <a:pt x="1062" y="327"/>
                  </a:lnTo>
                  <a:lnTo>
                    <a:pt x="1064" y="322"/>
                  </a:lnTo>
                  <a:lnTo>
                    <a:pt x="1068" y="317"/>
                  </a:lnTo>
                  <a:lnTo>
                    <a:pt x="1071" y="313"/>
                  </a:lnTo>
                  <a:lnTo>
                    <a:pt x="1072" y="309"/>
                  </a:lnTo>
                  <a:lnTo>
                    <a:pt x="1071" y="305"/>
                  </a:lnTo>
                  <a:lnTo>
                    <a:pt x="1070" y="302"/>
                  </a:lnTo>
                  <a:lnTo>
                    <a:pt x="1069" y="298"/>
                  </a:lnTo>
                  <a:lnTo>
                    <a:pt x="1068" y="293"/>
                  </a:lnTo>
                  <a:lnTo>
                    <a:pt x="1066" y="288"/>
                  </a:lnTo>
                  <a:lnTo>
                    <a:pt x="1064" y="282"/>
                  </a:lnTo>
                  <a:lnTo>
                    <a:pt x="1065" y="278"/>
                  </a:lnTo>
                  <a:lnTo>
                    <a:pt x="1070" y="276"/>
                  </a:lnTo>
                  <a:lnTo>
                    <a:pt x="1076" y="276"/>
                  </a:lnTo>
                  <a:lnTo>
                    <a:pt x="1082" y="277"/>
                  </a:lnTo>
                  <a:lnTo>
                    <a:pt x="1085" y="276"/>
                  </a:lnTo>
                  <a:lnTo>
                    <a:pt x="1087" y="272"/>
                  </a:lnTo>
                  <a:lnTo>
                    <a:pt x="1089" y="268"/>
                  </a:lnTo>
                  <a:lnTo>
                    <a:pt x="1093" y="266"/>
                  </a:lnTo>
                  <a:lnTo>
                    <a:pt x="1097" y="266"/>
                  </a:lnTo>
                  <a:lnTo>
                    <a:pt x="1101" y="267"/>
                  </a:lnTo>
                  <a:lnTo>
                    <a:pt x="1105" y="267"/>
                  </a:lnTo>
                  <a:lnTo>
                    <a:pt x="1109" y="264"/>
                  </a:lnTo>
                  <a:lnTo>
                    <a:pt x="1114" y="262"/>
                  </a:lnTo>
                  <a:lnTo>
                    <a:pt x="1119" y="262"/>
                  </a:lnTo>
                  <a:lnTo>
                    <a:pt x="1124" y="263"/>
                  </a:lnTo>
                  <a:lnTo>
                    <a:pt x="1129" y="265"/>
                  </a:lnTo>
                  <a:lnTo>
                    <a:pt x="1135" y="265"/>
                  </a:lnTo>
                  <a:lnTo>
                    <a:pt x="1140" y="267"/>
                  </a:lnTo>
                  <a:lnTo>
                    <a:pt x="1143" y="272"/>
                  </a:lnTo>
                  <a:lnTo>
                    <a:pt x="1143" y="278"/>
                  </a:lnTo>
                  <a:lnTo>
                    <a:pt x="1143" y="284"/>
                  </a:lnTo>
                  <a:lnTo>
                    <a:pt x="1144" y="288"/>
                  </a:lnTo>
                  <a:lnTo>
                    <a:pt x="1150" y="289"/>
                  </a:lnTo>
                  <a:lnTo>
                    <a:pt x="1158" y="290"/>
                  </a:lnTo>
                  <a:lnTo>
                    <a:pt x="1164" y="292"/>
                  </a:lnTo>
                  <a:lnTo>
                    <a:pt x="1167" y="296"/>
                  </a:lnTo>
                  <a:lnTo>
                    <a:pt x="1167" y="300"/>
                  </a:lnTo>
                  <a:lnTo>
                    <a:pt x="1167" y="305"/>
                  </a:lnTo>
                  <a:close/>
                </a:path>
              </a:pathLst>
            </a:custGeom>
            <a:solidFill>
              <a:srgbClr val="DA9FC0">
                <a:alpha val="32000"/>
              </a:srgbClr>
            </a:solidFill>
            <a:ln>
              <a:noFill/>
            </a:ln>
          </p:spPr>
          <p:txBody>
            <a:bodyPr anchor="ctr"/>
            <a:lstStyle/>
            <a:p>
              <a:pPr algn="ctr">
                <a:buNone/>
              </a:pPr>
            </a:p>
          </p:txBody>
        </p:sp>
        <p:sp>
          <p:nvSpPr>
            <p:cNvPr id="6722" name="addition:input:189"/>
            <p:cNvSpPr>
              <a:spLocks noGrp="1"/>
            </p:cNvSpPr>
            <p:nvPr/>
          </p:nvSpPr>
          <p:spPr>
            <a:xfrm>
              <a:off x="209550" y="5438775"/>
              <a:ext cx="1999793" cy="749808"/>
            </a:xfrm>
            <a:custGeom>
              <a:avLst/>
              <a:gdLst/>
              <a:ahLst/>
              <a:cxnLst/>
              <a:rect l="l" t="t" r="r" b="b"/>
              <a:pathLst>
                <a:path w="1215" h="400">
                  <a:moveTo>
                    <a:pt x="0" y="0"/>
                  </a:moveTo>
                  <a:moveTo>
                    <a:pt x="1205" y="347"/>
                  </a:moveTo>
                  <a:lnTo>
                    <a:pt x="1211" y="352"/>
                  </a:lnTo>
                  <a:lnTo>
                    <a:pt x="1215" y="357"/>
                  </a:lnTo>
                  <a:lnTo>
                    <a:pt x="1214" y="362"/>
                  </a:lnTo>
                  <a:lnTo>
                    <a:pt x="1209" y="366"/>
                  </a:lnTo>
                  <a:lnTo>
                    <a:pt x="1202" y="368"/>
                  </a:lnTo>
                  <a:lnTo>
                    <a:pt x="1197" y="371"/>
                  </a:lnTo>
                  <a:lnTo>
                    <a:pt x="1193" y="373"/>
                  </a:lnTo>
                  <a:lnTo>
                    <a:pt x="1189" y="376"/>
                  </a:lnTo>
                  <a:lnTo>
                    <a:pt x="1185" y="378"/>
                  </a:lnTo>
                  <a:lnTo>
                    <a:pt x="1181" y="381"/>
                  </a:lnTo>
                  <a:lnTo>
                    <a:pt x="1179" y="385"/>
                  </a:lnTo>
                  <a:lnTo>
                    <a:pt x="1177" y="392"/>
                  </a:lnTo>
                  <a:lnTo>
                    <a:pt x="1173" y="398"/>
                  </a:lnTo>
                  <a:lnTo>
                    <a:pt x="1168" y="400"/>
                  </a:lnTo>
                  <a:lnTo>
                    <a:pt x="1161" y="399"/>
                  </a:lnTo>
                  <a:lnTo>
                    <a:pt x="1155" y="396"/>
                  </a:lnTo>
                  <a:lnTo>
                    <a:pt x="1149" y="394"/>
                  </a:lnTo>
                  <a:lnTo>
                    <a:pt x="1144" y="395"/>
                  </a:lnTo>
                  <a:lnTo>
                    <a:pt x="1138" y="397"/>
                  </a:lnTo>
                  <a:lnTo>
                    <a:pt x="1133" y="397"/>
                  </a:lnTo>
                  <a:lnTo>
                    <a:pt x="1129" y="394"/>
                  </a:lnTo>
                  <a:lnTo>
                    <a:pt x="1126" y="389"/>
                  </a:lnTo>
                  <a:lnTo>
                    <a:pt x="1123" y="385"/>
                  </a:lnTo>
                  <a:lnTo>
                    <a:pt x="1119" y="384"/>
                  </a:lnTo>
                  <a:lnTo>
                    <a:pt x="1114" y="383"/>
                  </a:lnTo>
                  <a:lnTo>
                    <a:pt x="1110" y="381"/>
                  </a:lnTo>
                  <a:lnTo>
                    <a:pt x="1107" y="379"/>
                  </a:lnTo>
                  <a:lnTo>
                    <a:pt x="1103" y="377"/>
                  </a:lnTo>
                  <a:lnTo>
                    <a:pt x="1098" y="374"/>
                  </a:lnTo>
                  <a:lnTo>
                    <a:pt x="1093" y="372"/>
                  </a:lnTo>
                  <a:lnTo>
                    <a:pt x="1091" y="367"/>
                  </a:lnTo>
                  <a:lnTo>
                    <a:pt x="1094" y="361"/>
                  </a:lnTo>
                  <a:lnTo>
                    <a:pt x="1100" y="355"/>
                  </a:lnTo>
                  <a:lnTo>
                    <a:pt x="1106" y="351"/>
                  </a:lnTo>
                  <a:lnTo>
                    <a:pt x="1107" y="347"/>
                  </a:lnTo>
                  <a:lnTo>
                    <a:pt x="1105" y="343"/>
                  </a:lnTo>
                  <a:lnTo>
                    <a:pt x="1102" y="339"/>
                  </a:lnTo>
                  <a:lnTo>
                    <a:pt x="1101" y="334"/>
                  </a:lnTo>
                  <a:lnTo>
                    <a:pt x="1103" y="330"/>
                  </a:lnTo>
                  <a:lnTo>
                    <a:pt x="1106" y="326"/>
                  </a:lnTo>
                  <a:lnTo>
                    <a:pt x="1107" y="322"/>
                  </a:lnTo>
                  <a:lnTo>
                    <a:pt x="1108" y="317"/>
                  </a:lnTo>
                  <a:lnTo>
                    <a:pt x="1109" y="313"/>
                  </a:lnTo>
                  <a:lnTo>
                    <a:pt x="1113" y="310"/>
                  </a:lnTo>
                  <a:lnTo>
                    <a:pt x="1117" y="308"/>
                  </a:lnTo>
                  <a:lnTo>
                    <a:pt x="1121" y="305"/>
                  </a:lnTo>
                  <a:lnTo>
                    <a:pt x="1124" y="302"/>
                  </a:lnTo>
                  <a:lnTo>
                    <a:pt x="1127" y="300"/>
                  </a:lnTo>
                  <a:lnTo>
                    <a:pt x="1132" y="300"/>
                  </a:lnTo>
                  <a:lnTo>
                    <a:pt x="1137" y="303"/>
                  </a:lnTo>
                  <a:lnTo>
                    <a:pt x="1141" y="307"/>
                  </a:lnTo>
                  <a:lnTo>
                    <a:pt x="1145" y="307"/>
                  </a:lnTo>
                  <a:lnTo>
                    <a:pt x="1148" y="303"/>
                  </a:lnTo>
                  <a:lnTo>
                    <a:pt x="1153" y="298"/>
                  </a:lnTo>
                  <a:lnTo>
                    <a:pt x="1159" y="294"/>
                  </a:lnTo>
                  <a:lnTo>
                    <a:pt x="1164" y="294"/>
                  </a:lnTo>
                  <a:lnTo>
                    <a:pt x="1169" y="298"/>
                  </a:lnTo>
                  <a:lnTo>
                    <a:pt x="1173" y="301"/>
                  </a:lnTo>
                  <a:lnTo>
                    <a:pt x="1177" y="304"/>
                  </a:lnTo>
                  <a:lnTo>
                    <a:pt x="1181" y="308"/>
                  </a:lnTo>
                  <a:lnTo>
                    <a:pt x="1183" y="312"/>
                  </a:lnTo>
                  <a:lnTo>
                    <a:pt x="1185" y="317"/>
                  </a:lnTo>
                  <a:lnTo>
                    <a:pt x="1187" y="321"/>
                  </a:lnTo>
                  <a:lnTo>
                    <a:pt x="1191" y="324"/>
                  </a:lnTo>
                  <a:lnTo>
                    <a:pt x="1197" y="326"/>
                  </a:lnTo>
                  <a:lnTo>
                    <a:pt x="1202" y="330"/>
                  </a:lnTo>
                  <a:lnTo>
                    <a:pt x="1203" y="334"/>
                  </a:lnTo>
                  <a:lnTo>
                    <a:pt x="1202" y="339"/>
                  </a:lnTo>
                  <a:lnTo>
                    <a:pt x="1202" y="343"/>
                  </a:lnTo>
                  <a:close/>
                </a:path>
              </a:pathLst>
            </a:custGeom>
            <a:solidFill>
              <a:srgbClr val="DA9FC0">
                <a:alpha val="32000"/>
              </a:srgbClr>
            </a:solidFill>
            <a:ln>
              <a:noFill/>
            </a:ln>
          </p:spPr>
          <p:txBody>
            <a:bodyPr anchor="ctr"/>
            <a:lstStyle/>
            <a:p>
              <a:pPr algn="ctr">
                <a:buNone/>
              </a:pPr>
            </a:p>
          </p:txBody>
        </p:sp>
        <p:sp>
          <p:nvSpPr>
            <p:cNvPr id="6723" name="addition:input:190"/>
            <p:cNvSpPr>
              <a:spLocks noGrp="1"/>
            </p:cNvSpPr>
            <p:nvPr/>
          </p:nvSpPr>
          <p:spPr>
            <a:xfrm>
              <a:off x="209550" y="5438775"/>
              <a:ext cx="1968520" cy="836036"/>
            </a:xfrm>
            <a:custGeom>
              <a:avLst/>
              <a:gdLst/>
              <a:ahLst/>
              <a:cxnLst/>
              <a:rect l="l" t="t" r="r" b="b"/>
              <a:pathLst>
                <a:path w="1196" h="446">
                  <a:moveTo>
                    <a:pt x="0" y="0"/>
                  </a:moveTo>
                  <a:moveTo>
                    <a:pt x="1190" y="389"/>
                  </a:moveTo>
                  <a:lnTo>
                    <a:pt x="1184" y="393"/>
                  </a:lnTo>
                  <a:lnTo>
                    <a:pt x="1180" y="397"/>
                  </a:lnTo>
                  <a:lnTo>
                    <a:pt x="1178" y="402"/>
                  </a:lnTo>
                  <a:lnTo>
                    <a:pt x="1177" y="406"/>
                  </a:lnTo>
                  <a:lnTo>
                    <a:pt x="1174" y="410"/>
                  </a:lnTo>
                  <a:lnTo>
                    <a:pt x="1168" y="413"/>
                  </a:lnTo>
                  <a:lnTo>
                    <a:pt x="1164" y="416"/>
                  </a:lnTo>
                  <a:lnTo>
                    <a:pt x="1161" y="420"/>
                  </a:lnTo>
                  <a:lnTo>
                    <a:pt x="1158" y="425"/>
                  </a:lnTo>
                  <a:lnTo>
                    <a:pt x="1153" y="428"/>
                  </a:lnTo>
                  <a:lnTo>
                    <a:pt x="1147" y="430"/>
                  </a:lnTo>
                  <a:lnTo>
                    <a:pt x="1141" y="432"/>
                  </a:lnTo>
                  <a:lnTo>
                    <a:pt x="1136" y="435"/>
                  </a:lnTo>
                  <a:lnTo>
                    <a:pt x="1131" y="441"/>
                  </a:lnTo>
                  <a:lnTo>
                    <a:pt x="1126" y="445"/>
                  </a:lnTo>
                  <a:lnTo>
                    <a:pt x="1119" y="446"/>
                  </a:lnTo>
                  <a:lnTo>
                    <a:pt x="1112" y="441"/>
                  </a:lnTo>
                  <a:lnTo>
                    <a:pt x="1106" y="435"/>
                  </a:lnTo>
                  <a:lnTo>
                    <a:pt x="1102" y="430"/>
                  </a:lnTo>
                  <a:lnTo>
                    <a:pt x="1098" y="430"/>
                  </a:lnTo>
                  <a:lnTo>
                    <a:pt x="1092" y="432"/>
                  </a:lnTo>
                  <a:lnTo>
                    <a:pt x="1087" y="433"/>
                  </a:lnTo>
                  <a:lnTo>
                    <a:pt x="1081" y="433"/>
                  </a:lnTo>
                  <a:lnTo>
                    <a:pt x="1076" y="431"/>
                  </a:lnTo>
                  <a:lnTo>
                    <a:pt x="1071" y="430"/>
                  </a:lnTo>
                  <a:lnTo>
                    <a:pt x="1065" y="428"/>
                  </a:lnTo>
                  <a:lnTo>
                    <a:pt x="1061" y="425"/>
                  </a:lnTo>
                  <a:lnTo>
                    <a:pt x="1060" y="420"/>
                  </a:lnTo>
                  <a:lnTo>
                    <a:pt x="1061" y="414"/>
                  </a:lnTo>
                  <a:lnTo>
                    <a:pt x="1062" y="409"/>
                  </a:lnTo>
                  <a:lnTo>
                    <a:pt x="1060" y="406"/>
                  </a:lnTo>
                  <a:lnTo>
                    <a:pt x="1055" y="402"/>
                  </a:lnTo>
                  <a:lnTo>
                    <a:pt x="1052" y="398"/>
                  </a:lnTo>
                  <a:lnTo>
                    <a:pt x="1054" y="393"/>
                  </a:lnTo>
                  <a:lnTo>
                    <a:pt x="1060" y="389"/>
                  </a:lnTo>
                  <a:lnTo>
                    <a:pt x="1064" y="385"/>
                  </a:lnTo>
                  <a:lnTo>
                    <a:pt x="1063" y="381"/>
                  </a:lnTo>
                  <a:lnTo>
                    <a:pt x="1058" y="376"/>
                  </a:lnTo>
                  <a:lnTo>
                    <a:pt x="1053" y="370"/>
                  </a:lnTo>
                  <a:lnTo>
                    <a:pt x="1051" y="365"/>
                  </a:lnTo>
                  <a:lnTo>
                    <a:pt x="1053" y="360"/>
                  </a:lnTo>
                  <a:lnTo>
                    <a:pt x="1056" y="356"/>
                  </a:lnTo>
                  <a:lnTo>
                    <a:pt x="1060" y="353"/>
                  </a:lnTo>
                  <a:lnTo>
                    <a:pt x="1064" y="350"/>
                  </a:lnTo>
                  <a:lnTo>
                    <a:pt x="1071" y="349"/>
                  </a:lnTo>
                  <a:lnTo>
                    <a:pt x="1078" y="350"/>
                  </a:lnTo>
                  <a:lnTo>
                    <a:pt x="1084" y="352"/>
                  </a:lnTo>
                  <a:lnTo>
                    <a:pt x="1088" y="350"/>
                  </a:lnTo>
                  <a:lnTo>
                    <a:pt x="1091" y="345"/>
                  </a:lnTo>
                  <a:lnTo>
                    <a:pt x="1094" y="339"/>
                  </a:lnTo>
                  <a:lnTo>
                    <a:pt x="1099" y="336"/>
                  </a:lnTo>
                  <a:lnTo>
                    <a:pt x="1106" y="337"/>
                  </a:lnTo>
                  <a:lnTo>
                    <a:pt x="1112" y="339"/>
                  </a:lnTo>
                  <a:lnTo>
                    <a:pt x="1118" y="341"/>
                  </a:lnTo>
                  <a:lnTo>
                    <a:pt x="1125" y="339"/>
                  </a:lnTo>
                  <a:lnTo>
                    <a:pt x="1132" y="338"/>
                  </a:lnTo>
                  <a:lnTo>
                    <a:pt x="1140" y="338"/>
                  </a:lnTo>
                  <a:lnTo>
                    <a:pt x="1145" y="341"/>
                  </a:lnTo>
                  <a:lnTo>
                    <a:pt x="1150" y="346"/>
                  </a:lnTo>
                  <a:lnTo>
                    <a:pt x="1154" y="350"/>
                  </a:lnTo>
                  <a:lnTo>
                    <a:pt x="1158" y="354"/>
                  </a:lnTo>
                  <a:lnTo>
                    <a:pt x="1162" y="358"/>
                  </a:lnTo>
                  <a:lnTo>
                    <a:pt x="1164" y="362"/>
                  </a:lnTo>
                  <a:lnTo>
                    <a:pt x="1165" y="367"/>
                  </a:lnTo>
                  <a:lnTo>
                    <a:pt x="1169" y="370"/>
                  </a:lnTo>
                  <a:lnTo>
                    <a:pt x="1177" y="372"/>
                  </a:lnTo>
                  <a:lnTo>
                    <a:pt x="1188" y="374"/>
                  </a:lnTo>
                  <a:lnTo>
                    <a:pt x="1195" y="378"/>
                  </a:lnTo>
                  <a:lnTo>
                    <a:pt x="1196" y="383"/>
                  </a:lnTo>
                  <a:close/>
                </a:path>
              </a:pathLst>
            </a:custGeom>
            <a:solidFill>
              <a:srgbClr val="DA9FC0">
                <a:alpha val="32000"/>
              </a:srgbClr>
            </a:solidFill>
            <a:ln>
              <a:noFill/>
            </a:ln>
          </p:spPr>
          <p:txBody>
            <a:bodyPr anchor="ctr"/>
            <a:lstStyle/>
            <a:p>
              <a:pPr algn="ctr">
                <a:buNone/>
              </a:pPr>
            </a:p>
          </p:txBody>
        </p:sp>
        <p:sp>
          <p:nvSpPr>
            <p:cNvPr id="6724" name="addition:input:191"/>
            <p:cNvSpPr>
              <a:spLocks noGrp="1"/>
            </p:cNvSpPr>
            <p:nvPr/>
          </p:nvSpPr>
          <p:spPr>
            <a:xfrm>
              <a:off x="209550" y="5438775"/>
              <a:ext cx="1826971" cy="836036"/>
            </a:xfrm>
            <a:custGeom>
              <a:avLst/>
              <a:gdLst/>
              <a:ahLst/>
              <a:cxnLst/>
              <a:rect l="l" t="t" r="r" b="b"/>
              <a:pathLst>
                <a:path w="1110" h="446">
                  <a:moveTo>
                    <a:pt x="0" y="0"/>
                  </a:moveTo>
                  <a:moveTo>
                    <a:pt x="1104" y="394"/>
                  </a:moveTo>
                  <a:lnTo>
                    <a:pt x="1107" y="398"/>
                  </a:lnTo>
                  <a:lnTo>
                    <a:pt x="1110" y="403"/>
                  </a:lnTo>
                  <a:lnTo>
                    <a:pt x="1110" y="407"/>
                  </a:lnTo>
                  <a:lnTo>
                    <a:pt x="1108" y="411"/>
                  </a:lnTo>
                  <a:lnTo>
                    <a:pt x="1106" y="415"/>
                  </a:lnTo>
                  <a:lnTo>
                    <a:pt x="1106" y="420"/>
                  </a:lnTo>
                  <a:lnTo>
                    <a:pt x="1106" y="425"/>
                  </a:lnTo>
                  <a:lnTo>
                    <a:pt x="1103" y="429"/>
                  </a:lnTo>
                  <a:lnTo>
                    <a:pt x="1096" y="430"/>
                  </a:lnTo>
                  <a:lnTo>
                    <a:pt x="1088" y="428"/>
                  </a:lnTo>
                  <a:lnTo>
                    <a:pt x="1082" y="427"/>
                  </a:lnTo>
                  <a:lnTo>
                    <a:pt x="1078" y="428"/>
                  </a:lnTo>
                  <a:lnTo>
                    <a:pt x="1076" y="434"/>
                  </a:lnTo>
                  <a:lnTo>
                    <a:pt x="1073" y="440"/>
                  </a:lnTo>
                  <a:lnTo>
                    <a:pt x="1069" y="445"/>
                  </a:lnTo>
                  <a:lnTo>
                    <a:pt x="1063" y="446"/>
                  </a:lnTo>
                  <a:lnTo>
                    <a:pt x="1057" y="446"/>
                  </a:lnTo>
                  <a:lnTo>
                    <a:pt x="1050" y="446"/>
                  </a:lnTo>
                  <a:lnTo>
                    <a:pt x="1044" y="446"/>
                  </a:lnTo>
                  <a:lnTo>
                    <a:pt x="1038" y="444"/>
                  </a:lnTo>
                  <a:lnTo>
                    <a:pt x="1033" y="440"/>
                  </a:lnTo>
                  <a:lnTo>
                    <a:pt x="1029" y="435"/>
                  </a:lnTo>
                  <a:lnTo>
                    <a:pt x="1025" y="433"/>
                  </a:lnTo>
                  <a:lnTo>
                    <a:pt x="1019" y="432"/>
                  </a:lnTo>
                  <a:lnTo>
                    <a:pt x="1012" y="432"/>
                  </a:lnTo>
                  <a:lnTo>
                    <a:pt x="1008" y="429"/>
                  </a:lnTo>
                  <a:lnTo>
                    <a:pt x="1006" y="424"/>
                  </a:lnTo>
                  <a:lnTo>
                    <a:pt x="1006" y="419"/>
                  </a:lnTo>
                  <a:lnTo>
                    <a:pt x="1004" y="416"/>
                  </a:lnTo>
                  <a:lnTo>
                    <a:pt x="997" y="414"/>
                  </a:lnTo>
                  <a:lnTo>
                    <a:pt x="990" y="412"/>
                  </a:lnTo>
                  <a:lnTo>
                    <a:pt x="985" y="408"/>
                  </a:lnTo>
                  <a:lnTo>
                    <a:pt x="984" y="404"/>
                  </a:lnTo>
                  <a:lnTo>
                    <a:pt x="987" y="398"/>
                  </a:lnTo>
                  <a:lnTo>
                    <a:pt x="991" y="394"/>
                  </a:lnTo>
                  <a:lnTo>
                    <a:pt x="994" y="389"/>
                  </a:lnTo>
                  <a:lnTo>
                    <a:pt x="998" y="385"/>
                  </a:lnTo>
                  <a:lnTo>
                    <a:pt x="1003" y="382"/>
                  </a:lnTo>
                  <a:lnTo>
                    <a:pt x="1007" y="379"/>
                  </a:lnTo>
                  <a:lnTo>
                    <a:pt x="1010" y="375"/>
                  </a:lnTo>
                  <a:lnTo>
                    <a:pt x="1010" y="370"/>
                  </a:lnTo>
                  <a:lnTo>
                    <a:pt x="1008" y="364"/>
                  </a:lnTo>
                  <a:lnTo>
                    <a:pt x="1008" y="358"/>
                  </a:lnTo>
                  <a:lnTo>
                    <a:pt x="1012" y="354"/>
                  </a:lnTo>
                  <a:lnTo>
                    <a:pt x="1019" y="354"/>
                  </a:lnTo>
                  <a:lnTo>
                    <a:pt x="1025" y="353"/>
                  </a:lnTo>
                  <a:lnTo>
                    <a:pt x="1029" y="351"/>
                  </a:lnTo>
                  <a:lnTo>
                    <a:pt x="1033" y="347"/>
                  </a:lnTo>
                  <a:lnTo>
                    <a:pt x="1037" y="343"/>
                  </a:lnTo>
                  <a:lnTo>
                    <a:pt x="1042" y="343"/>
                  </a:lnTo>
                  <a:lnTo>
                    <a:pt x="1047" y="345"/>
                  </a:lnTo>
                  <a:lnTo>
                    <a:pt x="1051" y="348"/>
                  </a:lnTo>
                  <a:lnTo>
                    <a:pt x="1055" y="349"/>
                  </a:lnTo>
                  <a:lnTo>
                    <a:pt x="1059" y="349"/>
                  </a:lnTo>
                  <a:lnTo>
                    <a:pt x="1063" y="350"/>
                  </a:lnTo>
                  <a:lnTo>
                    <a:pt x="1067" y="351"/>
                  </a:lnTo>
                  <a:lnTo>
                    <a:pt x="1071" y="351"/>
                  </a:lnTo>
                  <a:lnTo>
                    <a:pt x="1076" y="351"/>
                  </a:lnTo>
                  <a:lnTo>
                    <a:pt x="1083" y="349"/>
                  </a:lnTo>
                  <a:lnTo>
                    <a:pt x="1090" y="348"/>
                  </a:lnTo>
                  <a:lnTo>
                    <a:pt x="1094" y="352"/>
                  </a:lnTo>
                  <a:lnTo>
                    <a:pt x="1094" y="358"/>
                  </a:lnTo>
                  <a:lnTo>
                    <a:pt x="1092" y="366"/>
                  </a:lnTo>
                  <a:lnTo>
                    <a:pt x="1090" y="371"/>
                  </a:lnTo>
                  <a:lnTo>
                    <a:pt x="1093" y="375"/>
                  </a:lnTo>
                  <a:lnTo>
                    <a:pt x="1097" y="377"/>
                  </a:lnTo>
                  <a:lnTo>
                    <a:pt x="1101" y="381"/>
                  </a:lnTo>
                  <a:lnTo>
                    <a:pt x="1103" y="385"/>
                  </a:lnTo>
                  <a:lnTo>
                    <a:pt x="1103" y="389"/>
                  </a:lnTo>
                  <a:close/>
                </a:path>
              </a:pathLst>
            </a:custGeom>
            <a:solidFill>
              <a:srgbClr val="DA9FC0">
                <a:alpha val="32000"/>
              </a:srgbClr>
            </a:solidFill>
            <a:ln>
              <a:noFill/>
            </a:ln>
          </p:spPr>
          <p:txBody>
            <a:bodyPr anchor="ctr"/>
            <a:lstStyle/>
            <a:p>
              <a:pPr algn="ctr">
                <a:buNone/>
              </a:pPr>
            </a:p>
          </p:txBody>
        </p:sp>
        <p:sp>
          <p:nvSpPr>
            <p:cNvPr id="6725" name="addition:input:192"/>
            <p:cNvSpPr>
              <a:spLocks noGrp="1"/>
            </p:cNvSpPr>
            <p:nvPr/>
          </p:nvSpPr>
          <p:spPr>
            <a:xfrm>
              <a:off x="209550" y="5438775"/>
              <a:ext cx="1723278" cy="794796"/>
            </a:xfrm>
            <a:custGeom>
              <a:avLst/>
              <a:gdLst/>
              <a:ahLst/>
              <a:cxnLst/>
              <a:rect l="l" t="t" r="r" b="b"/>
              <a:pathLst>
                <a:path w="1047" h="424">
                  <a:moveTo>
                    <a:pt x="0" y="0"/>
                  </a:moveTo>
                  <a:moveTo>
                    <a:pt x="1043" y="376"/>
                  </a:moveTo>
                  <a:lnTo>
                    <a:pt x="1046" y="380"/>
                  </a:lnTo>
                  <a:lnTo>
                    <a:pt x="1047" y="384"/>
                  </a:lnTo>
                  <a:lnTo>
                    <a:pt x="1044" y="387"/>
                  </a:lnTo>
                  <a:lnTo>
                    <a:pt x="1042" y="390"/>
                  </a:lnTo>
                  <a:lnTo>
                    <a:pt x="1041" y="393"/>
                  </a:lnTo>
                  <a:lnTo>
                    <a:pt x="1043" y="398"/>
                  </a:lnTo>
                  <a:lnTo>
                    <a:pt x="1044" y="403"/>
                  </a:lnTo>
                  <a:lnTo>
                    <a:pt x="1042" y="407"/>
                  </a:lnTo>
                  <a:lnTo>
                    <a:pt x="1038" y="408"/>
                  </a:lnTo>
                  <a:lnTo>
                    <a:pt x="1032" y="408"/>
                  </a:lnTo>
                  <a:lnTo>
                    <a:pt x="1027" y="407"/>
                  </a:lnTo>
                  <a:lnTo>
                    <a:pt x="1024" y="408"/>
                  </a:lnTo>
                  <a:lnTo>
                    <a:pt x="1021" y="410"/>
                  </a:lnTo>
                  <a:lnTo>
                    <a:pt x="1018" y="411"/>
                  </a:lnTo>
                  <a:lnTo>
                    <a:pt x="1015" y="413"/>
                  </a:lnTo>
                  <a:lnTo>
                    <a:pt x="1011" y="415"/>
                  </a:lnTo>
                  <a:lnTo>
                    <a:pt x="1007" y="419"/>
                  </a:lnTo>
                  <a:lnTo>
                    <a:pt x="1003" y="423"/>
                  </a:lnTo>
                  <a:lnTo>
                    <a:pt x="997" y="424"/>
                  </a:lnTo>
                  <a:lnTo>
                    <a:pt x="993" y="421"/>
                  </a:lnTo>
                  <a:lnTo>
                    <a:pt x="989" y="416"/>
                  </a:lnTo>
                  <a:lnTo>
                    <a:pt x="986" y="412"/>
                  </a:lnTo>
                  <a:lnTo>
                    <a:pt x="982" y="410"/>
                  </a:lnTo>
                  <a:lnTo>
                    <a:pt x="977" y="410"/>
                  </a:lnTo>
                  <a:lnTo>
                    <a:pt x="972" y="409"/>
                  </a:lnTo>
                  <a:lnTo>
                    <a:pt x="969" y="406"/>
                  </a:lnTo>
                  <a:lnTo>
                    <a:pt x="967" y="402"/>
                  </a:lnTo>
                  <a:lnTo>
                    <a:pt x="966" y="398"/>
                  </a:lnTo>
                  <a:lnTo>
                    <a:pt x="963" y="395"/>
                  </a:lnTo>
                  <a:lnTo>
                    <a:pt x="959" y="393"/>
                  </a:lnTo>
                  <a:lnTo>
                    <a:pt x="955" y="390"/>
                  </a:lnTo>
                  <a:lnTo>
                    <a:pt x="953" y="387"/>
                  </a:lnTo>
                  <a:lnTo>
                    <a:pt x="951" y="383"/>
                  </a:lnTo>
                  <a:lnTo>
                    <a:pt x="950" y="380"/>
                  </a:lnTo>
                  <a:lnTo>
                    <a:pt x="948" y="376"/>
                  </a:lnTo>
                  <a:lnTo>
                    <a:pt x="947" y="371"/>
                  </a:lnTo>
                  <a:lnTo>
                    <a:pt x="951" y="368"/>
                  </a:lnTo>
                  <a:lnTo>
                    <a:pt x="958" y="365"/>
                  </a:lnTo>
                  <a:lnTo>
                    <a:pt x="964" y="363"/>
                  </a:lnTo>
                  <a:lnTo>
                    <a:pt x="968" y="361"/>
                  </a:lnTo>
                  <a:lnTo>
                    <a:pt x="968" y="357"/>
                  </a:lnTo>
                  <a:lnTo>
                    <a:pt x="967" y="352"/>
                  </a:lnTo>
                  <a:lnTo>
                    <a:pt x="968" y="347"/>
                  </a:lnTo>
                  <a:lnTo>
                    <a:pt x="971" y="344"/>
                  </a:lnTo>
                  <a:lnTo>
                    <a:pt x="975" y="342"/>
                  </a:lnTo>
                  <a:lnTo>
                    <a:pt x="979" y="340"/>
                  </a:lnTo>
                  <a:lnTo>
                    <a:pt x="982" y="337"/>
                  </a:lnTo>
                  <a:lnTo>
                    <a:pt x="986" y="335"/>
                  </a:lnTo>
                  <a:lnTo>
                    <a:pt x="991" y="334"/>
                  </a:lnTo>
                  <a:lnTo>
                    <a:pt x="995" y="334"/>
                  </a:lnTo>
                  <a:lnTo>
                    <a:pt x="999" y="335"/>
                  </a:lnTo>
                  <a:lnTo>
                    <a:pt x="1003" y="334"/>
                  </a:lnTo>
                  <a:lnTo>
                    <a:pt x="1007" y="333"/>
                  </a:lnTo>
                  <a:lnTo>
                    <a:pt x="1011" y="334"/>
                  </a:lnTo>
                  <a:lnTo>
                    <a:pt x="1014" y="337"/>
                  </a:lnTo>
                  <a:lnTo>
                    <a:pt x="1016" y="341"/>
                  </a:lnTo>
                  <a:lnTo>
                    <a:pt x="1018" y="344"/>
                  </a:lnTo>
                  <a:lnTo>
                    <a:pt x="1022" y="343"/>
                  </a:lnTo>
                  <a:lnTo>
                    <a:pt x="1027" y="340"/>
                  </a:lnTo>
                  <a:lnTo>
                    <a:pt x="1033" y="339"/>
                  </a:lnTo>
                  <a:lnTo>
                    <a:pt x="1037" y="340"/>
                  </a:lnTo>
                  <a:lnTo>
                    <a:pt x="1038" y="345"/>
                  </a:lnTo>
                  <a:lnTo>
                    <a:pt x="1038" y="350"/>
                  </a:lnTo>
                  <a:lnTo>
                    <a:pt x="1039" y="354"/>
                  </a:lnTo>
                  <a:lnTo>
                    <a:pt x="1039" y="358"/>
                  </a:lnTo>
                  <a:lnTo>
                    <a:pt x="1039" y="362"/>
                  </a:lnTo>
                  <a:lnTo>
                    <a:pt x="1038" y="366"/>
                  </a:lnTo>
                  <a:lnTo>
                    <a:pt x="1038" y="369"/>
                  </a:lnTo>
                  <a:lnTo>
                    <a:pt x="1039" y="372"/>
                  </a:lnTo>
                  <a:close/>
                </a:path>
              </a:pathLst>
            </a:custGeom>
            <a:solidFill>
              <a:srgbClr val="DA9FC0">
                <a:alpha val="32000"/>
              </a:srgbClr>
            </a:solidFill>
            <a:ln>
              <a:noFill/>
            </a:ln>
          </p:spPr>
          <p:txBody>
            <a:bodyPr anchor="ctr"/>
            <a:lstStyle/>
            <a:p>
              <a:pPr algn="ctr">
                <a:buNone/>
              </a:pPr>
            </a:p>
          </p:txBody>
        </p:sp>
        <p:sp>
          <p:nvSpPr>
            <p:cNvPr id="6726" name="addition:input:193"/>
            <p:cNvSpPr>
              <a:spLocks noGrp="1"/>
            </p:cNvSpPr>
            <p:nvPr/>
          </p:nvSpPr>
          <p:spPr>
            <a:xfrm>
              <a:off x="209550" y="5438775"/>
              <a:ext cx="1915851" cy="794796"/>
            </a:xfrm>
            <a:custGeom>
              <a:avLst/>
              <a:gdLst/>
              <a:ahLst/>
              <a:cxnLst/>
              <a:rect l="l" t="t" r="r" b="b"/>
              <a:pathLst>
                <a:path w="1164" h="424">
                  <a:moveTo>
                    <a:pt x="0" y="0"/>
                  </a:moveTo>
                  <a:moveTo>
                    <a:pt x="1146" y="369"/>
                  </a:moveTo>
                  <a:lnTo>
                    <a:pt x="1141" y="373"/>
                  </a:lnTo>
                  <a:lnTo>
                    <a:pt x="1141" y="377"/>
                  </a:lnTo>
                  <a:lnTo>
                    <a:pt x="1143" y="382"/>
                  </a:lnTo>
                  <a:lnTo>
                    <a:pt x="1144" y="387"/>
                  </a:lnTo>
                  <a:lnTo>
                    <a:pt x="1140" y="392"/>
                  </a:lnTo>
                  <a:lnTo>
                    <a:pt x="1135" y="395"/>
                  </a:lnTo>
                  <a:lnTo>
                    <a:pt x="1131" y="399"/>
                  </a:lnTo>
                  <a:lnTo>
                    <a:pt x="1129" y="404"/>
                  </a:lnTo>
                  <a:lnTo>
                    <a:pt x="1127" y="409"/>
                  </a:lnTo>
                  <a:lnTo>
                    <a:pt x="1123" y="413"/>
                  </a:lnTo>
                  <a:lnTo>
                    <a:pt x="1117" y="416"/>
                  </a:lnTo>
                  <a:lnTo>
                    <a:pt x="1112" y="418"/>
                  </a:lnTo>
                  <a:lnTo>
                    <a:pt x="1107" y="421"/>
                  </a:lnTo>
                  <a:lnTo>
                    <a:pt x="1102" y="424"/>
                  </a:lnTo>
                  <a:lnTo>
                    <a:pt x="1096" y="424"/>
                  </a:lnTo>
                  <a:lnTo>
                    <a:pt x="1090" y="420"/>
                  </a:lnTo>
                  <a:lnTo>
                    <a:pt x="1084" y="415"/>
                  </a:lnTo>
                  <a:lnTo>
                    <a:pt x="1080" y="411"/>
                  </a:lnTo>
                  <a:lnTo>
                    <a:pt x="1076" y="413"/>
                  </a:lnTo>
                  <a:lnTo>
                    <a:pt x="1070" y="418"/>
                  </a:lnTo>
                  <a:lnTo>
                    <a:pt x="1063" y="423"/>
                  </a:lnTo>
                  <a:lnTo>
                    <a:pt x="1056" y="424"/>
                  </a:lnTo>
                  <a:lnTo>
                    <a:pt x="1051" y="421"/>
                  </a:lnTo>
                  <a:lnTo>
                    <a:pt x="1047" y="416"/>
                  </a:lnTo>
                  <a:lnTo>
                    <a:pt x="1043" y="413"/>
                  </a:lnTo>
                  <a:lnTo>
                    <a:pt x="1039" y="409"/>
                  </a:lnTo>
                  <a:lnTo>
                    <a:pt x="1035" y="405"/>
                  </a:lnTo>
                  <a:lnTo>
                    <a:pt x="1034" y="400"/>
                  </a:lnTo>
                  <a:lnTo>
                    <a:pt x="1033" y="394"/>
                  </a:lnTo>
                  <a:lnTo>
                    <a:pt x="1031" y="390"/>
                  </a:lnTo>
                  <a:lnTo>
                    <a:pt x="1026" y="387"/>
                  </a:lnTo>
                  <a:lnTo>
                    <a:pt x="1020" y="383"/>
                  </a:lnTo>
                  <a:lnTo>
                    <a:pt x="1018" y="378"/>
                  </a:lnTo>
                  <a:lnTo>
                    <a:pt x="1020" y="373"/>
                  </a:lnTo>
                  <a:lnTo>
                    <a:pt x="1022" y="369"/>
                  </a:lnTo>
                  <a:lnTo>
                    <a:pt x="1020" y="364"/>
                  </a:lnTo>
                  <a:lnTo>
                    <a:pt x="1014" y="359"/>
                  </a:lnTo>
                  <a:lnTo>
                    <a:pt x="1007" y="352"/>
                  </a:lnTo>
                  <a:lnTo>
                    <a:pt x="1004" y="346"/>
                  </a:lnTo>
                  <a:lnTo>
                    <a:pt x="1008" y="342"/>
                  </a:lnTo>
                  <a:lnTo>
                    <a:pt x="1016" y="339"/>
                  </a:lnTo>
                  <a:lnTo>
                    <a:pt x="1024" y="338"/>
                  </a:lnTo>
                  <a:lnTo>
                    <a:pt x="1029" y="336"/>
                  </a:lnTo>
                  <a:lnTo>
                    <a:pt x="1034" y="333"/>
                  </a:lnTo>
                  <a:lnTo>
                    <a:pt x="1039" y="331"/>
                  </a:lnTo>
                  <a:lnTo>
                    <a:pt x="1045" y="329"/>
                  </a:lnTo>
                  <a:lnTo>
                    <a:pt x="1049" y="326"/>
                  </a:lnTo>
                  <a:lnTo>
                    <a:pt x="1053" y="321"/>
                  </a:lnTo>
                  <a:lnTo>
                    <a:pt x="1057" y="315"/>
                  </a:lnTo>
                  <a:lnTo>
                    <a:pt x="1063" y="310"/>
                  </a:lnTo>
                  <a:lnTo>
                    <a:pt x="1071" y="310"/>
                  </a:lnTo>
                  <a:lnTo>
                    <a:pt x="1079" y="313"/>
                  </a:lnTo>
                  <a:lnTo>
                    <a:pt x="1086" y="316"/>
                  </a:lnTo>
                  <a:lnTo>
                    <a:pt x="1093" y="316"/>
                  </a:lnTo>
                  <a:lnTo>
                    <a:pt x="1100" y="314"/>
                  </a:lnTo>
                  <a:lnTo>
                    <a:pt x="1108" y="313"/>
                  </a:lnTo>
                  <a:lnTo>
                    <a:pt x="1115" y="316"/>
                  </a:lnTo>
                  <a:lnTo>
                    <a:pt x="1119" y="322"/>
                  </a:lnTo>
                  <a:lnTo>
                    <a:pt x="1121" y="328"/>
                  </a:lnTo>
                  <a:lnTo>
                    <a:pt x="1125" y="332"/>
                  </a:lnTo>
                  <a:lnTo>
                    <a:pt x="1130" y="334"/>
                  </a:lnTo>
                  <a:lnTo>
                    <a:pt x="1136" y="336"/>
                  </a:lnTo>
                  <a:lnTo>
                    <a:pt x="1141" y="338"/>
                  </a:lnTo>
                  <a:lnTo>
                    <a:pt x="1146" y="341"/>
                  </a:lnTo>
                  <a:lnTo>
                    <a:pt x="1152" y="344"/>
                  </a:lnTo>
                  <a:lnTo>
                    <a:pt x="1159" y="347"/>
                  </a:lnTo>
                  <a:lnTo>
                    <a:pt x="1164" y="352"/>
                  </a:lnTo>
                  <a:lnTo>
                    <a:pt x="1163" y="358"/>
                  </a:lnTo>
                  <a:lnTo>
                    <a:pt x="1155" y="364"/>
                  </a:lnTo>
                  <a:close/>
                </a:path>
              </a:pathLst>
            </a:custGeom>
            <a:solidFill>
              <a:srgbClr val="DA9FC0">
                <a:alpha val="32000"/>
              </a:srgbClr>
            </a:solidFill>
            <a:ln>
              <a:noFill/>
            </a:ln>
          </p:spPr>
          <p:txBody>
            <a:bodyPr anchor="ctr"/>
            <a:lstStyle/>
            <a:p>
              <a:pPr algn="ctr">
                <a:buNone/>
              </a:pPr>
            </a:p>
          </p:txBody>
        </p:sp>
        <p:sp>
          <p:nvSpPr>
            <p:cNvPr id="6727" name="addition:input:194"/>
            <p:cNvSpPr>
              <a:spLocks noGrp="1"/>
            </p:cNvSpPr>
            <p:nvPr/>
          </p:nvSpPr>
          <p:spPr>
            <a:xfrm>
              <a:off x="209550" y="5438775"/>
              <a:ext cx="1961937" cy="864154"/>
            </a:xfrm>
            <a:custGeom>
              <a:avLst/>
              <a:gdLst/>
              <a:ahLst/>
              <a:cxnLst/>
              <a:rect l="l" t="t" r="r" b="b"/>
              <a:pathLst>
                <a:path w="1192" h="461">
                  <a:moveTo>
                    <a:pt x="0" y="0"/>
                  </a:moveTo>
                  <a:moveTo>
                    <a:pt x="1191" y="359"/>
                  </a:moveTo>
                  <a:lnTo>
                    <a:pt x="1192" y="367"/>
                  </a:lnTo>
                  <a:lnTo>
                    <a:pt x="1187" y="375"/>
                  </a:lnTo>
                  <a:lnTo>
                    <a:pt x="1182" y="382"/>
                  </a:lnTo>
                  <a:lnTo>
                    <a:pt x="1182" y="390"/>
                  </a:lnTo>
                  <a:lnTo>
                    <a:pt x="1186" y="400"/>
                  </a:lnTo>
                  <a:lnTo>
                    <a:pt x="1188" y="410"/>
                  </a:lnTo>
                  <a:lnTo>
                    <a:pt x="1182" y="417"/>
                  </a:lnTo>
                  <a:lnTo>
                    <a:pt x="1169" y="419"/>
                  </a:lnTo>
                  <a:lnTo>
                    <a:pt x="1155" y="418"/>
                  </a:lnTo>
                  <a:lnTo>
                    <a:pt x="1145" y="418"/>
                  </a:lnTo>
                  <a:lnTo>
                    <a:pt x="1138" y="423"/>
                  </a:lnTo>
                  <a:lnTo>
                    <a:pt x="1133" y="429"/>
                  </a:lnTo>
                  <a:lnTo>
                    <a:pt x="1126" y="435"/>
                  </a:lnTo>
                  <a:lnTo>
                    <a:pt x="1117" y="440"/>
                  </a:lnTo>
                  <a:lnTo>
                    <a:pt x="1108" y="446"/>
                  </a:lnTo>
                  <a:lnTo>
                    <a:pt x="1099" y="454"/>
                  </a:lnTo>
                  <a:lnTo>
                    <a:pt x="1087" y="461"/>
                  </a:lnTo>
                  <a:lnTo>
                    <a:pt x="1075" y="461"/>
                  </a:lnTo>
                  <a:lnTo>
                    <a:pt x="1064" y="453"/>
                  </a:lnTo>
                  <a:lnTo>
                    <a:pt x="1055" y="442"/>
                  </a:lnTo>
                  <a:lnTo>
                    <a:pt x="1047" y="434"/>
                  </a:lnTo>
                  <a:lnTo>
                    <a:pt x="1037" y="433"/>
                  </a:lnTo>
                  <a:lnTo>
                    <a:pt x="1025" y="434"/>
                  </a:lnTo>
                  <a:lnTo>
                    <a:pt x="1014" y="434"/>
                  </a:lnTo>
                  <a:lnTo>
                    <a:pt x="1007" y="428"/>
                  </a:lnTo>
                  <a:lnTo>
                    <a:pt x="1003" y="419"/>
                  </a:lnTo>
                  <a:lnTo>
                    <a:pt x="1000" y="412"/>
                  </a:lnTo>
                  <a:lnTo>
                    <a:pt x="992" y="407"/>
                  </a:lnTo>
                  <a:lnTo>
                    <a:pt x="982" y="404"/>
                  </a:lnTo>
                  <a:lnTo>
                    <a:pt x="973" y="399"/>
                  </a:lnTo>
                  <a:lnTo>
                    <a:pt x="968" y="392"/>
                  </a:lnTo>
                  <a:lnTo>
                    <a:pt x="966" y="384"/>
                  </a:lnTo>
                  <a:lnTo>
                    <a:pt x="964" y="376"/>
                  </a:lnTo>
                  <a:lnTo>
                    <a:pt x="962" y="368"/>
                  </a:lnTo>
                  <a:lnTo>
                    <a:pt x="964" y="359"/>
                  </a:lnTo>
                  <a:lnTo>
                    <a:pt x="974" y="351"/>
                  </a:lnTo>
                  <a:lnTo>
                    <a:pt x="989" y="345"/>
                  </a:lnTo>
                  <a:lnTo>
                    <a:pt x="1001" y="340"/>
                  </a:lnTo>
                  <a:lnTo>
                    <a:pt x="1005" y="334"/>
                  </a:lnTo>
                  <a:lnTo>
                    <a:pt x="1000" y="324"/>
                  </a:lnTo>
                  <a:lnTo>
                    <a:pt x="994" y="313"/>
                  </a:lnTo>
                  <a:lnTo>
                    <a:pt x="995" y="303"/>
                  </a:lnTo>
                  <a:lnTo>
                    <a:pt x="1002" y="296"/>
                  </a:lnTo>
                  <a:lnTo>
                    <a:pt x="1012" y="292"/>
                  </a:lnTo>
                  <a:lnTo>
                    <a:pt x="1021" y="288"/>
                  </a:lnTo>
                  <a:lnTo>
                    <a:pt x="1027" y="282"/>
                  </a:lnTo>
                  <a:lnTo>
                    <a:pt x="1035" y="277"/>
                  </a:lnTo>
                  <a:lnTo>
                    <a:pt x="1044" y="275"/>
                  </a:lnTo>
                  <a:lnTo>
                    <a:pt x="1054" y="276"/>
                  </a:lnTo>
                  <a:lnTo>
                    <a:pt x="1062" y="276"/>
                  </a:lnTo>
                  <a:lnTo>
                    <a:pt x="1070" y="274"/>
                  </a:lnTo>
                  <a:lnTo>
                    <a:pt x="1077" y="272"/>
                  </a:lnTo>
                  <a:lnTo>
                    <a:pt x="1085" y="273"/>
                  </a:lnTo>
                  <a:lnTo>
                    <a:pt x="1092" y="278"/>
                  </a:lnTo>
                  <a:lnTo>
                    <a:pt x="1098" y="284"/>
                  </a:lnTo>
                  <a:lnTo>
                    <a:pt x="1104" y="286"/>
                  </a:lnTo>
                  <a:lnTo>
                    <a:pt x="1115" y="281"/>
                  </a:lnTo>
                  <a:lnTo>
                    <a:pt x="1128" y="274"/>
                  </a:lnTo>
                  <a:lnTo>
                    <a:pt x="1141" y="272"/>
                  </a:lnTo>
                  <a:lnTo>
                    <a:pt x="1149" y="278"/>
                  </a:lnTo>
                  <a:lnTo>
                    <a:pt x="1151" y="289"/>
                  </a:lnTo>
                  <a:lnTo>
                    <a:pt x="1152" y="300"/>
                  </a:lnTo>
                  <a:lnTo>
                    <a:pt x="1153" y="309"/>
                  </a:lnTo>
                  <a:lnTo>
                    <a:pt x="1157" y="316"/>
                  </a:lnTo>
                  <a:lnTo>
                    <a:pt x="1161" y="324"/>
                  </a:lnTo>
                  <a:lnTo>
                    <a:pt x="1162" y="331"/>
                  </a:lnTo>
                  <a:lnTo>
                    <a:pt x="1165" y="338"/>
                  </a:lnTo>
                  <a:lnTo>
                    <a:pt x="1172" y="344"/>
                  </a:lnTo>
                  <a:lnTo>
                    <a:pt x="1183" y="351"/>
                  </a:lnTo>
                  <a:close/>
                </a:path>
              </a:pathLst>
            </a:custGeom>
            <a:solidFill>
              <a:srgbClr val="CC79A7">
                <a:alpha val="37000"/>
              </a:srgbClr>
            </a:solidFill>
            <a:ln>
              <a:noFill/>
            </a:ln>
          </p:spPr>
          <p:txBody>
            <a:bodyPr anchor="ctr"/>
            <a:lstStyle/>
            <a:p>
              <a:pPr algn="ctr">
                <a:buNone/>
              </a:pPr>
            </a:p>
          </p:txBody>
        </p:sp>
        <p:sp>
          <p:nvSpPr>
            <p:cNvPr id="6728" name="addition:input:195"/>
            <p:cNvSpPr>
              <a:spLocks noGrp="1"/>
            </p:cNvSpPr>
            <p:nvPr/>
          </p:nvSpPr>
          <p:spPr>
            <a:xfrm>
              <a:off x="209550" y="5438775"/>
              <a:ext cx="1792407" cy="704820"/>
            </a:xfrm>
            <a:custGeom>
              <a:avLst/>
              <a:gdLst/>
              <a:ahLst/>
              <a:cxnLst/>
              <a:rect l="l" t="t" r="r" b="b"/>
              <a:pathLst>
                <a:path w="1089" h="376">
                  <a:moveTo>
                    <a:pt x="0" y="0"/>
                  </a:moveTo>
                  <a:moveTo>
                    <a:pt x="1087" y="338"/>
                  </a:moveTo>
                  <a:lnTo>
                    <a:pt x="1085" y="341"/>
                  </a:lnTo>
                  <a:lnTo>
                    <a:pt x="1083" y="345"/>
                  </a:lnTo>
                  <a:lnTo>
                    <a:pt x="1082" y="348"/>
                  </a:lnTo>
                  <a:lnTo>
                    <a:pt x="1079" y="351"/>
                  </a:lnTo>
                  <a:lnTo>
                    <a:pt x="1074" y="353"/>
                  </a:lnTo>
                  <a:lnTo>
                    <a:pt x="1070" y="355"/>
                  </a:lnTo>
                  <a:lnTo>
                    <a:pt x="1069" y="358"/>
                  </a:lnTo>
                  <a:lnTo>
                    <a:pt x="1070" y="363"/>
                  </a:lnTo>
                  <a:lnTo>
                    <a:pt x="1071" y="369"/>
                  </a:lnTo>
                  <a:lnTo>
                    <a:pt x="1070" y="374"/>
                  </a:lnTo>
                  <a:lnTo>
                    <a:pt x="1066" y="376"/>
                  </a:lnTo>
                  <a:lnTo>
                    <a:pt x="1060" y="375"/>
                  </a:lnTo>
                  <a:lnTo>
                    <a:pt x="1055" y="374"/>
                  </a:lnTo>
                  <a:lnTo>
                    <a:pt x="1052" y="374"/>
                  </a:lnTo>
                  <a:lnTo>
                    <a:pt x="1048" y="375"/>
                  </a:lnTo>
                  <a:lnTo>
                    <a:pt x="1045" y="375"/>
                  </a:lnTo>
                  <a:lnTo>
                    <a:pt x="1042" y="374"/>
                  </a:lnTo>
                  <a:lnTo>
                    <a:pt x="1039" y="373"/>
                  </a:lnTo>
                  <a:lnTo>
                    <a:pt x="1036" y="374"/>
                  </a:lnTo>
                  <a:lnTo>
                    <a:pt x="1033" y="376"/>
                  </a:lnTo>
                  <a:lnTo>
                    <a:pt x="1029" y="376"/>
                  </a:lnTo>
                  <a:lnTo>
                    <a:pt x="1026" y="375"/>
                  </a:lnTo>
                  <a:lnTo>
                    <a:pt x="1024" y="372"/>
                  </a:lnTo>
                  <a:lnTo>
                    <a:pt x="1021" y="369"/>
                  </a:lnTo>
                  <a:lnTo>
                    <a:pt x="1018" y="369"/>
                  </a:lnTo>
                  <a:lnTo>
                    <a:pt x="1012" y="369"/>
                  </a:lnTo>
                  <a:lnTo>
                    <a:pt x="1008" y="368"/>
                  </a:lnTo>
                  <a:lnTo>
                    <a:pt x="1006" y="364"/>
                  </a:lnTo>
                  <a:lnTo>
                    <a:pt x="1008" y="358"/>
                  </a:lnTo>
                  <a:lnTo>
                    <a:pt x="1010" y="353"/>
                  </a:lnTo>
                  <a:lnTo>
                    <a:pt x="1011" y="349"/>
                  </a:lnTo>
                  <a:lnTo>
                    <a:pt x="1009" y="347"/>
                  </a:lnTo>
                  <a:lnTo>
                    <a:pt x="1006" y="344"/>
                  </a:lnTo>
                  <a:lnTo>
                    <a:pt x="1004" y="341"/>
                  </a:lnTo>
                  <a:lnTo>
                    <a:pt x="1002" y="338"/>
                  </a:lnTo>
                  <a:lnTo>
                    <a:pt x="999" y="334"/>
                  </a:lnTo>
                  <a:lnTo>
                    <a:pt x="996" y="330"/>
                  </a:lnTo>
                  <a:lnTo>
                    <a:pt x="994" y="326"/>
                  </a:lnTo>
                  <a:lnTo>
                    <a:pt x="995" y="322"/>
                  </a:lnTo>
                  <a:lnTo>
                    <a:pt x="999" y="320"/>
                  </a:lnTo>
                  <a:lnTo>
                    <a:pt x="1004" y="318"/>
                  </a:lnTo>
                  <a:lnTo>
                    <a:pt x="1007" y="316"/>
                  </a:lnTo>
                  <a:lnTo>
                    <a:pt x="1008" y="313"/>
                  </a:lnTo>
                  <a:lnTo>
                    <a:pt x="1008" y="309"/>
                  </a:lnTo>
                  <a:lnTo>
                    <a:pt x="1011" y="306"/>
                  </a:lnTo>
                  <a:lnTo>
                    <a:pt x="1015" y="305"/>
                  </a:lnTo>
                  <a:lnTo>
                    <a:pt x="1020" y="306"/>
                  </a:lnTo>
                  <a:lnTo>
                    <a:pt x="1024" y="306"/>
                  </a:lnTo>
                  <a:lnTo>
                    <a:pt x="1027" y="304"/>
                  </a:lnTo>
                  <a:lnTo>
                    <a:pt x="1030" y="300"/>
                  </a:lnTo>
                  <a:lnTo>
                    <a:pt x="1034" y="297"/>
                  </a:lnTo>
                  <a:lnTo>
                    <a:pt x="1038" y="295"/>
                  </a:lnTo>
                  <a:lnTo>
                    <a:pt x="1043" y="295"/>
                  </a:lnTo>
                  <a:lnTo>
                    <a:pt x="1048" y="295"/>
                  </a:lnTo>
                  <a:lnTo>
                    <a:pt x="1053" y="295"/>
                  </a:lnTo>
                  <a:lnTo>
                    <a:pt x="1057" y="297"/>
                  </a:lnTo>
                  <a:lnTo>
                    <a:pt x="1060" y="301"/>
                  </a:lnTo>
                  <a:lnTo>
                    <a:pt x="1062" y="307"/>
                  </a:lnTo>
                  <a:lnTo>
                    <a:pt x="1063" y="311"/>
                  </a:lnTo>
                  <a:lnTo>
                    <a:pt x="1067" y="312"/>
                  </a:lnTo>
                  <a:lnTo>
                    <a:pt x="1072" y="311"/>
                  </a:lnTo>
                  <a:lnTo>
                    <a:pt x="1078" y="311"/>
                  </a:lnTo>
                  <a:lnTo>
                    <a:pt x="1082" y="313"/>
                  </a:lnTo>
                  <a:lnTo>
                    <a:pt x="1083" y="317"/>
                  </a:lnTo>
                  <a:lnTo>
                    <a:pt x="1083" y="320"/>
                  </a:lnTo>
                  <a:lnTo>
                    <a:pt x="1085" y="324"/>
                  </a:lnTo>
                  <a:lnTo>
                    <a:pt x="1087" y="327"/>
                  </a:lnTo>
                  <a:lnTo>
                    <a:pt x="1089" y="330"/>
                  </a:lnTo>
                  <a:lnTo>
                    <a:pt x="1089" y="334"/>
                  </a:lnTo>
                  <a:close/>
                </a:path>
              </a:pathLst>
            </a:custGeom>
            <a:solidFill>
              <a:srgbClr val="CC79A7">
                <a:alpha val="36000"/>
              </a:srgbClr>
            </a:solidFill>
            <a:ln>
              <a:noFill/>
            </a:ln>
          </p:spPr>
          <p:txBody>
            <a:bodyPr anchor="ctr"/>
            <a:lstStyle/>
            <a:p>
              <a:pPr algn="ctr">
                <a:buNone/>
              </a:pPr>
            </a:p>
          </p:txBody>
        </p:sp>
        <p:sp>
          <p:nvSpPr>
            <p:cNvPr id="6729" name="addition:input:196"/>
            <p:cNvSpPr>
              <a:spLocks noGrp="1"/>
            </p:cNvSpPr>
            <p:nvPr/>
          </p:nvSpPr>
          <p:spPr>
            <a:xfrm>
              <a:off x="209550" y="5438775"/>
              <a:ext cx="1877995" cy="671078"/>
            </a:xfrm>
            <a:custGeom>
              <a:avLst/>
              <a:gdLst/>
              <a:ahLst/>
              <a:cxnLst/>
              <a:rect l="l" t="t" r="r" b="b"/>
              <a:pathLst>
                <a:path w="1141" h="358">
                  <a:moveTo>
                    <a:pt x="0" y="0"/>
                  </a:moveTo>
                  <a:moveTo>
                    <a:pt x="1137" y="326"/>
                  </a:moveTo>
                  <a:lnTo>
                    <a:pt x="1139" y="328"/>
                  </a:lnTo>
                  <a:lnTo>
                    <a:pt x="1140" y="331"/>
                  </a:lnTo>
                  <a:lnTo>
                    <a:pt x="1140" y="334"/>
                  </a:lnTo>
                  <a:lnTo>
                    <a:pt x="1141" y="337"/>
                  </a:lnTo>
                  <a:lnTo>
                    <a:pt x="1140" y="340"/>
                  </a:lnTo>
                  <a:lnTo>
                    <a:pt x="1137" y="342"/>
                  </a:lnTo>
                  <a:lnTo>
                    <a:pt x="1132" y="343"/>
                  </a:lnTo>
                  <a:lnTo>
                    <a:pt x="1127" y="343"/>
                  </a:lnTo>
                  <a:lnTo>
                    <a:pt x="1124" y="343"/>
                  </a:lnTo>
                  <a:lnTo>
                    <a:pt x="1123" y="346"/>
                  </a:lnTo>
                  <a:lnTo>
                    <a:pt x="1123" y="349"/>
                  </a:lnTo>
                  <a:lnTo>
                    <a:pt x="1121" y="353"/>
                  </a:lnTo>
                  <a:lnTo>
                    <a:pt x="1118" y="355"/>
                  </a:lnTo>
                  <a:lnTo>
                    <a:pt x="1115" y="355"/>
                  </a:lnTo>
                  <a:lnTo>
                    <a:pt x="1111" y="355"/>
                  </a:lnTo>
                  <a:lnTo>
                    <a:pt x="1108" y="356"/>
                  </a:lnTo>
                  <a:lnTo>
                    <a:pt x="1104" y="357"/>
                  </a:lnTo>
                  <a:lnTo>
                    <a:pt x="1100" y="358"/>
                  </a:lnTo>
                  <a:lnTo>
                    <a:pt x="1097" y="356"/>
                  </a:lnTo>
                  <a:lnTo>
                    <a:pt x="1093" y="355"/>
                  </a:lnTo>
                  <a:lnTo>
                    <a:pt x="1090" y="354"/>
                  </a:lnTo>
                  <a:lnTo>
                    <a:pt x="1087" y="353"/>
                  </a:lnTo>
                  <a:lnTo>
                    <a:pt x="1084" y="352"/>
                  </a:lnTo>
                  <a:lnTo>
                    <a:pt x="1082" y="349"/>
                  </a:lnTo>
                  <a:lnTo>
                    <a:pt x="1082" y="346"/>
                  </a:lnTo>
                  <a:lnTo>
                    <a:pt x="1080" y="344"/>
                  </a:lnTo>
                  <a:lnTo>
                    <a:pt x="1077" y="343"/>
                  </a:lnTo>
                  <a:lnTo>
                    <a:pt x="1072" y="343"/>
                  </a:lnTo>
                  <a:lnTo>
                    <a:pt x="1067" y="343"/>
                  </a:lnTo>
                  <a:lnTo>
                    <a:pt x="1065" y="341"/>
                  </a:lnTo>
                  <a:lnTo>
                    <a:pt x="1065" y="338"/>
                  </a:lnTo>
                  <a:lnTo>
                    <a:pt x="1067" y="334"/>
                  </a:lnTo>
                  <a:lnTo>
                    <a:pt x="1068" y="331"/>
                  </a:lnTo>
                  <a:lnTo>
                    <a:pt x="1069" y="328"/>
                  </a:lnTo>
                  <a:lnTo>
                    <a:pt x="1070" y="326"/>
                  </a:lnTo>
                  <a:lnTo>
                    <a:pt x="1072" y="323"/>
                  </a:lnTo>
                  <a:lnTo>
                    <a:pt x="1074" y="321"/>
                  </a:lnTo>
                  <a:lnTo>
                    <a:pt x="1075" y="319"/>
                  </a:lnTo>
                  <a:lnTo>
                    <a:pt x="1074" y="316"/>
                  </a:lnTo>
                  <a:lnTo>
                    <a:pt x="1074" y="313"/>
                  </a:lnTo>
                  <a:lnTo>
                    <a:pt x="1075" y="310"/>
                  </a:lnTo>
                  <a:lnTo>
                    <a:pt x="1077" y="308"/>
                  </a:lnTo>
                  <a:lnTo>
                    <a:pt x="1081" y="307"/>
                  </a:lnTo>
                  <a:lnTo>
                    <a:pt x="1083" y="305"/>
                  </a:lnTo>
                  <a:lnTo>
                    <a:pt x="1083" y="302"/>
                  </a:lnTo>
                  <a:lnTo>
                    <a:pt x="1084" y="298"/>
                  </a:lnTo>
                  <a:lnTo>
                    <a:pt x="1086" y="295"/>
                  </a:lnTo>
                  <a:lnTo>
                    <a:pt x="1090" y="296"/>
                  </a:lnTo>
                  <a:lnTo>
                    <a:pt x="1093" y="297"/>
                  </a:lnTo>
                  <a:lnTo>
                    <a:pt x="1097" y="299"/>
                  </a:lnTo>
                  <a:lnTo>
                    <a:pt x="1099" y="300"/>
                  </a:lnTo>
                  <a:lnTo>
                    <a:pt x="1101" y="299"/>
                  </a:lnTo>
                  <a:lnTo>
                    <a:pt x="1103" y="299"/>
                  </a:lnTo>
                  <a:lnTo>
                    <a:pt x="1106" y="298"/>
                  </a:lnTo>
                  <a:lnTo>
                    <a:pt x="1108" y="298"/>
                  </a:lnTo>
                  <a:lnTo>
                    <a:pt x="1112" y="297"/>
                  </a:lnTo>
                  <a:lnTo>
                    <a:pt x="1115" y="295"/>
                  </a:lnTo>
                  <a:lnTo>
                    <a:pt x="1119" y="295"/>
                  </a:lnTo>
                  <a:lnTo>
                    <a:pt x="1121" y="298"/>
                  </a:lnTo>
                  <a:lnTo>
                    <a:pt x="1122" y="302"/>
                  </a:lnTo>
                  <a:lnTo>
                    <a:pt x="1122" y="305"/>
                  </a:lnTo>
                  <a:lnTo>
                    <a:pt x="1124" y="307"/>
                  </a:lnTo>
                  <a:lnTo>
                    <a:pt x="1127" y="309"/>
                  </a:lnTo>
                  <a:lnTo>
                    <a:pt x="1131" y="310"/>
                  </a:lnTo>
                  <a:lnTo>
                    <a:pt x="1132" y="313"/>
                  </a:lnTo>
                  <a:lnTo>
                    <a:pt x="1132" y="316"/>
                  </a:lnTo>
                  <a:lnTo>
                    <a:pt x="1131" y="319"/>
                  </a:lnTo>
                  <a:lnTo>
                    <a:pt x="1132" y="321"/>
                  </a:lnTo>
                  <a:lnTo>
                    <a:pt x="1135" y="323"/>
                  </a:lnTo>
                  <a:close/>
                </a:path>
              </a:pathLst>
            </a:custGeom>
            <a:solidFill>
              <a:srgbClr val="CC79A7">
                <a:alpha val="36000"/>
              </a:srgbClr>
            </a:solidFill>
            <a:ln>
              <a:noFill/>
            </a:ln>
          </p:spPr>
          <p:txBody>
            <a:bodyPr anchor="ctr"/>
            <a:lstStyle/>
            <a:p>
              <a:pPr algn="ctr">
                <a:buNone/>
              </a:pPr>
            </a:p>
          </p:txBody>
        </p:sp>
        <p:sp>
          <p:nvSpPr>
            <p:cNvPr id="6730" name="addition:input:197"/>
            <p:cNvSpPr>
              <a:spLocks noGrp="1"/>
            </p:cNvSpPr>
            <p:nvPr/>
          </p:nvSpPr>
          <p:spPr>
            <a:xfrm>
              <a:off x="209550" y="5438775"/>
              <a:ext cx="1940540" cy="792922"/>
            </a:xfrm>
            <a:custGeom>
              <a:avLst/>
              <a:gdLst/>
              <a:ahLst/>
              <a:cxnLst/>
              <a:rect l="l" t="t" r="r" b="b"/>
              <a:pathLst>
                <a:path w="1179" h="423">
                  <a:moveTo>
                    <a:pt x="0" y="0"/>
                  </a:moveTo>
                  <a:moveTo>
                    <a:pt x="1172" y="378"/>
                  </a:moveTo>
                  <a:lnTo>
                    <a:pt x="1172" y="381"/>
                  </a:lnTo>
                  <a:lnTo>
                    <a:pt x="1174" y="385"/>
                  </a:lnTo>
                  <a:lnTo>
                    <a:pt x="1177" y="389"/>
                  </a:lnTo>
                  <a:lnTo>
                    <a:pt x="1179" y="394"/>
                  </a:lnTo>
                  <a:lnTo>
                    <a:pt x="1178" y="397"/>
                  </a:lnTo>
                  <a:lnTo>
                    <a:pt x="1175" y="400"/>
                  </a:lnTo>
                  <a:lnTo>
                    <a:pt x="1171" y="402"/>
                  </a:lnTo>
                  <a:lnTo>
                    <a:pt x="1167" y="404"/>
                  </a:lnTo>
                  <a:lnTo>
                    <a:pt x="1164" y="405"/>
                  </a:lnTo>
                  <a:lnTo>
                    <a:pt x="1159" y="406"/>
                  </a:lnTo>
                  <a:lnTo>
                    <a:pt x="1155" y="406"/>
                  </a:lnTo>
                  <a:lnTo>
                    <a:pt x="1151" y="407"/>
                  </a:lnTo>
                  <a:lnTo>
                    <a:pt x="1149" y="410"/>
                  </a:lnTo>
                  <a:lnTo>
                    <a:pt x="1147" y="416"/>
                  </a:lnTo>
                  <a:lnTo>
                    <a:pt x="1143" y="421"/>
                  </a:lnTo>
                  <a:lnTo>
                    <a:pt x="1138" y="423"/>
                  </a:lnTo>
                  <a:lnTo>
                    <a:pt x="1133" y="421"/>
                  </a:lnTo>
                  <a:lnTo>
                    <a:pt x="1128" y="418"/>
                  </a:lnTo>
                  <a:lnTo>
                    <a:pt x="1123" y="416"/>
                  </a:lnTo>
                  <a:lnTo>
                    <a:pt x="1119" y="416"/>
                  </a:lnTo>
                  <a:lnTo>
                    <a:pt x="1114" y="416"/>
                  </a:lnTo>
                  <a:lnTo>
                    <a:pt x="1109" y="415"/>
                  </a:lnTo>
                  <a:lnTo>
                    <a:pt x="1106" y="412"/>
                  </a:lnTo>
                  <a:lnTo>
                    <a:pt x="1103" y="409"/>
                  </a:lnTo>
                  <a:lnTo>
                    <a:pt x="1100" y="406"/>
                  </a:lnTo>
                  <a:lnTo>
                    <a:pt x="1097" y="405"/>
                  </a:lnTo>
                  <a:lnTo>
                    <a:pt x="1093" y="403"/>
                  </a:lnTo>
                  <a:lnTo>
                    <a:pt x="1091" y="400"/>
                  </a:lnTo>
                  <a:lnTo>
                    <a:pt x="1089" y="397"/>
                  </a:lnTo>
                  <a:lnTo>
                    <a:pt x="1086" y="395"/>
                  </a:lnTo>
                  <a:lnTo>
                    <a:pt x="1081" y="393"/>
                  </a:lnTo>
                  <a:lnTo>
                    <a:pt x="1076" y="390"/>
                  </a:lnTo>
                  <a:lnTo>
                    <a:pt x="1074" y="386"/>
                  </a:lnTo>
                  <a:lnTo>
                    <a:pt x="1077" y="382"/>
                  </a:lnTo>
                  <a:lnTo>
                    <a:pt x="1084" y="378"/>
                  </a:lnTo>
                  <a:lnTo>
                    <a:pt x="1090" y="375"/>
                  </a:lnTo>
                  <a:lnTo>
                    <a:pt x="1092" y="372"/>
                  </a:lnTo>
                  <a:lnTo>
                    <a:pt x="1092" y="369"/>
                  </a:lnTo>
                  <a:lnTo>
                    <a:pt x="1091" y="365"/>
                  </a:lnTo>
                  <a:lnTo>
                    <a:pt x="1092" y="362"/>
                  </a:lnTo>
                  <a:lnTo>
                    <a:pt x="1095" y="358"/>
                  </a:lnTo>
                  <a:lnTo>
                    <a:pt x="1096" y="355"/>
                  </a:lnTo>
                  <a:lnTo>
                    <a:pt x="1097" y="351"/>
                  </a:lnTo>
                  <a:lnTo>
                    <a:pt x="1099" y="347"/>
                  </a:lnTo>
                  <a:lnTo>
                    <a:pt x="1103" y="345"/>
                  </a:lnTo>
                  <a:lnTo>
                    <a:pt x="1107" y="344"/>
                  </a:lnTo>
                  <a:lnTo>
                    <a:pt x="1112" y="344"/>
                  </a:lnTo>
                  <a:lnTo>
                    <a:pt x="1115" y="342"/>
                  </a:lnTo>
                  <a:lnTo>
                    <a:pt x="1118" y="339"/>
                  </a:lnTo>
                  <a:lnTo>
                    <a:pt x="1121" y="337"/>
                  </a:lnTo>
                  <a:lnTo>
                    <a:pt x="1125" y="337"/>
                  </a:lnTo>
                  <a:lnTo>
                    <a:pt x="1129" y="341"/>
                  </a:lnTo>
                  <a:lnTo>
                    <a:pt x="1132" y="345"/>
                  </a:lnTo>
                  <a:lnTo>
                    <a:pt x="1134" y="346"/>
                  </a:lnTo>
                  <a:lnTo>
                    <a:pt x="1138" y="344"/>
                  </a:lnTo>
                  <a:lnTo>
                    <a:pt x="1142" y="341"/>
                  </a:lnTo>
                  <a:lnTo>
                    <a:pt x="1147" y="340"/>
                  </a:lnTo>
                  <a:lnTo>
                    <a:pt x="1151" y="340"/>
                  </a:lnTo>
                  <a:lnTo>
                    <a:pt x="1154" y="342"/>
                  </a:lnTo>
                  <a:lnTo>
                    <a:pt x="1158" y="344"/>
                  </a:lnTo>
                  <a:lnTo>
                    <a:pt x="1161" y="347"/>
                  </a:lnTo>
                  <a:lnTo>
                    <a:pt x="1163" y="350"/>
                  </a:lnTo>
                  <a:lnTo>
                    <a:pt x="1162" y="355"/>
                  </a:lnTo>
                  <a:lnTo>
                    <a:pt x="1161" y="360"/>
                  </a:lnTo>
                  <a:lnTo>
                    <a:pt x="1162" y="363"/>
                  </a:lnTo>
                  <a:lnTo>
                    <a:pt x="1165" y="366"/>
                  </a:lnTo>
                  <a:lnTo>
                    <a:pt x="1170" y="368"/>
                  </a:lnTo>
                  <a:lnTo>
                    <a:pt x="1174" y="371"/>
                  </a:lnTo>
                  <a:lnTo>
                    <a:pt x="1174" y="374"/>
                  </a:lnTo>
                  <a:close/>
                </a:path>
              </a:pathLst>
            </a:custGeom>
            <a:solidFill>
              <a:srgbClr val="CC79A7">
                <a:alpha val="36000"/>
              </a:srgbClr>
            </a:solidFill>
            <a:ln>
              <a:noFill/>
            </a:ln>
          </p:spPr>
          <p:txBody>
            <a:bodyPr anchor="ctr"/>
            <a:lstStyle/>
            <a:p>
              <a:pPr algn="ctr">
                <a:buNone/>
              </a:pPr>
            </a:p>
          </p:txBody>
        </p:sp>
        <p:sp>
          <p:nvSpPr>
            <p:cNvPr id="6731" name="addition:input:198"/>
            <p:cNvSpPr>
              <a:spLocks noGrp="1"/>
            </p:cNvSpPr>
            <p:nvPr/>
          </p:nvSpPr>
          <p:spPr>
            <a:xfrm>
              <a:off x="209550" y="5438775"/>
              <a:ext cx="1828617" cy="822914"/>
            </a:xfrm>
            <a:custGeom>
              <a:avLst/>
              <a:gdLst/>
              <a:ahLst/>
              <a:cxnLst/>
              <a:rect l="l" t="t" r="r" b="b"/>
              <a:pathLst>
                <a:path w="1111" h="439">
                  <a:moveTo>
                    <a:pt x="0" y="0"/>
                  </a:moveTo>
                  <a:moveTo>
                    <a:pt x="1101" y="401"/>
                  </a:moveTo>
                  <a:lnTo>
                    <a:pt x="1107" y="404"/>
                  </a:lnTo>
                  <a:lnTo>
                    <a:pt x="1111" y="408"/>
                  </a:lnTo>
                  <a:lnTo>
                    <a:pt x="1111" y="411"/>
                  </a:lnTo>
                  <a:lnTo>
                    <a:pt x="1108" y="414"/>
                  </a:lnTo>
                  <a:lnTo>
                    <a:pt x="1104" y="415"/>
                  </a:lnTo>
                  <a:lnTo>
                    <a:pt x="1102" y="418"/>
                  </a:lnTo>
                  <a:lnTo>
                    <a:pt x="1100" y="420"/>
                  </a:lnTo>
                  <a:lnTo>
                    <a:pt x="1098" y="422"/>
                  </a:lnTo>
                  <a:lnTo>
                    <a:pt x="1095" y="424"/>
                  </a:lnTo>
                  <a:lnTo>
                    <a:pt x="1092" y="425"/>
                  </a:lnTo>
                  <a:lnTo>
                    <a:pt x="1089" y="426"/>
                  </a:lnTo>
                  <a:lnTo>
                    <a:pt x="1087" y="429"/>
                  </a:lnTo>
                  <a:lnTo>
                    <a:pt x="1084" y="431"/>
                  </a:lnTo>
                  <a:lnTo>
                    <a:pt x="1081" y="432"/>
                  </a:lnTo>
                  <a:lnTo>
                    <a:pt x="1077" y="432"/>
                  </a:lnTo>
                  <a:lnTo>
                    <a:pt x="1073" y="432"/>
                  </a:lnTo>
                  <a:lnTo>
                    <a:pt x="1069" y="434"/>
                  </a:lnTo>
                  <a:lnTo>
                    <a:pt x="1065" y="437"/>
                  </a:lnTo>
                  <a:lnTo>
                    <a:pt x="1060" y="439"/>
                  </a:lnTo>
                  <a:lnTo>
                    <a:pt x="1055" y="439"/>
                  </a:lnTo>
                  <a:lnTo>
                    <a:pt x="1052" y="435"/>
                  </a:lnTo>
                  <a:lnTo>
                    <a:pt x="1049" y="430"/>
                  </a:lnTo>
                  <a:lnTo>
                    <a:pt x="1047" y="426"/>
                  </a:lnTo>
                  <a:lnTo>
                    <a:pt x="1045" y="425"/>
                  </a:lnTo>
                  <a:lnTo>
                    <a:pt x="1041" y="424"/>
                  </a:lnTo>
                  <a:lnTo>
                    <a:pt x="1037" y="423"/>
                  </a:lnTo>
                  <a:lnTo>
                    <a:pt x="1034" y="421"/>
                  </a:lnTo>
                  <a:lnTo>
                    <a:pt x="1031" y="420"/>
                  </a:lnTo>
                  <a:lnTo>
                    <a:pt x="1027" y="418"/>
                  </a:lnTo>
                  <a:lnTo>
                    <a:pt x="1023" y="417"/>
                  </a:lnTo>
                  <a:lnTo>
                    <a:pt x="1021" y="414"/>
                  </a:lnTo>
                  <a:lnTo>
                    <a:pt x="1022" y="410"/>
                  </a:lnTo>
                  <a:lnTo>
                    <a:pt x="1024" y="407"/>
                  </a:lnTo>
                  <a:lnTo>
                    <a:pt x="1026" y="404"/>
                  </a:lnTo>
                  <a:lnTo>
                    <a:pt x="1026" y="401"/>
                  </a:lnTo>
                  <a:lnTo>
                    <a:pt x="1024" y="398"/>
                  </a:lnTo>
                  <a:lnTo>
                    <a:pt x="1024" y="394"/>
                  </a:lnTo>
                  <a:lnTo>
                    <a:pt x="1028" y="392"/>
                  </a:lnTo>
                  <a:lnTo>
                    <a:pt x="1033" y="390"/>
                  </a:lnTo>
                  <a:lnTo>
                    <a:pt x="1037" y="388"/>
                  </a:lnTo>
                  <a:lnTo>
                    <a:pt x="1039" y="386"/>
                  </a:lnTo>
                  <a:lnTo>
                    <a:pt x="1038" y="382"/>
                  </a:lnTo>
                  <a:lnTo>
                    <a:pt x="1038" y="378"/>
                  </a:lnTo>
                  <a:lnTo>
                    <a:pt x="1040" y="375"/>
                  </a:lnTo>
                  <a:lnTo>
                    <a:pt x="1042" y="372"/>
                  </a:lnTo>
                  <a:lnTo>
                    <a:pt x="1045" y="370"/>
                  </a:lnTo>
                  <a:lnTo>
                    <a:pt x="1048" y="368"/>
                  </a:lnTo>
                  <a:lnTo>
                    <a:pt x="1051" y="366"/>
                  </a:lnTo>
                  <a:lnTo>
                    <a:pt x="1055" y="367"/>
                  </a:lnTo>
                  <a:lnTo>
                    <a:pt x="1060" y="370"/>
                  </a:lnTo>
                  <a:lnTo>
                    <a:pt x="1063" y="373"/>
                  </a:lnTo>
                  <a:lnTo>
                    <a:pt x="1066" y="373"/>
                  </a:lnTo>
                  <a:lnTo>
                    <a:pt x="1068" y="370"/>
                  </a:lnTo>
                  <a:lnTo>
                    <a:pt x="1071" y="368"/>
                  </a:lnTo>
                  <a:lnTo>
                    <a:pt x="1075" y="367"/>
                  </a:lnTo>
                  <a:lnTo>
                    <a:pt x="1077" y="368"/>
                  </a:lnTo>
                  <a:lnTo>
                    <a:pt x="1080" y="371"/>
                  </a:lnTo>
                  <a:lnTo>
                    <a:pt x="1082" y="372"/>
                  </a:lnTo>
                  <a:lnTo>
                    <a:pt x="1086" y="372"/>
                  </a:lnTo>
                  <a:lnTo>
                    <a:pt x="1090" y="373"/>
                  </a:lnTo>
                  <a:lnTo>
                    <a:pt x="1093" y="374"/>
                  </a:lnTo>
                  <a:lnTo>
                    <a:pt x="1095" y="377"/>
                  </a:lnTo>
                  <a:lnTo>
                    <a:pt x="1096" y="380"/>
                  </a:lnTo>
                  <a:lnTo>
                    <a:pt x="1097" y="383"/>
                  </a:lnTo>
                  <a:lnTo>
                    <a:pt x="1099" y="386"/>
                  </a:lnTo>
                  <a:lnTo>
                    <a:pt x="1099" y="389"/>
                  </a:lnTo>
                  <a:lnTo>
                    <a:pt x="1098" y="393"/>
                  </a:lnTo>
                  <a:lnTo>
                    <a:pt x="1096" y="396"/>
                  </a:lnTo>
                  <a:lnTo>
                    <a:pt x="1097" y="398"/>
                  </a:lnTo>
                  <a:close/>
                </a:path>
              </a:pathLst>
            </a:custGeom>
            <a:solidFill>
              <a:srgbClr val="CC79A7">
                <a:alpha val="36000"/>
              </a:srgbClr>
            </a:solidFill>
            <a:ln>
              <a:noFill/>
            </a:ln>
          </p:spPr>
          <p:txBody>
            <a:bodyPr anchor="ctr"/>
            <a:lstStyle/>
            <a:p>
              <a:pPr algn="ctr">
                <a:buNone/>
              </a:pPr>
            </a:p>
          </p:txBody>
        </p:sp>
        <p:sp>
          <p:nvSpPr>
            <p:cNvPr id="6732" name="addition:input:199"/>
            <p:cNvSpPr>
              <a:spLocks noGrp="1"/>
            </p:cNvSpPr>
            <p:nvPr/>
          </p:nvSpPr>
          <p:spPr>
            <a:xfrm>
              <a:off x="209550" y="5438775"/>
              <a:ext cx="1772656" cy="701070"/>
            </a:xfrm>
            <a:custGeom>
              <a:avLst/>
              <a:gdLst/>
              <a:ahLst/>
              <a:cxnLst/>
              <a:rect l="l" t="t" r="r" b="b"/>
              <a:pathLst>
                <a:path w="1077" h="374">
                  <a:moveTo>
                    <a:pt x="0" y="0"/>
                  </a:moveTo>
                  <a:moveTo>
                    <a:pt x="1074" y="341"/>
                  </a:moveTo>
                  <a:lnTo>
                    <a:pt x="1072" y="344"/>
                  </a:lnTo>
                  <a:lnTo>
                    <a:pt x="1071" y="346"/>
                  </a:lnTo>
                  <a:lnTo>
                    <a:pt x="1072" y="348"/>
                  </a:lnTo>
                  <a:lnTo>
                    <a:pt x="1075" y="352"/>
                  </a:lnTo>
                  <a:lnTo>
                    <a:pt x="1077" y="356"/>
                  </a:lnTo>
                  <a:lnTo>
                    <a:pt x="1077" y="359"/>
                  </a:lnTo>
                  <a:lnTo>
                    <a:pt x="1075" y="361"/>
                  </a:lnTo>
                  <a:lnTo>
                    <a:pt x="1071" y="362"/>
                  </a:lnTo>
                  <a:lnTo>
                    <a:pt x="1068" y="362"/>
                  </a:lnTo>
                  <a:lnTo>
                    <a:pt x="1066" y="363"/>
                  </a:lnTo>
                  <a:lnTo>
                    <a:pt x="1064" y="364"/>
                  </a:lnTo>
                  <a:lnTo>
                    <a:pt x="1061" y="365"/>
                  </a:lnTo>
                  <a:lnTo>
                    <a:pt x="1059" y="365"/>
                  </a:lnTo>
                  <a:lnTo>
                    <a:pt x="1057" y="367"/>
                  </a:lnTo>
                  <a:lnTo>
                    <a:pt x="1055" y="369"/>
                  </a:lnTo>
                  <a:lnTo>
                    <a:pt x="1053" y="372"/>
                  </a:lnTo>
                  <a:lnTo>
                    <a:pt x="1050" y="374"/>
                  </a:lnTo>
                  <a:lnTo>
                    <a:pt x="1047" y="373"/>
                  </a:lnTo>
                  <a:lnTo>
                    <a:pt x="1044" y="371"/>
                  </a:lnTo>
                  <a:lnTo>
                    <a:pt x="1041" y="369"/>
                  </a:lnTo>
                  <a:lnTo>
                    <a:pt x="1037" y="370"/>
                  </a:lnTo>
                  <a:lnTo>
                    <a:pt x="1034" y="371"/>
                  </a:lnTo>
                  <a:lnTo>
                    <a:pt x="1030" y="370"/>
                  </a:lnTo>
                  <a:lnTo>
                    <a:pt x="1028" y="368"/>
                  </a:lnTo>
                  <a:lnTo>
                    <a:pt x="1027" y="364"/>
                  </a:lnTo>
                  <a:lnTo>
                    <a:pt x="1026" y="360"/>
                  </a:lnTo>
                  <a:lnTo>
                    <a:pt x="1024" y="358"/>
                  </a:lnTo>
                  <a:lnTo>
                    <a:pt x="1022" y="357"/>
                  </a:lnTo>
                  <a:lnTo>
                    <a:pt x="1019" y="355"/>
                  </a:lnTo>
                  <a:lnTo>
                    <a:pt x="1017" y="353"/>
                  </a:lnTo>
                  <a:lnTo>
                    <a:pt x="1015" y="351"/>
                  </a:lnTo>
                  <a:lnTo>
                    <a:pt x="1012" y="349"/>
                  </a:lnTo>
                  <a:lnTo>
                    <a:pt x="1009" y="347"/>
                  </a:lnTo>
                  <a:lnTo>
                    <a:pt x="1007" y="344"/>
                  </a:lnTo>
                  <a:lnTo>
                    <a:pt x="1008" y="341"/>
                  </a:lnTo>
                  <a:lnTo>
                    <a:pt x="1012" y="338"/>
                  </a:lnTo>
                  <a:lnTo>
                    <a:pt x="1016" y="336"/>
                  </a:lnTo>
                  <a:lnTo>
                    <a:pt x="1018" y="334"/>
                  </a:lnTo>
                  <a:lnTo>
                    <a:pt x="1018" y="331"/>
                  </a:lnTo>
                  <a:lnTo>
                    <a:pt x="1017" y="328"/>
                  </a:lnTo>
                  <a:lnTo>
                    <a:pt x="1019" y="326"/>
                  </a:lnTo>
                  <a:lnTo>
                    <a:pt x="1021" y="324"/>
                  </a:lnTo>
                  <a:lnTo>
                    <a:pt x="1025" y="323"/>
                  </a:lnTo>
                  <a:lnTo>
                    <a:pt x="1027" y="321"/>
                  </a:lnTo>
                  <a:lnTo>
                    <a:pt x="1028" y="318"/>
                  </a:lnTo>
                  <a:lnTo>
                    <a:pt x="1030" y="315"/>
                  </a:lnTo>
                  <a:lnTo>
                    <a:pt x="1032" y="313"/>
                  </a:lnTo>
                  <a:lnTo>
                    <a:pt x="1035" y="312"/>
                  </a:lnTo>
                  <a:lnTo>
                    <a:pt x="1038" y="311"/>
                  </a:lnTo>
                  <a:lnTo>
                    <a:pt x="1041" y="310"/>
                  </a:lnTo>
                  <a:lnTo>
                    <a:pt x="1044" y="309"/>
                  </a:lnTo>
                  <a:lnTo>
                    <a:pt x="1047" y="309"/>
                  </a:lnTo>
                  <a:lnTo>
                    <a:pt x="1050" y="312"/>
                  </a:lnTo>
                  <a:lnTo>
                    <a:pt x="1051" y="316"/>
                  </a:lnTo>
                  <a:lnTo>
                    <a:pt x="1053" y="318"/>
                  </a:lnTo>
                  <a:lnTo>
                    <a:pt x="1055" y="317"/>
                  </a:lnTo>
                  <a:lnTo>
                    <a:pt x="1059" y="315"/>
                  </a:lnTo>
                  <a:lnTo>
                    <a:pt x="1062" y="313"/>
                  </a:lnTo>
                  <a:lnTo>
                    <a:pt x="1065" y="314"/>
                  </a:lnTo>
                  <a:lnTo>
                    <a:pt x="1067" y="316"/>
                  </a:lnTo>
                  <a:lnTo>
                    <a:pt x="1068" y="319"/>
                  </a:lnTo>
                  <a:lnTo>
                    <a:pt x="1069" y="321"/>
                  </a:lnTo>
                  <a:lnTo>
                    <a:pt x="1071" y="323"/>
                  </a:lnTo>
                  <a:lnTo>
                    <a:pt x="1072" y="325"/>
                  </a:lnTo>
                  <a:lnTo>
                    <a:pt x="1072" y="328"/>
                  </a:lnTo>
                  <a:lnTo>
                    <a:pt x="1072" y="331"/>
                  </a:lnTo>
                  <a:lnTo>
                    <a:pt x="1072" y="334"/>
                  </a:lnTo>
                  <a:lnTo>
                    <a:pt x="1073" y="336"/>
                  </a:lnTo>
                  <a:lnTo>
                    <a:pt x="1075" y="338"/>
                  </a:lnTo>
                  <a:close/>
                </a:path>
              </a:pathLst>
            </a:custGeom>
            <a:solidFill>
              <a:srgbClr val="CC79A7">
                <a:alpha val="32000"/>
              </a:srgbClr>
            </a:solidFill>
            <a:ln>
              <a:noFill/>
            </a:ln>
          </p:spPr>
          <p:txBody>
            <a:bodyPr anchor="ctr"/>
            <a:lstStyle/>
            <a:p>
              <a:pPr algn="ctr">
                <a:buNone/>
              </a:pPr>
            </a:p>
          </p:txBody>
        </p:sp>
        <p:sp>
          <p:nvSpPr>
            <p:cNvPr id="6733" name="addition:input:200"/>
            <p:cNvSpPr>
              <a:spLocks noGrp="1"/>
            </p:cNvSpPr>
            <p:nvPr/>
          </p:nvSpPr>
          <p:spPr>
            <a:xfrm>
              <a:off x="209550" y="5438775"/>
              <a:ext cx="1894454" cy="776051"/>
            </a:xfrm>
            <a:custGeom>
              <a:avLst/>
              <a:gdLst/>
              <a:ahLst/>
              <a:cxnLst/>
              <a:rect l="l" t="t" r="r" b="b"/>
              <a:pathLst>
                <a:path w="1151" h="414">
                  <a:moveTo>
                    <a:pt x="0" y="0"/>
                  </a:moveTo>
                  <a:moveTo>
                    <a:pt x="1145" y="385"/>
                  </a:moveTo>
                  <a:lnTo>
                    <a:pt x="1146" y="387"/>
                  </a:lnTo>
                  <a:lnTo>
                    <a:pt x="1148" y="390"/>
                  </a:lnTo>
                  <a:lnTo>
                    <a:pt x="1150" y="393"/>
                  </a:lnTo>
                  <a:lnTo>
                    <a:pt x="1151" y="396"/>
                  </a:lnTo>
                  <a:lnTo>
                    <a:pt x="1150" y="398"/>
                  </a:lnTo>
                  <a:lnTo>
                    <a:pt x="1148" y="400"/>
                  </a:lnTo>
                  <a:lnTo>
                    <a:pt x="1145" y="401"/>
                  </a:lnTo>
                  <a:lnTo>
                    <a:pt x="1143" y="403"/>
                  </a:lnTo>
                  <a:lnTo>
                    <a:pt x="1140" y="403"/>
                  </a:lnTo>
                  <a:lnTo>
                    <a:pt x="1137" y="403"/>
                  </a:lnTo>
                  <a:lnTo>
                    <a:pt x="1134" y="403"/>
                  </a:lnTo>
                  <a:lnTo>
                    <a:pt x="1132" y="404"/>
                  </a:lnTo>
                  <a:lnTo>
                    <a:pt x="1130" y="408"/>
                  </a:lnTo>
                  <a:lnTo>
                    <a:pt x="1129" y="411"/>
                  </a:lnTo>
                  <a:lnTo>
                    <a:pt x="1126" y="414"/>
                  </a:lnTo>
                  <a:lnTo>
                    <a:pt x="1123" y="414"/>
                  </a:lnTo>
                  <a:lnTo>
                    <a:pt x="1119" y="413"/>
                  </a:lnTo>
                  <a:lnTo>
                    <a:pt x="1116" y="411"/>
                  </a:lnTo>
                  <a:lnTo>
                    <a:pt x="1113" y="411"/>
                  </a:lnTo>
                  <a:lnTo>
                    <a:pt x="1109" y="411"/>
                  </a:lnTo>
                  <a:lnTo>
                    <a:pt x="1106" y="411"/>
                  </a:lnTo>
                  <a:lnTo>
                    <a:pt x="1103" y="410"/>
                  </a:lnTo>
                  <a:lnTo>
                    <a:pt x="1101" y="407"/>
                  </a:lnTo>
                  <a:lnTo>
                    <a:pt x="1099" y="406"/>
                  </a:lnTo>
                  <a:lnTo>
                    <a:pt x="1096" y="404"/>
                  </a:lnTo>
                  <a:lnTo>
                    <a:pt x="1094" y="403"/>
                  </a:lnTo>
                  <a:lnTo>
                    <a:pt x="1092" y="401"/>
                  </a:lnTo>
                  <a:lnTo>
                    <a:pt x="1091" y="399"/>
                  </a:lnTo>
                  <a:lnTo>
                    <a:pt x="1090" y="398"/>
                  </a:lnTo>
                  <a:lnTo>
                    <a:pt x="1087" y="397"/>
                  </a:lnTo>
                  <a:lnTo>
                    <a:pt x="1082" y="395"/>
                  </a:lnTo>
                  <a:lnTo>
                    <a:pt x="1079" y="393"/>
                  </a:lnTo>
                  <a:lnTo>
                    <a:pt x="1079" y="391"/>
                  </a:lnTo>
                  <a:lnTo>
                    <a:pt x="1082" y="388"/>
                  </a:lnTo>
                  <a:lnTo>
                    <a:pt x="1086" y="385"/>
                  </a:lnTo>
                  <a:lnTo>
                    <a:pt x="1089" y="383"/>
                  </a:lnTo>
                  <a:lnTo>
                    <a:pt x="1090" y="381"/>
                  </a:lnTo>
                  <a:lnTo>
                    <a:pt x="1090" y="379"/>
                  </a:lnTo>
                  <a:lnTo>
                    <a:pt x="1090" y="376"/>
                  </a:lnTo>
                  <a:lnTo>
                    <a:pt x="1092" y="374"/>
                  </a:lnTo>
                  <a:lnTo>
                    <a:pt x="1093" y="372"/>
                  </a:lnTo>
                  <a:lnTo>
                    <a:pt x="1094" y="370"/>
                  </a:lnTo>
                  <a:lnTo>
                    <a:pt x="1094" y="367"/>
                  </a:lnTo>
                  <a:lnTo>
                    <a:pt x="1096" y="365"/>
                  </a:lnTo>
                  <a:lnTo>
                    <a:pt x="1099" y="364"/>
                  </a:lnTo>
                  <a:lnTo>
                    <a:pt x="1102" y="363"/>
                  </a:lnTo>
                  <a:lnTo>
                    <a:pt x="1104" y="362"/>
                  </a:lnTo>
                  <a:lnTo>
                    <a:pt x="1106" y="360"/>
                  </a:lnTo>
                  <a:lnTo>
                    <a:pt x="1108" y="358"/>
                  </a:lnTo>
                  <a:lnTo>
                    <a:pt x="1111" y="357"/>
                  </a:lnTo>
                  <a:lnTo>
                    <a:pt x="1114" y="359"/>
                  </a:lnTo>
                  <a:lnTo>
                    <a:pt x="1116" y="362"/>
                  </a:lnTo>
                  <a:lnTo>
                    <a:pt x="1118" y="364"/>
                  </a:lnTo>
                  <a:lnTo>
                    <a:pt x="1120" y="364"/>
                  </a:lnTo>
                  <a:lnTo>
                    <a:pt x="1123" y="362"/>
                  </a:lnTo>
                  <a:lnTo>
                    <a:pt x="1126" y="360"/>
                  </a:lnTo>
                  <a:lnTo>
                    <a:pt x="1129" y="360"/>
                  </a:lnTo>
                  <a:lnTo>
                    <a:pt x="1131" y="360"/>
                  </a:lnTo>
                  <a:lnTo>
                    <a:pt x="1134" y="361"/>
                  </a:lnTo>
                  <a:lnTo>
                    <a:pt x="1136" y="362"/>
                  </a:lnTo>
                  <a:lnTo>
                    <a:pt x="1139" y="364"/>
                  </a:lnTo>
                  <a:lnTo>
                    <a:pt x="1139" y="367"/>
                  </a:lnTo>
                  <a:lnTo>
                    <a:pt x="1139" y="370"/>
                  </a:lnTo>
                  <a:lnTo>
                    <a:pt x="1138" y="373"/>
                  </a:lnTo>
                  <a:lnTo>
                    <a:pt x="1140" y="375"/>
                  </a:lnTo>
                  <a:lnTo>
                    <a:pt x="1143" y="376"/>
                  </a:lnTo>
                  <a:lnTo>
                    <a:pt x="1146" y="378"/>
                  </a:lnTo>
                  <a:lnTo>
                    <a:pt x="1147" y="380"/>
                  </a:lnTo>
                  <a:lnTo>
                    <a:pt x="1146" y="383"/>
                  </a:lnTo>
                  <a:close/>
                </a:path>
              </a:pathLst>
            </a:custGeom>
            <a:solidFill>
              <a:srgbClr val="CC79A7">
                <a:alpha val="32000"/>
              </a:srgbClr>
            </a:solidFill>
            <a:ln>
              <a:noFill/>
            </a:ln>
          </p:spPr>
          <p:txBody>
            <a:bodyPr anchor="ctr"/>
            <a:lstStyle/>
            <a:p>
              <a:pPr algn="ctr">
                <a:buNone/>
              </a:pPr>
            </a:p>
          </p:txBody>
        </p:sp>
        <p:sp>
          <p:nvSpPr>
            <p:cNvPr id="6734" name="addition:input:201"/>
            <p:cNvSpPr>
              <a:spLocks noGrp="1"/>
            </p:cNvSpPr>
            <p:nvPr/>
          </p:nvSpPr>
          <p:spPr>
            <a:xfrm>
              <a:off x="209550" y="5438775"/>
              <a:ext cx="1978396" cy="734812"/>
            </a:xfrm>
            <a:custGeom>
              <a:avLst/>
              <a:gdLst/>
              <a:ahLst/>
              <a:cxnLst/>
              <a:rect l="l" t="t" r="r" b="b"/>
              <a:pathLst>
                <a:path w="1202" h="392">
                  <a:moveTo>
                    <a:pt x="0" y="0"/>
                  </a:moveTo>
                  <a:moveTo>
                    <a:pt x="1200" y="367"/>
                  </a:moveTo>
                  <a:lnTo>
                    <a:pt x="1200" y="369"/>
                  </a:lnTo>
                  <a:lnTo>
                    <a:pt x="1201" y="371"/>
                  </a:lnTo>
                  <a:lnTo>
                    <a:pt x="1202" y="374"/>
                  </a:lnTo>
                  <a:lnTo>
                    <a:pt x="1201" y="376"/>
                  </a:lnTo>
                  <a:lnTo>
                    <a:pt x="1200" y="377"/>
                  </a:lnTo>
                  <a:lnTo>
                    <a:pt x="1200" y="379"/>
                  </a:lnTo>
                  <a:lnTo>
                    <a:pt x="1200" y="382"/>
                  </a:lnTo>
                  <a:lnTo>
                    <a:pt x="1200" y="384"/>
                  </a:lnTo>
                  <a:lnTo>
                    <a:pt x="1198" y="386"/>
                  </a:lnTo>
                  <a:lnTo>
                    <a:pt x="1195" y="385"/>
                  </a:lnTo>
                  <a:lnTo>
                    <a:pt x="1192" y="384"/>
                  </a:lnTo>
                  <a:lnTo>
                    <a:pt x="1189" y="383"/>
                  </a:lnTo>
                  <a:lnTo>
                    <a:pt x="1188" y="385"/>
                  </a:lnTo>
                  <a:lnTo>
                    <a:pt x="1187" y="387"/>
                  </a:lnTo>
                  <a:lnTo>
                    <a:pt x="1186" y="390"/>
                  </a:lnTo>
                  <a:lnTo>
                    <a:pt x="1183" y="391"/>
                  </a:lnTo>
                  <a:lnTo>
                    <a:pt x="1181" y="392"/>
                  </a:lnTo>
                  <a:lnTo>
                    <a:pt x="1178" y="392"/>
                  </a:lnTo>
                  <a:lnTo>
                    <a:pt x="1176" y="392"/>
                  </a:lnTo>
                  <a:lnTo>
                    <a:pt x="1173" y="392"/>
                  </a:lnTo>
                  <a:lnTo>
                    <a:pt x="1171" y="390"/>
                  </a:lnTo>
                  <a:lnTo>
                    <a:pt x="1169" y="388"/>
                  </a:lnTo>
                  <a:lnTo>
                    <a:pt x="1167" y="386"/>
                  </a:lnTo>
                  <a:lnTo>
                    <a:pt x="1165" y="385"/>
                  </a:lnTo>
                  <a:lnTo>
                    <a:pt x="1163" y="385"/>
                  </a:lnTo>
                  <a:lnTo>
                    <a:pt x="1160" y="384"/>
                  </a:lnTo>
                  <a:lnTo>
                    <a:pt x="1158" y="382"/>
                  </a:lnTo>
                  <a:lnTo>
                    <a:pt x="1158" y="380"/>
                  </a:lnTo>
                  <a:lnTo>
                    <a:pt x="1158" y="378"/>
                  </a:lnTo>
                  <a:lnTo>
                    <a:pt x="1157" y="376"/>
                  </a:lnTo>
                  <a:lnTo>
                    <a:pt x="1154" y="375"/>
                  </a:lnTo>
                  <a:lnTo>
                    <a:pt x="1151" y="374"/>
                  </a:lnTo>
                  <a:lnTo>
                    <a:pt x="1149" y="372"/>
                  </a:lnTo>
                  <a:lnTo>
                    <a:pt x="1149" y="370"/>
                  </a:lnTo>
                  <a:lnTo>
                    <a:pt x="1150" y="367"/>
                  </a:lnTo>
                  <a:lnTo>
                    <a:pt x="1152" y="365"/>
                  </a:lnTo>
                  <a:lnTo>
                    <a:pt x="1153" y="363"/>
                  </a:lnTo>
                  <a:lnTo>
                    <a:pt x="1155" y="361"/>
                  </a:lnTo>
                  <a:lnTo>
                    <a:pt x="1158" y="360"/>
                  </a:lnTo>
                  <a:lnTo>
                    <a:pt x="1160" y="359"/>
                  </a:lnTo>
                  <a:lnTo>
                    <a:pt x="1161" y="357"/>
                  </a:lnTo>
                  <a:lnTo>
                    <a:pt x="1161" y="355"/>
                  </a:lnTo>
                  <a:lnTo>
                    <a:pt x="1160" y="352"/>
                  </a:lnTo>
                  <a:lnTo>
                    <a:pt x="1161" y="349"/>
                  </a:lnTo>
                  <a:lnTo>
                    <a:pt x="1163" y="348"/>
                  </a:lnTo>
                  <a:lnTo>
                    <a:pt x="1166" y="348"/>
                  </a:lnTo>
                  <a:lnTo>
                    <a:pt x="1169" y="347"/>
                  </a:lnTo>
                  <a:lnTo>
                    <a:pt x="1171" y="346"/>
                  </a:lnTo>
                  <a:lnTo>
                    <a:pt x="1172" y="344"/>
                  </a:lnTo>
                  <a:lnTo>
                    <a:pt x="1174" y="343"/>
                  </a:lnTo>
                  <a:lnTo>
                    <a:pt x="1177" y="343"/>
                  </a:lnTo>
                  <a:lnTo>
                    <a:pt x="1179" y="345"/>
                  </a:lnTo>
                  <a:lnTo>
                    <a:pt x="1181" y="346"/>
                  </a:lnTo>
                  <a:lnTo>
                    <a:pt x="1182" y="346"/>
                  </a:lnTo>
                  <a:lnTo>
                    <a:pt x="1184" y="347"/>
                  </a:lnTo>
                  <a:lnTo>
                    <a:pt x="1186" y="347"/>
                  </a:lnTo>
                  <a:lnTo>
                    <a:pt x="1187" y="348"/>
                  </a:lnTo>
                  <a:lnTo>
                    <a:pt x="1189" y="349"/>
                  </a:lnTo>
                  <a:lnTo>
                    <a:pt x="1191" y="348"/>
                  </a:lnTo>
                  <a:lnTo>
                    <a:pt x="1194" y="347"/>
                  </a:lnTo>
                  <a:lnTo>
                    <a:pt x="1197" y="348"/>
                  </a:lnTo>
                  <a:lnTo>
                    <a:pt x="1198" y="350"/>
                  </a:lnTo>
                  <a:lnTo>
                    <a:pt x="1198" y="353"/>
                  </a:lnTo>
                  <a:lnTo>
                    <a:pt x="1196" y="356"/>
                  </a:lnTo>
                  <a:lnTo>
                    <a:pt x="1196" y="358"/>
                  </a:lnTo>
                  <a:lnTo>
                    <a:pt x="1197" y="360"/>
                  </a:lnTo>
                  <a:lnTo>
                    <a:pt x="1198" y="361"/>
                  </a:lnTo>
                  <a:lnTo>
                    <a:pt x="1200" y="363"/>
                  </a:lnTo>
                  <a:lnTo>
                    <a:pt x="1200" y="365"/>
                  </a:lnTo>
                  <a:close/>
                </a:path>
              </a:pathLst>
            </a:custGeom>
            <a:solidFill>
              <a:srgbClr val="DA9FC0">
                <a:alpha val="24000"/>
              </a:srgbClr>
            </a:solidFill>
            <a:ln>
              <a:noFill/>
            </a:ln>
          </p:spPr>
          <p:txBody>
            <a:bodyPr anchor="ctr"/>
            <a:lstStyle/>
            <a:p>
              <a:pPr algn="ctr">
                <a:buNone/>
              </a:pPr>
            </a:p>
          </p:txBody>
        </p:sp>
        <p:sp>
          <p:nvSpPr>
            <p:cNvPr id="6735" name="addition:input:202"/>
            <p:cNvSpPr>
              <a:spLocks noGrp="1"/>
            </p:cNvSpPr>
            <p:nvPr/>
          </p:nvSpPr>
          <p:spPr>
            <a:xfrm>
              <a:off x="209550" y="5438775"/>
              <a:ext cx="1935602" cy="851032"/>
            </a:xfrm>
            <a:custGeom>
              <a:avLst/>
              <a:gdLst/>
              <a:ahLst/>
              <a:cxnLst/>
              <a:rect l="l" t="t" r="r" b="b"/>
              <a:pathLst>
                <a:path w="1176" h="454">
                  <a:moveTo>
                    <a:pt x="0" y="0"/>
                  </a:moveTo>
                  <a:moveTo>
                    <a:pt x="1174" y="426"/>
                  </a:moveTo>
                  <a:lnTo>
                    <a:pt x="1175" y="428"/>
                  </a:lnTo>
                  <a:lnTo>
                    <a:pt x="1175" y="431"/>
                  </a:lnTo>
                  <a:lnTo>
                    <a:pt x="1176" y="434"/>
                  </a:lnTo>
                  <a:lnTo>
                    <a:pt x="1175" y="436"/>
                  </a:lnTo>
                  <a:lnTo>
                    <a:pt x="1173" y="438"/>
                  </a:lnTo>
                  <a:lnTo>
                    <a:pt x="1170" y="439"/>
                  </a:lnTo>
                  <a:lnTo>
                    <a:pt x="1166" y="439"/>
                  </a:lnTo>
                  <a:lnTo>
                    <a:pt x="1164" y="440"/>
                  </a:lnTo>
                  <a:lnTo>
                    <a:pt x="1163" y="442"/>
                  </a:lnTo>
                  <a:lnTo>
                    <a:pt x="1163" y="445"/>
                  </a:lnTo>
                  <a:lnTo>
                    <a:pt x="1162" y="448"/>
                  </a:lnTo>
                  <a:lnTo>
                    <a:pt x="1160" y="450"/>
                  </a:lnTo>
                  <a:lnTo>
                    <a:pt x="1157" y="450"/>
                  </a:lnTo>
                  <a:lnTo>
                    <a:pt x="1154" y="450"/>
                  </a:lnTo>
                  <a:lnTo>
                    <a:pt x="1151" y="451"/>
                  </a:lnTo>
                  <a:lnTo>
                    <a:pt x="1149" y="453"/>
                  </a:lnTo>
                  <a:lnTo>
                    <a:pt x="1146" y="454"/>
                  </a:lnTo>
                  <a:lnTo>
                    <a:pt x="1143" y="454"/>
                  </a:lnTo>
                  <a:lnTo>
                    <a:pt x="1140" y="453"/>
                  </a:lnTo>
                  <a:lnTo>
                    <a:pt x="1138" y="451"/>
                  </a:lnTo>
                  <a:lnTo>
                    <a:pt x="1135" y="451"/>
                  </a:lnTo>
                  <a:lnTo>
                    <a:pt x="1133" y="449"/>
                  </a:lnTo>
                  <a:lnTo>
                    <a:pt x="1131" y="447"/>
                  </a:lnTo>
                  <a:lnTo>
                    <a:pt x="1131" y="444"/>
                  </a:lnTo>
                  <a:lnTo>
                    <a:pt x="1130" y="443"/>
                  </a:lnTo>
                  <a:lnTo>
                    <a:pt x="1127" y="442"/>
                  </a:lnTo>
                  <a:lnTo>
                    <a:pt x="1123" y="443"/>
                  </a:lnTo>
                  <a:lnTo>
                    <a:pt x="1119" y="443"/>
                  </a:lnTo>
                  <a:lnTo>
                    <a:pt x="1117" y="442"/>
                  </a:lnTo>
                  <a:lnTo>
                    <a:pt x="1117" y="439"/>
                  </a:lnTo>
                  <a:lnTo>
                    <a:pt x="1119" y="436"/>
                  </a:lnTo>
                  <a:lnTo>
                    <a:pt x="1120" y="433"/>
                  </a:lnTo>
                  <a:lnTo>
                    <a:pt x="1120" y="430"/>
                  </a:lnTo>
                  <a:lnTo>
                    <a:pt x="1120" y="428"/>
                  </a:lnTo>
                  <a:lnTo>
                    <a:pt x="1121" y="426"/>
                  </a:lnTo>
                  <a:lnTo>
                    <a:pt x="1122" y="424"/>
                  </a:lnTo>
                  <a:lnTo>
                    <a:pt x="1123" y="422"/>
                  </a:lnTo>
                  <a:lnTo>
                    <a:pt x="1123" y="419"/>
                  </a:lnTo>
                  <a:lnTo>
                    <a:pt x="1123" y="417"/>
                  </a:lnTo>
                  <a:lnTo>
                    <a:pt x="1123" y="415"/>
                  </a:lnTo>
                  <a:lnTo>
                    <a:pt x="1125" y="413"/>
                  </a:lnTo>
                  <a:lnTo>
                    <a:pt x="1127" y="411"/>
                  </a:lnTo>
                  <a:lnTo>
                    <a:pt x="1128" y="410"/>
                  </a:lnTo>
                  <a:lnTo>
                    <a:pt x="1128" y="406"/>
                  </a:lnTo>
                  <a:lnTo>
                    <a:pt x="1128" y="403"/>
                  </a:lnTo>
                  <a:lnTo>
                    <a:pt x="1129" y="401"/>
                  </a:lnTo>
                  <a:lnTo>
                    <a:pt x="1132" y="400"/>
                  </a:lnTo>
                  <a:lnTo>
                    <a:pt x="1136" y="402"/>
                  </a:lnTo>
                  <a:lnTo>
                    <a:pt x="1138" y="404"/>
                  </a:lnTo>
                  <a:lnTo>
                    <a:pt x="1140" y="404"/>
                  </a:lnTo>
                  <a:lnTo>
                    <a:pt x="1142" y="403"/>
                  </a:lnTo>
                  <a:lnTo>
                    <a:pt x="1143" y="402"/>
                  </a:lnTo>
                  <a:lnTo>
                    <a:pt x="1145" y="402"/>
                  </a:lnTo>
                  <a:lnTo>
                    <a:pt x="1147" y="401"/>
                  </a:lnTo>
                  <a:lnTo>
                    <a:pt x="1150" y="400"/>
                  </a:lnTo>
                  <a:lnTo>
                    <a:pt x="1152" y="399"/>
                  </a:lnTo>
                  <a:lnTo>
                    <a:pt x="1155" y="399"/>
                  </a:lnTo>
                  <a:lnTo>
                    <a:pt x="1157" y="401"/>
                  </a:lnTo>
                  <a:lnTo>
                    <a:pt x="1158" y="404"/>
                  </a:lnTo>
                  <a:lnTo>
                    <a:pt x="1159" y="406"/>
                  </a:lnTo>
                  <a:lnTo>
                    <a:pt x="1161" y="408"/>
                  </a:lnTo>
                  <a:lnTo>
                    <a:pt x="1164" y="409"/>
                  </a:lnTo>
                  <a:lnTo>
                    <a:pt x="1166" y="410"/>
                  </a:lnTo>
                  <a:lnTo>
                    <a:pt x="1168" y="412"/>
                  </a:lnTo>
                  <a:lnTo>
                    <a:pt x="1167" y="415"/>
                  </a:lnTo>
                  <a:lnTo>
                    <a:pt x="1167" y="418"/>
                  </a:lnTo>
                  <a:lnTo>
                    <a:pt x="1167" y="420"/>
                  </a:lnTo>
                  <a:lnTo>
                    <a:pt x="1169" y="422"/>
                  </a:lnTo>
                  <a:lnTo>
                    <a:pt x="1172" y="424"/>
                  </a:lnTo>
                  <a:close/>
                </a:path>
              </a:pathLst>
            </a:custGeom>
            <a:solidFill>
              <a:srgbClr val="DA9FC0">
                <a:alpha val="24000"/>
              </a:srgbClr>
            </a:solidFill>
            <a:ln>
              <a:noFill/>
            </a:ln>
          </p:spPr>
          <p:txBody>
            <a:bodyPr anchor="ctr"/>
            <a:lstStyle/>
            <a:p>
              <a:pPr algn="ctr">
                <a:buNone/>
              </a:pPr>
            </a:p>
          </p:txBody>
        </p:sp>
        <p:sp>
          <p:nvSpPr>
            <p:cNvPr id="6736" name="addition:input:203"/>
            <p:cNvSpPr>
              <a:spLocks noGrp="1"/>
            </p:cNvSpPr>
            <p:nvPr/>
          </p:nvSpPr>
          <p:spPr>
            <a:xfrm>
              <a:off x="209550" y="5438775"/>
              <a:ext cx="1812158" cy="881024"/>
            </a:xfrm>
            <a:custGeom>
              <a:avLst/>
              <a:gdLst/>
              <a:ahLst/>
              <a:cxnLst/>
              <a:rect l="l" t="t" r="r" b="b"/>
              <a:pathLst>
                <a:path w="1101" h="470">
                  <a:moveTo>
                    <a:pt x="0" y="0"/>
                  </a:moveTo>
                  <a:moveTo>
                    <a:pt x="1094" y="442"/>
                  </a:moveTo>
                  <a:lnTo>
                    <a:pt x="1094" y="444"/>
                  </a:lnTo>
                  <a:lnTo>
                    <a:pt x="1094" y="446"/>
                  </a:lnTo>
                  <a:lnTo>
                    <a:pt x="1093" y="448"/>
                  </a:lnTo>
                  <a:lnTo>
                    <a:pt x="1092" y="450"/>
                  </a:lnTo>
                  <a:lnTo>
                    <a:pt x="1091" y="453"/>
                  </a:lnTo>
                  <a:lnTo>
                    <a:pt x="1091" y="455"/>
                  </a:lnTo>
                  <a:lnTo>
                    <a:pt x="1090" y="458"/>
                  </a:lnTo>
                  <a:lnTo>
                    <a:pt x="1089" y="460"/>
                  </a:lnTo>
                  <a:lnTo>
                    <a:pt x="1087" y="461"/>
                  </a:lnTo>
                  <a:lnTo>
                    <a:pt x="1085" y="463"/>
                  </a:lnTo>
                  <a:lnTo>
                    <a:pt x="1084" y="465"/>
                  </a:lnTo>
                  <a:lnTo>
                    <a:pt x="1083" y="468"/>
                  </a:lnTo>
                  <a:lnTo>
                    <a:pt x="1081" y="470"/>
                  </a:lnTo>
                  <a:lnTo>
                    <a:pt x="1078" y="469"/>
                  </a:lnTo>
                  <a:lnTo>
                    <a:pt x="1075" y="466"/>
                  </a:lnTo>
                  <a:lnTo>
                    <a:pt x="1073" y="464"/>
                  </a:lnTo>
                  <a:lnTo>
                    <a:pt x="1071" y="464"/>
                  </a:lnTo>
                  <a:lnTo>
                    <a:pt x="1070" y="465"/>
                  </a:lnTo>
                  <a:lnTo>
                    <a:pt x="1068" y="467"/>
                  </a:lnTo>
                  <a:lnTo>
                    <a:pt x="1065" y="468"/>
                  </a:lnTo>
                  <a:lnTo>
                    <a:pt x="1063" y="468"/>
                  </a:lnTo>
                  <a:lnTo>
                    <a:pt x="1061" y="468"/>
                  </a:lnTo>
                  <a:lnTo>
                    <a:pt x="1058" y="468"/>
                  </a:lnTo>
                  <a:lnTo>
                    <a:pt x="1056" y="467"/>
                  </a:lnTo>
                  <a:lnTo>
                    <a:pt x="1054" y="464"/>
                  </a:lnTo>
                  <a:lnTo>
                    <a:pt x="1054" y="461"/>
                  </a:lnTo>
                  <a:lnTo>
                    <a:pt x="1053" y="458"/>
                  </a:lnTo>
                  <a:lnTo>
                    <a:pt x="1052" y="456"/>
                  </a:lnTo>
                  <a:lnTo>
                    <a:pt x="1050" y="455"/>
                  </a:lnTo>
                  <a:lnTo>
                    <a:pt x="1047" y="453"/>
                  </a:lnTo>
                  <a:lnTo>
                    <a:pt x="1046" y="451"/>
                  </a:lnTo>
                  <a:lnTo>
                    <a:pt x="1046" y="448"/>
                  </a:lnTo>
                  <a:lnTo>
                    <a:pt x="1047" y="446"/>
                  </a:lnTo>
                  <a:lnTo>
                    <a:pt x="1047" y="444"/>
                  </a:lnTo>
                  <a:lnTo>
                    <a:pt x="1045" y="442"/>
                  </a:lnTo>
                  <a:lnTo>
                    <a:pt x="1042" y="439"/>
                  </a:lnTo>
                  <a:lnTo>
                    <a:pt x="1040" y="436"/>
                  </a:lnTo>
                  <a:lnTo>
                    <a:pt x="1040" y="434"/>
                  </a:lnTo>
                  <a:lnTo>
                    <a:pt x="1041" y="431"/>
                  </a:lnTo>
                  <a:lnTo>
                    <a:pt x="1042" y="429"/>
                  </a:lnTo>
                  <a:lnTo>
                    <a:pt x="1044" y="427"/>
                  </a:lnTo>
                  <a:lnTo>
                    <a:pt x="1046" y="426"/>
                  </a:lnTo>
                  <a:lnTo>
                    <a:pt x="1049" y="425"/>
                  </a:lnTo>
                  <a:lnTo>
                    <a:pt x="1052" y="425"/>
                  </a:lnTo>
                  <a:lnTo>
                    <a:pt x="1055" y="424"/>
                  </a:lnTo>
                  <a:lnTo>
                    <a:pt x="1055" y="422"/>
                  </a:lnTo>
                  <a:lnTo>
                    <a:pt x="1056" y="418"/>
                  </a:lnTo>
                  <a:lnTo>
                    <a:pt x="1057" y="415"/>
                  </a:lnTo>
                  <a:lnTo>
                    <a:pt x="1060" y="413"/>
                  </a:lnTo>
                  <a:lnTo>
                    <a:pt x="1063" y="414"/>
                  </a:lnTo>
                  <a:lnTo>
                    <a:pt x="1066" y="415"/>
                  </a:lnTo>
                  <a:lnTo>
                    <a:pt x="1069" y="415"/>
                  </a:lnTo>
                  <a:lnTo>
                    <a:pt x="1072" y="414"/>
                  </a:lnTo>
                  <a:lnTo>
                    <a:pt x="1075" y="413"/>
                  </a:lnTo>
                  <a:lnTo>
                    <a:pt x="1078" y="414"/>
                  </a:lnTo>
                  <a:lnTo>
                    <a:pt x="1080" y="416"/>
                  </a:lnTo>
                  <a:lnTo>
                    <a:pt x="1082" y="418"/>
                  </a:lnTo>
                  <a:lnTo>
                    <a:pt x="1084" y="419"/>
                  </a:lnTo>
                  <a:lnTo>
                    <a:pt x="1086" y="420"/>
                  </a:lnTo>
                  <a:lnTo>
                    <a:pt x="1088" y="422"/>
                  </a:lnTo>
                  <a:lnTo>
                    <a:pt x="1089" y="424"/>
                  </a:lnTo>
                  <a:lnTo>
                    <a:pt x="1090" y="426"/>
                  </a:lnTo>
                  <a:lnTo>
                    <a:pt x="1092" y="427"/>
                  </a:lnTo>
                  <a:lnTo>
                    <a:pt x="1096" y="427"/>
                  </a:lnTo>
                  <a:lnTo>
                    <a:pt x="1100" y="428"/>
                  </a:lnTo>
                  <a:lnTo>
                    <a:pt x="1101" y="430"/>
                  </a:lnTo>
                  <a:lnTo>
                    <a:pt x="1100" y="434"/>
                  </a:lnTo>
                  <a:lnTo>
                    <a:pt x="1097" y="437"/>
                  </a:lnTo>
                  <a:lnTo>
                    <a:pt x="1095" y="439"/>
                  </a:lnTo>
                  <a:close/>
                </a:path>
              </a:pathLst>
            </a:custGeom>
            <a:solidFill>
              <a:srgbClr val="DA9FC0">
                <a:alpha val="24000"/>
              </a:srgbClr>
            </a:solidFill>
            <a:ln>
              <a:noFill/>
            </a:ln>
          </p:spPr>
          <p:txBody>
            <a:bodyPr anchor="ctr"/>
            <a:lstStyle/>
            <a:p>
              <a:pPr algn="ctr">
                <a:buNone/>
              </a:pPr>
            </a:p>
          </p:txBody>
        </p:sp>
        <p:sp>
          <p:nvSpPr>
            <p:cNvPr id="6737" name="addition:input:204"/>
            <p:cNvSpPr>
              <a:spLocks noGrp="1"/>
            </p:cNvSpPr>
            <p:nvPr/>
          </p:nvSpPr>
          <p:spPr>
            <a:xfrm>
              <a:off x="209550" y="5438775"/>
              <a:ext cx="1692006" cy="828538"/>
            </a:xfrm>
            <a:custGeom>
              <a:avLst/>
              <a:gdLst/>
              <a:ahLst/>
              <a:cxnLst/>
              <a:rect l="l" t="t" r="r" b="b"/>
              <a:pathLst>
                <a:path w="1028" h="442">
                  <a:moveTo>
                    <a:pt x="0" y="0"/>
                  </a:moveTo>
                  <a:moveTo>
                    <a:pt x="1028" y="413"/>
                  </a:moveTo>
                  <a:lnTo>
                    <a:pt x="1028" y="416"/>
                  </a:lnTo>
                  <a:lnTo>
                    <a:pt x="1026" y="418"/>
                  </a:lnTo>
                  <a:lnTo>
                    <a:pt x="1025" y="420"/>
                  </a:lnTo>
                  <a:lnTo>
                    <a:pt x="1025" y="423"/>
                  </a:lnTo>
                  <a:lnTo>
                    <a:pt x="1024" y="425"/>
                  </a:lnTo>
                  <a:lnTo>
                    <a:pt x="1023" y="427"/>
                  </a:lnTo>
                  <a:lnTo>
                    <a:pt x="1020" y="428"/>
                  </a:lnTo>
                  <a:lnTo>
                    <a:pt x="1017" y="429"/>
                  </a:lnTo>
                  <a:lnTo>
                    <a:pt x="1015" y="429"/>
                  </a:lnTo>
                  <a:lnTo>
                    <a:pt x="1014" y="431"/>
                  </a:lnTo>
                  <a:lnTo>
                    <a:pt x="1013" y="435"/>
                  </a:lnTo>
                  <a:lnTo>
                    <a:pt x="1012" y="439"/>
                  </a:lnTo>
                  <a:lnTo>
                    <a:pt x="1011" y="441"/>
                  </a:lnTo>
                  <a:lnTo>
                    <a:pt x="1008" y="442"/>
                  </a:lnTo>
                  <a:lnTo>
                    <a:pt x="1005" y="442"/>
                  </a:lnTo>
                  <a:lnTo>
                    <a:pt x="1003" y="441"/>
                  </a:lnTo>
                  <a:lnTo>
                    <a:pt x="1000" y="441"/>
                  </a:lnTo>
                  <a:lnTo>
                    <a:pt x="998" y="440"/>
                  </a:lnTo>
                  <a:lnTo>
                    <a:pt x="996" y="438"/>
                  </a:lnTo>
                  <a:lnTo>
                    <a:pt x="995" y="436"/>
                  </a:lnTo>
                  <a:lnTo>
                    <a:pt x="993" y="436"/>
                  </a:lnTo>
                  <a:lnTo>
                    <a:pt x="991" y="437"/>
                  </a:lnTo>
                  <a:lnTo>
                    <a:pt x="988" y="437"/>
                  </a:lnTo>
                  <a:lnTo>
                    <a:pt x="986" y="437"/>
                  </a:lnTo>
                  <a:lnTo>
                    <a:pt x="985" y="434"/>
                  </a:lnTo>
                  <a:lnTo>
                    <a:pt x="985" y="432"/>
                  </a:lnTo>
                  <a:lnTo>
                    <a:pt x="984" y="430"/>
                  </a:lnTo>
                  <a:lnTo>
                    <a:pt x="982" y="429"/>
                  </a:lnTo>
                  <a:lnTo>
                    <a:pt x="979" y="429"/>
                  </a:lnTo>
                  <a:lnTo>
                    <a:pt x="978" y="427"/>
                  </a:lnTo>
                  <a:lnTo>
                    <a:pt x="978" y="424"/>
                  </a:lnTo>
                  <a:lnTo>
                    <a:pt x="979" y="420"/>
                  </a:lnTo>
                  <a:lnTo>
                    <a:pt x="981" y="418"/>
                  </a:lnTo>
                  <a:lnTo>
                    <a:pt x="981" y="415"/>
                  </a:lnTo>
                  <a:lnTo>
                    <a:pt x="982" y="413"/>
                  </a:lnTo>
                  <a:lnTo>
                    <a:pt x="982" y="411"/>
                  </a:lnTo>
                  <a:lnTo>
                    <a:pt x="983" y="409"/>
                  </a:lnTo>
                  <a:lnTo>
                    <a:pt x="982" y="407"/>
                  </a:lnTo>
                  <a:lnTo>
                    <a:pt x="981" y="404"/>
                  </a:lnTo>
                  <a:lnTo>
                    <a:pt x="979" y="400"/>
                  </a:lnTo>
                  <a:lnTo>
                    <a:pt x="979" y="397"/>
                  </a:lnTo>
                  <a:lnTo>
                    <a:pt x="980" y="395"/>
                  </a:lnTo>
                  <a:lnTo>
                    <a:pt x="983" y="395"/>
                  </a:lnTo>
                  <a:lnTo>
                    <a:pt x="986" y="394"/>
                  </a:lnTo>
                  <a:lnTo>
                    <a:pt x="987" y="393"/>
                  </a:lnTo>
                  <a:lnTo>
                    <a:pt x="988" y="391"/>
                  </a:lnTo>
                  <a:lnTo>
                    <a:pt x="989" y="389"/>
                  </a:lnTo>
                  <a:lnTo>
                    <a:pt x="991" y="388"/>
                  </a:lnTo>
                  <a:lnTo>
                    <a:pt x="993" y="389"/>
                  </a:lnTo>
                  <a:lnTo>
                    <a:pt x="995" y="389"/>
                  </a:lnTo>
                  <a:lnTo>
                    <a:pt x="996" y="389"/>
                  </a:lnTo>
                  <a:lnTo>
                    <a:pt x="998" y="388"/>
                  </a:lnTo>
                  <a:lnTo>
                    <a:pt x="1000" y="387"/>
                  </a:lnTo>
                  <a:lnTo>
                    <a:pt x="1002" y="387"/>
                  </a:lnTo>
                  <a:lnTo>
                    <a:pt x="1004" y="387"/>
                  </a:lnTo>
                  <a:lnTo>
                    <a:pt x="1007" y="386"/>
                  </a:lnTo>
                  <a:lnTo>
                    <a:pt x="1010" y="385"/>
                  </a:lnTo>
                  <a:lnTo>
                    <a:pt x="1012" y="385"/>
                  </a:lnTo>
                  <a:lnTo>
                    <a:pt x="1014" y="388"/>
                  </a:lnTo>
                  <a:lnTo>
                    <a:pt x="1015" y="392"/>
                  </a:lnTo>
                  <a:lnTo>
                    <a:pt x="1015" y="396"/>
                  </a:lnTo>
                  <a:lnTo>
                    <a:pt x="1015" y="399"/>
                  </a:lnTo>
                  <a:lnTo>
                    <a:pt x="1017" y="400"/>
                  </a:lnTo>
                  <a:lnTo>
                    <a:pt x="1020" y="400"/>
                  </a:lnTo>
                  <a:lnTo>
                    <a:pt x="1023" y="401"/>
                  </a:lnTo>
                  <a:lnTo>
                    <a:pt x="1024" y="404"/>
                  </a:lnTo>
                  <a:lnTo>
                    <a:pt x="1025" y="406"/>
                  </a:lnTo>
                  <a:lnTo>
                    <a:pt x="1026" y="408"/>
                  </a:lnTo>
                  <a:lnTo>
                    <a:pt x="1027" y="411"/>
                  </a:lnTo>
                  <a:close/>
                </a:path>
              </a:pathLst>
            </a:custGeom>
            <a:solidFill>
              <a:srgbClr val="DA9FC0">
                <a:alpha val="24000"/>
              </a:srgbClr>
            </a:solidFill>
            <a:ln>
              <a:noFill/>
            </a:ln>
          </p:spPr>
          <p:txBody>
            <a:bodyPr anchor="ctr"/>
            <a:lstStyle/>
            <a:p>
              <a:pPr algn="ctr">
                <a:buNone/>
              </a:pPr>
            </a:p>
          </p:txBody>
        </p:sp>
        <p:sp>
          <p:nvSpPr>
            <p:cNvPr id="6738" name="addition:input:205"/>
            <p:cNvSpPr>
              <a:spLocks noGrp="1"/>
            </p:cNvSpPr>
            <p:nvPr/>
          </p:nvSpPr>
          <p:spPr>
            <a:xfrm>
              <a:off x="209550" y="5438775"/>
              <a:ext cx="1659087" cy="706694"/>
            </a:xfrm>
            <a:custGeom>
              <a:avLst/>
              <a:gdLst/>
              <a:ahLst/>
              <a:cxnLst/>
              <a:rect l="l" t="t" r="r" b="b"/>
              <a:pathLst>
                <a:path w="1008" h="377">
                  <a:moveTo>
                    <a:pt x="0" y="0"/>
                  </a:moveTo>
                  <a:moveTo>
                    <a:pt x="1006" y="351"/>
                  </a:moveTo>
                  <a:lnTo>
                    <a:pt x="1006" y="353"/>
                  </a:lnTo>
                  <a:lnTo>
                    <a:pt x="1005" y="355"/>
                  </a:lnTo>
                  <a:lnTo>
                    <a:pt x="1004" y="357"/>
                  </a:lnTo>
                  <a:lnTo>
                    <a:pt x="1002" y="359"/>
                  </a:lnTo>
                  <a:lnTo>
                    <a:pt x="1001" y="361"/>
                  </a:lnTo>
                  <a:lnTo>
                    <a:pt x="1000" y="363"/>
                  </a:lnTo>
                  <a:lnTo>
                    <a:pt x="999" y="365"/>
                  </a:lnTo>
                  <a:lnTo>
                    <a:pt x="998" y="366"/>
                  </a:lnTo>
                  <a:lnTo>
                    <a:pt x="996" y="367"/>
                  </a:lnTo>
                  <a:lnTo>
                    <a:pt x="995" y="368"/>
                  </a:lnTo>
                  <a:lnTo>
                    <a:pt x="994" y="371"/>
                  </a:lnTo>
                  <a:lnTo>
                    <a:pt x="993" y="375"/>
                  </a:lnTo>
                  <a:lnTo>
                    <a:pt x="992" y="377"/>
                  </a:lnTo>
                  <a:lnTo>
                    <a:pt x="989" y="377"/>
                  </a:lnTo>
                  <a:lnTo>
                    <a:pt x="987" y="375"/>
                  </a:lnTo>
                  <a:lnTo>
                    <a:pt x="985" y="373"/>
                  </a:lnTo>
                  <a:lnTo>
                    <a:pt x="983" y="372"/>
                  </a:lnTo>
                  <a:lnTo>
                    <a:pt x="982" y="372"/>
                  </a:lnTo>
                  <a:lnTo>
                    <a:pt x="980" y="373"/>
                  </a:lnTo>
                  <a:lnTo>
                    <a:pt x="979" y="373"/>
                  </a:lnTo>
                  <a:lnTo>
                    <a:pt x="977" y="372"/>
                  </a:lnTo>
                  <a:lnTo>
                    <a:pt x="976" y="372"/>
                  </a:lnTo>
                  <a:lnTo>
                    <a:pt x="974" y="373"/>
                  </a:lnTo>
                  <a:lnTo>
                    <a:pt x="972" y="373"/>
                  </a:lnTo>
                  <a:lnTo>
                    <a:pt x="970" y="371"/>
                  </a:lnTo>
                  <a:lnTo>
                    <a:pt x="970" y="369"/>
                  </a:lnTo>
                  <a:lnTo>
                    <a:pt x="970" y="366"/>
                  </a:lnTo>
                  <a:lnTo>
                    <a:pt x="969" y="365"/>
                  </a:lnTo>
                  <a:lnTo>
                    <a:pt x="967" y="364"/>
                  </a:lnTo>
                  <a:lnTo>
                    <a:pt x="965" y="362"/>
                  </a:lnTo>
                  <a:lnTo>
                    <a:pt x="965" y="360"/>
                  </a:lnTo>
                  <a:lnTo>
                    <a:pt x="966" y="357"/>
                  </a:lnTo>
                  <a:lnTo>
                    <a:pt x="967" y="355"/>
                  </a:lnTo>
                  <a:lnTo>
                    <a:pt x="968" y="353"/>
                  </a:lnTo>
                  <a:lnTo>
                    <a:pt x="967" y="351"/>
                  </a:lnTo>
                  <a:lnTo>
                    <a:pt x="965" y="349"/>
                  </a:lnTo>
                  <a:lnTo>
                    <a:pt x="964" y="347"/>
                  </a:lnTo>
                  <a:lnTo>
                    <a:pt x="963" y="344"/>
                  </a:lnTo>
                  <a:lnTo>
                    <a:pt x="963" y="342"/>
                  </a:lnTo>
                  <a:lnTo>
                    <a:pt x="963" y="339"/>
                  </a:lnTo>
                  <a:lnTo>
                    <a:pt x="963" y="337"/>
                  </a:lnTo>
                  <a:lnTo>
                    <a:pt x="964" y="335"/>
                  </a:lnTo>
                  <a:lnTo>
                    <a:pt x="967" y="335"/>
                  </a:lnTo>
                  <a:lnTo>
                    <a:pt x="969" y="335"/>
                  </a:lnTo>
                  <a:lnTo>
                    <a:pt x="971" y="335"/>
                  </a:lnTo>
                  <a:lnTo>
                    <a:pt x="972" y="333"/>
                  </a:lnTo>
                  <a:lnTo>
                    <a:pt x="973" y="331"/>
                  </a:lnTo>
                  <a:lnTo>
                    <a:pt x="974" y="328"/>
                  </a:lnTo>
                  <a:lnTo>
                    <a:pt x="976" y="328"/>
                  </a:lnTo>
                  <a:lnTo>
                    <a:pt x="978" y="328"/>
                  </a:lnTo>
                  <a:lnTo>
                    <a:pt x="980" y="329"/>
                  </a:lnTo>
                  <a:lnTo>
                    <a:pt x="981" y="328"/>
                  </a:lnTo>
                  <a:lnTo>
                    <a:pt x="983" y="326"/>
                  </a:lnTo>
                  <a:lnTo>
                    <a:pt x="986" y="325"/>
                  </a:lnTo>
                  <a:lnTo>
                    <a:pt x="988" y="325"/>
                  </a:lnTo>
                  <a:lnTo>
                    <a:pt x="990" y="326"/>
                  </a:lnTo>
                  <a:lnTo>
                    <a:pt x="992" y="328"/>
                  </a:lnTo>
                  <a:lnTo>
                    <a:pt x="994" y="329"/>
                  </a:lnTo>
                  <a:lnTo>
                    <a:pt x="996" y="331"/>
                  </a:lnTo>
                  <a:lnTo>
                    <a:pt x="997" y="333"/>
                  </a:lnTo>
                  <a:lnTo>
                    <a:pt x="997" y="336"/>
                  </a:lnTo>
                  <a:lnTo>
                    <a:pt x="998" y="338"/>
                  </a:lnTo>
                  <a:lnTo>
                    <a:pt x="999" y="339"/>
                  </a:lnTo>
                  <a:lnTo>
                    <a:pt x="1003" y="339"/>
                  </a:lnTo>
                  <a:lnTo>
                    <a:pt x="1006" y="340"/>
                  </a:lnTo>
                  <a:lnTo>
                    <a:pt x="1008" y="341"/>
                  </a:lnTo>
                  <a:lnTo>
                    <a:pt x="1008" y="344"/>
                  </a:lnTo>
                  <a:lnTo>
                    <a:pt x="1007" y="346"/>
                  </a:lnTo>
                  <a:lnTo>
                    <a:pt x="1006" y="349"/>
                  </a:lnTo>
                  <a:close/>
                </a:path>
              </a:pathLst>
            </a:custGeom>
            <a:solidFill>
              <a:srgbClr val="DA9FC0">
                <a:alpha val="24000"/>
              </a:srgbClr>
            </a:solidFill>
            <a:ln>
              <a:noFill/>
            </a:ln>
          </p:spPr>
          <p:txBody>
            <a:bodyPr anchor="ctr"/>
            <a:lstStyle/>
            <a:p>
              <a:pPr algn="ctr">
                <a:buNone/>
              </a:pPr>
            </a:p>
          </p:txBody>
        </p:sp>
        <p:sp>
          <p:nvSpPr>
            <p:cNvPr id="6739" name="addition:input:206"/>
            <p:cNvSpPr>
              <a:spLocks noGrp="1"/>
            </p:cNvSpPr>
            <p:nvPr/>
          </p:nvSpPr>
          <p:spPr>
            <a:xfrm>
              <a:off x="209550" y="5438775"/>
              <a:ext cx="1721632" cy="597972"/>
            </a:xfrm>
            <a:custGeom>
              <a:avLst/>
              <a:gdLst/>
              <a:ahLst/>
              <a:cxnLst/>
              <a:rect l="l" t="t" r="r" b="b"/>
              <a:pathLst>
                <a:path w="1046" h="319">
                  <a:moveTo>
                    <a:pt x="0" y="0"/>
                  </a:moveTo>
                  <a:moveTo>
                    <a:pt x="1044" y="295"/>
                  </a:moveTo>
                  <a:lnTo>
                    <a:pt x="1043" y="297"/>
                  </a:lnTo>
                  <a:lnTo>
                    <a:pt x="1041" y="299"/>
                  </a:lnTo>
                  <a:lnTo>
                    <a:pt x="1038" y="300"/>
                  </a:lnTo>
                  <a:lnTo>
                    <a:pt x="1037" y="302"/>
                  </a:lnTo>
                  <a:lnTo>
                    <a:pt x="1038" y="304"/>
                  </a:lnTo>
                  <a:lnTo>
                    <a:pt x="1040" y="307"/>
                  </a:lnTo>
                  <a:lnTo>
                    <a:pt x="1041" y="311"/>
                  </a:lnTo>
                  <a:lnTo>
                    <a:pt x="1040" y="313"/>
                  </a:lnTo>
                  <a:lnTo>
                    <a:pt x="1037" y="314"/>
                  </a:lnTo>
                  <a:lnTo>
                    <a:pt x="1034" y="314"/>
                  </a:lnTo>
                  <a:lnTo>
                    <a:pt x="1031" y="315"/>
                  </a:lnTo>
                  <a:lnTo>
                    <a:pt x="1029" y="315"/>
                  </a:lnTo>
                  <a:lnTo>
                    <a:pt x="1028" y="316"/>
                  </a:lnTo>
                  <a:lnTo>
                    <a:pt x="1025" y="317"/>
                  </a:lnTo>
                  <a:lnTo>
                    <a:pt x="1023" y="316"/>
                  </a:lnTo>
                  <a:lnTo>
                    <a:pt x="1021" y="317"/>
                  </a:lnTo>
                  <a:lnTo>
                    <a:pt x="1019" y="318"/>
                  </a:lnTo>
                  <a:lnTo>
                    <a:pt x="1017" y="319"/>
                  </a:lnTo>
                  <a:lnTo>
                    <a:pt x="1015" y="319"/>
                  </a:lnTo>
                  <a:lnTo>
                    <a:pt x="1013" y="318"/>
                  </a:lnTo>
                  <a:lnTo>
                    <a:pt x="1011" y="317"/>
                  </a:lnTo>
                  <a:lnTo>
                    <a:pt x="1008" y="316"/>
                  </a:lnTo>
                  <a:lnTo>
                    <a:pt x="1005" y="317"/>
                  </a:lnTo>
                  <a:lnTo>
                    <a:pt x="1001" y="318"/>
                  </a:lnTo>
                  <a:lnTo>
                    <a:pt x="998" y="317"/>
                  </a:lnTo>
                  <a:lnTo>
                    <a:pt x="997" y="314"/>
                  </a:lnTo>
                  <a:lnTo>
                    <a:pt x="998" y="310"/>
                  </a:lnTo>
                  <a:lnTo>
                    <a:pt x="998" y="307"/>
                  </a:lnTo>
                  <a:lnTo>
                    <a:pt x="997" y="305"/>
                  </a:lnTo>
                  <a:lnTo>
                    <a:pt x="995" y="304"/>
                  </a:lnTo>
                  <a:lnTo>
                    <a:pt x="993" y="302"/>
                  </a:lnTo>
                  <a:lnTo>
                    <a:pt x="991" y="301"/>
                  </a:lnTo>
                  <a:lnTo>
                    <a:pt x="989" y="299"/>
                  </a:lnTo>
                  <a:lnTo>
                    <a:pt x="987" y="297"/>
                  </a:lnTo>
                  <a:lnTo>
                    <a:pt x="984" y="295"/>
                  </a:lnTo>
                  <a:lnTo>
                    <a:pt x="983" y="292"/>
                  </a:lnTo>
                  <a:lnTo>
                    <a:pt x="984" y="290"/>
                  </a:lnTo>
                  <a:lnTo>
                    <a:pt x="987" y="288"/>
                  </a:lnTo>
                  <a:lnTo>
                    <a:pt x="990" y="286"/>
                  </a:lnTo>
                  <a:lnTo>
                    <a:pt x="990" y="285"/>
                  </a:lnTo>
                  <a:lnTo>
                    <a:pt x="990" y="282"/>
                  </a:lnTo>
                  <a:lnTo>
                    <a:pt x="991" y="280"/>
                  </a:lnTo>
                  <a:lnTo>
                    <a:pt x="993" y="278"/>
                  </a:lnTo>
                  <a:lnTo>
                    <a:pt x="997" y="278"/>
                  </a:lnTo>
                  <a:lnTo>
                    <a:pt x="1000" y="278"/>
                  </a:lnTo>
                  <a:lnTo>
                    <a:pt x="1002" y="277"/>
                  </a:lnTo>
                  <a:lnTo>
                    <a:pt x="1004" y="275"/>
                  </a:lnTo>
                  <a:lnTo>
                    <a:pt x="1005" y="272"/>
                  </a:lnTo>
                  <a:lnTo>
                    <a:pt x="1008" y="270"/>
                  </a:lnTo>
                  <a:lnTo>
                    <a:pt x="1011" y="269"/>
                  </a:lnTo>
                  <a:lnTo>
                    <a:pt x="1014" y="268"/>
                  </a:lnTo>
                  <a:lnTo>
                    <a:pt x="1017" y="267"/>
                  </a:lnTo>
                  <a:lnTo>
                    <a:pt x="1020" y="267"/>
                  </a:lnTo>
                  <a:lnTo>
                    <a:pt x="1023" y="269"/>
                  </a:lnTo>
                  <a:lnTo>
                    <a:pt x="1025" y="272"/>
                  </a:lnTo>
                  <a:lnTo>
                    <a:pt x="1027" y="275"/>
                  </a:lnTo>
                  <a:lnTo>
                    <a:pt x="1029" y="276"/>
                  </a:lnTo>
                  <a:lnTo>
                    <a:pt x="1031" y="276"/>
                  </a:lnTo>
                  <a:lnTo>
                    <a:pt x="1035" y="275"/>
                  </a:lnTo>
                  <a:lnTo>
                    <a:pt x="1038" y="275"/>
                  </a:lnTo>
                  <a:lnTo>
                    <a:pt x="1040" y="276"/>
                  </a:lnTo>
                  <a:lnTo>
                    <a:pt x="1040" y="278"/>
                  </a:lnTo>
                  <a:lnTo>
                    <a:pt x="1041" y="280"/>
                  </a:lnTo>
                  <a:lnTo>
                    <a:pt x="1043" y="282"/>
                  </a:lnTo>
                  <a:lnTo>
                    <a:pt x="1045" y="283"/>
                  </a:lnTo>
                  <a:lnTo>
                    <a:pt x="1046" y="285"/>
                  </a:lnTo>
                  <a:lnTo>
                    <a:pt x="1046" y="288"/>
                  </a:lnTo>
                  <a:lnTo>
                    <a:pt x="1045" y="290"/>
                  </a:lnTo>
                  <a:lnTo>
                    <a:pt x="1045" y="292"/>
                  </a:lnTo>
                  <a:close/>
                </a:path>
              </a:pathLst>
            </a:custGeom>
            <a:solidFill>
              <a:srgbClr val="DA9FC0">
                <a:alpha val="24000"/>
              </a:srgbClr>
            </a:solidFill>
            <a:ln>
              <a:noFill/>
            </a:ln>
          </p:spPr>
          <p:txBody>
            <a:bodyPr anchor="ctr"/>
            <a:lstStyle/>
            <a:p>
              <a:pPr algn="ctr">
                <a:buNone/>
              </a:pPr>
            </a:p>
          </p:txBody>
        </p:sp>
        <p:sp>
          <p:nvSpPr>
            <p:cNvPr id="6740" name="addition:input:207"/>
            <p:cNvSpPr>
              <a:spLocks noGrp="1"/>
            </p:cNvSpPr>
            <p:nvPr/>
          </p:nvSpPr>
          <p:spPr>
            <a:xfrm>
              <a:off x="209550" y="5438775"/>
              <a:ext cx="1836847" cy="556732"/>
            </a:xfrm>
            <a:custGeom>
              <a:avLst/>
              <a:gdLst/>
              <a:ahLst/>
              <a:cxnLst/>
              <a:rect l="l" t="t" r="r" b="b"/>
              <a:pathLst>
                <a:path w="1116" h="297">
                  <a:moveTo>
                    <a:pt x="0" y="0"/>
                  </a:moveTo>
                  <a:moveTo>
                    <a:pt x="1114" y="274"/>
                  </a:moveTo>
                  <a:lnTo>
                    <a:pt x="1112" y="276"/>
                  </a:lnTo>
                  <a:lnTo>
                    <a:pt x="1112" y="278"/>
                  </a:lnTo>
                  <a:lnTo>
                    <a:pt x="1112" y="280"/>
                  </a:lnTo>
                  <a:lnTo>
                    <a:pt x="1112" y="282"/>
                  </a:lnTo>
                  <a:lnTo>
                    <a:pt x="1110" y="284"/>
                  </a:lnTo>
                  <a:lnTo>
                    <a:pt x="1107" y="285"/>
                  </a:lnTo>
                  <a:lnTo>
                    <a:pt x="1105" y="286"/>
                  </a:lnTo>
                  <a:lnTo>
                    <a:pt x="1104" y="287"/>
                  </a:lnTo>
                  <a:lnTo>
                    <a:pt x="1104" y="290"/>
                  </a:lnTo>
                  <a:lnTo>
                    <a:pt x="1104" y="293"/>
                  </a:lnTo>
                  <a:lnTo>
                    <a:pt x="1103" y="296"/>
                  </a:lnTo>
                  <a:lnTo>
                    <a:pt x="1100" y="297"/>
                  </a:lnTo>
                  <a:lnTo>
                    <a:pt x="1098" y="297"/>
                  </a:lnTo>
                  <a:lnTo>
                    <a:pt x="1096" y="297"/>
                  </a:lnTo>
                  <a:lnTo>
                    <a:pt x="1094" y="297"/>
                  </a:lnTo>
                  <a:lnTo>
                    <a:pt x="1092" y="296"/>
                  </a:lnTo>
                  <a:lnTo>
                    <a:pt x="1090" y="295"/>
                  </a:lnTo>
                  <a:lnTo>
                    <a:pt x="1088" y="293"/>
                  </a:lnTo>
                  <a:lnTo>
                    <a:pt x="1087" y="293"/>
                  </a:lnTo>
                  <a:lnTo>
                    <a:pt x="1085" y="295"/>
                  </a:lnTo>
                  <a:lnTo>
                    <a:pt x="1083" y="297"/>
                  </a:lnTo>
                  <a:lnTo>
                    <a:pt x="1081" y="297"/>
                  </a:lnTo>
                  <a:lnTo>
                    <a:pt x="1079" y="296"/>
                  </a:lnTo>
                  <a:lnTo>
                    <a:pt x="1079" y="293"/>
                  </a:lnTo>
                  <a:lnTo>
                    <a:pt x="1078" y="292"/>
                  </a:lnTo>
                  <a:lnTo>
                    <a:pt x="1076" y="291"/>
                  </a:lnTo>
                  <a:lnTo>
                    <a:pt x="1074" y="290"/>
                  </a:lnTo>
                  <a:lnTo>
                    <a:pt x="1072" y="289"/>
                  </a:lnTo>
                  <a:lnTo>
                    <a:pt x="1071" y="287"/>
                  </a:lnTo>
                  <a:lnTo>
                    <a:pt x="1072" y="284"/>
                  </a:lnTo>
                  <a:lnTo>
                    <a:pt x="1072" y="282"/>
                  </a:lnTo>
                  <a:lnTo>
                    <a:pt x="1072" y="280"/>
                  </a:lnTo>
                  <a:lnTo>
                    <a:pt x="1071" y="278"/>
                  </a:lnTo>
                  <a:lnTo>
                    <a:pt x="1071" y="276"/>
                  </a:lnTo>
                  <a:lnTo>
                    <a:pt x="1071" y="274"/>
                  </a:lnTo>
                  <a:lnTo>
                    <a:pt x="1071" y="272"/>
                  </a:lnTo>
                  <a:lnTo>
                    <a:pt x="1069" y="270"/>
                  </a:lnTo>
                  <a:lnTo>
                    <a:pt x="1066" y="267"/>
                  </a:lnTo>
                  <a:lnTo>
                    <a:pt x="1065" y="265"/>
                  </a:lnTo>
                  <a:lnTo>
                    <a:pt x="1066" y="263"/>
                  </a:lnTo>
                  <a:lnTo>
                    <a:pt x="1069" y="262"/>
                  </a:lnTo>
                  <a:lnTo>
                    <a:pt x="1071" y="261"/>
                  </a:lnTo>
                  <a:lnTo>
                    <a:pt x="1073" y="260"/>
                  </a:lnTo>
                  <a:lnTo>
                    <a:pt x="1074" y="259"/>
                  </a:lnTo>
                  <a:lnTo>
                    <a:pt x="1075" y="257"/>
                  </a:lnTo>
                  <a:lnTo>
                    <a:pt x="1076" y="256"/>
                  </a:lnTo>
                  <a:lnTo>
                    <a:pt x="1078" y="255"/>
                  </a:lnTo>
                  <a:lnTo>
                    <a:pt x="1080" y="255"/>
                  </a:lnTo>
                  <a:lnTo>
                    <a:pt x="1082" y="254"/>
                  </a:lnTo>
                  <a:lnTo>
                    <a:pt x="1084" y="252"/>
                  </a:lnTo>
                  <a:lnTo>
                    <a:pt x="1086" y="251"/>
                  </a:lnTo>
                  <a:lnTo>
                    <a:pt x="1088" y="251"/>
                  </a:lnTo>
                  <a:lnTo>
                    <a:pt x="1090" y="251"/>
                  </a:lnTo>
                  <a:lnTo>
                    <a:pt x="1093" y="251"/>
                  </a:lnTo>
                  <a:lnTo>
                    <a:pt x="1095" y="250"/>
                  </a:lnTo>
                  <a:lnTo>
                    <a:pt x="1098" y="249"/>
                  </a:lnTo>
                  <a:lnTo>
                    <a:pt x="1100" y="251"/>
                  </a:lnTo>
                  <a:lnTo>
                    <a:pt x="1102" y="254"/>
                  </a:lnTo>
                  <a:lnTo>
                    <a:pt x="1102" y="257"/>
                  </a:lnTo>
                  <a:lnTo>
                    <a:pt x="1103" y="260"/>
                  </a:lnTo>
                  <a:lnTo>
                    <a:pt x="1104" y="261"/>
                  </a:lnTo>
                  <a:lnTo>
                    <a:pt x="1107" y="261"/>
                  </a:lnTo>
                  <a:lnTo>
                    <a:pt x="1110" y="261"/>
                  </a:lnTo>
                  <a:lnTo>
                    <a:pt x="1112" y="262"/>
                  </a:lnTo>
                  <a:lnTo>
                    <a:pt x="1113" y="264"/>
                  </a:lnTo>
                  <a:lnTo>
                    <a:pt x="1114" y="266"/>
                  </a:lnTo>
                  <a:lnTo>
                    <a:pt x="1116" y="268"/>
                  </a:lnTo>
                  <a:lnTo>
                    <a:pt x="1116" y="270"/>
                  </a:lnTo>
                  <a:lnTo>
                    <a:pt x="1115" y="272"/>
                  </a:lnTo>
                  <a:close/>
                </a:path>
              </a:pathLst>
            </a:custGeom>
            <a:solidFill>
              <a:srgbClr val="DA9FC0">
                <a:alpha val="24000"/>
              </a:srgbClr>
            </a:solidFill>
            <a:ln>
              <a:noFill/>
            </a:ln>
          </p:spPr>
          <p:txBody>
            <a:bodyPr anchor="ctr"/>
            <a:lstStyle/>
            <a:p>
              <a:pPr algn="ctr">
                <a:buNone/>
              </a:pPr>
            </a:p>
          </p:txBody>
        </p:sp>
        <p:sp>
          <p:nvSpPr>
            <p:cNvPr id="6741" name="addition:input:208"/>
            <p:cNvSpPr>
              <a:spLocks noGrp="1"/>
            </p:cNvSpPr>
            <p:nvPr/>
          </p:nvSpPr>
          <p:spPr>
            <a:xfrm>
              <a:off x="209550" y="5438775"/>
              <a:ext cx="1958645" cy="620466"/>
            </a:xfrm>
            <a:custGeom>
              <a:avLst/>
              <a:gdLst/>
              <a:ahLst/>
              <a:cxnLst/>
              <a:rect l="l" t="t" r="r" b="b"/>
              <a:pathLst>
                <a:path w="1190" h="331">
                  <a:moveTo>
                    <a:pt x="0" y="0"/>
                  </a:moveTo>
                  <a:moveTo>
                    <a:pt x="1186" y="303"/>
                  </a:moveTo>
                  <a:lnTo>
                    <a:pt x="1185" y="305"/>
                  </a:lnTo>
                  <a:lnTo>
                    <a:pt x="1187" y="307"/>
                  </a:lnTo>
                  <a:lnTo>
                    <a:pt x="1189" y="310"/>
                  </a:lnTo>
                  <a:lnTo>
                    <a:pt x="1190" y="313"/>
                  </a:lnTo>
                  <a:lnTo>
                    <a:pt x="1190" y="315"/>
                  </a:lnTo>
                  <a:lnTo>
                    <a:pt x="1188" y="317"/>
                  </a:lnTo>
                  <a:lnTo>
                    <a:pt x="1185" y="318"/>
                  </a:lnTo>
                  <a:lnTo>
                    <a:pt x="1183" y="319"/>
                  </a:lnTo>
                  <a:lnTo>
                    <a:pt x="1181" y="320"/>
                  </a:lnTo>
                  <a:lnTo>
                    <a:pt x="1179" y="320"/>
                  </a:lnTo>
                  <a:lnTo>
                    <a:pt x="1176" y="321"/>
                  </a:lnTo>
                  <a:lnTo>
                    <a:pt x="1174" y="321"/>
                  </a:lnTo>
                  <a:lnTo>
                    <a:pt x="1173" y="323"/>
                  </a:lnTo>
                  <a:lnTo>
                    <a:pt x="1172" y="327"/>
                  </a:lnTo>
                  <a:lnTo>
                    <a:pt x="1170" y="330"/>
                  </a:lnTo>
                  <a:lnTo>
                    <a:pt x="1167" y="331"/>
                  </a:lnTo>
                  <a:lnTo>
                    <a:pt x="1164" y="330"/>
                  </a:lnTo>
                  <a:lnTo>
                    <a:pt x="1161" y="328"/>
                  </a:lnTo>
                  <a:lnTo>
                    <a:pt x="1159" y="327"/>
                  </a:lnTo>
                  <a:lnTo>
                    <a:pt x="1156" y="327"/>
                  </a:lnTo>
                  <a:lnTo>
                    <a:pt x="1153" y="327"/>
                  </a:lnTo>
                  <a:lnTo>
                    <a:pt x="1151" y="327"/>
                  </a:lnTo>
                  <a:lnTo>
                    <a:pt x="1149" y="325"/>
                  </a:lnTo>
                  <a:lnTo>
                    <a:pt x="1147" y="322"/>
                  </a:lnTo>
                  <a:lnTo>
                    <a:pt x="1146" y="320"/>
                  </a:lnTo>
                  <a:lnTo>
                    <a:pt x="1144" y="319"/>
                  </a:lnTo>
                  <a:lnTo>
                    <a:pt x="1142" y="318"/>
                  </a:lnTo>
                  <a:lnTo>
                    <a:pt x="1140" y="317"/>
                  </a:lnTo>
                  <a:lnTo>
                    <a:pt x="1139" y="315"/>
                  </a:lnTo>
                  <a:lnTo>
                    <a:pt x="1137" y="313"/>
                  </a:lnTo>
                  <a:lnTo>
                    <a:pt x="1135" y="312"/>
                  </a:lnTo>
                  <a:lnTo>
                    <a:pt x="1132" y="310"/>
                  </a:lnTo>
                  <a:lnTo>
                    <a:pt x="1131" y="308"/>
                  </a:lnTo>
                  <a:lnTo>
                    <a:pt x="1133" y="305"/>
                  </a:lnTo>
                  <a:lnTo>
                    <a:pt x="1136" y="303"/>
                  </a:lnTo>
                  <a:lnTo>
                    <a:pt x="1140" y="301"/>
                  </a:lnTo>
                  <a:lnTo>
                    <a:pt x="1141" y="299"/>
                  </a:lnTo>
                  <a:lnTo>
                    <a:pt x="1141" y="297"/>
                  </a:lnTo>
                  <a:lnTo>
                    <a:pt x="1140" y="294"/>
                  </a:lnTo>
                  <a:lnTo>
                    <a:pt x="1141" y="292"/>
                  </a:lnTo>
                  <a:lnTo>
                    <a:pt x="1142" y="290"/>
                  </a:lnTo>
                  <a:lnTo>
                    <a:pt x="1144" y="288"/>
                  </a:lnTo>
                  <a:lnTo>
                    <a:pt x="1145" y="286"/>
                  </a:lnTo>
                  <a:lnTo>
                    <a:pt x="1145" y="284"/>
                  </a:lnTo>
                  <a:lnTo>
                    <a:pt x="1147" y="282"/>
                  </a:lnTo>
                  <a:lnTo>
                    <a:pt x="1149" y="281"/>
                  </a:lnTo>
                  <a:lnTo>
                    <a:pt x="1152" y="281"/>
                  </a:lnTo>
                  <a:lnTo>
                    <a:pt x="1154" y="279"/>
                  </a:lnTo>
                  <a:lnTo>
                    <a:pt x="1155" y="278"/>
                  </a:lnTo>
                  <a:lnTo>
                    <a:pt x="1157" y="277"/>
                  </a:lnTo>
                  <a:lnTo>
                    <a:pt x="1160" y="277"/>
                  </a:lnTo>
                  <a:lnTo>
                    <a:pt x="1162" y="279"/>
                  </a:lnTo>
                  <a:lnTo>
                    <a:pt x="1163" y="282"/>
                  </a:lnTo>
                  <a:lnTo>
                    <a:pt x="1165" y="283"/>
                  </a:lnTo>
                  <a:lnTo>
                    <a:pt x="1167" y="281"/>
                  </a:lnTo>
                  <a:lnTo>
                    <a:pt x="1169" y="279"/>
                  </a:lnTo>
                  <a:lnTo>
                    <a:pt x="1172" y="278"/>
                  </a:lnTo>
                  <a:lnTo>
                    <a:pt x="1174" y="278"/>
                  </a:lnTo>
                  <a:lnTo>
                    <a:pt x="1176" y="280"/>
                  </a:lnTo>
                  <a:lnTo>
                    <a:pt x="1178" y="282"/>
                  </a:lnTo>
                  <a:lnTo>
                    <a:pt x="1179" y="283"/>
                  </a:lnTo>
                  <a:lnTo>
                    <a:pt x="1180" y="285"/>
                  </a:lnTo>
                  <a:lnTo>
                    <a:pt x="1181" y="288"/>
                  </a:lnTo>
                  <a:lnTo>
                    <a:pt x="1180" y="291"/>
                  </a:lnTo>
                  <a:lnTo>
                    <a:pt x="1181" y="293"/>
                  </a:lnTo>
                  <a:lnTo>
                    <a:pt x="1182" y="295"/>
                  </a:lnTo>
                  <a:lnTo>
                    <a:pt x="1185" y="296"/>
                  </a:lnTo>
                  <a:lnTo>
                    <a:pt x="1187" y="298"/>
                  </a:lnTo>
                  <a:lnTo>
                    <a:pt x="1187" y="300"/>
                  </a:lnTo>
                  <a:close/>
                </a:path>
              </a:pathLst>
            </a:custGeom>
            <a:solidFill>
              <a:srgbClr val="DA9FC0">
                <a:alpha val="24000"/>
              </a:srgbClr>
            </a:solidFill>
            <a:ln>
              <a:noFill/>
            </a:ln>
          </p:spPr>
          <p:txBody>
            <a:bodyPr anchor="ctr"/>
            <a:lstStyle/>
            <a:p>
              <a:pPr algn="ctr">
                <a:buNone/>
              </a:pPr>
            </a:p>
          </p:txBody>
        </p:sp>
        <p:sp>
          <p:nvSpPr>
            <p:cNvPr id="6742" name="addition:input:209"/>
            <p:cNvSpPr>
              <a:spLocks noGrp="1"/>
            </p:cNvSpPr>
            <p:nvPr/>
          </p:nvSpPr>
          <p:spPr>
            <a:xfrm>
              <a:off x="209550" y="5438775"/>
              <a:ext cx="1594896" cy="1692692"/>
            </a:xfrm>
            <a:custGeom>
              <a:avLst/>
              <a:gdLst/>
              <a:ahLst/>
              <a:cxnLst/>
              <a:rect l="l" t="t" r="r" b="b"/>
              <a:pathLst>
                <a:path w="969" h="903">
                  <a:moveTo>
                    <a:pt x="0" y="0"/>
                  </a:moveTo>
                  <a:moveTo>
                    <a:pt x="107" y="321"/>
                  </a:moveTo>
                  <a:lnTo>
                    <a:pt x="969" y="321"/>
                  </a:lnTo>
                  <a:lnTo>
                    <a:pt x="969" y="903"/>
                  </a:lnTo>
                  <a:lnTo>
                    <a:pt x="107" y="817"/>
                  </a:lnTo>
                  <a:close/>
                </a:path>
              </a:pathLst>
            </a:custGeom>
            <a:solidFill>
              <a:srgbClr val="EAF7FF">
                <a:alpha val="6000"/>
              </a:srgbClr>
            </a:solidFill>
            <a:ln>
              <a:noFill/>
            </a:ln>
          </p:spPr>
          <p:txBody>
            <a:bodyPr anchor="ctr"/>
            <a:lstStyle/>
            <a:p>
              <a:pPr algn="ctr">
                <a:buNone/>
              </a:pPr>
            </a:p>
          </p:txBody>
        </p:sp>
        <p:sp>
          <p:nvSpPr>
            <p:cNvPr id="6743" name="addition:input:210"/>
            <p:cNvSpPr>
              <a:spLocks noGrp="1"/>
            </p:cNvSpPr>
            <p:nvPr/>
          </p:nvSpPr>
          <p:spPr>
            <a:xfrm>
              <a:off x="544001" y="5937022"/>
              <a:ext cx="0" cy="929762"/>
            </a:xfrm>
            <a:prstGeom prst="line">
              <a:avLst/>
            </a:prstGeom>
            <a:ln w="4286">
              <a:solidFill>
                <a:srgbClr val="56A1CC">
                  <a:alpha val="22000"/>
                </a:srgbClr>
              </a:solidFill>
            </a:ln>
          </p:spPr>
        </p:sp>
        <p:sp>
          <p:nvSpPr>
            <p:cNvPr id="6744" name="addition:input:211"/>
            <p:cNvSpPr>
              <a:spLocks noGrp="1"/>
            </p:cNvSpPr>
            <p:nvPr/>
          </p:nvSpPr>
          <p:spPr>
            <a:xfrm>
              <a:off x="1962784" y="5937022"/>
              <a:ext cx="0" cy="1090971"/>
            </a:xfrm>
            <a:prstGeom prst="line">
              <a:avLst/>
            </a:prstGeom>
            <a:ln w="4286">
              <a:solidFill>
                <a:srgbClr val="56A1CC">
                  <a:alpha val="28000"/>
                </a:srgbClr>
              </a:solidFill>
            </a:ln>
          </p:spPr>
        </p:sp>
        <p:sp>
          <p:nvSpPr>
            <p:cNvPr id="6745" name="addition:input:212"/>
            <p:cNvSpPr>
              <a:spLocks noGrp="1"/>
            </p:cNvSpPr>
            <p:nvPr/>
          </p:nvSpPr>
          <p:spPr>
            <a:xfrm>
              <a:off x="544001" y="5937022"/>
              <a:ext cx="1418783" cy="0"/>
            </a:xfrm>
            <a:prstGeom prst="line">
              <a:avLst/>
            </a:prstGeom>
            <a:ln w="4286">
              <a:solidFill>
                <a:srgbClr val="56A1CC">
                  <a:alpha val="35000"/>
                </a:srgbClr>
              </a:solidFill>
            </a:ln>
          </p:spPr>
        </p:sp>
        <p:sp>
          <p:nvSpPr>
            <p:cNvPr id="6746" name="addition:input:213"/>
            <p:cNvSpPr>
              <a:spLocks noGrp="1"/>
            </p:cNvSpPr>
            <p:nvPr/>
          </p:nvSpPr>
          <p:spPr>
            <a:xfrm>
              <a:off x="702338" y="5833549"/>
              <a:ext cx="0" cy="929762"/>
            </a:xfrm>
            <a:prstGeom prst="line">
              <a:avLst/>
            </a:prstGeom>
            <a:ln w="4286">
              <a:solidFill>
                <a:srgbClr val="56A1CC">
                  <a:alpha val="22000"/>
                </a:srgbClr>
              </a:solidFill>
            </a:ln>
          </p:spPr>
        </p:sp>
        <p:sp>
          <p:nvSpPr>
            <p:cNvPr id="6747" name="addition:input:214"/>
            <p:cNvSpPr>
              <a:spLocks noGrp="1"/>
            </p:cNvSpPr>
            <p:nvPr/>
          </p:nvSpPr>
          <p:spPr>
            <a:xfrm>
              <a:off x="2121121" y="5833549"/>
              <a:ext cx="0" cy="1090971"/>
            </a:xfrm>
            <a:prstGeom prst="line">
              <a:avLst/>
            </a:prstGeom>
            <a:ln w="4286">
              <a:solidFill>
                <a:srgbClr val="56A1CC">
                  <a:alpha val="28000"/>
                </a:srgbClr>
              </a:solidFill>
            </a:ln>
          </p:spPr>
        </p:sp>
        <p:sp>
          <p:nvSpPr>
            <p:cNvPr id="6748" name="addition:input:215"/>
            <p:cNvSpPr>
              <a:spLocks noGrp="1"/>
            </p:cNvSpPr>
            <p:nvPr/>
          </p:nvSpPr>
          <p:spPr>
            <a:xfrm>
              <a:off x="702338" y="5833549"/>
              <a:ext cx="1418783" cy="0"/>
            </a:xfrm>
            <a:prstGeom prst="line">
              <a:avLst/>
            </a:prstGeom>
            <a:ln w="4286">
              <a:solidFill>
                <a:srgbClr val="56A1CC">
                  <a:alpha val="35000"/>
                </a:srgbClr>
              </a:solidFill>
            </a:ln>
          </p:spPr>
        </p:sp>
        <p:sp>
          <p:nvSpPr>
            <p:cNvPr id="6749" name="addition:input:216"/>
            <p:cNvSpPr>
              <a:spLocks noGrp="1"/>
            </p:cNvSpPr>
            <p:nvPr/>
          </p:nvSpPr>
          <p:spPr>
            <a:xfrm>
              <a:off x="860676" y="5730075"/>
              <a:ext cx="0" cy="929762"/>
            </a:xfrm>
            <a:prstGeom prst="line">
              <a:avLst/>
            </a:prstGeom>
            <a:ln w="4286">
              <a:solidFill>
                <a:srgbClr val="56A1CC">
                  <a:alpha val="22000"/>
                </a:srgbClr>
              </a:solidFill>
            </a:ln>
          </p:spPr>
        </p:sp>
        <p:sp>
          <p:nvSpPr>
            <p:cNvPr id="6750" name="addition:input:217"/>
            <p:cNvSpPr>
              <a:spLocks noGrp="1"/>
            </p:cNvSpPr>
            <p:nvPr/>
          </p:nvSpPr>
          <p:spPr>
            <a:xfrm>
              <a:off x="2279459" y="5730075"/>
              <a:ext cx="0" cy="1090971"/>
            </a:xfrm>
            <a:prstGeom prst="line">
              <a:avLst/>
            </a:prstGeom>
            <a:ln w="4286">
              <a:solidFill>
                <a:srgbClr val="56A1CC">
                  <a:alpha val="28000"/>
                </a:srgbClr>
              </a:solidFill>
            </a:ln>
          </p:spPr>
        </p:sp>
        <p:sp>
          <p:nvSpPr>
            <p:cNvPr id="6751" name="addition:input:218"/>
            <p:cNvSpPr>
              <a:spLocks noGrp="1"/>
            </p:cNvSpPr>
            <p:nvPr/>
          </p:nvSpPr>
          <p:spPr>
            <a:xfrm>
              <a:off x="860676" y="5730075"/>
              <a:ext cx="1418783" cy="0"/>
            </a:xfrm>
            <a:prstGeom prst="line">
              <a:avLst/>
            </a:prstGeom>
            <a:ln w="4286">
              <a:solidFill>
                <a:srgbClr val="56A1CC">
                  <a:alpha val="35000"/>
                </a:srgbClr>
              </a:solidFill>
            </a:ln>
          </p:spPr>
        </p:sp>
        <p:sp>
          <p:nvSpPr>
            <p:cNvPr id="6752" name="addition:input:219"/>
            <p:cNvSpPr>
              <a:spLocks noGrp="1"/>
            </p:cNvSpPr>
            <p:nvPr/>
          </p:nvSpPr>
          <p:spPr>
            <a:xfrm>
              <a:off x="1019013" y="5626602"/>
              <a:ext cx="0" cy="929762"/>
            </a:xfrm>
            <a:prstGeom prst="line">
              <a:avLst/>
            </a:prstGeom>
            <a:ln w="4286">
              <a:solidFill>
                <a:srgbClr val="56A1CC">
                  <a:alpha val="22000"/>
                </a:srgbClr>
              </a:solidFill>
            </a:ln>
          </p:spPr>
        </p:sp>
        <p:sp>
          <p:nvSpPr>
            <p:cNvPr id="6753" name="addition:input:220"/>
            <p:cNvSpPr>
              <a:spLocks noGrp="1"/>
            </p:cNvSpPr>
            <p:nvPr/>
          </p:nvSpPr>
          <p:spPr>
            <a:xfrm>
              <a:off x="2437796" y="5626602"/>
              <a:ext cx="0" cy="1090971"/>
            </a:xfrm>
            <a:prstGeom prst="line">
              <a:avLst/>
            </a:prstGeom>
            <a:ln w="4286">
              <a:solidFill>
                <a:srgbClr val="56A1CC">
                  <a:alpha val="28000"/>
                </a:srgbClr>
              </a:solidFill>
            </a:ln>
          </p:spPr>
        </p:sp>
        <p:sp>
          <p:nvSpPr>
            <p:cNvPr id="6754" name="addition:input:221"/>
            <p:cNvSpPr>
              <a:spLocks noGrp="1"/>
            </p:cNvSpPr>
            <p:nvPr/>
          </p:nvSpPr>
          <p:spPr>
            <a:xfrm>
              <a:off x="1019013" y="5626602"/>
              <a:ext cx="1418783" cy="0"/>
            </a:xfrm>
            <a:prstGeom prst="line">
              <a:avLst/>
            </a:prstGeom>
            <a:ln w="4286">
              <a:solidFill>
                <a:srgbClr val="56A1CC">
                  <a:alpha val="35000"/>
                </a:srgbClr>
              </a:solidFill>
            </a:ln>
          </p:spPr>
        </p:sp>
        <p:sp>
          <p:nvSpPr>
            <p:cNvPr id="6755" name="addition:input:222"/>
            <p:cNvSpPr>
              <a:spLocks noGrp="1"/>
            </p:cNvSpPr>
            <p:nvPr/>
          </p:nvSpPr>
          <p:spPr>
            <a:xfrm>
              <a:off x="393893" y="6338020"/>
              <a:ext cx="1402324" cy="51587"/>
            </a:xfrm>
            <a:prstGeom prst="line">
              <a:avLst/>
            </a:prstGeom>
            <a:ln w="4286">
              <a:solidFill>
                <a:srgbClr val="56A1CC">
                  <a:alpha val="20000"/>
                </a:srgbClr>
              </a:solidFill>
            </a:ln>
          </p:spPr>
        </p:sp>
        <p:sp>
          <p:nvSpPr>
            <p:cNvPr id="6756" name="addition:input:223"/>
            <p:cNvSpPr>
              <a:spLocks noGrp="1"/>
            </p:cNvSpPr>
            <p:nvPr/>
          </p:nvSpPr>
          <p:spPr>
            <a:xfrm>
              <a:off x="393893" y="6644841"/>
              <a:ext cx="1402324" cy="104786"/>
            </a:xfrm>
            <a:prstGeom prst="line">
              <a:avLst/>
            </a:prstGeom>
            <a:ln w="4286">
              <a:solidFill>
                <a:srgbClr val="56A1CC">
                  <a:alpha val="20000"/>
                </a:srgbClr>
              </a:solidFill>
            </a:ln>
          </p:spPr>
        </p:sp>
        <p:sp>
          <p:nvSpPr>
            <p:cNvPr id="6757" name="addition:input:224"/>
            <p:cNvSpPr>
              <a:spLocks noGrp="1"/>
            </p:cNvSpPr>
            <p:nvPr/>
          </p:nvSpPr>
          <p:spPr>
            <a:xfrm>
              <a:off x="385663" y="6040496"/>
              <a:ext cx="1418783" cy="0"/>
            </a:xfrm>
            <a:prstGeom prst="line">
              <a:avLst/>
            </a:prstGeom>
            <a:ln w="5258">
              <a:solidFill>
                <a:srgbClr val="0072B2">
                  <a:alpha val="82000"/>
                </a:srgbClr>
              </a:solidFill>
            </a:ln>
          </p:spPr>
        </p:sp>
        <p:sp>
          <p:nvSpPr>
            <p:cNvPr id="6758" name="addition:input:225"/>
            <p:cNvSpPr>
              <a:spLocks noGrp="1"/>
            </p:cNvSpPr>
            <p:nvPr/>
          </p:nvSpPr>
          <p:spPr>
            <a:xfrm>
              <a:off x="1804446" y="6040496"/>
              <a:ext cx="0" cy="1090971"/>
            </a:xfrm>
            <a:prstGeom prst="line">
              <a:avLst/>
            </a:prstGeom>
            <a:ln w="4915">
              <a:solidFill>
                <a:srgbClr val="0072B2">
                  <a:alpha val="82000"/>
                </a:srgbClr>
              </a:solidFill>
            </a:ln>
          </p:spPr>
        </p:sp>
        <p:sp>
          <p:nvSpPr>
            <p:cNvPr id="6759" name="addition:input:226"/>
            <p:cNvSpPr>
              <a:spLocks noGrp="1"/>
            </p:cNvSpPr>
            <p:nvPr/>
          </p:nvSpPr>
          <p:spPr>
            <a:xfrm flipH="1" flipV="1">
              <a:off x="385663" y="6970258"/>
              <a:ext cx="1418783" cy="161209"/>
            </a:xfrm>
            <a:prstGeom prst="line">
              <a:avLst/>
            </a:prstGeom>
            <a:ln w="5258">
              <a:solidFill>
                <a:srgbClr val="0072B2">
                  <a:alpha val="86000"/>
                </a:srgbClr>
              </a:solidFill>
            </a:ln>
          </p:spPr>
        </p:sp>
        <p:sp>
          <p:nvSpPr>
            <p:cNvPr id="6760" name="addition:input:227"/>
            <p:cNvSpPr>
              <a:spLocks noGrp="1"/>
            </p:cNvSpPr>
            <p:nvPr/>
          </p:nvSpPr>
          <p:spPr>
            <a:xfrm flipV="1">
              <a:off x="385663" y="6040496"/>
              <a:ext cx="0" cy="929762"/>
            </a:xfrm>
            <a:prstGeom prst="line">
              <a:avLst/>
            </a:prstGeom>
            <a:ln w="5258">
              <a:solidFill>
                <a:srgbClr val="0072B2">
                  <a:alpha val="82000"/>
                </a:srgbClr>
              </a:solidFill>
            </a:ln>
          </p:spPr>
        </p:sp>
        <p:sp>
          <p:nvSpPr>
            <p:cNvPr id="6761" name="addition:input:228"/>
            <p:cNvSpPr>
              <a:spLocks noGrp="1"/>
            </p:cNvSpPr>
            <p:nvPr/>
          </p:nvSpPr>
          <p:spPr>
            <a:xfrm>
              <a:off x="1271168" y="5525003"/>
              <a:ext cx="1328257" cy="0"/>
            </a:xfrm>
            <a:prstGeom prst="line">
              <a:avLst/>
            </a:prstGeom>
            <a:ln w="5486">
              <a:solidFill>
                <a:srgbClr val="0072B2">
                  <a:alpha val="78000"/>
                </a:srgbClr>
              </a:solidFill>
            </a:ln>
          </p:spPr>
        </p:sp>
        <p:sp>
          <p:nvSpPr>
            <p:cNvPr id="6762" name="addition:input:229"/>
            <p:cNvSpPr>
              <a:spLocks noGrp="1"/>
            </p:cNvSpPr>
            <p:nvPr/>
          </p:nvSpPr>
          <p:spPr>
            <a:xfrm>
              <a:off x="2599426" y="5525003"/>
              <a:ext cx="0" cy="875401"/>
            </a:xfrm>
            <a:prstGeom prst="line">
              <a:avLst/>
            </a:prstGeom>
            <a:ln w="5258">
              <a:solidFill>
                <a:srgbClr val="0072B2">
                  <a:alpha val="78000"/>
                </a:srgbClr>
              </a:solidFill>
            </a:ln>
          </p:spPr>
        </p:sp>
        <p:sp>
          <p:nvSpPr>
            <p:cNvPr id="6763" name="addition:input:230"/>
            <p:cNvSpPr>
              <a:spLocks noGrp="1"/>
            </p:cNvSpPr>
            <p:nvPr/>
          </p:nvSpPr>
          <p:spPr>
            <a:xfrm flipV="1">
              <a:off x="385663" y="5525003"/>
              <a:ext cx="885505" cy="515493"/>
            </a:xfrm>
            <a:prstGeom prst="line">
              <a:avLst/>
            </a:prstGeom>
            <a:ln w="5486">
              <a:solidFill>
                <a:srgbClr val="0072B2">
                  <a:alpha val="84000"/>
                </a:srgbClr>
              </a:solidFill>
            </a:ln>
          </p:spPr>
        </p:sp>
        <p:sp>
          <p:nvSpPr>
            <p:cNvPr id="6764" name="addition:input:231"/>
            <p:cNvSpPr>
              <a:spLocks noGrp="1"/>
            </p:cNvSpPr>
            <p:nvPr/>
          </p:nvSpPr>
          <p:spPr>
            <a:xfrm flipV="1">
              <a:off x="1804446" y="5525003"/>
              <a:ext cx="794979" cy="515493"/>
            </a:xfrm>
            <a:prstGeom prst="line">
              <a:avLst/>
            </a:prstGeom>
            <a:ln w="5486">
              <a:solidFill>
                <a:srgbClr val="0072B2">
                  <a:alpha val="84000"/>
                </a:srgbClr>
              </a:solidFill>
            </a:ln>
          </p:spPr>
        </p:sp>
        <p:sp>
          <p:nvSpPr>
            <p:cNvPr id="6765" name="addition:input:232"/>
            <p:cNvSpPr>
              <a:spLocks noGrp="1"/>
            </p:cNvSpPr>
            <p:nvPr/>
          </p:nvSpPr>
          <p:spPr>
            <a:xfrm flipV="1">
              <a:off x="1804446" y="6400404"/>
              <a:ext cx="794979" cy="731063"/>
            </a:xfrm>
            <a:prstGeom prst="line">
              <a:avLst/>
            </a:prstGeom>
            <a:ln w="5258">
              <a:solidFill>
                <a:srgbClr val="0072B2">
                  <a:alpha val="84000"/>
                </a:srgbClr>
              </a:solidFill>
            </a:ln>
          </p:spPr>
        </p:sp>
        <p:sp>
          <p:nvSpPr>
            <p:cNvPr id="6766" name="addition:input:233"/>
            <p:cNvSpPr>
              <a:spLocks noGrp="1"/>
            </p:cNvSpPr>
            <p:nvPr/>
          </p:nvSpPr>
          <p:spPr>
            <a:xfrm flipV="1">
              <a:off x="385663" y="6452890"/>
              <a:ext cx="885505" cy="517368"/>
            </a:xfrm>
            <a:prstGeom prst="line">
              <a:avLst/>
            </a:prstGeom>
            <a:ln w="4343">
              <a:solidFill>
                <a:srgbClr val="0072B2">
                  <a:alpha val="34000"/>
                </a:srgbClr>
              </a:solidFill>
            </a:ln>
          </p:spPr>
        </p:sp>
        <p:sp>
          <p:nvSpPr>
            <p:cNvPr id="6767" name="addition:input:234"/>
            <p:cNvSpPr>
              <a:spLocks noGrp="1"/>
            </p:cNvSpPr>
            <p:nvPr/>
          </p:nvSpPr>
          <p:spPr>
            <a:xfrm flipV="1">
              <a:off x="1271168" y="6400404"/>
              <a:ext cx="1328257" cy="52487"/>
            </a:xfrm>
            <a:prstGeom prst="line">
              <a:avLst/>
            </a:prstGeom>
            <a:ln w="4286">
              <a:solidFill>
                <a:srgbClr val="0072B2">
                  <a:alpha val="32000"/>
                </a:srgbClr>
              </a:solidFill>
            </a:ln>
          </p:spPr>
        </p:sp>
        <p:sp>
          <p:nvSpPr>
            <p:cNvPr id="6768" name="addition:input:235"/>
            <p:cNvSpPr>
              <a:spLocks noGrp="1"/>
            </p:cNvSpPr>
            <p:nvPr/>
          </p:nvSpPr>
          <p:spPr>
            <a:xfrm>
              <a:off x="1271168" y="5525003"/>
              <a:ext cx="0" cy="927887"/>
            </a:xfrm>
            <a:prstGeom prst="line">
              <a:avLst/>
            </a:prstGeom>
            <a:ln w="4286">
              <a:solidFill>
                <a:srgbClr val="0072B2">
                  <a:alpha val="40000"/>
                </a:srgbClr>
              </a:solidFill>
            </a:ln>
          </p:spPr>
        </p:sp>
        <p:sp>
          <p:nvSpPr>
            <p:cNvPr id="6769" name="addition:input:251"/>
            <p:cNvSpPr>
              <a:spLocks noGrp="1"/>
            </p:cNvSpPr>
            <p:nvPr/>
          </p:nvSpPr>
          <p:spPr>
            <a:xfrm flipV="1">
              <a:off x="2299868" y="6351666"/>
              <a:ext cx="411480" cy="442387"/>
            </a:xfrm>
            <a:prstGeom prst="line">
              <a:avLst/>
            </a:prstGeom>
            <a:ln w="9372">
              <a:solidFill>
                <a:srgbClr val="263238">
                  <a:alpha val="100000"/>
                </a:srgbClr>
              </a:solidFill>
            </a:ln>
          </p:spPr>
        </p:sp>
        <p:sp>
          <p:nvSpPr>
            <p:cNvPr id="6770" name="addition:input:252"/>
            <p:cNvSpPr>
              <a:spLocks noGrp="1"/>
            </p:cNvSpPr>
            <p:nvPr/>
          </p:nvSpPr>
          <p:spPr>
            <a:xfrm>
              <a:off x="209550" y="5438775"/>
              <a:ext cx="2501798" cy="950382"/>
            </a:xfrm>
            <a:custGeom>
              <a:avLst/>
              <a:gdLst/>
              <a:ahLst/>
              <a:cxnLst/>
              <a:rect l="l" t="t" r="r" b="b"/>
              <a:pathLst>
                <a:path w="1520" h="507">
                  <a:moveTo>
                    <a:pt x="0" y="0"/>
                  </a:moveTo>
                  <a:moveTo>
                    <a:pt x="1520" y="487"/>
                  </a:moveTo>
                  <a:lnTo>
                    <a:pt x="1511" y="507"/>
                  </a:lnTo>
                  <a:lnTo>
                    <a:pt x="1500" y="494"/>
                  </a:lnTo>
                  <a:close/>
                </a:path>
              </a:pathLst>
            </a:custGeom>
            <a:solidFill>
              <a:srgbClr val="263238">
                <a:alpha val="100000"/>
              </a:srgbClr>
            </a:solidFill>
            <a:ln>
              <a:noFill/>
            </a:ln>
          </p:spPr>
          <p:txBody>
            <a:bodyPr anchor="ctr"/>
            <a:lstStyle/>
            <a:p>
              <a:pPr algn="ctr">
                <a:buNone/>
              </a:pPr>
            </a:p>
          </p:txBody>
        </p:sp>
        <p:sp>
          <p:nvSpPr>
            <p:cNvPr id="6771" name="addition:input:253"/>
            <p:cNvSpPr>
              <a:spLocks noGrp="1"/>
            </p:cNvSpPr>
            <p:nvPr/>
          </p:nvSpPr>
          <p:spPr>
            <a:xfrm flipH="1">
              <a:off x="2299868" y="6351666"/>
              <a:ext cx="411480" cy="442387"/>
            </a:xfrm>
            <a:prstGeom prst="line">
              <a:avLst/>
            </a:prstGeom>
            <a:ln w="9372">
              <a:solidFill>
                <a:srgbClr val="263238">
                  <a:alpha val="100000"/>
                </a:srgbClr>
              </a:solidFill>
            </a:ln>
          </p:spPr>
        </p:sp>
        <p:sp>
          <p:nvSpPr>
            <p:cNvPr id="6772" name="addition:input:254"/>
            <p:cNvSpPr>
              <a:spLocks noGrp="1"/>
            </p:cNvSpPr>
            <p:nvPr/>
          </p:nvSpPr>
          <p:spPr>
            <a:xfrm>
              <a:off x="209550" y="5438775"/>
              <a:ext cx="2123237" cy="1355278"/>
            </a:xfrm>
            <a:custGeom>
              <a:avLst/>
              <a:gdLst/>
              <a:ahLst/>
              <a:cxnLst/>
              <a:rect l="l" t="t" r="r" b="b"/>
              <a:pathLst>
                <a:path w="1290" h="723">
                  <a:moveTo>
                    <a:pt x="0" y="0"/>
                  </a:moveTo>
                  <a:moveTo>
                    <a:pt x="1270" y="723"/>
                  </a:moveTo>
                  <a:lnTo>
                    <a:pt x="1279" y="703"/>
                  </a:lnTo>
                  <a:lnTo>
                    <a:pt x="1290" y="716"/>
                  </a:lnTo>
                  <a:close/>
                </a:path>
              </a:pathLst>
            </a:custGeom>
            <a:solidFill>
              <a:srgbClr val="263238">
                <a:alpha val="100000"/>
              </a:srgbClr>
            </a:solidFill>
            <a:ln>
              <a:noFill/>
            </a:ln>
          </p:spPr>
          <p:txBody>
            <a:bodyPr anchor="ctr"/>
            <a:lstStyle/>
            <a:p>
              <a:pPr algn="ctr">
                <a:buNone/>
              </a:pPr>
            </a:p>
          </p:txBody>
        </p:sp>
        <p:sp>
          <p:nvSpPr>
            <p:cNvPr id="6773" name="addition:input:t"/>
            <p:cNvSpPr>
              <a:spLocks noGrp="1"/>
            </p:cNvSpPr>
            <p:nvPr/>
          </p:nvSpPr>
          <p:spPr>
            <a:xfrm>
              <a:off x="2562225" y="6534150"/>
              <a:ext cx="171450" cy="266700"/>
            </a:xfrm>
            <a:prstGeom prst="rect">
              <a:avLst/>
            </a:prstGeom>
            <a:noFill/>
            <a:ln w="0">
              <a:noFill/>
            </a:ln>
          </p:spPr>
          <p:txBody>
            <a:bodyPr wrap="none" lIns="0" tIns="0" rIns="0" bIns="0" anchor="ctr"/>
            <a:lstStyle>
              <a:defPPr>
                <a:defRPr sz="1725">
                  <a:solidFill>
                    <a:srgbClr val="263238"/>
                  </a:solidFill>
                  <a:latin typeface="Arial" panose="020B0604020202090204"/>
                  <a:ea typeface="Arial" panose="020B0604020202090204"/>
                  <a:cs typeface="Arial" panose="020B0604020202090204"/>
                </a:defRPr>
              </a:defPPr>
              <a:lvl1pPr>
                <a:defRPr sz="1725">
                  <a:solidFill>
                    <a:srgbClr val="263238"/>
                  </a:solidFill>
                  <a:latin typeface="Arial" panose="020B0604020202090204"/>
                  <a:ea typeface="Arial" panose="020B0604020202090204"/>
                  <a:cs typeface="Arial" panose="020B0604020202090204"/>
                </a:defRPr>
              </a:lvl1pPr>
              <a:lvl2pPr>
                <a:defRPr sz="1725">
                  <a:solidFill>
                    <a:srgbClr val="263238"/>
                  </a:solidFill>
                  <a:latin typeface="Arial" panose="020B0604020202090204"/>
                  <a:ea typeface="Arial" panose="020B0604020202090204"/>
                  <a:cs typeface="Arial" panose="020B0604020202090204"/>
                </a:defRPr>
              </a:lvl2pPr>
              <a:lvl3pPr>
                <a:defRPr sz="1725">
                  <a:solidFill>
                    <a:srgbClr val="263238"/>
                  </a:solidFill>
                  <a:latin typeface="Arial" panose="020B0604020202090204"/>
                  <a:ea typeface="Arial" panose="020B0604020202090204"/>
                  <a:cs typeface="Arial" panose="020B0604020202090204"/>
                </a:defRPr>
              </a:lvl3pPr>
              <a:lvl4pPr>
                <a:defRPr sz="1725">
                  <a:solidFill>
                    <a:srgbClr val="263238"/>
                  </a:solidFill>
                  <a:latin typeface="Arial" panose="020B0604020202090204"/>
                  <a:ea typeface="Arial" panose="020B0604020202090204"/>
                  <a:cs typeface="Arial" panose="020B0604020202090204"/>
                </a:defRPr>
              </a:lvl4pPr>
              <a:lvl5pPr>
                <a:defRPr sz="1725">
                  <a:solidFill>
                    <a:srgbClr val="263238"/>
                  </a:solidFill>
                  <a:latin typeface="Arial" panose="020B0604020202090204"/>
                  <a:ea typeface="Arial" panose="020B0604020202090204"/>
                  <a:cs typeface="Arial" panose="020B0604020202090204"/>
                </a:defRPr>
              </a:lvl5pPr>
              <a:lvl6pPr>
                <a:defRPr sz="1725">
                  <a:solidFill>
                    <a:srgbClr val="263238"/>
                  </a:solidFill>
                  <a:latin typeface="Arial" panose="020B0604020202090204"/>
                  <a:ea typeface="Arial" panose="020B0604020202090204"/>
                  <a:cs typeface="Arial" panose="020B0604020202090204"/>
                </a:defRPr>
              </a:lvl6pPr>
              <a:lvl7pPr>
                <a:defRPr sz="1725">
                  <a:solidFill>
                    <a:srgbClr val="263238"/>
                  </a:solidFill>
                  <a:latin typeface="Arial" panose="020B0604020202090204"/>
                  <a:ea typeface="Arial" panose="020B0604020202090204"/>
                  <a:cs typeface="Arial" panose="020B0604020202090204"/>
                </a:defRPr>
              </a:lvl7pPr>
              <a:lvl8pPr>
                <a:defRPr sz="1725">
                  <a:solidFill>
                    <a:srgbClr val="263238"/>
                  </a:solidFill>
                  <a:latin typeface="Arial" panose="020B0604020202090204"/>
                  <a:ea typeface="Arial" panose="020B0604020202090204"/>
                  <a:cs typeface="Arial" panose="020B0604020202090204"/>
                </a:defRPr>
              </a:lvl8pPr>
              <a:lvl9pPr>
                <a:defRPr sz="1725">
                  <a:solidFill>
                    <a:srgbClr val="263238"/>
                  </a:solidFill>
                  <a:latin typeface="Arial" panose="020B0604020202090204"/>
                  <a:ea typeface="Arial" panose="020B0604020202090204"/>
                  <a:cs typeface="Arial" panose="020B0604020202090204"/>
                </a:defRPr>
              </a:lvl9pPr>
            </a:lstStyle>
            <a:p>
              <a:pPr>
                <a:defRPr sz="1725">
                  <a:solidFill>
                    <a:srgbClr val="263238"/>
                  </a:solidFill>
                  <a:latin typeface="Arial" panose="020B0604020202090204"/>
                  <a:ea typeface="Arial" panose="020B0604020202090204"/>
                  <a:cs typeface="Arial" panose="020B0604020202090204"/>
                </a:defRPr>
              </a:pPr>
              <a:r>
                <a:rPr sz="1725">
                  <a:solidFill>
                    <a:srgbClr val="263238"/>
                  </a:solidFill>
                  <a:latin typeface="Arial" panose="020B0604020202090204"/>
                  <a:ea typeface="Arial" panose="020B0604020202090204"/>
                  <a:cs typeface="Arial" panose="020B0604020202090204"/>
                </a:rPr>
                <a:t>t</a:t>
              </a:r>
              <a:endParaRPr sz="1725">
                <a:solidFill>
                  <a:srgbClr val="263238"/>
                </a:solidFill>
                <a:latin typeface="Arial" panose="020B0604020202090204"/>
                <a:ea typeface="Arial" panose="020B0604020202090204"/>
                <a:cs typeface="Arial" panose="020B0604020202090204"/>
              </a:endParaRPr>
            </a:p>
          </p:txBody>
        </p:sp>
      </p:grpSp>
      <p:sp>
        <p:nvSpPr>
          <p:cNvPr id="6774" name="input:alternative:or"/>
          <p:cNvSpPr>
            <a:spLocks noGrp="1"/>
          </p:cNvSpPr>
          <p:nvPr/>
        </p:nvSpPr>
        <p:spPr>
          <a:xfrm>
            <a:off x="1143000" y="4448175"/>
            <a:ext cx="819150" cy="342900"/>
          </a:xfrm>
          <a:prstGeom prst="rect">
            <a:avLst/>
          </a:prstGeom>
          <a:noFill/>
          <a:ln w="0">
            <a:noFill/>
          </a:ln>
        </p:spPr>
        <p:txBody>
          <a:bodyPr wrap="none" lIns="0" tIns="0" rIns="0" bIns="0" anchor="ctr"/>
          <a:lstStyle>
            <a:defPPr algn="ctr">
              <a:defRPr sz="1800">
                <a:solidFill>
                  <a:srgbClr val="000000"/>
                </a:solidFill>
                <a:latin typeface="Arial" panose="020B0604020202090204"/>
                <a:ea typeface="Arial" panose="020B0604020202090204"/>
                <a:cs typeface="Arial" panose="020B0604020202090204"/>
              </a:defRPr>
            </a:defPPr>
            <a:lvl1pPr algn="ctr">
              <a:defRPr sz="1800">
                <a:solidFill>
                  <a:srgbClr val="000000"/>
                </a:solidFill>
                <a:latin typeface="Arial" panose="020B0604020202090204"/>
                <a:ea typeface="Arial" panose="020B0604020202090204"/>
                <a:cs typeface="Arial" panose="020B0604020202090204"/>
              </a:defRPr>
            </a:lvl1pPr>
            <a:lvl2pPr algn="ctr">
              <a:defRPr sz="1800">
                <a:solidFill>
                  <a:srgbClr val="000000"/>
                </a:solidFill>
                <a:latin typeface="Arial" panose="020B0604020202090204"/>
                <a:ea typeface="Arial" panose="020B0604020202090204"/>
                <a:cs typeface="Arial" panose="020B0604020202090204"/>
              </a:defRPr>
            </a:lvl2pPr>
            <a:lvl3pPr algn="ctr">
              <a:defRPr sz="1800">
                <a:solidFill>
                  <a:srgbClr val="000000"/>
                </a:solidFill>
                <a:latin typeface="Arial" panose="020B0604020202090204"/>
                <a:ea typeface="Arial" panose="020B0604020202090204"/>
                <a:cs typeface="Arial" panose="020B0604020202090204"/>
              </a:defRPr>
            </a:lvl3pPr>
            <a:lvl4pPr algn="ctr">
              <a:defRPr sz="1800">
                <a:solidFill>
                  <a:srgbClr val="000000"/>
                </a:solidFill>
                <a:latin typeface="Arial" panose="020B0604020202090204"/>
                <a:ea typeface="Arial" panose="020B0604020202090204"/>
                <a:cs typeface="Arial" panose="020B0604020202090204"/>
              </a:defRPr>
            </a:lvl4pPr>
            <a:lvl5pPr algn="ctr">
              <a:defRPr sz="1800">
                <a:solidFill>
                  <a:srgbClr val="000000"/>
                </a:solidFill>
                <a:latin typeface="Arial" panose="020B0604020202090204"/>
                <a:ea typeface="Arial" panose="020B0604020202090204"/>
                <a:cs typeface="Arial" panose="020B0604020202090204"/>
              </a:defRPr>
            </a:lvl5pPr>
            <a:lvl6pPr algn="ctr">
              <a:defRPr sz="1800">
                <a:solidFill>
                  <a:srgbClr val="000000"/>
                </a:solidFill>
                <a:latin typeface="Arial" panose="020B0604020202090204"/>
                <a:ea typeface="Arial" panose="020B0604020202090204"/>
                <a:cs typeface="Arial" panose="020B0604020202090204"/>
              </a:defRPr>
            </a:lvl6pPr>
            <a:lvl7pPr algn="ctr">
              <a:defRPr sz="1800">
                <a:solidFill>
                  <a:srgbClr val="000000"/>
                </a:solidFill>
                <a:latin typeface="Arial" panose="020B0604020202090204"/>
                <a:ea typeface="Arial" panose="020B0604020202090204"/>
                <a:cs typeface="Arial" panose="020B0604020202090204"/>
              </a:defRPr>
            </a:lvl7pPr>
            <a:lvl8pPr algn="ctr">
              <a:defRPr sz="1800">
                <a:solidFill>
                  <a:srgbClr val="000000"/>
                </a:solidFill>
                <a:latin typeface="Arial" panose="020B0604020202090204"/>
                <a:ea typeface="Arial" panose="020B0604020202090204"/>
                <a:cs typeface="Arial" panose="020B0604020202090204"/>
              </a:defRPr>
            </a:lvl8pPr>
            <a:lvl9pPr algn="ctr">
              <a:defRPr sz="1800">
                <a:solidFill>
                  <a:srgbClr val="000000"/>
                </a:solidFill>
                <a:latin typeface="Arial" panose="020B0604020202090204"/>
                <a:ea typeface="Arial" panose="020B0604020202090204"/>
                <a:cs typeface="Arial" panose="020B0604020202090204"/>
              </a:defRPr>
            </a:lvl9pPr>
          </a:lstStyle>
          <a:p>
            <a:pPr algn="ctr">
              <a:defRPr sz="1800">
                <a:solidFill>
                  <a:srgbClr val="000000"/>
                </a:solidFill>
                <a:latin typeface="Arial" panose="020B0604020202090204"/>
                <a:ea typeface="Arial" panose="020B0604020202090204"/>
                <a:cs typeface="Arial" panose="020B0604020202090204"/>
              </a:defRPr>
            </a:pPr>
            <a:r>
              <a:rPr sz="1800">
                <a:solidFill>
                  <a:srgbClr val="000000"/>
                </a:solidFill>
                <a:latin typeface="Arial" panose="020B0604020202090204"/>
                <a:ea typeface="Arial" panose="020B0604020202090204"/>
                <a:cs typeface="Arial" panose="020B0604020202090204"/>
              </a:rPr>
              <a:t>or</a:t>
            </a:r>
            <a:endParaRPr sz="180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649</Words>
  <Application>WPS 演示</Application>
  <PresentationFormat>Converted Presentation</PresentationFormat>
  <Paragraphs>170</Paragraphs>
  <Slides>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vt:i4>
      </vt:variant>
    </vt:vector>
  </HeadingPairs>
  <TitlesOfParts>
    <vt:vector size="13" baseType="lpstr">
      <vt:lpstr>Arial</vt:lpstr>
      <vt:lpstr>宋体</vt:lpstr>
      <vt:lpstr>Wingdings</vt:lpstr>
      <vt:lpstr>Arial</vt:lpstr>
      <vt:lpstr>微软雅黑</vt:lpstr>
      <vt:lpstr>方正雅意黑 GB18030L2</vt:lpstr>
      <vt:lpstr>宋体</vt:lpstr>
      <vt:lpstr>Arial Unicode MS</vt:lpstr>
      <vt:lpstr>汉仪书宋二KW</vt:lpstr>
      <vt:lpstr>Calibri</vt:lpstr>
      <vt:lpstr>Helvetica Neue</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Iris</cp:lastModifiedBy>
  <cp:revision>1</cp:revision>
  <dcterms:created xsi:type="dcterms:W3CDTF">2026-10-26T01:47:49Z</dcterms:created>
  <dcterms:modified xsi:type="dcterms:W3CDTF">2026-10-26T01:47:49Z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1CCAF844B80A5FF145B1DE6A58BCC2BF_42</vt:lpwstr>
  </property>
  <property fmtid="{D5CDD505-2E9C-101B-9397-08002B2CF9AE}" pid="3" name="KSOProductBuildVer">
    <vt:lpwstr>2052-12.1.26046.26046</vt:lpwstr>
  </property>
</Properties>
</file>